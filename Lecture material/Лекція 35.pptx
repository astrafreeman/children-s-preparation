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-756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17C562-82D4-4A38-8635-FBB3B4DA7A0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06D6B60-07A2-4FB5-96C2-3E9DFB152189}">
      <dgm:prSet/>
      <dgm:spPr/>
      <dgm:t>
        <a:bodyPr/>
        <a:lstStyle/>
        <a:p>
          <a:r>
            <a:rPr lang="ru-RU" b="0" i="0"/>
            <a:t>загибель київського князя Ігоря</a:t>
          </a:r>
          <a:endParaRPr lang="uk-UA"/>
        </a:p>
      </dgm:t>
    </dgm:pt>
    <dgm:pt modelId="{F7728DAD-4C73-4900-B045-E2C31F01DB51}" type="parTrans" cxnId="{016E36D1-C306-423B-AC95-59E35937E42D}">
      <dgm:prSet/>
      <dgm:spPr/>
      <dgm:t>
        <a:bodyPr/>
        <a:lstStyle/>
        <a:p>
          <a:endParaRPr lang="uk-UA"/>
        </a:p>
      </dgm:t>
    </dgm:pt>
    <dgm:pt modelId="{A993EF36-8DFD-4A25-9E7E-6A9DF0F91502}" type="sibTrans" cxnId="{016E36D1-C306-423B-AC95-59E35937E42D}">
      <dgm:prSet/>
      <dgm:spPr/>
      <dgm:t>
        <a:bodyPr/>
        <a:lstStyle/>
        <a:p>
          <a:endParaRPr lang="uk-UA"/>
        </a:p>
      </dgm:t>
    </dgm:pt>
    <dgm:pt modelId="{1AF4182F-EE0D-4C9F-B823-2F11E78AD931}">
      <dgm:prSet/>
      <dgm:spPr/>
      <dgm:t>
        <a:bodyPr/>
        <a:lstStyle/>
        <a:p>
          <a:r>
            <a:rPr lang="ru-RU" b="0" i="0" dirty="0" err="1"/>
            <a:t>захоплення</a:t>
          </a:r>
          <a:r>
            <a:rPr lang="ru-RU" b="0" i="0" dirty="0"/>
            <a:t> </a:t>
          </a:r>
          <a:r>
            <a:rPr lang="ru-RU" b="0" i="0" dirty="0" err="1"/>
            <a:t>влади</a:t>
          </a:r>
          <a:r>
            <a:rPr lang="ru-RU" b="0" i="0" dirty="0"/>
            <a:t> в </a:t>
          </a:r>
          <a:r>
            <a:rPr lang="ru-RU" b="0" i="0" dirty="0" err="1"/>
            <a:t>Києві</a:t>
          </a:r>
          <a:r>
            <a:rPr lang="ru-RU" b="0" i="0" dirty="0"/>
            <a:t> князем Олегом</a:t>
          </a:r>
          <a:endParaRPr lang="uk-UA" dirty="0"/>
        </a:p>
      </dgm:t>
    </dgm:pt>
    <dgm:pt modelId="{EC4A77C4-897C-4310-A24B-7447A0B02849}" type="parTrans" cxnId="{44775400-1BD4-4AC2-9D2E-F4704228B8D7}">
      <dgm:prSet/>
      <dgm:spPr/>
      <dgm:t>
        <a:bodyPr/>
        <a:lstStyle/>
        <a:p>
          <a:endParaRPr lang="uk-UA"/>
        </a:p>
      </dgm:t>
    </dgm:pt>
    <dgm:pt modelId="{F8A15E6A-680E-4B77-82B0-8A8F7CEB2879}" type="sibTrans" cxnId="{44775400-1BD4-4AC2-9D2E-F4704228B8D7}">
      <dgm:prSet/>
      <dgm:spPr/>
      <dgm:t>
        <a:bodyPr/>
        <a:lstStyle/>
        <a:p>
          <a:endParaRPr lang="uk-UA"/>
        </a:p>
      </dgm:t>
    </dgm:pt>
    <dgm:pt modelId="{5EEC86DF-0552-414E-9FEC-79BB3969EC7D}">
      <dgm:prSet/>
      <dgm:spPr/>
      <dgm:t>
        <a:bodyPr/>
        <a:lstStyle/>
        <a:p>
          <a:r>
            <a:rPr lang="ru-RU" b="0" i="0" dirty="0" err="1"/>
            <a:t>невдалий</a:t>
          </a:r>
          <a:r>
            <a:rPr lang="ru-RU" b="0" i="0" dirty="0"/>
            <a:t> </a:t>
          </a:r>
          <a:r>
            <a:rPr lang="ru-RU" b="0" i="0" dirty="0" err="1"/>
            <a:t>похід</a:t>
          </a:r>
          <a:r>
            <a:rPr lang="ru-RU" b="0" i="0" dirty="0"/>
            <a:t> князя Святослава на </a:t>
          </a:r>
          <a:r>
            <a:rPr lang="ru-RU" b="0" i="0" dirty="0" err="1"/>
            <a:t>Балкани</a:t>
          </a:r>
          <a:endParaRPr lang="uk-UA" dirty="0"/>
        </a:p>
      </dgm:t>
    </dgm:pt>
    <dgm:pt modelId="{1B19751B-7163-4267-AA5B-37A8DDC58583}" type="parTrans" cxnId="{AFED7484-C973-43CC-9E11-79A72C14F3DB}">
      <dgm:prSet/>
      <dgm:spPr/>
      <dgm:t>
        <a:bodyPr/>
        <a:lstStyle/>
        <a:p>
          <a:endParaRPr lang="uk-UA"/>
        </a:p>
      </dgm:t>
    </dgm:pt>
    <dgm:pt modelId="{9F62E4F8-0D99-4B8C-8D61-A0A924152612}" type="sibTrans" cxnId="{AFED7484-C973-43CC-9E11-79A72C14F3DB}">
      <dgm:prSet/>
      <dgm:spPr/>
      <dgm:t>
        <a:bodyPr/>
        <a:lstStyle/>
        <a:p>
          <a:endParaRPr lang="uk-UA"/>
        </a:p>
      </dgm:t>
    </dgm:pt>
    <dgm:pt modelId="{2D8A942D-C156-472E-997B-2E3EDB3ACE82}">
      <dgm:prSet/>
      <dgm:spPr/>
      <dgm:t>
        <a:bodyPr/>
        <a:lstStyle/>
        <a:p>
          <a:r>
            <a:rPr lang="ru-RU" b="0" i="0" dirty="0"/>
            <a:t>початок </a:t>
          </a:r>
          <a:r>
            <a:rPr lang="ru-RU" b="0" i="0" dirty="0" err="1"/>
            <a:t>систематичних</a:t>
          </a:r>
          <a:r>
            <a:rPr lang="ru-RU" b="0" i="0" dirty="0"/>
            <a:t> </a:t>
          </a:r>
          <a:r>
            <a:rPr lang="ru-RU" b="0" i="0" dirty="0" err="1"/>
            <a:t>нападів</a:t>
          </a:r>
          <a:r>
            <a:rPr lang="ru-RU" b="0" i="0" dirty="0"/>
            <a:t> на Русь-</a:t>
          </a:r>
          <a:r>
            <a:rPr lang="ru-RU" b="0" i="0" dirty="0" err="1"/>
            <a:t>Україну</a:t>
          </a:r>
          <a:r>
            <a:rPr lang="ru-RU" b="0" i="0" dirty="0"/>
            <a:t> </a:t>
          </a:r>
          <a:r>
            <a:rPr lang="ru-RU" b="0" i="0" dirty="0" err="1"/>
            <a:t>печенігів</a:t>
          </a:r>
          <a:endParaRPr lang="uk-UA" dirty="0"/>
        </a:p>
      </dgm:t>
    </dgm:pt>
    <dgm:pt modelId="{BC6700EA-EE63-4B1D-804B-13DE1459E3D2}" type="parTrans" cxnId="{14C9A7BE-4713-4931-A8C8-02B5F726650A}">
      <dgm:prSet/>
      <dgm:spPr/>
      <dgm:t>
        <a:bodyPr/>
        <a:lstStyle/>
        <a:p>
          <a:endParaRPr lang="uk-UA"/>
        </a:p>
      </dgm:t>
    </dgm:pt>
    <dgm:pt modelId="{80994F2C-F437-4027-8883-94D9A0A44EBF}" type="sibTrans" cxnId="{14C9A7BE-4713-4931-A8C8-02B5F726650A}">
      <dgm:prSet/>
      <dgm:spPr/>
      <dgm:t>
        <a:bodyPr/>
        <a:lstStyle/>
        <a:p>
          <a:endParaRPr lang="uk-UA"/>
        </a:p>
      </dgm:t>
    </dgm:pt>
    <dgm:pt modelId="{F7C240A1-640C-4A12-A47C-41592F4B0F56}" type="pres">
      <dgm:prSet presAssocID="{1A17C562-82D4-4A38-8635-FBB3B4DA7A0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1A369B2-9DD3-41BF-976A-D50D8471D2C3}" type="pres">
      <dgm:prSet presAssocID="{C06D6B60-07A2-4FB5-96C2-3E9DFB152189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E8744BC-F112-43EE-88C1-96E9D502735B}" type="pres">
      <dgm:prSet presAssocID="{A993EF36-8DFD-4A25-9E7E-6A9DF0F91502}" presName="spacer" presStyleCnt="0"/>
      <dgm:spPr/>
    </dgm:pt>
    <dgm:pt modelId="{60EE656A-754D-4B1D-A735-F14F6B212A57}" type="pres">
      <dgm:prSet presAssocID="{1AF4182F-EE0D-4C9F-B823-2F11E78AD931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A1E71D0-BD3B-458E-AECE-026111C90954}" type="pres">
      <dgm:prSet presAssocID="{F8A15E6A-680E-4B77-82B0-8A8F7CEB2879}" presName="spacer" presStyleCnt="0"/>
      <dgm:spPr/>
    </dgm:pt>
    <dgm:pt modelId="{4FD5E2ED-BE0C-45B9-ABEE-81B33C27F0AD}" type="pres">
      <dgm:prSet presAssocID="{5EEC86DF-0552-414E-9FEC-79BB3969EC7D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F599DF1-3520-4D28-81C3-867F0087C181}" type="pres">
      <dgm:prSet presAssocID="{9F62E4F8-0D99-4B8C-8D61-A0A924152612}" presName="spacer" presStyleCnt="0"/>
      <dgm:spPr/>
    </dgm:pt>
    <dgm:pt modelId="{6EB72CE7-8E2B-4236-90E4-786D23791220}" type="pres">
      <dgm:prSet presAssocID="{2D8A942D-C156-472E-997B-2E3EDB3ACE82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4775400-1BD4-4AC2-9D2E-F4704228B8D7}" srcId="{1A17C562-82D4-4A38-8635-FBB3B4DA7A08}" destId="{1AF4182F-EE0D-4C9F-B823-2F11E78AD931}" srcOrd="1" destOrd="0" parTransId="{EC4A77C4-897C-4310-A24B-7447A0B02849}" sibTransId="{F8A15E6A-680E-4B77-82B0-8A8F7CEB2879}"/>
    <dgm:cxn modelId="{75C9EADA-C69C-4F07-BFC5-B66DFB4BF556}" type="presOf" srcId="{5EEC86DF-0552-414E-9FEC-79BB3969EC7D}" destId="{4FD5E2ED-BE0C-45B9-ABEE-81B33C27F0AD}" srcOrd="0" destOrd="0" presId="urn:microsoft.com/office/officeart/2005/8/layout/vList2"/>
    <dgm:cxn modelId="{49872F2F-D7D2-47F0-9478-DF4EAA9A79E0}" type="presOf" srcId="{1AF4182F-EE0D-4C9F-B823-2F11E78AD931}" destId="{60EE656A-754D-4B1D-A735-F14F6B212A57}" srcOrd="0" destOrd="0" presId="urn:microsoft.com/office/officeart/2005/8/layout/vList2"/>
    <dgm:cxn modelId="{CE3EABD1-606D-465A-BDF1-494B51DB43C6}" type="presOf" srcId="{2D8A942D-C156-472E-997B-2E3EDB3ACE82}" destId="{6EB72CE7-8E2B-4236-90E4-786D23791220}" srcOrd="0" destOrd="0" presId="urn:microsoft.com/office/officeart/2005/8/layout/vList2"/>
    <dgm:cxn modelId="{016E36D1-C306-423B-AC95-59E35937E42D}" srcId="{1A17C562-82D4-4A38-8635-FBB3B4DA7A08}" destId="{C06D6B60-07A2-4FB5-96C2-3E9DFB152189}" srcOrd="0" destOrd="0" parTransId="{F7728DAD-4C73-4900-B045-E2C31F01DB51}" sibTransId="{A993EF36-8DFD-4A25-9E7E-6A9DF0F91502}"/>
    <dgm:cxn modelId="{777C92C2-FCAB-4FAD-A745-65AF449B43B6}" type="presOf" srcId="{C06D6B60-07A2-4FB5-96C2-3E9DFB152189}" destId="{C1A369B2-9DD3-41BF-976A-D50D8471D2C3}" srcOrd="0" destOrd="0" presId="urn:microsoft.com/office/officeart/2005/8/layout/vList2"/>
    <dgm:cxn modelId="{E7D449EA-7F3C-40AA-A9C6-536B3A112E8C}" type="presOf" srcId="{1A17C562-82D4-4A38-8635-FBB3B4DA7A08}" destId="{F7C240A1-640C-4A12-A47C-41592F4B0F56}" srcOrd="0" destOrd="0" presId="urn:microsoft.com/office/officeart/2005/8/layout/vList2"/>
    <dgm:cxn modelId="{AFED7484-C973-43CC-9E11-79A72C14F3DB}" srcId="{1A17C562-82D4-4A38-8635-FBB3B4DA7A08}" destId="{5EEC86DF-0552-414E-9FEC-79BB3969EC7D}" srcOrd="2" destOrd="0" parTransId="{1B19751B-7163-4267-AA5B-37A8DDC58583}" sibTransId="{9F62E4F8-0D99-4B8C-8D61-A0A924152612}"/>
    <dgm:cxn modelId="{14C9A7BE-4713-4931-A8C8-02B5F726650A}" srcId="{1A17C562-82D4-4A38-8635-FBB3B4DA7A08}" destId="{2D8A942D-C156-472E-997B-2E3EDB3ACE82}" srcOrd="3" destOrd="0" parTransId="{BC6700EA-EE63-4B1D-804B-13DE1459E3D2}" sibTransId="{80994F2C-F437-4027-8883-94D9A0A44EBF}"/>
    <dgm:cxn modelId="{F21CF67A-AC59-4245-8687-BE1830C2B296}" type="presParOf" srcId="{F7C240A1-640C-4A12-A47C-41592F4B0F56}" destId="{C1A369B2-9DD3-41BF-976A-D50D8471D2C3}" srcOrd="0" destOrd="0" presId="urn:microsoft.com/office/officeart/2005/8/layout/vList2"/>
    <dgm:cxn modelId="{E2574E8D-E3FB-4DCA-8415-033E32ECA781}" type="presParOf" srcId="{F7C240A1-640C-4A12-A47C-41592F4B0F56}" destId="{FE8744BC-F112-43EE-88C1-96E9D502735B}" srcOrd="1" destOrd="0" presId="urn:microsoft.com/office/officeart/2005/8/layout/vList2"/>
    <dgm:cxn modelId="{CE513060-8752-4E05-9008-8F7842ED05CE}" type="presParOf" srcId="{F7C240A1-640C-4A12-A47C-41592F4B0F56}" destId="{60EE656A-754D-4B1D-A735-F14F6B212A57}" srcOrd="2" destOrd="0" presId="urn:microsoft.com/office/officeart/2005/8/layout/vList2"/>
    <dgm:cxn modelId="{C948F557-AE2B-40FE-876D-1B35E30416C2}" type="presParOf" srcId="{F7C240A1-640C-4A12-A47C-41592F4B0F56}" destId="{3A1E71D0-BD3B-458E-AECE-026111C90954}" srcOrd="3" destOrd="0" presId="urn:microsoft.com/office/officeart/2005/8/layout/vList2"/>
    <dgm:cxn modelId="{3FA0CE52-68BE-49D5-93D7-019520E7427F}" type="presParOf" srcId="{F7C240A1-640C-4A12-A47C-41592F4B0F56}" destId="{4FD5E2ED-BE0C-45B9-ABEE-81B33C27F0AD}" srcOrd="4" destOrd="0" presId="urn:microsoft.com/office/officeart/2005/8/layout/vList2"/>
    <dgm:cxn modelId="{D269CBCD-4A2A-47D4-8AAE-FB92FC8B6795}" type="presParOf" srcId="{F7C240A1-640C-4A12-A47C-41592F4B0F56}" destId="{2F599DF1-3520-4D28-81C3-867F0087C181}" srcOrd="5" destOrd="0" presId="urn:microsoft.com/office/officeart/2005/8/layout/vList2"/>
    <dgm:cxn modelId="{0238B099-4FBE-4E4D-82B0-E41DCECB2C50}" type="presParOf" srcId="{F7C240A1-640C-4A12-A47C-41592F4B0F56}" destId="{6EB72CE7-8E2B-4236-90E4-786D2379122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CDDEB1-968E-4C93-9702-7A952B5E6FDB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E6988D8-87B5-428D-9DF4-C7CD0663CD83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ярлик</a:t>
          </a:r>
          <a:r>
            <a:rPr lang="ru-RU" b="0" i="0" dirty="0"/>
            <a:t>»</a:t>
          </a:r>
          <a:endParaRPr lang="uk-UA" dirty="0"/>
        </a:p>
      </dgm:t>
    </dgm:pt>
    <dgm:pt modelId="{9BB9D638-CF63-4D48-9D7C-49362FD60928}" type="parTrans" cxnId="{BB3E9FF3-EDBC-4BE2-B29E-E57049713363}">
      <dgm:prSet/>
      <dgm:spPr/>
      <dgm:t>
        <a:bodyPr/>
        <a:lstStyle/>
        <a:p>
          <a:endParaRPr lang="uk-UA"/>
        </a:p>
      </dgm:t>
    </dgm:pt>
    <dgm:pt modelId="{9A6FA630-3DD3-4DE0-B449-CA165299B37E}" type="sibTrans" cxnId="{BB3E9FF3-EDBC-4BE2-B29E-E57049713363}">
      <dgm:prSet/>
      <dgm:spPr/>
      <dgm:t>
        <a:bodyPr/>
        <a:lstStyle/>
        <a:p>
          <a:endParaRPr lang="uk-UA"/>
        </a:p>
      </dgm:t>
    </dgm:pt>
    <dgm:pt modelId="{3E3410B7-3DF6-46DB-83D4-192A8BEF8083}">
      <dgm:prSet/>
      <dgm:spPr/>
      <dgm:t>
        <a:bodyPr/>
        <a:lstStyle/>
        <a:p>
          <a:r>
            <a:rPr lang="ru-RU" b="0" i="0"/>
            <a:t>«вотчина»</a:t>
          </a:r>
          <a:endParaRPr lang="uk-UA"/>
        </a:p>
      </dgm:t>
    </dgm:pt>
    <dgm:pt modelId="{9A8E3F94-B34F-4E93-9578-96BBE6F10CFB}" type="parTrans" cxnId="{B839BD05-2AB6-4CFA-83DB-FE8099C93D51}">
      <dgm:prSet/>
      <dgm:spPr/>
      <dgm:t>
        <a:bodyPr/>
        <a:lstStyle/>
        <a:p>
          <a:endParaRPr lang="uk-UA"/>
        </a:p>
      </dgm:t>
    </dgm:pt>
    <dgm:pt modelId="{38BFA2D0-FB8E-401F-8E58-D18C74894C29}" type="sibTrans" cxnId="{B839BD05-2AB6-4CFA-83DB-FE8099C93D51}">
      <dgm:prSet/>
      <dgm:spPr/>
      <dgm:t>
        <a:bodyPr/>
        <a:lstStyle/>
        <a:p>
          <a:endParaRPr lang="uk-UA"/>
        </a:p>
      </dgm:t>
    </dgm:pt>
    <dgm:pt modelId="{A5E5F7A4-BE3B-43BD-B355-E00F9F132BC8}">
      <dgm:prSet/>
      <dgm:spPr/>
      <dgm:t>
        <a:bodyPr/>
        <a:lstStyle/>
        <a:p>
          <a:r>
            <a:rPr lang="ru-RU" b="0" i="0"/>
            <a:t>«холоп»</a:t>
          </a:r>
          <a:endParaRPr lang="uk-UA"/>
        </a:p>
      </dgm:t>
    </dgm:pt>
    <dgm:pt modelId="{AEF601C8-FD96-4AA9-BB5E-A0F2CF8D00C0}" type="parTrans" cxnId="{2DEA6A2E-339A-41F8-AB73-FF514367FE01}">
      <dgm:prSet/>
      <dgm:spPr/>
      <dgm:t>
        <a:bodyPr/>
        <a:lstStyle/>
        <a:p>
          <a:endParaRPr lang="uk-UA"/>
        </a:p>
      </dgm:t>
    </dgm:pt>
    <dgm:pt modelId="{1F001374-09B6-4237-9F24-F705CE195D76}" type="sibTrans" cxnId="{2DEA6A2E-339A-41F8-AB73-FF514367FE01}">
      <dgm:prSet/>
      <dgm:spPr/>
      <dgm:t>
        <a:bodyPr/>
        <a:lstStyle/>
        <a:p>
          <a:endParaRPr lang="uk-UA"/>
        </a:p>
      </dgm:t>
    </dgm:pt>
    <dgm:pt modelId="{761FCBA9-A88F-45E7-A2AA-19377465DF89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магдебурзьке</a:t>
          </a:r>
          <a:r>
            <a:rPr lang="ru-RU" b="0" i="0" dirty="0"/>
            <a:t> право»</a:t>
          </a:r>
          <a:endParaRPr lang="uk-UA" dirty="0"/>
        </a:p>
      </dgm:t>
    </dgm:pt>
    <dgm:pt modelId="{D0DA6597-6B1E-4F38-8236-DE276E7B8FAF}" type="parTrans" cxnId="{A0A4273E-3B72-4AC4-A3FA-D1FD87341B85}">
      <dgm:prSet/>
      <dgm:spPr/>
      <dgm:t>
        <a:bodyPr/>
        <a:lstStyle/>
        <a:p>
          <a:endParaRPr lang="uk-UA"/>
        </a:p>
      </dgm:t>
    </dgm:pt>
    <dgm:pt modelId="{4AA00D7A-CA49-42AC-A563-BEA5B171F74A}" type="sibTrans" cxnId="{A0A4273E-3B72-4AC4-A3FA-D1FD87341B85}">
      <dgm:prSet/>
      <dgm:spPr/>
      <dgm:t>
        <a:bodyPr/>
        <a:lstStyle/>
        <a:p>
          <a:endParaRPr lang="uk-UA"/>
        </a:p>
      </dgm:t>
    </dgm:pt>
    <dgm:pt modelId="{C4A4DEE8-2286-4252-BB97-E7560A843B4D}" type="pres">
      <dgm:prSet presAssocID="{0FCDDEB1-968E-4C93-9702-7A952B5E6FDB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0429FCB-30D6-4857-A515-196349CA508D}" type="pres">
      <dgm:prSet presAssocID="{2E6988D8-87B5-428D-9DF4-C7CD0663CD83}" presName="composite" presStyleCnt="0"/>
      <dgm:spPr/>
    </dgm:pt>
    <dgm:pt modelId="{F661FE7B-1343-460C-9B19-AEA7D1F61785}" type="pres">
      <dgm:prSet presAssocID="{2E6988D8-87B5-428D-9DF4-C7CD0663CD83}" presName="imgShp" presStyleLbl="fgImgPlace1" presStyleIdx="0" presStyleCnt="4"/>
      <dgm:spPr/>
    </dgm:pt>
    <dgm:pt modelId="{B731D0F3-9C87-4952-BDF8-4C63184FFEF3}" type="pres">
      <dgm:prSet presAssocID="{2E6988D8-87B5-428D-9DF4-C7CD0663CD83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D312D29-0FC1-4F36-B110-45E1142C801E}" type="pres">
      <dgm:prSet presAssocID="{9A6FA630-3DD3-4DE0-B449-CA165299B37E}" presName="spacing" presStyleCnt="0"/>
      <dgm:spPr/>
    </dgm:pt>
    <dgm:pt modelId="{8AC744FF-292A-4C3A-9D6B-C15BDD97AD88}" type="pres">
      <dgm:prSet presAssocID="{3E3410B7-3DF6-46DB-83D4-192A8BEF8083}" presName="composite" presStyleCnt="0"/>
      <dgm:spPr/>
    </dgm:pt>
    <dgm:pt modelId="{9C5998AF-46B6-4378-9FF7-ABF55853CE81}" type="pres">
      <dgm:prSet presAssocID="{3E3410B7-3DF6-46DB-83D4-192A8BEF8083}" presName="imgShp" presStyleLbl="fgImgPlace1" presStyleIdx="1" presStyleCnt="4"/>
      <dgm:spPr/>
    </dgm:pt>
    <dgm:pt modelId="{BD54BDF6-1D83-4D85-9C85-B1DD425E5B57}" type="pres">
      <dgm:prSet presAssocID="{3E3410B7-3DF6-46DB-83D4-192A8BEF8083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C0F6150-8AB0-443A-B1EC-4FB0FCF39C55}" type="pres">
      <dgm:prSet presAssocID="{38BFA2D0-FB8E-401F-8E58-D18C74894C29}" presName="spacing" presStyleCnt="0"/>
      <dgm:spPr/>
    </dgm:pt>
    <dgm:pt modelId="{597FB19D-FCC6-4E03-8C5F-DCA6E2C5E094}" type="pres">
      <dgm:prSet presAssocID="{A5E5F7A4-BE3B-43BD-B355-E00F9F132BC8}" presName="composite" presStyleCnt="0"/>
      <dgm:spPr/>
    </dgm:pt>
    <dgm:pt modelId="{B8E39083-8387-4745-9400-2E254AF8E7AD}" type="pres">
      <dgm:prSet presAssocID="{A5E5F7A4-BE3B-43BD-B355-E00F9F132BC8}" presName="imgShp" presStyleLbl="fgImgPlace1" presStyleIdx="2" presStyleCnt="4"/>
      <dgm:spPr/>
    </dgm:pt>
    <dgm:pt modelId="{20CF35C5-B6DD-4D03-A102-2E95B5AB4593}" type="pres">
      <dgm:prSet presAssocID="{A5E5F7A4-BE3B-43BD-B355-E00F9F132BC8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94394C5-778A-4EB3-BC67-9B4F28A521EE}" type="pres">
      <dgm:prSet presAssocID="{1F001374-09B6-4237-9F24-F705CE195D76}" presName="spacing" presStyleCnt="0"/>
      <dgm:spPr/>
    </dgm:pt>
    <dgm:pt modelId="{23ABDBDF-A29E-4809-B582-6FACDAD18B5D}" type="pres">
      <dgm:prSet presAssocID="{761FCBA9-A88F-45E7-A2AA-19377465DF89}" presName="composite" presStyleCnt="0"/>
      <dgm:spPr/>
    </dgm:pt>
    <dgm:pt modelId="{C16DA3AA-CB6A-4F8D-BD1B-B93B31B17D44}" type="pres">
      <dgm:prSet presAssocID="{761FCBA9-A88F-45E7-A2AA-19377465DF89}" presName="imgShp" presStyleLbl="fgImgPlace1" presStyleIdx="3" presStyleCnt="4"/>
      <dgm:spPr/>
    </dgm:pt>
    <dgm:pt modelId="{1E05D72E-A763-4FAC-A10D-3485D0B3E198}" type="pres">
      <dgm:prSet presAssocID="{761FCBA9-A88F-45E7-A2AA-19377465DF89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B3E9FF3-EDBC-4BE2-B29E-E57049713363}" srcId="{0FCDDEB1-968E-4C93-9702-7A952B5E6FDB}" destId="{2E6988D8-87B5-428D-9DF4-C7CD0663CD83}" srcOrd="0" destOrd="0" parTransId="{9BB9D638-CF63-4D48-9D7C-49362FD60928}" sibTransId="{9A6FA630-3DD3-4DE0-B449-CA165299B37E}"/>
    <dgm:cxn modelId="{B839BD05-2AB6-4CFA-83DB-FE8099C93D51}" srcId="{0FCDDEB1-968E-4C93-9702-7A952B5E6FDB}" destId="{3E3410B7-3DF6-46DB-83D4-192A8BEF8083}" srcOrd="1" destOrd="0" parTransId="{9A8E3F94-B34F-4E93-9578-96BBE6F10CFB}" sibTransId="{38BFA2D0-FB8E-401F-8E58-D18C74894C29}"/>
    <dgm:cxn modelId="{921C6818-4398-4DB1-9FC1-5E7D6C58ADC1}" type="presOf" srcId="{0FCDDEB1-968E-4C93-9702-7A952B5E6FDB}" destId="{C4A4DEE8-2286-4252-BB97-E7560A843B4D}" srcOrd="0" destOrd="0" presId="urn:microsoft.com/office/officeart/2005/8/layout/vList3"/>
    <dgm:cxn modelId="{A0A4273E-3B72-4AC4-A3FA-D1FD87341B85}" srcId="{0FCDDEB1-968E-4C93-9702-7A952B5E6FDB}" destId="{761FCBA9-A88F-45E7-A2AA-19377465DF89}" srcOrd="3" destOrd="0" parTransId="{D0DA6597-6B1E-4F38-8236-DE276E7B8FAF}" sibTransId="{4AA00D7A-CA49-42AC-A563-BEA5B171F74A}"/>
    <dgm:cxn modelId="{722EB10C-8D70-407A-B23E-8696B213D5AD}" type="presOf" srcId="{761FCBA9-A88F-45E7-A2AA-19377465DF89}" destId="{1E05D72E-A763-4FAC-A10D-3485D0B3E198}" srcOrd="0" destOrd="0" presId="urn:microsoft.com/office/officeart/2005/8/layout/vList3"/>
    <dgm:cxn modelId="{28008FD1-04B3-40E9-9B74-BA636D534A93}" type="presOf" srcId="{3E3410B7-3DF6-46DB-83D4-192A8BEF8083}" destId="{BD54BDF6-1D83-4D85-9C85-B1DD425E5B57}" srcOrd="0" destOrd="0" presId="urn:microsoft.com/office/officeart/2005/8/layout/vList3"/>
    <dgm:cxn modelId="{2DEA6A2E-339A-41F8-AB73-FF514367FE01}" srcId="{0FCDDEB1-968E-4C93-9702-7A952B5E6FDB}" destId="{A5E5F7A4-BE3B-43BD-B355-E00F9F132BC8}" srcOrd="2" destOrd="0" parTransId="{AEF601C8-FD96-4AA9-BB5E-A0F2CF8D00C0}" sibTransId="{1F001374-09B6-4237-9F24-F705CE195D76}"/>
    <dgm:cxn modelId="{57304A84-3615-4E23-A4B9-25748DC799A4}" type="presOf" srcId="{2E6988D8-87B5-428D-9DF4-C7CD0663CD83}" destId="{B731D0F3-9C87-4952-BDF8-4C63184FFEF3}" srcOrd="0" destOrd="0" presId="urn:microsoft.com/office/officeart/2005/8/layout/vList3"/>
    <dgm:cxn modelId="{555B31A8-D5BA-4B01-A62F-CE09ABBC02C4}" type="presOf" srcId="{A5E5F7A4-BE3B-43BD-B355-E00F9F132BC8}" destId="{20CF35C5-B6DD-4D03-A102-2E95B5AB4593}" srcOrd="0" destOrd="0" presId="urn:microsoft.com/office/officeart/2005/8/layout/vList3"/>
    <dgm:cxn modelId="{41971E85-C957-4AA7-B5B0-247F8D3A205E}" type="presParOf" srcId="{C4A4DEE8-2286-4252-BB97-E7560A843B4D}" destId="{70429FCB-30D6-4857-A515-196349CA508D}" srcOrd="0" destOrd="0" presId="urn:microsoft.com/office/officeart/2005/8/layout/vList3"/>
    <dgm:cxn modelId="{0372F8BD-5D1F-4381-A848-B9106F885367}" type="presParOf" srcId="{70429FCB-30D6-4857-A515-196349CA508D}" destId="{F661FE7B-1343-460C-9B19-AEA7D1F61785}" srcOrd="0" destOrd="0" presId="urn:microsoft.com/office/officeart/2005/8/layout/vList3"/>
    <dgm:cxn modelId="{1A54A8FE-301C-441F-82C1-49BD261C0B8D}" type="presParOf" srcId="{70429FCB-30D6-4857-A515-196349CA508D}" destId="{B731D0F3-9C87-4952-BDF8-4C63184FFEF3}" srcOrd="1" destOrd="0" presId="urn:microsoft.com/office/officeart/2005/8/layout/vList3"/>
    <dgm:cxn modelId="{DEE653E2-8745-4674-93C1-7ECC1367DBF2}" type="presParOf" srcId="{C4A4DEE8-2286-4252-BB97-E7560A843B4D}" destId="{AD312D29-0FC1-4F36-B110-45E1142C801E}" srcOrd="1" destOrd="0" presId="urn:microsoft.com/office/officeart/2005/8/layout/vList3"/>
    <dgm:cxn modelId="{B8C014AF-2857-4779-A82F-F06BF3D926FC}" type="presParOf" srcId="{C4A4DEE8-2286-4252-BB97-E7560A843B4D}" destId="{8AC744FF-292A-4C3A-9D6B-C15BDD97AD88}" srcOrd="2" destOrd="0" presId="urn:microsoft.com/office/officeart/2005/8/layout/vList3"/>
    <dgm:cxn modelId="{015B8407-C4D0-4A32-B795-BC0D41C1071D}" type="presParOf" srcId="{8AC744FF-292A-4C3A-9D6B-C15BDD97AD88}" destId="{9C5998AF-46B6-4378-9FF7-ABF55853CE81}" srcOrd="0" destOrd="0" presId="urn:microsoft.com/office/officeart/2005/8/layout/vList3"/>
    <dgm:cxn modelId="{BF31FE3B-0A9C-4095-95C7-03FB466960AD}" type="presParOf" srcId="{8AC744FF-292A-4C3A-9D6B-C15BDD97AD88}" destId="{BD54BDF6-1D83-4D85-9C85-B1DD425E5B57}" srcOrd="1" destOrd="0" presId="urn:microsoft.com/office/officeart/2005/8/layout/vList3"/>
    <dgm:cxn modelId="{3BA5ACA0-1593-4303-918C-CE167455DE2D}" type="presParOf" srcId="{C4A4DEE8-2286-4252-BB97-E7560A843B4D}" destId="{FC0F6150-8AB0-443A-B1EC-4FB0FCF39C55}" srcOrd="3" destOrd="0" presId="urn:microsoft.com/office/officeart/2005/8/layout/vList3"/>
    <dgm:cxn modelId="{5946C388-1707-45F6-B9C1-4970BA379850}" type="presParOf" srcId="{C4A4DEE8-2286-4252-BB97-E7560A843B4D}" destId="{597FB19D-FCC6-4E03-8C5F-DCA6E2C5E094}" srcOrd="4" destOrd="0" presId="urn:microsoft.com/office/officeart/2005/8/layout/vList3"/>
    <dgm:cxn modelId="{9D8519EB-5C03-44DC-8A45-E656D2F327AD}" type="presParOf" srcId="{597FB19D-FCC6-4E03-8C5F-DCA6E2C5E094}" destId="{B8E39083-8387-4745-9400-2E254AF8E7AD}" srcOrd="0" destOrd="0" presId="urn:microsoft.com/office/officeart/2005/8/layout/vList3"/>
    <dgm:cxn modelId="{17D12AAF-2E31-49B2-A533-40703A136375}" type="presParOf" srcId="{597FB19D-FCC6-4E03-8C5F-DCA6E2C5E094}" destId="{20CF35C5-B6DD-4D03-A102-2E95B5AB4593}" srcOrd="1" destOrd="0" presId="urn:microsoft.com/office/officeart/2005/8/layout/vList3"/>
    <dgm:cxn modelId="{F4865CA1-9177-4D3F-BD68-166990992BBE}" type="presParOf" srcId="{C4A4DEE8-2286-4252-BB97-E7560A843B4D}" destId="{394394C5-778A-4EB3-BC67-9B4F28A521EE}" srcOrd="5" destOrd="0" presId="urn:microsoft.com/office/officeart/2005/8/layout/vList3"/>
    <dgm:cxn modelId="{E19B15DA-A542-47B6-9114-FB18E63B46A3}" type="presParOf" srcId="{C4A4DEE8-2286-4252-BB97-E7560A843B4D}" destId="{23ABDBDF-A29E-4809-B582-6FACDAD18B5D}" srcOrd="6" destOrd="0" presId="urn:microsoft.com/office/officeart/2005/8/layout/vList3"/>
    <dgm:cxn modelId="{B0C650F5-DE07-47CC-B5D9-1472B1BA5AF8}" type="presParOf" srcId="{23ABDBDF-A29E-4809-B582-6FACDAD18B5D}" destId="{C16DA3AA-CB6A-4F8D-BD1B-B93B31B17D44}" srcOrd="0" destOrd="0" presId="urn:microsoft.com/office/officeart/2005/8/layout/vList3"/>
    <dgm:cxn modelId="{B4D6519C-ACA9-4789-A4CD-160AE24BFAF3}" type="presParOf" srcId="{23ABDBDF-A29E-4809-B582-6FACDAD18B5D}" destId="{1E05D72E-A763-4FAC-A10D-3485D0B3E198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E089380-B285-4091-A7EE-3B45A821CA4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4F7B500-C848-4DA7-B5ED-B3C97DC15049}">
      <dgm:prSet/>
      <dgm:spPr/>
      <dgm:t>
        <a:bodyPr/>
        <a:lstStyle/>
        <a:p>
          <a:r>
            <a:rPr lang="ru-RU" b="0" i="0" dirty="0" err="1"/>
            <a:t>заснування</a:t>
          </a:r>
          <a:r>
            <a:rPr lang="ru-RU" b="0" i="0" dirty="0"/>
            <a:t> </a:t>
          </a:r>
          <a:r>
            <a:rPr lang="ru-RU" b="0" i="0" dirty="0" err="1"/>
            <a:t>першої</a:t>
          </a:r>
          <a:r>
            <a:rPr lang="ru-RU" b="0" i="0" dirty="0"/>
            <a:t> </a:t>
          </a:r>
          <a:r>
            <a:rPr lang="ru-RU" b="0" i="0" dirty="0" err="1"/>
            <a:t>Запорозької</a:t>
          </a:r>
          <a:r>
            <a:rPr lang="ru-RU" b="0" i="0" dirty="0"/>
            <a:t> </a:t>
          </a:r>
          <a:r>
            <a:rPr lang="ru-RU" b="0" i="0" dirty="0" err="1"/>
            <a:t>Січі</a:t>
          </a:r>
          <a:r>
            <a:rPr lang="ru-RU" b="0" i="0" dirty="0"/>
            <a:t> на о. Мала </a:t>
          </a:r>
          <a:r>
            <a:rPr lang="ru-RU" b="0" i="0" dirty="0" err="1"/>
            <a:t>Хортиця</a:t>
          </a:r>
          <a:endParaRPr lang="uk-UA" dirty="0"/>
        </a:p>
      </dgm:t>
    </dgm:pt>
    <dgm:pt modelId="{901F9173-6DFA-43AE-A091-B31ED001FFC3}" type="parTrans" cxnId="{C09F91C5-2116-4E2B-8FAA-F4E92861353F}">
      <dgm:prSet/>
      <dgm:spPr/>
      <dgm:t>
        <a:bodyPr/>
        <a:lstStyle/>
        <a:p>
          <a:endParaRPr lang="uk-UA"/>
        </a:p>
      </dgm:t>
    </dgm:pt>
    <dgm:pt modelId="{0C56D0AB-DAD6-4C15-9783-B207F1B4ACD2}" type="sibTrans" cxnId="{C09F91C5-2116-4E2B-8FAA-F4E92861353F}">
      <dgm:prSet/>
      <dgm:spPr/>
      <dgm:t>
        <a:bodyPr/>
        <a:lstStyle/>
        <a:p>
          <a:endParaRPr lang="uk-UA"/>
        </a:p>
      </dgm:t>
    </dgm:pt>
    <dgm:pt modelId="{012D7FCD-3696-492C-A8BC-851C3538F9F2}">
      <dgm:prSet/>
      <dgm:spPr/>
      <dgm:t>
        <a:bodyPr/>
        <a:lstStyle/>
        <a:p>
          <a:r>
            <a:rPr lang="ru-RU" b="0" i="0"/>
            <a:t>похід козаків під проводом П. Сагайдачного на Московське царство</a:t>
          </a:r>
          <a:endParaRPr lang="uk-UA"/>
        </a:p>
      </dgm:t>
    </dgm:pt>
    <dgm:pt modelId="{E5C24EE6-0BB3-4E66-BB2F-CD42D8076FAD}" type="parTrans" cxnId="{87C583FA-9C11-4C2D-8395-5AC1B21000D6}">
      <dgm:prSet/>
      <dgm:spPr/>
      <dgm:t>
        <a:bodyPr/>
        <a:lstStyle/>
        <a:p>
          <a:endParaRPr lang="uk-UA"/>
        </a:p>
      </dgm:t>
    </dgm:pt>
    <dgm:pt modelId="{A27855ED-2A97-4021-9C89-99760CFD6FA5}" type="sibTrans" cxnId="{87C583FA-9C11-4C2D-8395-5AC1B21000D6}">
      <dgm:prSet/>
      <dgm:spPr/>
      <dgm:t>
        <a:bodyPr/>
        <a:lstStyle/>
        <a:p>
          <a:endParaRPr lang="uk-UA"/>
        </a:p>
      </dgm:t>
    </dgm:pt>
    <dgm:pt modelId="{0ABCD726-29D7-4C54-9D10-306B67DF5764}">
      <dgm:prSet/>
      <dgm:spPr/>
      <dgm:t>
        <a:bodyPr/>
        <a:lstStyle/>
        <a:p>
          <a:r>
            <a:rPr lang="ru-RU" b="0" i="0"/>
            <a:t>об’єднання Великого князівства Литовського та Королівства Польського</a:t>
          </a:r>
          <a:endParaRPr lang="uk-UA"/>
        </a:p>
      </dgm:t>
    </dgm:pt>
    <dgm:pt modelId="{DFDDDCCB-4CF1-41E4-BA50-B59A31E595F8}" type="parTrans" cxnId="{66B393F3-B077-4CC6-A7BD-50DED60D3484}">
      <dgm:prSet/>
      <dgm:spPr/>
      <dgm:t>
        <a:bodyPr/>
        <a:lstStyle/>
        <a:p>
          <a:endParaRPr lang="uk-UA"/>
        </a:p>
      </dgm:t>
    </dgm:pt>
    <dgm:pt modelId="{DB5AB8E4-B6E0-4607-AF96-EE4DAE0EAF15}" type="sibTrans" cxnId="{66B393F3-B077-4CC6-A7BD-50DED60D3484}">
      <dgm:prSet/>
      <dgm:spPr/>
      <dgm:t>
        <a:bodyPr/>
        <a:lstStyle/>
        <a:p>
          <a:endParaRPr lang="uk-UA"/>
        </a:p>
      </dgm:t>
    </dgm:pt>
    <dgm:pt modelId="{510EE9F4-3486-4ADD-BB3A-197ECD535C2B}">
      <dgm:prSet/>
      <dgm:spPr/>
      <dgm:t>
        <a:bodyPr/>
        <a:lstStyle/>
        <a:p>
          <a:r>
            <a:rPr lang="ru-RU" b="0" i="0" dirty="0" err="1"/>
            <a:t>укладення</a:t>
          </a:r>
          <a:r>
            <a:rPr lang="ru-RU" b="0" i="0" dirty="0"/>
            <a:t> </a:t>
          </a:r>
          <a:r>
            <a:rPr lang="ru-RU" b="0" i="0" dirty="0" err="1"/>
            <a:t>козацького</a:t>
          </a:r>
          <a:r>
            <a:rPr lang="ru-RU" b="0" i="0" dirty="0"/>
            <a:t> </a:t>
          </a:r>
          <a:r>
            <a:rPr lang="ru-RU" b="0" i="0" dirty="0" err="1"/>
            <a:t>реєстру</a:t>
          </a:r>
          <a:r>
            <a:rPr lang="ru-RU" b="0" i="0" dirty="0"/>
            <a:t> </a:t>
          </a:r>
          <a:r>
            <a:rPr lang="ru-RU" b="0" i="0" dirty="0" err="1"/>
            <a:t>польським</a:t>
          </a:r>
          <a:r>
            <a:rPr lang="ru-RU" b="0" i="0" dirty="0"/>
            <a:t> королем Стефаном </a:t>
          </a:r>
          <a:r>
            <a:rPr lang="ru-RU" b="0" i="0" dirty="0" err="1"/>
            <a:t>Баторієм</a:t>
          </a:r>
          <a:endParaRPr lang="uk-UA" dirty="0"/>
        </a:p>
      </dgm:t>
    </dgm:pt>
    <dgm:pt modelId="{D96C62CD-26CF-489E-AAB1-BE5DB2A7E0E7}" type="parTrans" cxnId="{FF0EEFEB-10E0-4ACC-97F4-7908A8AE8C7B}">
      <dgm:prSet/>
      <dgm:spPr/>
      <dgm:t>
        <a:bodyPr/>
        <a:lstStyle/>
        <a:p>
          <a:endParaRPr lang="uk-UA"/>
        </a:p>
      </dgm:t>
    </dgm:pt>
    <dgm:pt modelId="{477A12B1-2E71-4B2F-99AE-FD9F49F27B7D}" type="sibTrans" cxnId="{FF0EEFEB-10E0-4ACC-97F4-7908A8AE8C7B}">
      <dgm:prSet/>
      <dgm:spPr/>
      <dgm:t>
        <a:bodyPr/>
        <a:lstStyle/>
        <a:p>
          <a:endParaRPr lang="uk-UA"/>
        </a:p>
      </dgm:t>
    </dgm:pt>
    <dgm:pt modelId="{53D5A383-FA83-4911-B22B-114C576E5897}" type="pres">
      <dgm:prSet presAssocID="{EE089380-B285-4091-A7EE-3B45A821CA42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9B788E5E-EF04-419D-AE89-25D722989709}" type="pres">
      <dgm:prSet presAssocID="{F4F7B500-C848-4DA7-B5ED-B3C97DC15049}" presName="thickLine" presStyleLbl="alignNode1" presStyleIdx="0" presStyleCnt="4"/>
      <dgm:spPr/>
    </dgm:pt>
    <dgm:pt modelId="{1C4CE2BE-E456-4E8D-BD55-1C78D615D93B}" type="pres">
      <dgm:prSet presAssocID="{F4F7B500-C848-4DA7-B5ED-B3C97DC15049}" presName="horz1" presStyleCnt="0"/>
      <dgm:spPr/>
    </dgm:pt>
    <dgm:pt modelId="{2D842F3D-3592-4063-AC00-9DE7AD721FF7}" type="pres">
      <dgm:prSet presAssocID="{F4F7B500-C848-4DA7-B5ED-B3C97DC15049}" presName="tx1" presStyleLbl="revTx" presStyleIdx="0" presStyleCnt="4"/>
      <dgm:spPr/>
      <dgm:t>
        <a:bodyPr/>
        <a:lstStyle/>
        <a:p>
          <a:endParaRPr lang="ru-RU"/>
        </a:p>
      </dgm:t>
    </dgm:pt>
    <dgm:pt modelId="{6008B232-5BC0-4B03-8068-2B538882F22C}" type="pres">
      <dgm:prSet presAssocID="{F4F7B500-C848-4DA7-B5ED-B3C97DC15049}" presName="vert1" presStyleCnt="0"/>
      <dgm:spPr/>
    </dgm:pt>
    <dgm:pt modelId="{AD67D3B5-44B3-4F59-BB80-A093206401AD}" type="pres">
      <dgm:prSet presAssocID="{012D7FCD-3696-492C-A8BC-851C3538F9F2}" presName="thickLine" presStyleLbl="alignNode1" presStyleIdx="1" presStyleCnt="4"/>
      <dgm:spPr/>
    </dgm:pt>
    <dgm:pt modelId="{1A399E19-9A0D-4EC6-8338-9F7A39258E57}" type="pres">
      <dgm:prSet presAssocID="{012D7FCD-3696-492C-A8BC-851C3538F9F2}" presName="horz1" presStyleCnt="0"/>
      <dgm:spPr/>
    </dgm:pt>
    <dgm:pt modelId="{AF33DDC5-00DF-4A1C-B582-30874C70BE60}" type="pres">
      <dgm:prSet presAssocID="{012D7FCD-3696-492C-A8BC-851C3538F9F2}" presName="tx1" presStyleLbl="revTx" presStyleIdx="1" presStyleCnt="4"/>
      <dgm:spPr/>
      <dgm:t>
        <a:bodyPr/>
        <a:lstStyle/>
        <a:p>
          <a:endParaRPr lang="ru-RU"/>
        </a:p>
      </dgm:t>
    </dgm:pt>
    <dgm:pt modelId="{D45A02FE-F47F-4057-98A5-48F4AC5D0BF5}" type="pres">
      <dgm:prSet presAssocID="{012D7FCD-3696-492C-A8BC-851C3538F9F2}" presName="vert1" presStyleCnt="0"/>
      <dgm:spPr/>
    </dgm:pt>
    <dgm:pt modelId="{21BDDBD5-C126-4042-A9BF-34E23298A47C}" type="pres">
      <dgm:prSet presAssocID="{0ABCD726-29D7-4C54-9D10-306B67DF5764}" presName="thickLine" presStyleLbl="alignNode1" presStyleIdx="2" presStyleCnt="4"/>
      <dgm:spPr/>
    </dgm:pt>
    <dgm:pt modelId="{823959C0-CAC3-4304-A2B4-35BF379F0034}" type="pres">
      <dgm:prSet presAssocID="{0ABCD726-29D7-4C54-9D10-306B67DF5764}" presName="horz1" presStyleCnt="0"/>
      <dgm:spPr/>
    </dgm:pt>
    <dgm:pt modelId="{3D8A861E-1859-431B-BDFB-08859A730681}" type="pres">
      <dgm:prSet presAssocID="{0ABCD726-29D7-4C54-9D10-306B67DF5764}" presName="tx1" presStyleLbl="revTx" presStyleIdx="2" presStyleCnt="4"/>
      <dgm:spPr/>
      <dgm:t>
        <a:bodyPr/>
        <a:lstStyle/>
        <a:p>
          <a:endParaRPr lang="ru-RU"/>
        </a:p>
      </dgm:t>
    </dgm:pt>
    <dgm:pt modelId="{EB121154-EB9B-44A4-B30A-390B037D46E9}" type="pres">
      <dgm:prSet presAssocID="{0ABCD726-29D7-4C54-9D10-306B67DF5764}" presName="vert1" presStyleCnt="0"/>
      <dgm:spPr/>
    </dgm:pt>
    <dgm:pt modelId="{F9EA50F2-21AF-44CE-B6A7-E490C89BBE06}" type="pres">
      <dgm:prSet presAssocID="{510EE9F4-3486-4ADD-BB3A-197ECD535C2B}" presName="thickLine" presStyleLbl="alignNode1" presStyleIdx="3" presStyleCnt="4"/>
      <dgm:spPr/>
    </dgm:pt>
    <dgm:pt modelId="{B7878D11-B1A1-466C-AAA2-A11FFFFDFEB1}" type="pres">
      <dgm:prSet presAssocID="{510EE9F4-3486-4ADD-BB3A-197ECD535C2B}" presName="horz1" presStyleCnt="0"/>
      <dgm:spPr/>
    </dgm:pt>
    <dgm:pt modelId="{88AD36A0-39BB-4798-9D8B-6BD7E0A75852}" type="pres">
      <dgm:prSet presAssocID="{510EE9F4-3486-4ADD-BB3A-197ECD535C2B}" presName="tx1" presStyleLbl="revTx" presStyleIdx="3" presStyleCnt="4"/>
      <dgm:spPr/>
      <dgm:t>
        <a:bodyPr/>
        <a:lstStyle/>
        <a:p>
          <a:endParaRPr lang="ru-RU"/>
        </a:p>
      </dgm:t>
    </dgm:pt>
    <dgm:pt modelId="{9288F4E8-70E7-489F-9E9B-4219C253E06E}" type="pres">
      <dgm:prSet presAssocID="{510EE9F4-3486-4ADD-BB3A-197ECD535C2B}" presName="vert1" presStyleCnt="0"/>
      <dgm:spPr/>
    </dgm:pt>
  </dgm:ptLst>
  <dgm:cxnLst>
    <dgm:cxn modelId="{50D0CFE3-C534-4AA8-A06A-A8505627DF59}" type="presOf" srcId="{012D7FCD-3696-492C-A8BC-851C3538F9F2}" destId="{AF33DDC5-00DF-4A1C-B582-30874C70BE60}" srcOrd="0" destOrd="0" presId="urn:microsoft.com/office/officeart/2008/layout/LinedList"/>
    <dgm:cxn modelId="{FF0EEFEB-10E0-4ACC-97F4-7908A8AE8C7B}" srcId="{EE089380-B285-4091-A7EE-3B45A821CA42}" destId="{510EE9F4-3486-4ADD-BB3A-197ECD535C2B}" srcOrd="3" destOrd="0" parTransId="{D96C62CD-26CF-489E-AAB1-BE5DB2A7E0E7}" sibTransId="{477A12B1-2E71-4B2F-99AE-FD9F49F27B7D}"/>
    <dgm:cxn modelId="{9ECF6F1E-8531-4D28-8E9D-D9F81941DBCB}" type="presOf" srcId="{EE089380-B285-4091-A7EE-3B45A821CA42}" destId="{53D5A383-FA83-4911-B22B-114C576E5897}" srcOrd="0" destOrd="0" presId="urn:microsoft.com/office/officeart/2008/layout/LinedList"/>
    <dgm:cxn modelId="{9FDFF776-6642-4DE4-8114-7AAC48842DDC}" type="presOf" srcId="{0ABCD726-29D7-4C54-9D10-306B67DF5764}" destId="{3D8A861E-1859-431B-BDFB-08859A730681}" srcOrd="0" destOrd="0" presId="urn:microsoft.com/office/officeart/2008/layout/LinedList"/>
    <dgm:cxn modelId="{ABC587B4-BA3C-44EC-9947-D9279CF06093}" type="presOf" srcId="{F4F7B500-C848-4DA7-B5ED-B3C97DC15049}" destId="{2D842F3D-3592-4063-AC00-9DE7AD721FF7}" srcOrd="0" destOrd="0" presId="urn:microsoft.com/office/officeart/2008/layout/LinedList"/>
    <dgm:cxn modelId="{66B393F3-B077-4CC6-A7BD-50DED60D3484}" srcId="{EE089380-B285-4091-A7EE-3B45A821CA42}" destId="{0ABCD726-29D7-4C54-9D10-306B67DF5764}" srcOrd="2" destOrd="0" parTransId="{DFDDDCCB-4CF1-41E4-BA50-B59A31E595F8}" sibTransId="{DB5AB8E4-B6E0-4607-AF96-EE4DAE0EAF15}"/>
    <dgm:cxn modelId="{00FEC1FC-FDFE-4D7D-9864-2248E4AA4860}" type="presOf" srcId="{510EE9F4-3486-4ADD-BB3A-197ECD535C2B}" destId="{88AD36A0-39BB-4798-9D8B-6BD7E0A75852}" srcOrd="0" destOrd="0" presId="urn:microsoft.com/office/officeart/2008/layout/LinedList"/>
    <dgm:cxn modelId="{C09F91C5-2116-4E2B-8FAA-F4E92861353F}" srcId="{EE089380-B285-4091-A7EE-3B45A821CA42}" destId="{F4F7B500-C848-4DA7-B5ED-B3C97DC15049}" srcOrd="0" destOrd="0" parTransId="{901F9173-6DFA-43AE-A091-B31ED001FFC3}" sibTransId="{0C56D0AB-DAD6-4C15-9783-B207F1B4ACD2}"/>
    <dgm:cxn modelId="{87C583FA-9C11-4C2D-8395-5AC1B21000D6}" srcId="{EE089380-B285-4091-A7EE-3B45A821CA42}" destId="{012D7FCD-3696-492C-A8BC-851C3538F9F2}" srcOrd="1" destOrd="0" parTransId="{E5C24EE6-0BB3-4E66-BB2F-CD42D8076FAD}" sibTransId="{A27855ED-2A97-4021-9C89-99760CFD6FA5}"/>
    <dgm:cxn modelId="{C05C0AE0-8DE7-4578-8482-86845FCB3C0F}" type="presParOf" srcId="{53D5A383-FA83-4911-B22B-114C576E5897}" destId="{9B788E5E-EF04-419D-AE89-25D722989709}" srcOrd="0" destOrd="0" presId="urn:microsoft.com/office/officeart/2008/layout/LinedList"/>
    <dgm:cxn modelId="{88E3BD8C-365F-4D77-BAC5-C30AC2B7B68D}" type="presParOf" srcId="{53D5A383-FA83-4911-B22B-114C576E5897}" destId="{1C4CE2BE-E456-4E8D-BD55-1C78D615D93B}" srcOrd="1" destOrd="0" presId="urn:microsoft.com/office/officeart/2008/layout/LinedList"/>
    <dgm:cxn modelId="{851A0549-5E2D-4EA8-A7BB-F5A58E5C4D82}" type="presParOf" srcId="{1C4CE2BE-E456-4E8D-BD55-1C78D615D93B}" destId="{2D842F3D-3592-4063-AC00-9DE7AD721FF7}" srcOrd="0" destOrd="0" presId="urn:microsoft.com/office/officeart/2008/layout/LinedList"/>
    <dgm:cxn modelId="{AA98C086-3F33-40AF-BC23-080732ED31DD}" type="presParOf" srcId="{1C4CE2BE-E456-4E8D-BD55-1C78D615D93B}" destId="{6008B232-5BC0-4B03-8068-2B538882F22C}" srcOrd="1" destOrd="0" presId="urn:microsoft.com/office/officeart/2008/layout/LinedList"/>
    <dgm:cxn modelId="{CB69DC2D-CF85-41D6-9DF7-E7FE30423678}" type="presParOf" srcId="{53D5A383-FA83-4911-B22B-114C576E5897}" destId="{AD67D3B5-44B3-4F59-BB80-A093206401AD}" srcOrd="2" destOrd="0" presId="urn:microsoft.com/office/officeart/2008/layout/LinedList"/>
    <dgm:cxn modelId="{59685219-56AE-4CD1-B404-76C7DC762302}" type="presParOf" srcId="{53D5A383-FA83-4911-B22B-114C576E5897}" destId="{1A399E19-9A0D-4EC6-8338-9F7A39258E57}" srcOrd="3" destOrd="0" presId="urn:microsoft.com/office/officeart/2008/layout/LinedList"/>
    <dgm:cxn modelId="{E7627163-3F29-4A81-93D9-CBD6DE29814F}" type="presParOf" srcId="{1A399E19-9A0D-4EC6-8338-9F7A39258E57}" destId="{AF33DDC5-00DF-4A1C-B582-30874C70BE60}" srcOrd="0" destOrd="0" presId="urn:microsoft.com/office/officeart/2008/layout/LinedList"/>
    <dgm:cxn modelId="{17F5FB35-0F15-49F0-9842-6093B21173F8}" type="presParOf" srcId="{1A399E19-9A0D-4EC6-8338-9F7A39258E57}" destId="{D45A02FE-F47F-4057-98A5-48F4AC5D0BF5}" srcOrd="1" destOrd="0" presId="urn:microsoft.com/office/officeart/2008/layout/LinedList"/>
    <dgm:cxn modelId="{DFCD7A55-2051-4195-90E8-A6EE8762906A}" type="presParOf" srcId="{53D5A383-FA83-4911-B22B-114C576E5897}" destId="{21BDDBD5-C126-4042-A9BF-34E23298A47C}" srcOrd="4" destOrd="0" presId="urn:microsoft.com/office/officeart/2008/layout/LinedList"/>
    <dgm:cxn modelId="{72D54C86-10D1-4F88-BDFC-05F6BFCD2A3C}" type="presParOf" srcId="{53D5A383-FA83-4911-B22B-114C576E5897}" destId="{823959C0-CAC3-4304-A2B4-35BF379F0034}" srcOrd="5" destOrd="0" presId="urn:microsoft.com/office/officeart/2008/layout/LinedList"/>
    <dgm:cxn modelId="{F7C5A81D-1908-42AC-BA06-39DAB6F3904D}" type="presParOf" srcId="{823959C0-CAC3-4304-A2B4-35BF379F0034}" destId="{3D8A861E-1859-431B-BDFB-08859A730681}" srcOrd="0" destOrd="0" presId="urn:microsoft.com/office/officeart/2008/layout/LinedList"/>
    <dgm:cxn modelId="{196D138D-2752-452F-AEF3-37861A647698}" type="presParOf" srcId="{823959C0-CAC3-4304-A2B4-35BF379F0034}" destId="{EB121154-EB9B-44A4-B30A-390B037D46E9}" srcOrd="1" destOrd="0" presId="urn:microsoft.com/office/officeart/2008/layout/LinedList"/>
    <dgm:cxn modelId="{CB7D4F3B-167E-4AB6-955B-5728F92058AD}" type="presParOf" srcId="{53D5A383-FA83-4911-B22B-114C576E5897}" destId="{F9EA50F2-21AF-44CE-B6A7-E490C89BBE06}" srcOrd="6" destOrd="0" presId="urn:microsoft.com/office/officeart/2008/layout/LinedList"/>
    <dgm:cxn modelId="{469F0F8B-442D-4878-9F05-EC123E9F2DAB}" type="presParOf" srcId="{53D5A383-FA83-4911-B22B-114C576E5897}" destId="{B7878D11-B1A1-466C-AAA2-A11FFFFDFEB1}" srcOrd="7" destOrd="0" presId="urn:microsoft.com/office/officeart/2008/layout/LinedList"/>
    <dgm:cxn modelId="{D2DC511E-EA0B-4B49-ACD9-563B7DF257DB}" type="presParOf" srcId="{B7878D11-B1A1-466C-AAA2-A11FFFFDFEB1}" destId="{88AD36A0-39BB-4798-9D8B-6BD7E0A75852}" srcOrd="0" destOrd="0" presId="urn:microsoft.com/office/officeart/2008/layout/LinedList"/>
    <dgm:cxn modelId="{315824C5-C66E-4765-9E17-A04977BB3800}" type="presParOf" srcId="{B7878D11-B1A1-466C-AAA2-A11FFFFDFEB1}" destId="{9288F4E8-70E7-489F-9E9B-4219C253E06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B289DBA-9D70-4B2B-8B4C-8F69B4EE0551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909DE5D-4B4F-4D74-8D51-53D04FE9EC80}">
      <dgm:prSet/>
      <dgm:spPr/>
      <dgm:t>
        <a:bodyPr/>
        <a:lstStyle/>
        <a:p>
          <a:r>
            <a:rPr lang="ru-RU" b="0" i="0" dirty="0"/>
            <a:t>П. </a:t>
          </a:r>
          <a:r>
            <a:rPr lang="ru-RU" b="0" i="0" dirty="0" err="1"/>
            <a:t>Сагайдачний</a:t>
          </a:r>
          <a:r>
            <a:rPr lang="ru-RU" b="0" i="0" dirty="0"/>
            <a:t>.</a:t>
          </a:r>
          <a:endParaRPr lang="uk-UA" dirty="0"/>
        </a:p>
      </dgm:t>
    </dgm:pt>
    <dgm:pt modelId="{08598C04-81CB-45A2-B35B-CEA69B90B0F2}" type="parTrans" cxnId="{4EAD7407-F8EC-4201-B5BB-ED83F2BC0C50}">
      <dgm:prSet/>
      <dgm:spPr/>
      <dgm:t>
        <a:bodyPr/>
        <a:lstStyle/>
        <a:p>
          <a:endParaRPr lang="uk-UA"/>
        </a:p>
      </dgm:t>
    </dgm:pt>
    <dgm:pt modelId="{F36D396D-D45E-4097-8DA6-1CCCD617F57A}" type="sibTrans" cxnId="{4EAD7407-F8EC-4201-B5BB-ED83F2BC0C50}">
      <dgm:prSet/>
      <dgm:spPr/>
      <dgm:t>
        <a:bodyPr/>
        <a:lstStyle/>
        <a:p>
          <a:endParaRPr lang="uk-UA"/>
        </a:p>
      </dgm:t>
    </dgm:pt>
    <dgm:pt modelId="{7340C580-ABE8-4039-8033-13FAB112686A}">
      <dgm:prSet/>
      <dgm:spPr/>
      <dgm:t>
        <a:bodyPr/>
        <a:lstStyle/>
        <a:p>
          <a:r>
            <a:rPr lang="ru-RU" b="0" i="0"/>
            <a:t>І. Виговський.</a:t>
          </a:r>
          <a:endParaRPr lang="uk-UA"/>
        </a:p>
      </dgm:t>
    </dgm:pt>
    <dgm:pt modelId="{A7C7B5D9-2623-4E8F-A4D3-D3E881C2F668}" type="parTrans" cxnId="{0104EE2A-F035-4389-839B-1FA6DCE714C4}">
      <dgm:prSet/>
      <dgm:spPr/>
      <dgm:t>
        <a:bodyPr/>
        <a:lstStyle/>
        <a:p>
          <a:endParaRPr lang="uk-UA"/>
        </a:p>
      </dgm:t>
    </dgm:pt>
    <dgm:pt modelId="{294D7F03-B203-44FB-804E-2CF29F684732}" type="sibTrans" cxnId="{0104EE2A-F035-4389-839B-1FA6DCE714C4}">
      <dgm:prSet/>
      <dgm:spPr/>
      <dgm:t>
        <a:bodyPr/>
        <a:lstStyle/>
        <a:p>
          <a:endParaRPr lang="uk-UA"/>
        </a:p>
      </dgm:t>
    </dgm:pt>
    <dgm:pt modelId="{BAC4FCD4-BCAF-48A3-A4BC-3DE8E27C9260}">
      <dgm:prSet/>
      <dgm:spPr/>
      <dgm:t>
        <a:bodyPr/>
        <a:lstStyle/>
        <a:p>
          <a:r>
            <a:rPr lang="ru-RU" b="0" i="0"/>
            <a:t>І. Самойлович.</a:t>
          </a:r>
          <a:endParaRPr lang="uk-UA"/>
        </a:p>
      </dgm:t>
    </dgm:pt>
    <dgm:pt modelId="{AD04DCFF-D7B6-4194-A17E-FAB87265738D}" type="parTrans" cxnId="{12247439-5F15-4048-8786-7A38B37193F9}">
      <dgm:prSet/>
      <dgm:spPr/>
      <dgm:t>
        <a:bodyPr/>
        <a:lstStyle/>
        <a:p>
          <a:endParaRPr lang="uk-UA"/>
        </a:p>
      </dgm:t>
    </dgm:pt>
    <dgm:pt modelId="{0BEBE382-77DB-4224-9B67-8CCA5D83DF44}" type="sibTrans" cxnId="{12247439-5F15-4048-8786-7A38B37193F9}">
      <dgm:prSet/>
      <dgm:spPr/>
      <dgm:t>
        <a:bodyPr/>
        <a:lstStyle/>
        <a:p>
          <a:endParaRPr lang="uk-UA"/>
        </a:p>
      </dgm:t>
    </dgm:pt>
    <dgm:pt modelId="{B870CBB1-4F49-4539-8B20-B7D5953DFB6C}">
      <dgm:prSet/>
      <dgm:spPr/>
      <dgm:t>
        <a:bodyPr/>
        <a:lstStyle/>
        <a:p>
          <a:r>
            <a:rPr lang="ru-RU" b="0" i="0" dirty="0"/>
            <a:t>І. Мазепа.</a:t>
          </a:r>
          <a:endParaRPr lang="uk-UA" dirty="0"/>
        </a:p>
      </dgm:t>
    </dgm:pt>
    <dgm:pt modelId="{B8DA666F-380C-493A-82CA-AEE0FF46090D}" type="parTrans" cxnId="{01C0C89E-E8BC-4689-810C-86F17B08E6B8}">
      <dgm:prSet/>
      <dgm:spPr/>
      <dgm:t>
        <a:bodyPr/>
        <a:lstStyle/>
        <a:p>
          <a:endParaRPr lang="uk-UA"/>
        </a:p>
      </dgm:t>
    </dgm:pt>
    <dgm:pt modelId="{0AF6DE1E-9449-4D35-9D99-8625B503A861}" type="sibTrans" cxnId="{01C0C89E-E8BC-4689-810C-86F17B08E6B8}">
      <dgm:prSet/>
      <dgm:spPr/>
      <dgm:t>
        <a:bodyPr/>
        <a:lstStyle/>
        <a:p>
          <a:endParaRPr lang="uk-UA"/>
        </a:p>
      </dgm:t>
    </dgm:pt>
    <dgm:pt modelId="{FFC0B8D8-2EAA-435A-979C-E905547A7EC7}" type="pres">
      <dgm:prSet presAssocID="{AB289DBA-9D70-4B2B-8B4C-8F69B4EE0551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9834E4B-D84C-45F9-8DC9-F80E1E5E6BBD}" type="pres">
      <dgm:prSet presAssocID="{F909DE5D-4B4F-4D74-8D51-53D04FE9EC80}" presName="composite" presStyleCnt="0"/>
      <dgm:spPr/>
    </dgm:pt>
    <dgm:pt modelId="{69215548-7D2E-441C-AA33-0B312D140F4A}" type="pres">
      <dgm:prSet presAssocID="{F909DE5D-4B4F-4D74-8D51-53D04FE9EC80}" presName="imgShp" presStyleLbl="fgImgPlace1" presStyleIdx="0" presStyleCnt="4"/>
      <dgm:spPr/>
    </dgm:pt>
    <dgm:pt modelId="{57522F31-89E1-4108-A294-D7F6CB8B451B}" type="pres">
      <dgm:prSet presAssocID="{F909DE5D-4B4F-4D74-8D51-53D04FE9EC80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4DF6A68-CFD0-499B-B4F0-A7CC20069150}" type="pres">
      <dgm:prSet presAssocID="{F36D396D-D45E-4097-8DA6-1CCCD617F57A}" presName="spacing" presStyleCnt="0"/>
      <dgm:spPr/>
    </dgm:pt>
    <dgm:pt modelId="{9B110B95-3DBE-4AB7-920E-89F32262B267}" type="pres">
      <dgm:prSet presAssocID="{7340C580-ABE8-4039-8033-13FAB112686A}" presName="composite" presStyleCnt="0"/>
      <dgm:spPr/>
    </dgm:pt>
    <dgm:pt modelId="{86F079DB-CA17-4E84-B977-8C5467015A55}" type="pres">
      <dgm:prSet presAssocID="{7340C580-ABE8-4039-8033-13FAB112686A}" presName="imgShp" presStyleLbl="fgImgPlace1" presStyleIdx="1" presStyleCnt="4"/>
      <dgm:spPr/>
    </dgm:pt>
    <dgm:pt modelId="{D81D5465-7158-4620-9242-184B851DF732}" type="pres">
      <dgm:prSet presAssocID="{7340C580-ABE8-4039-8033-13FAB112686A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0341B38-7C0D-4430-A481-5DA3D058103D}" type="pres">
      <dgm:prSet presAssocID="{294D7F03-B203-44FB-804E-2CF29F684732}" presName="spacing" presStyleCnt="0"/>
      <dgm:spPr/>
    </dgm:pt>
    <dgm:pt modelId="{0230AAC2-3533-43D6-919A-BD341E277F39}" type="pres">
      <dgm:prSet presAssocID="{BAC4FCD4-BCAF-48A3-A4BC-3DE8E27C9260}" presName="composite" presStyleCnt="0"/>
      <dgm:spPr/>
    </dgm:pt>
    <dgm:pt modelId="{01B59831-DCC0-4E6F-BC72-C7D77AA3E3CC}" type="pres">
      <dgm:prSet presAssocID="{BAC4FCD4-BCAF-48A3-A4BC-3DE8E27C9260}" presName="imgShp" presStyleLbl="fgImgPlace1" presStyleIdx="2" presStyleCnt="4"/>
      <dgm:spPr/>
    </dgm:pt>
    <dgm:pt modelId="{CEBEFB80-EF08-42FF-8509-6A6CAFBCE73F}" type="pres">
      <dgm:prSet presAssocID="{BAC4FCD4-BCAF-48A3-A4BC-3DE8E27C9260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6335D4B-0793-4EE3-ABF4-A5EB1F41E9BB}" type="pres">
      <dgm:prSet presAssocID="{0BEBE382-77DB-4224-9B67-8CCA5D83DF44}" presName="spacing" presStyleCnt="0"/>
      <dgm:spPr/>
    </dgm:pt>
    <dgm:pt modelId="{6FD4D9A5-785B-4051-A0F0-C84DD4320766}" type="pres">
      <dgm:prSet presAssocID="{B870CBB1-4F49-4539-8B20-B7D5953DFB6C}" presName="composite" presStyleCnt="0"/>
      <dgm:spPr/>
    </dgm:pt>
    <dgm:pt modelId="{CC63D33F-B56C-44A0-A906-471AF1132A8C}" type="pres">
      <dgm:prSet presAssocID="{B870CBB1-4F49-4539-8B20-B7D5953DFB6C}" presName="imgShp" presStyleLbl="fgImgPlace1" presStyleIdx="3" presStyleCnt="4"/>
      <dgm:spPr/>
    </dgm:pt>
    <dgm:pt modelId="{458AA55B-CB79-4B46-8506-0B0FDA3CE1B2}" type="pres">
      <dgm:prSet presAssocID="{B870CBB1-4F49-4539-8B20-B7D5953DFB6C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1C0C89E-E8BC-4689-810C-86F17B08E6B8}" srcId="{AB289DBA-9D70-4B2B-8B4C-8F69B4EE0551}" destId="{B870CBB1-4F49-4539-8B20-B7D5953DFB6C}" srcOrd="3" destOrd="0" parTransId="{B8DA666F-380C-493A-82CA-AEE0FF46090D}" sibTransId="{0AF6DE1E-9449-4D35-9D99-8625B503A861}"/>
    <dgm:cxn modelId="{6F6AF764-A682-4665-A27D-EB157402D417}" type="presOf" srcId="{BAC4FCD4-BCAF-48A3-A4BC-3DE8E27C9260}" destId="{CEBEFB80-EF08-42FF-8509-6A6CAFBCE73F}" srcOrd="0" destOrd="0" presId="urn:microsoft.com/office/officeart/2005/8/layout/vList3"/>
    <dgm:cxn modelId="{7C39FA6A-1EC6-49E6-8F26-80121ECA6052}" type="presOf" srcId="{7340C580-ABE8-4039-8033-13FAB112686A}" destId="{D81D5465-7158-4620-9242-184B851DF732}" srcOrd="0" destOrd="0" presId="urn:microsoft.com/office/officeart/2005/8/layout/vList3"/>
    <dgm:cxn modelId="{0104EE2A-F035-4389-839B-1FA6DCE714C4}" srcId="{AB289DBA-9D70-4B2B-8B4C-8F69B4EE0551}" destId="{7340C580-ABE8-4039-8033-13FAB112686A}" srcOrd="1" destOrd="0" parTransId="{A7C7B5D9-2623-4E8F-A4D3-D3E881C2F668}" sibTransId="{294D7F03-B203-44FB-804E-2CF29F684732}"/>
    <dgm:cxn modelId="{4EAD7407-F8EC-4201-B5BB-ED83F2BC0C50}" srcId="{AB289DBA-9D70-4B2B-8B4C-8F69B4EE0551}" destId="{F909DE5D-4B4F-4D74-8D51-53D04FE9EC80}" srcOrd="0" destOrd="0" parTransId="{08598C04-81CB-45A2-B35B-CEA69B90B0F2}" sibTransId="{F36D396D-D45E-4097-8DA6-1CCCD617F57A}"/>
    <dgm:cxn modelId="{10F24688-39AF-40F7-AD55-F98E95F597C9}" type="presOf" srcId="{F909DE5D-4B4F-4D74-8D51-53D04FE9EC80}" destId="{57522F31-89E1-4108-A294-D7F6CB8B451B}" srcOrd="0" destOrd="0" presId="urn:microsoft.com/office/officeart/2005/8/layout/vList3"/>
    <dgm:cxn modelId="{C4248A5E-ACB2-4BF6-9E87-042755CB8D6A}" type="presOf" srcId="{B870CBB1-4F49-4539-8B20-B7D5953DFB6C}" destId="{458AA55B-CB79-4B46-8506-0B0FDA3CE1B2}" srcOrd="0" destOrd="0" presId="urn:microsoft.com/office/officeart/2005/8/layout/vList3"/>
    <dgm:cxn modelId="{3D1EC920-59C8-45E2-9EF3-8D52662A4CD2}" type="presOf" srcId="{AB289DBA-9D70-4B2B-8B4C-8F69B4EE0551}" destId="{FFC0B8D8-2EAA-435A-979C-E905547A7EC7}" srcOrd="0" destOrd="0" presId="urn:microsoft.com/office/officeart/2005/8/layout/vList3"/>
    <dgm:cxn modelId="{12247439-5F15-4048-8786-7A38B37193F9}" srcId="{AB289DBA-9D70-4B2B-8B4C-8F69B4EE0551}" destId="{BAC4FCD4-BCAF-48A3-A4BC-3DE8E27C9260}" srcOrd="2" destOrd="0" parTransId="{AD04DCFF-D7B6-4194-A17E-FAB87265738D}" sibTransId="{0BEBE382-77DB-4224-9B67-8CCA5D83DF44}"/>
    <dgm:cxn modelId="{2D8382EA-D8D0-4215-A552-DA28D7546BF7}" type="presParOf" srcId="{FFC0B8D8-2EAA-435A-979C-E905547A7EC7}" destId="{49834E4B-D84C-45F9-8DC9-F80E1E5E6BBD}" srcOrd="0" destOrd="0" presId="urn:microsoft.com/office/officeart/2005/8/layout/vList3"/>
    <dgm:cxn modelId="{9B0C1759-2A1A-45AC-BE0C-F21141E4AB42}" type="presParOf" srcId="{49834E4B-D84C-45F9-8DC9-F80E1E5E6BBD}" destId="{69215548-7D2E-441C-AA33-0B312D140F4A}" srcOrd="0" destOrd="0" presId="urn:microsoft.com/office/officeart/2005/8/layout/vList3"/>
    <dgm:cxn modelId="{9CE31BB0-B6BD-4813-9504-507B21622A4F}" type="presParOf" srcId="{49834E4B-D84C-45F9-8DC9-F80E1E5E6BBD}" destId="{57522F31-89E1-4108-A294-D7F6CB8B451B}" srcOrd="1" destOrd="0" presId="urn:microsoft.com/office/officeart/2005/8/layout/vList3"/>
    <dgm:cxn modelId="{265B989D-8F6B-47FF-A116-98ADFFEC6430}" type="presParOf" srcId="{FFC0B8D8-2EAA-435A-979C-E905547A7EC7}" destId="{D4DF6A68-CFD0-499B-B4F0-A7CC20069150}" srcOrd="1" destOrd="0" presId="urn:microsoft.com/office/officeart/2005/8/layout/vList3"/>
    <dgm:cxn modelId="{03C017BF-D65B-4D60-8B27-A5FCA84688CA}" type="presParOf" srcId="{FFC0B8D8-2EAA-435A-979C-E905547A7EC7}" destId="{9B110B95-3DBE-4AB7-920E-89F32262B267}" srcOrd="2" destOrd="0" presId="urn:microsoft.com/office/officeart/2005/8/layout/vList3"/>
    <dgm:cxn modelId="{CE4CB956-01AC-48DA-A2D1-7549A0ED372E}" type="presParOf" srcId="{9B110B95-3DBE-4AB7-920E-89F32262B267}" destId="{86F079DB-CA17-4E84-B977-8C5467015A55}" srcOrd="0" destOrd="0" presId="urn:microsoft.com/office/officeart/2005/8/layout/vList3"/>
    <dgm:cxn modelId="{0A99A565-8446-49E2-AA5D-C823F365EA19}" type="presParOf" srcId="{9B110B95-3DBE-4AB7-920E-89F32262B267}" destId="{D81D5465-7158-4620-9242-184B851DF732}" srcOrd="1" destOrd="0" presId="urn:microsoft.com/office/officeart/2005/8/layout/vList3"/>
    <dgm:cxn modelId="{A37B7992-B19C-4394-9780-F4E157DBBF6D}" type="presParOf" srcId="{FFC0B8D8-2EAA-435A-979C-E905547A7EC7}" destId="{30341B38-7C0D-4430-A481-5DA3D058103D}" srcOrd="3" destOrd="0" presId="urn:microsoft.com/office/officeart/2005/8/layout/vList3"/>
    <dgm:cxn modelId="{148D5CC8-9E5D-40A8-8A66-E4B743C5A00D}" type="presParOf" srcId="{FFC0B8D8-2EAA-435A-979C-E905547A7EC7}" destId="{0230AAC2-3533-43D6-919A-BD341E277F39}" srcOrd="4" destOrd="0" presId="urn:microsoft.com/office/officeart/2005/8/layout/vList3"/>
    <dgm:cxn modelId="{7CAB3B23-DD67-4183-A91C-6F2EC01FB350}" type="presParOf" srcId="{0230AAC2-3533-43D6-919A-BD341E277F39}" destId="{01B59831-DCC0-4E6F-BC72-C7D77AA3E3CC}" srcOrd="0" destOrd="0" presId="urn:microsoft.com/office/officeart/2005/8/layout/vList3"/>
    <dgm:cxn modelId="{2253A5FD-7C8E-45DF-BD8C-6837C806E176}" type="presParOf" srcId="{0230AAC2-3533-43D6-919A-BD341E277F39}" destId="{CEBEFB80-EF08-42FF-8509-6A6CAFBCE73F}" srcOrd="1" destOrd="0" presId="urn:microsoft.com/office/officeart/2005/8/layout/vList3"/>
    <dgm:cxn modelId="{EA522E00-6528-49B6-9F09-F50D95074044}" type="presParOf" srcId="{FFC0B8D8-2EAA-435A-979C-E905547A7EC7}" destId="{56335D4B-0793-4EE3-ABF4-A5EB1F41E9BB}" srcOrd="5" destOrd="0" presId="urn:microsoft.com/office/officeart/2005/8/layout/vList3"/>
    <dgm:cxn modelId="{62E53C5E-7800-422E-B369-7A6784E7C5C4}" type="presParOf" srcId="{FFC0B8D8-2EAA-435A-979C-E905547A7EC7}" destId="{6FD4D9A5-785B-4051-A0F0-C84DD4320766}" srcOrd="6" destOrd="0" presId="urn:microsoft.com/office/officeart/2005/8/layout/vList3"/>
    <dgm:cxn modelId="{422A2745-F679-45A7-AD59-31988E1B880A}" type="presParOf" srcId="{6FD4D9A5-785B-4051-A0F0-C84DD4320766}" destId="{CC63D33F-B56C-44A0-A906-471AF1132A8C}" srcOrd="0" destOrd="0" presId="urn:microsoft.com/office/officeart/2005/8/layout/vList3"/>
    <dgm:cxn modelId="{BDBC6DB6-2B75-434A-8298-E5C17124271E}" type="presParOf" srcId="{6FD4D9A5-785B-4051-A0F0-C84DD4320766}" destId="{458AA55B-CB79-4B46-8506-0B0FDA3CE1B2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EE55256-260B-4E80-978C-3585164E116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7270396-213C-49F2-8076-EBA220E10E3C}">
      <dgm:prSet/>
      <dgm:spPr/>
      <dgm:t>
        <a:bodyPr/>
        <a:lstStyle/>
        <a:p>
          <a:r>
            <a:rPr lang="uk-UA" b="0" i="0"/>
            <a:t>зимівники</a:t>
          </a:r>
          <a:endParaRPr lang="uk-UA"/>
        </a:p>
      </dgm:t>
    </dgm:pt>
    <dgm:pt modelId="{C8F1EC53-728D-4A4D-87C9-B043590A6922}" type="parTrans" cxnId="{AD3BBC64-8A82-477A-9313-8AAFF94C7C0A}">
      <dgm:prSet/>
      <dgm:spPr/>
      <dgm:t>
        <a:bodyPr/>
        <a:lstStyle/>
        <a:p>
          <a:endParaRPr lang="uk-UA"/>
        </a:p>
      </dgm:t>
    </dgm:pt>
    <dgm:pt modelId="{BA3D136C-31BB-47F1-92C3-778AB692C990}" type="sibTrans" cxnId="{AD3BBC64-8A82-477A-9313-8AAFF94C7C0A}">
      <dgm:prSet/>
      <dgm:spPr/>
      <dgm:t>
        <a:bodyPr/>
        <a:lstStyle/>
        <a:p>
          <a:endParaRPr lang="uk-UA"/>
        </a:p>
      </dgm:t>
    </dgm:pt>
    <dgm:pt modelId="{B9C32B90-409B-4C72-8C87-C27481D473C6}">
      <dgm:prSet/>
      <dgm:spPr/>
      <dgm:t>
        <a:bodyPr/>
        <a:lstStyle/>
        <a:p>
          <a:r>
            <a:rPr lang="uk-UA" b="0" i="0"/>
            <a:t>паланки</a:t>
          </a:r>
          <a:endParaRPr lang="uk-UA"/>
        </a:p>
      </dgm:t>
    </dgm:pt>
    <dgm:pt modelId="{FD4B5E40-114F-472C-BC77-AD23FC191633}" type="parTrans" cxnId="{B046DD8E-890B-4945-9A9F-A31CC775F8C3}">
      <dgm:prSet/>
      <dgm:spPr/>
      <dgm:t>
        <a:bodyPr/>
        <a:lstStyle/>
        <a:p>
          <a:endParaRPr lang="uk-UA"/>
        </a:p>
      </dgm:t>
    </dgm:pt>
    <dgm:pt modelId="{EC27A9D2-9837-4DC3-9326-D4F195C3171F}" type="sibTrans" cxnId="{B046DD8E-890B-4945-9A9F-A31CC775F8C3}">
      <dgm:prSet/>
      <dgm:spPr/>
      <dgm:t>
        <a:bodyPr/>
        <a:lstStyle/>
        <a:p>
          <a:endParaRPr lang="uk-UA"/>
        </a:p>
      </dgm:t>
    </dgm:pt>
    <dgm:pt modelId="{53EB16FD-D6DC-429B-90F5-A62D76AF1024}">
      <dgm:prSet/>
      <dgm:spPr/>
      <dgm:t>
        <a:bodyPr/>
        <a:lstStyle/>
        <a:p>
          <a:r>
            <a:rPr lang="uk-UA" b="0" i="0"/>
            <a:t>повіти</a:t>
          </a:r>
          <a:endParaRPr lang="uk-UA"/>
        </a:p>
      </dgm:t>
    </dgm:pt>
    <dgm:pt modelId="{8FE93BEB-6AD0-470E-B465-EAF41548DA73}" type="parTrans" cxnId="{7D7F6784-2D50-4BF9-B6EC-2EFE5C5F0F91}">
      <dgm:prSet/>
      <dgm:spPr/>
      <dgm:t>
        <a:bodyPr/>
        <a:lstStyle/>
        <a:p>
          <a:endParaRPr lang="uk-UA"/>
        </a:p>
      </dgm:t>
    </dgm:pt>
    <dgm:pt modelId="{0071E028-09EE-4C3A-8B55-81E5B1B397AB}" type="sibTrans" cxnId="{7D7F6784-2D50-4BF9-B6EC-2EFE5C5F0F91}">
      <dgm:prSet/>
      <dgm:spPr/>
      <dgm:t>
        <a:bodyPr/>
        <a:lstStyle/>
        <a:p>
          <a:endParaRPr lang="uk-UA"/>
        </a:p>
      </dgm:t>
    </dgm:pt>
    <dgm:pt modelId="{647B397F-0E12-4A30-9D6C-20270284F233}">
      <dgm:prSet/>
      <dgm:spPr/>
      <dgm:t>
        <a:bodyPr/>
        <a:lstStyle/>
        <a:p>
          <a:r>
            <a:rPr lang="uk-UA" b="0" i="0"/>
            <a:t>курені</a:t>
          </a:r>
          <a:endParaRPr lang="uk-UA"/>
        </a:p>
      </dgm:t>
    </dgm:pt>
    <dgm:pt modelId="{44124FF6-DB73-45C2-A435-54734854A29D}" type="parTrans" cxnId="{67845F1F-E2C6-47A9-B315-34146B7AC736}">
      <dgm:prSet/>
      <dgm:spPr/>
      <dgm:t>
        <a:bodyPr/>
        <a:lstStyle/>
        <a:p>
          <a:endParaRPr lang="uk-UA"/>
        </a:p>
      </dgm:t>
    </dgm:pt>
    <dgm:pt modelId="{92BF3BB8-2F8E-4B79-8730-7F604A451932}" type="sibTrans" cxnId="{67845F1F-E2C6-47A9-B315-34146B7AC736}">
      <dgm:prSet/>
      <dgm:spPr/>
      <dgm:t>
        <a:bodyPr/>
        <a:lstStyle/>
        <a:p>
          <a:endParaRPr lang="uk-UA"/>
        </a:p>
      </dgm:t>
    </dgm:pt>
    <dgm:pt modelId="{C2B9F084-225C-4BFE-915D-338FCE3F44B5}" type="pres">
      <dgm:prSet presAssocID="{3EE55256-260B-4E80-978C-3585164E1162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7548B93-A62D-4451-943E-66B5BEC9A5A0}" type="pres">
      <dgm:prSet presAssocID="{87270396-213C-49F2-8076-EBA220E10E3C}" presName="composite" presStyleCnt="0"/>
      <dgm:spPr/>
    </dgm:pt>
    <dgm:pt modelId="{3AF06BF8-C341-4C45-A960-6519AEC3D40D}" type="pres">
      <dgm:prSet presAssocID="{87270396-213C-49F2-8076-EBA220E10E3C}" presName="imgShp" presStyleLbl="fgImgPlace1" presStyleIdx="0" presStyleCnt="4"/>
      <dgm:spPr/>
    </dgm:pt>
    <dgm:pt modelId="{166D12B2-A910-4D98-B5A3-759B505CDEA5}" type="pres">
      <dgm:prSet presAssocID="{87270396-213C-49F2-8076-EBA220E10E3C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AACAC56-447A-426E-9E57-448289CC7434}" type="pres">
      <dgm:prSet presAssocID="{BA3D136C-31BB-47F1-92C3-778AB692C990}" presName="spacing" presStyleCnt="0"/>
      <dgm:spPr/>
    </dgm:pt>
    <dgm:pt modelId="{514577AD-8AA9-4C8D-B219-7FF6C721AE4E}" type="pres">
      <dgm:prSet presAssocID="{B9C32B90-409B-4C72-8C87-C27481D473C6}" presName="composite" presStyleCnt="0"/>
      <dgm:spPr/>
    </dgm:pt>
    <dgm:pt modelId="{71CF46D9-DAD2-4CB7-831C-84AD47E9909B}" type="pres">
      <dgm:prSet presAssocID="{B9C32B90-409B-4C72-8C87-C27481D473C6}" presName="imgShp" presStyleLbl="fgImgPlace1" presStyleIdx="1" presStyleCnt="4"/>
      <dgm:spPr/>
    </dgm:pt>
    <dgm:pt modelId="{B8ED11C3-AFE7-4000-822E-9679842FDEED}" type="pres">
      <dgm:prSet presAssocID="{B9C32B90-409B-4C72-8C87-C27481D473C6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048A591-2E07-4FEF-A6FA-0C6ADC70A2DA}" type="pres">
      <dgm:prSet presAssocID="{EC27A9D2-9837-4DC3-9326-D4F195C3171F}" presName="spacing" presStyleCnt="0"/>
      <dgm:spPr/>
    </dgm:pt>
    <dgm:pt modelId="{2685ECEF-DF0F-4044-A080-3C50D4CED818}" type="pres">
      <dgm:prSet presAssocID="{53EB16FD-D6DC-429B-90F5-A62D76AF1024}" presName="composite" presStyleCnt="0"/>
      <dgm:spPr/>
    </dgm:pt>
    <dgm:pt modelId="{10360CC9-B4A9-49FF-88F6-83C70B6CD881}" type="pres">
      <dgm:prSet presAssocID="{53EB16FD-D6DC-429B-90F5-A62D76AF1024}" presName="imgShp" presStyleLbl="fgImgPlace1" presStyleIdx="2" presStyleCnt="4"/>
      <dgm:spPr/>
    </dgm:pt>
    <dgm:pt modelId="{0016D535-EF81-43F8-9A35-233EB3C7D3E6}" type="pres">
      <dgm:prSet presAssocID="{53EB16FD-D6DC-429B-90F5-A62D76AF1024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4AC4157-E2D6-484A-BDD0-252D10D8B190}" type="pres">
      <dgm:prSet presAssocID="{0071E028-09EE-4C3A-8B55-81E5B1B397AB}" presName="spacing" presStyleCnt="0"/>
      <dgm:spPr/>
    </dgm:pt>
    <dgm:pt modelId="{5F7E29D3-3A05-441F-A5DC-6F21744B1611}" type="pres">
      <dgm:prSet presAssocID="{647B397F-0E12-4A30-9D6C-20270284F233}" presName="composite" presStyleCnt="0"/>
      <dgm:spPr/>
    </dgm:pt>
    <dgm:pt modelId="{F1B80153-737A-4B72-9D13-B23A097542A5}" type="pres">
      <dgm:prSet presAssocID="{647B397F-0E12-4A30-9D6C-20270284F233}" presName="imgShp" presStyleLbl="fgImgPlace1" presStyleIdx="3" presStyleCnt="4"/>
      <dgm:spPr/>
    </dgm:pt>
    <dgm:pt modelId="{7E82F1D0-124E-4ECB-BEC7-95FFEB1C3172}" type="pres">
      <dgm:prSet presAssocID="{647B397F-0E12-4A30-9D6C-20270284F233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046DD8E-890B-4945-9A9F-A31CC775F8C3}" srcId="{3EE55256-260B-4E80-978C-3585164E1162}" destId="{B9C32B90-409B-4C72-8C87-C27481D473C6}" srcOrd="1" destOrd="0" parTransId="{FD4B5E40-114F-472C-BC77-AD23FC191633}" sibTransId="{EC27A9D2-9837-4DC3-9326-D4F195C3171F}"/>
    <dgm:cxn modelId="{E2104079-1290-4B2D-8ECC-CA72A7CECBA6}" type="presOf" srcId="{647B397F-0E12-4A30-9D6C-20270284F233}" destId="{7E82F1D0-124E-4ECB-BEC7-95FFEB1C3172}" srcOrd="0" destOrd="0" presId="urn:microsoft.com/office/officeart/2005/8/layout/vList3"/>
    <dgm:cxn modelId="{A70ADBE4-5434-460B-9089-B2AC2CE77E6D}" type="presOf" srcId="{53EB16FD-D6DC-429B-90F5-A62D76AF1024}" destId="{0016D535-EF81-43F8-9A35-233EB3C7D3E6}" srcOrd="0" destOrd="0" presId="urn:microsoft.com/office/officeart/2005/8/layout/vList3"/>
    <dgm:cxn modelId="{7D0EF710-43D9-4CEF-932F-F34B2B029951}" type="presOf" srcId="{87270396-213C-49F2-8076-EBA220E10E3C}" destId="{166D12B2-A910-4D98-B5A3-759B505CDEA5}" srcOrd="0" destOrd="0" presId="urn:microsoft.com/office/officeart/2005/8/layout/vList3"/>
    <dgm:cxn modelId="{67845F1F-E2C6-47A9-B315-34146B7AC736}" srcId="{3EE55256-260B-4E80-978C-3585164E1162}" destId="{647B397F-0E12-4A30-9D6C-20270284F233}" srcOrd="3" destOrd="0" parTransId="{44124FF6-DB73-45C2-A435-54734854A29D}" sibTransId="{92BF3BB8-2F8E-4B79-8730-7F604A451932}"/>
    <dgm:cxn modelId="{120824D1-D679-4D30-9572-3470125C3628}" type="presOf" srcId="{B9C32B90-409B-4C72-8C87-C27481D473C6}" destId="{B8ED11C3-AFE7-4000-822E-9679842FDEED}" srcOrd="0" destOrd="0" presId="urn:microsoft.com/office/officeart/2005/8/layout/vList3"/>
    <dgm:cxn modelId="{AD3BBC64-8A82-477A-9313-8AAFF94C7C0A}" srcId="{3EE55256-260B-4E80-978C-3585164E1162}" destId="{87270396-213C-49F2-8076-EBA220E10E3C}" srcOrd="0" destOrd="0" parTransId="{C8F1EC53-728D-4A4D-87C9-B043590A6922}" sibTransId="{BA3D136C-31BB-47F1-92C3-778AB692C990}"/>
    <dgm:cxn modelId="{7D7F6784-2D50-4BF9-B6EC-2EFE5C5F0F91}" srcId="{3EE55256-260B-4E80-978C-3585164E1162}" destId="{53EB16FD-D6DC-429B-90F5-A62D76AF1024}" srcOrd="2" destOrd="0" parTransId="{8FE93BEB-6AD0-470E-B465-EAF41548DA73}" sibTransId="{0071E028-09EE-4C3A-8B55-81E5B1B397AB}"/>
    <dgm:cxn modelId="{CCA2A0E9-6857-47FF-B6BB-CAD66265A427}" type="presOf" srcId="{3EE55256-260B-4E80-978C-3585164E1162}" destId="{C2B9F084-225C-4BFE-915D-338FCE3F44B5}" srcOrd="0" destOrd="0" presId="urn:microsoft.com/office/officeart/2005/8/layout/vList3"/>
    <dgm:cxn modelId="{1A009457-5D5B-4A98-812D-6AA0B4B966A6}" type="presParOf" srcId="{C2B9F084-225C-4BFE-915D-338FCE3F44B5}" destId="{67548B93-A62D-4451-943E-66B5BEC9A5A0}" srcOrd="0" destOrd="0" presId="urn:microsoft.com/office/officeart/2005/8/layout/vList3"/>
    <dgm:cxn modelId="{B607EF70-423C-4E2A-8F26-73DF60C6A5B5}" type="presParOf" srcId="{67548B93-A62D-4451-943E-66B5BEC9A5A0}" destId="{3AF06BF8-C341-4C45-A960-6519AEC3D40D}" srcOrd="0" destOrd="0" presId="urn:microsoft.com/office/officeart/2005/8/layout/vList3"/>
    <dgm:cxn modelId="{62F8845A-0AEB-40A7-B358-04D715B13449}" type="presParOf" srcId="{67548B93-A62D-4451-943E-66B5BEC9A5A0}" destId="{166D12B2-A910-4D98-B5A3-759B505CDEA5}" srcOrd="1" destOrd="0" presId="urn:microsoft.com/office/officeart/2005/8/layout/vList3"/>
    <dgm:cxn modelId="{06BFBBCE-592A-4895-A055-7D588727D4DA}" type="presParOf" srcId="{C2B9F084-225C-4BFE-915D-338FCE3F44B5}" destId="{BAACAC56-447A-426E-9E57-448289CC7434}" srcOrd="1" destOrd="0" presId="urn:microsoft.com/office/officeart/2005/8/layout/vList3"/>
    <dgm:cxn modelId="{F644ABF3-407B-4F49-B8F0-51A23615166F}" type="presParOf" srcId="{C2B9F084-225C-4BFE-915D-338FCE3F44B5}" destId="{514577AD-8AA9-4C8D-B219-7FF6C721AE4E}" srcOrd="2" destOrd="0" presId="urn:microsoft.com/office/officeart/2005/8/layout/vList3"/>
    <dgm:cxn modelId="{6CA2C9F6-E245-464A-925E-CCD336AD7125}" type="presParOf" srcId="{514577AD-8AA9-4C8D-B219-7FF6C721AE4E}" destId="{71CF46D9-DAD2-4CB7-831C-84AD47E9909B}" srcOrd="0" destOrd="0" presId="urn:microsoft.com/office/officeart/2005/8/layout/vList3"/>
    <dgm:cxn modelId="{F851DBE4-67A9-483D-BC73-EED14AF89630}" type="presParOf" srcId="{514577AD-8AA9-4C8D-B219-7FF6C721AE4E}" destId="{B8ED11C3-AFE7-4000-822E-9679842FDEED}" srcOrd="1" destOrd="0" presId="urn:microsoft.com/office/officeart/2005/8/layout/vList3"/>
    <dgm:cxn modelId="{EF3E8D85-08AE-41DC-B005-FE4D6DBBAEAD}" type="presParOf" srcId="{C2B9F084-225C-4BFE-915D-338FCE3F44B5}" destId="{6048A591-2E07-4FEF-A6FA-0C6ADC70A2DA}" srcOrd="3" destOrd="0" presId="urn:microsoft.com/office/officeart/2005/8/layout/vList3"/>
    <dgm:cxn modelId="{2EAE2839-DA83-42A5-BA09-2788E7788E5E}" type="presParOf" srcId="{C2B9F084-225C-4BFE-915D-338FCE3F44B5}" destId="{2685ECEF-DF0F-4044-A080-3C50D4CED818}" srcOrd="4" destOrd="0" presId="urn:microsoft.com/office/officeart/2005/8/layout/vList3"/>
    <dgm:cxn modelId="{0469AA13-11B6-45A6-9115-F21215ADB3F3}" type="presParOf" srcId="{2685ECEF-DF0F-4044-A080-3C50D4CED818}" destId="{10360CC9-B4A9-49FF-88F6-83C70B6CD881}" srcOrd="0" destOrd="0" presId="urn:microsoft.com/office/officeart/2005/8/layout/vList3"/>
    <dgm:cxn modelId="{89EC1FDD-4B99-4864-B80F-EDE35DFC15A6}" type="presParOf" srcId="{2685ECEF-DF0F-4044-A080-3C50D4CED818}" destId="{0016D535-EF81-43F8-9A35-233EB3C7D3E6}" srcOrd="1" destOrd="0" presId="urn:microsoft.com/office/officeart/2005/8/layout/vList3"/>
    <dgm:cxn modelId="{6A9346AB-CB86-4206-99F3-F38458064FBB}" type="presParOf" srcId="{C2B9F084-225C-4BFE-915D-338FCE3F44B5}" destId="{24AC4157-E2D6-484A-BDD0-252D10D8B190}" srcOrd="5" destOrd="0" presId="urn:microsoft.com/office/officeart/2005/8/layout/vList3"/>
    <dgm:cxn modelId="{3B022480-8772-4D4A-A231-361F71439EF8}" type="presParOf" srcId="{C2B9F084-225C-4BFE-915D-338FCE3F44B5}" destId="{5F7E29D3-3A05-441F-A5DC-6F21744B1611}" srcOrd="6" destOrd="0" presId="urn:microsoft.com/office/officeart/2005/8/layout/vList3"/>
    <dgm:cxn modelId="{CB57941D-0004-43B1-BB16-F0B0FDE6B4FF}" type="presParOf" srcId="{5F7E29D3-3A05-441F-A5DC-6F21744B1611}" destId="{F1B80153-737A-4B72-9D13-B23A097542A5}" srcOrd="0" destOrd="0" presId="urn:microsoft.com/office/officeart/2005/8/layout/vList3"/>
    <dgm:cxn modelId="{69BE64DC-6EAB-4662-9C5D-A8FA0C959D19}" type="presParOf" srcId="{5F7E29D3-3A05-441F-A5DC-6F21744B1611}" destId="{7E82F1D0-124E-4ECB-BEC7-95FFEB1C3172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1665BB6-8E6C-43B3-8D46-82CBC40152E2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372B09C-A81B-46E0-8BF8-A7BB41E4A683}">
      <dgm:prSet/>
      <dgm:spPr/>
      <dgm:t>
        <a:bodyPr/>
        <a:lstStyle/>
        <a:p>
          <a:r>
            <a:rPr lang="ru-RU" b="0" i="0"/>
            <a:t>1805 р.</a:t>
          </a:r>
          <a:endParaRPr lang="uk-UA"/>
        </a:p>
      </dgm:t>
    </dgm:pt>
    <dgm:pt modelId="{2E0F0BC7-09AB-48C2-872A-0A7924EEE5F8}" type="parTrans" cxnId="{D1FFA422-B5E8-4EDC-97F5-D5D94E5C4F7C}">
      <dgm:prSet/>
      <dgm:spPr/>
      <dgm:t>
        <a:bodyPr/>
        <a:lstStyle/>
        <a:p>
          <a:endParaRPr lang="uk-UA"/>
        </a:p>
      </dgm:t>
    </dgm:pt>
    <dgm:pt modelId="{8F8C6538-AC88-4A73-8935-21E029443CF6}" type="sibTrans" cxnId="{D1FFA422-B5E8-4EDC-97F5-D5D94E5C4F7C}">
      <dgm:prSet/>
      <dgm:spPr/>
      <dgm:t>
        <a:bodyPr/>
        <a:lstStyle/>
        <a:p>
          <a:endParaRPr lang="uk-UA"/>
        </a:p>
      </dgm:t>
    </dgm:pt>
    <dgm:pt modelId="{2A5468C2-1764-41F4-A622-4ED7370CD983}">
      <dgm:prSet/>
      <dgm:spPr/>
      <dgm:t>
        <a:bodyPr/>
        <a:lstStyle/>
        <a:p>
          <a:r>
            <a:rPr lang="ru-RU" b="0" i="0"/>
            <a:t>1834 р.</a:t>
          </a:r>
          <a:endParaRPr lang="uk-UA"/>
        </a:p>
      </dgm:t>
    </dgm:pt>
    <dgm:pt modelId="{4231FA15-F25E-4186-B825-F73B0AD4F91C}" type="parTrans" cxnId="{8F92A385-8975-4D86-87B0-401A8DBBD04D}">
      <dgm:prSet/>
      <dgm:spPr/>
      <dgm:t>
        <a:bodyPr/>
        <a:lstStyle/>
        <a:p>
          <a:endParaRPr lang="uk-UA"/>
        </a:p>
      </dgm:t>
    </dgm:pt>
    <dgm:pt modelId="{A7F83C6A-214A-4226-9638-CCA16B0F23A4}" type="sibTrans" cxnId="{8F92A385-8975-4D86-87B0-401A8DBBD04D}">
      <dgm:prSet/>
      <dgm:spPr/>
      <dgm:t>
        <a:bodyPr/>
        <a:lstStyle/>
        <a:p>
          <a:endParaRPr lang="uk-UA"/>
        </a:p>
      </dgm:t>
    </dgm:pt>
    <dgm:pt modelId="{27345B40-AF26-4C1D-9DAC-64F8ED5276F4}">
      <dgm:prSet/>
      <dgm:spPr/>
      <dgm:t>
        <a:bodyPr/>
        <a:lstStyle/>
        <a:p>
          <a:r>
            <a:rPr lang="ru-RU" b="0" i="0"/>
            <a:t>1865 р.</a:t>
          </a:r>
          <a:endParaRPr lang="uk-UA"/>
        </a:p>
      </dgm:t>
    </dgm:pt>
    <dgm:pt modelId="{21A12F81-2E2E-49F9-B54F-3B65A1151AEA}" type="parTrans" cxnId="{2BE8BD2C-59EF-487B-9E47-024E7B5EB897}">
      <dgm:prSet/>
      <dgm:spPr/>
      <dgm:t>
        <a:bodyPr/>
        <a:lstStyle/>
        <a:p>
          <a:endParaRPr lang="uk-UA"/>
        </a:p>
      </dgm:t>
    </dgm:pt>
    <dgm:pt modelId="{7864B638-B757-40F7-9182-204572B1FFA8}" type="sibTrans" cxnId="{2BE8BD2C-59EF-487B-9E47-024E7B5EB897}">
      <dgm:prSet/>
      <dgm:spPr/>
      <dgm:t>
        <a:bodyPr/>
        <a:lstStyle/>
        <a:p>
          <a:endParaRPr lang="uk-UA"/>
        </a:p>
      </dgm:t>
    </dgm:pt>
    <dgm:pt modelId="{B3004355-2DF5-41B7-8AAA-F5741545CDD4}">
      <dgm:prSet/>
      <dgm:spPr/>
      <dgm:t>
        <a:bodyPr/>
        <a:lstStyle/>
        <a:p>
          <a:r>
            <a:rPr lang="ru-RU" b="0" i="0"/>
            <a:t>1875 р.</a:t>
          </a:r>
          <a:endParaRPr lang="uk-UA"/>
        </a:p>
      </dgm:t>
    </dgm:pt>
    <dgm:pt modelId="{AC929D83-6AB3-4697-88E0-2593C01A5100}" type="parTrans" cxnId="{5F8D8EC6-1B28-44ED-B33F-8C93761AC59A}">
      <dgm:prSet/>
      <dgm:spPr/>
      <dgm:t>
        <a:bodyPr/>
        <a:lstStyle/>
        <a:p>
          <a:endParaRPr lang="uk-UA"/>
        </a:p>
      </dgm:t>
    </dgm:pt>
    <dgm:pt modelId="{CC8DD405-1871-4B66-8B3E-9D36574EF5F2}" type="sibTrans" cxnId="{5F8D8EC6-1B28-44ED-B33F-8C93761AC59A}">
      <dgm:prSet/>
      <dgm:spPr/>
      <dgm:t>
        <a:bodyPr/>
        <a:lstStyle/>
        <a:p>
          <a:endParaRPr lang="uk-UA"/>
        </a:p>
      </dgm:t>
    </dgm:pt>
    <dgm:pt modelId="{4F225065-6365-4B96-873A-ACF327CD53F8}" type="pres">
      <dgm:prSet presAssocID="{91665BB6-8E6C-43B3-8D46-82CBC40152E2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80C0C8B-6FD3-43B1-8700-B5B487C6776F}" type="pres">
      <dgm:prSet presAssocID="{91665BB6-8E6C-43B3-8D46-82CBC40152E2}" presName="diamond" presStyleLbl="bgShp" presStyleIdx="0" presStyleCnt="1"/>
      <dgm:spPr/>
    </dgm:pt>
    <dgm:pt modelId="{BDD8D7A8-A3D3-4749-B331-B03B6B9F316B}" type="pres">
      <dgm:prSet presAssocID="{91665BB6-8E6C-43B3-8D46-82CBC40152E2}" presName="quad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C77AF59-D247-40BE-9EC5-B9F212293F64}" type="pres">
      <dgm:prSet presAssocID="{91665BB6-8E6C-43B3-8D46-82CBC40152E2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D217C21-F519-4602-90F6-2384BBE23452}" type="pres">
      <dgm:prSet presAssocID="{91665BB6-8E6C-43B3-8D46-82CBC40152E2}" presName="quad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2310D7C-445E-4228-929F-87CFED911EF4}" type="pres">
      <dgm:prSet presAssocID="{91665BB6-8E6C-43B3-8D46-82CBC40152E2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D9CAF16-93CB-4C39-9574-238DE0006A9F}" type="presOf" srcId="{A372B09C-A81B-46E0-8BF8-A7BB41E4A683}" destId="{BDD8D7A8-A3D3-4749-B331-B03B6B9F316B}" srcOrd="0" destOrd="0" presId="urn:microsoft.com/office/officeart/2005/8/layout/matrix3"/>
    <dgm:cxn modelId="{01BAF7C7-F2E4-4EC8-996E-A502EA365E54}" type="presOf" srcId="{91665BB6-8E6C-43B3-8D46-82CBC40152E2}" destId="{4F225065-6365-4B96-873A-ACF327CD53F8}" srcOrd="0" destOrd="0" presId="urn:microsoft.com/office/officeart/2005/8/layout/matrix3"/>
    <dgm:cxn modelId="{D034123F-21E6-4518-9E29-3ABA615193C4}" type="presOf" srcId="{27345B40-AF26-4C1D-9DAC-64F8ED5276F4}" destId="{5D217C21-F519-4602-90F6-2384BBE23452}" srcOrd="0" destOrd="0" presId="urn:microsoft.com/office/officeart/2005/8/layout/matrix3"/>
    <dgm:cxn modelId="{5F8D8EC6-1B28-44ED-B33F-8C93761AC59A}" srcId="{91665BB6-8E6C-43B3-8D46-82CBC40152E2}" destId="{B3004355-2DF5-41B7-8AAA-F5741545CDD4}" srcOrd="3" destOrd="0" parTransId="{AC929D83-6AB3-4697-88E0-2593C01A5100}" sibTransId="{CC8DD405-1871-4B66-8B3E-9D36574EF5F2}"/>
    <dgm:cxn modelId="{56B9CF7D-44F7-4BE2-A225-95A00A65CF48}" type="presOf" srcId="{2A5468C2-1764-41F4-A622-4ED7370CD983}" destId="{3C77AF59-D247-40BE-9EC5-B9F212293F64}" srcOrd="0" destOrd="0" presId="urn:microsoft.com/office/officeart/2005/8/layout/matrix3"/>
    <dgm:cxn modelId="{2BE8BD2C-59EF-487B-9E47-024E7B5EB897}" srcId="{91665BB6-8E6C-43B3-8D46-82CBC40152E2}" destId="{27345B40-AF26-4C1D-9DAC-64F8ED5276F4}" srcOrd="2" destOrd="0" parTransId="{21A12F81-2E2E-49F9-B54F-3B65A1151AEA}" sibTransId="{7864B638-B757-40F7-9182-204572B1FFA8}"/>
    <dgm:cxn modelId="{E1E77790-4501-4D68-9399-44F6DA67CDE8}" type="presOf" srcId="{B3004355-2DF5-41B7-8AAA-F5741545CDD4}" destId="{82310D7C-445E-4228-929F-87CFED911EF4}" srcOrd="0" destOrd="0" presId="urn:microsoft.com/office/officeart/2005/8/layout/matrix3"/>
    <dgm:cxn modelId="{D1FFA422-B5E8-4EDC-97F5-D5D94E5C4F7C}" srcId="{91665BB6-8E6C-43B3-8D46-82CBC40152E2}" destId="{A372B09C-A81B-46E0-8BF8-A7BB41E4A683}" srcOrd="0" destOrd="0" parTransId="{2E0F0BC7-09AB-48C2-872A-0A7924EEE5F8}" sibTransId="{8F8C6538-AC88-4A73-8935-21E029443CF6}"/>
    <dgm:cxn modelId="{8F92A385-8975-4D86-87B0-401A8DBBD04D}" srcId="{91665BB6-8E6C-43B3-8D46-82CBC40152E2}" destId="{2A5468C2-1764-41F4-A622-4ED7370CD983}" srcOrd="1" destOrd="0" parTransId="{4231FA15-F25E-4186-B825-F73B0AD4F91C}" sibTransId="{A7F83C6A-214A-4226-9638-CCA16B0F23A4}"/>
    <dgm:cxn modelId="{35CDE765-CA35-4F62-84B7-3C78B6C4851C}" type="presParOf" srcId="{4F225065-6365-4B96-873A-ACF327CD53F8}" destId="{080C0C8B-6FD3-43B1-8700-B5B487C6776F}" srcOrd="0" destOrd="0" presId="urn:microsoft.com/office/officeart/2005/8/layout/matrix3"/>
    <dgm:cxn modelId="{058137AD-0DD5-4D82-9747-114A19C3474A}" type="presParOf" srcId="{4F225065-6365-4B96-873A-ACF327CD53F8}" destId="{BDD8D7A8-A3D3-4749-B331-B03B6B9F316B}" srcOrd="1" destOrd="0" presId="urn:microsoft.com/office/officeart/2005/8/layout/matrix3"/>
    <dgm:cxn modelId="{A02FC27E-2B27-4E83-872C-D61FC3338DC6}" type="presParOf" srcId="{4F225065-6365-4B96-873A-ACF327CD53F8}" destId="{3C77AF59-D247-40BE-9EC5-B9F212293F64}" srcOrd="2" destOrd="0" presId="urn:microsoft.com/office/officeart/2005/8/layout/matrix3"/>
    <dgm:cxn modelId="{436194B3-16FF-40AB-AED7-4A18553C1D94}" type="presParOf" srcId="{4F225065-6365-4B96-873A-ACF327CD53F8}" destId="{5D217C21-F519-4602-90F6-2384BBE23452}" srcOrd="3" destOrd="0" presId="urn:microsoft.com/office/officeart/2005/8/layout/matrix3"/>
    <dgm:cxn modelId="{0B1659E0-72B6-4B1E-AD78-F45AF2AAF808}" type="presParOf" srcId="{4F225065-6365-4B96-873A-ACF327CD53F8}" destId="{82310D7C-445E-4228-929F-87CFED911EF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52795CE-1603-4008-A0C5-7DD51F5EE4F1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0983A8E-C0F5-40E3-803B-D74E6E9A5F18}">
      <dgm:prSet/>
      <dgm:spPr/>
      <dgm:t>
        <a:bodyPr/>
        <a:lstStyle/>
        <a:p>
          <a:r>
            <a:rPr lang="ru-RU" b="0" i="0"/>
            <a:t>О. Довбуша</a:t>
          </a:r>
          <a:endParaRPr lang="uk-UA"/>
        </a:p>
      </dgm:t>
    </dgm:pt>
    <dgm:pt modelId="{10CD9F2E-3236-4AAC-9B1C-9241105ED293}" type="parTrans" cxnId="{992D93AE-53F2-452B-8259-2C13808EECE0}">
      <dgm:prSet/>
      <dgm:spPr/>
      <dgm:t>
        <a:bodyPr/>
        <a:lstStyle/>
        <a:p>
          <a:endParaRPr lang="uk-UA"/>
        </a:p>
      </dgm:t>
    </dgm:pt>
    <dgm:pt modelId="{15E7159C-C6AA-4C4C-8C41-36E27BBE5B10}" type="sibTrans" cxnId="{992D93AE-53F2-452B-8259-2C13808EECE0}">
      <dgm:prSet/>
      <dgm:spPr/>
      <dgm:t>
        <a:bodyPr/>
        <a:lstStyle/>
        <a:p>
          <a:endParaRPr lang="uk-UA"/>
        </a:p>
      </dgm:t>
    </dgm:pt>
    <dgm:pt modelId="{11AF8A93-CF15-4A7A-A391-474137416D67}">
      <dgm:prSet/>
      <dgm:spPr/>
      <dgm:t>
        <a:bodyPr/>
        <a:lstStyle/>
        <a:p>
          <a:r>
            <a:rPr lang="ru-RU" b="0" i="0"/>
            <a:t>У. Кармалюка</a:t>
          </a:r>
          <a:endParaRPr lang="uk-UA"/>
        </a:p>
      </dgm:t>
    </dgm:pt>
    <dgm:pt modelId="{435080A9-1C65-4218-A887-EA69A5B8D142}" type="parTrans" cxnId="{790AB239-7287-4667-8A6D-E30DF4F4902E}">
      <dgm:prSet/>
      <dgm:spPr/>
      <dgm:t>
        <a:bodyPr/>
        <a:lstStyle/>
        <a:p>
          <a:endParaRPr lang="uk-UA"/>
        </a:p>
      </dgm:t>
    </dgm:pt>
    <dgm:pt modelId="{812CF8E8-1D1C-4D82-B7B2-D65AA0EFF3FB}" type="sibTrans" cxnId="{790AB239-7287-4667-8A6D-E30DF4F4902E}">
      <dgm:prSet/>
      <dgm:spPr/>
      <dgm:t>
        <a:bodyPr/>
        <a:lstStyle/>
        <a:p>
          <a:endParaRPr lang="uk-UA"/>
        </a:p>
      </dgm:t>
    </dgm:pt>
    <dgm:pt modelId="{74DF4402-E2F1-4035-BC31-8180B5F53D30}">
      <dgm:prSet/>
      <dgm:spPr/>
      <dgm:t>
        <a:bodyPr/>
        <a:lstStyle/>
        <a:p>
          <a:r>
            <a:rPr lang="ru-RU" b="0" i="0"/>
            <a:t>І. Вагилевича</a:t>
          </a:r>
          <a:endParaRPr lang="uk-UA"/>
        </a:p>
      </dgm:t>
    </dgm:pt>
    <dgm:pt modelId="{EAEE9BC4-EA6A-472E-A517-BC508FD7FA2B}" type="parTrans" cxnId="{30708D1F-F986-4E4B-ABB6-5E2DB7B258E3}">
      <dgm:prSet/>
      <dgm:spPr/>
      <dgm:t>
        <a:bodyPr/>
        <a:lstStyle/>
        <a:p>
          <a:endParaRPr lang="uk-UA"/>
        </a:p>
      </dgm:t>
    </dgm:pt>
    <dgm:pt modelId="{F2CC7242-7BAA-4279-B6C3-744313DEE42A}" type="sibTrans" cxnId="{30708D1F-F986-4E4B-ABB6-5E2DB7B258E3}">
      <dgm:prSet/>
      <dgm:spPr/>
      <dgm:t>
        <a:bodyPr/>
        <a:lstStyle/>
        <a:p>
          <a:endParaRPr lang="uk-UA"/>
        </a:p>
      </dgm:t>
    </dgm:pt>
    <dgm:pt modelId="{B7F36484-174A-49AF-94FB-1579116CA892}">
      <dgm:prSet/>
      <dgm:spPr/>
      <dgm:t>
        <a:bodyPr/>
        <a:lstStyle/>
        <a:p>
          <a:r>
            <a:rPr lang="ru-RU" b="0" i="0"/>
            <a:t>Л. Кобилицю</a:t>
          </a:r>
          <a:endParaRPr lang="uk-UA"/>
        </a:p>
      </dgm:t>
    </dgm:pt>
    <dgm:pt modelId="{8E162321-F41D-4CFD-B224-7FF4454496FD}" type="parTrans" cxnId="{A3181863-0D7D-4E7A-BB79-104DA031E1B3}">
      <dgm:prSet/>
      <dgm:spPr/>
      <dgm:t>
        <a:bodyPr/>
        <a:lstStyle/>
        <a:p>
          <a:endParaRPr lang="uk-UA"/>
        </a:p>
      </dgm:t>
    </dgm:pt>
    <dgm:pt modelId="{AE64F093-C054-40A3-B026-A6EB38021BEE}" type="sibTrans" cxnId="{A3181863-0D7D-4E7A-BB79-104DA031E1B3}">
      <dgm:prSet/>
      <dgm:spPr/>
      <dgm:t>
        <a:bodyPr/>
        <a:lstStyle/>
        <a:p>
          <a:endParaRPr lang="uk-UA"/>
        </a:p>
      </dgm:t>
    </dgm:pt>
    <dgm:pt modelId="{F2160504-784F-4167-B3D7-2C97028A98C1}" type="pres">
      <dgm:prSet presAssocID="{852795CE-1603-4008-A0C5-7DD51F5EE4F1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3EA7563-1246-408E-B245-F3551AA107D6}" type="pres">
      <dgm:prSet presAssocID="{F0983A8E-C0F5-40E3-803B-D74E6E9A5F18}" presName="composite" presStyleCnt="0"/>
      <dgm:spPr/>
    </dgm:pt>
    <dgm:pt modelId="{2EB688DB-C379-4CE8-A01D-9EB1628E2DC4}" type="pres">
      <dgm:prSet presAssocID="{F0983A8E-C0F5-40E3-803B-D74E6E9A5F18}" presName="imgShp" presStyleLbl="fgImgPlace1" presStyleIdx="0" presStyleCnt="4"/>
      <dgm:spPr/>
    </dgm:pt>
    <dgm:pt modelId="{04D4D5DD-79C8-442A-B579-D30C655A763D}" type="pres">
      <dgm:prSet presAssocID="{F0983A8E-C0F5-40E3-803B-D74E6E9A5F18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DA3194D-3D4C-4AD8-A600-28CBC0FAD05A}" type="pres">
      <dgm:prSet presAssocID="{15E7159C-C6AA-4C4C-8C41-36E27BBE5B10}" presName="spacing" presStyleCnt="0"/>
      <dgm:spPr/>
    </dgm:pt>
    <dgm:pt modelId="{ACDF0B34-0A3B-4BD7-88D3-D2FED23FD000}" type="pres">
      <dgm:prSet presAssocID="{11AF8A93-CF15-4A7A-A391-474137416D67}" presName="composite" presStyleCnt="0"/>
      <dgm:spPr/>
    </dgm:pt>
    <dgm:pt modelId="{3D897E4A-9C84-447B-970D-34857043DC7B}" type="pres">
      <dgm:prSet presAssocID="{11AF8A93-CF15-4A7A-A391-474137416D67}" presName="imgShp" presStyleLbl="fgImgPlace1" presStyleIdx="1" presStyleCnt="4"/>
      <dgm:spPr/>
    </dgm:pt>
    <dgm:pt modelId="{A45836A1-2F0A-44DE-90F1-428FF2C25C0A}" type="pres">
      <dgm:prSet presAssocID="{11AF8A93-CF15-4A7A-A391-474137416D67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BF96053-4FCD-4033-A218-04F8EB7AF398}" type="pres">
      <dgm:prSet presAssocID="{812CF8E8-1D1C-4D82-B7B2-D65AA0EFF3FB}" presName="spacing" presStyleCnt="0"/>
      <dgm:spPr/>
    </dgm:pt>
    <dgm:pt modelId="{87973A8C-2B3C-4905-A2C5-922AC77A98DD}" type="pres">
      <dgm:prSet presAssocID="{74DF4402-E2F1-4035-BC31-8180B5F53D30}" presName="composite" presStyleCnt="0"/>
      <dgm:spPr/>
    </dgm:pt>
    <dgm:pt modelId="{E5C48709-2D3A-46CE-8533-49677DDB0E7C}" type="pres">
      <dgm:prSet presAssocID="{74DF4402-E2F1-4035-BC31-8180B5F53D30}" presName="imgShp" presStyleLbl="fgImgPlace1" presStyleIdx="2" presStyleCnt="4"/>
      <dgm:spPr/>
    </dgm:pt>
    <dgm:pt modelId="{F509DA6C-A57C-4C61-A6A4-5F061AB21B67}" type="pres">
      <dgm:prSet presAssocID="{74DF4402-E2F1-4035-BC31-8180B5F53D30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5F96033-3142-4021-B628-24D53CB15FD4}" type="pres">
      <dgm:prSet presAssocID="{F2CC7242-7BAA-4279-B6C3-744313DEE42A}" presName="spacing" presStyleCnt="0"/>
      <dgm:spPr/>
    </dgm:pt>
    <dgm:pt modelId="{E9006A91-FE88-4276-9D49-CD353DABC12F}" type="pres">
      <dgm:prSet presAssocID="{B7F36484-174A-49AF-94FB-1579116CA892}" presName="composite" presStyleCnt="0"/>
      <dgm:spPr/>
    </dgm:pt>
    <dgm:pt modelId="{14AF8E5C-14F0-4F94-A0C0-E49429044D63}" type="pres">
      <dgm:prSet presAssocID="{B7F36484-174A-49AF-94FB-1579116CA892}" presName="imgShp" presStyleLbl="fgImgPlace1" presStyleIdx="3" presStyleCnt="4"/>
      <dgm:spPr/>
    </dgm:pt>
    <dgm:pt modelId="{0AA1F60D-E57C-4445-A2CC-06C95E899221}" type="pres">
      <dgm:prSet presAssocID="{B7F36484-174A-49AF-94FB-1579116CA892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72626C1-E65B-4E18-959F-620D91F30BF0}" type="presOf" srcId="{74DF4402-E2F1-4035-BC31-8180B5F53D30}" destId="{F509DA6C-A57C-4C61-A6A4-5F061AB21B67}" srcOrd="0" destOrd="0" presId="urn:microsoft.com/office/officeart/2005/8/layout/vList3"/>
    <dgm:cxn modelId="{A3181863-0D7D-4E7A-BB79-104DA031E1B3}" srcId="{852795CE-1603-4008-A0C5-7DD51F5EE4F1}" destId="{B7F36484-174A-49AF-94FB-1579116CA892}" srcOrd="3" destOrd="0" parTransId="{8E162321-F41D-4CFD-B224-7FF4454496FD}" sibTransId="{AE64F093-C054-40A3-B026-A6EB38021BEE}"/>
    <dgm:cxn modelId="{AD7A8C6D-C9A8-4E09-BC00-F7AC096ABEB4}" type="presOf" srcId="{F0983A8E-C0F5-40E3-803B-D74E6E9A5F18}" destId="{04D4D5DD-79C8-442A-B579-D30C655A763D}" srcOrd="0" destOrd="0" presId="urn:microsoft.com/office/officeart/2005/8/layout/vList3"/>
    <dgm:cxn modelId="{99F2C4BE-A91B-4343-8F25-D571F967FB6F}" type="presOf" srcId="{11AF8A93-CF15-4A7A-A391-474137416D67}" destId="{A45836A1-2F0A-44DE-90F1-428FF2C25C0A}" srcOrd="0" destOrd="0" presId="urn:microsoft.com/office/officeart/2005/8/layout/vList3"/>
    <dgm:cxn modelId="{FAE9B9A8-8512-4879-85AC-AF6072CE707A}" type="presOf" srcId="{852795CE-1603-4008-A0C5-7DD51F5EE4F1}" destId="{F2160504-784F-4167-B3D7-2C97028A98C1}" srcOrd="0" destOrd="0" presId="urn:microsoft.com/office/officeart/2005/8/layout/vList3"/>
    <dgm:cxn modelId="{790AB239-7287-4667-8A6D-E30DF4F4902E}" srcId="{852795CE-1603-4008-A0C5-7DD51F5EE4F1}" destId="{11AF8A93-CF15-4A7A-A391-474137416D67}" srcOrd="1" destOrd="0" parTransId="{435080A9-1C65-4218-A887-EA69A5B8D142}" sibTransId="{812CF8E8-1D1C-4D82-B7B2-D65AA0EFF3FB}"/>
    <dgm:cxn modelId="{30708D1F-F986-4E4B-ABB6-5E2DB7B258E3}" srcId="{852795CE-1603-4008-A0C5-7DD51F5EE4F1}" destId="{74DF4402-E2F1-4035-BC31-8180B5F53D30}" srcOrd="2" destOrd="0" parTransId="{EAEE9BC4-EA6A-472E-A517-BC508FD7FA2B}" sibTransId="{F2CC7242-7BAA-4279-B6C3-744313DEE42A}"/>
    <dgm:cxn modelId="{B596C4CA-26AC-4224-B61C-174272FFB291}" type="presOf" srcId="{B7F36484-174A-49AF-94FB-1579116CA892}" destId="{0AA1F60D-E57C-4445-A2CC-06C95E899221}" srcOrd="0" destOrd="0" presId="urn:microsoft.com/office/officeart/2005/8/layout/vList3"/>
    <dgm:cxn modelId="{992D93AE-53F2-452B-8259-2C13808EECE0}" srcId="{852795CE-1603-4008-A0C5-7DD51F5EE4F1}" destId="{F0983A8E-C0F5-40E3-803B-D74E6E9A5F18}" srcOrd="0" destOrd="0" parTransId="{10CD9F2E-3236-4AAC-9B1C-9241105ED293}" sibTransId="{15E7159C-C6AA-4C4C-8C41-36E27BBE5B10}"/>
    <dgm:cxn modelId="{DF006F5C-0E00-43CD-ABCB-0B4FE0100C3F}" type="presParOf" srcId="{F2160504-784F-4167-B3D7-2C97028A98C1}" destId="{73EA7563-1246-408E-B245-F3551AA107D6}" srcOrd="0" destOrd="0" presId="urn:microsoft.com/office/officeart/2005/8/layout/vList3"/>
    <dgm:cxn modelId="{0503C22C-786C-4722-BA3F-E209AB03C721}" type="presParOf" srcId="{73EA7563-1246-408E-B245-F3551AA107D6}" destId="{2EB688DB-C379-4CE8-A01D-9EB1628E2DC4}" srcOrd="0" destOrd="0" presId="urn:microsoft.com/office/officeart/2005/8/layout/vList3"/>
    <dgm:cxn modelId="{EEABA049-270F-4233-A303-A83E527F2BF2}" type="presParOf" srcId="{73EA7563-1246-408E-B245-F3551AA107D6}" destId="{04D4D5DD-79C8-442A-B579-D30C655A763D}" srcOrd="1" destOrd="0" presId="urn:microsoft.com/office/officeart/2005/8/layout/vList3"/>
    <dgm:cxn modelId="{9DBFE537-5DF2-491A-83D7-D3F488564964}" type="presParOf" srcId="{F2160504-784F-4167-B3D7-2C97028A98C1}" destId="{4DA3194D-3D4C-4AD8-A600-28CBC0FAD05A}" srcOrd="1" destOrd="0" presId="urn:microsoft.com/office/officeart/2005/8/layout/vList3"/>
    <dgm:cxn modelId="{8FA04E9A-16D4-4C80-B051-22E2531E8BBF}" type="presParOf" srcId="{F2160504-784F-4167-B3D7-2C97028A98C1}" destId="{ACDF0B34-0A3B-4BD7-88D3-D2FED23FD000}" srcOrd="2" destOrd="0" presId="urn:microsoft.com/office/officeart/2005/8/layout/vList3"/>
    <dgm:cxn modelId="{17A6999E-490C-4D21-97A6-F5FF408D3ECA}" type="presParOf" srcId="{ACDF0B34-0A3B-4BD7-88D3-D2FED23FD000}" destId="{3D897E4A-9C84-447B-970D-34857043DC7B}" srcOrd="0" destOrd="0" presId="urn:microsoft.com/office/officeart/2005/8/layout/vList3"/>
    <dgm:cxn modelId="{EB4F991C-F0C2-4C94-9272-5733D16606A5}" type="presParOf" srcId="{ACDF0B34-0A3B-4BD7-88D3-D2FED23FD000}" destId="{A45836A1-2F0A-44DE-90F1-428FF2C25C0A}" srcOrd="1" destOrd="0" presId="urn:microsoft.com/office/officeart/2005/8/layout/vList3"/>
    <dgm:cxn modelId="{0CD35C4D-A6BC-446F-B53B-394B7D9E2A3F}" type="presParOf" srcId="{F2160504-784F-4167-B3D7-2C97028A98C1}" destId="{6BF96053-4FCD-4033-A218-04F8EB7AF398}" srcOrd="3" destOrd="0" presId="urn:microsoft.com/office/officeart/2005/8/layout/vList3"/>
    <dgm:cxn modelId="{38DD9F09-E8EF-4984-AE3E-B67D6638954E}" type="presParOf" srcId="{F2160504-784F-4167-B3D7-2C97028A98C1}" destId="{87973A8C-2B3C-4905-A2C5-922AC77A98DD}" srcOrd="4" destOrd="0" presId="urn:microsoft.com/office/officeart/2005/8/layout/vList3"/>
    <dgm:cxn modelId="{14A86D4D-66D1-49E1-9CEA-0C33902B9B16}" type="presParOf" srcId="{87973A8C-2B3C-4905-A2C5-922AC77A98DD}" destId="{E5C48709-2D3A-46CE-8533-49677DDB0E7C}" srcOrd="0" destOrd="0" presId="urn:microsoft.com/office/officeart/2005/8/layout/vList3"/>
    <dgm:cxn modelId="{6BD1F0F6-6741-4009-BA35-A84D3DFC77C6}" type="presParOf" srcId="{87973A8C-2B3C-4905-A2C5-922AC77A98DD}" destId="{F509DA6C-A57C-4C61-A6A4-5F061AB21B67}" srcOrd="1" destOrd="0" presId="urn:microsoft.com/office/officeart/2005/8/layout/vList3"/>
    <dgm:cxn modelId="{74F94348-6330-47B8-8C5C-C821728AD623}" type="presParOf" srcId="{F2160504-784F-4167-B3D7-2C97028A98C1}" destId="{45F96033-3142-4021-B628-24D53CB15FD4}" srcOrd="5" destOrd="0" presId="urn:microsoft.com/office/officeart/2005/8/layout/vList3"/>
    <dgm:cxn modelId="{FA2AF104-7050-453A-8B6D-9C6B891A2CFF}" type="presParOf" srcId="{F2160504-784F-4167-B3D7-2C97028A98C1}" destId="{E9006A91-FE88-4276-9D49-CD353DABC12F}" srcOrd="6" destOrd="0" presId="urn:microsoft.com/office/officeart/2005/8/layout/vList3"/>
    <dgm:cxn modelId="{6458469B-BCD5-4B65-9BF3-E44B0DDDBB2F}" type="presParOf" srcId="{E9006A91-FE88-4276-9D49-CD353DABC12F}" destId="{14AF8E5C-14F0-4F94-A0C0-E49429044D63}" srcOrd="0" destOrd="0" presId="urn:microsoft.com/office/officeart/2005/8/layout/vList3"/>
    <dgm:cxn modelId="{AFA52401-2E74-4E00-8E8F-1F558D8CA7DD}" type="presParOf" srcId="{E9006A91-FE88-4276-9D49-CD353DABC12F}" destId="{0AA1F60D-E57C-4445-A2CC-06C95E89922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F5F0234-80F8-4845-BEC9-A0FF51CA5D9F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AE8936F-86E4-4EDB-B008-6D74B69FE9A9}">
      <dgm:prSet/>
      <dgm:spPr/>
      <dgm:t>
        <a:bodyPr/>
        <a:lstStyle/>
        <a:p>
          <a:r>
            <a:rPr lang="uk-UA" b="0" i="0"/>
            <a:t>1</a:t>
          </a:r>
          <a:endParaRPr lang="uk-UA"/>
        </a:p>
      </dgm:t>
    </dgm:pt>
    <dgm:pt modelId="{B7EFB271-E5B7-40FC-904D-532653AF9B7E}" type="parTrans" cxnId="{181009A9-1D91-47D1-A18D-75A5850915FC}">
      <dgm:prSet/>
      <dgm:spPr/>
      <dgm:t>
        <a:bodyPr/>
        <a:lstStyle/>
        <a:p>
          <a:endParaRPr lang="uk-UA"/>
        </a:p>
      </dgm:t>
    </dgm:pt>
    <dgm:pt modelId="{CB5777BC-E088-4CEE-9541-C6C6F0D413E3}" type="sibTrans" cxnId="{181009A9-1D91-47D1-A18D-75A5850915FC}">
      <dgm:prSet/>
      <dgm:spPr/>
      <dgm:t>
        <a:bodyPr/>
        <a:lstStyle/>
        <a:p>
          <a:endParaRPr lang="uk-UA"/>
        </a:p>
      </dgm:t>
    </dgm:pt>
    <dgm:pt modelId="{D540E003-917D-478D-AB1A-788C783175DE}">
      <dgm:prSet/>
      <dgm:spPr/>
      <dgm:t>
        <a:bodyPr/>
        <a:lstStyle/>
        <a:p>
          <a:r>
            <a:rPr lang="uk-UA" b="0" i="0"/>
            <a:t>2</a:t>
          </a:r>
          <a:endParaRPr lang="uk-UA"/>
        </a:p>
      </dgm:t>
    </dgm:pt>
    <dgm:pt modelId="{DE2A7AA4-3E49-4D11-8E3A-C9B2BA063152}" type="parTrans" cxnId="{6077A684-1100-4E10-A2BA-1053D997EDBA}">
      <dgm:prSet/>
      <dgm:spPr/>
      <dgm:t>
        <a:bodyPr/>
        <a:lstStyle/>
        <a:p>
          <a:endParaRPr lang="uk-UA"/>
        </a:p>
      </dgm:t>
    </dgm:pt>
    <dgm:pt modelId="{6F7B0AAC-B8E7-4D1D-8862-3471CD664C84}" type="sibTrans" cxnId="{6077A684-1100-4E10-A2BA-1053D997EDBA}">
      <dgm:prSet/>
      <dgm:spPr/>
      <dgm:t>
        <a:bodyPr/>
        <a:lstStyle/>
        <a:p>
          <a:endParaRPr lang="uk-UA"/>
        </a:p>
      </dgm:t>
    </dgm:pt>
    <dgm:pt modelId="{0CF02C46-5264-402C-AD86-3E50B1FDA012}">
      <dgm:prSet/>
      <dgm:spPr/>
      <dgm:t>
        <a:bodyPr/>
        <a:lstStyle/>
        <a:p>
          <a:r>
            <a:rPr lang="uk-UA" b="0" i="0"/>
            <a:t>3</a:t>
          </a:r>
          <a:endParaRPr lang="uk-UA"/>
        </a:p>
      </dgm:t>
    </dgm:pt>
    <dgm:pt modelId="{16F5C581-426D-4BBE-AB0B-B9EC24B4E5E2}" type="parTrans" cxnId="{5522FA4E-1D1A-4DBE-ADCC-05881DBBDAF8}">
      <dgm:prSet/>
      <dgm:spPr/>
      <dgm:t>
        <a:bodyPr/>
        <a:lstStyle/>
        <a:p>
          <a:endParaRPr lang="uk-UA"/>
        </a:p>
      </dgm:t>
    </dgm:pt>
    <dgm:pt modelId="{AC6B8D1D-428D-418B-AE00-38FB239113BF}" type="sibTrans" cxnId="{5522FA4E-1D1A-4DBE-ADCC-05881DBBDAF8}">
      <dgm:prSet/>
      <dgm:spPr/>
      <dgm:t>
        <a:bodyPr/>
        <a:lstStyle/>
        <a:p>
          <a:endParaRPr lang="uk-UA"/>
        </a:p>
      </dgm:t>
    </dgm:pt>
    <dgm:pt modelId="{566A0A74-3123-4618-ACD8-AE7C570EBEEC}">
      <dgm:prSet/>
      <dgm:spPr/>
      <dgm:t>
        <a:bodyPr/>
        <a:lstStyle/>
        <a:p>
          <a:r>
            <a:rPr lang="uk-UA" b="0" i="0"/>
            <a:t>4</a:t>
          </a:r>
          <a:endParaRPr lang="uk-UA"/>
        </a:p>
      </dgm:t>
    </dgm:pt>
    <dgm:pt modelId="{18602E2B-8875-41CD-8211-35BCCAF389DE}" type="parTrans" cxnId="{A1585578-2F3E-42D9-BD4B-12F6F0B14FBC}">
      <dgm:prSet/>
      <dgm:spPr/>
      <dgm:t>
        <a:bodyPr/>
        <a:lstStyle/>
        <a:p>
          <a:endParaRPr lang="uk-UA"/>
        </a:p>
      </dgm:t>
    </dgm:pt>
    <dgm:pt modelId="{65A9A75C-717C-4EC6-AA95-42FA7C17FB7D}" type="sibTrans" cxnId="{A1585578-2F3E-42D9-BD4B-12F6F0B14FBC}">
      <dgm:prSet/>
      <dgm:spPr/>
      <dgm:t>
        <a:bodyPr/>
        <a:lstStyle/>
        <a:p>
          <a:endParaRPr lang="uk-UA"/>
        </a:p>
      </dgm:t>
    </dgm:pt>
    <dgm:pt modelId="{9E7954D0-A9F2-48A7-8147-516596F067A2}" type="pres">
      <dgm:prSet presAssocID="{8F5F0234-80F8-4845-BEC9-A0FF51CA5D9F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1BA6A77-CD15-43D7-A651-CE9906A761F9}" type="pres">
      <dgm:prSet presAssocID="{8F5F0234-80F8-4845-BEC9-A0FF51CA5D9F}" presName="diamond" presStyleLbl="bgShp" presStyleIdx="0" presStyleCnt="1"/>
      <dgm:spPr/>
    </dgm:pt>
    <dgm:pt modelId="{48714113-2D19-4F00-B655-1FEE8C73198E}" type="pres">
      <dgm:prSet presAssocID="{8F5F0234-80F8-4845-BEC9-A0FF51CA5D9F}" presName="quad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1CF9847-26E7-45DC-A8C0-63D0FAB2FE81}" type="pres">
      <dgm:prSet presAssocID="{8F5F0234-80F8-4845-BEC9-A0FF51CA5D9F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95A68AF-6D3A-493B-A505-E9AC2C807139}" type="pres">
      <dgm:prSet presAssocID="{8F5F0234-80F8-4845-BEC9-A0FF51CA5D9F}" presName="quad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F238690-96FF-4053-A414-29B7B9CDFFDA}" type="pres">
      <dgm:prSet presAssocID="{8F5F0234-80F8-4845-BEC9-A0FF51CA5D9F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1E16D6F-CB73-4F16-83CF-56034E2FA380}" type="presOf" srcId="{0CF02C46-5264-402C-AD86-3E50B1FDA012}" destId="{C95A68AF-6D3A-493B-A505-E9AC2C807139}" srcOrd="0" destOrd="0" presId="urn:microsoft.com/office/officeart/2005/8/layout/matrix3"/>
    <dgm:cxn modelId="{A6B2479F-2EFC-4BD8-A894-213CF1F68ED6}" type="presOf" srcId="{566A0A74-3123-4618-ACD8-AE7C570EBEEC}" destId="{0F238690-96FF-4053-A414-29B7B9CDFFDA}" srcOrd="0" destOrd="0" presId="urn:microsoft.com/office/officeart/2005/8/layout/matrix3"/>
    <dgm:cxn modelId="{A1585578-2F3E-42D9-BD4B-12F6F0B14FBC}" srcId="{8F5F0234-80F8-4845-BEC9-A0FF51CA5D9F}" destId="{566A0A74-3123-4618-ACD8-AE7C570EBEEC}" srcOrd="3" destOrd="0" parTransId="{18602E2B-8875-41CD-8211-35BCCAF389DE}" sibTransId="{65A9A75C-717C-4EC6-AA95-42FA7C17FB7D}"/>
    <dgm:cxn modelId="{5522FA4E-1D1A-4DBE-ADCC-05881DBBDAF8}" srcId="{8F5F0234-80F8-4845-BEC9-A0FF51CA5D9F}" destId="{0CF02C46-5264-402C-AD86-3E50B1FDA012}" srcOrd="2" destOrd="0" parTransId="{16F5C581-426D-4BBE-AB0B-B9EC24B4E5E2}" sibTransId="{AC6B8D1D-428D-418B-AE00-38FB239113BF}"/>
    <dgm:cxn modelId="{181009A9-1D91-47D1-A18D-75A5850915FC}" srcId="{8F5F0234-80F8-4845-BEC9-A0FF51CA5D9F}" destId="{7AE8936F-86E4-4EDB-B008-6D74B69FE9A9}" srcOrd="0" destOrd="0" parTransId="{B7EFB271-E5B7-40FC-904D-532653AF9B7E}" sibTransId="{CB5777BC-E088-4CEE-9541-C6C6F0D413E3}"/>
    <dgm:cxn modelId="{CD8108D8-2F48-4EAE-9D15-330CDA28AB1E}" type="presOf" srcId="{7AE8936F-86E4-4EDB-B008-6D74B69FE9A9}" destId="{48714113-2D19-4F00-B655-1FEE8C73198E}" srcOrd="0" destOrd="0" presId="urn:microsoft.com/office/officeart/2005/8/layout/matrix3"/>
    <dgm:cxn modelId="{6077A684-1100-4E10-A2BA-1053D997EDBA}" srcId="{8F5F0234-80F8-4845-BEC9-A0FF51CA5D9F}" destId="{D540E003-917D-478D-AB1A-788C783175DE}" srcOrd="1" destOrd="0" parTransId="{DE2A7AA4-3E49-4D11-8E3A-C9B2BA063152}" sibTransId="{6F7B0AAC-B8E7-4D1D-8862-3471CD664C84}"/>
    <dgm:cxn modelId="{5F007E75-9F8E-4F22-B1DA-948F573A613B}" type="presOf" srcId="{8F5F0234-80F8-4845-BEC9-A0FF51CA5D9F}" destId="{9E7954D0-A9F2-48A7-8147-516596F067A2}" srcOrd="0" destOrd="0" presId="urn:microsoft.com/office/officeart/2005/8/layout/matrix3"/>
    <dgm:cxn modelId="{F6B34655-EF71-4F2B-BC2D-55CBB69836F1}" type="presOf" srcId="{D540E003-917D-478D-AB1A-788C783175DE}" destId="{A1CF9847-26E7-45DC-A8C0-63D0FAB2FE81}" srcOrd="0" destOrd="0" presId="urn:microsoft.com/office/officeart/2005/8/layout/matrix3"/>
    <dgm:cxn modelId="{37DAA2A0-C33D-48DC-86EA-1A1D5C8036F5}" type="presParOf" srcId="{9E7954D0-A9F2-48A7-8147-516596F067A2}" destId="{51BA6A77-CD15-43D7-A651-CE9906A761F9}" srcOrd="0" destOrd="0" presId="urn:microsoft.com/office/officeart/2005/8/layout/matrix3"/>
    <dgm:cxn modelId="{965E0F95-64CF-43EB-AD61-7F8B874794D3}" type="presParOf" srcId="{9E7954D0-A9F2-48A7-8147-516596F067A2}" destId="{48714113-2D19-4F00-B655-1FEE8C73198E}" srcOrd="1" destOrd="0" presId="urn:microsoft.com/office/officeart/2005/8/layout/matrix3"/>
    <dgm:cxn modelId="{C3BAA3CF-FB7F-4398-80F9-20C0D1125FE0}" type="presParOf" srcId="{9E7954D0-A9F2-48A7-8147-516596F067A2}" destId="{A1CF9847-26E7-45DC-A8C0-63D0FAB2FE81}" srcOrd="2" destOrd="0" presId="urn:microsoft.com/office/officeart/2005/8/layout/matrix3"/>
    <dgm:cxn modelId="{8CB33BE6-D616-4C2D-9FDF-6DB512934177}" type="presParOf" srcId="{9E7954D0-A9F2-48A7-8147-516596F067A2}" destId="{C95A68AF-6D3A-493B-A505-E9AC2C807139}" srcOrd="3" destOrd="0" presId="urn:microsoft.com/office/officeart/2005/8/layout/matrix3"/>
    <dgm:cxn modelId="{1383AC4A-538D-48D3-86C6-95D87C328CAF}" type="presParOf" srcId="{9E7954D0-A9F2-48A7-8147-516596F067A2}" destId="{0F238690-96FF-4053-A414-29B7B9CDFFD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A92F955-B47B-412A-8F53-D258626308E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54103EA-D454-4A68-AC9D-DC56A4C51B59}">
      <dgm:prSet/>
      <dgm:spPr/>
      <dgm:t>
        <a:bodyPr/>
        <a:lstStyle/>
        <a:p>
          <a:r>
            <a:rPr lang="uk-UA" b="0" i="0"/>
            <a:t>Поділля.</a:t>
          </a:r>
          <a:endParaRPr lang="uk-UA"/>
        </a:p>
      </dgm:t>
    </dgm:pt>
    <dgm:pt modelId="{49EEA8D5-AF32-470D-B16B-B17896DBBFD6}" type="parTrans" cxnId="{8DF383A4-0B26-48C9-97F9-999AE7F0FE0A}">
      <dgm:prSet/>
      <dgm:spPr/>
      <dgm:t>
        <a:bodyPr/>
        <a:lstStyle/>
        <a:p>
          <a:endParaRPr lang="uk-UA"/>
        </a:p>
      </dgm:t>
    </dgm:pt>
    <dgm:pt modelId="{1622A574-7A6E-4545-8203-9C1D55979976}" type="sibTrans" cxnId="{8DF383A4-0B26-48C9-97F9-999AE7F0FE0A}">
      <dgm:prSet/>
      <dgm:spPr/>
      <dgm:t>
        <a:bodyPr/>
        <a:lstStyle/>
        <a:p>
          <a:endParaRPr lang="uk-UA"/>
        </a:p>
      </dgm:t>
    </dgm:pt>
    <dgm:pt modelId="{6D869667-9365-4738-879A-DB9F8A1A40E5}">
      <dgm:prSet/>
      <dgm:spPr/>
      <dgm:t>
        <a:bodyPr/>
        <a:lstStyle/>
        <a:p>
          <a:r>
            <a:rPr lang="uk-UA" b="0" i="0"/>
            <a:t>Східної Галичини.</a:t>
          </a:r>
          <a:endParaRPr lang="uk-UA"/>
        </a:p>
      </dgm:t>
    </dgm:pt>
    <dgm:pt modelId="{B739FFCE-5153-4A42-9F62-73195AD3C7F2}" type="parTrans" cxnId="{5BD87A66-380E-4071-809D-8EDBF106232A}">
      <dgm:prSet/>
      <dgm:spPr/>
      <dgm:t>
        <a:bodyPr/>
        <a:lstStyle/>
        <a:p>
          <a:endParaRPr lang="uk-UA"/>
        </a:p>
      </dgm:t>
    </dgm:pt>
    <dgm:pt modelId="{FEA2E5A1-029A-47AF-91E8-A0F7B2A96265}" type="sibTrans" cxnId="{5BD87A66-380E-4071-809D-8EDBF106232A}">
      <dgm:prSet/>
      <dgm:spPr/>
      <dgm:t>
        <a:bodyPr/>
        <a:lstStyle/>
        <a:p>
          <a:endParaRPr lang="uk-UA"/>
        </a:p>
      </dgm:t>
    </dgm:pt>
    <dgm:pt modelId="{7F7F3E12-369F-4E76-B66C-7B5C865A4C3C}">
      <dgm:prSet/>
      <dgm:spPr/>
      <dgm:t>
        <a:bodyPr/>
        <a:lstStyle/>
        <a:p>
          <a:r>
            <a:rPr lang="uk-UA" b="0" i="0"/>
            <a:t>Північної Буковини.</a:t>
          </a:r>
          <a:endParaRPr lang="uk-UA"/>
        </a:p>
      </dgm:t>
    </dgm:pt>
    <dgm:pt modelId="{12F9332D-7498-4B19-B5DD-58340E0AD5C5}" type="parTrans" cxnId="{23CCBED2-EE6B-452E-BD0E-2EAE82C9AB74}">
      <dgm:prSet/>
      <dgm:spPr/>
      <dgm:t>
        <a:bodyPr/>
        <a:lstStyle/>
        <a:p>
          <a:endParaRPr lang="uk-UA"/>
        </a:p>
      </dgm:t>
    </dgm:pt>
    <dgm:pt modelId="{FC72A52F-5749-491A-B4B0-DC045D8803ED}" type="sibTrans" cxnId="{23CCBED2-EE6B-452E-BD0E-2EAE82C9AB74}">
      <dgm:prSet/>
      <dgm:spPr/>
      <dgm:t>
        <a:bodyPr/>
        <a:lstStyle/>
        <a:p>
          <a:endParaRPr lang="uk-UA"/>
        </a:p>
      </dgm:t>
    </dgm:pt>
    <dgm:pt modelId="{017A9459-C01C-4B02-89CB-9F6914F32F3A}">
      <dgm:prSet/>
      <dgm:spPr/>
      <dgm:t>
        <a:bodyPr/>
        <a:lstStyle/>
        <a:p>
          <a:r>
            <a:rPr lang="uk-UA" b="0" i="0"/>
            <a:t>Закарпаття.</a:t>
          </a:r>
          <a:endParaRPr lang="uk-UA"/>
        </a:p>
      </dgm:t>
    </dgm:pt>
    <dgm:pt modelId="{FC720502-2623-42BB-AB65-6B7BBBF11877}" type="parTrans" cxnId="{484E5A6B-67D3-4790-AB1A-D72C3ED9AB33}">
      <dgm:prSet/>
      <dgm:spPr/>
      <dgm:t>
        <a:bodyPr/>
        <a:lstStyle/>
        <a:p>
          <a:endParaRPr lang="uk-UA"/>
        </a:p>
      </dgm:t>
    </dgm:pt>
    <dgm:pt modelId="{C1634EDC-29DA-447C-80BC-5AFD769385EF}" type="sibTrans" cxnId="{484E5A6B-67D3-4790-AB1A-D72C3ED9AB33}">
      <dgm:prSet/>
      <dgm:spPr/>
      <dgm:t>
        <a:bodyPr/>
        <a:lstStyle/>
        <a:p>
          <a:endParaRPr lang="uk-UA"/>
        </a:p>
      </dgm:t>
    </dgm:pt>
    <dgm:pt modelId="{47D3C471-5184-4CE6-BAA8-6A29B21ED2FC}" type="pres">
      <dgm:prSet presAssocID="{3A92F955-B47B-412A-8F53-D258626308E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1F045EA-ABF2-48F1-8ECC-050F0D3CE47E}" type="pres">
      <dgm:prSet presAssocID="{754103EA-D454-4A68-AC9D-DC56A4C51B59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3CAFEB3-9364-4FD8-9AFF-AA17902E5FD2}" type="pres">
      <dgm:prSet presAssocID="{1622A574-7A6E-4545-8203-9C1D55979976}" presName="spacer" presStyleCnt="0"/>
      <dgm:spPr/>
    </dgm:pt>
    <dgm:pt modelId="{02E98F60-BFD4-4FBC-B523-6BD9B6C54F57}" type="pres">
      <dgm:prSet presAssocID="{6D869667-9365-4738-879A-DB9F8A1A40E5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1F28996-5111-4BD4-B05B-65B23A48B9BF}" type="pres">
      <dgm:prSet presAssocID="{FEA2E5A1-029A-47AF-91E8-A0F7B2A96265}" presName="spacer" presStyleCnt="0"/>
      <dgm:spPr/>
    </dgm:pt>
    <dgm:pt modelId="{A4D3DA90-248D-48D0-9000-5225F81D057A}" type="pres">
      <dgm:prSet presAssocID="{7F7F3E12-369F-4E76-B66C-7B5C865A4C3C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FA70639-2EA2-4195-9B65-D9D596F7F75E}" type="pres">
      <dgm:prSet presAssocID="{FC72A52F-5749-491A-B4B0-DC045D8803ED}" presName="spacer" presStyleCnt="0"/>
      <dgm:spPr/>
    </dgm:pt>
    <dgm:pt modelId="{888EA36F-C887-4334-8000-66D2DDC5C9C2}" type="pres">
      <dgm:prSet presAssocID="{017A9459-C01C-4B02-89CB-9F6914F32F3A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DF383A4-0B26-48C9-97F9-999AE7F0FE0A}" srcId="{3A92F955-B47B-412A-8F53-D258626308E5}" destId="{754103EA-D454-4A68-AC9D-DC56A4C51B59}" srcOrd="0" destOrd="0" parTransId="{49EEA8D5-AF32-470D-B16B-B17896DBBFD6}" sibTransId="{1622A574-7A6E-4545-8203-9C1D55979976}"/>
    <dgm:cxn modelId="{484E5A6B-67D3-4790-AB1A-D72C3ED9AB33}" srcId="{3A92F955-B47B-412A-8F53-D258626308E5}" destId="{017A9459-C01C-4B02-89CB-9F6914F32F3A}" srcOrd="3" destOrd="0" parTransId="{FC720502-2623-42BB-AB65-6B7BBBF11877}" sibTransId="{C1634EDC-29DA-447C-80BC-5AFD769385EF}"/>
    <dgm:cxn modelId="{2281AA16-9AED-44CF-B94E-8105A2CF4AD4}" type="presOf" srcId="{017A9459-C01C-4B02-89CB-9F6914F32F3A}" destId="{888EA36F-C887-4334-8000-66D2DDC5C9C2}" srcOrd="0" destOrd="0" presId="urn:microsoft.com/office/officeart/2005/8/layout/vList2"/>
    <dgm:cxn modelId="{2ADA0280-9589-4542-A491-FB8F0380D8CC}" type="presOf" srcId="{3A92F955-B47B-412A-8F53-D258626308E5}" destId="{47D3C471-5184-4CE6-BAA8-6A29B21ED2FC}" srcOrd="0" destOrd="0" presId="urn:microsoft.com/office/officeart/2005/8/layout/vList2"/>
    <dgm:cxn modelId="{F5783FA3-0A6A-4151-A0E3-43D7C2D20C31}" type="presOf" srcId="{6D869667-9365-4738-879A-DB9F8A1A40E5}" destId="{02E98F60-BFD4-4FBC-B523-6BD9B6C54F57}" srcOrd="0" destOrd="0" presId="urn:microsoft.com/office/officeart/2005/8/layout/vList2"/>
    <dgm:cxn modelId="{23CCBED2-EE6B-452E-BD0E-2EAE82C9AB74}" srcId="{3A92F955-B47B-412A-8F53-D258626308E5}" destId="{7F7F3E12-369F-4E76-B66C-7B5C865A4C3C}" srcOrd="2" destOrd="0" parTransId="{12F9332D-7498-4B19-B5DD-58340E0AD5C5}" sibTransId="{FC72A52F-5749-491A-B4B0-DC045D8803ED}"/>
    <dgm:cxn modelId="{FE6CA0C1-7522-4678-BB2C-B33361C7BD8E}" type="presOf" srcId="{7F7F3E12-369F-4E76-B66C-7B5C865A4C3C}" destId="{A4D3DA90-248D-48D0-9000-5225F81D057A}" srcOrd="0" destOrd="0" presId="urn:microsoft.com/office/officeart/2005/8/layout/vList2"/>
    <dgm:cxn modelId="{5BD87A66-380E-4071-809D-8EDBF106232A}" srcId="{3A92F955-B47B-412A-8F53-D258626308E5}" destId="{6D869667-9365-4738-879A-DB9F8A1A40E5}" srcOrd="1" destOrd="0" parTransId="{B739FFCE-5153-4A42-9F62-73195AD3C7F2}" sibTransId="{FEA2E5A1-029A-47AF-91E8-A0F7B2A96265}"/>
    <dgm:cxn modelId="{3BA8FCD5-A77C-4A1C-80B9-0075A45F5485}" type="presOf" srcId="{754103EA-D454-4A68-AC9D-DC56A4C51B59}" destId="{E1F045EA-ABF2-48F1-8ECC-050F0D3CE47E}" srcOrd="0" destOrd="0" presId="urn:microsoft.com/office/officeart/2005/8/layout/vList2"/>
    <dgm:cxn modelId="{CE4151DE-FAC7-4D84-8A13-D725A1A39658}" type="presParOf" srcId="{47D3C471-5184-4CE6-BAA8-6A29B21ED2FC}" destId="{E1F045EA-ABF2-48F1-8ECC-050F0D3CE47E}" srcOrd="0" destOrd="0" presId="urn:microsoft.com/office/officeart/2005/8/layout/vList2"/>
    <dgm:cxn modelId="{DBAA1942-4D49-43AD-B87A-C04742969D86}" type="presParOf" srcId="{47D3C471-5184-4CE6-BAA8-6A29B21ED2FC}" destId="{13CAFEB3-9364-4FD8-9AFF-AA17902E5FD2}" srcOrd="1" destOrd="0" presId="urn:microsoft.com/office/officeart/2005/8/layout/vList2"/>
    <dgm:cxn modelId="{C6FD91E9-991B-46CA-A407-27D44E9CCD69}" type="presParOf" srcId="{47D3C471-5184-4CE6-BAA8-6A29B21ED2FC}" destId="{02E98F60-BFD4-4FBC-B523-6BD9B6C54F57}" srcOrd="2" destOrd="0" presId="urn:microsoft.com/office/officeart/2005/8/layout/vList2"/>
    <dgm:cxn modelId="{21D56490-36B6-426F-8F8C-C14FEF13E582}" type="presParOf" srcId="{47D3C471-5184-4CE6-BAA8-6A29B21ED2FC}" destId="{F1F28996-5111-4BD4-B05B-65B23A48B9BF}" srcOrd="3" destOrd="0" presId="urn:microsoft.com/office/officeart/2005/8/layout/vList2"/>
    <dgm:cxn modelId="{3FAD28A4-51BF-4381-807E-9900DD16DD46}" type="presParOf" srcId="{47D3C471-5184-4CE6-BAA8-6A29B21ED2FC}" destId="{A4D3DA90-248D-48D0-9000-5225F81D057A}" srcOrd="4" destOrd="0" presId="urn:microsoft.com/office/officeart/2005/8/layout/vList2"/>
    <dgm:cxn modelId="{5A523F73-5484-49C1-BBBC-CB98373CE5D5}" type="presParOf" srcId="{47D3C471-5184-4CE6-BAA8-6A29B21ED2FC}" destId="{7FA70639-2EA2-4195-9B65-D9D596F7F75E}" srcOrd="5" destOrd="0" presId="urn:microsoft.com/office/officeart/2005/8/layout/vList2"/>
    <dgm:cxn modelId="{F4901035-CB95-4286-8C7B-720610F58814}" type="presParOf" srcId="{47D3C471-5184-4CE6-BAA8-6A29B21ED2FC}" destId="{888EA36F-C887-4334-8000-66D2DDC5C9C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797A09B-4F04-427E-889C-1539B9F211C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888C353-0BBA-48B5-A8D7-F604A5DE70BE}">
      <dgm:prSet/>
      <dgm:spPr/>
      <dgm:t>
        <a:bodyPr/>
        <a:lstStyle/>
        <a:p>
          <a:r>
            <a:rPr lang="uk-UA" b="0" i="0"/>
            <a:t>заборона діяльності українських політичних партій</a:t>
          </a:r>
          <a:endParaRPr lang="uk-UA"/>
        </a:p>
      </dgm:t>
    </dgm:pt>
    <dgm:pt modelId="{04266862-35F1-4147-89C8-2AB4F01A9710}" type="parTrans" cxnId="{A44D6331-D7D1-4460-8809-330BA35DAF16}">
      <dgm:prSet/>
      <dgm:spPr/>
      <dgm:t>
        <a:bodyPr/>
        <a:lstStyle/>
        <a:p>
          <a:endParaRPr lang="uk-UA"/>
        </a:p>
      </dgm:t>
    </dgm:pt>
    <dgm:pt modelId="{CAEF6BB3-BFD4-46FC-8EC9-28343FB34766}" type="sibTrans" cxnId="{A44D6331-D7D1-4460-8809-330BA35DAF16}">
      <dgm:prSet/>
      <dgm:spPr/>
      <dgm:t>
        <a:bodyPr/>
        <a:lstStyle/>
        <a:p>
          <a:endParaRPr lang="uk-UA"/>
        </a:p>
      </dgm:t>
    </dgm:pt>
    <dgm:pt modelId="{73D65D81-6E94-4624-AA7A-556CE86658C0}">
      <dgm:prSet/>
      <dgm:spPr/>
      <dgm:t>
        <a:bodyPr/>
        <a:lstStyle/>
        <a:p>
          <a:r>
            <a:rPr lang="uk-UA" b="0" i="0"/>
            <a:t>тотальна мобілізація чоловічого населення до армії</a:t>
          </a:r>
          <a:endParaRPr lang="uk-UA"/>
        </a:p>
      </dgm:t>
    </dgm:pt>
    <dgm:pt modelId="{E12B73B6-498F-435C-A737-5D5F1D8A905C}" type="parTrans" cxnId="{3748EBCC-7F23-4A6D-AD15-032BDA6D6EDD}">
      <dgm:prSet/>
      <dgm:spPr/>
      <dgm:t>
        <a:bodyPr/>
        <a:lstStyle/>
        <a:p>
          <a:endParaRPr lang="uk-UA"/>
        </a:p>
      </dgm:t>
    </dgm:pt>
    <dgm:pt modelId="{F8A59BC5-6D6E-4CED-89CC-3A9A77D9A832}" type="sibTrans" cxnId="{3748EBCC-7F23-4A6D-AD15-032BDA6D6EDD}">
      <dgm:prSet/>
      <dgm:spPr/>
      <dgm:t>
        <a:bodyPr/>
        <a:lstStyle/>
        <a:p>
          <a:endParaRPr lang="uk-UA"/>
        </a:p>
      </dgm:t>
    </dgm:pt>
    <dgm:pt modelId="{23C0C22F-FEBE-4B1A-876D-4B348A672711}">
      <dgm:prSet/>
      <dgm:spPr/>
      <dgm:t>
        <a:bodyPr/>
        <a:lstStyle/>
        <a:p>
          <a:r>
            <a:rPr lang="uk-UA" b="0" i="0"/>
            <a:t>депортація нелояльної частини населення</a:t>
          </a:r>
          <a:endParaRPr lang="uk-UA"/>
        </a:p>
      </dgm:t>
    </dgm:pt>
    <dgm:pt modelId="{09B8BC1E-FC30-476D-B5CB-30B5285E204D}" type="parTrans" cxnId="{8C4881CF-3F00-4922-9FCC-30BC01A9AA6A}">
      <dgm:prSet/>
      <dgm:spPr/>
      <dgm:t>
        <a:bodyPr/>
        <a:lstStyle/>
        <a:p>
          <a:endParaRPr lang="uk-UA"/>
        </a:p>
      </dgm:t>
    </dgm:pt>
    <dgm:pt modelId="{A416C610-78CA-4167-9393-E8AB5E34CAA4}" type="sibTrans" cxnId="{8C4881CF-3F00-4922-9FCC-30BC01A9AA6A}">
      <dgm:prSet/>
      <dgm:spPr/>
      <dgm:t>
        <a:bodyPr/>
        <a:lstStyle/>
        <a:p>
          <a:endParaRPr lang="uk-UA"/>
        </a:p>
      </dgm:t>
    </dgm:pt>
    <dgm:pt modelId="{657BADBC-7A71-4E52-B420-379735ADBE2B}">
      <dgm:prSet/>
      <dgm:spPr/>
      <dgm:t>
        <a:bodyPr/>
        <a:lstStyle/>
        <a:p>
          <a:r>
            <a:rPr lang="uk-UA" b="0" i="0"/>
            <a:t>боротьба з греко-католицькою церквою</a:t>
          </a:r>
          <a:endParaRPr lang="uk-UA"/>
        </a:p>
      </dgm:t>
    </dgm:pt>
    <dgm:pt modelId="{4992B0E1-E5C1-47E5-A856-032E2ED6BCE5}" type="parTrans" cxnId="{F24FCF7D-DFDD-4A04-BD37-2D07BC722790}">
      <dgm:prSet/>
      <dgm:spPr/>
      <dgm:t>
        <a:bodyPr/>
        <a:lstStyle/>
        <a:p>
          <a:endParaRPr lang="uk-UA"/>
        </a:p>
      </dgm:t>
    </dgm:pt>
    <dgm:pt modelId="{99F1B544-71D8-45F8-BB84-D00F277AFB7E}" type="sibTrans" cxnId="{F24FCF7D-DFDD-4A04-BD37-2D07BC722790}">
      <dgm:prSet/>
      <dgm:spPr/>
      <dgm:t>
        <a:bodyPr/>
        <a:lstStyle/>
        <a:p>
          <a:endParaRPr lang="uk-UA"/>
        </a:p>
      </dgm:t>
    </dgm:pt>
    <dgm:pt modelId="{E42F6076-4327-4FD6-B58F-794C363E7D1F}" type="pres">
      <dgm:prSet presAssocID="{7797A09B-4F04-427E-889C-1539B9F211CA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3BF16EC-18C9-49D8-B6BD-7C858BA1F2F9}" type="pres">
      <dgm:prSet presAssocID="{A888C353-0BBA-48B5-A8D7-F604A5DE70BE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9292856-0388-4004-9FAD-2D04857613DF}" type="pres">
      <dgm:prSet presAssocID="{CAEF6BB3-BFD4-46FC-8EC9-28343FB34766}" presName="spacer" presStyleCnt="0"/>
      <dgm:spPr/>
    </dgm:pt>
    <dgm:pt modelId="{4DA0E39D-5309-4349-84FA-8C52F74482C5}" type="pres">
      <dgm:prSet presAssocID="{73D65D81-6E94-4624-AA7A-556CE86658C0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DA1A1EA-C41F-405D-9004-5DE6F5B4EBA6}" type="pres">
      <dgm:prSet presAssocID="{F8A59BC5-6D6E-4CED-89CC-3A9A77D9A832}" presName="spacer" presStyleCnt="0"/>
      <dgm:spPr/>
    </dgm:pt>
    <dgm:pt modelId="{D96941C0-E000-4483-8634-2FF80F8F9053}" type="pres">
      <dgm:prSet presAssocID="{23C0C22F-FEBE-4B1A-876D-4B348A672711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4701A9F-2641-4C2B-A59A-6D3AFC90D14B}" type="pres">
      <dgm:prSet presAssocID="{A416C610-78CA-4167-9393-E8AB5E34CAA4}" presName="spacer" presStyleCnt="0"/>
      <dgm:spPr/>
    </dgm:pt>
    <dgm:pt modelId="{F19D51A6-584D-4862-A8B1-B38C81B88260}" type="pres">
      <dgm:prSet presAssocID="{657BADBC-7A71-4E52-B420-379735ADBE2B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04DDED7-0869-4988-ACAB-DA56AAE28382}" type="presOf" srcId="{23C0C22F-FEBE-4B1A-876D-4B348A672711}" destId="{D96941C0-E000-4483-8634-2FF80F8F9053}" srcOrd="0" destOrd="0" presId="urn:microsoft.com/office/officeart/2005/8/layout/vList2"/>
    <dgm:cxn modelId="{A44D6331-D7D1-4460-8809-330BA35DAF16}" srcId="{7797A09B-4F04-427E-889C-1539B9F211CA}" destId="{A888C353-0BBA-48B5-A8D7-F604A5DE70BE}" srcOrd="0" destOrd="0" parTransId="{04266862-35F1-4147-89C8-2AB4F01A9710}" sibTransId="{CAEF6BB3-BFD4-46FC-8EC9-28343FB34766}"/>
    <dgm:cxn modelId="{833824AE-CF43-445D-8F69-14407E6408CC}" type="presOf" srcId="{7797A09B-4F04-427E-889C-1539B9F211CA}" destId="{E42F6076-4327-4FD6-B58F-794C363E7D1F}" srcOrd="0" destOrd="0" presId="urn:microsoft.com/office/officeart/2005/8/layout/vList2"/>
    <dgm:cxn modelId="{3748EBCC-7F23-4A6D-AD15-032BDA6D6EDD}" srcId="{7797A09B-4F04-427E-889C-1539B9F211CA}" destId="{73D65D81-6E94-4624-AA7A-556CE86658C0}" srcOrd="1" destOrd="0" parTransId="{E12B73B6-498F-435C-A737-5D5F1D8A905C}" sibTransId="{F8A59BC5-6D6E-4CED-89CC-3A9A77D9A832}"/>
    <dgm:cxn modelId="{8C4881CF-3F00-4922-9FCC-30BC01A9AA6A}" srcId="{7797A09B-4F04-427E-889C-1539B9F211CA}" destId="{23C0C22F-FEBE-4B1A-876D-4B348A672711}" srcOrd="2" destOrd="0" parTransId="{09B8BC1E-FC30-476D-B5CB-30B5285E204D}" sibTransId="{A416C610-78CA-4167-9393-E8AB5E34CAA4}"/>
    <dgm:cxn modelId="{771105C2-2742-460B-98D2-EFE1FC48BC8D}" type="presOf" srcId="{657BADBC-7A71-4E52-B420-379735ADBE2B}" destId="{F19D51A6-584D-4862-A8B1-B38C81B88260}" srcOrd="0" destOrd="0" presId="urn:microsoft.com/office/officeart/2005/8/layout/vList2"/>
    <dgm:cxn modelId="{F24FCF7D-DFDD-4A04-BD37-2D07BC722790}" srcId="{7797A09B-4F04-427E-889C-1539B9F211CA}" destId="{657BADBC-7A71-4E52-B420-379735ADBE2B}" srcOrd="3" destOrd="0" parTransId="{4992B0E1-E5C1-47E5-A856-032E2ED6BCE5}" sibTransId="{99F1B544-71D8-45F8-BB84-D00F277AFB7E}"/>
    <dgm:cxn modelId="{8E01D4F3-F915-4138-8924-216D2EE9EEB6}" type="presOf" srcId="{73D65D81-6E94-4624-AA7A-556CE86658C0}" destId="{4DA0E39D-5309-4349-84FA-8C52F74482C5}" srcOrd="0" destOrd="0" presId="urn:microsoft.com/office/officeart/2005/8/layout/vList2"/>
    <dgm:cxn modelId="{BD846F53-4C53-4D51-AAD6-1AE128B367D6}" type="presOf" srcId="{A888C353-0BBA-48B5-A8D7-F604A5DE70BE}" destId="{73BF16EC-18C9-49D8-B6BD-7C858BA1F2F9}" srcOrd="0" destOrd="0" presId="urn:microsoft.com/office/officeart/2005/8/layout/vList2"/>
    <dgm:cxn modelId="{CB57410E-16C6-4782-A399-CDE5919A93C7}" type="presParOf" srcId="{E42F6076-4327-4FD6-B58F-794C363E7D1F}" destId="{73BF16EC-18C9-49D8-B6BD-7C858BA1F2F9}" srcOrd="0" destOrd="0" presId="urn:microsoft.com/office/officeart/2005/8/layout/vList2"/>
    <dgm:cxn modelId="{055F2F98-7C2C-4470-B58B-20E143FA55C4}" type="presParOf" srcId="{E42F6076-4327-4FD6-B58F-794C363E7D1F}" destId="{19292856-0388-4004-9FAD-2D04857613DF}" srcOrd="1" destOrd="0" presId="urn:microsoft.com/office/officeart/2005/8/layout/vList2"/>
    <dgm:cxn modelId="{6EE10151-AC60-486D-9AF8-5A0540C8BE38}" type="presParOf" srcId="{E42F6076-4327-4FD6-B58F-794C363E7D1F}" destId="{4DA0E39D-5309-4349-84FA-8C52F74482C5}" srcOrd="2" destOrd="0" presId="urn:microsoft.com/office/officeart/2005/8/layout/vList2"/>
    <dgm:cxn modelId="{0F49F879-780B-4EA5-952E-8953AF408137}" type="presParOf" srcId="{E42F6076-4327-4FD6-B58F-794C363E7D1F}" destId="{6DA1A1EA-C41F-405D-9004-5DE6F5B4EBA6}" srcOrd="3" destOrd="0" presId="urn:microsoft.com/office/officeart/2005/8/layout/vList2"/>
    <dgm:cxn modelId="{052E56D8-4970-4BB3-B38F-082BD151D757}" type="presParOf" srcId="{E42F6076-4327-4FD6-B58F-794C363E7D1F}" destId="{D96941C0-E000-4483-8634-2FF80F8F9053}" srcOrd="4" destOrd="0" presId="urn:microsoft.com/office/officeart/2005/8/layout/vList2"/>
    <dgm:cxn modelId="{BA343BE2-5840-4251-83EB-75DFAFBB95BD}" type="presParOf" srcId="{E42F6076-4327-4FD6-B58F-794C363E7D1F}" destId="{44701A9F-2641-4C2B-A59A-6D3AFC90D14B}" srcOrd="5" destOrd="0" presId="urn:microsoft.com/office/officeart/2005/8/layout/vList2"/>
    <dgm:cxn modelId="{D654D718-F0E7-4532-88D1-7D1F984AE839}" type="presParOf" srcId="{E42F6076-4327-4FD6-B58F-794C363E7D1F}" destId="{F19D51A6-584D-4862-A8B1-B38C81B8826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C9C0AF5-54EC-4157-AD36-52C678F4A25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806922C-BE81-4CF8-8312-ACD9CCD6079D}">
      <dgm:prSet/>
      <dgm:spPr/>
      <dgm:t>
        <a:bodyPr/>
        <a:lstStyle/>
        <a:p>
          <a:r>
            <a:rPr lang="uk-UA" b="0" i="0"/>
            <a:t>терору голодом.</a:t>
          </a:r>
          <a:endParaRPr lang="uk-UA"/>
        </a:p>
      </dgm:t>
    </dgm:pt>
    <dgm:pt modelId="{A75B8F66-CC32-411F-ABF5-D3D0116E35A0}" type="parTrans" cxnId="{89F482AA-18D8-48AB-84D3-1F248DA565CE}">
      <dgm:prSet/>
      <dgm:spPr/>
      <dgm:t>
        <a:bodyPr/>
        <a:lstStyle/>
        <a:p>
          <a:endParaRPr lang="uk-UA"/>
        </a:p>
      </dgm:t>
    </dgm:pt>
    <dgm:pt modelId="{E73E9366-03D8-447C-93A0-3A867EB59C07}" type="sibTrans" cxnId="{89F482AA-18D8-48AB-84D3-1F248DA565CE}">
      <dgm:prSet/>
      <dgm:spPr/>
      <dgm:t>
        <a:bodyPr/>
        <a:lstStyle/>
        <a:p>
          <a:endParaRPr lang="uk-UA"/>
        </a:p>
      </dgm:t>
    </dgm:pt>
    <dgm:pt modelId="{FFDFD0E9-43B3-404B-8E9C-B1BE9BDC579B}">
      <dgm:prSet/>
      <dgm:spPr/>
      <dgm:t>
        <a:bodyPr/>
        <a:lstStyle/>
        <a:p>
          <a:r>
            <a:rPr lang="uk-UA" b="0" i="0"/>
            <a:t>системи раднаргоспів.</a:t>
          </a:r>
          <a:endParaRPr lang="uk-UA"/>
        </a:p>
      </dgm:t>
    </dgm:pt>
    <dgm:pt modelId="{AE5A3908-3E7F-4D43-AC14-96C68B1CB33B}" type="parTrans" cxnId="{D76BE631-A267-4DEE-9D13-FEF3AF7AE02D}">
      <dgm:prSet/>
      <dgm:spPr/>
      <dgm:t>
        <a:bodyPr/>
        <a:lstStyle/>
        <a:p>
          <a:endParaRPr lang="uk-UA"/>
        </a:p>
      </dgm:t>
    </dgm:pt>
    <dgm:pt modelId="{24C770F7-4D67-43E9-B2D5-77699D228843}" type="sibTrans" cxnId="{D76BE631-A267-4DEE-9D13-FEF3AF7AE02D}">
      <dgm:prSet/>
      <dgm:spPr/>
      <dgm:t>
        <a:bodyPr/>
        <a:lstStyle/>
        <a:p>
          <a:endParaRPr lang="uk-UA"/>
        </a:p>
      </dgm:t>
    </dgm:pt>
    <dgm:pt modelId="{0CE56F08-F93D-4FA6-B471-96AC32DED17D}">
      <dgm:prSet/>
      <dgm:spPr/>
      <dgm:t>
        <a:bodyPr/>
        <a:lstStyle/>
        <a:p>
          <a:r>
            <a:rPr lang="uk-UA" b="0" i="0"/>
            <a:t>кампанії з розкуркулення.</a:t>
          </a:r>
          <a:endParaRPr lang="uk-UA"/>
        </a:p>
      </dgm:t>
    </dgm:pt>
    <dgm:pt modelId="{19C60A83-F89C-46EC-BA40-3B8F23A6A253}" type="parTrans" cxnId="{FBC62B3B-F64C-4BF7-BDB3-F949CB327717}">
      <dgm:prSet/>
      <dgm:spPr/>
      <dgm:t>
        <a:bodyPr/>
        <a:lstStyle/>
        <a:p>
          <a:endParaRPr lang="uk-UA"/>
        </a:p>
      </dgm:t>
    </dgm:pt>
    <dgm:pt modelId="{1DFB301F-E7B0-4A9D-B971-1D0081E69CAA}" type="sibTrans" cxnId="{FBC62B3B-F64C-4BF7-BDB3-F949CB327717}">
      <dgm:prSet/>
      <dgm:spPr/>
      <dgm:t>
        <a:bodyPr/>
        <a:lstStyle/>
        <a:p>
          <a:endParaRPr lang="uk-UA"/>
        </a:p>
      </dgm:t>
    </dgm:pt>
    <dgm:pt modelId="{51B55061-DC8B-4BCD-915B-C5EE3148E854}">
      <dgm:prSet/>
      <dgm:spPr/>
      <dgm:t>
        <a:bodyPr/>
        <a:lstStyle/>
        <a:p>
          <a:r>
            <a:rPr lang="uk-UA" b="0" i="0"/>
            <a:t>заходів зі згортання колективізації.</a:t>
          </a:r>
          <a:endParaRPr lang="uk-UA"/>
        </a:p>
      </dgm:t>
    </dgm:pt>
    <dgm:pt modelId="{36232E72-7DA2-4E58-B28B-CADA50BB102E}" type="parTrans" cxnId="{171CADC9-1D67-46CE-84F5-A9DFECB80E5C}">
      <dgm:prSet/>
      <dgm:spPr/>
      <dgm:t>
        <a:bodyPr/>
        <a:lstStyle/>
        <a:p>
          <a:endParaRPr lang="uk-UA"/>
        </a:p>
      </dgm:t>
    </dgm:pt>
    <dgm:pt modelId="{E60D418D-8607-4069-90B8-085B0D261739}" type="sibTrans" cxnId="{171CADC9-1D67-46CE-84F5-A9DFECB80E5C}">
      <dgm:prSet/>
      <dgm:spPr/>
      <dgm:t>
        <a:bodyPr/>
        <a:lstStyle/>
        <a:p>
          <a:endParaRPr lang="uk-UA"/>
        </a:p>
      </dgm:t>
    </dgm:pt>
    <dgm:pt modelId="{A7FF5B84-E252-4319-BBBD-DDEDDF9E5FDA}" type="pres">
      <dgm:prSet presAssocID="{EC9C0AF5-54EC-4157-AD36-52C678F4A25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516E8D4-6B20-462B-AFA6-11436FB65A04}" type="pres">
      <dgm:prSet presAssocID="{2806922C-BE81-4CF8-8312-ACD9CCD6079D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B2CFE49-4422-41DA-BE93-9E74B899F9C1}" type="pres">
      <dgm:prSet presAssocID="{E73E9366-03D8-447C-93A0-3A867EB59C07}" presName="spacer" presStyleCnt="0"/>
      <dgm:spPr/>
    </dgm:pt>
    <dgm:pt modelId="{44BBE2BC-D12C-4F0D-A15E-527F0A670D55}" type="pres">
      <dgm:prSet presAssocID="{FFDFD0E9-43B3-404B-8E9C-B1BE9BDC579B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6FE0EA8-19A0-4E73-A9FA-4F9C377410A5}" type="pres">
      <dgm:prSet presAssocID="{24C770F7-4D67-43E9-B2D5-77699D228843}" presName="spacer" presStyleCnt="0"/>
      <dgm:spPr/>
    </dgm:pt>
    <dgm:pt modelId="{352AFCE2-75BC-479B-BFF1-7680085DF6B1}" type="pres">
      <dgm:prSet presAssocID="{0CE56F08-F93D-4FA6-B471-96AC32DED17D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02795B6-112A-41E9-A133-48B101ED6556}" type="pres">
      <dgm:prSet presAssocID="{1DFB301F-E7B0-4A9D-B971-1D0081E69CAA}" presName="spacer" presStyleCnt="0"/>
      <dgm:spPr/>
    </dgm:pt>
    <dgm:pt modelId="{C69FE538-2B11-4EB4-8E59-F892F615B0BF}" type="pres">
      <dgm:prSet presAssocID="{51B55061-DC8B-4BCD-915B-C5EE3148E854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CE8675B-9007-483E-9A62-A0745C92089E}" type="presOf" srcId="{EC9C0AF5-54EC-4157-AD36-52C678F4A25B}" destId="{A7FF5B84-E252-4319-BBBD-DDEDDF9E5FDA}" srcOrd="0" destOrd="0" presId="urn:microsoft.com/office/officeart/2005/8/layout/vList2"/>
    <dgm:cxn modelId="{171CADC9-1D67-46CE-84F5-A9DFECB80E5C}" srcId="{EC9C0AF5-54EC-4157-AD36-52C678F4A25B}" destId="{51B55061-DC8B-4BCD-915B-C5EE3148E854}" srcOrd="3" destOrd="0" parTransId="{36232E72-7DA2-4E58-B28B-CADA50BB102E}" sibTransId="{E60D418D-8607-4069-90B8-085B0D261739}"/>
    <dgm:cxn modelId="{F14231A3-D782-4FAB-B6B2-8BD2AC99F84D}" type="presOf" srcId="{0CE56F08-F93D-4FA6-B471-96AC32DED17D}" destId="{352AFCE2-75BC-479B-BFF1-7680085DF6B1}" srcOrd="0" destOrd="0" presId="urn:microsoft.com/office/officeart/2005/8/layout/vList2"/>
    <dgm:cxn modelId="{89F482AA-18D8-48AB-84D3-1F248DA565CE}" srcId="{EC9C0AF5-54EC-4157-AD36-52C678F4A25B}" destId="{2806922C-BE81-4CF8-8312-ACD9CCD6079D}" srcOrd="0" destOrd="0" parTransId="{A75B8F66-CC32-411F-ABF5-D3D0116E35A0}" sibTransId="{E73E9366-03D8-447C-93A0-3A867EB59C07}"/>
    <dgm:cxn modelId="{FBC62B3B-F64C-4BF7-BDB3-F949CB327717}" srcId="{EC9C0AF5-54EC-4157-AD36-52C678F4A25B}" destId="{0CE56F08-F93D-4FA6-B471-96AC32DED17D}" srcOrd="2" destOrd="0" parTransId="{19C60A83-F89C-46EC-BA40-3B8F23A6A253}" sibTransId="{1DFB301F-E7B0-4A9D-B971-1D0081E69CAA}"/>
    <dgm:cxn modelId="{D76BE631-A267-4DEE-9D13-FEF3AF7AE02D}" srcId="{EC9C0AF5-54EC-4157-AD36-52C678F4A25B}" destId="{FFDFD0E9-43B3-404B-8E9C-B1BE9BDC579B}" srcOrd="1" destOrd="0" parTransId="{AE5A3908-3E7F-4D43-AC14-96C68B1CB33B}" sibTransId="{24C770F7-4D67-43E9-B2D5-77699D228843}"/>
    <dgm:cxn modelId="{61146779-57AF-4941-9B6F-7811752D3528}" type="presOf" srcId="{2806922C-BE81-4CF8-8312-ACD9CCD6079D}" destId="{0516E8D4-6B20-462B-AFA6-11436FB65A04}" srcOrd="0" destOrd="0" presId="urn:microsoft.com/office/officeart/2005/8/layout/vList2"/>
    <dgm:cxn modelId="{2BE9AA69-940A-4C73-848C-EEB76FBFFC55}" type="presOf" srcId="{51B55061-DC8B-4BCD-915B-C5EE3148E854}" destId="{C69FE538-2B11-4EB4-8E59-F892F615B0BF}" srcOrd="0" destOrd="0" presId="urn:microsoft.com/office/officeart/2005/8/layout/vList2"/>
    <dgm:cxn modelId="{91264007-23F6-4895-B7D6-88EFC759568E}" type="presOf" srcId="{FFDFD0E9-43B3-404B-8E9C-B1BE9BDC579B}" destId="{44BBE2BC-D12C-4F0D-A15E-527F0A670D55}" srcOrd="0" destOrd="0" presId="urn:microsoft.com/office/officeart/2005/8/layout/vList2"/>
    <dgm:cxn modelId="{99F4EA19-3CE9-4F86-8980-9231A2D89E7C}" type="presParOf" srcId="{A7FF5B84-E252-4319-BBBD-DDEDDF9E5FDA}" destId="{0516E8D4-6B20-462B-AFA6-11436FB65A04}" srcOrd="0" destOrd="0" presId="urn:microsoft.com/office/officeart/2005/8/layout/vList2"/>
    <dgm:cxn modelId="{832BE7D2-53CA-448D-BAE4-804E5CA60C77}" type="presParOf" srcId="{A7FF5B84-E252-4319-BBBD-DDEDDF9E5FDA}" destId="{9B2CFE49-4422-41DA-BE93-9E74B899F9C1}" srcOrd="1" destOrd="0" presId="urn:microsoft.com/office/officeart/2005/8/layout/vList2"/>
    <dgm:cxn modelId="{F5FF00AB-3D92-42F3-B35B-B14D164D31CB}" type="presParOf" srcId="{A7FF5B84-E252-4319-BBBD-DDEDDF9E5FDA}" destId="{44BBE2BC-D12C-4F0D-A15E-527F0A670D55}" srcOrd="2" destOrd="0" presId="urn:microsoft.com/office/officeart/2005/8/layout/vList2"/>
    <dgm:cxn modelId="{39734260-6023-4293-B008-F2288FDEF761}" type="presParOf" srcId="{A7FF5B84-E252-4319-BBBD-DDEDDF9E5FDA}" destId="{36FE0EA8-19A0-4E73-A9FA-4F9C377410A5}" srcOrd="3" destOrd="0" presId="urn:microsoft.com/office/officeart/2005/8/layout/vList2"/>
    <dgm:cxn modelId="{D16B4E33-B299-414F-B8FC-7241F4232C4D}" type="presParOf" srcId="{A7FF5B84-E252-4319-BBBD-DDEDDF9E5FDA}" destId="{352AFCE2-75BC-479B-BFF1-7680085DF6B1}" srcOrd="4" destOrd="0" presId="urn:microsoft.com/office/officeart/2005/8/layout/vList2"/>
    <dgm:cxn modelId="{7F533821-91D7-45C3-88A9-F8644A4CAC51}" type="presParOf" srcId="{A7FF5B84-E252-4319-BBBD-DDEDDF9E5FDA}" destId="{102795B6-112A-41E9-A133-48B101ED6556}" srcOrd="5" destOrd="0" presId="urn:microsoft.com/office/officeart/2005/8/layout/vList2"/>
    <dgm:cxn modelId="{B75B10B0-3120-455A-8B1E-6789963DD7E5}" type="presParOf" srcId="{A7FF5B84-E252-4319-BBBD-DDEDDF9E5FDA}" destId="{C69FE538-2B11-4EB4-8E59-F892F615B0B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16FD1F6-275C-4247-9F60-600523B964B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27AAFD9-7FE5-4331-A926-4DC2F1E8783E}">
      <dgm:prSet/>
      <dgm:spPr/>
      <dgm:t>
        <a:bodyPr/>
        <a:lstStyle/>
        <a:p>
          <a:r>
            <a:rPr lang="uk-UA" b="0" i="0"/>
            <a:t>Української національної партії (УНП)</a:t>
          </a:r>
          <a:endParaRPr lang="uk-UA"/>
        </a:p>
      </dgm:t>
    </dgm:pt>
    <dgm:pt modelId="{656A4588-7352-403F-AA12-41FA07E860A5}" type="parTrans" cxnId="{C91A3863-3551-46B2-9F02-E14B0A80738F}">
      <dgm:prSet/>
      <dgm:spPr/>
      <dgm:t>
        <a:bodyPr/>
        <a:lstStyle/>
        <a:p>
          <a:endParaRPr lang="uk-UA"/>
        </a:p>
      </dgm:t>
    </dgm:pt>
    <dgm:pt modelId="{0AAB8A92-B255-4B3A-BF99-22021D5C5491}" type="sibTrans" cxnId="{C91A3863-3551-46B2-9F02-E14B0A80738F}">
      <dgm:prSet/>
      <dgm:spPr/>
      <dgm:t>
        <a:bodyPr/>
        <a:lstStyle/>
        <a:p>
          <a:endParaRPr lang="uk-UA"/>
        </a:p>
      </dgm:t>
    </dgm:pt>
    <dgm:pt modelId="{EF95069F-F272-4610-9B14-6368DF5642EC}">
      <dgm:prSet/>
      <dgm:spPr/>
      <dgm:t>
        <a:bodyPr/>
        <a:lstStyle/>
        <a:p>
          <a:r>
            <a:rPr lang="uk-UA" b="0" i="0"/>
            <a:t>Організації українських націоналістів (ОУН)</a:t>
          </a:r>
          <a:endParaRPr lang="uk-UA"/>
        </a:p>
      </dgm:t>
    </dgm:pt>
    <dgm:pt modelId="{5DC9058F-6935-4C53-9B9B-E189E4249FDF}" type="parTrans" cxnId="{C4247DE4-2488-4772-809C-417320E68AFB}">
      <dgm:prSet/>
      <dgm:spPr/>
      <dgm:t>
        <a:bodyPr/>
        <a:lstStyle/>
        <a:p>
          <a:endParaRPr lang="uk-UA"/>
        </a:p>
      </dgm:t>
    </dgm:pt>
    <dgm:pt modelId="{2C6EDDB7-435C-4D9A-807F-2D4B7E406900}" type="sibTrans" cxnId="{C4247DE4-2488-4772-809C-417320E68AFB}">
      <dgm:prSet/>
      <dgm:spPr/>
      <dgm:t>
        <a:bodyPr/>
        <a:lstStyle/>
        <a:p>
          <a:endParaRPr lang="uk-UA"/>
        </a:p>
      </dgm:t>
    </dgm:pt>
    <dgm:pt modelId="{2586BBA7-0314-41AC-9BC8-7827AEEC25F3}">
      <dgm:prSet/>
      <dgm:spPr/>
      <dgm:t>
        <a:bodyPr/>
        <a:lstStyle/>
        <a:p>
          <a:r>
            <a:rPr lang="uk-UA" b="0" i="0"/>
            <a:t>Комуністичної партії Західної України (КПЗУ)</a:t>
          </a:r>
          <a:endParaRPr lang="uk-UA"/>
        </a:p>
      </dgm:t>
    </dgm:pt>
    <dgm:pt modelId="{D3490A81-2CFF-4543-8518-6F27D6F56C91}" type="parTrans" cxnId="{B86E9F6B-E49D-4B72-85F3-D2D35783E48E}">
      <dgm:prSet/>
      <dgm:spPr/>
      <dgm:t>
        <a:bodyPr/>
        <a:lstStyle/>
        <a:p>
          <a:endParaRPr lang="uk-UA"/>
        </a:p>
      </dgm:t>
    </dgm:pt>
    <dgm:pt modelId="{4F3D3A86-9F69-4611-961B-424CB03550BC}" type="sibTrans" cxnId="{B86E9F6B-E49D-4B72-85F3-D2D35783E48E}">
      <dgm:prSet/>
      <dgm:spPr/>
      <dgm:t>
        <a:bodyPr/>
        <a:lstStyle/>
        <a:p>
          <a:endParaRPr lang="uk-UA"/>
        </a:p>
      </dgm:t>
    </dgm:pt>
    <dgm:pt modelId="{B0484C3D-DDD8-405C-A948-35C84C84E7BD}">
      <dgm:prSet/>
      <dgm:spPr/>
      <dgm:t>
        <a:bodyPr/>
        <a:lstStyle/>
        <a:p>
          <a:r>
            <a:rPr lang="uk-UA" b="0" i="0"/>
            <a:t>Українського національно-демократичного об’єднання (УНДО)</a:t>
          </a:r>
          <a:endParaRPr lang="uk-UA"/>
        </a:p>
      </dgm:t>
    </dgm:pt>
    <dgm:pt modelId="{E80D96E3-FD78-433B-8A54-B62DE44ADF90}" type="parTrans" cxnId="{643CA520-D7BF-4048-983C-AC1E5F949D07}">
      <dgm:prSet/>
      <dgm:spPr/>
      <dgm:t>
        <a:bodyPr/>
        <a:lstStyle/>
        <a:p>
          <a:endParaRPr lang="uk-UA"/>
        </a:p>
      </dgm:t>
    </dgm:pt>
    <dgm:pt modelId="{806E1746-0915-42A3-9D30-864689F038B6}" type="sibTrans" cxnId="{643CA520-D7BF-4048-983C-AC1E5F949D07}">
      <dgm:prSet/>
      <dgm:spPr/>
      <dgm:t>
        <a:bodyPr/>
        <a:lstStyle/>
        <a:p>
          <a:endParaRPr lang="uk-UA"/>
        </a:p>
      </dgm:t>
    </dgm:pt>
    <dgm:pt modelId="{9623D0DB-88B1-4C3D-9924-3C4FE1823703}" type="pres">
      <dgm:prSet presAssocID="{916FD1F6-275C-4247-9F60-600523B964BA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C5D0CCD-22EC-4A2D-AB53-1463304CC542}" type="pres">
      <dgm:prSet presAssocID="{327AAFD9-7FE5-4331-A926-4DC2F1E8783E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A57874E-70D9-44EC-9FA7-4FB1C105521A}" type="pres">
      <dgm:prSet presAssocID="{0AAB8A92-B255-4B3A-BF99-22021D5C5491}" presName="spacer" presStyleCnt="0"/>
      <dgm:spPr/>
    </dgm:pt>
    <dgm:pt modelId="{019ABA05-3BD7-4870-909B-EABAB19191AB}" type="pres">
      <dgm:prSet presAssocID="{EF95069F-F272-4610-9B14-6368DF5642EC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624D284-6249-47FA-BA4F-A529D84D9D0B}" type="pres">
      <dgm:prSet presAssocID="{2C6EDDB7-435C-4D9A-807F-2D4B7E406900}" presName="spacer" presStyleCnt="0"/>
      <dgm:spPr/>
    </dgm:pt>
    <dgm:pt modelId="{2A12F791-0EAF-4C34-8CD9-EEA77134EFB3}" type="pres">
      <dgm:prSet presAssocID="{2586BBA7-0314-41AC-9BC8-7827AEEC25F3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0FD942A-22E7-4A04-A4B1-4097B560EBD9}" type="pres">
      <dgm:prSet presAssocID="{4F3D3A86-9F69-4611-961B-424CB03550BC}" presName="spacer" presStyleCnt="0"/>
      <dgm:spPr/>
    </dgm:pt>
    <dgm:pt modelId="{7C355B94-1BF9-44DD-B23A-DBFA0525581E}" type="pres">
      <dgm:prSet presAssocID="{B0484C3D-DDD8-405C-A948-35C84C84E7BD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881E5C0-2097-4786-A942-D8077E9B8A54}" type="presOf" srcId="{2586BBA7-0314-41AC-9BC8-7827AEEC25F3}" destId="{2A12F791-0EAF-4C34-8CD9-EEA77134EFB3}" srcOrd="0" destOrd="0" presId="urn:microsoft.com/office/officeart/2005/8/layout/vList2"/>
    <dgm:cxn modelId="{B86E9F6B-E49D-4B72-85F3-D2D35783E48E}" srcId="{916FD1F6-275C-4247-9F60-600523B964BA}" destId="{2586BBA7-0314-41AC-9BC8-7827AEEC25F3}" srcOrd="2" destOrd="0" parTransId="{D3490A81-2CFF-4543-8518-6F27D6F56C91}" sibTransId="{4F3D3A86-9F69-4611-961B-424CB03550BC}"/>
    <dgm:cxn modelId="{16B9555C-9661-459E-ADEA-FFE45814B6B8}" type="presOf" srcId="{B0484C3D-DDD8-405C-A948-35C84C84E7BD}" destId="{7C355B94-1BF9-44DD-B23A-DBFA0525581E}" srcOrd="0" destOrd="0" presId="urn:microsoft.com/office/officeart/2005/8/layout/vList2"/>
    <dgm:cxn modelId="{974330A4-F432-4729-8502-16C4A3A0ADE5}" type="presOf" srcId="{EF95069F-F272-4610-9B14-6368DF5642EC}" destId="{019ABA05-3BD7-4870-909B-EABAB19191AB}" srcOrd="0" destOrd="0" presId="urn:microsoft.com/office/officeart/2005/8/layout/vList2"/>
    <dgm:cxn modelId="{643CA520-D7BF-4048-983C-AC1E5F949D07}" srcId="{916FD1F6-275C-4247-9F60-600523B964BA}" destId="{B0484C3D-DDD8-405C-A948-35C84C84E7BD}" srcOrd="3" destOrd="0" parTransId="{E80D96E3-FD78-433B-8A54-B62DE44ADF90}" sibTransId="{806E1746-0915-42A3-9D30-864689F038B6}"/>
    <dgm:cxn modelId="{C4247DE4-2488-4772-809C-417320E68AFB}" srcId="{916FD1F6-275C-4247-9F60-600523B964BA}" destId="{EF95069F-F272-4610-9B14-6368DF5642EC}" srcOrd="1" destOrd="0" parTransId="{5DC9058F-6935-4C53-9B9B-E189E4249FDF}" sibTransId="{2C6EDDB7-435C-4D9A-807F-2D4B7E406900}"/>
    <dgm:cxn modelId="{132D4F42-7B31-4258-92FD-5C9607958238}" type="presOf" srcId="{916FD1F6-275C-4247-9F60-600523B964BA}" destId="{9623D0DB-88B1-4C3D-9924-3C4FE1823703}" srcOrd="0" destOrd="0" presId="urn:microsoft.com/office/officeart/2005/8/layout/vList2"/>
    <dgm:cxn modelId="{FC4B3FE9-20E5-4CFA-B330-9E802E29559E}" type="presOf" srcId="{327AAFD9-7FE5-4331-A926-4DC2F1E8783E}" destId="{3C5D0CCD-22EC-4A2D-AB53-1463304CC542}" srcOrd="0" destOrd="0" presId="urn:microsoft.com/office/officeart/2005/8/layout/vList2"/>
    <dgm:cxn modelId="{C91A3863-3551-46B2-9F02-E14B0A80738F}" srcId="{916FD1F6-275C-4247-9F60-600523B964BA}" destId="{327AAFD9-7FE5-4331-A926-4DC2F1E8783E}" srcOrd="0" destOrd="0" parTransId="{656A4588-7352-403F-AA12-41FA07E860A5}" sibTransId="{0AAB8A92-B255-4B3A-BF99-22021D5C5491}"/>
    <dgm:cxn modelId="{07B3A75F-0388-45C6-9828-530D8BC272B4}" type="presParOf" srcId="{9623D0DB-88B1-4C3D-9924-3C4FE1823703}" destId="{3C5D0CCD-22EC-4A2D-AB53-1463304CC542}" srcOrd="0" destOrd="0" presId="urn:microsoft.com/office/officeart/2005/8/layout/vList2"/>
    <dgm:cxn modelId="{A49CCEB3-F022-49B0-B6DC-5685C838CB6B}" type="presParOf" srcId="{9623D0DB-88B1-4C3D-9924-3C4FE1823703}" destId="{2A57874E-70D9-44EC-9FA7-4FB1C105521A}" srcOrd="1" destOrd="0" presId="urn:microsoft.com/office/officeart/2005/8/layout/vList2"/>
    <dgm:cxn modelId="{C7EF1672-526C-4C48-8DE7-3B6AC9B77BFE}" type="presParOf" srcId="{9623D0DB-88B1-4C3D-9924-3C4FE1823703}" destId="{019ABA05-3BD7-4870-909B-EABAB19191AB}" srcOrd="2" destOrd="0" presId="urn:microsoft.com/office/officeart/2005/8/layout/vList2"/>
    <dgm:cxn modelId="{D3551BBD-B0BD-4A51-BB1C-B7F70FC4588B}" type="presParOf" srcId="{9623D0DB-88B1-4C3D-9924-3C4FE1823703}" destId="{F624D284-6249-47FA-BA4F-A529D84D9D0B}" srcOrd="3" destOrd="0" presId="urn:microsoft.com/office/officeart/2005/8/layout/vList2"/>
    <dgm:cxn modelId="{D3BE4DB1-18C6-4F2F-A8CB-CA7E65F2C3B4}" type="presParOf" srcId="{9623D0DB-88B1-4C3D-9924-3C4FE1823703}" destId="{2A12F791-0EAF-4C34-8CD9-EEA77134EFB3}" srcOrd="4" destOrd="0" presId="urn:microsoft.com/office/officeart/2005/8/layout/vList2"/>
    <dgm:cxn modelId="{FB0F854B-292C-4A78-A878-F8FA3C014EEB}" type="presParOf" srcId="{9623D0DB-88B1-4C3D-9924-3C4FE1823703}" destId="{D0FD942A-22E7-4A04-A4B1-4097B560EBD9}" srcOrd="5" destOrd="0" presId="urn:microsoft.com/office/officeart/2005/8/layout/vList2"/>
    <dgm:cxn modelId="{236C0DE5-3A99-46B1-960D-BD89DAE74EA9}" type="presParOf" srcId="{9623D0DB-88B1-4C3D-9924-3C4FE1823703}" destId="{7C355B94-1BF9-44DD-B23A-DBFA0525581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EB2B0DD3-943C-41B4-A5AB-0769EBA3A88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E74EF74-5336-4F2C-BAA5-3267A975B979}">
      <dgm:prSet/>
      <dgm:spPr/>
      <dgm:t>
        <a:bodyPr/>
        <a:lstStyle/>
        <a:p>
          <a:r>
            <a:rPr lang="ru-RU" b="0" i="0"/>
            <a:t>акції «пацифікації».</a:t>
          </a:r>
          <a:endParaRPr lang="uk-UA"/>
        </a:p>
      </dgm:t>
    </dgm:pt>
    <dgm:pt modelId="{7CC181BA-E7CE-41D1-8B9A-B831133C3901}" type="parTrans" cxnId="{CBA19FC5-4277-4BCD-A67F-622094101116}">
      <dgm:prSet/>
      <dgm:spPr/>
      <dgm:t>
        <a:bodyPr/>
        <a:lstStyle/>
        <a:p>
          <a:endParaRPr lang="uk-UA"/>
        </a:p>
      </dgm:t>
    </dgm:pt>
    <dgm:pt modelId="{13BE5C81-2B5D-4AF5-8D74-4DD5214C6900}" type="sibTrans" cxnId="{CBA19FC5-4277-4BCD-A67F-622094101116}">
      <dgm:prSet/>
      <dgm:spPr/>
      <dgm:t>
        <a:bodyPr/>
        <a:lstStyle/>
        <a:p>
          <a:endParaRPr lang="uk-UA"/>
        </a:p>
      </dgm:t>
    </dgm:pt>
    <dgm:pt modelId="{841A2978-169C-4E36-A6D4-F458B3292109}">
      <dgm:prSet/>
      <dgm:spPr/>
      <dgm:t>
        <a:bodyPr/>
        <a:lstStyle/>
        <a:p>
          <a:r>
            <a:rPr lang="ru-RU" b="0" i="0"/>
            <a:t>політики «осадництва».</a:t>
          </a:r>
          <a:endParaRPr lang="uk-UA"/>
        </a:p>
      </dgm:t>
    </dgm:pt>
    <dgm:pt modelId="{3FDC91FF-4594-4651-93E5-B26AFD835111}" type="parTrans" cxnId="{3B96A516-8A79-4FD6-853B-5C3FCD10D1EA}">
      <dgm:prSet/>
      <dgm:spPr/>
      <dgm:t>
        <a:bodyPr/>
        <a:lstStyle/>
        <a:p>
          <a:endParaRPr lang="uk-UA"/>
        </a:p>
      </dgm:t>
    </dgm:pt>
    <dgm:pt modelId="{A07AF1E0-1122-4391-B673-F7889BB7A7ED}" type="sibTrans" cxnId="{3B96A516-8A79-4FD6-853B-5C3FCD10D1EA}">
      <dgm:prSet/>
      <dgm:spPr/>
      <dgm:t>
        <a:bodyPr/>
        <a:lstStyle/>
        <a:p>
          <a:endParaRPr lang="uk-UA"/>
        </a:p>
      </dgm:t>
    </dgm:pt>
    <dgm:pt modelId="{934CD020-1DDC-4691-8BF4-6214270F7ED5}">
      <dgm:prSet/>
      <dgm:spPr/>
      <dgm:t>
        <a:bodyPr/>
        <a:lstStyle/>
        <a:p>
          <a:r>
            <a:rPr lang="ru-RU" b="0" i="0"/>
            <a:t>режиму «нового порядку».</a:t>
          </a:r>
          <a:endParaRPr lang="uk-UA"/>
        </a:p>
      </dgm:t>
    </dgm:pt>
    <dgm:pt modelId="{95F00A36-7361-49F7-B265-3A71CF8B0396}" type="parTrans" cxnId="{ED51F905-F1FF-409F-A9B3-CAE9B7103BBC}">
      <dgm:prSet/>
      <dgm:spPr/>
      <dgm:t>
        <a:bodyPr/>
        <a:lstStyle/>
        <a:p>
          <a:endParaRPr lang="uk-UA"/>
        </a:p>
      </dgm:t>
    </dgm:pt>
    <dgm:pt modelId="{B352207B-8597-4F27-8AE4-121E0A652D95}" type="sibTrans" cxnId="{ED51F905-F1FF-409F-A9B3-CAE9B7103BBC}">
      <dgm:prSet/>
      <dgm:spPr/>
      <dgm:t>
        <a:bodyPr/>
        <a:lstStyle/>
        <a:p>
          <a:endParaRPr lang="uk-UA"/>
        </a:p>
      </dgm:t>
    </dgm:pt>
    <dgm:pt modelId="{5D859050-D114-4D13-A3F1-850CA4771FB7}">
      <dgm:prSet/>
      <dgm:spPr/>
      <dgm:t>
        <a:bodyPr/>
        <a:lstStyle/>
        <a:p>
          <a:r>
            <a:rPr lang="ru-RU" b="0" i="0"/>
            <a:t>політики «радянізації».</a:t>
          </a:r>
          <a:endParaRPr lang="uk-UA"/>
        </a:p>
      </dgm:t>
    </dgm:pt>
    <dgm:pt modelId="{F1D2E46B-04F9-4D76-879A-A816899FA1B7}" type="parTrans" cxnId="{2DCA2165-2B16-416D-90F6-921F0561BDD0}">
      <dgm:prSet/>
      <dgm:spPr/>
      <dgm:t>
        <a:bodyPr/>
        <a:lstStyle/>
        <a:p>
          <a:endParaRPr lang="uk-UA"/>
        </a:p>
      </dgm:t>
    </dgm:pt>
    <dgm:pt modelId="{15DC230E-956C-4E02-9007-E30B8EED57B8}" type="sibTrans" cxnId="{2DCA2165-2B16-416D-90F6-921F0561BDD0}">
      <dgm:prSet/>
      <dgm:spPr/>
      <dgm:t>
        <a:bodyPr/>
        <a:lstStyle/>
        <a:p>
          <a:endParaRPr lang="uk-UA"/>
        </a:p>
      </dgm:t>
    </dgm:pt>
    <dgm:pt modelId="{F6FE8E8E-E79F-4C4C-804D-E0351B7E4EA9}" type="pres">
      <dgm:prSet presAssocID="{EB2B0DD3-943C-41B4-A5AB-0769EBA3A88A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B009136-7E07-4166-A26C-014C1967D00F}" type="pres">
      <dgm:prSet presAssocID="{EE74EF74-5336-4F2C-BAA5-3267A975B979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AB724D0-7E8F-492F-A1AB-F6F450888F47}" type="pres">
      <dgm:prSet presAssocID="{13BE5C81-2B5D-4AF5-8D74-4DD5214C6900}" presName="spacer" presStyleCnt="0"/>
      <dgm:spPr/>
    </dgm:pt>
    <dgm:pt modelId="{1F55F399-CF1B-44EA-AE20-03C6089DF130}" type="pres">
      <dgm:prSet presAssocID="{841A2978-169C-4E36-A6D4-F458B3292109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56CCA79-DDD8-4001-A8B9-DB987F6082B1}" type="pres">
      <dgm:prSet presAssocID="{A07AF1E0-1122-4391-B673-F7889BB7A7ED}" presName="spacer" presStyleCnt="0"/>
      <dgm:spPr/>
    </dgm:pt>
    <dgm:pt modelId="{CE2CE783-3924-48C3-AC2F-A65EEFBFA14E}" type="pres">
      <dgm:prSet presAssocID="{934CD020-1DDC-4691-8BF4-6214270F7ED5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D07E823-C449-436A-B02F-83224C2FFB73}" type="pres">
      <dgm:prSet presAssocID="{B352207B-8597-4F27-8AE4-121E0A652D95}" presName="spacer" presStyleCnt="0"/>
      <dgm:spPr/>
    </dgm:pt>
    <dgm:pt modelId="{6FE2E4A2-53E5-4363-B150-F617AA2EEA78}" type="pres">
      <dgm:prSet presAssocID="{5D859050-D114-4D13-A3F1-850CA4771FB7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822406F-1EF1-42DD-A1B2-9DFC6F440A33}" type="presOf" srcId="{5D859050-D114-4D13-A3F1-850CA4771FB7}" destId="{6FE2E4A2-53E5-4363-B150-F617AA2EEA78}" srcOrd="0" destOrd="0" presId="urn:microsoft.com/office/officeart/2005/8/layout/vList2"/>
    <dgm:cxn modelId="{D30C5ED5-9E51-4A6D-BFC1-7609660481EC}" type="presOf" srcId="{EE74EF74-5336-4F2C-BAA5-3267A975B979}" destId="{EB009136-7E07-4166-A26C-014C1967D00F}" srcOrd="0" destOrd="0" presId="urn:microsoft.com/office/officeart/2005/8/layout/vList2"/>
    <dgm:cxn modelId="{CBA19FC5-4277-4BCD-A67F-622094101116}" srcId="{EB2B0DD3-943C-41B4-A5AB-0769EBA3A88A}" destId="{EE74EF74-5336-4F2C-BAA5-3267A975B979}" srcOrd="0" destOrd="0" parTransId="{7CC181BA-E7CE-41D1-8B9A-B831133C3901}" sibTransId="{13BE5C81-2B5D-4AF5-8D74-4DD5214C6900}"/>
    <dgm:cxn modelId="{3B96A516-8A79-4FD6-853B-5C3FCD10D1EA}" srcId="{EB2B0DD3-943C-41B4-A5AB-0769EBA3A88A}" destId="{841A2978-169C-4E36-A6D4-F458B3292109}" srcOrd="1" destOrd="0" parTransId="{3FDC91FF-4594-4651-93E5-B26AFD835111}" sibTransId="{A07AF1E0-1122-4391-B673-F7889BB7A7ED}"/>
    <dgm:cxn modelId="{ED51F905-F1FF-409F-A9B3-CAE9B7103BBC}" srcId="{EB2B0DD3-943C-41B4-A5AB-0769EBA3A88A}" destId="{934CD020-1DDC-4691-8BF4-6214270F7ED5}" srcOrd="2" destOrd="0" parTransId="{95F00A36-7361-49F7-B265-3A71CF8B0396}" sibTransId="{B352207B-8597-4F27-8AE4-121E0A652D95}"/>
    <dgm:cxn modelId="{587D1B91-F7AE-4126-8E4B-3287BD48EB95}" type="presOf" srcId="{841A2978-169C-4E36-A6D4-F458B3292109}" destId="{1F55F399-CF1B-44EA-AE20-03C6089DF130}" srcOrd="0" destOrd="0" presId="urn:microsoft.com/office/officeart/2005/8/layout/vList2"/>
    <dgm:cxn modelId="{391BDCB3-3EDB-4C86-A21D-A171DC5F5288}" type="presOf" srcId="{EB2B0DD3-943C-41B4-A5AB-0769EBA3A88A}" destId="{F6FE8E8E-E79F-4C4C-804D-E0351B7E4EA9}" srcOrd="0" destOrd="0" presId="urn:microsoft.com/office/officeart/2005/8/layout/vList2"/>
    <dgm:cxn modelId="{B70BF76E-3F44-4475-928A-0373A42F9D3D}" type="presOf" srcId="{934CD020-1DDC-4691-8BF4-6214270F7ED5}" destId="{CE2CE783-3924-48C3-AC2F-A65EEFBFA14E}" srcOrd="0" destOrd="0" presId="urn:microsoft.com/office/officeart/2005/8/layout/vList2"/>
    <dgm:cxn modelId="{2DCA2165-2B16-416D-90F6-921F0561BDD0}" srcId="{EB2B0DD3-943C-41B4-A5AB-0769EBA3A88A}" destId="{5D859050-D114-4D13-A3F1-850CA4771FB7}" srcOrd="3" destOrd="0" parTransId="{F1D2E46B-04F9-4D76-879A-A816899FA1B7}" sibTransId="{15DC230E-956C-4E02-9007-E30B8EED57B8}"/>
    <dgm:cxn modelId="{7229DAE1-E03B-488E-8E18-7865771D50D5}" type="presParOf" srcId="{F6FE8E8E-E79F-4C4C-804D-E0351B7E4EA9}" destId="{EB009136-7E07-4166-A26C-014C1967D00F}" srcOrd="0" destOrd="0" presId="urn:microsoft.com/office/officeart/2005/8/layout/vList2"/>
    <dgm:cxn modelId="{03765DC7-9E3F-47C7-A7C4-87922F418141}" type="presParOf" srcId="{F6FE8E8E-E79F-4C4C-804D-E0351B7E4EA9}" destId="{FAB724D0-7E8F-492F-A1AB-F6F450888F47}" srcOrd="1" destOrd="0" presId="urn:microsoft.com/office/officeart/2005/8/layout/vList2"/>
    <dgm:cxn modelId="{E2E93637-A413-40A7-B954-80DEF8417AE2}" type="presParOf" srcId="{F6FE8E8E-E79F-4C4C-804D-E0351B7E4EA9}" destId="{1F55F399-CF1B-44EA-AE20-03C6089DF130}" srcOrd="2" destOrd="0" presId="urn:microsoft.com/office/officeart/2005/8/layout/vList2"/>
    <dgm:cxn modelId="{E244563F-7ADB-4A54-BE84-5D74B272CD63}" type="presParOf" srcId="{F6FE8E8E-E79F-4C4C-804D-E0351B7E4EA9}" destId="{156CCA79-DDD8-4001-A8B9-DB987F6082B1}" srcOrd="3" destOrd="0" presId="urn:microsoft.com/office/officeart/2005/8/layout/vList2"/>
    <dgm:cxn modelId="{3B1876D0-E6D2-4C9E-A00E-12224492A012}" type="presParOf" srcId="{F6FE8E8E-E79F-4C4C-804D-E0351B7E4EA9}" destId="{CE2CE783-3924-48C3-AC2F-A65EEFBFA14E}" srcOrd="4" destOrd="0" presId="urn:microsoft.com/office/officeart/2005/8/layout/vList2"/>
    <dgm:cxn modelId="{965DE4F4-33A0-4A10-BE39-2C4BC8AD4C56}" type="presParOf" srcId="{F6FE8E8E-E79F-4C4C-804D-E0351B7E4EA9}" destId="{0D07E823-C449-436A-B02F-83224C2FFB73}" srcOrd="5" destOrd="0" presId="urn:microsoft.com/office/officeart/2005/8/layout/vList2"/>
    <dgm:cxn modelId="{06832BFA-78C4-47E0-9918-6520FB4DA4EB}" type="presParOf" srcId="{F6FE8E8E-E79F-4C4C-804D-E0351B7E4EA9}" destId="{6FE2E4A2-53E5-4363-B150-F617AA2EEA7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9FF301B-7129-465A-A422-7F686FAED582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8A47357-768E-4CB0-A59D-43619F99585F}">
      <dgm:prSet/>
      <dgm:spPr/>
      <dgm:t>
        <a:bodyPr/>
        <a:lstStyle/>
        <a:p>
          <a:r>
            <a:rPr lang="ru-RU" b="0" i="0"/>
            <a:t>1944 р.</a:t>
          </a:r>
          <a:endParaRPr lang="uk-UA"/>
        </a:p>
      </dgm:t>
    </dgm:pt>
    <dgm:pt modelId="{25BE7A4A-062A-461A-9CC7-FBD0B2F59838}" type="parTrans" cxnId="{6A0E7736-F706-46A4-90C4-E556F2970CEB}">
      <dgm:prSet/>
      <dgm:spPr/>
      <dgm:t>
        <a:bodyPr/>
        <a:lstStyle/>
        <a:p>
          <a:endParaRPr lang="uk-UA"/>
        </a:p>
      </dgm:t>
    </dgm:pt>
    <dgm:pt modelId="{BE1A5259-D491-40C4-9937-44DA22823ECB}" type="sibTrans" cxnId="{6A0E7736-F706-46A4-90C4-E556F2970CEB}">
      <dgm:prSet/>
      <dgm:spPr/>
      <dgm:t>
        <a:bodyPr/>
        <a:lstStyle/>
        <a:p>
          <a:endParaRPr lang="uk-UA"/>
        </a:p>
      </dgm:t>
    </dgm:pt>
    <dgm:pt modelId="{B910A9F8-1665-4406-881A-F27662401877}">
      <dgm:prSet/>
      <dgm:spPr/>
      <dgm:t>
        <a:bodyPr/>
        <a:lstStyle/>
        <a:p>
          <a:r>
            <a:rPr lang="ru-RU" b="0" i="0"/>
            <a:t>1945 р.</a:t>
          </a:r>
          <a:endParaRPr lang="uk-UA"/>
        </a:p>
      </dgm:t>
    </dgm:pt>
    <dgm:pt modelId="{3C9F4E6F-2827-439A-854B-9E4C48AB5A68}" type="parTrans" cxnId="{03DC4C00-6101-4129-9A06-492908DB0026}">
      <dgm:prSet/>
      <dgm:spPr/>
      <dgm:t>
        <a:bodyPr/>
        <a:lstStyle/>
        <a:p>
          <a:endParaRPr lang="uk-UA"/>
        </a:p>
      </dgm:t>
    </dgm:pt>
    <dgm:pt modelId="{5F9CA9A5-C2BB-4C13-BBBD-5B6CDD569FDC}" type="sibTrans" cxnId="{03DC4C00-6101-4129-9A06-492908DB0026}">
      <dgm:prSet/>
      <dgm:spPr/>
      <dgm:t>
        <a:bodyPr/>
        <a:lstStyle/>
        <a:p>
          <a:endParaRPr lang="uk-UA"/>
        </a:p>
      </dgm:t>
    </dgm:pt>
    <dgm:pt modelId="{EB8F1A0E-150B-40C0-B361-2A892C800C16}">
      <dgm:prSet/>
      <dgm:spPr/>
      <dgm:t>
        <a:bodyPr/>
        <a:lstStyle/>
        <a:p>
          <a:r>
            <a:rPr lang="ru-RU" b="0" i="0"/>
            <a:t>1946 р.</a:t>
          </a:r>
          <a:endParaRPr lang="uk-UA"/>
        </a:p>
      </dgm:t>
    </dgm:pt>
    <dgm:pt modelId="{9B02D4BE-DF0F-433C-8F1E-DA66B9F055A5}" type="parTrans" cxnId="{5A3E0AFB-4DB0-41A0-9024-B55E99147259}">
      <dgm:prSet/>
      <dgm:spPr/>
      <dgm:t>
        <a:bodyPr/>
        <a:lstStyle/>
        <a:p>
          <a:endParaRPr lang="uk-UA"/>
        </a:p>
      </dgm:t>
    </dgm:pt>
    <dgm:pt modelId="{F061D8BE-977D-47F1-B8DC-66538407DC38}" type="sibTrans" cxnId="{5A3E0AFB-4DB0-41A0-9024-B55E99147259}">
      <dgm:prSet/>
      <dgm:spPr/>
      <dgm:t>
        <a:bodyPr/>
        <a:lstStyle/>
        <a:p>
          <a:endParaRPr lang="uk-UA"/>
        </a:p>
      </dgm:t>
    </dgm:pt>
    <dgm:pt modelId="{82D582A5-4EA4-481D-94D8-C00157697915}">
      <dgm:prSet/>
      <dgm:spPr/>
      <dgm:t>
        <a:bodyPr/>
        <a:lstStyle/>
        <a:p>
          <a:r>
            <a:rPr lang="ru-RU" b="0" i="0"/>
            <a:t>1947 р.</a:t>
          </a:r>
          <a:endParaRPr lang="uk-UA"/>
        </a:p>
      </dgm:t>
    </dgm:pt>
    <dgm:pt modelId="{9CDB46C8-7204-4509-8872-2A3283A05C18}" type="parTrans" cxnId="{61110F69-2196-46C6-9733-9DC189E632B5}">
      <dgm:prSet/>
      <dgm:spPr/>
      <dgm:t>
        <a:bodyPr/>
        <a:lstStyle/>
        <a:p>
          <a:endParaRPr lang="uk-UA"/>
        </a:p>
      </dgm:t>
    </dgm:pt>
    <dgm:pt modelId="{96B1C278-74D1-4F12-8270-193814932AEF}" type="sibTrans" cxnId="{61110F69-2196-46C6-9733-9DC189E632B5}">
      <dgm:prSet/>
      <dgm:spPr/>
      <dgm:t>
        <a:bodyPr/>
        <a:lstStyle/>
        <a:p>
          <a:endParaRPr lang="uk-UA"/>
        </a:p>
      </dgm:t>
    </dgm:pt>
    <dgm:pt modelId="{956C3641-78DD-4E81-9B7D-B1815500809D}" type="pres">
      <dgm:prSet presAssocID="{E9FF301B-7129-465A-A422-7F686FAED582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914C3202-C5CF-4F98-84B8-0354B8AD9288}" type="pres">
      <dgm:prSet presAssocID="{E9FF301B-7129-465A-A422-7F686FAED582}" presName="diamond" presStyleLbl="bgShp" presStyleIdx="0" presStyleCnt="1"/>
      <dgm:spPr/>
    </dgm:pt>
    <dgm:pt modelId="{9F41B790-E094-47B5-8265-55B30AB0B0E4}" type="pres">
      <dgm:prSet presAssocID="{E9FF301B-7129-465A-A422-7F686FAED582}" presName="quad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DB32E61-0816-455B-AFC2-32FA015300CE}" type="pres">
      <dgm:prSet presAssocID="{E9FF301B-7129-465A-A422-7F686FAED582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EB0C5CC-9D1E-49B1-8208-97B45CD8671A}" type="pres">
      <dgm:prSet presAssocID="{E9FF301B-7129-465A-A422-7F686FAED582}" presName="quad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5825E86-63E3-4E7A-9059-C63642EB5A3B}" type="pres">
      <dgm:prSet presAssocID="{E9FF301B-7129-465A-A422-7F686FAED582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BEC938D-A601-480E-B4DA-545B3076C53C}" type="presOf" srcId="{B910A9F8-1665-4406-881A-F27662401877}" destId="{6DB32E61-0816-455B-AFC2-32FA015300CE}" srcOrd="0" destOrd="0" presId="urn:microsoft.com/office/officeart/2005/8/layout/matrix3"/>
    <dgm:cxn modelId="{5A3E0AFB-4DB0-41A0-9024-B55E99147259}" srcId="{E9FF301B-7129-465A-A422-7F686FAED582}" destId="{EB8F1A0E-150B-40C0-B361-2A892C800C16}" srcOrd="2" destOrd="0" parTransId="{9B02D4BE-DF0F-433C-8F1E-DA66B9F055A5}" sibTransId="{F061D8BE-977D-47F1-B8DC-66538407DC38}"/>
    <dgm:cxn modelId="{740E4B9B-43A2-4C8C-A334-FB6C4F1B50ED}" type="presOf" srcId="{B8A47357-768E-4CB0-A59D-43619F99585F}" destId="{9F41B790-E094-47B5-8265-55B30AB0B0E4}" srcOrd="0" destOrd="0" presId="urn:microsoft.com/office/officeart/2005/8/layout/matrix3"/>
    <dgm:cxn modelId="{6A0E7736-F706-46A4-90C4-E556F2970CEB}" srcId="{E9FF301B-7129-465A-A422-7F686FAED582}" destId="{B8A47357-768E-4CB0-A59D-43619F99585F}" srcOrd="0" destOrd="0" parTransId="{25BE7A4A-062A-461A-9CC7-FBD0B2F59838}" sibTransId="{BE1A5259-D491-40C4-9937-44DA22823ECB}"/>
    <dgm:cxn modelId="{61110F69-2196-46C6-9733-9DC189E632B5}" srcId="{E9FF301B-7129-465A-A422-7F686FAED582}" destId="{82D582A5-4EA4-481D-94D8-C00157697915}" srcOrd="3" destOrd="0" parTransId="{9CDB46C8-7204-4509-8872-2A3283A05C18}" sibTransId="{96B1C278-74D1-4F12-8270-193814932AEF}"/>
    <dgm:cxn modelId="{03DC4C00-6101-4129-9A06-492908DB0026}" srcId="{E9FF301B-7129-465A-A422-7F686FAED582}" destId="{B910A9F8-1665-4406-881A-F27662401877}" srcOrd="1" destOrd="0" parTransId="{3C9F4E6F-2827-439A-854B-9E4C48AB5A68}" sibTransId="{5F9CA9A5-C2BB-4C13-BBBD-5B6CDD569FDC}"/>
    <dgm:cxn modelId="{2252ABAE-5EAE-4BC0-A1B2-D0BACCA1D670}" type="presOf" srcId="{EB8F1A0E-150B-40C0-B361-2A892C800C16}" destId="{BEB0C5CC-9D1E-49B1-8208-97B45CD8671A}" srcOrd="0" destOrd="0" presId="urn:microsoft.com/office/officeart/2005/8/layout/matrix3"/>
    <dgm:cxn modelId="{066D3F65-C572-4A03-A15B-C9946738DFF8}" type="presOf" srcId="{82D582A5-4EA4-481D-94D8-C00157697915}" destId="{A5825E86-63E3-4E7A-9059-C63642EB5A3B}" srcOrd="0" destOrd="0" presId="urn:microsoft.com/office/officeart/2005/8/layout/matrix3"/>
    <dgm:cxn modelId="{D219488D-9D09-4CD2-9E88-B0AD3DA26EC7}" type="presOf" srcId="{E9FF301B-7129-465A-A422-7F686FAED582}" destId="{956C3641-78DD-4E81-9B7D-B1815500809D}" srcOrd="0" destOrd="0" presId="urn:microsoft.com/office/officeart/2005/8/layout/matrix3"/>
    <dgm:cxn modelId="{FC76035B-B8BF-4324-925B-79BC025F14E2}" type="presParOf" srcId="{956C3641-78DD-4E81-9B7D-B1815500809D}" destId="{914C3202-C5CF-4F98-84B8-0354B8AD9288}" srcOrd="0" destOrd="0" presId="urn:microsoft.com/office/officeart/2005/8/layout/matrix3"/>
    <dgm:cxn modelId="{89E79377-D569-4C46-B675-F72F4B15A37C}" type="presParOf" srcId="{956C3641-78DD-4E81-9B7D-B1815500809D}" destId="{9F41B790-E094-47B5-8265-55B30AB0B0E4}" srcOrd="1" destOrd="0" presId="urn:microsoft.com/office/officeart/2005/8/layout/matrix3"/>
    <dgm:cxn modelId="{C14741FC-F738-4934-8A8D-1D0E8A751457}" type="presParOf" srcId="{956C3641-78DD-4E81-9B7D-B1815500809D}" destId="{6DB32E61-0816-455B-AFC2-32FA015300CE}" srcOrd="2" destOrd="0" presId="urn:microsoft.com/office/officeart/2005/8/layout/matrix3"/>
    <dgm:cxn modelId="{C70E13AF-229E-4CEB-9835-FEAB2C880988}" type="presParOf" srcId="{956C3641-78DD-4E81-9B7D-B1815500809D}" destId="{BEB0C5CC-9D1E-49B1-8208-97B45CD8671A}" srcOrd="3" destOrd="0" presId="urn:microsoft.com/office/officeart/2005/8/layout/matrix3"/>
    <dgm:cxn modelId="{F251CF5E-2EF9-4004-A945-3B2B69FB4057}" type="presParOf" srcId="{956C3641-78DD-4E81-9B7D-B1815500809D}" destId="{A5825E86-63E3-4E7A-9059-C63642EB5A3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216B3E1D-1DE4-48A6-BD82-894E0E73891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3B17999-9374-4399-9D04-4A444BE36A93}">
      <dgm:prSet/>
      <dgm:spPr/>
      <dgm:t>
        <a:bodyPr/>
        <a:lstStyle/>
        <a:p>
          <a:r>
            <a:rPr lang="uk-UA" b="0" i="0"/>
            <a:t>планів повоєнної відбудови України.</a:t>
          </a:r>
          <a:endParaRPr lang="uk-UA"/>
        </a:p>
      </dgm:t>
    </dgm:pt>
    <dgm:pt modelId="{602D1040-19FD-4D09-89EB-04CB4FE88BD1}" type="parTrans" cxnId="{10681987-AD68-46E3-B877-7250E417D710}">
      <dgm:prSet/>
      <dgm:spPr/>
      <dgm:t>
        <a:bodyPr/>
        <a:lstStyle/>
        <a:p>
          <a:endParaRPr lang="uk-UA"/>
        </a:p>
      </dgm:t>
    </dgm:pt>
    <dgm:pt modelId="{33AF85E6-7B0F-47DE-A6F5-A3B14A7FA81A}" type="sibTrans" cxnId="{10681987-AD68-46E3-B877-7250E417D710}">
      <dgm:prSet/>
      <dgm:spPr/>
      <dgm:t>
        <a:bodyPr/>
        <a:lstStyle/>
        <a:p>
          <a:endParaRPr lang="uk-UA"/>
        </a:p>
      </dgm:t>
    </dgm:pt>
    <dgm:pt modelId="{B5F1CB7B-D8B3-47DD-99B8-F86D86B5841B}">
      <dgm:prSet/>
      <dgm:spPr/>
      <dgm:t>
        <a:bodyPr/>
        <a:lstStyle/>
        <a:p>
          <a:r>
            <a:rPr lang="uk-UA" b="0" i="0"/>
            <a:t>однієї з надпрограм М. Хрущова.</a:t>
          </a:r>
          <a:endParaRPr lang="uk-UA"/>
        </a:p>
      </dgm:t>
    </dgm:pt>
    <dgm:pt modelId="{F748FBB4-E500-4EC6-8D1B-6E7695619732}" type="parTrans" cxnId="{20F58465-040C-4A82-AA61-40317107AA8B}">
      <dgm:prSet/>
      <dgm:spPr/>
      <dgm:t>
        <a:bodyPr/>
        <a:lstStyle/>
        <a:p>
          <a:endParaRPr lang="uk-UA"/>
        </a:p>
      </dgm:t>
    </dgm:pt>
    <dgm:pt modelId="{285FE86F-BC6C-4814-90BE-75329A1F51EC}" type="sibTrans" cxnId="{20F58465-040C-4A82-AA61-40317107AA8B}">
      <dgm:prSet/>
      <dgm:spPr/>
      <dgm:t>
        <a:bodyPr/>
        <a:lstStyle/>
        <a:p>
          <a:endParaRPr lang="uk-UA"/>
        </a:p>
      </dgm:t>
    </dgm:pt>
    <dgm:pt modelId="{1FF88FFD-8E0C-4B2D-B435-B4A1D9AC829F}">
      <dgm:prSet/>
      <dgm:spPr/>
      <dgm:t>
        <a:bodyPr/>
        <a:lstStyle/>
        <a:p>
          <a:r>
            <a:rPr lang="uk-UA" b="0" i="0"/>
            <a:t>заходів реформ О. Косигіна.</a:t>
          </a:r>
          <a:endParaRPr lang="uk-UA"/>
        </a:p>
      </dgm:t>
    </dgm:pt>
    <dgm:pt modelId="{B1638809-A370-46BE-A066-9F27F17498ED}" type="parTrans" cxnId="{0137149A-003E-4120-A258-AD6E17AD5657}">
      <dgm:prSet/>
      <dgm:spPr/>
      <dgm:t>
        <a:bodyPr/>
        <a:lstStyle/>
        <a:p>
          <a:endParaRPr lang="uk-UA"/>
        </a:p>
      </dgm:t>
    </dgm:pt>
    <dgm:pt modelId="{C1F2BC6A-786F-44FB-A79F-E6B1A2F14592}" type="sibTrans" cxnId="{0137149A-003E-4120-A258-AD6E17AD5657}">
      <dgm:prSet/>
      <dgm:spPr/>
      <dgm:t>
        <a:bodyPr/>
        <a:lstStyle/>
        <a:p>
          <a:endParaRPr lang="uk-UA"/>
        </a:p>
      </dgm:t>
    </dgm:pt>
    <dgm:pt modelId="{D5B9AC8F-1E3F-4912-AD1D-C355DBFBCC52}">
      <dgm:prSet/>
      <dgm:spPr/>
      <dgm:t>
        <a:bodyPr/>
        <a:lstStyle/>
        <a:p>
          <a:r>
            <a:rPr lang="uk-UA" b="0" i="0"/>
            <a:t>Продовольчої програми.</a:t>
          </a:r>
          <a:endParaRPr lang="uk-UA"/>
        </a:p>
      </dgm:t>
    </dgm:pt>
    <dgm:pt modelId="{F9FD209F-C102-4771-AA0C-41E7D2BA8FDA}" type="parTrans" cxnId="{52EDC231-39FE-42D8-B5CA-69DEA24ABE72}">
      <dgm:prSet/>
      <dgm:spPr/>
      <dgm:t>
        <a:bodyPr/>
        <a:lstStyle/>
        <a:p>
          <a:endParaRPr lang="uk-UA"/>
        </a:p>
      </dgm:t>
    </dgm:pt>
    <dgm:pt modelId="{71779BF6-8724-43A5-B286-031EF28F534D}" type="sibTrans" cxnId="{52EDC231-39FE-42D8-B5CA-69DEA24ABE72}">
      <dgm:prSet/>
      <dgm:spPr/>
      <dgm:t>
        <a:bodyPr/>
        <a:lstStyle/>
        <a:p>
          <a:endParaRPr lang="uk-UA"/>
        </a:p>
      </dgm:t>
    </dgm:pt>
    <dgm:pt modelId="{A73C55C0-5EC7-4F0F-BEEE-9AAAB82D7BC2}" type="pres">
      <dgm:prSet presAssocID="{216B3E1D-1DE4-48A6-BD82-894E0E73891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BFD3D6C-CA19-4C01-91D5-E40BC7669179}" type="pres">
      <dgm:prSet presAssocID="{33B17999-9374-4399-9D04-4A444BE36A93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F2511C4-34E2-4BD5-86E7-49B5AA59E025}" type="pres">
      <dgm:prSet presAssocID="{33AF85E6-7B0F-47DE-A6F5-A3B14A7FA81A}" presName="spacer" presStyleCnt="0"/>
      <dgm:spPr/>
    </dgm:pt>
    <dgm:pt modelId="{A829BBD7-A1C6-4A02-8171-A6ECB0E8966A}" type="pres">
      <dgm:prSet presAssocID="{B5F1CB7B-D8B3-47DD-99B8-F86D86B5841B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DBFAF0E-236E-4CAB-8F59-BEFE22752AFD}" type="pres">
      <dgm:prSet presAssocID="{285FE86F-BC6C-4814-90BE-75329A1F51EC}" presName="spacer" presStyleCnt="0"/>
      <dgm:spPr/>
    </dgm:pt>
    <dgm:pt modelId="{DD9D6029-B539-4475-92AB-DB7BC5904D2D}" type="pres">
      <dgm:prSet presAssocID="{1FF88FFD-8E0C-4B2D-B435-B4A1D9AC829F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1E8B70B-5C21-40EF-913E-88974EDCB16B}" type="pres">
      <dgm:prSet presAssocID="{C1F2BC6A-786F-44FB-A79F-E6B1A2F14592}" presName="spacer" presStyleCnt="0"/>
      <dgm:spPr/>
    </dgm:pt>
    <dgm:pt modelId="{75BDA665-DFF5-4D44-889F-AD66FABFF905}" type="pres">
      <dgm:prSet presAssocID="{D5B9AC8F-1E3F-4912-AD1D-C355DBFBCC52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0F58465-040C-4A82-AA61-40317107AA8B}" srcId="{216B3E1D-1DE4-48A6-BD82-894E0E738919}" destId="{B5F1CB7B-D8B3-47DD-99B8-F86D86B5841B}" srcOrd="1" destOrd="0" parTransId="{F748FBB4-E500-4EC6-8D1B-6E7695619732}" sibTransId="{285FE86F-BC6C-4814-90BE-75329A1F51EC}"/>
    <dgm:cxn modelId="{10681987-AD68-46E3-B877-7250E417D710}" srcId="{216B3E1D-1DE4-48A6-BD82-894E0E738919}" destId="{33B17999-9374-4399-9D04-4A444BE36A93}" srcOrd="0" destOrd="0" parTransId="{602D1040-19FD-4D09-89EB-04CB4FE88BD1}" sibTransId="{33AF85E6-7B0F-47DE-A6F5-A3B14A7FA81A}"/>
    <dgm:cxn modelId="{52EDC231-39FE-42D8-B5CA-69DEA24ABE72}" srcId="{216B3E1D-1DE4-48A6-BD82-894E0E738919}" destId="{D5B9AC8F-1E3F-4912-AD1D-C355DBFBCC52}" srcOrd="3" destOrd="0" parTransId="{F9FD209F-C102-4771-AA0C-41E7D2BA8FDA}" sibTransId="{71779BF6-8724-43A5-B286-031EF28F534D}"/>
    <dgm:cxn modelId="{D811D2A5-0B1F-4B2A-84C8-74E26E067990}" type="presOf" srcId="{33B17999-9374-4399-9D04-4A444BE36A93}" destId="{4BFD3D6C-CA19-4C01-91D5-E40BC7669179}" srcOrd="0" destOrd="0" presId="urn:microsoft.com/office/officeart/2005/8/layout/vList2"/>
    <dgm:cxn modelId="{235AA451-2B17-42CC-9149-04759EACFCF6}" type="presOf" srcId="{D5B9AC8F-1E3F-4912-AD1D-C355DBFBCC52}" destId="{75BDA665-DFF5-4D44-889F-AD66FABFF905}" srcOrd="0" destOrd="0" presId="urn:microsoft.com/office/officeart/2005/8/layout/vList2"/>
    <dgm:cxn modelId="{A8B4BB38-EBDC-42C7-8F41-34DA557F5A12}" type="presOf" srcId="{B5F1CB7B-D8B3-47DD-99B8-F86D86B5841B}" destId="{A829BBD7-A1C6-4A02-8171-A6ECB0E8966A}" srcOrd="0" destOrd="0" presId="urn:microsoft.com/office/officeart/2005/8/layout/vList2"/>
    <dgm:cxn modelId="{A3449CF9-DEFE-4556-9598-48584AB5168F}" type="presOf" srcId="{1FF88FFD-8E0C-4B2D-B435-B4A1D9AC829F}" destId="{DD9D6029-B539-4475-92AB-DB7BC5904D2D}" srcOrd="0" destOrd="0" presId="urn:microsoft.com/office/officeart/2005/8/layout/vList2"/>
    <dgm:cxn modelId="{5350E439-6139-42ED-B0C8-D79DD3401F83}" type="presOf" srcId="{216B3E1D-1DE4-48A6-BD82-894E0E738919}" destId="{A73C55C0-5EC7-4F0F-BEEE-9AAAB82D7BC2}" srcOrd="0" destOrd="0" presId="urn:microsoft.com/office/officeart/2005/8/layout/vList2"/>
    <dgm:cxn modelId="{0137149A-003E-4120-A258-AD6E17AD5657}" srcId="{216B3E1D-1DE4-48A6-BD82-894E0E738919}" destId="{1FF88FFD-8E0C-4B2D-B435-B4A1D9AC829F}" srcOrd="2" destOrd="0" parTransId="{B1638809-A370-46BE-A066-9F27F17498ED}" sibTransId="{C1F2BC6A-786F-44FB-A79F-E6B1A2F14592}"/>
    <dgm:cxn modelId="{96ED8DFF-2470-4C22-BCDF-7D23E87D4A30}" type="presParOf" srcId="{A73C55C0-5EC7-4F0F-BEEE-9AAAB82D7BC2}" destId="{4BFD3D6C-CA19-4C01-91D5-E40BC7669179}" srcOrd="0" destOrd="0" presId="urn:microsoft.com/office/officeart/2005/8/layout/vList2"/>
    <dgm:cxn modelId="{EE657D1D-39E3-46BA-B6FB-DFF937338133}" type="presParOf" srcId="{A73C55C0-5EC7-4F0F-BEEE-9AAAB82D7BC2}" destId="{0F2511C4-34E2-4BD5-86E7-49B5AA59E025}" srcOrd="1" destOrd="0" presId="urn:microsoft.com/office/officeart/2005/8/layout/vList2"/>
    <dgm:cxn modelId="{1CFA320E-DC3C-4319-886B-74D78BF488FA}" type="presParOf" srcId="{A73C55C0-5EC7-4F0F-BEEE-9AAAB82D7BC2}" destId="{A829BBD7-A1C6-4A02-8171-A6ECB0E8966A}" srcOrd="2" destOrd="0" presId="urn:microsoft.com/office/officeart/2005/8/layout/vList2"/>
    <dgm:cxn modelId="{CC71C3BC-63D2-4E48-80B0-8EE88EBCA5F9}" type="presParOf" srcId="{A73C55C0-5EC7-4F0F-BEEE-9AAAB82D7BC2}" destId="{3DBFAF0E-236E-4CAB-8F59-BEFE22752AFD}" srcOrd="3" destOrd="0" presId="urn:microsoft.com/office/officeart/2005/8/layout/vList2"/>
    <dgm:cxn modelId="{87A7A8FF-2989-49FD-9F79-0DEA4ABD6D39}" type="presParOf" srcId="{A73C55C0-5EC7-4F0F-BEEE-9AAAB82D7BC2}" destId="{DD9D6029-B539-4475-92AB-DB7BC5904D2D}" srcOrd="4" destOrd="0" presId="urn:microsoft.com/office/officeart/2005/8/layout/vList2"/>
    <dgm:cxn modelId="{E075662A-87B3-46B9-8EDA-7288CF658700}" type="presParOf" srcId="{A73C55C0-5EC7-4F0F-BEEE-9AAAB82D7BC2}" destId="{E1E8B70B-5C21-40EF-913E-88974EDCB16B}" srcOrd="5" destOrd="0" presId="urn:microsoft.com/office/officeart/2005/8/layout/vList2"/>
    <dgm:cxn modelId="{9A72DD66-A5EA-4748-ACC7-81E0C2899252}" type="presParOf" srcId="{A73C55C0-5EC7-4F0F-BEEE-9AAAB82D7BC2}" destId="{75BDA665-DFF5-4D44-889F-AD66FABFF90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0A333B05-6214-410E-ACBB-889F9E11240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5CED9E1-B123-4CA0-A57C-BE41505BEF7A}">
      <dgm:prSet/>
      <dgm:spPr/>
      <dgm:t>
        <a:bodyPr/>
        <a:lstStyle/>
        <a:p>
          <a:r>
            <a:rPr lang="uk-UA" b="0" i="0"/>
            <a:t>тотальний дефіцит товарів широкого вжитку в торговельній мережі</a:t>
          </a:r>
          <a:endParaRPr lang="uk-UA"/>
        </a:p>
      </dgm:t>
    </dgm:pt>
    <dgm:pt modelId="{5AA29162-5A46-45DB-BF73-8BAA2D65A164}" type="parTrans" cxnId="{E040DF5D-C42E-4A17-AB2D-400300733086}">
      <dgm:prSet/>
      <dgm:spPr/>
      <dgm:t>
        <a:bodyPr/>
        <a:lstStyle/>
        <a:p>
          <a:endParaRPr lang="uk-UA"/>
        </a:p>
      </dgm:t>
    </dgm:pt>
    <dgm:pt modelId="{0070418A-B495-4D04-832D-A978BF5715FC}" type="sibTrans" cxnId="{E040DF5D-C42E-4A17-AB2D-400300733086}">
      <dgm:prSet/>
      <dgm:spPr/>
      <dgm:t>
        <a:bodyPr/>
        <a:lstStyle/>
        <a:p>
          <a:endParaRPr lang="uk-UA"/>
        </a:p>
      </dgm:t>
    </dgm:pt>
    <dgm:pt modelId="{47652597-7166-49FE-97AD-F2DC84D3DC1A}">
      <dgm:prSet/>
      <dgm:spPr/>
      <dgm:t>
        <a:bodyPr/>
        <a:lstStyle/>
        <a:p>
          <a:r>
            <a:rPr lang="uk-UA" b="0" i="0"/>
            <a:t>директивне планування виробництва, розподілу й споживання товарів</a:t>
          </a:r>
          <a:endParaRPr lang="uk-UA"/>
        </a:p>
      </dgm:t>
    </dgm:pt>
    <dgm:pt modelId="{4BB9F404-B27A-42FB-8E27-668AE0E73D50}" type="parTrans" cxnId="{3DF28FE5-91E4-4924-97A0-D0898DB2B2B9}">
      <dgm:prSet/>
      <dgm:spPr/>
      <dgm:t>
        <a:bodyPr/>
        <a:lstStyle/>
        <a:p>
          <a:endParaRPr lang="uk-UA"/>
        </a:p>
      </dgm:t>
    </dgm:pt>
    <dgm:pt modelId="{7F256DDC-19AD-4EEE-B7B3-1E0DD67C8F37}" type="sibTrans" cxnId="{3DF28FE5-91E4-4924-97A0-D0898DB2B2B9}">
      <dgm:prSet/>
      <dgm:spPr/>
      <dgm:t>
        <a:bodyPr/>
        <a:lstStyle/>
        <a:p>
          <a:endParaRPr lang="uk-UA"/>
        </a:p>
      </dgm:t>
    </dgm:pt>
    <dgm:pt modelId="{2677D13A-F7A4-46C0-94EB-55C65CCA1607}">
      <dgm:prSet/>
      <dgm:spPr/>
      <dgm:t>
        <a:bodyPr/>
        <a:lstStyle/>
        <a:p>
          <a:r>
            <a:rPr lang="uk-UA" b="0" i="0"/>
            <a:t>низький рівень культури обслуговування покупців</a:t>
          </a:r>
          <a:endParaRPr lang="uk-UA"/>
        </a:p>
      </dgm:t>
    </dgm:pt>
    <dgm:pt modelId="{59CFB0A6-8C4A-4D07-9FA9-EA20094D3ABF}" type="parTrans" cxnId="{C97D087C-AE75-422A-9521-20DE02DCDB78}">
      <dgm:prSet/>
      <dgm:spPr/>
      <dgm:t>
        <a:bodyPr/>
        <a:lstStyle/>
        <a:p>
          <a:endParaRPr lang="uk-UA"/>
        </a:p>
      </dgm:t>
    </dgm:pt>
    <dgm:pt modelId="{202037FB-3EC6-422D-BC5B-204C2CF1CA29}" type="sibTrans" cxnId="{C97D087C-AE75-422A-9521-20DE02DCDB78}">
      <dgm:prSet/>
      <dgm:spPr/>
      <dgm:t>
        <a:bodyPr/>
        <a:lstStyle/>
        <a:p>
          <a:endParaRPr lang="uk-UA"/>
        </a:p>
      </dgm:t>
    </dgm:pt>
    <dgm:pt modelId="{1096B5CD-8B58-42AA-8AB9-924C80AE0141}">
      <dgm:prSet/>
      <dgm:spPr/>
      <dgm:t>
        <a:bodyPr/>
        <a:lstStyle/>
        <a:p>
          <a:r>
            <a:rPr lang="uk-UA" b="0" i="0"/>
            <a:t>постійне зростання цін у державних закладах торгівлі</a:t>
          </a:r>
          <a:endParaRPr lang="uk-UA"/>
        </a:p>
      </dgm:t>
    </dgm:pt>
    <dgm:pt modelId="{232BE4C1-E177-4AA3-B5D9-B5B4C7E17F93}" type="parTrans" cxnId="{DB09D9EF-A2BC-4FF4-9BDE-8162625793A6}">
      <dgm:prSet/>
      <dgm:spPr/>
      <dgm:t>
        <a:bodyPr/>
        <a:lstStyle/>
        <a:p>
          <a:endParaRPr lang="uk-UA"/>
        </a:p>
      </dgm:t>
    </dgm:pt>
    <dgm:pt modelId="{7764B80E-5D49-4114-86A3-FC704FABC1EE}" type="sibTrans" cxnId="{DB09D9EF-A2BC-4FF4-9BDE-8162625793A6}">
      <dgm:prSet/>
      <dgm:spPr/>
      <dgm:t>
        <a:bodyPr/>
        <a:lstStyle/>
        <a:p>
          <a:endParaRPr lang="uk-UA"/>
        </a:p>
      </dgm:t>
    </dgm:pt>
    <dgm:pt modelId="{B3628E3B-40DD-4CEA-85A1-75A2DD357543}" type="pres">
      <dgm:prSet presAssocID="{0A333B05-6214-410E-ACBB-889F9E11240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3471CF2-8C94-4500-B3C4-873BC5EF7970}" type="pres">
      <dgm:prSet presAssocID="{05CED9E1-B123-4CA0-A57C-BE41505BEF7A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C738C1D-447D-43D0-AA5C-CF725FC49F82}" type="pres">
      <dgm:prSet presAssocID="{0070418A-B495-4D04-832D-A978BF5715FC}" presName="spacer" presStyleCnt="0"/>
      <dgm:spPr/>
    </dgm:pt>
    <dgm:pt modelId="{86271721-B3A3-43EE-BFDA-6F6DE5F3E43B}" type="pres">
      <dgm:prSet presAssocID="{47652597-7166-49FE-97AD-F2DC84D3DC1A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4E15A21-F5EC-4EF2-AE18-EAD55E534886}" type="pres">
      <dgm:prSet presAssocID="{7F256DDC-19AD-4EEE-B7B3-1E0DD67C8F37}" presName="spacer" presStyleCnt="0"/>
      <dgm:spPr/>
    </dgm:pt>
    <dgm:pt modelId="{F27522A6-BD24-49B3-A879-91E25F0E5A82}" type="pres">
      <dgm:prSet presAssocID="{2677D13A-F7A4-46C0-94EB-55C65CCA1607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F2E9F18-5252-4834-844C-281A5C908D6F}" type="pres">
      <dgm:prSet presAssocID="{202037FB-3EC6-422D-BC5B-204C2CF1CA29}" presName="spacer" presStyleCnt="0"/>
      <dgm:spPr/>
    </dgm:pt>
    <dgm:pt modelId="{4F9CF549-B9A3-482A-A9F1-8B686A7161A8}" type="pres">
      <dgm:prSet presAssocID="{1096B5CD-8B58-42AA-8AB9-924C80AE0141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2D8D5FF-4063-4CCC-AF7E-4D6D7572702E}" type="presOf" srcId="{1096B5CD-8B58-42AA-8AB9-924C80AE0141}" destId="{4F9CF549-B9A3-482A-A9F1-8B686A7161A8}" srcOrd="0" destOrd="0" presId="urn:microsoft.com/office/officeart/2005/8/layout/vList2"/>
    <dgm:cxn modelId="{23BBBEF5-A96A-4324-B9C0-CCFEB631A9E6}" type="presOf" srcId="{2677D13A-F7A4-46C0-94EB-55C65CCA1607}" destId="{F27522A6-BD24-49B3-A879-91E25F0E5A82}" srcOrd="0" destOrd="0" presId="urn:microsoft.com/office/officeart/2005/8/layout/vList2"/>
    <dgm:cxn modelId="{F2A3D18D-609A-435E-9649-936A3639D7C4}" type="presOf" srcId="{05CED9E1-B123-4CA0-A57C-BE41505BEF7A}" destId="{73471CF2-8C94-4500-B3C4-873BC5EF7970}" srcOrd="0" destOrd="0" presId="urn:microsoft.com/office/officeart/2005/8/layout/vList2"/>
    <dgm:cxn modelId="{C97D087C-AE75-422A-9521-20DE02DCDB78}" srcId="{0A333B05-6214-410E-ACBB-889F9E112401}" destId="{2677D13A-F7A4-46C0-94EB-55C65CCA1607}" srcOrd="2" destOrd="0" parTransId="{59CFB0A6-8C4A-4D07-9FA9-EA20094D3ABF}" sibTransId="{202037FB-3EC6-422D-BC5B-204C2CF1CA29}"/>
    <dgm:cxn modelId="{E040DF5D-C42E-4A17-AB2D-400300733086}" srcId="{0A333B05-6214-410E-ACBB-889F9E112401}" destId="{05CED9E1-B123-4CA0-A57C-BE41505BEF7A}" srcOrd="0" destOrd="0" parTransId="{5AA29162-5A46-45DB-BF73-8BAA2D65A164}" sibTransId="{0070418A-B495-4D04-832D-A978BF5715FC}"/>
    <dgm:cxn modelId="{DB09D9EF-A2BC-4FF4-9BDE-8162625793A6}" srcId="{0A333B05-6214-410E-ACBB-889F9E112401}" destId="{1096B5CD-8B58-42AA-8AB9-924C80AE0141}" srcOrd="3" destOrd="0" parTransId="{232BE4C1-E177-4AA3-B5D9-B5B4C7E17F93}" sibTransId="{7764B80E-5D49-4114-86A3-FC704FABC1EE}"/>
    <dgm:cxn modelId="{179A7E32-1F7B-42FE-9C9E-001C149A2305}" type="presOf" srcId="{47652597-7166-49FE-97AD-F2DC84D3DC1A}" destId="{86271721-B3A3-43EE-BFDA-6F6DE5F3E43B}" srcOrd="0" destOrd="0" presId="urn:microsoft.com/office/officeart/2005/8/layout/vList2"/>
    <dgm:cxn modelId="{4D3614BD-2239-4807-BC06-6D13571ACDFB}" type="presOf" srcId="{0A333B05-6214-410E-ACBB-889F9E112401}" destId="{B3628E3B-40DD-4CEA-85A1-75A2DD357543}" srcOrd="0" destOrd="0" presId="urn:microsoft.com/office/officeart/2005/8/layout/vList2"/>
    <dgm:cxn modelId="{3DF28FE5-91E4-4924-97A0-D0898DB2B2B9}" srcId="{0A333B05-6214-410E-ACBB-889F9E112401}" destId="{47652597-7166-49FE-97AD-F2DC84D3DC1A}" srcOrd="1" destOrd="0" parTransId="{4BB9F404-B27A-42FB-8E27-668AE0E73D50}" sibTransId="{7F256DDC-19AD-4EEE-B7B3-1E0DD67C8F37}"/>
    <dgm:cxn modelId="{8F4462DC-3DC4-4D72-8D3D-2DAC9CE95DAF}" type="presParOf" srcId="{B3628E3B-40DD-4CEA-85A1-75A2DD357543}" destId="{73471CF2-8C94-4500-B3C4-873BC5EF7970}" srcOrd="0" destOrd="0" presId="urn:microsoft.com/office/officeart/2005/8/layout/vList2"/>
    <dgm:cxn modelId="{96DDBA8B-EC25-42EB-BFE6-85EBEA1E8DD2}" type="presParOf" srcId="{B3628E3B-40DD-4CEA-85A1-75A2DD357543}" destId="{3C738C1D-447D-43D0-AA5C-CF725FC49F82}" srcOrd="1" destOrd="0" presId="urn:microsoft.com/office/officeart/2005/8/layout/vList2"/>
    <dgm:cxn modelId="{C70F554A-AD4B-4265-AB8E-0B95E7D9D352}" type="presParOf" srcId="{B3628E3B-40DD-4CEA-85A1-75A2DD357543}" destId="{86271721-B3A3-43EE-BFDA-6F6DE5F3E43B}" srcOrd="2" destOrd="0" presId="urn:microsoft.com/office/officeart/2005/8/layout/vList2"/>
    <dgm:cxn modelId="{91E80321-9A26-4D15-9C93-57639D2119B6}" type="presParOf" srcId="{B3628E3B-40DD-4CEA-85A1-75A2DD357543}" destId="{54E15A21-F5EC-4EF2-AE18-EAD55E534886}" srcOrd="3" destOrd="0" presId="urn:microsoft.com/office/officeart/2005/8/layout/vList2"/>
    <dgm:cxn modelId="{E1C9B711-D075-498A-841C-5570E06FD1FB}" type="presParOf" srcId="{B3628E3B-40DD-4CEA-85A1-75A2DD357543}" destId="{F27522A6-BD24-49B3-A879-91E25F0E5A82}" srcOrd="4" destOrd="0" presId="urn:microsoft.com/office/officeart/2005/8/layout/vList2"/>
    <dgm:cxn modelId="{7F066DC6-E341-43BA-A01D-81ED7C0A6B53}" type="presParOf" srcId="{B3628E3B-40DD-4CEA-85A1-75A2DD357543}" destId="{CF2E9F18-5252-4834-844C-281A5C908D6F}" srcOrd="5" destOrd="0" presId="urn:microsoft.com/office/officeart/2005/8/layout/vList2"/>
    <dgm:cxn modelId="{3ADDA2A1-AA57-4642-B65A-3EFDA4A873E0}" type="presParOf" srcId="{B3628E3B-40DD-4CEA-85A1-75A2DD357543}" destId="{4F9CF549-B9A3-482A-A9F1-8B686A7161A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5DA6157E-2041-4ED0-B969-03BA1E5DD0C5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027061E-7FCF-4A5F-8EBF-AFBA4B38E941}">
      <dgm:prSet/>
      <dgm:spPr/>
      <dgm:t>
        <a:bodyPr/>
        <a:lstStyle/>
        <a:p>
          <a:r>
            <a:rPr lang="ru-RU" b="0" i="0"/>
            <a:t>«геноцид»</a:t>
          </a:r>
          <a:endParaRPr lang="uk-UA"/>
        </a:p>
      </dgm:t>
    </dgm:pt>
    <dgm:pt modelId="{C4BB2E73-63F2-428E-A239-236F7451DD9F}" type="parTrans" cxnId="{89CFB126-B2C1-4576-8C73-3BE357802EA4}">
      <dgm:prSet/>
      <dgm:spPr/>
      <dgm:t>
        <a:bodyPr/>
        <a:lstStyle/>
        <a:p>
          <a:endParaRPr lang="uk-UA"/>
        </a:p>
      </dgm:t>
    </dgm:pt>
    <dgm:pt modelId="{9D69181B-B903-47D1-A66F-D171B2A9D7BD}" type="sibTrans" cxnId="{89CFB126-B2C1-4576-8C73-3BE357802EA4}">
      <dgm:prSet/>
      <dgm:spPr/>
      <dgm:t>
        <a:bodyPr/>
        <a:lstStyle/>
        <a:p>
          <a:endParaRPr lang="uk-UA"/>
        </a:p>
      </dgm:t>
    </dgm:pt>
    <dgm:pt modelId="{0B8C7CE2-014D-4166-AF42-5BAB06FAF4E6}">
      <dgm:prSet/>
      <dgm:spPr/>
      <dgm:t>
        <a:bodyPr/>
        <a:lstStyle/>
        <a:p>
          <a:r>
            <a:rPr lang="ru-RU" b="0" i="0"/>
            <a:t>«шовінізм»</a:t>
          </a:r>
          <a:endParaRPr lang="uk-UA"/>
        </a:p>
      </dgm:t>
    </dgm:pt>
    <dgm:pt modelId="{27E3BE96-8361-475D-BFD3-B1A3335D20E8}" type="parTrans" cxnId="{93653A95-FDA0-47CC-84A7-D6980991FD35}">
      <dgm:prSet/>
      <dgm:spPr/>
      <dgm:t>
        <a:bodyPr/>
        <a:lstStyle/>
        <a:p>
          <a:endParaRPr lang="uk-UA"/>
        </a:p>
      </dgm:t>
    </dgm:pt>
    <dgm:pt modelId="{BFD0DFD4-EE0D-409C-B122-3124988A8A14}" type="sibTrans" cxnId="{93653A95-FDA0-47CC-84A7-D6980991FD35}">
      <dgm:prSet/>
      <dgm:spPr/>
      <dgm:t>
        <a:bodyPr/>
        <a:lstStyle/>
        <a:p>
          <a:endParaRPr lang="uk-UA"/>
        </a:p>
      </dgm:t>
    </dgm:pt>
    <dgm:pt modelId="{33AE04E3-B663-4764-B334-D697F3981F8E}">
      <dgm:prSet/>
      <dgm:spPr/>
      <dgm:t>
        <a:bodyPr/>
        <a:lstStyle/>
        <a:p>
          <a:r>
            <a:rPr lang="ru-RU" b="0" i="0"/>
            <a:t>«колоніалізм»</a:t>
          </a:r>
          <a:endParaRPr lang="uk-UA"/>
        </a:p>
      </dgm:t>
    </dgm:pt>
    <dgm:pt modelId="{0E132DDC-717D-4C5B-9307-5749A2BF399F}" type="parTrans" cxnId="{483D2500-A7D0-4307-876C-49D3FBDD9C47}">
      <dgm:prSet/>
      <dgm:spPr/>
      <dgm:t>
        <a:bodyPr/>
        <a:lstStyle/>
        <a:p>
          <a:endParaRPr lang="uk-UA"/>
        </a:p>
      </dgm:t>
    </dgm:pt>
    <dgm:pt modelId="{CCA0EA8B-BC58-4EE6-B53E-FB662F70FE79}" type="sibTrans" cxnId="{483D2500-A7D0-4307-876C-49D3FBDD9C47}">
      <dgm:prSet/>
      <dgm:spPr/>
      <dgm:t>
        <a:bodyPr/>
        <a:lstStyle/>
        <a:p>
          <a:endParaRPr lang="uk-UA"/>
        </a:p>
      </dgm:t>
    </dgm:pt>
    <dgm:pt modelId="{31DE9CF0-93FA-4498-BEB2-854389113089}">
      <dgm:prSet/>
      <dgm:spPr/>
      <dgm:t>
        <a:bodyPr/>
        <a:lstStyle/>
        <a:p>
          <a:r>
            <a:rPr lang="ru-RU" b="0" i="0"/>
            <a:t>«анексія»</a:t>
          </a:r>
          <a:endParaRPr lang="uk-UA"/>
        </a:p>
      </dgm:t>
    </dgm:pt>
    <dgm:pt modelId="{DF415A2A-B736-4170-AF99-040CEF8F273C}" type="parTrans" cxnId="{4992736E-DA72-453E-8834-7796DF01B07A}">
      <dgm:prSet/>
      <dgm:spPr/>
      <dgm:t>
        <a:bodyPr/>
        <a:lstStyle/>
        <a:p>
          <a:endParaRPr lang="uk-UA"/>
        </a:p>
      </dgm:t>
    </dgm:pt>
    <dgm:pt modelId="{0F275EEA-FDD9-471B-A9AB-4CF2565CA626}" type="sibTrans" cxnId="{4992736E-DA72-453E-8834-7796DF01B07A}">
      <dgm:prSet/>
      <dgm:spPr/>
      <dgm:t>
        <a:bodyPr/>
        <a:lstStyle/>
        <a:p>
          <a:endParaRPr lang="uk-UA"/>
        </a:p>
      </dgm:t>
    </dgm:pt>
    <dgm:pt modelId="{7FEB449E-BAD0-414B-BB1C-549801B95C9F}" type="pres">
      <dgm:prSet presAssocID="{5DA6157E-2041-4ED0-B969-03BA1E5DD0C5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A237F02A-4BC0-47C7-AFFF-14742776C5FF}" type="pres">
      <dgm:prSet presAssocID="{E027061E-7FCF-4A5F-8EBF-AFBA4B38E941}" presName="composite" presStyleCnt="0"/>
      <dgm:spPr/>
    </dgm:pt>
    <dgm:pt modelId="{EEF81CD1-3597-41B6-9EE2-DD0FC2CC59B0}" type="pres">
      <dgm:prSet presAssocID="{E027061E-7FCF-4A5F-8EBF-AFBA4B38E941}" presName="imgShp" presStyleLbl="fgImgPlace1" presStyleIdx="0" presStyleCnt="4"/>
      <dgm:spPr/>
    </dgm:pt>
    <dgm:pt modelId="{8ECCE11C-0F74-49A6-92FA-3E38C96B0CE1}" type="pres">
      <dgm:prSet presAssocID="{E027061E-7FCF-4A5F-8EBF-AFBA4B38E941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8118CB7-72FB-4651-A015-920DB23462AB}" type="pres">
      <dgm:prSet presAssocID="{9D69181B-B903-47D1-A66F-D171B2A9D7BD}" presName="spacing" presStyleCnt="0"/>
      <dgm:spPr/>
    </dgm:pt>
    <dgm:pt modelId="{FDACD769-A0AF-4B6D-BE7F-8D2E51BFAE6A}" type="pres">
      <dgm:prSet presAssocID="{0B8C7CE2-014D-4166-AF42-5BAB06FAF4E6}" presName="composite" presStyleCnt="0"/>
      <dgm:spPr/>
    </dgm:pt>
    <dgm:pt modelId="{62E70A0F-F263-4515-B271-6021C5977DE5}" type="pres">
      <dgm:prSet presAssocID="{0B8C7CE2-014D-4166-AF42-5BAB06FAF4E6}" presName="imgShp" presStyleLbl="fgImgPlace1" presStyleIdx="1" presStyleCnt="4"/>
      <dgm:spPr/>
    </dgm:pt>
    <dgm:pt modelId="{C8FCDBD5-1EB0-48F0-A46D-1C12315EA025}" type="pres">
      <dgm:prSet presAssocID="{0B8C7CE2-014D-4166-AF42-5BAB06FAF4E6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44A6C6C-52E7-4BEA-AA2A-AB41972C2A7C}" type="pres">
      <dgm:prSet presAssocID="{BFD0DFD4-EE0D-409C-B122-3124988A8A14}" presName="spacing" presStyleCnt="0"/>
      <dgm:spPr/>
    </dgm:pt>
    <dgm:pt modelId="{D56DD2A6-D626-4922-B8F6-3962DD4223ED}" type="pres">
      <dgm:prSet presAssocID="{33AE04E3-B663-4764-B334-D697F3981F8E}" presName="composite" presStyleCnt="0"/>
      <dgm:spPr/>
    </dgm:pt>
    <dgm:pt modelId="{8298753F-88B8-49D4-B0BB-C8B0C48E5D03}" type="pres">
      <dgm:prSet presAssocID="{33AE04E3-B663-4764-B334-D697F3981F8E}" presName="imgShp" presStyleLbl="fgImgPlace1" presStyleIdx="2" presStyleCnt="4"/>
      <dgm:spPr/>
    </dgm:pt>
    <dgm:pt modelId="{A1861B28-6D6E-4E94-BD90-2A3957E292C4}" type="pres">
      <dgm:prSet presAssocID="{33AE04E3-B663-4764-B334-D697F3981F8E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3C7FD6B-34B0-4255-AAFF-67D9B0ADDF34}" type="pres">
      <dgm:prSet presAssocID="{CCA0EA8B-BC58-4EE6-B53E-FB662F70FE79}" presName="spacing" presStyleCnt="0"/>
      <dgm:spPr/>
    </dgm:pt>
    <dgm:pt modelId="{510B55DE-5329-4570-89F4-BE78F50F8890}" type="pres">
      <dgm:prSet presAssocID="{31DE9CF0-93FA-4498-BEB2-854389113089}" presName="composite" presStyleCnt="0"/>
      <dgm:spPr/>
    </dgm:pt>
    <dgm:pt modelId="{A260ACC7-A617-440C-B768-9A67CA2D2493}" type="pres">
      <dgm:prSet presAssocID="{31DE9CF0-93FA-4498-BEB2-854389113089}" presName="imgShp" presStyleLbl="fgImgPlace1" presStyleIdx="3" presStyleCnt="4"/>
      <dgm:spPr/>
    </dgm:pt>
    <dgm:pt modelId="{B9FE1EFF-EB95-486C-9536-5A963044E6CB}" type="pres">
      <dgm:prSet presAssocID="{31DE9CF0-93FA-4498-BEB2-854389113089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6488DCA-D0ED-498C-AB4F-4374D9336B4B}" type="presOf" srcId="{0B8C7CE2-014D-4166-AF42-5BAB06FAF4E6}" destId="{C8FCDBD5-1EB0-48F0-A46D-1C12315EA025}" srcOrd="0" destOrd="0" presId="urn:microsoft.com/office/officeart/2005/8/layout/vList3"/>
    <dgm:cxn modelId="{4992736E-DA72-453E-8834-7796DF01B07A}" srcId="{5DA6157E-2041-4ED0-B969-03BA1E5DD0C5}" destId="{31DE9CF0-93FA-4498-BEB2-854389113089}" srcOrd="3" destOrd="0" parTransId="{DF415A2A-B736-4170-AF99-040CEF8F273C}" sibTransId="{0F275EEA-FDD9-471B-A9AB-4CF2565CA626}"/>
    <dgm:cxn modelId="{89EA4A67-610B-4494-A672-69929BC5305D}" type="presOf" srcId="{5DA6157E-2041-4ED0-B969-03BA1E5DD0C5}" destId="{7FEB449E-BAD0-414B-BB1C-549801B95C9F}" srcOrd="0" destOrd="0" presId="urn:microsoft.com/office/officeart/2005/8/layout/vList3"/>
    <dgm:cxn modelId="{89CFB126-B2C1-4576-8C73-3BE357802EA4}" srcId="{5DA6157E-2041-4ED0-B969-03BA1E5DD0C5}" destId="{E027061E-7FCF-4A5F-8EBF-AFBA4B38E941}" srcOrd="0" destOrd="0" parTransId="{C4BB2E73-63F2-428E-A239-236F7451DD9F}" sibTransId="{9D69181B-B903-47D1-A66F-D171B2A9D7BD}"/>
    <dgm:cxn modelId="{483D2500-A7D0-4307-876C-49D3FBDD9C47}" srcId="{5DA6157E-2041-4ED0-B969-03BA1E5DD0C5}" destId="{33AE04E3-B663-4764-B334-D697F3981F8E}" srcOrd="2" destOrd="0" parTransId="{0E132DDC-717D-4C5B-9307-5749A2BF399F}" sibTransId="{CCA0EA8B-BC58-4EE6-B53E-FB662F70FE79}"/>
    <dgm:cxn modelId="{1D92367E-E320-4353-90B1-86828BD18A23}" type="presOf" srcId="{E027061E-7FCF-4A5F-8EBF-AFBA4B38E941}" destId="{8ECCE11C-0F74-49A6-92FA-3E38C96B0CE1}" srcOrd="0" destOrd="0" presId="urn:microsoft.com/office/officeart/2005/8/layout/vList3"/>
    <dgm:cxn modelId="{433B7EF1-2700-427E-98CC-4DC05952BE74}" type="presOf" srcId="{31DE9CF0-93FA-4498-BEB2-854389113089}" destId="{B9FE1EFF-EB95-486C-9536-5A963044E6CB}" srcOrd="0" destOrd="0" presId="urn:microsoft.com/office/officeart/2005/8/layout/vList3"/>
    <dgm:cxn modelId="{93653A95-FDA0-47CC-84A7-D6980991FD35}" srcId="{5DA6157E-2041-4ED0-B969-03BA1E5DD0C5}" destId="{0B8C7CE2-014D-4166-AF42-5BAB06FAF4E6}" srcOrd="1" destOrd="0" parTransId="{27E3BE96-8361-475D-BFD3-B1A3335D20E8}" sibTransId="{BFD0DFD4-EE0D-409C-B122-3124988A8A14}"/>
    <dgm:cxn modelId="{D41D27BD-6309-4D20-8698-1429ECF0D81F}" type="presOf" srcId="{33AE04E3-B663-4764-B334-D697F3981F8E}" destId="{A1861B28-6D6E-4E94-BD90-2A3957E292C4}" srcOrd="0" destOrd="0" presId="urn:microsoft.com/office/officeart/2005/8/layout/vList3"/>
    <dgm:cxn modelId="{492FE165-B640-401B-AF2E-3F79BA1109C3}" type="presParOf" srcId="{7FEB449E-BAD0-414B-BB1C-549801B95C9F}" destId="{A237F02A-4BC0-47C7-AFFF-14742776C5FF}" srcOrd="0" destOrd="0" presId="urn:microsoft.com/office/officeart/2005/8/layout/vList3"/>
    <dgm:cxn modelId="{87669F1C-1E3D-46EF-872E-8063E996AA75}" type="presParOf" srcId="{A237F02A-4BC0-47C7-AFFF-14742776C5FF}" destId="{EEF81CD1-3597-41B6-9EE2-DD0FC2CC59B0}" srcOrd="0" destOrd="0" presId="urn:microsoft.com/office/officeart/2005/8/layout/vList3"/>
    <dgm:cxn modelId="{B66E8BD4-3688-4C79-B580-2D25E82F8B8E}" type="presParOf" srcId="{A237F02A-4BC0-47C7-AFFF-14742776C5FF}" destId="{8ECCE11C-0F74-49A6-92FA-3E38C96B0CE1}" srcOrd="1" destOrd="0" presId="urn:microsoft.com/office/officeart/2005/8/layout/vList3"/>
    <dgm:cxn modelId="{6E5B770D-7DF8-4063-B9C7-E81D3659340B}" type="presParOf" srcId="{7FEB449E-BAD0-414B-BB1C-549801B95C9F}" destId="{58118CB7-72FB-4651-A015-920DB23462AB}" srcOrd="1" destOrd="0" presId="urn:microsoft.com/office/officeart/2005/8/layout/vList3"/>
    <dgm:cxn modelId="{D19E5065-9B81-4CB9-B61C-62FFD19964CE}" type="presParOf" srcId="{7FEB449E-BAD0-414B-BB1C-549801B95C9F}" destId="{FDACD769-A0AF-4B6D-BE7F-8D2E51BFAE6A}" srcOrd="2" destOrd="0" presId="urn:microsoft.com/office/officeart/2005/8/layout/vList3"/>
    <dgm:cxn modelId="{BD0172A4-F774-4EFF-A12B-0E8DC32E2E7C}" type="presParOf" srcId="{FDACD769-A0AF-4B6D-BE7F-8D2E51BFAE6A}" destId="{62E70A0F-F263-4515-B271-6021C5977DE5}" srcOrd="0" destOrd="0" presId="urn:microsoft.com/office/officeart/2005/8/layout/vList3"/>
    <dgm:cxn modelId="{9E171994-E0ED-4F94-8A8E-EFF7BDAC66F5}" type="presParOf" srcId="{FDACD769-A0AF-4B6D-BE7F-8D2E51BFAE6A}" destId="{C8FCDBD5-1EB0-48F0-A46D-1C12315EA025}" srcOrd="1" destOrd="0" presId="urn:microsoft.com/office/officeart/2005/8/layout/vList3"/>
    <dgm:cxn modelId="{35D21171-BEFC-4F7E-897A-7D399D5E18B2}" type="presParOf" srcId="{7FEB449E-BAD0-414B-BB1C-549801B95C9F}" destId="{C44A6C6C-52E7-4BEA-AA2A-AB41972C2A7C}" srcOrd="3" destOrd="0" presId="urn:microsoft.com/office/officeart/2005/8/layout/vList3"/>
    <dgm:cxn modelId="{A24C6B13-FB0C-455B-BB5A-3D8070438B21}" type="presParOf" srcId="{7FEB449E-BAD0-414B-BB1C-549801B95C9F}" destId="{D56DD2A6-D626-4922-B8F6-3962DD4223ED}" srcOrd="4" destOrd="0" presId="urn:microsoft.com/office/officeart/2005/8/layout/vList3"/>
    <dgm:cxn modelId="{06DE58F7-FC64-4153-9962-62F56D161939}" type="presParOf" srcId="{D56DD2A6-D626-4922-B8F6-3962DD4223ED}" destId="{8298753F-88B8-49D4-B0BB-C8B0C48E5D03}" srcOrd="0" destOrd="0" presId="urn:microsoft.com/office/officeart/2005/8/layout/vList3"/>
    <dgm:cxn modelId="{C695A3EE-1110-45C7-A6BA-0AD8B4724DE9}" type="presParOf" srcId="{D56DD2A6-D626-4922-B8F6-3962DD4223ED}" destId="{A1861B28-6D6E-4E94-BD90-2A3957E292C4}" srcOrd="1" destOrd="0" presId="urn:microsoft.com/office/officeart/2005/8/layout/vList3"/>
    <dgm:cxn modelId="{81BC2EC4-6B58-490F-8DD3-B95A1E2F33B1}" type="presParOf" srcId="{7FEB449E-BAD0-414B-BB1C-549801B95C9F}" destId="{13C7FD6B-34B0-4255-AAFF-67D9B0ADDF34}" srcOrd="5" destOrd="0" presId="urn:microsoft.com/office/officeart/2005/8/layout/vList3"/>
    <dgm:cxn modelId="{A45B606D-ADF6-4B04-812D-4F2184610FB2}" type="presParOf" srcId="{7FEB449E-BAD0-414B-BB1C-549801B95C9F}" destId="{510B55DE-5329-4570-89F4-BE78F50F8890}" srcOrd="6" destOrd="0" presId="urn:microsoft.com/office/officeart/2005/8/layout/vList3"/>
    <dgm:cxn modelId="{CAD19855-C00B-469E-8380-0806C5416280}" type="presParOf" srcId="{510B55DE-5329-4570-89F4-BE78F50F8890}" destId="{A260ACC7-A617-440C-B768-9A67CA2D2493}" srcOrd="0" destOrd="0" presId="urn:microsoft.com/office/officeart/2005/8/layout/vList3"/>
    <dgm:cxn modelId="{64F8C4BD-A970-4363-B9C3-C2750108B517}" type="presParOf" srcId="{510B55DE-5329-4570-89F4-BE78F50F8890}" destId="{B9FE1EFF-EB95-486C-9536-5A963044E6C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DFD31F51-B2D2-433E-A95B-1379EC3A1E58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12F181D-98B7-462A-B125-8311781A1633}">
      <dgm:prSet/>
      <dgm:spPr/>
      <dgm:t>
        <a:bodyPr/>
        <a:lstStyle/>
        <a:p>
          <a:r>
            <a:rPr lang="ru-RU" b="0" i="0"/>
            <a:t>Жванецька облога</a:t>
          </a:r>
          <a:endParaRPr lang="uk-UA"/>
        </a:p>
      </dgm:t>
    </dgm:pt>
    <dgm:pt modelId="{A29F3822-5842-4DA8-A25B-022FBC9C0851}" type="parTrans" cxnId="{901C6BF9-527B-4227-A28E-E6A07D302416}">
      <dgm:prSet/>
      <dgm:spPr/>
      <dgm:t>
        <a:bodyPr/>
        <a:lstStyle/>
        <a:p>
          <a:endParaRPr lang="uk-UA"/>
        </a:p>
      </dgm:t>
    </dgm:pt>
    <dgm:pt modelId="{FCE4B323-C0AF-4980-B68F-EFC65FE76A72}" type="sibTrans" cxnId="{901C6BF9-527B-4227-A28E-E6A07D302416}">
      <dgm:prSet/>
      <dgm:spPr/>
      <dgm:t>
        <a:bodyPr/>
        <a:lstStyle/>
        <a:p>
          <a:endParaRPr lang="uk-UA"/>
        </a:p>
      </dgm:t>
    </dgm:pt>
    <dgm:pt modelId="{3004BECA-B237-4773-9C1F-9AA8C48A385F}">
      <dgm:prSet/>
      <dgm:spPr/>
      <dgm:t>
        <a:bodyPr/>
        <a:lstStyle/>
        <a:p>
          <a:r>
            <a:rPr lang="ru-RU" b="0" i="0"/>
            <a:t>Зборівська битва</a:t>
          </a:r>
          <a:endParaRPr lang="uk-UA"/>
        </a:p>
      </dgm:t>
    </dgm:pt>
    <dgm:pt modelId="{EC4708BF-61E8-40C9-9025-D38D5977B2B3}" type="parTrans" cxnId="{53115CF1-FA3F-4444-B9A3-EC5717718146}">
      <dgm:prSet/>
      <dgm:spPr/>
      <dgm:t>
        <a:bodyPr/>
        <a:lstStyle/>
        <a:p>
          <a:endParaRPr lang="uk-UA"/>
        </a:p>
      </dgm:t>
    </dgm:pt>
    <dgm:pt modelId="{7B439BB4-D225-47B1-B8F9-1997588C127E}" type="sibTrans" cxnId="{53115CF1-FA3F-4444-B9A3-EC5717718146}">
      <dgm:prSet/>
      <dgm:spPr/>
      <dgm:t>
        <a:bodyPr/>
        <a:lstStyle/>
        <a:p>
          <a:endParaRPr lang="uk-UA"/>
        </a:p>
      </dgm:t>
    </dgm:pt>
    <dgm:pt modelId="{00B66C1F-0C84-48F4-9559-DBE6810212CE}">
      <dgm:prSet/>
      <dgm:spPr/>
      <dgm:t>
        <a:bodyPr/>
        <a:lstStyle/>
        <a:p>
          <a:r>
            <a:rPr lang="ru-RU" b="0" i="0"/>
            <a:t>Берестецька битва</a:t>
          </a:r>
          <a:endParaRPr lang="uk-UA"/>
        </a:p>
      </dgm:t>
    </dgm:pt>
    <dgm:pt modelId="{40D37260-B06F-4A77-8802-DE9C62AAE6E8}" type="parTrans" cxnId="{37197573-B8F4-496B-B3DB-41EE3A779C8A}">
      <dgm:prSet/>
      <dgm:spPr/>
      <dgm:t>
        <a:bodyPr/>
        <a:lstStyle/>
        <a:p>
          <a:endParaRPr lang="uk-UA"/>
        </a:p>
      </dgm:t>
    </dgm:pt>
    <dgm:pt modelId="{6B8A4B89-162D-4D00-BBDB-C076866E72A1}" type="sibTrans" cxnId="{37197573-B8F4-496B-B3DB-41EE3A779C8A}">
      <dgm:prSet/>
      <dgm:spPr/>
      <dgm:t>
        <a:bodyPr/>
        <a:lstStyle/>
        <a:p>
          <a:endParaRPr lang="uk-UA"/>
        </a:p>
      </dgm:t>
    </dgm:pt>
    <dgm:pt modelId="{636BD0B6-55CB-4B9B-AA6A-B72C983E5FE0}">
      <dgm:prSet/>
      <dgm:spPr/>
      <dgm:t>
        <a:bodyPr/>
        <a:lstStyle/>
        <a:p>
          <a:r>
            <a:rPr lang="ru-RU" b="0" i="0"/>
            <a:t>Жовтоводська битва</a:t>
          </a:r>
          <a:endParaRPr lang="uk-UA"/>
        </a:p>
      </dgm:t>
    </dgm:pt>
    <dgm:pt modelId="{7953E5CB-23F2-4D81-93E9-8481B31A7F75}" type="parTrans" cxnId="{896F00AF-0821-41FC-9C25-1EEC2B00A269}">
      <dgm:prSet/>
      <dgm:spPr/>
      <dgm:t>
        <a:bodyPr/>
        <a:lstStyle/>
        <a:p>
          <a:endParaRPr lang="uk-UA"/>
        </a:p>
      </dgm:t>
    </dgm:pt>
    <dgm:pt modelId="{7A435003-46DD-4850-B040-E5FF98AC1AD3}" type="sibTrans" cxnId="{896F00AF-0821-41FC-9C25-1EEC2B00A269}">
      <dgm:prSet/>
      <dgm:spPr/>
      <dgm:t>
        <a:bodyPr/>
        <a:lstStyle/>
        <a:p>
          <a:endParaRPr lang="uk-UA"/>
        </a:p>
      </dgm:t>
    </dgm:pt>
    <dgm:pt modelId="{45E5F2FF-E6C8-4441-90A6-944CC76FECA8}" type="pres">
      <dgm:prSet presAssocID="{DFD31F51-B2D2-433E-A95B-1379EC3A1E58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154ABFD9-026F-453B-8238-4D088CCF840F}" type="pres">
      <dgm:prSet presAssocID="{812F181D-98B7-462A-B125-8311781A1633}" presName="composite" presStyleCnt="0"/>
      <dgm:spPr/>
    </dgm:pt>
    <dgm:pt modelId="{7F00D3F2-18AF-4EDA-ACD7-E3670D198B29}" type="pres">
      <dgm:prSet presAssocID="{812F181D-98B7-462A-B125-8311781A1633}" presName="imgShp" presStyleLbl="fgImgPlace1" presStyleIdx="0" presStyleCnt="4"/>
      <dgm:spPr/>
    </dgm:pt>
    <dgm:pt modelId="{1A2D2524-FB1B-4222-BFB9-EF0879396823}" type="pres">
      <dgm:prSet presAssocID="{812F181D-98B7-462A-B125-8311781A1633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18B2446-8C53-44FF-AA6E-5069490E7665}" type="pres">
      <dgm:prSet presAssocID="{FCE4B323-C0AF-4980-B68F-EFC65FE76A72}" presName="spacing" presStyleCnt="0"/>
      <dgm:spPr/>
    </dgm:pt>
    <dgm:pt modelId="{D693EA65-74A5-49A4-A368-3F6A215C177F}" type="pres">
      <dgm:prSet presAssocID="{3004BECA-B237-4773-9C1F-9AA8C48A385F}" presName="composite" presStyleCnt="0"/>
      <dgm:spPr/>
    </dgm:pt>
    <dgm:pt modelId="{B0814A49-5E24-45E6-92D4-3E23E7A3C9CA}" type="pres">
      <dgm:prSet presAssocID="{3004BECA-B237-4773-9C1F-9AA8C48A385F}" presName="imgShp" presStyleLbl="fgImgPlace1" presStyleIdx="1" presStyleCnt="4"/>
      <dgm:spPr/>
    </dgm:pt>
    <dgm:pt modelId="{0484BA8F-D106-457E-AF67-B038AB90EDED}" type="pres">
      <dgm:prSet presAssocID="{3004BECA-B237-4773-9C1F-9AA8C48A385F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1896CD4-3BE8-4291-AF89-3BF8E8129009}" type="pres">
      <dgm:prSet presAssocID="{7B439BB4-D225-47B1-B8F9-1997588C127E}" presName="spacing" presStyleCnt="0"/>
      <dgm:spPr/>
    </dgm:pt>
    <dgm:pt modelId="{CBB7C810-4944-408D-9FA7-2EC23912DF35}" type="pres">
      <dgm:prSet presAssocID="{00B66C1F-0C84-48F4-9559-DBE6810212CE}" presName="composite" presStyleCnt="0"/>
      <dgm:spPr/>
    </dgm:pt>
    <dgm:pt modelId="{12069B7F-A9AE-4E9F-98D8-3F518FFA207B}" type="pres">
      <dgm:prSet presAssocID="{00B66C1F-0C84-48F4-9559-DBE6810212CE}" presName="imgShp" presStyleLbl="fgImgPlace1" presStyleIdx="2" presStyleCnt="4"/>
      <dgm:spPr/>
    </dgm:pt>
    <dgm:pt modelId="{0B0D8330-EDE1-4B14-BF4D-A3D1E7F99884}" type="pres">
      <dgm:prSet presAssocID="{00B66C1F-0C84-48F4-9559-DBE6810212CE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5CF2230-16B4-48DA-8CB7-E932892300DF}" type="pres">
      <dgm:prSet presAssocID="{6B8A4B89-162D-4D00-BBDB-C076866E72A1}" presName="spacing" presStyleCnt="0"/>
      <dgm:spPr/>
    </dgm:pt>
    <dgm:pt modelId="{DCA2AC03-46BC-483F-AA2F-5056BF1987B5}" type="pres">
      <dgm:prSet presAssocID="{636BD0B6-55CB-4B9B-AA6A-B72C983E5FE0}" presName="composite" presStyleCnt="0"/>
      <dgm:spPr/>
    </dgm:pt>
    <dgm:pt modelId="{C353A11C-5CE6-440C-8EE5-842F0F83C07E}" type="pres">
      <dgm:prSet presAssocID="{636BD0B6-55CB-4B9B-AA6A-B72C983E5FE0}" presName="imgShp" presStyleLbl="fgImgPlace1" presStyleIdx="3" presStyleCnt="4"/>
      <dgm:spPr/>
    </dgm:pt>
    <dgm:pt modelId="{A166FB9E-FFCC-405A-9A18-2B9B481AC06C}" type="pres">
      <dgm:prSet presAssocID="{636BD0B6-55CB-4B9B-AA6A-B72C983E5FE0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37197573-B8F4-496B-B3DB-41EE3A779C8A}" srcId="{DFD31F51-B2D2-433E-A95B-1379EC3A1E58}" destId="{00B66C1F-0C84-48F4-9559-DBE6810212CE}" srcOrd="2" destOrd="0" parTransId="{40D37260-B06F-4A77-8802-DE9C62AAE6E8}" sibTransId="{6B8A4B89-162D-4D00-BBDB-C076866E72A1}"/>
    <dgm:cxn modelId="{A4DF264D-6501-4D6D-B8BB-5BDBA5ED61F7}" type="presOf" srcId="{00B66C1F-0C84-48F4-9559-DBE6810212CE}" destId="{0B0D8330-EDE1-4B14-BF4D-A3D1E7F99884}" srcOrd="0" destOrd="0" presId="urn:microsoft.com/office/officeart/2005/8/layout/vList3"/>
    <dgm:cxn modelId="{064378F3-F9F0-4B47-9794-BA8FED576371}" type="presOf" srcId="{DFD31F51-B2D2-433E-A95B-1379EC3A1E58}" destId="{45E5F2FF-E6C8-4441-90A6-944CC76FECA8}" srcOrd="0" destOrd="0" presId="urn:microsoft.com/office/officeart/2005/8/layout/vList3"/>
    <dgm:cxn modelId="{2BBF355F-413B-411D-91A6-5ED94AA254ED}" type="presOf" srcId="{3004BECA-B237-4773-9C1F-9AA8C48A385F}" destId="{0484BA8F-D106-457E-AF67-B038AB90EDED}" srcOrd="0" destOrd="0" presId="urn:microsoft.com/office/officeart/2005/8/layout/vList3"/>
    <dgm:cxn modelId="{53115CF1-FA3F-4444-B9A3-EC5717718146}" srcId="{DFD31F51-B2D2-433E-A95B-1379EC3A1E58}" destId="{3004BECA-B237-4773-9C1F-9AA8C48A385F}" srcOrd="1" destOrd="0" parTransId="{EC4708BF-61E8-40C9-9025-D38D5977B2B3}" sibTransId="{7B439BB4-D225-47B1-B8F9-1997588C127E}"/>
    <dgm:cxn modelId="{12225019-9C77-437E-BB73-E0BEAC5491B1}" type="presOf" srcId="{636BD0B6-55CB-4B9B-AA6A-B72C983E5FE0}" destId="{A166FB9E-FFCC-405A-9A18-2B9B481AC06C}" srcOrd="0" destOrd="0" presId="urn:microsoft.com/office/officeart/2005/8/layout/vList3"/>
    <dgm:cxn modelId="{B34BEA91-0D9B-4BAE-805F-89F0192BA675}" type="presOf" srcId="{812F181D-98B7-462A-B125-8311781A1633}" destId="{1A2D2524-FB1B-4222-BFB9-EF0879396823}" srcOrd="0" destOrd="0" presId="urn:microsoft.com/office/officeart/2005/8/layout/vList3"/>
    <dgm:cxn modelId="{896F00AF-0821-41FC-9C25-1EEC2B00A269}" srcId="{DFD31F51-B2D2-433E-A95B-1379EC3A1E58}" destId="{636BD0B6-55CB-4B9B-AA6A-B72C983E5FE0}" srcOrd="3" destOrd="0" parTransId="{7953E5CB-23F2-4D81-93E9-8481B31A7F75}" sibTransId="{7A435003-46DD-4850-B040-E5FF98AC1AD3}"/>
    <dgm:cxn modelId="{901C6BF9-527B-4227-A28E-E6A07D302416}" srcId="{DFD31F51-B2D2-433E-A95B-1379EC3A1E58}" destId="{812F181D-98B7-462A-B125-8311781A1633}" srcOrd="0" destOrd="0" parTransId="{A29F3822-5842-4DA8-A25B-022FBC9C0851}" sibTransId="{FCE4B323-C0AF-4980-B68F-EFC65FE76A72}"/>
    <dgm:cxn modelId="{89874AEB-7601-46B1-B87A-D584601C49AE}" type="presParOf" srcId="{45E5F2FF-E6C8-4441-90A6-944CC76FECA8}" destId="{154ABFD9-026F-453B-8238-4D088CCF840F}" srcOrd="0" destOrd="0" presId="urn:microsoft.com/office/officeart/2005/8/layout/vList3"/>
    <dgm:cxn modelId="{C0358AD4-3E7E-4048-9A37-FCA3F3ABFB6A}" type="presParOf" srcId="{154ABFD9-026F-453B-8238-4D088CCF840F}" destId="{7F00D3F2-18AF-4EDA-ACD7-E3670D198B29}" srcOrd="0" destOrd="0" presId="urn:microsoft.com/office/officeart/2005/8/layout/vList3"/>
    <dgm:cxn modelId="{9D20BBCB-502B-4E1F-B177-24B42D4DC2E0}" type="presParOf" srcId="{154ABFD9-026F-453B-8238-4D088CCF840F}" destId="{1A2D2524-FB1B-4222-BFB9-EF0879396823}" srcOrd="1" destOrd="0" presId="urn:microsoft.com/office/officeart/2005/8/layout/vList3"/>
    <dgm:cxn modelId="{5B3DBD34-AA31-4814-82B9-4E06A47FF6D1}" type="presParOf" srcId="{45E5F2FF-E6C8-4441-90A6-944CC76FECA8}" destId="{C18B2446-8C53-44FF-AA6E-5069490E7665}" srcOrd="1" destOrd="0" presId="urn:microsoft.com/office/officeart/2005/8/layout/vList3"/>
    <dgm:cxn modelId="{386887B2-5F41-4426-8592-1A62B637A7A5}" type="presParOf" srcId="{45E5F2FF-E6C8-4441-90A6-944CC76FECA8}" destId="{D693EA65-74A5-49A4-A368-3F6A215C177F}" srcOrd="2" destOrd="0" presId="urn:microsoft.com/office/officeart/2005/8/layout/vList3"/>
    <dgm:cxn modelId="{3BF43DF1-9BC0-4112-A9B3-401F52829BCD}" type="presParOf" srcId="{D693EA65-74A5-49A4-A368-3F6A215C177F}" destId="{B0814A49-5E24-45E6-92D4-3E23E7A3C9CA}" srcOrd="0" destOrd="0" presId="urn:microsoft.com/office/officeart/2005/8/layout/vList3"/>
    <dgm:cxn modelId="{925000F9-7089-4EA4-84F6-FADC3F15C122}" type="presParOf" srcId="{D693EA65-74A5-49A4-A368-3F6A215C177F}" destId="{0484BA8F-D106-457E-AF67-B038AB90EDED}" srcOrd="1" destOrd="0" presId="urn:microsoft.com/office/officeart/2005/8/layout/vList3"/>
    <dgm:cxn modelId="{CAC2E6DC-0D06-4830-A765-92D93DF9108F}" type="presParOf" srcId="{45E5F2FF-E6C8-4441-90A6-944CC76FECA8}" destId="{31896CD4-3BE8-4291-AF89-3BF8E8129009}" srcOrd="3" destOrd="0" presId="urn:microsoft.com/office/officeart/2005/8/layout/vList3"/>
    <dgm:cxn modelId="{F71E9413-FEEB-4169-B9BA-B316BA6AEACB}" type="presParOf" srcId="{45E5F2FF-E6C8-4441-90A6-944CC76FECA8}" destId="{CBB7C810-4944-408D-9FA7-2EC23912DF35}" srcOrd="4" destOrd="0" presId="urn:microsoft.com/office/officeart/2005/8/layout/vList3"/>
    <dgm:cxn modelId="{15CDA85C-4F6C-457A-93FE-5B6CA9332A33}" type="presParOf" srcId="{CBB7C810-4944-408D-9FA7-2EC23912DF35}" destId="{12069B7F-A9AE-4E9F-98D8-3F518FFA207B}" srcOrd="0" destOrd="0" presId="urn:microsoft.com/office/officeart/2005/8/layout/vList3"/>
    <dgm:cxn modelId="{AAC1B9FC-5595-4AF2-881A-CD368937370A}" type="presParOf" srcId="{CBB7C810-4944-408D-9FA7-2EC23912DF35}" destId="{0B0D8330-EDE1-4B14-BF4D-A3D1E7F99884}" srcOrd="1" destOrd="0" presId="urn:microsoft.com/office/officeart/2005/8/layout/vList3"/>
    <dgm:cxn modelId="{A46BAFB5-3307-42AC-8A97-7142685A8342}" type="presParOf" srcId="{45E5F2FF-E6C8-4441-90A6-944CC76FECA8}" destId="{A5CF2230-16B4-48DA-8CB7-E932892300DF}" srcOrd="5" destOrd="0" presId="urn:microsoft.com/office/officeart/2005/8/layout/vList3"/>
    <dgm:cxn modelId="{F0EF5EA6-C76D-4388-94AE-DE0D5E69C9CF}" type="presParOf" srcId="{45E5F2FF-E6C8-4441-90A6-944CC76FECA8}" destId="{DCA2AC03-46BC-483F-AA2F-5056BF1987B5}" srcOrd="6" destOrd="0" presId="urn:microsoft.com/office/officeart/2005/8/layout/vList3"/>
    <dgm:cxn modelId="{FA10C372-D332-4DF6-93A1-87754C87AA04}" type="presParOf" srcId="{DCA2AC03-46BC-483F-AA2F-5056BF1987B5}" destId="{C353A11C-5CE6-440C-8EE5-842F0F83C07E}" srcOrd="0" destOrd="0" presId="urn:microsoft.com/office/officeart/2005/8/layout/vList3"/>
    <dgm:cxn modelId="{CB6DDC2E-282C-46FE-840F-62258A14E89A}" type="presParOf" srcId="{DCA2AC03-46BC-483F-AA2F-5056BF1987B5}" destId="{A166FB9E-FFCC-405A-9A18-2B9B481AC06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DB8C2C3C-6368-4436-94AB-3E4179318430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E9DBDC8-3EAB-44E4-8208-A91D820AEC60}">
      <dgm:prSet/>
      <dgm:spPr/>
      <dgm:t>
        <a:bodyPr/>
        <a:lstStyle/>
        <a:p>
          <a:r>
            <a:rPr lang="ru-RU" b="0" i="0"/>
            <a:t>1648 р.</a:t>
          </a:r>
          <a:endParaRPr lang="uk-UA"/>
        </a:p>
      </dgm:t>
    </dgm:pt>
    <dgm:pt modelId="{6C85378F-3EC7-4EBD-AF90-4927095BA193}" type="parTrans" cxnId="{DBC59ECE-C8E6-4936-9390-50B631554BEA}">
      <dgm:prSet/>
      <dgm:spPr/>
      <dgm:t>
        <a:bodyPr/>
        <a:lstStyle/>
        <a:p>
          <a:endParaRPr lang="uk-UA"/>
        </a:p>
      </dgm:t>
    </dgm:pt>
    <dgm:pt modelId="{3EF22DB7-C06B-44E2-BD1B-C33324DEF118}" type="sibTrans" cxnId="{DBC59ECE-C8E6-4936-9390-50B631554BEA}">
      <dgm:prSet/>
      <dgm:spPr/>
      <dgm:t>
        <a:bodyPr/>
        <a:lstStyle/>
        <a:p>
          <a:endParaRPr lang="uk-UA"/>
        </a:p>
      </dgm:t>
    </dgm:pt>
    <dgm:pt modelId="{6F817071-7194-4B1D-9ABA-8CBC02DC24BB}">
      <dgm:prSet/>
      <dgm:spPr/>
      <dgm:t>
        <a:bodyPr/>
        <a:lstStyle/>
        <a:p>
          <a:r>
            <a:rPr lang="ru-RU" b="0" i="0"/>
            <a:t>1649 р.</a:t>
          </a:r>
          <a:endParaRPr lang="uk-UA"/>
        </a:p>
      </dgm:t>
    </dgm:pt>
    <dgm:pt modelId="{8D348EC6-9D69-4824-A0B6-D5F4C3F93673}" type="parTrans" cxnId="{96A41731-122D-4614-B0A5-9D02769161A9}">
      <dgm:prSet/>
      <dgm:spPr/>
      <dgm:t>
        <a:bodyPr/>
        <a:lstStyle/>
        <a:p>
          <a:endParaRPr lang="uk-UA"/>
        </a:p>
      </dgm:t>
    </dgm:pt>
    <dgm:pt modelId="{B72DDBE8-CAA3-4819-B4FF-84144D27B2C4}" type="sibTrans" cxnId="{96A41731-122D-4614-B0A5-9D02769161A9}">
      <dgm:prSet/>
      <dgm:spPr/>
      <dgm:t>
        <a:bodyPr/>
        <a:lstStyle/>
        <a:p>
          <a:endParaRPr lang="uk-UA"/>
        </a:p>
      </dgm:t>
    </dgm:pt>
    <dgm:pt modelId="{AE2A0061-B2E4-4330-9B1E-2831D3FB203B}">
      <dgm:prSet/>
      <dgm:spPr/>
      <dgm:t>
        <a:bodyPr/>
        <a:lstStyle/>
        <a:p>
          <a:r>
            <a:rPr lang="ru-RU" b="0" i="0"/>
            <a:t>1651 р.</a:t>
          </a:r>
          <a:endParaRPr lang="uk-UA"/>
        </a:p>
      </dgm:t>
    </dgm:pt>
    <dgm:pt modelId="{41AF9A20-A1F5-414C-9EC6-82944C8F8D5B}" type="parTrans" cxnId="{1B15D7E1-3C4B-41BC-AE4B-A804D4485C7D}">
      <dgm:prSet/>
      <dgm:spPr/>
      <dgm:t>
        <a:bodyPr/>
        <a:lstStyle/>
        <a:p>
          <a:endParaRPr lang="uk-UA"/>
        </a:p>
      </dgm:t>
    </dgm:pt>
    <dgm:pt modelId="{F9B5407B-1E6C-47DB-81D3-2D1C4A2F7FB1}" type="sibTrans" cxnId="{1B15D7E1-3C4B-41BC-AE4B-A804D4485C7D}">
      <dgm:prSet/>
      <dgm:spPr/>
      <dgm:t>
        <a:bodyPr/>
        <a:lstStyle/>
        <a:p>
          <a:endParaRPr lang="uk-UA"/>
        </a:p>
      </dgm:t>
    </dgm:pt>
    <dgm:pt modelId="{E68CB73D-4C58-425D-99A7-6458E81FC3D5}">
      <dgm:prSet/>
      <dgm:spPr/>
      <dgm:t>
        <a:bodyPr/>
        <a:lstStyle/>
        <a:p>
          <a:r>
            <a:rPr lang="ru-RU" b="0" i="0"/>
            <a:t>1652 р.</a:t>
          </a:r>
          <a:endParaRPr lang="uk-UA"/>
        </a:p>
      </dgm:t>
    </dgm:pt>
    <dgm:pt modelId="{B8E6C206-B3BC-4DBB-B931-DFC2491A7453}" type="parTrans" cxnId="{42978353-9A62-4B3A-ABB4-152E9D03EE0E}">
      <dgm:prSet/>
      <dgm:spPr/>
      <dgm:t>
        <a:bodyPr/>
        <a:lstStyle/>
        <a:p>
          <a:endParaRPr lang="uk-UA"/>
        </a:p>
      </dgm:t>
    </dgm:pt>
    <dgm:pt modelId="{8AD8A5D9-744A-4E72-A1E9-868B141D1F26}" type="sibTrans" cxnId="{42978353-9A62-4B3A-ABB4-152E9D03EE0E}">
      <dgm:prSet/>
      <dgm:spPr/>
      <dgm:t>
        <a:bodyPr/>
        <a:lstStyle/>
        <a:p>
          <a:endParaRPr lang="uk-UA"/>
        </a:p>
      </dgm:t>
    </dgm:pt>
    <dgm:pt modelId="{0D5A4982-FB4D-435C-86AA-8A5724D9567C}">
      <dgm:prSet/>
      <dgm:spPr/>
      <dgm:t>
        <a:bodyPr/>
        <a:lstStyle/>
        <a:p>
          <a:r>
            <a:rPr lang="ru-RU" b="0" i="0"/>
            <a:t>1653 р.</a:t>
          </a:r>
          <a:endParaRPr lang="uk-UA"/>
        </a:p>
      </dgm:t>
    </dgm:pt>
    <dgm:pt modelId="{8E9D7205-8AEA-47F9-A778-863B21793F47}" type="parTrans" cxnId="{9BC4E13E-3B0D-4023-91BD-B7EBD462E453}">
      <dgm:prSet/>
      <dgm:spPr/>
      <dgm:t>
        <a:bodyPr/>
        <a:lstStyle/>
        <a:p>
          <a:endParaRPr lang="uk-UA"/>
        </a:p>
      </dgm:t>
    </dgm:pt>
    <dgm:pt modelId="{C320B4BD-524B-4D01-9620-1F2304C05560}" type="sibTrans" cxnId="{9BC4E13E-3B0D-4023-91BD-B7EBD462E453}">
      <dgm:prSet/>
      <dgm:spPr/>
      <dgm:t>
        <a:bodyPr/>
        <a:lstStyle/>
        <a:p>
          <a:endParaRPr lang="uk-UA"/>
        </a:p>
      </dgm:t>
    </dgm:pt>
    <dgm:pt modelId="{B706C5CC-2016-4EBB-9D2B-0AFAAAB6798A}" type="pres">
      <dgm:prSet presAssocID="{DB8C2C3C-6368-4436-94AB-3E4179318430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1B78991-3410-446F-9F1C-6013C976DCEC}" type="pres">
      <dgm:prSet presAssocID="{AE9DBDC8-3EAB-44E4-8208-A91D820AEC60}" presName="circ1" presStyleLbl="vennNode1" presStyleIdx="0" presStyleCnt="5"/>
      <dgm:spPr/>
    </dgm:pt>
    <dgm:pt modelId="{7390D7A0-D408-43AA-B808-846670B3DA99}" type="pres">
      <dgm:prSet presAssocID="{AE9DBDC8-3EAB-44E4-8208-A91D820AEC60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2B2776D-0589-44AD-8F0D-5D8612CA9D2B}" type="pres">
      <dgm:prSet presAssocID="{6F817071-7194-4B1D-9ABA-8CBC02DC24BB}" presName="circ2" presStyleLbl="vennNode1" presStyleIdx="1" presStyleCnt="5"/>
      <dgm:spPr/>
    </dgm:pt>
    <dgm:pt modelId="{DBAE059F-61F9-4281-B857-6C791881C7BF}" type="pres">
      <dgm:prSet presAssocID="{6F817071-7194-4B1D-9ABA-8CBC02DC24BB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2000FB-05FA-429F-8117-3032F7BA11C1}" type="pres">
      <dgm:prSet presAssocID="{AE2A0061-B2E4-4330-9B1E-2831D3FB203B}" presName="circ3" presStyleLbl="vennNode1" presStyleIdx="2" presStyleCnt="5"/>
      <dgm:spPr/>
    </dgm:pt>
    <dgm:pt modelId="{A8C18A29-260E-4519-A244-3F29B307CFDF}" type="pres">
      <dgm:prSet presAssocID="{AE2A0061-B2E4-4330-9B1E-2831D3FB203B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BBA869D-1675-4A30-80A8-7295003AD417}" type="pres">
      <dgm:prSet presAssocID="{E68CB73D-4C58-425D-99A7-6458E81FC3D5}" presName="circ4" presStyleLbl="vennNode1" presStyleIdx="3" presStyleCnt="5"/>
      <dgm:spPr/>
    </dgm:pt>
    <dgm:pt modelId="{A486C1E7-63F6-457A-BA12-3CF17463CA01}" type="pres">
      <dgm:prSet presAssocID="{E68CB73D-4C58-425D-99A7-6458E81FC3D5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B139755-A3B9-457A-AAAC-E500DC1695AA}" type="pres">
      <dgm:prSet presAssocID="{0D5A4982-FB4D-435C-86AA-8A5724D9567C}" presName="circ5" presStyleLbl="vennNode1" presStyleIdx="4" presStyleCnt="5"/>
      <dgm:spPr/>
    </dgm:pt>
    <dgm:pt modelId="{23A3140B-9BEA-48D6-AFE5-039D51FA998B}" type="pres">
      <dgm:prSet presAssocID="{0D5A4982-FB4D-435C-86AA-8A5724D9567C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DBC59ECE-C8E6-4936-9390-50B631554BEA}" srcId="{DB8C2C3C-6368-4436-94AB-3E4179318430}" destId="{AE9DBDC8-3EAB-44E4-8208-A91D820AEC60}" srcOrd="0" destOrd="0" parTransId="{6C85378F-3EC7-4EBD-AF90-4927095BA193}" sibTransId="{3EF22DB7-C06B-44E2-BD1B-C33324DEF118}"/>
    <dgm:cxn modelId="{5766C250-E205-4679-A7C3-18F33F696BEC}" type="presOf" srcId="{6F817071-7194-4B1D-9ABA-8CBC02DC24BB}" destId="{DBAE059F-61F9-4281-B857-6C791881C7BF}" srcOrd="0" destOrd="0" presId="urn:microsoft.com/office/officeart/2005/8/layout/venn1"/>
    <dgm:cxn modelId="{1B15D7E1-3C4B-41BC-AE4B-A804D4485C7D}" srcId="{DB8C2C3C-6368-4436-94AB-3E4179318430}" destId="{AE2A0061-B2E4-4330-9B1E-2831D3FB203B}" srcOrd="2" destOrd="0" parTransId="{41AF9A20-A1F5-414C-9EC6-82944C8F8D5B}" sibTransId="{F9B5407B-1E6C-47DB-81D3-2D1C4A2F7FB1}"/>
    <dgm:cxn modelId="{F9CE1237-0DD4-479B-9CEE-126DB149AEC2}" type="presOf" srcId="{0D5A4982-FB4D-435C-86AA-8A5724D9567C}" destId="{23A3140B-9BEA-48D6-AFE5-039D51FA998B}" srcOrd="0" destOrd="0" presId="urn:microsoft.com/office/officeart/2005/8/layout/venn1"/>
    <dgm:cxn modelId="{94055563-0B3E-468C-BEB1-8073C27E64A3}" type="presOf" srcId="{AE9DBDC8-3EAB-44E4-8208-A91D820AEC60}" destId="{7390D7A0-D408-43AA-B808-846670B3DA99}" srcOrd="0" destOrd="0" presId="urn:microsoft.com/office/officeart/2005/8/layout/venn1"/>
    <dgm:cxn modelId="{9BC4E13E-3B0D-4023-91BD-B7EBD462E453}" srcId="{DB8C2C3C-6368-4436-94AB-3E4179318430}" destId="{0D5A4982-FB4D-435C-86AA-8A5724D9567C}" srcOrd="4" destOrd="0" parTransId="{8E9D7205-8AEA-47F9-A778-863B21793F47}" sibTransId="{C320B4BD-524B-4D01-9620-1F2304C05560}"/>
    <dgm:cxn modelId="{96A41731-122D-4614-B0A5-9D02769161A9}" srcId="{DB8C2C3C-6368-4436-94AB-3E4179318430}" destId="{6F817071-7194-4B1D-9ABA-8CBC02DC24BB}" srcOrd="1" destOrd="0" parTransId="{8D348EC6-9D69-4824-A0B6-D5F4C3F93673}" sibTransId="{B72DDBE8-CAA3-4819-B4FF-84144D27B2C4}"/>
    <dgm:cxn modelId="{42978353-9A62-4B3A-ABB4-152E9D03EE0E}" srcId="{DB8C2C3C-6368-4436-94AB-3E4179318430}" destId="{E68CB73D-4C58-425D-99A7-6458E81FC3D5}" srcOrd="3" destOrd="0" parTransId="{B8E6C206-B3BC-4DBB-B931-DFC2491A7453}" sibTransId="{8AD8A5D9-744A-4E72-A1E9-868B141D1F26}"/>
    <dgm:cxn modelId="{B0F1B28C-1D19-4F21-9038-B60CBC8C26BB}" type="presOf" srcId="{E68CB73D-4C58-425D-99A7-6458E81FC3D5}" destId="{A486C1E7-63F6-457A-BA12-3CF17463CA01}" srcOrd="0" destOrd="0" presId="urn:microsoft.com/office/officeart/2005/8/layout/venn1"/>
    <dgm:cxn modelId="{BE414AC9-04A4-429E-9520-322402665CBB}" type="presOf" srcId="{DB8C2C3C-6368-4436-94AB-3E4179318430}" destId="{B706C5CC-2016-4EBB-9D2B-0AFAAAB6798A}" srcOrd="0" destOrd="0" presId="urn:microsoft.com/office/officeart/2005/8/layout/venn1"/>
    <dgm:cxn modelId="{ED371CB5-2FD8-4007-ADE2-EF6F80C33937}" type="presOf" srcId="{AE2A0061-B2E4-4330-9B1E-2831D3FB203B}" destId="{A8C18A29-260E-4519-A244-3F29B307CFDF}" srcOrd="0" destOrd="0" presId="urn:microsoft.com/office/officeart/2005/8/layout/venn1"/>
    <dgm:cxn modelId="{1E4CE70C-C6B2-4A1B-ADE4-679C274DD88C}" type="presParOf" srcId="{B706C5CC-2016-4EBB-9D2B-0AFAAAB6798A}" destId="{31B78991-3410-446F-9F1C-6013C976DCEC}" srcOrd="0" destOrd="0" presId="urn:microsoft.com/office/officeart/2005/8/layout/venn1"/>
    <dgm:cxn modelId="{1324914F-1825-4545-8DD2-3067EA4A49A1}" type="presParOf" srcId="{B706C5CC-2016-4EBB-9D2B-0AFAAAB6798A}" destId="{7390D7A0-D408-43AA-B808-846670B3DA99}" srcOrd="1" destOrd="0" presId="urn:microsoft.com/office/officeart/2005/8/layout/venn1"/>
    <dgm:cxn modelId="{AEFC4A07-7ACE-4A63-AEEB-BB9DE07B7194}" type="presParOf" srcId="{B706C5CC-2016-4EBB-9D2B-0AFAAAB6798A}" destId="{C2B2776D-0589-44AD-8F0D-5D8612CA9D2B}" srcOrd="2" destOrd="0" presId="urn:microsoft.com/office/officeart/2005/8/layout/venn1"/>
    <dgm:cxn modelId="{FD33A71A-BEDF-4FC7-8C1F-D6D002781C8A}" type="presParOf" srcId="{B706C5CC-2016-4EBB-9D2B-0AFAAAB6798A}" destId="{DBAE059F-61F9-4281-B857-6C791881C7BF}" srcOrd="3" destOrd="0" presId="urn:microsoft.com/office/officeart/2005/8/layout/venn1"/>
    <dgm:cxn modelId="{B2AC7FBE-3B4E-44AD-8D52-A73FBC922A80}" type="presParOf" srcId="{B706C5CC-2016-4EBB-9D2B-0AFAAAB6798A}" destId="{EB2000FB-05FA-429F-8117-3032F7BA11C1}" srcOrd="4" destOrd="0" presId="urn:microsoft.com/office/officeart/2005/8/layout/venn1"/>
    <dgm:cxn modelId="{B3DAC0D9-2F66-4B2B-8442-A1D881FD9B3E}" type="presParOf" srcId="{B706C5CC-2016-4EBB-9D2B-0AFAAAB6798A}" destId="{A8C18A29-260E-4519-A244-3F29B307CFDF}" srcOrd="5" destOrd="0" presId="urn:microsoft.com/office/officeart/2005/8/layout/venn1"/>
    <dgm:cxn modelId="{3C59F57D-7EF6-4D65-8BA7-CD1D8319CEF5}" type="presParOf" srcId="{B706C5CC-2016-4EBB-9D2B-0AFAAAB6798A}" destId="{ABBA869D-1675-4A30-80A8-7295003AD417}" srcOrd="6" destOrd="0" presId="urn:microsoft.com/office/officeart/2005/8/layout/venn1"/>
    <dgm:cxn modelId="{10EBEC34-5082-4C41-8E97-E465DAC936D3}" type="presParOf" srcId="{B706C5CC-2016-4EBB-9D2B-0AFAAAB6798A}" destId="{A486C1E7-63F6-457A-BA12-3CF17463CA01}" srcOrd="7" destOrd="0" presId="urn:microsoft.com/office/officeart/2005/8/layout/venn1"/>
    <dgm:cxn modelId="{735E13BF-DCC0-4143-9C43-34E1C73177FC}" type="presParOf" srcId="{B706C5CC-2016-4EBB-9D2B-0AFAAAB6798A}" destId="{FB139755-A3B9-457A-AAAC-E500DC1695AA}" srcOrd="8" destOrd="0" presId="urn:microsoft.com/office/officeart/2005/8/layout/venn1"/>
    <dgm:cxn modelId="{33221A77-97BB-42A3-8A5E-8FA135FEA8B6}" type="presParOf" srcId="{B706C5CC-2016-4EBB-9D2B-0AFAAAB6798A}" destId="{23A3140B-9BEA-48D6-AFE5-039D51FA998B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F6756B1E-17AC-4333-99E2-6B1B61B804D6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D5E8EA65-31C3-407F-B289-3177968E5067}">
      <dgm:prSet/>
      <dgm:spPr/>
      <dgm:t>
        <a:bodyPr/>
        <a:lstStyle/>
        <a:p>
          <a:r>
            <a:rPr lang="ru-RU" b="0" i="0"/>
            <a:t>«Енеїда»</a:t>
          </a:r>
          <a:endParaRPr lang="uk-UA"/>
        </a:p>
      </dgm:t>
    </dgm:pt>
    <dgm:pt modelId="{A6171FE1-B96A-41C7-AE45-BC7D52423B58}" type="parTrans" cxnId="{EF1BA50C-2134-4084-8368-C9EF2EC232B0}">
      <dgm:prSet/>
      <dgm:spPr/>
      <dgm:t>
        <a:bodyPr/>
        <a:lstStyle/>
        <a:p>
          <a:endParaRPr lang="uk-UA"/>
        </a:p>
      </dgm:t>
    </dgm:pt>
    <dgm:pt modelId="{13409336-FB91-44B1-AC1B-E5FBEA34DA39}" type="sibTrans" cxnId="{EF1BA50C-2134-4084-8368-C9EF2EC232B0}">
      <dgm:prSet/>
      <dgm:spPr/>
      <dgm:t>
        <a:bodyPr/>
        <a:lstStyle/>
        <a:p>
          <a:endParaRPr lang="uk-UA"/>
        </a:p>
      </dgm:t>
    </dgm:pt>
    <dgm:pt modelId="{DC7DC890-9983-41B4-8E8E-38C104AA70AF}">
      <dgm:prSet/>
      <dgm:spPr/>
      <dgm:t>
        <a:bodyPr/>
        <a:lstStyle/>
        <a:p>
          <a:r>
            <a:rPr lang="ru-RU" b="0" i="0"/>
            <a:t>«Історія Русів»</a:t>
          </a:r>
          <a:endParaRPr lang="uk-UA"/>
        </a:p>
      </dgm:t>
    </dgm:pt>
    <dgm:pt modelId="{469FFEA8-D8B7-47D4-BCEE-012547D111EC}" type="parTrans" cxnId="{1F06B9BC-B337-4043-A68C-50AA23E98342}">
      <dgm:prSet/>
      <dgm:spPr/>
      <dgm:t>
        <a:bodyPr/>
        <a:lstStyle/>
        <a:p>
          <a:endParaRPr lang="uk-UA"/>
        </a:p>
      </dgm:t>
    </dgm:pt>
    <dgm:pt modelId="{2368FEAB-833A-4990-94A3-F17464827ADC}" type="sibTrans" cxnId="{1F06B9BC-B337-4043-A68C-50AA23E98342}">
      <dgm:prSet/>
      <dgm:spPr/>
      <dgm:t>
        <a:bodyPr/>
        <a:lstStyle/>
        <a:p>
          <a:endParaRPr lang="uk-UA"/>
        </a:p>
      </dgm:t>
    </dgm:pt>
    <dgm:pt modelId="{49C5656B-0B54-4213-A8DC-CAF33B5CDF65}">
      <dgm:prSet/>
      <dgm:spPr/>
      <dgm:t>
        <a:bodyPr/>
        <a:lstStyle/>
        <a:p>
          <a:r>
            <a:rPr lang="ru-RU" b="0" i="0"/>
            <a:t>«Основа»</a:t>
          </a:r>
          <a:endParaRPr lang="uk-UA"/>
        </a:p>
      </dgm:t>
    </dgm:pt>
    <dgm:pt modelId="{F3476CBC-88C8-467D-8FB6-3FF495E8D1F6}" type="parTrans" cxnId="{73A3517C-79BD-4D91-8D9C-FAACB9D6A9C9}">
      <dgm:prSet/>
      <dgm:spPr/>
      <dgm:t>
        <a:bodyPr/>
        <a:lstStyle/>
        <a:p>
          <a:endParaRPr lang="uk-UA"/>
        </a:p>
      </dgm:t>
    </dgm:pt>
    <dgm:pt modelId="{7BD9C189-3987-4A9C-BDD0-6501EF6DD843}" type="sibTrans" cxnId="{73A3517C-79BD-4D91-8D9C-FAACB9D6A9C9}">
      <dgm:prSet/>
      <dgm:spPr/>
      <dgm:t>
        <a:bodyPr/>
        <a:lstStyle/>
        <a:p>
          <a:endParaRPr lang="uk-UA"/>
        </a:p>
      </dgm:t>
    </dgm:pt>
    <dgm:pt modelId="{BE0F9A69-A303-432B-ACAE-A79D58AA114A}">
      <dgm:prSet/>
      <dgm:spPr/>
      <dgm:t>
        <a:bodyPr/>
        <a:lstStyle/>
        <a:p>
          <a:r>
            <a:rPr lang="ru-RU" b="0" i="0"/>
            <a:t>«Громада»</a:t>
          </a:r>
          <a:endParaRPr lang="uk-UA"/>
        </a:p>
      </dgm:t>
    </dgm:pt>
    <dgm:pt modelId="{F4D4D80E-9677-4D69-876B-06ADC34F9A30}" type="parTrans" cxnId="{0D5AC345-4A99-436C-AB6B-99DE044FC2C3}">
      <dgm:prSet/>
      <dgm:spPr/>
      <dgm:t>
        <a:bodyPr/>
        <a:lstStyle/>
        <a:p>
          <a:endParaRPr lang="uk-UA"/>
        </a:p>
      </dgm:t>
    </dgm:pt>
    <dgm:pt modelId="{2DB56FDD-859D-443B-914C-369BFD1AC041}" type="sibTrans" cxnId="{0D5AC345-4A99-436C-AB6B-99DE044FC2C3}">
      <dgm:prSet/>
      <dgm:spPr/>
      <dgm:t>
        <a:bodyPr/>
        <a:lstStyle/>
        <a:p>
          <a:endParaRPr lang="uk-UA"/>
        </a:p>
      </dgm:t>
    </dgm:pt>
    <dgm:pt modelId="{40A18D2E-E06D-4ACC-A1A7-3EE9F1702F9A}" type="pres">
      <dgm:prSet presAssocID="{F6756B1E-17AC-4333-99E2-6B1B61B804D6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7F34780-71EC-46FC-9F53-DF2547399C5E}" type="pres">
      <dgm:prSet presAssocID="{D5E8EA65-31C3-407F-B289-3177968E5067}" presName="composite" presStyleCnt="0"/>
      <dgm:spPr/>
    </dgm:pt>
    <dgm:pt modelId="{107F0E72-35BA-415E-87C3-1821D08801FC}" type="pres">
      <dgm:prSet presAssocID="{D5E8EA65-31C3-407F-B289-3177968E5067}" presName="imgShp" presStyleLbl="fgImgPlace1" presStyleIdx="0" presStyleCnt="4"/>
      <dgm:spPr/>
    </dgm:pt>
    <dgm:pt modelId="{09EDBD1E-F860-43B9-BADF-BAC5C37DDE86}" type="pres">
      <dgm:prSet presAssocID="{D5E8EA65-31C3-407F-B289-3177968E5067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8324FBD-EDD0-4BA4-A683-AF585CE0FC8A}" type="pres">
      <dgm:prSet presAssocID="{13409336-FB91-44B1-AC1B-E5FBEA34DA39}" presName="spacing" presStyleCnt="0"/>
      <dgm:spPr/>
    </dgm:pt>
    <dgm:pt modelId="{5821403F-90E7-4621-A1EA-D867324DF8AE}" type="pres">
      <dgm:prSet presAssocID="{DC7DC890-9983-41B4-8E8E-38C104AA70AF}" presName="composite" presStyleCnt="0"/>
      <dgm:spPr/>
    </dgm:pt>
    <dgm:pt modelId="{0DFC183E-F272-4B9D-95A8-3C3ABC730F8E}" type="pres">
      <dgm:prSet presAssocID="{DC7DC890-9983-41B4-8E8E-38C104AA70AF}" presName="imgShp" presStyleLbl="fgImgPlace1" presStyleIdx="1" presStyleCnt="4"/>
      <dgm:spPr/>
    </dgm:pt>
    <dgm:pt modelId="{4226BBCC-1FC4-400B-8129-328604A8106C}" type="pres">
      <dgm:prSet presAssocID="{DC7DC890-9983-41B4-8E8E-38C104AA70AF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DBBAECA-2494-4B44-8371-E9BA5C5F6734}" type="pres">
      <dgm:prSet presAssocID="{2368FEAB-833A-4990-94A3-F17464827ADC}" presName="spacing" presStyleCnt="0"/>
      <dgm:spPr/>
    </dgm:pt>
    <dgm:pt modelId="{A5BB9BF3-4164-464D-BA62-6256165EC29F}" type="pres">
      <dgm:prSet presAssocID="{49C5656B-0B54-4213-A8DC-CAF33B5CDF65}" presName="composite" presStyleCnt="0"/>
      <dgm:spPr/>
    </dgm:pt>
    <dgm:pt modelId="{4C4F6E16-AB41-4862-A69C-F50989362706}" type="pres">
      <dgm:prSet presAssocID="{49C5656B-0B54-4213-A8DC-CAF33B5CDF65}" presName="imgShp" presStyleLbl="fgImgPlace1" presStyleIdx="2" presStyleCnt="4"/>
      <dgm:spPr/>
    </dgm:pt>
    <dgm:pt modelId="{12A0ED80-DBEB-4E27-BFF6-E3D6FA0C29A5}" type="pres">
      <dgm:prSet presAssocID="{49C5656B-0B54-4213-A8DC-CAF33B5CDF65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6FF95D2-B92A-405B-85B8-5AA9C58F4BF6}" type="pres">
      <dgm:prSet presAssocID="{7BD9C189-3987-4A9C-BDD0-6501EF6DD843}" presName="spacing" presStyleCnt="0"/>
      <dgm:spPr/>
    </dgm:pt>
    <dgm:pt modelId="{4956D1DE-9B2F-4D4A-A26C-F3DAC0155194}" type="pres">
      <dgm:prSet presAssocID="{BE0F9A69-A303-432B-ACAE-A79D58AA114A}" presName="composite" presStyleCnt="0"/>
      <dgm:spPr/>
    </dgm:pt>
    <dgm:pt modelId="{6CA42CA0-7790-4F6E-8E0A-1554923C6DF6}" type="pres">
      <dgm:prSet presAssocID="{BE0F9A69-A303-432B-ACAE-A79D58AA114A}" presName="imgShp" presStyleLbl="fgImgPlace1" presStyleIdx="3" presStyleCnt="4"/>
      <dgm:spPr/>
    </dgm:pt>
    <dgm:pt modelId="{5E3671BC-AB30-4615-8683-FF9F0A07E87F}" type="pres">
      <dgm:prSet presAssocID="{BE0F9A69-A303-432B-ACAE-A79D58AA114A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F1BA50C-2134-4084-8368-C9EF2EC232B0}" srcId="{F6756B1E-17AC-4333-99E2-6B1B61B804D6}" destId="{D5E8EA65-31C3-407F-B289-3177968E5067}" srcOrd="0" destOrd="0" parTransId="{A6171FE1-B96A-41C7-AE45-BC7D52423B58}" sibTransId="{13409336-FB91-44B1-AC1B-E5FBEA34DA39}"/>
    <dgm:cxn modelId="{030DC855-66B9-4CE3-879B-68D115316EC2}" type="presOf" srcId="{DC7DC890-9983-41B4-8E8E-38C104AA70AF}" destId="{4226BBCC-1FC4-400B-8129-328604A8106C}" srcOrd="0" destOrd="0" presId="urn:microsoft.com/office/officeart/2005/8/layout/vList3"/>
    <dgm:cxn modelId="{85628795-4F47-4842-84F9-4EF425FBF38D}" type="presOf" srcId="{F6756B1E-17AC-4333-99E2-6B1B61B804D6}" destId="{40A18D2E-E06D-4ACC-A1A7-3EE9F1702F9A}" srcOrd="0" destOrd="0" presId="urn:microsoft.com/office/officeart/2005/8/layout/vList3"/>
    <dgm:cxn modelId="{3C409415-D52A-482E-AE65-BF3289605B66}" type="presOf" srcId="{D5E8EA65-31C3-407F-B289-3177968E5067}" destId="{09EDBD1E-F860-43B9-BADF-BAC5C37DDE86}" srcOrd="0" destOrd="0" presId="urn:microsoft.com/office/officeart/2005/8/layout/vList3"/>
    <dgm:cxn modelId="{94E27BD5-F1F5-4BEE-9C34-308911A843F6}" type="presOf" srcId="{BE0F9A69-A303-432B-ACAE-A79D58AA114A}" destId="{5E3671BC-AB30-4615-8683-FF9F0A07E87F}" srcOrd="0" destOrd="0" presId="urn:microsoft.com/office/officeart/2005/8/layout/vList3"/>
    <dgm:cxn modelId="{A95EC5E0-89BD-4541-97AA-C583370D0D9E}" type="presOf" srcId="{49C5656B-0B54-4213-A8DC-CAF33B5CDF65}" destId="{12A0ED80-DBEB-4E27-BFF6-E3D6FA0C29A5}" srcOrd="0" destOrd="0" presId="urn:microsoft.com/office/officeart/2005/8/layout/vList3"/>
    <dgm:cxn modelId="{73A3517C-79BD-4D91-8D9C-FAACB9D6A9C9}" srcId="{F6756B1E-17AC-4333-99E2-6B1B61B804D6}" destId="{49C5656B-0B54-4213-A8DC-CAF33B5CDF65}" srcOrd="2" destOrd="0" parTransId="{F3476CBC-88C8-467D-8FB6-3FF495E8D1F6}" sibTransId="{7BD9C189-3987-4A9C-BDD0-6501EF6DD843}"/>
    <dgm:cxn modelId="{1F06B9BC-B337-4043-A68C-50AA23E98342}" srcId="{F6756B1E-17AC-4333-99E2-6B1B61B804D6}" destId="{DC7DC890-9983-41B4-8E8E-38C104AA70AF}" srcOrd="1" destOrd="0" parTransId="{469FFEA8-D8B7-47D4-BCEE-012547D111EC}" sibTransId="{2368FEAB-833A-4990-94A3-F17464827ADC}"/>
    <dgm:cxn modelId="{0D5AC345-4A99-436C-AB6B-99DE044FC2C3}" srcId="{F6756B1E-17AC-4333-99E2-6B1B61B804D6}" destId="{BE0F9A69-A303-432B-ACAE-A79D58AA114A}" srcOrd="3" destOrd="0" parTransId="{F4D4D80E-9677-4D69-876B-06ADC34F9A30}" sibTransId="{2DB56FDD-859D-443B-914C-369BFD1AC041}"/>
    <dgm:cxn modelId="{C0C48EBB-D601-4B1E-9EF9-EA54E510BE84}" type="presParOf" srcId="{40A18D2E-E06D-4ACC-A1A7-3EE9F1702F9A}" destId="{67F34780-71EC-46FC-9F53-DF2547399C5E}" srcOrd="0" destOrd="0" presId="urn:microsoft.com/office/officeart/2005/8/layout/vList3"/>
    <dgm:cxn modelId="{21E376A3-D0DC-4A37-A4B2-2DF03D2D7C96}" type="presParOf" srcId="{67F34780-71EC-46FC-9F53-DF2547399C5E}" destId="{107F0E72-35BA-415E-87C3-1821D08801FC}" srcOrd="0" destOrd="0" presId="urn:microsoft.com/office/officeart/2005/8/layout/vList3"/>
    <dgm:cxn modelId="{5CF49706-40F6-4B09-B203-988192212B2C}" type="presParOf" srcId="{67F34780-71EC-46FC-9F53-DF2547399C5E}" destId="{09EDBD1E-F860-43B9-BADF-BAC5C37DDE86}" srcOrd="1" destOrd="0" presId="urn:microsoft.com/office/officeart/2005/8/layout/vList3"/>
    <dgm:cxn modelId="{94936584-CC57-4EF2-950D-45955C86BB1A}" type="presParOf" srcId="{40A18D2E-E06D-4ACC-A1A7-3EE9F1702F9A}" destId="{08324FBD-EDD0-4BA4-A683-AF585CE0FC8A}" srcOrd="1" destOrd="0" presId="urn:microsoft.com/office/officeart/2005/8/layout/vList3"/>
    <dgm:cxn modelId="{EAD88D0B-A4E3-4CDA-BC22-EFC5892A23BA}" type="presParOf" srcId="{40A18D2E-E06D-4ACC-A1A7-3EE9F1702F9A}" destId="{5821403F-90E7-4621-A1EA-D867324DF8AE}" srcOrd="2" destOrd="0" presId="urn:microsoft.com/office/officeart/2005/8/layout/vList3"/>
    <dgm:cxn modelId="{A2E31ABB-21BA-4EAB-8599-EC39919D4169}" type="presParOf" srcId="{5821403F-90E7-4621-A1EA-D867324DF8AE}" destId="{0DFC183E-F272-4B9D-95A8-3C3ABC730F8E}" srcOrd="0" destOrd="0" presId="urn:microsoft.com/office/officeart/2005/8/layout/vList3"/>
    <dgm:cxn modelId="{73D167DB-BEED-4ADB-ADA8-1262874F8BF8}" type="presParOf" srcId="{5821403F-90E7-4621-A1EA-D867324DF8AE}" destId="{4226BBCC-1FC4-400B-8129-328604A8106C}" srcOrd="1" destOrd="0" presId="urn:microsoft.com/office/officeart/2005/8/layout/vList3"/>
    <dgm:cxn modelId="{E19389C4-EA7B-4914-9D19-5343A7EC27E3}" type="presParOf" srcId="{40A18D2E-E06D-4ACC-A1A7-3EE9F1702F9A}" destId="{EDBBAECA-2494-4B44-8371-E9BA5C5F6734}" srcOrd="3" destOrd="0" presId="urn:microsoft.com/office/officeart/2005/8/layout/vList3"/>
    <dgm:cxn modelId="{7C99277B-8275-415A-85B2-B5D699CD6D92}" type="presParOf" srcId="{40A18D2E-E06D-4ACC-A1A7-3EE9F1702F9A}" destId="{A5BB9BF3-4164-464D-BA62-6256165EC29F}" srcOrd="4" destOrd="0" presId="urn:microsoft.com/office/officeart/2005/8/layout/vList3"/>
    <dgm:cxn modelId="{4BD73D53-346A-4E9E-8475-2E4F33650F1D}" type="presParOf" srcId="{A5BB9BF3-4164-464D-BA62-6256165EC29F}" destId="{4C4F6E16-AB41-4862-A69C-F50989362706}" srcOrd="0" destOrd="0" presId="urn:microsoft.com/office/officeart/2005/8/layout/vList3"/>
    <dgm:cxn modelId="{3ED8622A-99AA-4337-871E-36322603FABA}" type="presParOf" srcId="{A5BB9BF3-4164-464D-BA62-6256165EC29F}" destId="{12A0ED80-DBEB-4E27-BFF6-E3D6FA0C29A5}" srcOrd="1" destOrd="0" presId="urn:microsoft.com/office/officeart/2005/8/layout/vList3"/>
    <dgm:cxn modelId="{C3ACFF49-559E-4FB8-BD55-923C0C32906C}" type="presParOf" srcId="{40A18D2E-E06D-4ACC-A1A7-3EE9F1702F9A}" destId="{26FF95D2-B92A-405B-85B8-5AA9C58F4BF6}" srcOrd="5" destOrd="0" presId="urn:microsoft.com/office/officeart/2005/8/layout/vList3"/>
    <dgm:cxn modelId="{6CAE8E07-0A8A-4D2C-981F-CB4172423E56}" type="presParOf" srcId="{40A18D2E-E06D-4ACC-A1A7-3EE9F1702F9A}" destId="{4956D1DE-9B2F-4D4A-A26C-F3DAC0155194}" srcOrd="6" destOrd="0" presId="urn:microsoft.com/office/officeart/2005/8/layout/vList3"/>
    <dgm:cxn modelId="{CBA95D3D-77F9-45D9-A4D1-F749C92F5324}" type="presParOf" srcId="{4956D1DE-9B2F-4D4A-A26C-F3DAC0155194}" destId="{6CA42CA0-7790-4F6E-8E0A-1554923C6DF6}" srcOrd="0" destOrd="0" presId="urn:microsoft.com/office/officeart/2005/8/layout/vList3"/>
    <dgm:cxn modelId="{7D9F02BD-B2E2-4244-A3A9-3864AB96B80F}" type="presParOf" srcId="{4956D1DE-9B2F-4D4A-A26C-F3DAC0155194}" destId="{5E3671BC-AB30-4615-8683-FF9F0A07E87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D3428642-E7E4-4926-8022-19BA69C8F16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87FCAE7-9588-479D-83C2-3B930A90DF7E}">
      <dgm:prSet/>
      <dgm:spPr/>
      <dgm:t>
        <a:bodyPr/>
        <a:lstStyle/>
        <a:p>
          <a:r>
            <a:rPr lang="uk-UA" b="0" i="0"/>
            <a:t>перший український суспільно-політичний і літературно-мистецький журнал, що видавала українська громада 1861–1862 рр. у Петербурзі</a:t>
          </a:r>
          <a:endParaRPr lang="uk-UA"/>
        </a:p>
      </dgm:t>
    </dgm:pt>
    <dgm:pt modelId="{E5A56466-6AB6-4BB0-87D7-D07DC9B83DF8}" type="parTrans" cxnId="{8C351525-59DF-4314-9BFE-67A5D5EFC321}">
      <dgm:prSet/>
      <dgm:spPr/>
      <dgm:t>
        <a:bodyPr/>
        <a:lstStyle/>
        <a:p>
          <a:endParaRPr lang="uk-UA"/>
        </a:p>
      </dgm:t>
    </dgm:pt>
    <dgm:pt modelId="{4244817A-0C74-47D9-869D-11910877BD21}" type="sibTrans" cxnId="{8C351525-59DF-4314-9BFE-67A5D5EFC321}">
      <dgm:prSet/>
      <dgm:spPr/>
      <dgm:t>
        <a:bodyPr/>
        <a:lstStyle/>
        <a:p>
          <a:endParaRPr lang="uk-UA"/>
        </a:p>
      </dgm:t>
    </dgm:pt>
    <dgm:pt modelId="{E9D6C7BA-A586-494F-A1DC-7E799AAB2B17}">
      <dgm:prSet/>
      <dgm:spPr/>
      <dgm:t>
        <a:bodyPr/>
        <a:lstStyle/>
        <a:p>
          <a:r>
            <a:rPr lang="uk-UA" b="0" i="0"/>
            <a:t>український громадсько-політичний і науково-літературний збірник, що видавав у Женеві Михайло Драгоманов у період 1878–1879 рр. та 1882 р.</a:t>
          </a:r>
          <a:endParaRPr lang="uk-UA"/>
        </a:p>
      </dgm:t>
    </dgm:pt>
    <dgm:pt modelId="{04DB4805-0CF6-4E3B-ABE5-DED0193A6652}" type="parTrans" cxnId="{A624EDCC-9CB5-4DCE-A0F6-4A470149B834}">
      <dgm:prSet/>
      <dgm:spPr/>
      <dgm:t>
        <a:bodyPr/>
        <a:lstStyle/>
        <a:p>
          <a:endParaRPr lang="uk-UA"/>
        </a:p>
      </dgm:t>
    </dgm:pt>
    <dgm:pt modelId="{8AC007A5-276B-4D68-8FD5-F5620BEE2887}" type="sibTrans" cxnId="{A624EDCC-9CB5-4DCE-A0F6-4A470149B834}">
      <dgm:prSet/>
      <dgm:spPr/>
      <dgm:t>
        <a:bodyPr/>
        <a:lstStyle/>
        <a:p>
          <a:endParaRPr lang="uk-UA"/>
        </a:p>
      </dgm:t>
    </dgm:pt>
    <dgm:pt modelId="{BE35B37F-3B29-4300-8EFD-F3E9B1ED63AE}">
      <dgm:prSet/>
      <dgm:spPr/>
      <dgm:t>
        <a:bodyPr/>
        <a:lstStyle/>
        <a:p>
          <a:r>
            <a:rPr lang="uk-UA" b="0" i="0"/>
            <a:t>одна з визначних пам’яток української історичної та суспільно-політичної думки другої половини </a:t>
          </a:r>
          <a:r>
            <a:rPr lang="en-US" b="0" i="0"/>
            <a:t>XVIII – </a:t>
          </a:r>
          <a:r>
            <a:rPr lang="uk-UA" b="0" i="0"/>
            <a:t>початку </a:t>
          </a:r>
          <a:r>
            <a:rPr lang="en-US" b="0" i="0"/>
            <a:t>XIX </a:t>
          </a:r>
          <a:r>
            <a:rPr lang="uk-UA" b="0" i="0"/>
            <a:t>ст., у якій обстоювано ідею автономного державного розвитку України</a:t>
          </a:r>
          <a:endParaRPr lang="uk-UA"/>
        </a:p>
      </dgm:t>
    </dgm:pt>
    <dgm:pt modelId="{FB039B3D-5024-4A35-A615-834E218EB106}" type="parTrans" cxnId="{83BA83EF-5A79-406C-84F8-F340C3C7ECBF}">
      <dgm:prSet/>
      <dgm:spPr/>
      <dgm:t>
        <a:bodyPr/>
        <a:lstStyle/>
        <a:p>
          <a:endParaRPr lang="uk-UA"/>
        </a:p>
      </dgm:t>
    </dgm:pt>
    <dgm:pt modelId="{C1D90993-2D4F-48E4-B1D5-5D9DF3A94AEC}" type="sibTrans" cxnId="{83BA83EF-5A79-406C-84F8-F340C3C7ECBF}">
      <dgm:prSet/>
      <dgm:spPr/>
      <dgm:t>
        <a:bodyPr/>
        <a:lstStyle/>
        <a:p>
          <a:endParaRPr lang="uk-UA"/>
        </a:p>
      </dgm:t>
    </dgm:pt>
    <dgm:pt modelId="{D0AF5AE3-FC2C-463E-930A-350530CDF7CB}">
      <dgm:prSet/>
      <dgm:spPr/>
      <dgm:t>
        <a:bodyPr/>
        <a:lstStyle/>
        <a:p>
          <a:r>
            <a:rPr lang="uk-UA" b="0" i="0"/>
            <a:t>перший твір нової української літератури, надрукований у Санкт-Петербурзі 1798 р.</a:t>
          </a:r>
          <a:endParaRPr lang="uk-UA"/>
        </a:p>
      </dgm:t>
    </dgm:pt>
    <dgm:pt modelId="{AFD17555-B38F-42D9-959F-890886D5A1F6}" type="parTrans" cxnId="{10A386F7-004A-46D3-BE29-203D09B102E0}">
      <dgm:prSet/>
      <dgm:spPr/>
      <dgm:t>
        <a:bodyPr/>
        <a:lstStyle/>
        <a:p>
          <a:endParaRPr lang="uk-UA"/>
        </a:p>
      </dgm:t>
    </dgm:pt>
    <dgm:pt modelId="{BAD05B6F-36CB-4ECA-BCC5-BFA2C1F8D55D}" type="sibTrans" cxnId="{10A386F7-004A-46D3-BE29-203D09B102E0}">
      <dgm:prSet/>
      <dgm:spPr/>
      <dgm:t>
        <a:bodyPr/>
        <a:lstStyle/>
        <a:p>
          <a:endParaRPr lang="uk-UA"/>
        </a:p>
      </dgm:t>
    </dgm:pt>
    <dgm:pt modelId="{1BCBDE4E-27E7-4161-ACB1-16283534097E}">
      <dgm:prSet/>
      <dgm:spPr/>
      <dgm:t>
        <a:bodyPr/>
        <a:lstStyle/>
        <a:p>
          <a:r>
            <a:rPr lang="uk-UA" b="0" i="0"/>
            <a:t>щомісячний історико-етнографічний і літературний часопис, що видавали в Києві російською й українською мовами протягом 1882–1906 рр.</a:t>
          </a:r>
          <a:endParaRPr lang="uk-UA"/>
        </a:p>
      </dgm:t>
    </dgm:pt>
    <dgm:pt modelId="{D40F34E6-6AF7-464C-A030-5C289233D1A1}" type="parTrans" cxnId="{04564C26-7ABD-4CF6-B95E-A0802AAFBE0F}">
      <dgm:prSet/>
      <dgm:spPr/>
      <dgm:t>
        <a:bodyPr/>
        <a:lstStyle/>
        <a:p>
          <a:endParaRPr lang="uk-UA"/>
        </a:p>
      </dgm:t>
    </dgm:pt>
    <dgm:pt modelId="{8A61E1D2-A93F-4F1B-BD67-318672ACF68C}" type="sibTrans" cxnId="{04564C26-7ABD-4CF6-B95E-A0802AAFBE0F}">
      <dgm:prSet/>
      <dgm:spPr/>
      <dgm:t>
        <a:bodyPr/>
        <a:lstStyle/>
        <a:p>
          <a:endParaRPr lang="uk-UA"/>
        </a:p>
      </dgm:t>
    </dgm:pt>
    <dgm:pt modelId="{C09A8395-5470-44D1-A80A-C53154E239D2}" type="pres">
      <dgm:prSet presAssocID="{D3428642-E7E4-4926-8022-19BA69C8F168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3A856DB7-DD04-4F45-A71C-2A0037797FB8}" type="pres">
      <dgm:prSet presAssocID="{487FCAE7-9588-479D-83C2-3B930A90DF7E}" presName="thickLine" presStyleLbl="alignNode1" presStyleIdx="0" presStyleCnt="5"/>
      <dgm:spPr/>
    </dgm:pt>
    <dgm:pt modelId="{5B070C9C-E101-49CA-9C59-37F7A857CCBB}" type="pres">
      <dgm:prSet presAssocID="{487FCAE7-9588-479D-83C2-3B930A90DF7E}" presName="horz1" presStyleCnt="0"/>
      <dgm:spPr/>
    </dgm:pt>
    <dgm:pt modelId="{EDD57111-6694-4D47-8D47-386E51EBDC1F}" type="pres">
      <dgm:prSet presAssocID="{487FCAE7-9588-479D-83C2-3B930A90DF7E}" presName="tx1" presStyleLbl="revTx" presStyleIdx="0" presStyleCnt="5"/>
      <dgm:spPr/>
      <dgm:t>
        <a:bodyPr/>
        <a:lstStyle/>
        <a:p>
          <a:endParaRPr lang="ru-RU"/>
        </a:p>
      </dgm:t>
    </dgm:pt>
    <dgm:pt modelId="{60D1A22A-ED10-4545-B25F-36966491E79E}" type="pres">
      <dgm:prSet presAssocID="{487FCAE7-9588-479D-83C2-3B930A90DF7E}" presName="vert1" presStyleCnt="0"/>
      <dgm:spPr/>
    </dgm:pt>
    <dgm:pt modelId="{524FF9E3-48CC-429E-9F82-94DE1C7A0EA2}" type="pres">
      <dgm:prSet presAssocID="{E9D6C7BA-A586-494F-A1DC-7E799AAB2B17}" presName="thickLine" presStyleLbl="alignNode1" presStyleIdx="1" presStyleCnt="5"/>
      <dgm:spPr/>
    </dgm:pt>
    <dgm:pt modelId="{3F6FA56D-B2B4-4593-99EA-396313B18CF5}" type="pres">
      <dgm:prSet presAssocID="{E9D6C7BA-A586-494F-A1DC-7E799AAB2B17}" presName="horz1" presStyleCnt="0"/>
      <dgm:spPr/>
    </dgm:pt>
    <dgm:pt modelId="{87C36D90-94A2-4154-87A3-4144B9857664}" type="pres">
      <dgm:prSet presAssocID="{E9D6C7BA-A586-494F-A1DC-7E799AAB2B17}" presName="tx1" presStyleLbl="revTx" presStyleIdx="1" presStyleCnt="5"/>
      <dgm:spPr/>
      <dgm:t>
        <a:bodyPr/>
        <a:lstStyle/>
        <a:p>
          <a:endParaRPr lang="ru-RU"/>
        </a:p>
      </dgm:t>
    </dgm:pt>
    <dgm:pt modelId="{F88DFDB8-41C3-4F5B-969E-4908F74D2C70}" type="pres">
      <dgm:prSet presAssocID="{E9D6C7BA-A586-494F-A1DC-7E799AAB2B17}" presName="vert1" presStyleCnt="0"/>
      <dgm:spPr/>
    </dgm:pt>
    <dgm:pt modelId="{059F8554-F789-4155-9FA9-F4AAD23DFC5A}" type="pres">
      <dgm:prSet presAssocID="{BE35B37F-3B29-4300-8EFD-F3E9B1ED63AE}" presName="thickLine" presStyleLbl="alignNode1" presStyleIdx="2" presStyleCnt="5"/>
      <dgm:spPr/>
    </dgm:pt>
    <dgm:pt modelId="{890B11BC-A9D7-4B41-9D82-91C27EBC0F55}" type="pres">
      <dgm:prSet presAssocID="{BE35B37F-3B29-4300-8EFD-F3E9B1ED63AE}" presName="horz1" presStyleCnt="0"/>
      <dgm:spPr/>
    </dgm:pt>
    <dgm:pt modelId="{A8532CE4-A210-4B2E-B0B9-DF6CE03090E8}" type="pres">
      <dgm:prSet presAssocID="{BE35B37F-3B29-4300-8EFD-F3E9B1ED63AE}" presName="tx1" presStyleLbl="revTx" presStyleIdx="2" presStyleCnt="5"/>
      <dgm:spPr/>
      <dgm:t>
        <a:bodyPr/>
        <a:lstStyle/>
        <a:p>
          <a:endParaRPr lang="ru-RU"/>
        </a:p>
      </dgm:t>
    </dgm:pt>
    <dgm:pt modelId="{C01A3B0F-019C-4637-9CBF-CD9CE7954DFF}" type="pres">
      <dgm:prSet presAssocID="{BE35B37F-3B29-4300-8EFD-F3E9B1ED63AE}" presName="vert1" presStyleCnt="0"/>
      <dgm:spPr/>
    </dgm:pt>
    <dgm:pt modelId="{868CDA24-2EC9-4A14-AB52-9B00F42232FF}" type="pres">
      <dgm:prSet presAssocID="{D0AF5AE3-FC2C-463E-930A-350530CDF7CB}" presName="thickLine" presStyleLbl="alignNode1" presStyleIdx="3" presStyleCnt="5"/>
      <dgm:spPr/>
    </dgm:pt>
    <dgm:pt modelId="{6162DFBA-57F2-45D4-8C1E-83675B71DB61}" type="pres">
      <dgm:prSet presAssocID="{D0AF5AE3-FC2C-463E-930A-350530CDF7CB}" presName="horz1" presStyleCnt="0"/>
      <dgm:spPr/>
    </dgm:pt>
    <dgm:pt modelId="{998C50A4-1C07-4711-8A26-AB59C9BEE0F0}" type="pres">
      <dgm:prSet presAssocID="{D0AF5AE3-FC2C-463E-930A-350530CDF7CB}" presName="tx1" presStyleLbl="revTx" presStyleIdx="3" presStyleCnt="5"/>
      <dgm:spPr/>
      <dgm:t>
        <a:bodyPr/>
        <a:lstStyle/>
        <a:p>
          <a:endParaRPr lang="ru-RU"/>
        </a:p>
      </dgm:t>
    </dgm:pt>
    <dgm:pt modelId="{E8E47C01-D470-4D85-ACAE-054613CDF390}" type="pres">
      <dgm:prSet presAssocID="{D0AF5AE3-FC2C-463E-930A-350530CDF7CB}" presName="vert1" presStyleCnt="0"/>
      <dgm:spPr/>
    </dgm:pt>
    <dgm:pt modelId="{DCE0060D-2787-43F8-9A67-38BA970A777A}" type="pres">
      <dgm:prSet presAssocID="{1BCBDE4E-27E7-4161-ACB1-16283534097E}" presName="thickLine" presStyleLbl="alignNode1" presStyleIdx="4" presStyleCnt="5"/>
      <dgm:spPr/>
    </dgm:pt>
    <dgm:pt modelId="{DD0B72A0-AC07-4D89-84CD-42816589D891}" type="pres">
      <dgm:prSet presAssocID="{1BCBDE4E-27E7-4161-ACB1-16283534097E}" presName="horz1" presStyleCnt="0"/>
      <dgm:spPr/>
    </dgm:pt>
    <dgm:pt modelId="{C7BB5135-9340-4B40-BFA0-8641EF9BE153}" type="pres">
      <dgm:prSet presAssocID="{1BCBDE4E-27E7-4161-ACB1-16283534097E}" presName="tx1" presStyleLbl="revTx" presStyleIdx="4" presStyleCnt="5"/>
      <dgm:spPr/>
      <dgm:t>
        <a:bodyPr/>
        <a:lstStyle/>
        <a:p>
          <a:endParaRPr lang="ru-RU"/>
        </a:p>
      </dgm:t>
    </dgm:pt>
    <dgm:pt modelId="{484FE048-414C-40C9-8056-537359587F80}" type="pres">
      <dgm:prSet presAssocID="{1BCBDE4E-27E7-4161-ACB1-16283534097E}" presName="vert1" presStyleCnt="0"/>
      <dgm:spPr/>
    </dgm:pt>
  </dgm:ptLst>
  <dgm:cxnLst>
    <dgm:cxn modelId="{F419377B-AB75-4FEF-82C7-5D4738E209EB}" type="presOf" srcId="{D0AF5AE3-FC2C-463E-930A-350530CDF7CB}" destId="{998C50A4-1C07-4711-8A26-AB59C9BEE0F0}" srcOrd="0" destOrd="0" presId="urn:microsoft.com/office/officeart/2008/layout/LinedList"/>
    <dgm:cxn modelId="{04564C26-7ABD-4CF6-B95E-A0802AAFBE0F}" srcId="{D3428642-E7E4-4926-8022-19BA69C8F168}" destId="{1BCBDE4E-27E7-4161-ACB1-16283534097E}" srcOrd="4" destOrd="0" parTransId="{D40F34E6-6AF7-464C-A030-5C289233D1A1}" sibTransId="{8A61E1D2-A93F-4F1B-BD67-318672ACF68C}"/>
    <dgm:cxn modelId="{AFDF30F6-AD0F-4F5B-8F44-63AAA5444F47}" type="presOf" srcId="{E9D6C7BA-A586-494F-A1DC-7E799AAB2B17}" destId="{87C36D90-94A2-4154-87A3-4144B9857664}" srcOrd="0" destOrd="0" presId="urn:microsoft.com/office/officeart/2008/layout/LinedList"/>
    <dgm:cxn modelId="{3172261A-B921-48CA-B346-E42204C9D56C}" type="presOf" srcId="{487FCAE7-9588-479D-83C2-3B930A90DF7E}" destId="{EDD57111-6694-4D47-8D47-386E51EBDC1F}" srcOrd="0" destOrd="0" presId="urn:microsoft.com/office/officeart/2008/layout/LinedList"/>
    <dgm:cxn modelId="{A624EDCC-9CB5-4DCE-A0F6-4A470149B834}" srcId="{D3428642-E7E4-4926-8022-19BA69C8F168}" destId="{E9D6C7BA-A586-494F-A1DC-7E799AAB2B17}" srcOrd="1" destOrd="0" parTransId="{04DB4805-0CF6-4E3B-ABE5-DED0193A6652}" sibTransId="{8AC007A5-276B-4D68-8FD5-F5620BEE2887}"/>
    <dgm:cxn modelId="{8C351525-59DF-4314-9BFE-67A5D5EFC321}" srcId="{D3428642-E7E4-4926-8022-19BA69C8F168}" destId="{487FCAE7-9588-479D-83C2-3B930A90DF7E}" srcOrd="0" destOrd="0" parTransId="{E5A56466-6AB6-4BB0-87D7-D07DC9B83DF8}" sibTransId="{4244817A-0C74-47D9-869D-11910877BD21}"/>
    <dgm:cxn modelId="{83BA83EF-5A79-406C-84F8-F340C3C7ECBF}" srcId="{D3428642-E7E4-4926-8022-19BA69C8F168}" destId="{BE35B37F-3B29-4300-8EFD-F3E9B1ED63AE}" srcOrd="2" destOrd="0" parTransId="{FB039B3D-5024-4A35-A615-834E218EB106}" sibTransId="{C1D90993-2D4F-48E4-B1D5-5D9DF3A94AEC}"/>
    <dgm:cxn modelId="{E781D2F0-8788-431D-98CD-7A51E9D03623}" type="presOf" srcId="{1BCBDE4E-27E7-4161-ACB1-16283534097E}" destId="{C7BB5135-9340-4B40-BFA0-8641EF9BE153}" srcOrd="0" destOrd="0" presId="urn:microsoft.com/office/officeart/2008/layout/LinedList"/>
    <dgm:cxn modelId="{7319F56E-DF96-4B56-AAD8-262F0D9E7EAF}" type="presOf" srcId="{D3428642-E7E4-4926-8022-19BA69C8F168}" destId="{C09A8395-5470-44D1-A80A-C53154E239D2}" srcOrd="0" destOrd="0" presId="urn:microsoft.com/office/officeart/2008/layout/LinedList"/>
    <dgm:cxn modelId="{A39DB20A-4FFB-4D42-A35F-E75950C45F06}" type="presOf" srcId="{BE35B37F-3B29-4300-8EFD-F3E9B1ED63AE}" destId="{A8532CE4-A210-4B2E-B0B9-DF6CE03090E8}" srcOrd="0" destOrd="0" presId="urn:microsoft.com/office/officeart/2008/layout/LinedList"/>
    <dgm:cxn modelId="{10A386F7-004A-46D3-BE29-203D09B102E0}" srcId="{D3428642-E7E4-4926-8022-19BA69C8F168}" destId="{D0AF5AE3-FC2C-463E-930A-350530CDF7CB}" srcOrd="3" destOrd="0" parTransId="{AFD17555-B38F-42D9-959F-890886D5A1F6}" sibTransId="{BAD05B6F-36CB-4ECA-BCC5-BFA2C1F8D55D}"/>
    <dgm:cxn modelId="{2896E792-6CE8-44B2-BD40-F738135E55DF}" type="presParOf" srcId="{C09A8395-5470-44D1-A80A-C53154E239D2}" destId="{3A856DB7-DD04-4F45-A71C-2A0037797FB8}" srcOrd="0" destOrd="0" presId="urn:microsoft.com/office/officeart/2008/layout/LinedList"/>
    <dgm:cxn modelId="{04AA1C9A-3B8B-49AD-B6CD-BBECC688D29B}" type="presParOf" srcId="{C09A8395-5470-44D1-A80A-C53154E239D2}" destId="{5B070C9C-E101-49CA-9C59-37F7A857CCBB}" srcOrd="1" destOrd="0" presId="urn:microsoft.com/office/officeart/2008/layout/LinedList"/>
    <dgm:cxn modelId="{0D897147-69D4-4B85-93D9-174C9B3EF795}" type="presParOf" srcId="{5B070C9C-E101-49CA-9C59-37F7A857CCBB}" destId="{EDD57111-6694-4D47-8D47-386E51EBDC1F}" srcOrd="0" destOrd="0" presId="urn:microsoft.com/office/officeart/2008/layout/LinedList"/>
    <dgm:cxn modelId="{329DBA5B-9A39-4A48-8CA2-10209E693E8C}" type="presParOf" srcId="{5B070C9C-E101-49CA-9C59-37F7A857CCBB}" destId="{60D1A22A-ED10-4545-B25F-36966491E79E}" srcOrd="1" destOrd="0" presId="urn:microsoft.com/office/officeart/2008/layout/LinedList"/>
    <dgm:cxn modelId="{07938B99-0F3B-4204-AF07-8B5F12DA143D}" type="presParOf" srcId="{C09A8395-5470-44D1-A80A-C53154E239D2}" destId="{524FF9E3-48CC-429E-9F82-94DE1C7A0EA2}" srcOrd="2" destOrd="0" presId="urn:microsoft.com/office/officeart/2008/layout/LinedList"/>
    <dgm:cxn modelId="{CBE7A961-6BA9-4097-8A62-7F3858037797}" type="presParOf" srcId="{C09A8395-5470-44D1-A80A-C53154E239D2}" destId="{3F6FA56D-B2B4-4593-99EA-396313B18CF5}" srcOrd="3" destOrd="0" presId="urn:microsoft.com/office/officeart/2008/layout/LinedList"/>
    <dgm:cxn modelId="{18EC5C9C-4870-407C-B6BC-33C560BE2D53}" type="presParOf" srcId="{3F6FA56D-B2B4-4593-99EA-396313B18CF5}" destId="{87C36D90-94A2-4154-87A3-4144B9857664}" srcOrd="0" destOrd="0" presId="urn:microsoft.com/office/officeart/2008/layout/LinedList"/>
    <dgm:cxn modelId="{E7548BB8-A22F-4DE4-8AD7-3A6DCD6CA87D}" type="presParOf" srcId="{3F6FA56D-B2B4-4593-99EA-396313B18CF5}" destId="{F88DFDB8-41C3-4F5B-969E-4908F74D2C70}" srcOrd="1" destOrd="0" presId="urn:microsoft.com/office/officeart/2008/layout/LinedList"/>
    <dgm:cxn modelId="{710DFDED-1820-4550-BA0D-4C666424CAB4}" type="presParOf" srcId="{C09A8395-5470-44D1-A80A-C53154E239D2}" destId="{059F8554-F789-4155-9FA9-F4AAD23DFC5A}" srcOrd="4" destOrd="0" presId="urn:microsoft.com/office/officeart/2008/layout/LinedList"/>
    <dgm:cxn modelId="{E866A65D-C63C-40DB-84C7-0FDDDFB70466}" type="presParOf" srcId="{C09A8395-5470-44D1-A80A-C53154E239D2}" destId="{890B11BC-A9D7-4B41-9D82-91C27EBC0F55}" srcOrd="5" destOrd="0" presId="urn:microsoft.com/office/officeart/2008/layout/LinedList"/>
    <dgm:cxn modelId="{21F1442E-314A-48C2-BDA9-ACC53BF4054F}" type="presParOf" srcId="{890B11BC-A9D7-4B41-9D82-91C27EBC0F55}" destId="{A8532CE4-A210-4B2E-B0B9-DF6CE03090E8}" srcOrd="0" destOrd="0" presId="urn:microsoft.com/office/officeart/2008/layout/LinedList"/>
    <dgm:cxn modelId="{78018B7B-5F94-454D-8EEE-C1A9BFE282AC}" type="presParOf" srcId="{890B11BC-A9D7-4B41-9D82-91C27EBC0F55}" destId="{C01A3B0F-019C-4637-9CBF-CD9CE7954DFF}" srcOrd="1" destOrd="0" presId="urn:microsoft.com/office/officeart/2008/layout/LinedList"/>
    <dgm:cxn modelId="{3808934B-2F94-44B7-93B8-943F933B5071}" type="presParOf" srcId="{C09A8395-5470-44D1-A80A-C53154E239D2}" destId="{868CDA24-2EC9-4A14-AB52-9B00F42232FF}" srcOrd="6" destOrd="0" presId="urn:microsoft.com/office/officeart/2008/layout/LinedList"/>
    <dgm:cxn modelId="{B7C43A56-115B-43ED-B69D-6B36123019AD}" type="presParOf" srcId="{C09A8395-5470-44D1-A80A-C53154E239D2}" destId="{6162DFBA-57F2-45D4-8C1E-83675B71DB61}" srcOrd="7" destOrd="0" presId="urn:microsoft.com/office/officeart/2008/layout/LinedList"/>
    <dgm:cxn modelId="{38BD21E0-794C-4A76-AFF9-8B0697395F5D}" type="presParOf" srcId="{6162DFBA-57F2-45D4-8C1E-83675B71DB61}" destId="{998C50A4-1C07-4711-8A26-AB59C9BEE0F0}" srcOrd="0" destOrd="0" presId="urn:microsoft.com/office/officeart/2008/layout/LinedList"/>
    <dgm:cxn modelId="{EDAEB0B3-58D6-48E6-8A33-FDD44D4C53AB}" type="presParOf" srcId="{6162DFBA-57F2-45D4-8C1E-83675B71DB61}" destId="{E8E47C01-D470-4D85-ACAE-054613CDF390}" srcOrd="1" destOrd="0" presId="urn:microsoft.com/office/officeart/2008/layout/LinedList"/>
    <dgm:cxn modelId="{6F77C2AE-94E4-4330-BAF7-8ABF2015082A}" type="presParOf" srcId="{C09A8395-5470-44D1-A80A-C53154E239D2}" destId="{DCE0060D-2787-43F8-9A67-38BA970A777A}" srcOrd="8" destOrd="0" presId="urn:microsoft.com/office/officeart/2008/layout/LinedList"/>
    <dgm:cxn modelId="{3ABAEC7E-F4FB-495E-8114-5847C328EA1B}" type="presParOf" srcId="{C09A8395-5470-44D1-A80A-C53154E239D2}" destId="{DD0B72A0-AC07-4D89-84CD-42816589D891}" srcOrd="9" destOrd="0" presId="urn:microsoft.com/office/officeart/2008/layout/LinedList"/>
    <dgm:cxn modelId="{B2E2F4AE-4CA5-4B27-835F-83623BC2F32D}" type="presParOf" srcId="{DD0B72A0-AC07-4D89-84CD-42816589D891}" destId="{C7BB5135-9340-4B40-BFA0-8641EF9BE153}" srcOrd="0" destOrd="0" presId="urn:microsoft.com/office/officeart/2008/layout/LinedList"/>
    <dgm:cxn modelId="{AE8F2C37-1331-4793-8551-9C4ACC15BDBF}" type="presParOf" srcId="{DD0B72A0-AC07-4D89-84CD-42816589D891}" destId="{484FE048-414C-40C9-8056-537359587F8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3148481A-6A7D-4FA9-8C9D-0E5C664DC626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338465C-CE20-4F33-BD6A-3585B7890792}">
      <dgm:prSet/>
      <dgm:spPr/>
      <dgm:t>
        <a:bodyPr/>
        <a:lstStyle/>
        <a:p>
          <a:r>
            <a:rPr lang="ru-RU" b="0" i="0"/>
            <a:t>Кость Левицький</a:t>
          </a:r>
          <a:endParaRPr lang="uk-UA"/>
        </a:p>
      </dgm:t>
    </dgm:pt>
    <dgm:pt modelId="{AD1A98F6-37CC-40D8-A95E-D4F13C65B995}" type="parTrans" cxnId="{D19B72A0-85A0-450A-B883-3822A3547991}">
      <dgm:prSet/>
      <dgm:spPr/>
      <dgm:t>
        <a:bodyPr/>
        <a:lstStyle/>
        <a:p>
          <a:endParaRPr lang="uk-UA"/>
        </a:p>
      </dgm:t>
    </dgm:pt>
    <dgm:pt modelId="{558768D5-FCA9-4E8A-921F-087D02FFC619}" type="sibTrans" cxnId="{D19B72A0-85A0-450A-B883-3822A3547991}">
      <dgm:prSet/>
      <dgm:spPr/>
      <dgm:t>
        <a:bodyPr/>
        <a:lstStyle/>
        <a:p>
          <a:endParaRPr lang="uk-UA"/>
        </a:p>
      </dgm:t>
    </dgm:pt>
    <dgm:pt modelId="{229AF9E7-BE58-4CC8-8BF4-5C7A380091E2}">
      <dgm:prSet/>
      <dgm:spPr/>
      <dgm:t>
        <a:bodyPr/>
        <a:lstStyle/>
        <a:p>
          <a:r>
            <a:rPr lang="ru-RU" b="0" i="0"/>
            <a:t>Дмитро Донцов</a:t>
          </a:r>
          <a:endParaRPr lang="uk-UA"/>
        </a:p>
      </dgm:t>
    </dgm:pt>
    <dgm:pt modelId="{0E8CDA7F-52FE-44D3-9A49-DC72DFFDBE6B}" type="parTrans" cxnId="{1ACC1CBD-9681-43BD-9A94-71821D0A5045}">
      <dgm:prSet/>
      <dgm:spPr/>
      <dgm:t>
        <a:bodyPr/>
        <a:lstStyle/>
        <a:p>
          <a:endParaRPr lang="uk-UA"/>
        </a:p>
      </dgm:t>
    </dgm:pt>
    <dgm:pt modelId="{DC385443-144C-4420-AD70-323C774B5549}" type="sibTrans" cxnId="{1ACC1CBD-9681-43BD-9A94-71821D0A5045}">
      <dgm:prSet/>
      <dgm:spPr/>
      <dgm:t>
        <a:bodyPr/>
        <a:lstStyle/>
        <a:p>
          <a:endParaRPr lang="uk-UA"/>
        </a:p>
      </dgm:t>
    </dgm:pt>
    <dgm:pt modelId="{6469C07B-42E5-479F-B7B9-5B4BAAEC287D}">
      <dgm:prSet/>
      <dgm:spPr/>
      <dgm:t>
        <a:bodyPr/>
        <a:lstStyle/>
        <a:p>
          <a:r>
            <a:rPr lang="ru-RU" b="0" i="0"/>
            <a:t>Євген Коновалець</a:t>
          </a:r>
          <a:endParaRPr lang="uk-UA"/>
        </a:p>
      </dgm:t>
    </dgm:pt>
    <dgm:pt modelId="{1278E561-F405-469C-89EA-55986E661CC4}" type="parTrans" cxnId="{068146F8-C076-4ACD-BD8A-38C6F76CA83E}">
      <dgm:prSet/>
      <dgm:spPr/>
      <dgm:t>
        <a:bodyPr/>
        <a:lstStyle/>
        <a:p>
          <a:endParaRPr lang="uk-UA"/>
        </a:p>
      </dgm:t>
    </dgm:pt>
    <dgm:pt modelId="{9698B58E-C670-4612-AEDF-1E8894D86AFD}" type="sibTrans" cxnId="{068146F8-C076-4ACD-BD8A-38C6F76CA83E}">
      <dgm:prSet/>
      <dgm:spPr/>
      <dgm:t>
        <a:bodyPr/>
        <a:lstStyle/>
        <a:p>
          <a:endParaRPr lang="uk-UA"/>
        </a:p>
      </dgm:t>
    </dgm:pt>
    <dgm:pt modelId="{64032C4F-ED9F-44F9-BEE7-51D6765D219B}">
      <dgm:prSet/>
      <dgm:spPr/>
      <dgm:t>
        <a:bodyPr/>
        <a:lstStyle/>
        <a:p>
          <a:r>
            <a:rPr lang="ru-RU" b="0" i="0"/>
            <a:t>Андрій Жук</a:t>
          </a:r>
          <a:endParaRPr lang="uk-UA"/>
        </a:p>
      </dgm:t>
    </dgm:pt>
    <dgm:pt modelId="{7B268112-32E6-4FCC-A8D2-7265A19FAD85}" type="parTrans" cxnId="{A7E5D997-0AFA-4FF5-B2DB-EE9008B8315F}">
      <dgm:prSet/>
      <dgm:spPr/>
      <dgm:t>
        <a:bodyPr/>
        <a:lstStyle/>
        <a:p>
          <a:endParaRPr lang="uk-UA"/>
        </a:p>
      </dgm:t>
    </dgm:pt>
    <dgm:pt modelId="{C7CE04B6-DCA5-4E0C-86C5-95A16BBCB625}" type="sibTrans" cxnId="{A7E5D997-0AFA-4FF5-B2DB-EE9008B8315F}">
      <dgm:prSet/>
      <dgm:spPr/>
      <dgm:t>
        <a:bodyPr/>
        <a:lstStyle/>
        <a:p>
          <a:endParaRPr lang="uk-UA"/>
        </a:p>
      </dgm:t>
    </dgm:pt>
    <dgm:pt modelId="{89099E24-D0C2-4292-BF41-94C24D294DA9}" type="pres">
      <dgm:prSet presAssocID="{3148481A-6A7D-4FA9-8C9D-0E5C664DC626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218F9207-21FF-40A0-903D-BCC7E5EA37EC}" type="pres">
      <dgm:prSet presAssocID="{C338465C-CE20-4F33-BD6A-3585B7890792}" presName="composite" presStyleCnt="0"/>
      <dgm:spPr/>
    </dgm:pt>
    <dgm:pt modelId="{D7EDA1BF-A59B-41ED-8F22-261D14879406}" type="pres">
      <dgm:prSet presAssocID="{C338465C-CE20-4F33-BD6A-3585B7890792}" presName="imgShp" presStyleLbl="fgImgPlace1" presStyleIdx="0" presStyleCnt="4"/>
      <dgm:spPr/>
    </dgm:pt>
    <dgm:pt modelId="{F70416E9-632B-4252-96D1-6C1790D27F35}" type="pres">
      <dgm:prSet presAssocID="{C338465C-CE20-4F33-BD6A-3585B7890792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F7234B0-9652-41EE-ADBD-C46CDD6D11A2}" type="pres">
      <dgm:prSet presAssocID="{558768D5-FCA9-4E8A-921F-087D02FFC619}" presName="spacing" presStyleCnt="0"/>
      <dgm:spPr/>
    </dgm:pt>
    <dgm:pt modelId="{CB68B0F5-0E08-4675-A1E0-2B33EAB0E886}" type="pres">
      <dgm:prSet presAssocID="{229AF9E7-BE58-4CC8-8BF4-5C7A380091E2}" presName="composite" presStyleCnt="0"/>
      <dgm:spPr/>
    </dgm:pt>
    <dgm:pt modelId="{8EC35C5D-3B92-46E9-B7DE-3E5A4575EA67}" type="pres">
      <dgm:prSet presAssocID="{229AF9E7-BE58-4CC8-8BF4-5C7A380091E2}" presName="imgShp" presStyleLbl="fgImgPlace1" presStyleIdx="1" presStyleCnt="4"/>
      <dgm:spPr/>
    </dgm:pt>
    <dgm:pt modelId="{42B9C467-1FE6-41BD-B128-7E3806C7DF83}" type="pres">
      <dgm:prSet presAssocID="{229AF9E7-BE58-4CC8-8BF4-5C7A380091E2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9B9D4BF-292B-44B3-9C12-15740E423E01}" type="pres">
      <dgm:prSet presAssocID="{DC385443-144C-4420-AD70-323C774B5549}" presName="spacing" presStyleCnt="0"/>
      <dgm:spPr/>
    </dgm:pt>
    <dgm:pt modelId="{A2E59FB2-411C-4425-93F4-35F225780533}" type="pres">
      <dgm:prSet presAssocID="{6469C07B-42E5-479F-B7B9-5B4BAAEC287D}" presName="composite" presStyleCnt="0"/>
      <dgm:spPr/>
    </dgm:pt>
    <dgm:pt modelId="{8E6C6404-86A0-42EA-B6E7-B04C740D1E6C}" type="pres">
      <dgm:prSet presAssocID="{6469C07B-42E5-479F-B7B9-5B4BAAEC287D}" presName="imgShp" presStyleLbl="fgImgPlace1" presStyleIdx="2" presStyleCnt="4"/>
      <dgm:spPr/>
    </dgm:pt>
    <dgm:pt modelId="{A8B5BC08-D70C-494B-B2A0-1F98BCB88984}" type="pres">
      <dgm:prSet presAssocID="{6469C07B-42E5-479F-B7B9-5B4BAAEC287D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0340269-A2CA-43A9-A05B-C1A1B97066C3}" type="pres">
      <dgm:prSet presAssocID="{9698B58E-C670-4612-AEDF-1E8894D86AFD}" presName="spacing" presStyleCnt="0"/>
      <dgm:spPr/>
    </dgm:pt>
    <dgm:pt modelId="{DD187E92-ED41-4D4F-ACBA-4F875B86CCB0}" type="pres">
      <dgm:prSet presAssocID="{64032C4F-ED9F-44F9-BEE7-51D6765D219B}" presName="composite" presStyleCnt="0"/>
      <dgm:spPr/>
    </dgm:pt>
    <dgm:pt modelId="{BE5D2CCB-0D17-4274-912D-30B692BEB66C}" type="pres">
      <dgm:prSet presAssocID="{64032C4F-ED9F-44F9-BEE7-51D6765D219B}" presName="imgShp" presStyleLbl="fgImgPlace1" presStyleIdx="3" presStyleCnt="4"/>
      <dgm:spPr/>
    </dgm:pt>
    <dgm:pt modelId="{C9004905-40C1-4689-A8B6-2C8CECE911A1}" type="pres">
      <dgm:prSet presAssocID="{64032C4F-ED9F-44F9-BEE7-51D6765D219B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1ACC1CBD-9681-43BD-9A94-71821D0A5045}" srcId="{3148481A-6A7D-4FA9-8C9D-0E5C664DC626}" destId="{229AF9E7-BE58-4CC8-8BF4-5C7A380091E2}" srcOrd="1" destOrd="0" parTransId="{0E8CDA7F-52FE-44D3-9A49-DC72DFFDBE6B}" sibTransId="{DC385443-144C-4420-AD70-323C774B5549}"/>
    <dgm:cxn modelId="{8BBE2334-B5F0-4BC7-871C-11BD34B75AAD}" type="presOf" srcId="{64032C4F-ED9F-44F9-BEE7-51D6765D219B}" destId="{C9004905-40C1-4689-A8B6-2C8CECE911A1}" srcOrd="0" destOrd="0" presId="urn:microsoft.com/office/officeart/2005/8/layout/vList3"/>
    <dgm:cxn modelId="{068146F8-C076-4ACD-BD8A-38C6F76CA83E}" srcId="{3148481A-6A7D-4FA9-8C9D-0E5C664DC626}" destId="{6469C07B-42E5-479F-B7B9-5B4BAAEC287D}" srcOrd="2" destOrd="0" parTransId="{1278E561-F405-469C-89EA-55986E661CC4}" sibTransId="{9698B58E-C670-4612-AEDF-1E8894D86AFD}"/>
    <dgm:cxn modelId="{A7E5D997-0AFA-4FF5-B2DB-EE9008B8315F}" srcId="{3148481A-6A7D-4FA9-8C9D-0E5C664DC626}" destId="{64032C4F-ED9F-44F9-BEE7-51D6765D219B}" srcOrd="3" destOrd="0" parTransId="{7B268112-32E6-4FCC-A8D2-7265A19FAD85}" sibTransId="{C7CE04B6-DCA5-4E0C-86C5-95A16BBCB625}"/>
    <dgm:cxn modelId="{DE2FFE68-EBDB-46AB-B0DF-104DEAC5B357}" type="presOf" srcId="{C338465C-CE20-4F33-BD6A-3585B7890792}" destId="{F70416E9-632B-4252-96D1-6C1790D27F35}" srcOrd="0" destOrd="0" presId="urn:microsoft.com/office/officeart/2005/8/layout/vList3"/>
    <dgm:cxn modelId="{6C148E4A-AE34-4677-9751-1300E3D05E77}" type="presOf" srcId="{3148481A-6A7D-4FA9-8C9D-0E5C664DC626}" destId="{89099E24-D0C2-4292-BF41-94C24D294DA9}" srcOrd="0" destOrd="0" presId="urn:microsoft.com/office/officeart/2005/8/layout/vList3"/>
    <dgm:cxn modelId="{8409673E-0165-486B-9C38-0FA0F10DB431}" type="presOf" srcId="{229AF9E7-BE58-4CC8-8BF4-5C7A380091E2}" destId="{42B9C467-1FE6-41BD-B128-7E3806C7DF83}" srcOrd="0" destOrd="0" presId="urn:microsoft.com/office/officeart/2005/8/layout/vList3"/>
    <dgm:cxn modelId="{B11465CB-8052-4E6A-B9FC-B5688B1F6197}" type="presOf" srcId="{6469C07B-42E5-479F-B7B9-5B4BAAEC287D}" destId="{A8B5BC08-D70C-494B-B2A0-1F98BCB88984}" srcOrd="0" destOrd="0" presId="urn:microsoft.com/office/officeart/2005/8/layout/vList3"/>
    <dgm:cxn modelId="{D19B72A0-85A0-450A-B883-3822A3547991}" srcId="{3148481A-6A7D-4FA9-8C9D-0E5C664DC626}" destId="{C338465C-CE20-4F33-BD6A-3585B7890792}" srcOrd="0" destOrd="0" parTransId="{AD1A98F6-37CC-40D8-A95E-D4F13C65B995}" sibTransId="{558768D5-FCA9-4E8A-921F-087D02FFC619}"/>
    <dgm:cxn modelId="{EFB35A29-9E80-4C8A-B6FF-FA03EE4CD2FE}" type="presParOf" srcId="{89099E24-D0C2-4292-BF41-94C24D294DA9}" destId="{218F9207-21FF-40A0-903D-BCC7E5EA37EC}" srcOrd="0" destOrd="0" presId="urn:microsoft.com/office/officeart/2005/8/layout/vList3"/>
    <dgm:cxn modelId="{BC4945B1-14C0-4BB8-9383-5CAEA35F8786}" type="presParOf" srcId="{218F9207-21FF-40A0-903D-BCC7E5EA37EC}" destId="{D7EDA1BF-A59B-41ED-8F22-261D14879406}" srcOrd="0" destOrd="0" presId="urn:microsoft.com/office/officeart/2005/8/layout/vList3"/>
    <dgm:cxn modelId="{A029F3CF-D45A-456D-BC5B-A6F32D13CFFE}" type="presParOf" srcId="{218F9207-21FF-40A0-903D-BCC7E5EA37EC}" destId="{F70416E9-632B-4252-96D1-6C1790D27F35}" srcOrd="1" destOrd="0" presId="urn:microsoft.com/office/officeart/2005/8/layout/vList3"/>
    <dgm:cxn modelId="{B7DAD033-01E9-4741-B624-530C47A4B885}" type="presParOf" srcId="{89099E24-D0C2-4292-BF41-94C24D294DA9}" destId="{5F7234B0-9652-41EE-ADBD-C46CDD6D11A2}" srcOrd="1" destOrd="0" presId="urn:microsoft.com/office/officeart/2005/8/layout/vList3"/>
    <dgm:cxn modelId="{B55CB3DB-AA7B-4FBD-BF16-D3303ED26403}" type="presParOf" srcId="{89099E24-D0C2-4292-BF41-94C24D294DA9}" destId="{CB68B0F5-0E08-4675-A1E0-2B33EAB0E886}" srcOrd="2" destOrd="0" presId="urn:microsoft.com/office/officeart/2005/8/layout/vList3"/>
    <dgm:cxn modelId="{4384F5CE-4767-491C-AB68-B5E19804AF0D}" type="presParOf" srcId="{CB68B0F5-0E08-4675-A1E0-2B33EAB0E886}" destId="{8EC35C5D-3B92-46E9-B7DE-3E5A4575EA67}" srcOrd="0" destOrd="0" presId="urn:microsoft.com/office/officeart/2005/8/layout/vList3"/>
    <dgm:cxn modelId="{94A0F9BA-AF5D-4B48-B9D6-5DDE178584CE}" type="presParOf" srcId="{CB68B0F5-0E08-4675-A1E0-2B33EAB0E886}" destId="{42B9C467-1FE6-41BD-B128-7E3806C7DF83}" srcOrd="1" destOrd="0" presId="urn:microsoft.com/office/officeart/2005/8/layout/vList3"/>
    <dgm:cxn modelId="{CA61F86E-8229-4455-9D8D-139FBC87FC61}" type="presParOf" srcId="{89099E24-D0C2-4292-BF41-94C24D294DA9}" destId="{E9B9D4BF-292B-44B3-9C12-15740E423E01}" srcOrd="3" destOrd="0" presId="urn:microsoft.com/office/officeart/2005/8/layout/vList3"/>
    <dgm:cxn modelId="{24E6100F-2259-478B-9461-F4CB0D8EFB17}" type="presParOf" srcId="{89099E24-D0C2-4292-BF41-94C24D294DA9}" destId="{A2E59FB2-411C-4425-93F4-35F225780533}" srcOrd="4" destOrd="0" presId="urn:microsoft.com/office/officeart/2005/8/layout/vList3"/>
    <dgm:cxn modelId="{DB8B4ADD-CEAB-4518-AD5D-9C1F8C852064}" type="presParOf" srcId="{A2E59FB2-411C-4425-93F4-35F225780533}" destId="{8E6C6404-86A0-42EA-B6E7-B04C740D1E6C}" srcOrd="0" destOrd="0" presId="urn:microsoft.com/office/officeart/2005/8/layout/vList3"/>
    <dgm:cxn modelId="{95951458-8D0B-4EB7-B9FA-FC3DA60A54E2}" type="presParOf" srcId="{A2E59FB2-411C-4425-93F4-35F225780533}" destId="{A8B5BC08-D70C-494B-B2A0-1F98BCB88984}" srcOrd="1" destOrd="0" presId="urn:microsoft.com/office/officeart/2005/8/layout/vList3"/>
    <dgm:cxn modelId="{E6D4FE42-A23A-448F-AAA8-7351849D3CA0}" type="presParOf" srcId="{89099E24-D0C2-4292-BF41-94C24D294DA9}" destId="{20340269-A2CA-43A9-A05B-C1A1B97066C3}" srcOrd="5" destOrd="0" presId="urn:microsoft.com/office/officeart/2005/8/layout/vList3"/>
    <dgm:cxn modelId="{15AEED96-D3FD-43A2-B012-46E7ACFD055F}" type="presParOf" srcId="{89099E24-D0C2-4292-BF41-94C24D294DA9}" destId="{DD187E92-ED41-4D4F-ACBA-4F875B86CCB0}" srcOrd="6" destOrd="0" presId="urn:microsoft.com/office/officeart/2005/8/layout/vList3"/>
    <dgm:cxn modelId="{3E98A483-AB07-4AE6-891F-3E7E1F0E5CB5}" type="presParOf" srcId="{DD187E92-ED41-4D4F-ACBA-4F875B86CCB0}" destId="{BE5D2CCB-0D17-4274-912D-30B692BEB66C}" srcOrd="0" destOrd="0" presId="urn:microsoft.com/office/officeart/2005/8/layout/vList3"/>
    <dgm:cxn modelId="{4BD1EEB7-FAD4-4C6A-84AE-F8CC9A2E08FA}" type="presParOf" srcId="{DD187E92-ED41-4D4F-ACBA-4F875B86CCB0}" destId="{C9004905-40C1-4689-A8B6-2C8CECE911A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E2E0F3A9-2714-4784-AC50-BD399EABA07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4BC5288-5281-42C8-A28D-03B1BF73B7AA}">
      <dgm:prSet/>
      <dgm:spPr/>
      <dgm:t>
        <a:bodyPr/>
        <a:lstStyle/>
        <a:p>
          <a:r>
            <a:rPr lang="uk-UA" b="0" i="0"/>
            <a:t>співзасновник Української національно-демократичної партії, голова Державного секретаріату ЗУНР</a:t>
          </a:r>
          <a:endParaRPr lang="uk-UA"/>
        </a:p>
      </dgm:t>
    </dgm:pt>
    <dgm:pt modelId="{0C2B95B3-3966-4FDE-B9C2-128EFF2CD37E}" type="parTrans" cxnId="{D5D9F331-BCBC-4FAB-9AA0-C8C89E5CDFD3}">
      <dgm:prSet/>
      <dgm:spPr/>
      <dgm:t>
        <a:bodyPr/>
        <a:lstStyle/>
        <a:p>
          <a:endParaRPr lang="uk-UA"/>
        </a:p>
      </dgm:t>
    </dgm:pt>
    <dgm:pt modelId="{790AE1A8-A405-42A1-99E9-BCE74BF8C66D}" type="sibTrans" cxnId="{D5D9F331-BCBC-4FAB-9AA0-C8C89E5CDFD3}">
      <dgm:prSet/>
      <dgm:spPr/>
      <dgm:t>
        <a:bodyPr/>
        <a:lstStyle/>
        <a:p>
          <a:endParaRPr lang="uk-UA"/>
        </a:p>
      </dgm:t>
    </dgm:pt>
    <dgm:pt modelId="{C5C041B5-1522-4552-B4FD-D110D846847A}">
      <dgm:prSet/>
      <dgm:spPr/>
      <dgm:t>
        <a:bodyPr/>
        <a:lstStyle/>
        <a:p>
          <a:r>
            <a:rPr lang="uk-UA" b="0" i="0"/>
            <a:t>учасник боїв за гору Маківка, командир Галицько-Буковинського куреня січових стрільців</a:t>
          </a:r>
          <a:endParaRPr lang="uk-UA"/>
        </a:p>
      </dgm:t>
    </dgm:pt>
    <dgm:pt modelId="{09A4099C-7392-4D6D-8905-A66D81088581}" type="parTrans" cxnId="{1E654F5B-D826-4DE8-ABC2-B192E7043110}">
      <dgm:prSet/>
      <dgm:spPr/>
      <dgm:t>
        <a:bodyPr/>
        <a:lstStyle/>
        <a:p>
          <a:endParaRPr lang="uk-UA"/>
        </a:p>
      </dgm:t>
    </dgm:pt>
    <dgm:pt modelId="{583BDC1B-861D-4386-8205-D5DC478447FE}" type="sibTrans" cxnId="{1E654F5B-D826-4DE8-ABC2-B192E7043110}">
      <dgm:prSet/>
      <dgm:spPr/>
      <dgm:t>
        <a:bodyPr/>
        <a:lstStyle/>
        <a:p>
          <a:endParaRPr lang="uk-UA"/>
        </a:p>
      </dgm:t>
    </dgm:pt>
    <dgm:pt modelId="{57475791-E4A1-41A0-8589-96595E099946}">
      <dgm:prSet/>
      <dgm:spPr/>
      <dgm:t>
        <a:bodyPr/>
        <a:lstStyle/>
        <a:p>
          <a:r>
            <a:rPr lang="uk-UA" b="0" i="0"/>
            <a:t>член Головної української ради, Загальної української ради, дипломат Української Держави, УНР</a:t>
          </a:r>
          <a:endParaRPr lang="uk-UA"/>
        </a:p>
      </dgm:t>
    </dgm:pt>
    <dgm:pt modelId="{A0665B0A-EFFD-4D37-80DA-11E78D45C35C}" type="parTrans" cxnId="{6EE0947D-0C66-4296-B05F-5F1533EB39BA}">
      <dgm:prSet/>
      <dgm:spPr/>
      <dgm:t>
        <a:bodyPr/>
        <a:lstStyle/>
        <a:p>
          <a:endParaRPr lang="uk-UA"/>
        </a:p>
      </dgm:t>
    </dgm:pt>
    <dgm:pt modelId="{BB6EC38D-3DE9-400F-9A71-EBEB43D1A2BB}" type="sibTrans" cxnId="{6EE0947D-0C66-4296-B05F-5F1533EB39BA}">
      <dgm:prSet/>
      <dgm:spPr/>
      <dgm:t>
        <a:bodyPr/>
        <a:lstStyle/>
        <a:p>
          <a:endParaRPr lang="uk-UA"/>
        </a:p>
      </dgm:t>
    </dgm:pt>
    <dgm:pt modelId="{091363E0-B2AC-48C3-B2F4-AC5FE600D082}">
      <dgm:prSet/>
      <dgm:spPr/>
      <dgm:t>
        <a:bodyPr/>
        <a:lstStyle/>
        <a:p>
          <a:r>
            <a:rPr lang="uk-UA" b="0" i="0"/>
            <a:t>співзасновник і голова Української національної партії на Буковині, Голова української національної громади в Румунії</a:t>
          </a:r>
          <a:endParaRPr lang="uk-UA"/>
        </a:p>
      </dgm:t>
    </dgm:pt>
    <dgm:pt modelId="{C7F470F7-27DE-448F-BAAF-2330E2F17FEF}" type="parTrans" cxnId="{92102977-C433-4250-B11A-5D48923BEF79}">
      <dgm:prSet/>
      <dgm:spPr/>
      <dgm:t>
        <a:bodyPr/>
        <a:lstStyle/>
        <a:p>
          <a:endParaRPr lang="uk-UA"/>
        </a:p>
      </dgm:t>
    </dgm:pt>
    <dgm:pt modelId="{2CB69FB0-BC51-40BB-AE02-1E3171622A13}" type="sibTrans" cxnId="{92102977-C433-4250-B11A-5D48923BEF79}">
      <dgm:prSet/>
      <dgm:spPr/>
      <dgm:t>
        <a:bodyPr/>
        <a:lstStyle/>
        <a:p>
          <a:endParaRPr lang="uk-UA"/>
        </a:p>
      </dgm:t>
    </dgm:pt>
    <dgm:pt modelId="{1F3BD08C-FFB7-4323-B205-2BFA4A0E1F79}">
      <dgm:prSet/>
      <dgm:spPr/>
      <dgm:t>
        <a:bodyPr/>
        <a:lstStyle/>
        <a:p>
          <a:r>
            <a:rPr lang="uk-UA" b="0" i="0"/>
            <a:t>голова Союзу визволення України, теоретик та ідеолог українського націоналізму</a:t>
          </a:r>
          <a:endParaRPr lang="uk-UA"/>
        </a:p>
      </dgm:t>
    </dgm:pt>
    <dgm:pt modelId="{B7AA1090-DA86-4722-8BEA-AE186DB41783}" type="parTrans" cxnId="{D96C09BD-B9C3-486A-B55B-3C1EDB357952}">
      <dgm:prSet/>
      <dgm:spPr/>
      <dgm:t>
        <a:bodyPr/>
        <a:lstStyle/>
        <a:p>
          <a:endParaRPr lang="uk-UA"/>
        </a:p>
      </dgm:t>
    </dgm:pt>
    <dgm:pt modelId="{C2CC63BA-AB6E-45F0-9F17-2A5AF728ADCA}" type="sibTrans" cxnId="{D96C09BD-B9C3-486A-B55B-3C1EDB357952}">
      <dgm:prSet/>
      <dgm:spPr/>
      <dgm:t>
        <a:bodyPr/>
        <a:lstStyle/>
        <a:p>
          <a:endParaRPr lang="uk-UA"/>
        </a:p>
      </dgm:t>
    </dgm:pt>
    <dgm:pt modelId="{D768E82E-6C19-48E5-BC0B-DE199E86628D}" type="pres">
      <dgm:prSet presAssocID="{E2E0F3A9-2714-4784-AC50-BD399EABA074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E7CAF6EA-3C09-4E64-B84E-79CA667FEB7E}" type="pres">
      <dgm:prSet presAssocID="{44BC5288-5281-42C8-A28D-03B1BF73B7AA}" presName="thickLine" presStyleLbl="alignNode1" presStyleIdx="0" presStyleCnt="5"/>
      <dgm:spPr/>
    </dgm:pt>
    <dgm:pt modelId="{39B87AEA-9CF1-49D1-A975-F00B9721DC5B}" type="pres">
      <dgm:prSet presAssocID="{44BC5288-5281-42C8-A28D-03B1BF73B7AA}" presName="horz1" presStyleCnt="0"/>
      <dgm:spPr/>
    </dgm:pt>
    <dgm:pt modelId="{47833CAF-A445-45E1-94D2-D802B6D6360E}" type="pres">
      <dgm:prSet presAssocID="{44BC5288-5281-42C8-A28D-03B1BF73B7AA}" presName="tx1" presStyleLbl="revTx" presStyleIdx="0" presStyleCnt="5"/>
      <dgm:spPr/>
      <dgm:t>
        <a:bodyPr/>
        <a:lstStyle/>
        <a:p>
          <a:endParaRPr lang="ru-RU"/>
        </a:p>
      </dgm:t>
    </dgm:pt>
    <dgm:pt modelId="{AC7F00F7-75CF-4AAD-9591-9A06721B6226}" type="pres">
      <dgm:prSet presAssocID="{44BC5288-5281-42C8-A28D-03B1BF73B7AA}" presName="vert1" presStyleCnt="0"/>
      <dgm:spPr/>
    </dgm:pt>
    <dgm:pt modelId="{777408F1-9A4D-44B3-9167-6340E91A53A4}" type="pres">
      <dgm:prSet presAssocID="{C5C041B5-1522-4552-B4FD-D110D846847A}" presName="thickLine" presStyleLbl="alignNode1" presStyleIdx="1" presStyleCnt="5"/>
      <dgm:spPr/>
    </dgm:pt>
    <dgm:pt modelId="{E41C0BF0-6FDB-4793-BF55-B553CAEDAA12}" type="pres">
      <dgm:prSet presAssocID="{C5C041B5-1522-4552-B4FD-D110D846847A}" presName="horz1" presStyleCnt="0"/>
      <dgm:spPr/>
    </dgm:pt>
    <dgm:pt modelId="{6341AEA9-65F3-4D79-82CE-549D73663B13}" type="pres">
      <dgm:prSet presAssocID="{C5C041B5-1522-4552-B4FD-D110D846847A}" presName="tx1" presStyleLbl="revTx" presStyleIdx="1" presStyleCnt="5"/>
      <dgm:spPr/>
      <dgm:t>
        <a:bodyPr/>
        <a:lstStyle/>
        <a:p>
          <a:endParaRPr lang="ru-RU"/>
        </a:p>
      </dgm:t>
    </dgm:pt>
    <dgm:pt modelId="{A873D1A3-D7F4-4806-97A6-FADA3939CEAD}" type="pres">
      <dgm:prSet presAssocID="{C5C041B5-1522-4552-B4FD-D110D846847A}" presName="vert1" presStyleCnt="0"/>
      <dgm:spPr/>
    </dgm:pt>
    <dgm:pt modelId="{DA2421C4-C30E-4306-99E3-4D1A1061FEDB}" type="pres">
      <dgm:prSet presAssocID="{57475791-E4A1-41A0-8589-96595E099946}" presName="thickLine" presStyleLbl="alignNode1" presStyleIdx="2" presStyleCnt="5"/>
      <dgm:spPr/>
    </dgm:pt>
    <dgm:pt modelId="{1DF4DD0B-0439-4662-9B8A-2D73812DDCA7}" type="pres">
      <dgm:prSet presAssocID="{57475791-E4A1-41A0-8589-96595E099946}" presName="horz1" presStyleCnt="0"/>
      <dgm:spPr/>
    </dgm:pt>
    <dgm:pt modelId="{95DB75EE-4C10-41E0-81DA-94B5AA092ED8}" type="pres">
      <dgm:prSet presAssocID="{57475791-E4A1-41A0-8589-96595E099946}" presName="tx1" presStyleLbl="revTx" presStyleIdx="2" presStyleCnt="5"/>
      <dgm:spPr/>
      <dgm:t>
        <a:bodyPr/>
        <a:lstStyle/>
        <a:p>
          <a:endParaRPr lang="ru-RU"/>
        </a:p>
      </dgm:t>
    </dgm:pt>
    <dgm:pt modelId="{239E833A-A9AD-4D7E-9DC8-24764D407E67}" type="pres">
      <dgm:prSet presAssocID="{57475791-E4A1-41A0-8589-96595E099946}" presName="vert1" presStyleCnt="0"/>
      <dgm:spPr/>
    </dgm:pt>
    <dgm:pt modelId="{28189B86-2202-45F8-BBC3-A1EE672672C2}" type="pres">
      <dgm:prSet presAssocID="{091363E0-B2AC-48C3-B2F4-AC5FE600D082}" presName="thickLine" presStyleLbl="alignNode1" presStyleIdx="3" presStyleCnt="5"/>
      <dgm:spPr/>
    </dgm:pt>
    <dgm:pt modelId="{4760C177-D33B-4392-BBBE-30DA346E923C}" type="pres">
      <dgm:prSet presAssocID="{091363E0-B2AC-48C3-B2F4-AC5FE600D082}" presName="horz1" presStyleCnt="0"/>
      <dgm:spPr/>
    </dgm:pt>
    <dgm:pt modelId="{7D799789-BA23-4166-A555-44379ED68714}" type="pres">
      <dgm:prSet presAssocID="{091363E0-B2AC-48C3-B2F4-AC5FE600D082}" presName="tx1" presStyleLbl="revTx" presStyleIdx="3" presStyleCnt="5"/>
      <dgm:spPr/>
      <dgm:t>
        <a:bodyPr/>
        <a:lstStyle/>
        <a:p>
          <a:endParaRPr lang="ru-RU"/>
        </a:p>
      </dgm:t>
    </dgm:pt>
    <dgm:pt modelId="{41EFEC8C-9C89-4C30-895F-206B3840A398}" type="pres">
      <dgm:prSet presAssocID="{091363E0-B2AC-48C3-B2F4-AC5FE600D082}" presName="vert1" presStyleCnt="0"/>
      <dgm:spPr/>
    </dgm:pt>
    <dgm:pt modelId="{00828987-8816-4F1E-BA86-0B4E7E1070B1}" type="pres">
      <dgm:prSet presAssocID="{1F3BD08C-FFB7-4323-B205-2BFA4A0E1F79}" presName="thickLine" presStyleLbl="alignNode1" presStyleIdx="4" presStyleCnt="5"/>
      <dgm:spPr/>
    </dgm:pt>
    <dgm:pt modelId="{4A7BB85C-145F-47D5-9C93-D990AC6D3436}" type="pres">
      <dgm:prSet presAssocID="{1F3BD08C-FFB7-4323-B205-2BFA4A0E1F79}" presName="horz1" presStyleCnt="0"/>
      <dgm:spPr/>
    </dgm:pt>
    <dgm:pt modelId="{828DC057-9007-4C49-A7EA-4B2766B0ECF6}" type="pres">
      <dgm:prSet presAssocID="{1F3BD08C-FFB7-4323-B205-2BFA4A0E1F79}" presName="tx1" presStyleLbl="revTx" presStyleIdx="4" presStyleCnt="5"/>
      <dgm:spPr/>
      <dgm:t>
        <a:bodyPr/>
        <a:lstStyle/>
        <a:p>
          <a:endParaRPr lang="ru-RU"/>
        </a:p>
      </dgm:t>
    </dgm:pt>
    <dgm:pt modelId="{C3AA1137-547A-48E2-86F8-5EB0AB5CAAB9}" type="pres">
      <dgm:prSet presAssocID="{1F3BD08C-FFB7-4323-B205-2BFA4A0E1F79}" presName="vert1" presStyleCnt="0"/>
      <dgm:spPr/>
    </dgm:pt>
  </dgm:ptLst>
  <dgm:cxnLst>
    <dgm:cxn modelId="{1E654F5B-D826-4DE8-ABC2-B192E7043110}" srcId="{E2E0F3A9-2714-4784-AC50-BD399EABA074}" destId="{C5C041B5-1522-4552-B4FD-D110D846847A}" srcOrd="1" destOrd="0" parTransId="{09A4099C-7392-4D6D-8905-A66D81088581}" sibTransId="{583BDC1B-861D-4386-8205-D5DC478447FE}"/>
    <dgm:cxn modelId="{3B78470D-81EC-433D-ADC3-B5395D77DE1D}" type="presOf" srcId="{E2E0F3A9-2714-4784-AC50-BD399EABA074}" destId="{D768E82E-6C19-48E5-BC0B-DE199E86628D}" srcOrd="0" destOrd="0" presId="urn:microsoft.com/office/officeart/2008/layout/LinedList"/>
    <dgm:cxn modelId="{4BE09557-C30D-4E53-816E-917CF2DED082}" type="presOf" srcId="{1F3BD08C-FFB7-4323-B205-2BFA4A0E1F79}" destId="{828DC057-9007-4C49-A7EA-4B2766B0ECF6}" srcOrd="0" destOrd="0" presId="urn:microsoft.com/office/officeart/2008/layout/LinedList"/>
    <dgm:cxn modelId="{E335E863-10AD-4CDB-BF7D-55F4C99A1A19}" type="presOf" srcId="{091363E0-B2AC-48C3-B2F4-AC5FE600D082}" destId="{7D799789-BA23-4166-A555-44379ED68714}" srcOrd="0" destOrd="0" presId="urn:microsoft.com/office/officeart/2008/layout/LinedList"/>
    <dgm:cxn modelId="{871C629D-02A5-4B30-B143-59EBD0F5CD61}" type="presOf" srcId="{57475791-E4A1-41A0-8589-96595E099946}" destId="{95DB75EE-4C10-41E0-81DA-94B5AA092ED8}" srcOrd="0" destOrd="0" presId="urn:microsoft.com/office/officeart/2008/layout/LinedList"/>
    <dgm:cxn modelId="{D96C09BD-B9C3-486A-B55B-3C1EDB357952}" srcId="{E2E0F3A9-2714-4784-AC50-BD399EABA074}" destId="{1F3BD08C-FFB7-4323-B205-2BFA4A0E1F79}" srcOrd="4" destOrd="0" parTransId="{B7AA1090-DA86-4722-8BEA-AE186DB41783}" sibTransId="{C2CC63BA-AB6E-45F0-9F17-2A5AF728ADCA}"/>
    <dgm:cxn modelId="{12F66046-8F39-414A-92D1-A11319E83884}" type="presOf" srcId="{44BC5288-5281-42C8-A28D-03B1BF73B7AA}" destId="{47833CAF-A445-45E1-94D2-D802B6D6360E}" srcOrd="0" destOrd="0" presId="urn:microsoft.com/office/officeart/2008/layout/LinedList"/>
    <dgm:cxn modelId="{92102977-C433-4250-B11A-5D48923BEF79}" srcId="{E2E0F3A9-2714-4784-AC50-BD399EABA074}" destId="{091363E0-B2AC-48C3-B2F4-AC5FE600D082}" srcOrd="3" destOrd="0" parTransId="{C7F470F7-27DE-448F-BAAF-2330E2F17FEF}" sibTransId="{2CB69FB0-BC51-40BB-AE02-1E3171622A13}"/>
    <dgm:cxn modelId="{D5D9F331-BCBC-4FAB-9AA0-C8C89E5CDFD3}" srcId="{E2E0F3A9-2714-4784-AC50-BD399EABA074}" destId="{44BC5288-5281-42C8-A28D-03B1BF73B7AA}" srcOrd="0" destOrd="0" parTransId="{0C2B95B3-3966-4FDE-B9C2-128EFF2CD37E}" sibTransId="{790AE1A8-A405-42A1-99E9-BCE74BF8C66D}"/>
    <dgm:cxn modelId="{6EE0947D-0C66-4296-B05F-5F1533EB39BA}" srcId="{E2E0F3A9-2714-4784-AC50-BD399EABA074}" destId="{57475791-E4A1-41A0-8589-96595E099946}" srcOrd="2" destOrd="0" parTransId="{A0665B0A-EFFD-4D37-80DA-11E78D45C35C}" sibTransId="{BB6EC38D-3DE9-400F-9A71-EBEB43D1A2BB}"/>
    <dgm:cxn modelId="{A3BBB1D3-CA9C-4E66-8293-95ECC80DF5F8}" type="presOf" srcId="{C5C041B5-1522-4552-B4FD-D110D846847A}" destId="{6341AEA9-65F3-4D79-82CE-549D73663B13}" srcOrd="0" destOrd="0" presId="urn:microsoft.com/office/officeart/2008/layout/LinedList"/>
    <dgm:cxn modelId="{BB469171-F5F5-44C4-99C4-3EE05B853D6A}" type="presParOf" srcId="{D768E82E-6C19-48E5-BC0B-DE199E86628D}" destId="{E7CAF6EA-3C09-4E64-B84E-79CA667FEB7E}" srcOrd="0" destOrd="0" presId="urn:microsoft.com/office/officeart/2008/layout/LinedList"/>
    <dgm:cxn modelId="{9E3D7789-F7DA-402F-99B6-AAB96D215BA4}" type="presParOf" srcId="{D768E82E-6C19-48E5-BC0B-DE199E86628D}" destId="{39B87AEA-9CF1-49D1-A975-F00B9721DC5B}" srcOrd="1" destOrd="0" presId="urn:microsoft.com/office/officeart/2008/layout/LinedList"/>
    <dgm:cxn modelId="{64821F89-C0BB-4EE5-9E85-37BAABCB13D6}" type="presParOf" srcId="{39B87AEA-9CF1-49D1-A975-F00B9721DC5B}" destId="{47833CAF-A445-45E1-94D2-D802B6D6360E}" srcOrd="0" destOrd="0" presId="urn:microsoft.com/office/officeart/2008/layout/LinedList"/>
    <dgm:cxn modelId="{36DDAD5F-15DB-4FE2-A619-FD5E2EA6BD6A}" type="presParOf" srcId="{39B87AEA-9CF1-49D1-A975-F00B9721DC5B}" destId="{AC7F00F7-75CF-4AAD-9591-9A06721B6226}" srcOrd="1" destOrd="0" presId="urn:microsoft.com/office/officeart/2008/layout/LinedList"/>
    <dgm:cxn modelId="{06C8DEBA-2C43-4320-B22A-A9E0390C73BF}" type="presParOf" srcId="{D768E82E-6C19-48E5-BC0B-DE199E86628D}" destId="{777408F1-9A4D-44B3-9167-6340E91A53A4}" srcOrd="2" destOrd="0" presId="urn:microsoft.com/office/officeart/2008/layout/LinedList"/>
    <dgm:cxn modelId="{7DD84892-73B1-4AC1-AE5B-0BCDCDEBCA06}" type="presParOf" srcId="{D768E82E-6C19-48E5-BC0B-DE199E86628D}" destId="{E41C0BF0-6FDB-4793-BF55-B553CAEDAA12}" srcOrd="3" destOrd="0" presId="urn:microsoft.com/office/officeart/2008/layout/LinedList"/>
    <dgm:cxn modelId="{DAA4B4B9-EBD8-4E17-9F9F-E87849267F2E}" type="presParOf" srcId="{E41C0BF0-6FDB-4793-BF55-B553CAEDAA12}" destId="{6341AEA9-65F3-4D79-82CE-549D73663B13}" srcOrd="0" destOrd="0" presId="urn:microsoft.com/office/officeart/2008/layout/LinedList"/>
    <dgm:cxn modelId="{EC0EE214-55D1-4E0E-9156-4EC3DEEF381F}" type="presParOf" srcId="{E41C0BF0-6FDB-4793-BF55-B553CAEDAA12}" destId="{A873D1A3-D7F4-4806-97A6-FADA3939CEAD}" srcOrd="1" destOrd="0" presId="urn:microsoft.com/office/officeart/2008/layout/LinedList"/>
    <dgm:cxn modelId="{A8F0AF55-6E3B-4C75-83E6-5A68754C7F10}" type="presParOf" srcId="{D768E82E-6C19-48E5-BC0B-DE199E86628D}" destId="{DA2421C4-C30E-4306-99E3-4D1A1061FEDB}" srcOrd="4" destOrd="0" presId="urn:microsoft.com/office/officeart/2008/layout/LinedList"/>
    <dgm:cxn modelId="{6D47AFC3-BFE8-44D4-AB7F-B2F729BEE610}" type="presParOf" srcId="{D768E82E-6C19-48E5-BC0B-DE199E86628D}" destId="{1DF4DD0B-0439-4662-9B8A-2D73812DDCA7}" srcOrd="5" destOrd="0" presId="urn:microsoft.com/office/officeart/2008/layout/LinedList"/>
    <dgm:cxn modelId="{92DECB60-25DC-4F14-B15C-3BD02B0A362B}" type="presParOf" srcId="{1DF4DD0B-0439-4662-9B8A-2D73812DDCA7}" destId="{95DB75EE-4C10-41E0-81DA-94B5AA092ED8}" srcOrd="0" destOrd="0" presId="urn:microsoft.com/office/officeart/2008/layout/LinedList"/>
    <dgm:cxn modelId="{E30A03BC-78FC-440F-8C9B-F6DD17F3B906}" type="presParOf" srcId="{1DF4DD0B-0439-4662-9B8A-2D73812DDCA7}" destId="{239E833A-A9AD-4D7E-9DC8-24764D407E67}" srcOrd="1" destOrd="0" presId="urn:microsoft.com/office/officeart/2008/layout/LinedList"/>
    <dgm:cxn modelId="{F7737CE4-EC20-402B-89CB-490C47732F00}" type="presParOf" srcId="{D768E82E-6C19-48E5-BC0B-DE199E86628D}" destId="{28189B86-2202-45F8-BBC3-A1EE672672C2}" srcOrd="6" destOrd="0" presId="urn:microsoft.com/office/officeart/2008/layout/LinedList"/>
    <dgm:cxn modelId="{40FCFC9B-2391-4C4F-9621-7C788717C3C6}" type="presParOf" srcId="{D768E82E-6C19-48E5-BC0B-DE199E86628D}" destId="{4760C177-D33B-4392-BBBE-30DA346E923C}" srcOrd="7" destOrd="0" presId="urn:microsoft.com/office/officeart/2008/layout/LinedList"/>
    <dgm:cxn modelId="{557EED04-454C-41A9-A269-DF6B8CBC25F0}" type="presParOf" srcId="{4760C177-D33B-4392-BBBE-30DA346E923C}" destId="{7D799789-BA23-4166-A555-44379ED68714}" srcOrd="0" destOrd="0" presId="urn:microsoft.com/office/officeart/2008/layout/LinedList"/>
    <dgm:cxn modelId="{AFFE5D72-DAEF-4DA6-A875-6BF1074A70DA}" type="presParOf" srcId="{4760C177-D33B-4392-BBBE-30DA346E923C}" destId="{41EFEC8C-9C89-4C30-895F-206B3840A398}" srcOrd="1" destOrd="0" presId="urn:microsoft.com/office/officeart/2008/layout/LinedList"/>
    <dgm:cxn modelId="{6BB4CCFA-DE48-4565-93D3-B798C6733DF6}" type="presParOf" srcId="{D768E82E-6C19-48E5-BC0B-DE199E86628D}" destId="{00828987-8816-4F1E-BA86-0B4E7E1070B1}" srcOrd="8" destOrd="0" presId="urn:microsoft.com/office/officeart/2008/layout/LinedList"/>
    <dgm:cxn modelId="{0F1BECD9-66C5-40B3-A750-8368A924EB12}" type="presParOf" srcId="{D768E82E-6C19-48E5-BC0B-DE199E86628D}" destId="{4A7BB85C-145F-47D5-9C93-D990AC6D3436}" srcOrd="9" destOrd="0" presId="urn:microsoft.com/office/officeart/2008/layout/LinedList"/>
    <dgm:cxn modelId="{6C49A6AD-710B-4B22-A364-E7A8F58A7B09}" type="presParOf" srcId="{4A7BB85C-145F-47D5-9C93-D990AC6D3436}" destId="{828DC057-9007-4C49-A7EA-4B2766B0ECF6}" srcOrd="0" destOrd="0" presId="urn:microsoft.com/office/officeart/2008/layout/LinedList"/>
    <dgm:cxn modelId="{99C03982-CE7C-4EAF-BE3C-B54C82973481}" type="presParOf" srcId="{4A7BB85C-145F-47D5-9C93-D990AC6D3436}" destId="{C3AA1137-547A-48E2-86F8-5EB0AB5CAAB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191FB986-61F0-4259-B2E4-AA8AEDE917C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B15C774-BC68-46BA-9C26-853FCD754B87}">
      <dgm:prSet/>
      <dgm:spPr/>
      <dgm:t>
        <a:bodyPr/>
        <a:lstStyle/>
        <a:p>
          <a:r>
            <a:rPr lang="uk-UA" b="0" i="1"/>
            <a:t>«Успішний розвиток України та збільшення національного багатства потребують тісної взаємодії держави й національного бізнесу. Потрібно більшу частину товарів, що їх використовують в Україні, виробляти всередині країни...»</a:t>
          </a:r>
          <a:endParaRPr lang="uk-UA"/>
        </a:p>
      </dgm:t>
    </dgm:pt>
    <dgm:pt modelId="{A7E660A8-2B9C-4CD3-88B2-BBFE36A1DA35}" type="parTrans" cxnId="{00D6998C-43FC-4CFE-9746-CD4E12154097}">
      <dgm:prSet/>
      <dgm:spPr/>
      <dgm:t>
        <a:bodyPr/>
        <a:lstStyle/>
        <a:p>
          <a:endParaRPr lang="uk-UA"/>
        </a:p>
      </dgm:t>
    </dgm:pt>
    <dgm:pt modelId="{43DC568A-CD8E-4D25-80BA-B7D4B9300967}" type="sibTrans" cxnId="{00D6998C-43FC-4CFE-9746-CD4E12154097}">
      <dgm:prSet/>
      <dgm:spPr/>
      <dgm:t>
        <a:bodyPr/>
        <a:lstStyle/>
        <a:p>
          <a:endParaRPr lang="uk-UA"/>
        </a:p>
      </dgm:t>
    </dgm:pt>
    <dgm:pt modelId="{93026C6B-575E-4A09-AC25-E49D2F9450E7}">
      <dgm:prSet/>
      <dgm:spPr/>
      <dgm:t>
        <a:bodyPr/>
        <a:lstStyle/>
        <a:p>
          <a:r>
            <a:rPr lang="uk-UA" b="0" i="1"/>
            <a:t>«Прискорення соціально-економічного розвитку насамперед визначено необхідністю в перебудові структурної політики, форм і методів управління…»</a:t>
          </a:r>
          <a:endParaRPr lang="uk-UA"/>
        </a:p>
      </dgm:t>
    </dgm:pt>
    <dgm:pt modelId="{2CD9FDB0-D399-45F2-A9AA-988514CD2941}" type="parTrans" cxnId="{64F41D7A-C427-46AF-BEB3-7F985B8BDC70}">
      <dgm:prSet/>
      <dgm:spPr/>
      <dgm:t>
        <a:bodyPr/>
        <a:lstStyle/>
        <a:p>
          <a:endParaRPr lang="uk-UA"/>
        </a:p>
      </dgm:t>
    </dgm:pt>
    <dgm:pt modelId="{5EBEC604-1CC3-4E05-A466-EE595458851B}" type="sibTrans" cxnId="{64F41D7A-C427-46AF-BEB3-7F985B8BDC70}">
      <dgm:prSet/>
      <dgm:spPr/>
      <dgm:t>
        <a:bodyPr/>
        <a:lstStyle/>
        <a:p>
          <a:endParaRPr lang="uk-UA"/>
        </a:p>
      </dgm:t>
    </dgm:pt>
    <dgm:pt modelId="{5F4F045A-05FA-40F2-99F9-BAE59520C0A4}">
      <dgm:prSet/>
      <dgm:spPr/>
      <dgm:t>
        <a:bodyPr/>
        <a:lstStyle/>
        <a:p>
          <a:r>
            <a:rPr lang="uk-UA" b="0" i="1"/>
            <a:t>«...Ми хотіли, щоб нам дали картки із централізованим забезпеченням населення якоюсь кількістю продуктів й організацію харчування тих, хто голодує...»</a:t>
          </a:r>
          <a:endParaRPr lang="uk-UA"/>
        </a:p>
      </dgm:t>
    </dgm:pt>
    <dgm:pt modelId="{66873967-BB25-4FEE-BDF2-80CFAE953AE8}" type="parTrans" cxnId="{EFA0E8AB-D55C-4C6D-A83E-85BE936AE154}">
      <dgm:prSet/>
      <dgm:spPr/>
      <dgm:t>
        <a:bodyPr/>
        <a:lstStyle/>
        <a:p>
          <a:endParaRPr lang="uk-UA"/>
        </a:p>
      </dgm:t>
    </dgm:pt>
    <dgm:pt modelId="{165653B5-13CA-427B-B869-BD09BFA8117C}" type="sibTrans" cxnId="{EFA0E8AB-D55C-4C6D-A83E-85BE936AE154}">
      <dgm:prSet/>
      <dgm:spPr/>
      <dgm:t>
        <a:bodyPr/>
        <a:lstStyle/>
        <a:p>
          <a:endParaRPr lang="uk-UA"/>
        </a:p>
      </dgm:t>
    </dgm:pt>
    <dgm:pt modelId="{E0947FFF-8D6A-4CFD-9E42-794E924829C9}">
      <dgm:prSet/>
      <dgm:spPr/>
      <dgm:t>
        <a:bodyPr/>
        <a:lstStyle/>
        <a:p>
          <a:r>
            <a:rPr lang="uk-UA" b="0" i="1"/>
            <a:t>«Основна частина підприємств місцевого значення перейшла з підпорядкування союзних міністерств у підпорядкування обласних рад депутатів…»</a:t>
          </a:r>
          <a:endParaRPr lang="uk-UA"/>
        </a:p>
      </dgm:t>
    </dgm:pt>
    <dgm:pt modelId="{5EB5A264-4452-4B7B-BFE0-5037CDAB9232}" type="parTrans" cxnId="{4FB5C0EA-F47B-45B2-A9D7-495043F5A022}">
      <dgm:prSet/>
      <dgm:spPr/>
      <dgm:t>
        <a:bodyPr/>
        <a:lstStyle/>
        <a:p>
          <a:endParaRPr lang="uk-UA"/>
        </a:p>
      </dgm:t>
    </dgm:pt>
    <dgm:pt modelId="{88D42E43-359D-4696-A7C0-397FE9409DD6}" type="sibTrans" cxnId="{4FB5C0EA-F47B-45B2-A9D7-495043F5A022}">
      <dgm:prSet/>
      <dgm:spPr/>
      <dgm:t>
        <a:bodyPr/>
        <a:lstStyle/>
        <a:p>
          <a:endParaRPr lang="uk-UA"/>
        </a:p>
      </dgm:t>
    </dgm:pt>
    <dgm:pt modelId="{40A4D529-4889-4967-80D4-5807ADC9F566}" type="pres">
      <dgm:prSet presAssocID="{191FB986-61F0-4259-B2E4-AA8AEDE917C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8DC0927-34A7-4DBF-A2E4-976B764B83DF}" type="pres">
      <dgm:prSet presAssocID="{7B15C774-BC68-46BA-9C26-853FCD754B87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5CB9A01-2822-4331-B11B-69CC0BEB7A4E}" type="pres">
      <dgm:prSet presAssocID="{43DC568A-CD8E-4D25-80BA-B7D4B9300967}" presName="spacer" presStyleCnt="0"/>
      <dgm:spPr/>
    </dgm:pt>
    <dgm:pt modelId="{691A90B1-4B82-4E60-BA60-F60E73D5074F}" type="pres">
      <dgm:prSet presAssocID="{93026C6B-575E-4A09-AC25-E49D2F9450E7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C9B2607-26A1-4556-8993-7F415476762C}" type="pres">
      <dgm:prSet presAssocID="{5EBEC604-1CC3-4E05-A466-EE595458851B}" presName="spacer" presStyleCnt="0"/>
      <dgm:spPr/>
    </dgm:pt>
    <dgm:pt modelId="{3CD77263-EED8-44DB-8896-78407F9E6D80}" type="pres">
      <dgm:prSet presAssocID="{5F4F045A-05FA-40F2-99F9-BAE59520C0A4}" presName="parentText" presStyleLbl="node1" presStyleIdx="2" presStyleCnt="4" custLinFactNeighborX="-27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7898C9C-9A85-4D6F-BBDF-A85798EC9153}" type="pres">
      <dgm:prSet presAssocID="{165653B5-13CA-427B-B869-BD09BFA8117C}" presName="spacer" presStyleCnt="0"/>
      <dgm:spPr/>
    </dgm:pt>
    <dgm:pt modelId="{73B3BF53-0B74-4A0E-A89A-F628BE18AFEC}" type="pres">
      <dgm:prSet presAssocID="{E0947FFF-8D6A-4CFD-9E42-794E924829C9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F8C3A2E-6238-433A-91F3-3E9D70260840}" type="presOf" srcId="{191FB986-61F0-4259-B2E4-AA8AEDE917C2}" destId="{40A4D529-4889-4967-80D4-5807ADC9F566}" srcOrd="0" destOrd="0" presId="urn:microsoft.com/office/officeart/2005/8/layout/vList2"/>
    <dgm:cxn modelId="{0AC6C205-694F-4D02-B0E1-CA0FC8707378}" type="presOf" srcId="{5F4F045A-05FA-40F2-99F9-BAE59520C0A4}" destId="{3CD77263-EED8-44DB-8896-78407F9E6D80}" srcOrd="0" destOrd="0" presId="urn:microsoft.com/office/officeart/2005/8/layout/vList2"/>
    <dgm:cxn modelId="{A10E3132-E2D0-421C-8494-A2734505FD73}" type="presOf" srcId="{93026C6B-575E-4A09-AC25-E49D2F9450E7}" destId="{691A90B1-4B82-4E60-BA60-F60E73D5074F}" srcOrd="0" destOrd="0" presId="urn:microsoft.com/office/officeart/2005/8/layout/vList2"/>
    <dgm:cxn modelId="{4FB5C0EA-F47B-45B2-A9D7-495043F5A022}" srcId="{191FB986-61F0-4259-B2E4-AA8AEDE917C2}" destId="{E0947FFF-8D6A-4CFD-9E42-794E924829C9}" srcOrd="3" destOrd="0" parTransId="{5EB5A264-4452-4B7B-BFE0-5037CDAB9232}" sibTransId="{88D42E43-359D-4696-A7C0-397FE9409DD6}"/>
    <dgm:cxn modelId="{64F41D7A-C427-46AF-BEB3-7F985B8BDC70}" srcId="{191FB986-61F0-4259-B2E4-AA8AEDE917C2}" destId="{93026C6B-575E-4A09-AC25-E49D2F9450E7}" srcOrd="1" destOrd="0" parTransId="{2CD9FDB0-D399-45F2-A9AA-988514CD2941}" sibTransId="{5EBEC604-1CC3-4E05-A466-EE595458851B}"/>
    <dgm:cxn modelId="{A919FED2-A560-4831-8164-74805D4790F9}" type="presOf" srcId="{7B15C774-BC68-46BA-9C26-853FCD754B87}" destId="{38DC0927-34A7-4DBF-A2E4-976B764B83DF}" srcOrd="0" destOrd="0" presId="urn:microsoft.com/office/officeart/2005/8/layout/vList2"/>
    <dgm:cxn modelId="{EFA0E8AB-D55C-4C6D-A83E-85BE936AE154}" srcId="{191FB986-61F0-4259-B2E4-AA8AEDE917C2}" destId="{5F4F045A-05FA-40F2-99F9-BAE59520C0A4}" srcOrd="2" destOrd="0" parTransId="{66873967-BB25-4FEE-BDF2-80CFAE953AE8}" sibTransId="{165653B5-13CA-427B-B869-BD09BFA8117C}"/>
    <dgm:cxn modelId="{C86C17DF-8414-47C5-A780-EF8D3DADBE8A}" type="presOf" srcId="{E0947FFF-8D6A-4CFD-9E42-794E924829C9}" destId="{73B3BF53-0B74-4A0E-A89A-F628BE18AFEC}" srcOrd="0" destOrd="0" presId="urn:microsoft.com/office/officeart/2005/8/layout/vList2"/>
    <dgm:cxn modelId="{00D6998C-43FC-4CFE-9746-CD4E12154097}" srcId="{191FB986-61F0-4259-B2E4-AA8AEDE917C2}" destId="{7B15C774-BC68-46BA-9C26-853FCD754B87}" srcOrd="0" destOrd="0" parTransId="{A7E660A8-2B9C-4CD3-88B2-BBFE36A1DA35}" sibTransId="{43DC568A-CD8E-4D25-80BA-B7D4B9300967}"/>
    <dgm:cxn modelId="{1B43E89F-BFFC-4C65-991E-D5A0FA8561C7}" type="presParOf" srcId="{40A4D529-4889-4967-80D4-5807ADC9F566}" destId="{38DC0927-34A7-4DBF-A2E4-976B764B83DF}" srcOrd="0" destOrd="0" presId="urn:microsoft.com/office/officeart/2005/8/layout/vList2"/>
    <dgm:cxn modelId="{601D7041-F258-4991-BB50-D59F77D95934}" type="presParOf" srcId="{40A4D529-4889-4967-80D4-5807ADC9F566}" destId="{A5CB9A01-2822-4331-B11B-69CC0BEB7A4E}" srcOrd="1" destOrd="0" presId="urn:microsoft.com/office/officeart/2005/8/layout/vList2"/>
    <dgm:cxn modelId="{7778E83F-1562-49BD-9400-D0AB51F08D83}" type="presParOf" srcId="{40A4D529-4889-4967-80D4-5807ADC9F566}" destId="{691A90B1-4B82-4E60-BA60-F60E73D5074F}" srcOrd="2" destOrd="0" presId="urn:microsoft.com/office/officeart/2005/8/layout/vList2"/>
    <dgm:cxn modelId="{64E653C0-DFCF-4340-B1B3-A7F2D1B39B5A}" type="presParOf" srcId="{40A4D529-4889-4967-80D4-5807ADC9F566}" destId="{8C9B2607-26A1-4556-8993-7F415476762C}" srcOrd="3" destOrd="0" presId="urn:microsoft.com/office/officeart/2005/8/layout/vList2"/>
    <dgm:cxn modelId="{86902598-5128-4126-BC64-BEBD948CB2BC}" type="presParOf" srcId="{40A4D529-4889-4967-80D4-5807ADC9F566}" destId="{3CD77263-EED8-44DB-8896-78407F9E6D80}" srcOrd="4" destOrd="0" presId="urn:microsoft.com/office/officeart/2005/8/layout/vList2"/>
    <dgm:cxn modelId="{6BD49B14-C093-480C-9F8C-815CC6257F33}" type="presParOf" srcId="{40A4D529-4889-4967-80D4-5807ADC9F566}" destId="{57898C9C-9A85-4D6F-BBDF-A85798EC9153}" srcOrd="5" destOrd="0" presId="urn:microsoft.com/office/officeart/2005/8/layout/vList2"/>
    <dgm:cxn modelId="{95938461-8BC8-4503-AB85-A4FC59CB1A18}" type="presParOf" srcId="{40A4D529-4889-4967-80D4-5807ADC9F566}" destId="{73B3BF53-0B74-4A0E-A89A-F628BE18AFE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BDB09DD2-53AA-41DC-B413-4EFABBF7D9C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8559F0B-3B48-4AB8-8DAC-3A46EB3788AC}">
      <dgm:prSet/>
      <dgm:spPr/>
      <dgm:t>
        <a:bodyPr/>
        <a:lstStyle/>
        <a:p>
          <a:r>
            <a:rPr lang="uk-UA" b="0" i="0"/>
            <a:t>Україна в перші повоєнні роки (1945 – початок 1950-х рр.)</a:t>
          </a:r>
          <a:endParaRPr lang="uk-UA"/>
        </a:p>
      </dgm:t>
    </dgm:pt>
    <dgm:pt modelId="{579D4F48-2636-4DBF-BF49-5D74B68A2C6A}" type="parTrans" cxnId="{BF058FEA-8F7F-4AD6-BB3D-F4B0EDD21CD6}">
      <dgm:prSet/>
      <dgm:spPr/>
      <dgm:t>
        <a:bodyPr/>
        <a:lstStyle/>
        <a:p>
          <a:endParaRPr lang="uk-UA"/>
        </a:p>
      </dgm:t>
    </dgm:pt>
    <dgm:pt modelId="{23245691-840E-434D-A221-306AA9B61C76}" type="sibTrans" cxnId="{BF058FEA-8F7F-4AD6-BB3D-F4B0EDD21CD6}">
      <dgm:prSet/>
      <dgm:spPr/>
      <dgm:t>
        <a:bodyPr/>
        <a:lstStyle/>
        <a:p>
          <a:endParaRPr lang="uk-UA"/>
        </a:p>
      </dgm:t>
    </dgm:pt>
    <dgm:pt modelId="{1FED34B2-A9B3-41B7-9E31-C00F11A3FCF0}">
      <dgm:prSet/>
      <dgm:spPr/>
      <dgm:t>
        <a:bodyPr/>
        <a:lstStyle/>
        <a:p>
          <a:r>
            <a:rPr lang="uk-UA" b="0" i="0"/>
            <a:t>Україна в умовах десталінізації (1953–1964 рр.)</a:t>
          </a:r>
          <a:endParaRPr lang="uk-UA"/>
        </a:p>
      </dgm:t>
    </dgm:pt>
    <dgm:pt modelId="{97CE8D05-5E12-4FEB-9EC9-24F6AAEAB998}" type="parTrans" cxnId="{81BA07D0-1D62-48E8-9093-2F6880AA672A}">
      <dgm:prSet/>
      <dgm:spPr/>
      <dgm:t>
        <a:bodyPr/>
        <a:lstStyle/>
        <a:p>
          <a:endParaRPr lang="uk-UA"/>
        </a:p>
      </dgm:t>
    </dgm:pt>
    <dgm:pt modelId="{B241E579-0BB3-4D32-817A-14C0388AA683}" type="sibTrans" cxnId="{81BA07D0-1D62-48E8-9093-2F6880AA672A}">
      <dgm:prSet/>
      <dgm:spPr/>
      <dgm:t>
        <a:bodyPr/>
        <a:lstStyle/>
        <a:p>
          <a:endParaRPr lang="uk-UA"/>
        </a:p>
      </dgm:t>
    </dgm:pt>
    <dgm:pt modelId="{762EA7B7-B864-4C7B-A2C8-F4F1FB111F80}">
      <dgm:prSet/>
      <dgm:spPr/>
      <dgm:t>
        <a:bodyPr/>
        <a:lstStyle/>
        <a:p>
          <a:r>
            <a:rPr lang="uk-UA" b="0" i="0"/>
            <a:t>Україна в період загострення кризи радянської системи (1965 – перша половина 1980-х рр.)</a:t>
          </a:r>
          <a:endParaRPr lang="uk-UA"/>
        </a:p>
      </dgm:t>
    </dgm:pt>
    <dgm:pt modelId="{E3D75891-6CA8-459B-9EA3-64B47A394074}" type="parTrans" cxnId="{3E27B7E0-174F-40B4-B637-04BA54309152}">
      <dgm:prSet/>
      <dgm:spPr/>
      <dgm:t>
        <a:bodyPr/>
        <a:lstStyle/>
        <a:p>
          <a:endParaRPr lang="uk-UA"/>
        </a:p>
      </dgm:t>
    </dgm:pt>
    <dgm:pt modelId="{892F6126-C0BE-4EAB-9B80-4674F1FEE14F}" type="sibTrans" cxnId="{3E27B7E0-174F-40B4-B637-04BA54309152}">
      <dgm:prSet/>
      <dgm:spPr/>
      <dgm:t>
        <a:bodyPr/>
        <a:lstStyle/>
        <a:p>
          <a:endParaRPr lang="uk-UA"/>
        </a:p>
      </dgm:t>
    </dgm:pt>
    <dgm:pt modelId="{E9D22F5B-6A17-432F-929D-FF8101248A7F}">
      <dgm:prSet/>
      <dgm:spPr/>
      <dgm:t>
        <a:bodyPr/>
        <a:lstStyle/>
        <a:p>
          <a:r>
            <a:rPr lang="uk-UA" b="0" i="0"/>
            <a:t>Відновлення незалежності України (1985–1991 рр.)</a:t>
          </a:r>
          <a:endParaRPr lang="uk-UA"/>
        </a:p>
      </dgm:t>
    </dgm:pt>
    <dgm:pt modelId="{C459E6AC-95E3-4ABC-AF58-FA3E085B8611}" type="parTrans" cxnId="{7DA0E684-1126-4D1B-853B-DC8C0BF84814}">
      <dgm:prSet/>
      <dgm:spPr/>
      <dgm:t>
        <a:bodyPr/>
        <a:lstStyle/>
        <a:p>
          <a:endParaRPr lang="uk-UA"/>
        </a:p>
      </dgm:t>
    </dgm:pt>
    <dgm:pt modelId="{A6947736-C1C7-46FB-8F7B-3737884120AD}" type="sibTrans" cxnId="{7DA0E684-1126-4D1B-853B-DC8C0BF84814}">
      <dgm:prSet/>
      <dgm:spPr/>
      <dgm:t>
        <a:bodyPr/>
        <a:lstStyle/>
        <a:p>
          <a:endParaRPr lang="uk-UA"/>
        </a:p>
      </dgm:t>
    </dgm:pt>
    <dgm:pt modelId="{82D0D076-B847-400C-B63A-1BB592594EAC}">
      <dgm:prSet/>
      <dgm:spPr/>
      <dgm:t>
        <a:bodyPr/>
        <a:lstStyle/>
        <a:p>
          <a:r>
            <a:rPr lang="uk-UA" b="0" i="0"/>
            <a:t>Творення нової України (початок ХХІ ст. – сьогодення)</a:t>
          </a:r>
          <a:endParaRPr lang="uk-UA"/>
        </a:p>
      </dgm:t>
    </dgm:pt>
    <dgm:pt modelId="{1D99FA56-2C0E-4F07-BF93-FE05DFB609C9}" type="parTrans" cxnId="{7038F5D2-484A-47D2-997E-3CAD82667B54}">
      <dgm:prSet/>
      <dgm:spPr/>
      <dgm:t>
        <a:bodyPr/>
        <a:lstStyle/>
        <a:p>
          <a:endParaRPr lang="uk-UA"/>
        </a:p>
      </dgm:t>
    </dgm:pt>
    <dgm:pt modelId="{4A1A130D-36E7-4E60-BCE8-837BEE63D882}" type="sibTrans" cxnId="{7038F5D2-484A-47D2-997E-3CAD82667B54}">
      <dgm:prSet/>
      <dgm:spPr/>
      <dgm:t>
        <a:bodyPr/>
        <a:lstStyle/>
        <a:p>
          <a:endParaRPr lang="uk-UA"/>
        </a:p>
      </dgm:t>
    </dgm:pt>
    <dgm:pt modelId="{428B7E20-0A6E-459C-98A8-1FF30FD0E2C7}" type="pres">
      <dgm:prSet presAssocID="{BDB09DD2-53AA-41DC-B413-4EFABBF7D9C8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16D85A7A-9A4F-446C-A429-134F8E266339}" type="pres">
      <dgm:prSet presAssocID="{88559F0B-3B48-4AB8-8DAC-3A46EB3788AC}" presName="thickLine" presStyleLbl="alignNode1" presStyleIdx="0" presStyleCnt="5"/>
      <dgm:spPr/>
    </dgm:pt>
    <dgm:pt modelId="{B0B293B5-1D17-432A-8FDC-E55AE8EE5586}" type="pres">
      <dgm:prSet presAssocID="{88559F0B-3B48-4AB8-8DAC-3A46EB3788AC}" presName="horz1" presStyleCnt="0"/>
      <dgm:spPr/>
    </dgm:pt>
    <dgm:pt modelId="{79281D2E-61AE-453B-98DF-B14B9C8F7939}" type="pres">
      <dgm:prSet presAssocID="{88559F0B-3B48-4AB8-8DAC-3A46EB3788AC}" presName="tx1" presStyleLbl="revTx" presStyleIdx="0" presStyleCnt="5"/>
      <dgm:spPr/>
      <dgm:t>
        <a:bodyPr/>
        <a:lstStyle/>
        <a:p>
          <a:endParaRPr lang="ru-RU"/>
        </a:p>
      </dgm:t>
    </dgm:pt>
    <dgm:pt modelId="{64651611-8F30-4910-B1A3-A242DF94FFFD}" type="pres">
      <dgm:prSet presAssocID="{88559F0B-3B48-4AB8-8DAC-3A46EB3788AC}" presName="vert1" presStyleCnt="0"/>
      <dgm:spPr/>
    </dgm:pt>
    <dgm:pt modelId="{6B4782D8-F06B-4698-BD0D-0F70B1964276}" type="pres">
      <dgm:prSet presAssocID="{1FED34B2-A9B3-41B7-9E31-C00F11A3FCF0}" presName="thickLine" presStyleLbl="alignNode1" presStyleIdx="1" presStyleCnt="5"/>
      <dgm:spPr/>
    </dgm:pt>
    <dgm:pt modelId="{4CEFEAFB-023E-4883-BB74-4F3CA3FD186F}" type="pres">
      <dgm:prSet presAssocID="{1FED34B2-A9B3-41B7-9E31-C00F11A3FCF0}" presName="horz1" presStyleCnt="0"/>
      <dgm:spPr/>
    </dgm:pt>
    <dgm:pt modelId="{DFF91687-65A1-4632-8967-91B1C42CE309}" type="pres">
      <dgm:prSet presAssocID="{1FED34B2-A9B3-41B7-9E31-C00F11A3FCF0}" presName="tx1" presStyleLbl="revTx" presStyleIdx="1" presStyleCnt="5"/>
      <dgm:spPr/>
      <dgm:t>
        <a:bodyPr/>
        <a:lstStyle/>
        <a:p>
          <a:endParaRPr lang="ru-RU"/>
        </a:p>
      </dgm:t>
    </dgm:pt>
    <dgm:pt modelId="{E3BB6B4B-8A6D-431D-98FE-EA0085E42C9E}" type="pres">
      <dgm:prSet presAssocID="{1FED34B2-A9B3-41B7-9E31-C00F11A3FCF0}" presName="vert1" presStyleCnt="0"/>
      <dgm:spPr/>
    </dgm:pt>
    <dgm:pt modelId="{963094FE-6A67-4820-B432-97DD2BA1B3AC}" type="pres">
      <dgm:prSet presAssocID="{762EA7B7-B864-4C7B-A2C8-F4F1FB111F80}" presName="thickLine" presStyleLbl="alignNode1" presStyleIdx="2" presStyleCnt="5"/>
      <dgm:spPr/>
    </dgm:pt>
    <dgm:pt modelId="{800998F5-E4C4-4A74-A271-62E830CC04F5}" type="pres">
      <dgm:prSet presAssocID="{762EA7B7-B864-4C7B-A2C8-F4F1FB111F80}" presName="horz1" presStyleCnt="0"/>
      <dgm:spPr/>
    </dgm:pt>
    <dgm:pt modelId="{A6A514BA-0050-4912-B861-1730F54E042A}" type="pres">
      <dgm:prSet presAssocID="{762EA7B7-B864-4C7B-A2C8-F4F1FB111F80}" presName="tx1" presStyleLbl="revTx" presStyleIdx="2" presStyleCnt="5"/>
      <dgm:spPr/>
      <dgm:t>
        <a:bodyPr/>
        <a:lstStyle/>
        <a:p>
          <a:endParaRPr lang="ru-RU"/>
        </a:p>
      </dgm:t>
    </dgm:pt>
    <dgm:pt modelId="{66890B8A-3051-435F-90F1-BE3578950C2E}" type="pres">
      <dgm:prSet presAssocID="{762EA7B7-B864-4C7B-A2C8-F4F1FB111F80}" presName="vert1" presStyleCnt="0"/>
      <dgm:spPr/>
    </dgm:pt>
    <dgm:pt modelId="{50B6B99A-3F2C-46FF-B5BC-008DC0A325DE}" type="pres">
      <dgm:prSet presAssocID="{E9D22F5B-6A17-432F-929D-FF8101248A7F}" presName="thickLine" presStyleLbl="alignNode1" presStyleIdx="3" presStyleCnt="5"/>
      <dgm:spPr/>
    </dgm:pt>
    <dgm:pt modelId="{A311E5ED-E660-4B83-9567-80D0E38F8F69}" type="pres">
      <dgm:prSet presAssocID="{E9D22F5B-6A17-432F-929D-FF8101248A7F}" presName="horz1" presStyleCnt="0"/>
      <dgm:spPr/>
    </dgm:pt>
    <dgm:pt modelId="{0238049D-FB9A-48AE-B9AA-3DBAAB870B1A}" type="pres">
      <dgm:prSet presAssocID="{E9D22F5B-6A17-432F-929D-FF8101248A7F}" presName="tx1" presStyleLbl="revTx" presStyleIdx="3" presStyleCnt="5"/>
      <dgm:spPr/>
      <dgm:t>
        <a:bodyPr/>
        <a:lstStyle/>
        <a:p>
          <a:endParaRPr lang="ru-RU"/>
        </a:p>
      </dgm:t>
    </dgm:pt>
    <dgm:pt modelId="{9364A181-77A0-4F37-850D-F9617A26F6C9}" type="pres">
      <dgm:prSet presAssocID="{E9D22F5B-6A17-432F-929D-FF8101248A7F}" presName="vert1" presStyleCnt="0"/>
      <dgm:spPr/>
    </dgm:pt>
    <dgm:pt modelId="{3E5728F8-86D5-4764-A503-960F85B5F0FC}" type="pres">
      <dgm:prSet presAssocID="{82D0D076-B847-400C-B63A-1BB592594EAC}" presName="thickLine" presStyleLbl="alignNode1" presStyleIdx="4" presStyleCnt="5"/>
      <dgm:spPr/>
    </dgm:pt>
    <dgm:pt modelId="{C4AA2A4D-9220-4054-A953-FA3085A50C89}" type="pres">
      <dgm:prSet presAssocID="{82D0D076-B847-400C-B63A-1BB592594EAC}" presName="horz1" presStyleCnt="0"/>
      <dgm:spPr/>
    </dgm:pt>
    <dgm:pt modelId="{3EDA3A02-F917-4AFB-832B-77F69EFEE129}" type="pres">
      <dgm:prSet presAssocID="{82D0D076-B847-400C-B63A-1BB592594EAC}" presName="tx1" presStyleLbl="revTx" presStyleIdx="4" presStyleCnt="5"/>
      <dgm:spPr/>
      <dgm:t>
        <a:bodyPr/>
        <a:lstStyle/>
        <a:p>
          <a:endParaRPr lang="ru-RU"/>
        </a:p>
      </dgm:t>
    </dgm:pt>
    <dgm:pt modelId="{491A0691-0E91-40FB-B886-2D6818CB3F74}" type="pres">
      <dgm:prSet presAssocID="{82D0D076-B847-400C-B63A-1BB592594EAC}" presName="vert1" presStyleCnt="0"/>
      <dgm:spPr/>
    </dgm:pt>
  </dgm:ptLst>
  <dgm:cxnLst>
    <dgm:cxn modelId="{7DA0E684-1126-4D1B-853B-DC8C0BF84814}" srcId="{BDB09DD2-53AA-41DC-B413-4EFABBF7D9C8}" destId="{E9D22F5B-6A17-432F-929D-FF8101248A7F}" srcOrd="3" destOrd="0" parTransId="{C459E6AC-95E3-4ABC-AF58-FA3E085B8611}" sibTransId="{A6947736-C1C7-46FB-8F7B-3737884120AD}"/>
    <dgm:cxn modelId="{26346187-16A3-4908-BF15-E4F2BB969EDD}" type="presOf" srcId="{82D0D076-B847-400C-B63A-1BB592594EAC}" destId="{3EDA3A02-F917-4AFB-832B-77F69EFEE129}" srcOrd="0" destOrd="0" presId="urn:microsoft.com/office/officeart/2008/layout/LinedList"/>
    <dgm:cxn modelId="{4D347494-13C0-4DE6-A2E4-3559C2A1CC5D}" type="presOf" srcId="{BDB09DD2-53AA-41DC-B413-4EFABBF7D9C8}" destId="{428B7E20-0A6E-459C-98A8-1FF30FD0E2C7}" srcOrd="0" destOrd="0" presId="urn:microsoft.com/office/officeart/2008/layout/LinedList"/>
    <dgm:cxn modelId="{17962CFF-B164-410C-A4D8-168EA49630DF}" type="presOf" srcId="{88559F0B-3B48-4AB8-8DAC-3A46EB3788AC}" destId="{79281D2E-61AE-453B-98DF-B14B9C8F7939}" srcOrd="0" destOrd="0" presId="urn:microsoft.com/office/officeart/2008/layout/LinedList"/>
    <dgm:cxn modelId="{91F383DA-FF07-40CB-9021-6F2FAF75165E}" type="presOf" srcId="{E9D22F5B-6A17-432F-929D-FF8101248A7F}" destId="{0238049D-FB9A-48AE-B9AA-3DBAAB870B1A}" srcOrd="0" destOrd="0" presId="urn:microsoft.com/office/officeart/2008/layout/LinedList"/>
    <dgm:cxn modelId="{36BB56E6-D591-4E97-BEF7-F42E6F6225CE}" type="presOf" srcId="{762EA7B7-B864-4C7B-A2C8-F4F1FB111F80}" destId="{A6A514BA-0050-4912-B861-1730F54E042A}" srcOrd="0" destOrd="0" presId="urn:microsoft.com/office/officeart/2008/layout/LinedList"/>
    <dgm:cxn modelId="{BF058FEA-8F7F-4AD6-BB3D-F4B0EDD21CD6}" srcId="{BDB09DD2-53AA-41DC-B413-4EFABBF7D9C8}" destId="{88559F0B-3B48-4AB8-8DAC-3A46EB3788AC}" srcOrd="0" destOrd="0" parTransId="{579D4F48-2636-4DBF-BF49-5D74B68A2C6A}" sibTransId="{23245691-840E-434D-A221-306AA9B61C76}"/>
    <dgm:cxn modelId="{6509A3B7-9C6F-46FC-8967-703D1A1AD507}" type="presOf" srcId="{1FED34B2-A9B3-41B7-9E31-C00F11A3FCF0}" destId="{DFF91687-65A1-4632-8967-91B1C42CE309}" srcOrd="0" destOrd="0" presId="urn:microsoft.com/office/officeart/2008/layout/LinedList"/>
    <dgm:cxn modelId="{3E27B7E0-174F-40B4-B637-04BA54309152}" srcId="{BDB09DD2-53AA-41DC-B413-4EFABBF7D9C8}" destId="{762EA7B7-B864-4C7B-A2C8-F4F1FB111F80}" srcOrd="2" destOrd="0" parTransId="{E3D75891-6CA8-459B-9EA3-64B47A394074}" sibTransId="{892F6126-C0BE-4EAB-9B80-4674F1FEE14F}"/>
    <dgm:cxn modelId="{81BA07D0-1D62-48E8-9093-2F6880AA672A}" srcId="{BDB09DD2-53AA-41DC-B413-4EFABBF7D9C8}" destId="{1FED34B2-A9B3-41B7-9E31-C00F11A3FCF0}" srcOrd="1" destOrd="0" parTransId="{97CE8D05-5E12-4FEB-9EC9-24F6AAEAB998}" sibTransId="{B241E579-0BB3-4D32-817A-14C0388AA683}"/>
    <dgm:cxn modelId="{7038F5D2-484A-47D2-997E-3CAD82667B54}" srcId="{BDB09DD2-53AA-41DC-B413-4EFABBF7D9C8}" destId="{82D0D076-B847-400C-B63A-1BB592594EAC}" srcOrd="4" destOrd="0" parTransId="{1D99FA56-2C0E-4F07-BF93-FE05DFB609C9}" sibTransId="{4A1A130D-36E7-4E60-BCE8-837BEE63D882}"/>
    <dgm:cxn modelId="{7AFB3524-B38A-4386-9FA1-8416C65439B8}" type="presParOf" srcId="{428B7E20-0A6E-459C-98A8-1FF30FD0E2C7}" destId="{16D85A7A-9A4F-446C-A429-134F8E266339}" srcOrd="0" destOrd="0" presId="urn:microsoft.com/office/officeart/2008/layout/LinedList"/>
    <dgm:cxn modelId="{343EDDD0-CBF7-41D8-9945-87DF36638700}" type="presParOf" srcId="{428B7E20-0A6E-459C-98A8-1FF30FD0E2C7}" destId="{B0B293B5-1D17-432A-8FDC-E55AE8EE5586}" srcOrd="1" destOrd="0" presId="urn:microsoft.com/office/officeart/2008/layout/LinedList"/>
    <dgm:cxn modelId="{857954A6-C145-4BBC-BC9C-0822E513A804}" type="presParOf" srcId="{B0B293B5-1D17-432A-8FDC-E55AE8EE5586}" destId="{79281D2E-61AE-453B-98DF-B14B9C8F7939}" srcOrd="0" destOrd="0" presId="urn:microsoft.com/office/officeart/2008/layout/LinedList"/>
    <dgm:cxn modelId="{534AE6F2-608F-44FC-ABE2-CBCBCFA93014}" type="presParOf" srcId="{B0B293B5-1D17-432A-8FDC-E55AE8EE5586}" destId="{64651611-8F30-4910-B1A3-A242DF94FFFD}" srcOrd="1" destOrd="0" presId="urn:microsoft.com/office/officeart/2008/layout/LinedList"/>
    <dgm:cxn modelId="{1106ABD9-8569-4B6F-866D-50A239F62DC5}" type="presParOf" srcId="{428B7E20-0A6E-459C-98A8-1FF30FD0E2C7}" destId="{6B4782D8-F06B-4698-BD0D-0F70B1964276}" srcOrd="2" destOrd="0" presId="urn:microsoft.com/office/officeart/2008/layout/LinedList"/>
    <dgm:cxn modelId="{164A0B58-B8F9-4003-BB83-E474D3E52FC9}" type="presParOf" srcId="{428B7E20-0A6E-459C-98A8-1FF30FD0E2C7}" destId="{4CEFEAFB-023E-4883-BB74-4F3CA3FD186F}" srcOrd="3" destOrd="0" presId="urn:microsoft.com/office/officeart/2008/layout/LinedList"/>
    <dgm:cxn modelId="{832B2C5F-8BF3-4DD9-99AF-C477328888FA}" type="presParOf" srcId="{4CEFEAFB-023E-4883-BB74-4F3CA3FD186F}" destId="{DFF91687-65A1-4632-8967-91B1C42CE309}" srcOrd="0" destOrd="0" presId="urn:microsoft.com/office/officeart/2008/layout/LinedList"/>
    <dgm:cxn modelId="{EF5974BC-85EA-42E1-95E7-7E613D549D65}" type="presParOf" srcId="{4CEFEAFB-023E-4883-BB74-4F3CA3FD186F}" destId="{E3BB6B4B-8A6D-431D-98FE-EA0085E42C9E}" srcOrd="1" destOrd="0" presId="urn:microsoft.com/office/officeart/2008/layout/LinedList"/>
    <dgm:cxn modelId="{41AFB320-FA1C-4ADE-9A7B-763090095BD5}" type="presParOf" srcId="{428B7E20-0A6E-459C-98A8-1FF30FD0E2C7}" destId="{963094FE-6A67-4820-B432-97DD2BA1B3AC}" srcOrd="4" destOrd="0" presId="urn:microsoft.com/office/officeart/2008/layout/LinedList"/>
    <dgm:cxn modelId="{4483B572-0166-47E6-9248-3DBFE0BAB7DC}" type="presParOf" srcId="{428B7E20-0A6E-459C-98A8-1FF30FD0E2C7}" destId="{800998F5-E4C4-4A74-A271-62E830CC04F5}" srcOrd="5" destOrd="0" presId="urn:microsoft.com/office/officeart/2008/layout/LinedList"/>
    <dgm:cxn modelId="{76FFB0B7-1972-469D-A480-226092C05026}" type="presParOf" srcId="{800998F5-E4C4-4A74-A271-62E830CC04F5}" destId="{A6A514BA-0050-4912-B861-1730F54E042A}" srcOrd="0" destOrd="0" presId="urn:microsoft.com/office/officeart/2008/layout/LinedList"/>
    <dgm:cxn modelId="{FFDD1565-1ED2-44B9-A533-A59A7199782F}" type="presParOf" srcId="{800998F5-E4C4-4A74-A271-62E830CC04F5}" destId="{66890B8A-3051-435F-90F1-BE3578950C2E}" srcOrd="1" destOrd="0" presId="urn:microsoft.com/office/officeart/2008/layout/LinedList"/>
    <dgm:cxn modelId="{49CCD01C-CDEA-4020-B8E9-9C83FCC021C7}" type="presParOf" srcId="{428B7E20-0A6E-459C-98A8-1FF30FD0E2C7}" destId="{50B6B99A-3F2C-46FF-B5BC-008DC0A325DE}" srcOrd="6" destOrd="0" presId="urn:microsoft.com/office/officeart/2008/layout/LinedList"/>
    <dgm:cxn modelId="{354CDFB0-7A27-4A45-8784-AF20B2916E69}" type="presParOf" srcId="{428B7E20-0A6E-459C-98A8-1FF30FD0E2C7}" destId="{A311E5ED-E660-4B83-9567-80D0E38F8F69}" srcOrd="7" destOrd="0" presId="urn:microsoft.com/office/officeart/2008/layout/LinedList"/>
    <dgm:cxn modelId="{7703AEC3-3CA8-41FE-97F0-91AECCA7287D}" type="presParOf" srcId="{A311E5ED-E660-4B83-9567-80D0E38F8F69}" destId="{0238049D-FB9A-48AE-B9AA-3DBAAB870B1A}" srcOrd="0" destOrd="0" presId="urn:microsoft.com/office/officeart/2008/layout/LinedList"/>
    <dgm:cxn modelId="{6EFA30DB-2AEC-40F0-994C-D605B3B84F49}" type="presParOf" srcId="{A311E5ED-E660-4B83-9567-80D0E38F8F69}" destId="{9364A181-77A0-4F37-850D-F9617A26F6C9}" srcOrd="1" destOrd="0" presId="urn:microsoft.com/office/officeart/2008/layout/LinedList"/>
    <dgm:cxn modelId="{0D62C549-C01C-426F-B069-ABA80E8D6F80}" type="presParOf" srcId="{428B7E20-0A6E-459C-98A8-1FF30FD0E2C7}" destId="{3E5728F8-86D5-4764-A503-960F85B5F0FC}" srcOrd="8" destOrd="0" presId="urn:microsoft.com/office/officeart/2008/layout/LinedList"/>
    <dgm:cxn modelId="{923A26AE-B0A5-4030-9B61-073E218B781D}" type="presParOf" srcId="{428B7E20-0A6E-459C-98A8-1FF30FD0E2C7}" destId="{C4AA2A4D-9220-4054-A953-FA3085A50C89}" srcOrd="9" destOrd="0" presId="urn:microsoft.com/office/officeart/2008/layout/LinedList"/>
    <dgm:cxn modelId="{5B382A88-08EE-46DC-8549-176B641276C6}" type="presParOf" srcId="{C4AA2A4D-9220-4054-A953-FA3085A50C89}" destId="{3EDA3A02-F917-4AFB-832B-77F69EFEE129}" srcOrd="0" destOrd="0" presId="urn:microsoft.com/office/officeart/2008/layout/LinedList"/>
    <dgm:cxn modelId="{28C36332-C67F-495D-A1DB-E8A201FE2D1E}" type="presParOf" srcId="{C4AA2A4D-9220-4054-A953-FA3085A50C89}" destId="{491A0691-0E91-40FB-B886-2D6818CB3F7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0E28F4E4-6F18-4570-AFF5-B7F4A0B5FB9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B9E4E3C-9E9E-4DD4-A9AE-BCEEDF1E02EC}">
      <dgm:prSet/>
      <dgm:spPr/>
      <dgm:t>
        <a:bodyPr/>
        <a:lstStyle/>
        <a:p>
          <a:r>
            <a:rPr lang="ru-RU" b="0" i="1"/>
            <a:t>«Прийшли іноплемінники на Руську землю, половці многі. А Ізяслав, і Святослав, і Всеволод вийшли супроти них на р. Альту. І коли настала ніч, рушили вони одні проти одних. ...і побігли руські князі, і перемогли половці…»</a:t>
          </a:r>
          <a:endParaRPr lang="uk-UA"/>
        </a:p>
      </dgm:t>
    </dgm:pt>
    <dgm:pt modelId="{C8673208-9588-4EC2-B0DC-C4FA313722A9}" type="parTrans" cxnId="{2E51B210-7C41-439C-8746-EE7E0D43236A}">
      <dgm:prSet/>
      <dgm:spPr/>
      <dgm:t>
        <a:bodyPr/>
        <a:lstStyle/>
        <a:p>
          <a:endParaRPr lang="uk-UA"/>
        </a:p>
      </dgm:t>
    </dgm:pt>
    <dgm:pt modelId="{E80BD334-8778-49A2-BDEF-6FBB8283F94A}" type="sibTrans" cxnId="{2E51B210-7C41-439C-8746-EE7E0D43236A}">
      <dgm:prSet/>
      <dgm:spPr/>
      <dgm:t>
        <a:bodyPr/>
        <a:lstStyle/>
        <a:p>
          <a:endParaRPr lang="uk-UA"/>
        </a:p>
      </dgm:t>
    </dgm:pt>
    <dgm:pt modelId="{142E249E-5C2F-462B-A4D9-ACAE8B56EA64}">
      <dgm:prSet/>
      <dgm:spPr/>
      <dgm:t>
        <a:bodyPr/>
        <a:lstStyle/>
        <a:p>
          <a:r>
            <a:rPr lang="ru-RU" b="0" i="1"/>
            <a:t>«У той же час поїхав був Данило в Угри до короля [Бели], бо він іще не чув про прихід татар на Київ. А коли Батий узяв Київ і почув він про Данила, що той в Уграх є, то рушив сам до [города] Володимира…»</a:t>
          </a:r>
          <a:endParaRPr lang="uk-UA"/>
        </a:p>
      </dgm:t>
    </dgm:pt>
    <dgm:pt modelId="{5DED6C59-C7D8-4E4B-9302-26AFDEDC86BF}" type="parTrans" cxnId="{06890A18-2EF4-422A-AB90-8A2E884ECED0}">
      <dgm:prSet/>
      <dgm:spPr/>
      <dgm:t>
        <a:bodyPr/>
        <a:lstStyle/>
        <a:p>
          <a:endParaRPr lang="uk-UA"/>
        </a:p>
      </dgm:t>
    </dgm:pt>
    <dgm:pt modelId="{89BF5FED-35D9-4E93-9A91-630B51274103}" type="sibTrans" cxnId="{06890A18-2EF4-422A-AB90-8A2E884ECED0}">
      <dgm:prSet/>
      <dgm:spPr/>
      <dgm:t>
        <a:bodyPr/>
        <a:lstStyle/>
        <a:p>
          <a:endParaRPr lang="uk-UA"/>
        </a:p>
      </dgm:t>
    </dgm:pt>
    <dgm:pt modelId="{312B12ED-6494-4A2E-976C-3C04C02A88DB}">
      <dgm:prSet/>
      <dgm:spPr/>
      <dgm:t>
        <a:bodyPr/>
        <a:lstStyle/>
        <a:p>
          <a:r>
            <a:rPr lang="ru-RU" b="0" i="1"/>
            <a:t>«І говорили [половці] руським князям: “Якщо ви не поможете нам, [то] ми нині порубані були, а ви завтра порубані будете…” І вирішили князі: “Лучче б нам зустріти їх на чужій землі, аніж на своїй”…»</a:t>
          </a:r>
          <a:endParaRPr lang="uk-UA"/>
        </a:p>
      </dgm:t>
    </dgm:pt>
    <dgm:pt modelId="{4CBBCBED-B513-4FDC-9894-9D0AF6F51DDF}" type="parTrans" cxnId="{3FAC8BE1-CB37-415A-87A6-96669D11D21C}">
      <dgm:prSet/>
      <dgm:spPr/>
      <dgm:t>
        <a:bodyPr/>
        <a:lstStyle/>
        <a:p>
          <a:endParaRPr lang="uk-UA"/>
        </a:p>
      </dgm:t>
    </dgm:pt>
    <dgm:pt modelId="{1B4EF470-5AC6-401F-9D63-89C8AC1A9C8D}" type="sibTrans" cxnId="{3FAC8BE1-CB37-415A-87A6-96669D11D21C}">
      <dgm:prSet/>
      <dgm:spPr/>
      <dgm:t>
        <a:bodyPr/>
        <a:lstStyle/>
        <a:p>
          <a:endParaRPr lang="uk-UA"/>
        </a:p>
      </dgm:t>
    </dgm:pt>
    <dgm:pt modelId="{C0831BEC-BA76-47EF-AE6C-FB8A1839AFA2}">
      <dgm:prSet/>
      <dgm:spPr/>
      <dgm:t>
        <a:bodyPr/>
        <a:lstStyle/>
        <a:p>
          <a:r>
            <a:rPr lang="ru-RU" b="0" i="1"/>
            <a:t>«Прибули Святополк [Ізяславич], і Володимир [Всеволодович], і Давид Ігоревич, і Василько Ростиславич, і Давид Святославич, і брат його Олег, і зібралися в [городі] Любечі, щоб уладнати мир…»</a:t>
          </a:r>
          <a:endParaRPr lang="uk-UA"/>
        </a:p>
      </dgm:t>
    </dgm:pt>
    <dgm:pt modelId="{5F6FD51C-C315-4672-87F0-0F1B6C958DC4}" type="parTrans" cxnId="{92634166-A9C7-4F3F-ABD5-1BDBFE672BCF}">
      <dgm:prSet/>
      <dgm:spPr/>
      <dgm:t>
        <a:bodyPr/>
        <a:lstStyle/>
        <a:p>
          <a:endParaRPr lang="uk-UA"/>
        </a:p>
      </dgm:t>
    </dgm:pt>
    <dgm:pt modelId="{3B396082-596E-40D1-ABDB-6A3CE3619A58}" type="sibTrans" cxnId="{92634166-A9C7-4F3F-ABD5-1BDBFE672BCF}">
      <dgm:prSet/>
      <dgm:spPr/>
      <dgm:t>
        <a:bodyPr/>
        <a:lstStyle/>
        <a:p>
          <a:endParaRPr lang="uk-UA"/>
        </a:p>
      </dgm:t>
    </dgm:pt>
    <dgm:pt modelId="{4A7F5609-248E-4476-AF7C-211F0F55A5E6}" type="pres">
      <dgm:prSet presAssocID="{0E28F4E4-6F18-4570-AFF5-B7F4A0B5FB9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CE6C3B2-59A1-4778-AD48-306A0BA41F89}" type="pres">
      <dgm:prSet presAssocID="{BB9E4E3C-9E9E-4DD4-A9AE-BCEEDF1E02EC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667E95D-5711-44C6-8A49-FEA77BC28BCE}" type="pres">
      <dgm:prSet presAssocID="{E80BD334-8778-49A2-BDEF-6FBB8283F94A}" presName="spacer" presStyleCnt="0"/>
      <dgm:spPr/>
    </dgm:pt>
    <dgm:pt modelId="{D640E929-95BA-46CB-89C6-505AEB638E0C}" type="pres">
      <dgm:prSet presAssocID="{142E249E-5C2F-462B-A4D9-ACAE8B56EA64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DD806EA-E0F3-4011-AC9C-59C5908677DC}" type="pres">
      <dgm:prSet presAssocID="{89BF5FED-35D9-4E93-9A91-630B51274103}" presName="spacer" presStyleCnt="0"/>
      <dgm:spPr/>
    </dgm:pt>
    <dgm:pt modelId="{EF1A4943-B6B8-428F-AD7F-93FA449FFCD5}" type="pres">
      <dgm:prSet presAssocID="{312B12ED-6494-4A2E-976C-3C04C02A88DB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160583F-6CA7-43F7-B0E6-315C532307A0}" type="pres">
      <dgm:prSet presAssocID="{1B4EF470-5AC6-401F-9D63-89C8AC1A9C8D}" presName="spacer" presStyleCnt="0"/>
      <dgm:spPr/>
    </dgm:pt>
    <dgm:pt modelId="{7DA13DD7-DC77-4EB1-B00E-67009CA829BD}" type="pres">
      <dgm:prSet presAssocID="{C0831BEC-BA76-47EF-AE6C-FB8A1839AFA2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D355883-FAF4-4E1B-B6FE-CECBAC823780}" type="presOf" srcId="{312B12ED-6494-4A2E-976C-3C04C02A88DB}" destId="{EF1A4943-B6B8-428F-AD7F-93FA449FFCD5}" srcOrd="0" destOrd="0" presId="urn:microsoft.com/office/officeart/2005/8/layout/vList2"/>
    <dgm:cxn modelId="{016C38E5-F334-40F0-9D6C-DBA1D8B99D89}" type="presOf" srcId="{142E249E-5C2F-462B-A4D9-ACAE8B56EA64}" destId="{D640E929-95BA-46CB-89C6-505AEB638E0C}" srcOrd="0" destOrd="0" presId="urn:microsoft.com/office/officeart/2005/8/layout/vList2"/>
    <dgm:cxn modelId="{06890A18-2EF4-422A-AB90-8A2E884ECED0}" srcId="{0E28F4E4-6F18-4570-AFF5-B7F4A0B5FB90}" destId="{142E249E-5C2F-462B-A4D9-ACAE8B56EA64}" srcOrd="1" destOrd="0" parTransId="{5DED6C59-C7D8-4E4B-9302-26AFDEDC86BF}" sibTransId="{89BF5FED-35D9-4E93-9A91-630B51274103}"/>
    <dgm:cxn modelId="{92634166-A9C7-4F3F-ABD5-1BDBFE672BCF}" srcId="{0E28F4E4-6F18-4570-AFF5-B7F4A0B5FB90}" destId="{C0831BEC-BA76-47EF-AE6C-FB8A1839AFA2}" srcOrd="3" destOrd="0" parTransId="{5F6FD51C-C315-4672-87F0-0F1B6C958DC4}" sibTransId="{3B396082-596E-40D1-ABDB-6A3CE3619A58}"/>
    <dgm:cxn modelId="{2E51B210-7C41-439C-8746-EE7E0D43236A}" srcId="{0E28F4E4-6F18-4570-AFF5-B7F4A0B5FB90}" destId="{BB9E4E3C-9E9E-4DD4-A9AE-BCEEDF1E02EC}" srcOrd="0" destOrd="0" parTransId="{C8673208-9588-4EC2-B0DC-C4FA313722A9}" sibTransId="{E80BD334-8778-49A2-BDEF-6FBB8283F94A}"/>
    <dgm:cxn modelId="{EC71C231-D38F-483D-AA9E-03D8C1C09708}" type="presOf" srcId="{C0831BEC-BA76-47EF-AE6C-FB8A1839AFA2}" destId="{7DA13DD7-DC77-4EB1-B00E-67009CA829BD}" srcOrd="0" destOrd="0" presId="urn:microsoft.com/office/officeart/2005/8/layout/vList2"/>
    <dgm:cxn modelId="{6B0A0D7D-E16D-4192-9373-DBCCE065AA87}" type="presOf" srcId="{0E28F4E4-6F18-4570-AFF5-B7F4A0B5FB90}" destId="{4A7F5609-248E-4476-AF7C-211F0F55A5E6}" srcOrd="0" destOrd="0" presId="urn:microsoft.com/office/officeart/2005/8/layout/vList2"/>
    <dgm:cxn modelId="{3FAC8BE1-CB37-415A-87A6-96669D11D21C}" srcId="{0E28F4E4-6F18-4570-AFF5-B7F4A0B5FB90}" destId="{312B12ED-6494-4A2E-976C-3C04C02A88DB}" srcOrd="2" destOrd="0" parTransId="{4CBBCBED-B513-4FDC-9894-9D0AF6F51DDF}" sibTransId="{1B4EF470-5AC6-401F-9D63-89C8AC1A9C8D}"/>
    <dgm:cxn modelId="{DA73D6B2-09AF-45A5-93B7-0806EFCFF18B}" type="presOf" srcId="{BB9E4E3C-9E9E-4DD4-A9AE-BCEEDF1E02EC}" destId="{DCE6C3B2-59A1-4778-AD48-306A0BA41F89}" srcOrd="0" destOrd="0" presId="urn:microsoft.com/office/officeart/2005/8/layout/vList2"/>
    <dgm:cxn modelId="{FAC86A8F-8DF9-459F-9C22-EE4AE16E2205}" type="presParOf" srcId="{4A7F5609-248E-4476-AF7C-211F0F55A5E6}" destId="{DCE6C3B2-59A1-4778-AD48-306A0BA41F89}" srcOrd="0" destOrd="0" presId="urn:microsoft.com/office/officeart/2005/8/layout/vList2"/>
    <dgm:cxn modelId="{A475146A-9A91-4FA7-95D3-EDAC3A93D4BE}" type="presParOf" srcId="{4A7F5609-248E-4476-AF7C-211F0F55A5E6}" destId="{0667E95D-5711-44C6-8A49-FEA77BC28BCE}" srcOrd="1" destOrd="0" presId="urn:microsoft.com/office/officeart/2005/8/layout/vList2"/>
    <dgm:cxn modelId="{95D6B305-2A2F-46C7-A4E8-E40AE604A9A6}" type="presParOf" srcId="{4A7F5609-248E-4476-AF7C-211F0F55A5E6}" destId="{D640E929-95BA-46CB-89C6-505AEB638E0C}" srcOrd="2" destOrd="0" presId="urn:microsoft.com/office/officeart/2005/8/layout/vList2"/>
    <dgm:cxn modelId="{704D122F-9A7F-4927-A4AC-FDAF06FB621B}" type="presParOf" srcId="{4A7F5609-248E-4476-AF7C-211F0F55A5E6}" destId="{7DD806EA-E0F3-4011-AC9C-59C5908677DC}" srcOrd="3" destOrd="0" presId="urn:microsoft.com/office/officeart/2005/8/layout/vList2"/>
    <dgm:cxn modelId="{F39C87FB-F27D-44CB-81EA-15A8F2EA065C}" type="presParOf" srcId="{4A7F5609-248E-4476-AF7C-211F0F55A5E6}" destId="{EF1A4943-B6B8-428F-AD7F-93FA449FFCD5}" srcOrd="4" destOrd="0" presId="urn:microsoft.com/office/officeart/2005/8/layout/vList2"/>
    <dgm:cxn modelId="{01252986-F60C-4569-8BA2-A215CA56C13F}" type="presParOf" srcId="{4A7F5609-248E-4476-AF7C-211F0F55A5E6}" destId="{9160583F-6CA7-43F7-B0E6-315C532307A0}" srcOrd="5" destOrd="0" presId="urn:microsoft.com/office/officeart/2005/8/layout/vList2"/>
    <dgm:cxn modelId="{633ABEEE-2C37-4788-BE42-5BF66D66BC28}" type="presParOf" srcId="{4A7F5609-248E-4476-AF7C-211F0F55A5E6}" destId="{7DA13DD7-DC77-4EB1-B00E-67009CA829B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A2C330DD-35CB-4C25-B905-7D754031E64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1B03E2B-296E-443F-901C-B3F8DF73ED27}">
      <dgm:prSet/>
      <dgm:spPr/>
      <dgm:t>
        <a:bodyPr/>
        <a:lstStyle/>
        <a:p>
          <a:r>
            <a:rPr lang="uk-UA" b="0" i="0"/>
            <a:t>початок Євромайдану</a:t>
          </a:r>
          <a:endParaRPr lang="uk-UA"/>
        </a:p>
      </dgm:t>
    </dgm:pt>
    <dgm:pt modelId="{AA7E0653-E86F-431B-828A-CF587B94737E}" type="parTrans" cxnId="{E7940E64-BB6C-465C-99B9-4932C60BFAA1}">
      <dgm:prSet/>
      <dgm:spPr/>
      <dgm:t>
        <a:bodyPr/>
        <a:lstStyle/>
        <a:p>
          <a:endParaRPr lang="uk-UA"/>
        </a:p>
      </dgm:t>
    </dgm:pt>
    <dgm:pt modelId="{02A910D1-0BB7-47CF-BFE5-61B43F7FB7F7}" type="sibTrans" cxnId="{E7940E64-BB6C-465C-99B9-4932C60BFAA1}">
      <dgm:prSet/>
      <dgm:spPr/>
      <dgm:t>
        <a:bodyPr/>
        <a:lstStyle/>
        <a:p>
          <a:endParaRPr lang="uk-UA"/>
        </a:p>
      </dgm:t>
    </dgm:pt>
    <dgm:pt modelId="{AFCCC8A5-847A-49DE-ABE3-BB8AF37DA31C}">
      <dgm:prSet/>
      <dgm:spPr/>
      <dgm:t>
        <a:bodyPr/>
        <a:lstStyle/>
        <a:p>
          <a:r>
            <a:rPr lang="uk-UA" b="0" i="0"/>
            <a:t>вступ України до Світової організації торгівлі (СОТ)</a:t>
          </a:r>
          <a:endParaRPr lang="uk-UA"/>
        </a:p>
      </dgm:t>
    </dgm:pt>
    <dgm:pt modelId="{47F9A9A7-6360-4818-B09B-BCC268878D17}" type="parTrans" cxnId="{FAAD1817-64B9-4D3A-B784-44E0D1B8710B}">
      <dgm:prSet/>
      <dgm:spPr/>
      <dgm:t>
        <a:bodyPr/>
        <a:lstStyle/>
        <a:p>
          <a:endParaRPr lang="uk-UA"/>
        </a:p>
      </dgm:t>
    </dgm:pt>
    <dgm:pt modelId="{E1065098-ECDD-493D-9DD0-445DD64B7C20}" type="sibTrans" cxnId="{FAAD1817-64B9-4D3A-B784-44E0D1B8710B}">
      <dgm:prSet/>
      <dgm:spPr/>
      <dgm:t>
        <a:bodyPr/>
        <a:lstStyle/>
        <a:p>
          <a:endParaRPr lang="uk-UA"/>
        </a:p>
      </dgm:t>
    </dgm:pt>
    <dgm:pt modelId="{DD8F304D-8646-44A6-8E51-6AE4E1CD2231}">
      <dgm:prSet/>
      <dgm:spPr/>
      <dgm:t>
        <a:bodyPr/>
        <a:lstStyle/>
        <a:p>
          <a:r>
            <a:rPr lang="uk-UA" b="0" i="0"/>
            <a:t>укладення Мінських домовленостей</a:t>
          </a:r>
          <a:endParaRPr lang="uk-UA"/>
        </a:p>
      </dgm:t>
    </dgm:pt>
    <dgm:pt modelId="{84EFE188-2A0B-4D5D-8C74-0F5AEB3A52C8}" type="parTrans" cxnId="{3CDB290F-D989-4D3C-A735-66C675DF4CD2}">
      <dgm:prSet/>
      <dgm:spPr/>
      <dgm:t>
        <a:bodyPr/>
        <a:lstStyle/>
        <a:p>
          <a:endParaRPr lang="uk-UA"/>
        </a:p>
      </dgm:t>
    </dgm:pt>
    <dgm:pt modelId="{68314E1C-B10C-48AF-A2E1-F16FECEA025F}" type="sibTrans" cxnId="{3CDB290F-D989-4D3C-A735-66C675DF4CD2}">
      <dgm:prSet/>
      <dgm:spPr/>
      <dgm:t>
        <a:bodyPr/>
        <a:lstStyle/>
        <a:p>
          <a:endParaRPr lang="uk-UA"/>
        </a:p>
      </dgm:t>
    </dgm:pt>
    <dgm:pt modelId="{82E2D11A-347D-484E-8E29-0004CB3A6A5E}">
      <dgm:prSet/>
      <dgm:spPr/>
      <dgm:t>
        <a:bodyPr/>
        <a:lstStyle/>
        <a:p>
          <a:r>
            <a:rPr lang="uk-UA" b="0" i="0"/>
            <a:t>підписання Україною Угоди про асоціацію з Європейським Союзом (ЄС)</a:t>
          </a:r>
          <a:endParaRPr lang="uk-UA"/>
        </a:p>
      </dgm:t>
    </dgm:pt>
    <dgm:pt modelId="{800B91D0-AF47-42BF-BAF3-566B49259ACB}" type="parTrans" cxnId="{F3A8E1CD-A384-4F3A-895A-8A80EE680620}">
      <dgm:prSet/>
      <dgm:spPr/>
      <dgm:t>
        <a:bodyPr/>
        <a:lstStyle/>
        <a:p>
          <a:endParaRPr lang="uk-UA"/>
        </a:p>
      </dgm:t>
    </dgm:pt>
    <dgm:pt modelId="{947A8FC6-C23E-451A-8CA4-E87450D32C03}" type="sibTrans" cxnId="{F3A8E1CD-A384-4F3A-895A-8A80EE680620}">
      <dgm:prSet/>
      <dgm:spPr/>
      <dgm:t>
        <a:bodyPr/>
        <a:lstStyle/>
        <a:p>
          <a:endParaRPr lang="uk-UA"/>
        </a:p>
      </dgm:t>
    </dgm:pt>
    <dgm:pt modelId="{1F39A25A-6951-4BE9-B8E0-FD7E759EB982}" type="pres">
      <dgm:prSet presAssocID="{A2C330DD-35CB-4C25-B905-7D754031E64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098B2F6-73DE-41FE-8440-70F75FD0ED59}" type="pres">
      <dgm:prSet presAssocID="{B1B03E2B-296E-443F-901C-B3F8DF73ED27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24671FC-EE8B-44A4-AFA5-38391A423262}" type="pres">
      <dgm:prSet presAssocID="{02A910D1-0BB7-47CF-BFE5-61B43F7FB7F7}" presName="spacer" presStyleCnt="0"/>
      <dgm:spPr/>
    </dgm:pt>
    <dgm:pt modelId="{1DFCD022-07DD-498F-A65F-6AB502BCB659}" type="pres">
      <dgm:prSet presAssocID="{AFCCC8A5-847A-49DE-ABE3-BB8AF37DA31C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319E255-8384-481A-964D-8F27322E34E4}" type="pres">
      <dgm:prSet presAssocID="{E1065098-ECDD-493D-9DD0-445DD64B7C20}" presName="spacer" presStyleCnt="0"/>
      <dgm:spPr/>
    </dgm:pt>
    <dgm:pt modelId="{E061B819-A847-41AA-9258-3EE8A3B69825}" type="pres">
      <dgm:prSet presAssocID="{DD8F304D-8646-44A6-8E51-6AE4E1CD2231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72DFE5A-32C2-4728-9D6E-C466353EBD87}" type="pres">
      <dgm:prSet presAssocID="{68314E1C-B10C-48AF-A2E1-F16FECEA025F}" presName="spacer" presStyleCnt="0"/>
      <dgm:spPr/>
    </dgm:pt>
    <dgm:pt modelId="{8ED6A031-28B9-47CD-A772-6B212F55F832}" type="pres">
      <dgm:prSet presAssocID="{82E2D11A-347D-484E-8E29-0004CB3A6A5E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AAD1817-64B9-4D3A-B784-44E0D1B8710B}" srcId="{A2C330DD-35CB-4C25-B905-7D754031E64D}" destId="{AFCCC8A5-847A-49DE-ABE3-BB8AF37DA31C}" srcOrd="1" destOrd="0" parTransId="{47F9A9A7-6360-4818-B09B-BCC268878D17}" sibTransId="{E1065098-ECDD-493D-9DD0-445DD64B7C20}"/>
    <dgm:cxn modelId="{8EC8C82C-C6D2-4B0B-9E1A-AE63B6697067}" type="presOf" srcId="{B1B03E2B-296E-443F-901C-B3F8DF73ED27}" destId="{4098B2F6-73DE-41FE-8440-70F75FD0ED59}" srcOrd="0" destOrd="0" presId="urn:microsoft.com/office/officeart/2005/8/layout/vList2"/>
    <dgm:cxn modelId="{3CDB290F-D989-4D3C-A735-66C675DF4CD2}" srcId="{A2C330DD-35CB-4C25-B905-7D754031E64D}" destId="{DD8F304D-8646-44A6-8E51-6AE4E1CD2231}" srcOrd="2" destOrd="0" parTransId="{84EFE188-2A0B-4D5D-8C74-0F5AEB3A52C8}" sibTransId="{68314E1C-B10C-48AF-A2E1-F16FECEA025F}"/>
    <dgm:cxn modelId="{635BBC0A-70A9-4242-96CE-D65742E28655}" type="presOf" srcId="{DD8F304D-8646-44A6-8E51-6AE4E1CD2231}" destId="{E061B819-A847-41AA-9258-3EE8A3B69825}" srcOrd="0" destOrd="0" presId="urn:microsoft.com/office/officeart/2005/8/layout/vList2"/>
    <dgm:cxn modelId="{3DD2957B-66ED-45E1-AAD1-0E3DCC7D1924}" type="presOf" srcId="{AFCCC8A5-847A-49DE-ABE3-BB8AF37DA31C}" destId="{1DFCD022-07DD-498F-A65F-6AB502BCB659}" srcOrd="0" destOrd="0" presId="urn:microsoft.com/office/officeart/2005/8/layout/vList2"/>
    <dgm:cxn modelId="{F3A8E1CD-A384-4F3A-895A-8A80EE680620}" srcId="{A2C330DD-35CB-4C25-B905-7D754031E64D}" destId="{82E2D11A-347D-484E-8E29-0004CB3A6A5E}" srcOrd="3" destOrd="0" parTransId="{800B91D0-AF47-42BF-BAF3-566B49259ACB}" sibTransId="{947A8FC6-C23E-451A-8CA4-E87450D32C03}"/>
    <dgm:cxn modelId="{99890E0F-B0D2-4CAA-AC1F-0E7B391C6C80}" type="presOf" srcId="{A2C330DD-35CB-4C25-B905-7D754031E64D}" destId="{1F39A25A-6951-4BE9-B8E0-FD7E759EB982}" srcOrd="0" destOrd="0" presId="urn:microsoft.com/office/officeart/2005/8/layout/vList2"/>
    <dgm:cxn modelId="{AAF9EDC6-36A3-47D9-A5B8-337B88FF5374}" type="presOf" srcId="{82E2D11A-347D-484E-8E29-0004CB3A6A5E}" destId="{8ED6A031-28B9-47CD-A772-6B212F55F832}" srcOrd="0" destOrd="0" presId="urn:microsoft.com/office/officeart/2005/8/layout/vList2"/>
    <dgm:cxn modelId="{E7940E64-BB6C-465C-99B9-4932C60BFAA1}" srcId="{A2C330DD-35CB-4C25-B905-7D754031E64D}" destId="{B1B03E2B-296E-443F-901C-B3F8DF73ED27}" srcOrd="0" destOrd="0" parTransId="{AA7E0653-E86F-431B-828A-CF587B94737E}" sibTransId="{02A910D1-0BB7-47CF-BFE5-61B43F7FB7F7}"/>
    <dgm:cxn modelId="{96C2EA9D-0B57-4D0B-9053-FBD3E788634D}" type="presParOf" srcId="{1F39A25A-6951-4BE9-B8E0-FD7E759EB982}" destId="{4098B2F6-73DE-41FE-8440-70F75FD0ED59}" srcOrd="0" destOrd="0" presId="urn:microsoft.com/office/officeart/2005/8/layout/vList2"/>
    <dgm:cxn modelId="{4ABA7C32-0FF5-4D48-BB3A-0BBA8653CE90}" type="presParOf" srcId="{1F39A25A-6951-4BE9-B8E0-FD7E759EB982}" destId="{A24671FC-EE8B-44A4-AFA5-38391A423262}" srcOrd="1" destOrd="0" presId="urn:microsoft.com/office/officeart/2005/8/layout/vList2"/>
    <dgm:cxn modelId="{C108E7A4-9CDC-43F8-A0BD-E5E2A33BED29}" type="presParOf" srcId="{1F39A25A-6951-4BE9-B8E0-FD7E759EB982}" destId="{1DFCD022-07DD-498F-A65F-6AB502BCB659}" srcOrd="2" destOrd="0" presId="urn:microsoft.com/office/officeart/2005/8/layout/vList2"/>
    <dgm:cxn modelId="{29D2CC2E-CC17-4A5F-A1AC-B38C952AAF0D}" type="presParOf" srcId="{1F39A25A-6951-4BE9-B8E0-FD7E759EB982}" destId="{4319E255-8384-481A-964D-8F27322E34E4}" srcOrd="3" destOrd="0" presId="urn:microsoft.com/office/officeart/2005/8/layout/vList2"/>
    <dgm:cxn modelId="{6B265A1D-1828-4910-A029-1DD5FC2DADEB}" type="presParOf" srcId="{1F39A25A-6951-4BE9-B8E0-FD7E759EB982}" destId="{E061B819-A847-41AA-9258-3EE8A3B69825}" srcOrd="4" destOrd="0" presId="urn:microsoft.com/office/officeart/2005/8/layout/vList2"/>
    <dgm:cxn modelId="{9E8CE2BE-EFA1-4BC5-97A1-D56D06732D99}" type="presParOf" srcId="{1F39A25A-6951-4BE9-B8E0-FD7E759EB982}" destId="{072DFE5A-32C2-4728-9D6E-C466353EBD87}" srcOrd="5" destOrd="0" presId="urn:microsoft.com/office/officeart/2005/8/layout/vList2"/>
    <dgm:cxn modelId="{110485E1-EACE-40BC-9750-D533A35A9EEC}" type="presParOf" srcId="{1F39A25A-6951-4BE9-B8E0-FD7E759EB982}" destId="{8ED6A031-28B9-47CD-A772-6B212F55F83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60BD1CBC-78BA-4EC8-B250-94E76AF631C9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3389882-908D-4FBA-BE7D-C25FE0D0587A}">
      <dgm:prSet/>
      <dgm:spPr/>
      <dgm:t>
        <a:bodyPr/>
        <a:lstStyle/>
        <a:p>
          <a:r>
            <a:rPr lang="uk-UA" b="0" i="0"/>
            <a:t>дозвіл короля на залучення ханом «для допомоги» Війська Запорозького</a:t>
          </a:r>
          <a:endParaRPr lang="uk-UA"/>
        </a:p>
      </dgm:t>
    </dgm:pt>
    <dgm:pt modelId="{8C6A40B2-11C7-449C-A2D0-72A726B6A05E}" type="parTrans" cxnId="{90BFA89E-5F6D-4269-9BF7-EF8F72877340}">
      <dgm:prSet/>
      <dgm:spPr/>
      <dgm:t>
        <a:bodyPr/>
        <a:lstStyle/>
        <a:p>
          <a:endParaRPr lang="uk-UA"/>
        </a:p>
      </dgm:t>
    </dgm:pt>
    <dgm:pt modelId="{9A6BFF6F-FDE7-46ED-866E-ECBCC885782C}" type="sibTrans" cxnId="{90BFA89E-5F6D-4269-9BF7-EF8F72877340}">
      <dgm:prSet/>
      <dgm:spPr/>
      <dgm:t>
        <a:bodyPr/>
        <a:lstStyle/>
        <a:p>
          <a:endParaRPr lang="uk-UA"/>
        </a:p>
      </dgm:t>
    </dgm:pt>
    <dgm:pt modelId="{112CE160-5384-4039-BD4D-7D795AD48465}">
      <dgm:prSet/>
      <dgm:spPr/>
      <dgm:t>
        <a:bodyPr/>
        <a:lstStyle/>
        <a:p>
          <a:r>
            <a:rPr lang="uk-UA" b="0" i="0"/>
            <a:t>отримання шляхтою дозволу повернутися до своїх маєтків, зокрема до розміщених на козацьких територіях</a:t>
          </a:r>
          <a:endParaRPr lang="uk-UA"/>
        </a:p>
      </dgm:t>
    </dgm:pt>
    <dgm:pt modelId="{B497B292-022A-4B06-8876-87A57ADDC9DE}" type="parTrans" cxnId="{1978D044-E175-4AF6-B56D-D0994716AF2A}">
      <dgm:prSet/>
      <dgm:spPr/>
      <dgm:t>
        <a:bodyPr/>
        <a:lstStyle/>
        <a:p>
          <a:endParaRPr lang="uk-UA"/>
        </a:p>
      </dgm:t>
    </dgm:pt>
    <dgm:pt modelId="{A57B02F9-1EAE-4B63-81F2-3D5CF04BB123}" type="sibTrans" cxnId="{1978D044-E175-4AF6-B56D-D0994716AF2A}">
      <dgm:prSet/>
      <dgm:spPr/>
      <dgm:t>
        <a:bodyPr/>
        <a:lstStyle/>
        <a:p>
          <a:endParaRPr lang="uk-UA"/>
        </a:p>
      </dgm:t>
    </dgm:pt>
    <dgm:pt modelId="{7D82738D-1919-4D3D-B184-6CFEADF052D8}">
      <dgm:prSet/>
      <dgm:spPr/>
      <dgm:t>
        <a:bodyPr/>
        <a:lstStyle/>
        <a:p>
          <a:r>
            <a:rPr lang="uk-UA" b="0" i="0"/>
            <a:t>виплата Гетьманщиною певної суми коштів до московської скарбниці</a:t>
          </a:r>
          <a:endParaRPr lang="uk-UA"/>
        </a:p>
      </dgm:t>
    </dgm:pt>
    <dgm:pt modelId="{70978FBF-629B-4C03-B1FD-996B971E9D83}" type="parTrans" cxnId="{B3B03203-BE5B-416C-92CA-82FC5B16F0BE}">
      <dgm:prSet/>
      <dgm:spPr/>
      <dgm:t>
        <a:bodyPr/>
        <a:lstStyle/>
        <a:p>
          <a:endParaRPr lang="uk-UA"/>
        </a:p>
      </dgm:t>
    </dgm:pt>
    <dgm:pt modelId="{C24C2F0C-E348-4022-BFDD-089771BB31FF}" type="sibTrans" cxnId="{B3B03203-BE5B-416C-92CA-82FC5B16F0BE}">
      <dgm:prSet/>
      <dgm:spPr/>
      <dgm:t>
        <a:bodyPr/>
        <a:lstStyle/>
        <a:p>
          <a:endParaRPr lang="uk-UA"/>
        </a:p>
      </dgm:t>
    </dgm:pt>
    <dgm:pt modelId="{02994491-8A9C-4F98-8B55-120C71DBEE9C}" type="pres">
      <dgm:prSet presAssocID="{60BD1CBC-78BA-4EC8-B250-94E76AF631C9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A82819A-D105-407B-81F3-9BC8B3D599BB}" type="pres">
      <dgm:prSet presAssocID="{33389882-908D-4FBA-BE7D-C25FE0D0587A}" presName="composite" presStyleCnt="0"/>
      <dgm:spPr/>
    </dgm:pt>
    <dgm:pt modelId="{110712C1-E09C-47CD-812E-107C0799D133}" type="pres">
      <dgm:prSet presAssocID="{33389882-908D-4FBA-BE7D-C25FE0D0587A}" presName="imgShp" presStyleLbl="fgImgPlace1" presStyleIdx="0" presStyleCnt="3"/>
      <dgm:spPr/>
    </dgm:pt>
    <dgm:pt modelId="{0D76C8EF-C9C9-4442-8A67-C54FEF132FBB}" type="pres">
      <dgm:prSet presAssocID="{33389882-908D-4FBA-BE7D-C25FE0D0587A}" presName="txShp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A63B452-6164-4996-8BED-54F1341830FF}" type="pres">
      <dgm:prSet presAssocID="{9A6BFF6F-FDE7-46ED-866E-ECBCC885782C}" presName="spacing" presStyleCnt="0"/>
      <dgm:spPr/>
    </dgm:pt>
    <dgm:pt modelId="{35447019-1827-42D1-A88D-CAD6DAA282C7}" type="pres">
      <dgm:prSet presAssocID="{112CE160-5384-4039-BD4D-7D795AD48465}" presName="composite" presStyleCnt="0"/>
      <dgm:spPr/>
    </dgm:pt>
    <dgm:pt modelId="{340E5FC1-1E32-4B24-AB60-F06D17CEDBAA}" type="pres">
      <dgm:prSet presAssocID="{112CE160-5384-4039-BD4D-7D795AD48465}" presName="imgShp" presStyleLbl="fgImgPlace1" presStyleIdx="1" presStyleCnt="3"/>
      <dgm:spPr/>
    </dgm:pt>
    <dgm:pt modelId="{4A81B743-258B-41B0-BCE3-F66618934310}" type="pres">
      <dgm:prSet presAssocID="{112CE160-5384-4039-BD4D-7D795AD48465}" presName="txShp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D3FB791-D3E0-4725-9E51-270E52A14C61}" type="pres">
      <dgm:prSet presAssocID="{A57B02F9-1EAE-4B63-81F2-3D5CF04BB123}" presName="spacing" presStyleCnt="0"/>
      <dgm:spPr/>
    </dgm:pt>
    <dgm:pt modelId="{79DEF2E3-5A27-4B0F-BF58-14E287AAAAC6}" type="pres">
      <dgm:prSet presAssocID="{7D82738D-1919-4D3D-B184-6CFEADF052D8}" presName="composite" presStyleCnt="0"/>
      <dgm:spPr/>
    </dgm:pt>
    <dgm:pt modelId="{842A6134-0D7B-436C-BAEB-E29DE2EF1888}" type="pres">
      <dgm:prSet presAssocID="{7D82738D-1919-4D3D-B184-6CFEADF052D8}" presName="imgShp" presStyleLbl="fgImgPlace1" presStyleIdx="2" presStyleCnt="3"/>
      <dgm:spPr/>
    </dgm:pt>
    <dgm:pt modelId="{0235CAA2-50C8-4AF5-B442-C6DE1CE3EF3F}" type="pres">
      <dgm:prSet presAssocID="{7D82738D-1919-4D3D-B184-6CFEADF052D8}" presName="txShp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413BF2A-39C7-48D5-B7E5-58A99F142D8B}" type="presOf" srcId="{33389882-908D-4FBA-BE7D-C25FE0D0587A}" destId="{0D76C8EF-C9C9-4442-8A67-C54FEF132FBB}" srcOrd="0" destOrd="0" presId="urn:microsoft.com/office/officeart/2005/8/layout/vList3"/>
    <dgm:cxn modelId="{1978D044-E175-4AF6-B56D-D0994716AF2A}" srcId="{60BD1CBC-78BA-4EC8-B250-94E76AF631C9}" destId="{112CE160-5384-4039-BD4D-7D795AD48465}" srcOrd="1" destOrd="0" parTransId="{B497B292-022A-4B06-8876-87A57ADDC9DE}" sibTransId="{A57B02F9-1EAE-4B63-81F2-3D5CF04BB123}"/>
    <dgm:cxn modelId="{90BFA89E-5F6D-4269-9BF7-EF8F72877340}" srcId="{60BD1CBC-78BA-4EC8-B250-94E76AF631C9}" destId="{33389882-908D-4FBA-BE7D-C25FE0D0587A}" srcOrd="0" destOrd="0" parTransId="{8C6A40B2-11C7-449C-A2D0-72A726B6A05E}" sibTransId="{9A6BFF6F-FDE7-46ED-866E-ECBCC885782C}"/>
    <dgm:cxn modelId="{B3B03203-BE5B-416C-92CA-82FC5B16F0BE}" srcId="{60BD1CBC-78BA-4EC8-B250-94E76AF631C9}" destId="{7D82738D-1919-4D3D-B184-6CFEADF052D8}" srcOrd="2" destOrd="0" parTransId="{70978FBF-629B-4C03-B1FD-996B971E9D83}" sibTransId="{C24C2F0C-E348-4022-BFDD-089771BB31FF}"/>
    <dgm:cxn modelId="{0188F24B-D05A-419E-9277-B36F18558D13}" type="presOf" srcId="{7D82738D-1919-4D3D-B184-6CFEADF052D8}" destId="{0235CAA2-50C8-4AF5-B442-C6DE1CE3EF3F}" srcOrd="0" destOrd="0" presId="urn:microsoft.com/office/officeart/2005/8/layout/vList3"/>
    <dgm:cxn modelId="{8B512256-C67E-4826-A80A-FCD4CD513365}" type="presOf" srcId="{112CE160-5384-4039-BD4D-7D795AD48465}" destId="{4A81B743-258B-41B0-BCE3-F66618934310}" srcOrd="0" destOrd="0" presId="urn:microsoft.com/office/officeart/2005/8/layout/vList3"/>
    <dgm:cxn modelId="{E7E91F92-6CB4-4707-BD7C-6BF499807FCE}" type="presOf" srcId="{60BD1CBC-78BA-4EC8-B250-94E76AF631C9}" destId="{02994491-8A9C-4F98-8B55-120C71DBEE9C}" srcOrd="0" destOrd="0" presId="urn:microsoft.com/office/officeart/2005/8/layout/vList3"/>
    <dgm:cxn modelId="{8C73D42E-E809-4E8E-A991-4FBD6664C569}" type="presParOf" srcId="{02994491-8A9C-4F98-8B55-120C71DBEE9C}" destId="{7A82819A-D105-407B-81F3-9BC8B3D599BB}" srcOrd="0" destOrd="0" presId="urn:microsoft.com/office/officeart/2005/8/layout/vList3"/>
    <dgm:cxn modelId="{8FD3FB54-6361-4E04-BA8D-F09A5312C017}" type="presParOf" srcId="{7A82819A-D105-407B-81F3-9BC8B3D599BB}" destId="{110712C1-E09C-47CD-812E-107C0799D133}" srcOrd="0" destOrd="0" presId="urn:microsoft.com/office/officeart/2005/8/layout/vList3"/>
    <dgm:cxn modelId="{19F321AB-BBEE-4588-81A8-1FDACD4DE693}" type="presParOf" srcId="{7A82819A-D105-407B-81F3-9BC8B3D599BB}" destId="{0D76C8EF-C9C9-4442-8A67-C54FEF132FBB}" srcOrd="1" destOrd="0" presId="urn:microsoft.com/office/officeart/2005/8/layout/vList3"/>
    <dgm:cxn modelId="{0517A88C-BFC7-48B1-A276-4C9E44285F57}" type="presParOf" srcId="{02994491-8A9C-4F98-8B55-120C71DBEE9C}" destId="{EA63B452-6164-4996-8BED-54F1341830FF}" srcOrd="1" destOrd="0" presId="urn:microsoft.com/office/officeart/2005/8/layout/vList3"/>
    <dgm:cxn modelId="{C3EC707D-E818-4FB3-A8B0-F7B71740C11E}" type="presParOf" srcId="{02994491-8A9C-4F98-8B55-120C71DBEE9C}" destId="{35447019-1827-42D1-A88D-CAD6DAA282C7}" srcOrd="2" destOrd="0" presId="urn:microsoft.com/office/officeart/2005/8/layout/vList3"/>
    <dgm:cxn modelId="{778B3678-B88F-441D-B363-CB5C4304C14D}" type="presParOf" srcId="{35447019-1827-42D1-A88D-CAD6DAA282C7}" destId="{340E5FC1-1E32-4B24-AB60-F06D17CEDBAA}" srcOrd="0" destOrd="0" presId="urn:microsoft.com/office/officeart/2005/8/layout/vList3"/>
    <dgm:cxn modelId="{B0BD9860-059B-4022-92E9-4E36E353A4BF}" type="presParOf" srcId="{35447019-1827-42D1-A88D-CAD6DAA282C7}" destId="{4A81B743-258B-41B0-BCE3-F66618934310}" srcOrd="1" destOrd="0" presId="urn:microsoft.com/office/officeart/2005/8/layout/vList3"/>
    <dgm:cxn modelId="{070D4841-605F-43D7-8652-317C3514E28B}" type="presParOf" srcId="{02994491-8A9C-4F98-8B55-120C71DBEE9C}" destId="{2D3FB791-D3E0-4725-9E51-270E52A14C61}" srcOrd="3" destOrd="0" presId="urn:microsoft.com/office/officeart/2005/8/layout/vList3"/>
    <dgm:cxn modelId="{1981EB2B-232F-4A2F-81DE-DB92F30EBD31}" type="presParOf" srcId="{02994491-8A9C-4F98-8B55-120C71DBEE9C}" destId="{79DEF2E3-5A27-4B0F-BF58-14E287AAAAC6}" srcOrd="4" destOrd="0" presId="urn:microsoft.com/office/officeart/2005/8/layout/vList3"/>
    <dgm:cxn modelId="{2C06FB0E-20E5-4CE4-AAF2-5A04A362CE88}" type="presParOf" srcId="{79DEF2E3-5A27-4B0F-BF58-14E287AAAAC6}" destId="{842A6134-0D7B-436C-BAEB-E29DE2EF1888}" srcOrd="0" destOrd="0" presId="urn:microsoft.com/office/officeart/2005/8/layout/vList3"/>
    <dgm:cxn modelId="{E2625CF2-CF80-4E48-95E1-C4C2A8006AD7}" type="presParOf" srcId="{79DEF2E3-5A27-4B0F-BF58-14E287AAAAC6}" destId="{0235CAA2-50C8-4AF5-B442-C6DE1CE3EF3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AFB229EF-BD24-4614-B59B-3C2820C4B460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7F3B196-5F3D-49C4-8116-12DCE5436D61}">
      <dgm:prSet/>
      <dgm:spPr/>
      <dgm:t>
        <a:bodyPr/>
        <a:lstStyle/>
        <a:p>
          <a:r>
            <a:rPr lang="uk-UA" b="0" i="0"/>
            <a:t>обмеження чисельності козацького реєстрового війська 40 тис. осіб</a:t>
          </a:r>
          <a:endParaRPr lang="uk-UA"/>
        </a:p>
      </dgm:t>
    </dgm:pt>
    <dgm:pt modelId="{073B7AA9-DBD3-4A1C-ACBC-667131738EB7}" type="parTrans" cxnId="{A22460CC-AE48-4A07-AC17-65A2796D91D5}">
      <dgm:prSet/>
      <dgm:spPr/>
      <dgm:t>
        <a:bodyPr/>
        <a:lstStyle/>
        <a:p>
          <a:endParaRPr lang="uk-UA"/>
        </a:p>
      </dgm:t>
    </dgm:pt>
    <dgm:pt modelId="{79FCE732-1E55-4E3D-A5DD-C4D60EE5FBE4}" type="sibTrans" cxnId="{A22460CC-AE48-4A07-AC17-65A2796D91D5}">
      <dgm:prSet/>
      <dgm:spPr/>
      <dgm:t>
        <a:bodyPr/>
        <a:lstStyle/>
        <a:p>
          <a:endParaRPr lang="uk-UA"/>
        </a:p>
      </dgm:t>
    </dgm:pt>
    <dgm:pt modelId="{7CA4670D-B960-4D8F-A0D0-69369A3A7516}">
      <dgm:prSet/>
      <dgm:spPr/>
      <dgm:t>
        <a:bodyPr/>
        <a:lstStyle/>
        <a:p>
          <a:r>
            <a:rPr lang="uk-UA" b="0" i="0"/>
            <a:t>визнання козацькими територіями лише земель Київського воєводства</a:t>
          </a:r>
          <a:endParaRPr lang="uk-UA"/>
        </a:p>
      </dgm:t>
    </dgm:pt>
    <dgm:pt modelId="{75A31CC6-058A-43C3-B7B1-08C3D3A25081}" type="parTrans" cxnId="{6AB586D8-822D-4D61-8E85-0858B3766914}">
      <dgm:prSet/>
      <dgm:spPr/>
      <dgm:t>
        <a:bodyPr/>
        <a:lstStyle/>
        <a:p>
          <a:endParaRPr lang="uk-UA"/>
        </a:p>
      </dgm:t>
    </dgm:pt>
    <dgm:pt modelId="{0D1B402E-79D5-4D5E-997F-FDA432B91099}" type="sibTrans" cxnId="{6AB586D8-822D-4D61-8E85-0858B3766914}">
      <dgm:prSet/>
      <dgm:spPr/>
      <dgm:t>
        <a:bodyPr/>
        <a:lstStyle/>
        <a:p>
          <a:endParaRPr lang="uk-UA"/>
        </a:p>
      </dgm:t>
    </dgm:pt>
    <dgm:pt modelId="{A195A488-CB7C-4BE4-98EB-9722B2DAC4C4}">
      <dgm:prSet/>
      <dgm:spPr/>
      <dgm:t>
        <a:bodyPr/>
        <a:lstStyle/>
        <a:p>
          <a:r>
            <a:rPr lang="uk-UA" b="0" i="0"/>
            <a:t>скасування «на вічні часи» посади гетьмана</a:t>
          </a:r>
          <a:endParaRPr lang="uk-UA"/>
        </a:p>
      </dgm:t>
    </dgm:pt>
    <dgm:pt modelId="{5D55EC1E-A9D3-4C04-B888-2DC4D9A4C2FE}" type="parTrans" cxnId="{6644716A-8983-4A43-8713-898C3A13700D}">
      <dgm:prSet/>
      <dgm:spPr/>
      <dgm:t>
        <a:bodyPr/>
        <a:lstStyle/>
        <a:p>
          <a:endParaRPr lang="uk-UA"/>
        </a:p>
      </dgm:t>
    </dgm:pt>
    <dgm:pt modelId="{87DBA65A-739A-46A1-B965-90FBDC0EBA98}" type="sibTrans" cxnId="{6644716A-8983-4A43-8713-898C3A13700D}">
      <dgm:prSet/>
      <dgm:spPr/>
      <dgm:t>
        <a:bodyPr/>
        <a:lstStyle/>
        <a:p>
          <a:endParaRPr lang="uk-UA"/>
        </a:p>
      </dgm:t>
    </dgm:pt>
    <dgm:pt modelId="{0E97AFC0-77AB-4422-9146-0684AB9CE974}">
      <dgm:prSet/>
      <dgm:spPr/>
      <dgm:t>
        <a:bodyPr/>
        <a:lstStyle/>
        <a:p>
          <a:r>
            <a:rPr lang="uk-UA" b="0" i="0"/>
            <a:t>позбавлення гетьмана права дипломатичних зносин з іноземними державами</a:t>
          </a:r>
          <a:endParaRPr lang="uk-UA"/>
        </a:p>
      </dgm:t>
    </dgm:pt>
    <dgm:pt modelId="{8DDAF72E-6E3F-4B1D-A058-CF210FCC5418}" type="parTrans" cxnId="{EC33B5FA-79F5-44F6-AFD5-73DFB4841308}">
      <dgm:prSet/>
      <dgm:spPr/>
      <dgm:t>
        <a:bodyPr/>
        <a:lstStyle/>
        <a:p>
          <a:endParaRPr lang="uk-UA"/>
        </a:p>
      </dgm:t>
    </dgm:pt>
    <dgm:pt modelId="{95A1C093-5E89-4F96-99D2-0FE29E35AE49}" type="sibTrans" cxnId="{EC33B5FA-79F5-44F6-AFD5-73DFB4841308}">
      <dgm:prSet/>
      <dgm:spPr/>
      <dgm:t>
        <a:bodyPr/>
        <a:lstStyle/>
        <a:p>
          <a:endParaRPr lang="uk-UA"/>
        </a:p>
      </dgm:t>
    </dgm:pt>
    <dgm:pt modelId="{2ADCE17B-AC5A-4C59-9582-CA0F015A2883}" type="pres">
      <dgm:prSet presAssocID="{AFB229EF-BD24-4614-B59B-3C2820C4B460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5B01EA5-B4AD-47EE-B7C4-745EB00567BF}" type="pres">
      <dgm:prSet presAssocID="{C7F3B196-5F3D-49C4-8116-12DCE5436D61}" presName="composite" presStyleCnt="0"/>
      <dgm:spPr/>
    </dgm:pt>
    <dgm:pt modelId="{B88FAA0A-5B70-4CFE-B8AE-2FD02F511F4B}" type="pres">
      <dgm:prSet presAssocID="{C7F3B196-5F3D-49C4-8116-12DCE5436D61}" presName="imgShp" presStyleLbl="fgImgPlace1" presStyleIdx="0" presStyleCnt="4"/>
      <dgm:spPr/>
    </dgm:pt>
    <dgm:pt modelId="{9C857B91-1177-4A3B-BF0B-7A5E04D97F10}" type="pres">
      <dgm:prSet presAssocID="{C7F3B196-5F3D-49C4-8116-12DCE5436D61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1BFB17E-D0CF-4891-B454-DBBFC172022B}" type="pres">
      <dgm:prSet presAssocID="{79FCE732-1E55-4E3D-A5DD-C4D60EE5FBE4}" presName="spacing" presStyleCnt="0"/>
      <dgm:spPr/>
    </dgm:pt>
    <dgm:pt modelId="{E3D5AE5B-1866-45AB-BDF0-047485998970}" type="pres">
      <dgm:prSet presAssocID="{7CA4670D-B960-4D8F-A0D0-69369A3A7516}" presName="composite" presStyleCnt="0"/>
      <dgm:spPr/>
    </dgm:pt>
    <dgm:pt modelId="{6B52586A-2B78-494D-B0DA-9CFA7F85AF75}" type="pres">
      <dgm:prSet presAssocID="{7CA4670D-B960-4D8F-A0D0-69369A3A7516}" presName="imgShp" presStyleLbl="fgImgPlace1" presStyleIdx="1" presStyleCnt="4"/>
      <dgm:spPr/>
    </dgm:pt>
    <dgm:pt modelId="{BD5E697B-D7B8-48B5-BB51-2D6E36EDE16E}" type="pres">
      <dgm:prSet presAssocID="{7CA4670D-B960-4D8F-A0D0-69369A3A7516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3CAF631-3F6C-4FFE-A06E-C91AFE92659D}" type="pres">
      <dgm:prSet presAssocID="{0D1B402E-79D5-4D5E-997F-FDA432B91099}" presName="spacing" presStyleCnt="0"/>
      <dgm:spPr/>
    </dgm:pt>
    <dgm:pt modelId="{AF4B416E-05E6-4A2B-AA82-3D122D350DEA}" type="pres">
      <dgm:prSet presAssocID="{A195A488-CB7C-4BE4-98EB-9722B2DAC4C4}" presName="composite" presStyleCnt="0"/>
      <dgm:spPr/>
    </dgm:pt>
    <dgm:pt modelId="{FFC5E0D0-6D73-472A-92A6-626A0EA744A3}" type="pres">
      <dgm:prSet presAssocID="{A195A488-CB7C-4BE4-98EB-9722B2DAC4C4}" presName="imgShp" presStyleLbl="fgImgPlace1" presStyleIdx="2" presStyleCnt="4"/>
      <dgm:spPr/>
    </dgm:pt>
    <dgm:pt modelId="{5387A243-0A6B-4B9E-88AB-BE8A4630C77A}" type="pres">
      <dgm:prSet presAssocID="{A195A488-CB7C-4BE4-98EB-9722B2DAC4C4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6B576B4-F66E-47C0-BE6E-3CA67F6F04CB}" type="pres">
      <dgm:prSet presAssocID="{87DBA65A-739A-46A1-B965-90FBDC0EBA98}" presName="spacing" presStyleCnt="0"/>
      <dgm:spPr/>
    </dgm:pt>
    <dgm:pt modelId="{A49F3832-91CF-4CDD-8667-C23BD991A227}" type="pres">
      <dgm:prSet presAssocID="{0E97AFC0-77AB-4422-9146-0684AB9CE974}" presName="composite" presStyleCnt="0"/>
      <dgm:spPr/>
    </dgm:pt>
    <dgm:pt modelId="{64CBA7C7-2E8D-4BDE-976B-698073E6114A}" type="pres">
      <dgm:prSet presAssocID="{0E97AFC0-77AB-4422-9146-0684AB9CE974}" presName="imgShp" presStyleLbl="fgImgPlace1" presStyleIdx="3" presStyleCnt="4"/>
      <dgm:spPr/>
    </dgm:pt>
    <dgm:pt modelId="{7472EB08-A4B1-41B7-852B-F52BABF50B90}" type="pres">
      <dgm:prSet presAssocID="{0E97AFC0-77AB-4422-9146-0684AB9CE974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4E56F44-C678-47E6-B3F8-16CB5EC8BF7F}" type="presOf" srcId="{A195A488-CB7C-4BE4-98EB-9722B2DAC4C4}" destId="{5387A243-0A6B-4B9E-88AB-BE8A4630C77A}" srcOrd="0" destOrd="0" presId="urn:microsoft.com/office/officeart/2005/8/layout/vList3"/>
    <dgm:cxn modelId="{21A0AA8E-4DCC-470E-95F7-D5CB4AE54533}" type="presOf" srcId="{AFB229EF-BD24-4614-B59B-3C2820C4B460}" destId="{2ADCE17B-AC5A-4C59-9582-CA0F015A2883}" srcOrd="0" destOrd="0" presId="urn:microsoft.com/office/officeart/2005/8/layout/vList3"/>
    <dgm:cxn modelId="{8818A322-C9A9-492C-AC22-8715ACC25B40}" type="presOf" srcId="{C7F3B196-5F3D-49C4-8116-12DCE5436D61}" destId="{9C857B91-1177-4A3B-BF0B-7A5E04D97F10}" srcOrd="0" destOrd="0" presId="urn:microsoft.com/office/officeart/2005/8/layout/vList3"/>
    <dgm:cxn modelId="{77C15563-57EF-4465-84C1-738FCB42E906}" type="presOf" srcId="{0E97AFC0-77AB-4422-9146-0684AB9CE974}" destId="{7472EB08-A4B1-41B7-852B-F52BABF50B90}" srcOrd="0" destOrd="0" presId="urn:microsoft.com/office/officeart/2005/8/layout/vList3"/>
    <dgm:cxn modelId="{EC33B5FA-79F5-44F6-AFD5-73DFB4841308}" srcId="{AFB229EF-BD24-4614-B59B-3C2820C4B460}" destId="{0E97AFC0-77AB-4422-9146-0684AB9CE974}" srcOrd="3" destOrd="0" parTransId="{8DDAF72E-6E3F-4B1D-A058-CF210FCC5418}" sibTransId="{95A1C093-5E89-4F96-99D2-0FE29E35AE49}"/>
    <dgm:cxn modelId="{A22460CC-AE48-4A07-AC17-65A2796D91D5}" srcId="{AFB229EF-BD24-4614-B59B-3C2820C4B460}" destId="{C7F3B196-5F3D-49C4-8116-12DCE5436D61}" srcOrd="0" destOrd="0" parTransId="{073B7AA9-DBD3-4A1C-ACBC-667131738EB7}" sibTransId="{79FCE732-1E55-4E3D-A5DD-C4D60EE5FBE4}"/>
    <dgm:cxn modelId="{D6C844A8-4476-488F-A750-881BB9409CCB}" type="presOf" srcId="{7CA4670D-B960-4D8F-A0D0-69369A3A7516}" destId="{BD5E697B-D7B8-48B5-BB51-2D6E36EDE16E}" srcOrd="0" destOrd="0" presId="urn:microsoft.com/office/officeart/2005/8/layout/vList3"/>
    <dgm:cxn modelId="{6644716A-8983-4A43-8713-898C3A13700D}" srcId="{AFB229EF-BD24-4614-B59B-3C2820C4B460}" destId="{A195A488-CB7C-4BE4-98EB-9722B2DAC4C4}" srcOrd="2" destOrd="0" parTransId="{5D55EC1E-A9D3-4C04-B888-2DC4D9A4C2FE}" sibTransId="{87DBA65A-739A-46A1-B965-90FBDC0EBA98}"/>
    <dgm:cxn modelId="{6AB586D8-822D-4D61-8E85-0858B3766914}" srcId="{AFB229EF-BD24-4614-B59B-3C2820C4B460}" destId="{7CA4670D-B960-4D8F-A0D0-69369A3A7516}" srcOrd="1" destOrd="0" parTransId="{75A31CC6-058A-43C3-B7B1-08C3D3A25081}" sibTransId="{0D1B402E-79D5-4D5E-997F-FDA432B91099}"/>
    <dgm:cxn modelId="{BFAB76CE-9E29-482C-A399-A6B50ED311F7}" type="presParOf" srcId="{2ADCE17B-AC5A-4C59-9582-CA0F015A2883}" destId="{C5B01EA5-B4AD-47EE-B7C4-745EB00567BF}" srcOrd="0" destOrd="0" presId="urn:microsoft.com/office/officeart/2005/8/layout/vList3"/>
    <dgm:cxn modelId="{FAD8AB0D-958B-457D-9E95-2E1016396EF5}" type="presParOf" srcId="{C5B01EA5-B4AD-47EE-B7C4-745EB00567BF}" destId="{B88FAA0A-5B70-4CFE-B8AE-2FD02F511F4B}" srcOrd="0" destOrd="0" presId="urn:microsoft.com/office/officeart/2005/8/layout/vList3"/>
    <dgm:cxn modelId="{7DFA3B06-A4C9-424F-99C9-725E227624EA}" type="presParOf" srcId="{C5B01EA5-B4AD-47EE-B7C4-745EB00567BF}" destId="{9C857B91-1177-4A3B-BF0B-7A5E04D97F10}" srcOrd="1" destOrd="0" presId="urn:microsoft.com/office/officeart/2005/8/layout/vList3"/>
    <dgm:cxn modelId="{3E6FBDB7-F38D-4530-B0F7-CBEB797F2E20}" type="presParOf" srcId="{2ADCE17B-AC5A-4C59-9582-CA0F015A2883}" destId="{E1BFB17E-D0CF-4891-B454-DBBFC172022B}" srcOrd="1" destOrd="0" presId="urn:microsoft.com/office/officeart/2005/8/layout/vList3"/>
    <dgm:cxn modelId="{B5BE1A78-0CB9-4B94-B7C7-815D12ED785A}" type="presParOf" srcId="{2ADCE17B-AC5A-4C59-9582-CA0F015A2883}" destId="{E3D5AE5B-1866-45AB-BDF0-047485998970}" srcOrd="2" destOrd="0" presId="urn:microsoft.com/office/officeart/2005/8/layout/vList3"/>
    <dgm:cxn modelId="{8CD15332-F342-497D-B25B-9ABA926C3913}" type="presParOf" srcId="{E3D5AE5B-1866-45AB-BDF0-047485998970}" destId="{6B52586A-2B78-494D-B0DA-9CFA7F85AF75}" srcOrd="0" destOrd="0" presId="urn:microsoft.com/office/officeart/2005/8/layout/vList3"/>
    <dgm:cxn modelId="{4D47D45D-D238-468D-9E54-0EF7C8210D96}" type="presParOf" srcId="{E3D5AE5B-1866-45AB-BDF0-047485998970}" destId="{BD5E697B-D7B8-48B5-BB51-2D6E36EDE16E}" srcOrd="1" destOrd="0" presId="urn:microsoft.com/office/officeart/2005/8/layout/vList3"/>
    <dgm:cxn modelId="{AB55E2DE-F6E9-464D-AE62-D2ECBF78072C}" type="presParOf" srcId="{2ADCE17B-AC5A-4C59-9582-CA0F015A2883}" destId="{73CAF631-3F6C-4FFE-A06E-C91AFE92659D}" srcOrd="3" destOrd="0" presId="urn:microsoft.com/office/officeart/2005/8/layout/vList3"/>
    <dgm:cxn modelId="{3B9510E3-324B-4932-8797-EAAC2B6DD4DF}" type="presParOf" srcId="{2ADCE17B-AC5A-4C59-9582-CA0F015A2883}" destId="{AF4B416E-05E6-4A2B-AA82-3D122D350DEA}" srcOrd="4" destOrd="0" presId="urn:microsoft.com/office/officeart/2005/8/layout/vList3"/>
    <dgm:cxn modelId="{653E364A-39FD-4832-B015-82AD39822DE4}" type="presParOf" srcId="{AF4B416E-05E6-4A2B-AA82-3D122D350DEA}" destId="{FFC5E0D0-6D73-472A-92A6-626A0EA744A3}" srcOrd="0" destOrd="0" presId="urn:microsoft.com/office/officeart/2005/8/layout/vList3"/>
    <dgm:cxn modelId="{52E635E2-2B49-4329-A2EA-B1448F1DBE94}" type="presParOf" srcId="{AF4B416E-05E6-4A2B-AA82-3D122D350DEA}" destId="{5387A243-0A6B-4B9E-88AB-BE8A4630C77A}" srcOrd="1" destOrd="0" presId="urn:microsoft.com/office/officeart/2005/8/layout/vList3"/>
    <dgm:cxn modelId="{B3094612-4A92-4150-A0FF-8A2CF7EBA846}" type="presParOf" srcId="{2ADCE17B-AC5A-4C59-9582-CA0F015A2883}" destId="{C6B576B4-F66E-47C0-BE6E-3CA67F6F04CB}" srcOrd="5" destOrd="0" presId="urn:microsoft.com/office/officeart/2005/8/layout/vList3"/>
    <dgm:cxn modelId="{795E2F58-31EC-4AB9-8FD1-067759B425AF}" type="presParOf" srcId="{2ADCE17B-AC5A-4C59-9582-CA0F015A2883}" destId="{A49F3832-91CF-4CDD-8667-C23BD991A227}" srcOrd="6" destOrd="0" presId="urn:microsoft.com/office/officeart/2005/8/layout/vList3"/>
    <dgm:cxn modelId="{B5D61130-129F-41A6-84E6-96FDC9F6B766}" type="presParOf" srcId="{A49F3832-91CF-4CDD-8667-C23BD991A227}" destId="{64CBA7C7-2E8D-4BDE-976B-698073E6114A}" srcOrd="0" destOrd="0" presId="urn:microsoft.com/office/officeart/2005/8/layout/vList3"/>
    <dgm:cxn modelId="{4A7DA25B-5719-450A-A41D-D1023827985B}" type="presParOf" srcId="{A49F3832-91CF-4CDD-8667-C23BD991A227}" destId="{7472EB08-A4B1-41B7-852B-F52BABF50B90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ECF5DAFB-3BBA-446A-A14B-5F07A66A8AD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A2759C2-DDBE-4993-B10D-9EB89C6097ED}">
      <dgm:prSet/>
      <dgm:spPr/>
      <dgm:t>
        <a:bodyPr/>
        <a:lstStyle/>
        <a:p>
          <a:r>
            <a:rPr lang="uk-UA" b="0" i="0"/>
            <a:t>утворення Червоною армією плацдармів на правому березі Дніпра</a:t>
          </a:r>
          <a:endParaRPr lang="uk-UA"/>
        </a:p>
      </dgm:t>
    </dgm:pt>
    <dgm:pt modelId="{FE97DD00-1709-4EB1-93B5-EDEA2153FF2A}" type="parTrans" cxnId="{F61880B8-9E83-4018-A933-61FBB2189E6B}">
      <dgm:prSet/>
      <dgm:spPr/>
      <dgm:t>
        <a:bodyPr/>
        <a:lstStyle/>
        <a:p>
          <a:endParaRPr lang="uk-UA"/>
        </a:p>
      </dgm:t>
    </dgm:pt>
    <dgm:pt modelId="{455A4A34-6970-469B-87E0-C5BB44000A8D}" type="sibTrans" cxnId="{F61880B8-9E83-4018-A933-61FBB2189E6B}">
      <dgm:prSet/>
      <dgm:spPr/>
      <dgm:t>
        <a:bodyPr/>
        <a:lstStyle/>
        <a:p>
          <a:endParaRPr lang="uk-UA"/>
        </a:p>
      </dgm:t>
    </dgm:pt>
    <dgm:pt modelId="{A50A66B9-897C-4C49-B3E4-27BAF800AD8C}">
      <dgm:prSet/>
      <dgm:spPr/>
      <dgm:t>
        <a:bodyPr/>
        <a:lstStyle/>
        <a:p>
          <a:r>
            <a:rPr lang="uk-UA" b="0" i="0"/>
            <a:t>вигнання німецьких окупантів із Донбасу</a:t>
          </a:r>
          <a:endParaRPr lang="uk-UA"/>
        </a:p>
      </dgm:t>
    </dgm:pt>
    <dgm:pt modelId="{D98FFD4D-B2F2-49D7-8492-C0BC733EBD00}" type="parTrans" cxnId="{E4A3A8AC-8C89-4345-83BE-8CEACA171255}">
      <dgm:prSet/>
      <dgm:spPr/>
      <dgm:t>
        <a:bodyPr/>
        <a:lstStyle/>
        <a:p>
          <a:endParaRPr lang="uk-UA"/>
        </a:p>
      </dgm:t>
    </dgm:pt>
    <dgm:pt modelId="{16387B5C-CF18-4044-AFC0-C74F9A304577}" type="sibTrans" cxnId="{E4A3A8AC-8C89-4345-83BE-8CEACA171255}">
      <dgm:prSet/>
      <dgm:spPr/>
      <dgm:t>
        <a:bodyPr/>
        <a:lstStyle/>
        <a:p>
          <a:endParaRPr lang="uk-UA"/>
        </a:p>
      </dgm:t>
    </dgm:pt>
    <dgm:pt modelId="{F3F6D0FF-952F-468C-A59A-6FDD8ADB2681}">
      <dgm:prSet/>
      <dgm:spPr/>
      <dgm:t>
        <a:bodyPr/>
        <a:lstStyle/>
        <a:p>
          <a:r>
            <a:rPr lang="uk-UA" b="0" i="0" dirty="0"/>
            <a:t>депортація кримських татар та інших народів Криму</a:t>
          </a:r>
          <a:endParaRPr lang="uk-UA" dirty="0"/>
        </a:p>
      </dgm:t>
    </dgm:pt>
    <dgm:pt modelId="{B427967A-A79A-49FD-917E-54BBCD09202E}" type="parTrans" cxnId="{91602660-E432-4EDB-AEA8-A6B49EA9A8DF}">
      <dgm:prSet/>
      <dgm:spPr/>
      <dgm:t>
        <a:bodyPr/>
        <a:lstStyle/>
        <a:p>
          <a:endParaRPr lang="uk-UA"/>
        </a:p>
      </dgm:t>
    </dgm:pt>
    <dgm:pt modelId="{BA170061-BE78-48DC-877B-2142F7A1AC5A}" type="sibTrans" cxnId="{91602660-E432-4EDB-AEA8-A6B49EA9A8DF}">
      <dgm:prSet/>
      <dgm:spPr/>
      <dgm:t>
        <a:bodyPr/>
        <a:lstStyle/>
        <a:p>
          <a:endParaRPr lang="uk-UA"/>
        </a:p>
      </dgm:t>
    </dgm:pt>
    <dgm:pt modelId="{FE3985E8-E71C-4AC1-9943-5BBE1972100E}">
      <dgm:prSet/>
      <dgm:spPr/>
      <dgm:t>
        <a:bodyPr/>
        <a:lstStyle/>
        <a:p>
          <a:r>
            <a:rPr lang="uk-UA" b="0" i="0"/>
            <a:t>проголошення Акта відновлення Української держави</a:t>
          </a:r>
          <a:endParaRPr lang="uk-UA"/>
        </a:p>
      </dgm:t>
    </dgm:pt>
    <dgm:pt modelId="{65752067-0A7C-4D80-8AD9-9B31E9F6C88A}" type="parTrans" cxnId="{1D064E1E-D873-442D-8ADD-37B29D588C11}">
      <dgm:prSet/>
      <dgm:spPr/>
      <dgm:t>
        <a:bodyPr/>
        <a:lstStyle/>
        <a:p>
          <a:endParaRPr lang="uk-UA"/>
        </a:p>
      </dgm:t>
    </dgm:pt>
    <dgm:pt modelId="{382BAF98-BD79-4E9D-91AC-4D5A7D77DC91}" type="sibTrans" cxnId="{1D064E1E-D873-442D-8ADD-37B29D588C11}">
      <dgm:prSet/>
      <dgm:spPr/>
      <dgm:t>
        <a:bodyPr/>
        <a:lstStyle/>
        <a:p>
          <a:endParaRPr lang="uk-UA"/>
        </a:p>
      </dgm:t>
    </dgm:pt>
    <dgm:pt modelId="{A2944B6A-01FC-49F0-9A01-CED2BA716AE8}">
      <dgm:prSet/>
      <dgm:spPr/>
      <dgm:t>
        <a:bodyPr/>
        <a:lstStyle/>
        <a:p>
          <a:r>
            <a:rPr lang="uk-UA" b="0" i="0"/>
            <a:t>створення Української повстанської армії (УПА)</a:t>
          </a:r>
          <a:endParaRPr lang="uk-UA"/>
        </a:p>
      </dgm:t>
    </dgm:pt>
    <dgm:pt modelId="{ED9C0FDA-5579-43AC-8B64-04E16FD88759}" type="parTrans" cxnId="{7282A9FB-BD09-4EFA-B98F-3AAC55CDBD42}">
      <dgm:prSet/>
      <dgm:spPr/>
      <dgm:t>
        <a:bodyPr/>
        <a:lstStyle/>
        <a:p>
          <a:endParaRPr lang="uk-UA"/>
        </a:p>
      </dgm:t>
    </dgm:pt>
    <dgm:pt modelId="{0472C440-48D1-4782-BE4A-4FADB55E820B}" type="sibTrans" cxnId="{7282A9FB-BD09-4EFA-B98F-3AAC55CDBD42}">
      <dgm:prSet/>
      <dgm:spPr/>
      <dgm:t>
        <a:bodyPr/>
        <a:lstStyle/>
        <a:p>
          <a:endParaRPr lang="uk-UA"/>
        </a:p>
      </dgm:t>
    </dgm:pt>
    <dgm:pt modelId="{08569D7C-D97A-4388-A233-D959B71C063D}">
      <dgm:prSet/>
      <dgm:spPr/>
      <dgm:t>
        <a:bodyPr/>
        <a:lstStyle/>
        <a:p>
          <a:r>
            <a:rPr lang="uk-UA" b="0" i="0"/>
            <a:t>початок діяльності похідних груп ОУН</a:t>
          </a:r>
          <a:endParaRPr lang="uk-UA"/>
        </a:p>
      </dgm:t>
    </dgm:pt>
    <dgm:pt modelId="{3224119D-ECEF-4DED-8DC9-A01E8DD94BAA}" type="parTrans" cxnId="{29C59F1D-D23C-4C73-86B5-C6232D243EE2}">
      <dgm:prSet/>
      <dgm:spPr/>
      <dgm:t>
        <a:bodyPr/>
        <a:lstStyle/>
        <a:p>
          <a:endParaRPr lang="uk-UA"/>
        </a:p>
      </dgm:t>
    </dgm:pt>
    <dgm:pt modelId="{333D6AB9-4D59-4FA4-AFCE-2F0B618FCC89}" type="sibTrans" cxnId="{29C59F1D-D23C-4C73-86B5-C6232D243EE2}">
      <dgm:prSet/>
      <dgm:spPr/>
      <dgm:t>
        <a:bodyPr/>
        <a:lstStyle/>
        <a:p>
          <a:endParaRPr lang="uk-UA"/>
        </a:p>
      </dgm:t>
    </dgm:pt>
    <dgm:pt modelId="{703E2988-E26F-4782-A00B-0861448295CF}">
      <dgm:prSet/>
      <dgm:spPr/>
      <dgm:t>
        <a:bodyPr/>
        <a:lstStyle/>
        <a:p>
          <a:r>
            <a:rPr lang="uk-UA" b="0" i="0"/>
            <a:t>поява в лавах Червоної армії піхотних підрозділів, укомплектованих «чорносвитниками»</a:t>
          </a:r>
          <a:endParaRPr lang="uk-UA"/>
        </a:p>
      </dgm:t>
    </dgm:pt>
    <dgm:pt modelId="{F52F24F7-3A6E-47D6-929A-3CFCB435E072}" type="parTrans" cxnId="{5361193C-FBE7-4069-BF30-2E54C77CA32F}">
      <dgm:prSet/>
      <dgm:spPr/>
      <dgm:t>
        <a:bodyPr/>
        <a:lstStyle/>
        <a:p>
          <a:endParaRPr lang="uk-UA"/>
        </a:p>
      </dgm:t>
    </dgm:pt>
    <dgm:pt modelId="{D3D336BF-0BDD-4FAD-B454-A583B007911B}" type="sibTrans" cxnId="{5361193C-FBE7-4069-BF30-2E54C77CA32F}">
      <dgm:prSet/>
      <dgm:spPr/>
      <dgm:t>
        <a:bodyPr/>
        <a:lstStyle/>
        <a:p>
          <a:endParaRPr lang="uk-UA"/>
        </a:p>
      </dgm:t>
    </dgm:pt>
    <dgm:pt modelId="{06C0A7C8-0DD6-44B8-A9AD-EDBB73E309A3}" type="pres">
      <dgm:prSet presAssocID="{ECF5DAFB-3BBA-446A-A14B-5F07A66A8ADD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EA33EDB4-EDAC-4F43-BAC4-383DF8164B60}" type="pres">
      <dgm:prSet presAssocID="{1A2759C2-DDBE-4993-B10D-9EB89C6097ED}" presName="thickLine" presStyleLbl="alignNode1" presStyleIdx="0" presStyleCnt="7"/>
      <dgm:spPr/>
    </dgm:pt>
    <dgm:pt modelId="{99C5E5F3-4911-4F04-92EF-4D3111258DE2}" type="pres">
      <dgm:prSet presAssocID="{1A2759C2-DDBE-4993-B10D-9EB89C6097ED}" presName="horz1" presStyleCnt="0"/>
      <dgm:spPr/>
    </dgm:pt>
    <dgm:pt modelId="{DFF803EF-4735-4DD8-B24A-D72DBAE67691}" type="pres">
      <dgm:prSet presAssocID="{1A2759C2-DDBE-4993-B10D-9EB89C6097ED}" presName="tx1" presStyleLbl="revTx" presStyleIdx="0" presStyleCnt="7"/>
      <dgm:spPr/>
      <dgm:t>
        <a:bodyPr/>
        <a:lstStyle/>
        <a:p>
          <a:endParaRPr lang="ru-RU"/>
        </a:p>
      </dgm:t>
    </dgm:pt>
    <dgm:pt modelId="{522132EF-826E-46F1-A74A-730E3E5921A4}" type="pres">
      <dgm:prSet presAssocID="{1A2759C2-DDBE-4993-B10D-9EB89C6097ED}" presName="vert1" presStyleCnt="0"/>
      <dgm:spPr/>
    </dgm:pt>
    <dgm:pt modelId="{7B69C72D-686A-40E8-8013-58E76A53C93F}" type="pres">
      <dgm:prSet presAssocID="{A50A66B9-897C-4C49-B3E4-27BAF800AD8C}" presName="thickLine" presStyleLbl="alignNode1" presStyleIdx="1" presStyleCnt="7"/>
      <dgm:spPr/>
    </dgm:pt>
    <dgm:pt modelId="{69B5E759-19EB-49CF-B52C-92F772D39589}" type="pres">
      <dgm:prSet presAssocID="{A50A66B9-897C-4C49-B3E4-27BAF800AD8C}" presName="horz1" presStyleCnt="0"/>
      <dgm:spPr/>
    </dgm:pt>
    <dgm:pt modelId="{7364B2CA-87CB-452D-80A8-67D3EE2FB6CD}" type="pres">
      <dgm:prSet presAssocID="{A50A66B9-897C-4C49-B3E4-27BAF800AD8C}" presName="tx1" presStyleLbl="revTx" presStyleIdx="1" presStyleCnt="7"/>
      <dgm:spPr/>
      <dgm:t>
        <a:bodyPr/>
        <a:lstStyle/>
        <a:p>
          <a:endParaRPr lang="ru-RU"/>
        </a:p>
      </dgm:t>
    </dgm:pt>
    <dgm:pt modelId="{C5A4450A-54C5-4587-B2ED-349C706650AC}" type="pres">
      <dgm:prSet presAssocID="{A50A66B9-897C-4C49-B3E4-27BAF800AD8C}" presName="vert1" presStyleCnt="0"/>
      <dgm:spPr/>
    </dgm:pt>
    <dgm:pt modelId="{5929147A-463A-4076-A512-B4143E49E5DD}" type="pres">
      <dgm:prSet presAssocID="{F3F6D0FF-952F-468C-A59A-6FDD8ADB2681}" presName="thickLine" presStyleLbl="alignNode1" presStyleIdx="2" presStyleCnt="7"/>
      <dgm:spPr/>
    </dgm:pt>
    <dgm:pt modelId="{527B8F76-BB59-4DCC-B4BB-90DD03C60B10}" type="pres">
      <dgm:prSet presAssocID="{F3F6D0FF-952F-468C-A59A-6FDD8ADB2681}" presName="horz1" presStyleCnt="0"/>
      <dgm:spPr/>
    </dgm:pt>
    <dgm:pt modelId="{E14ED2DE-EEA4-4690-8906-ABE09BA18E30}" type="pres">
      <dgm:prSet presAssocID="{F3F6D0FF-952F-468C-A59A-6FDD8ADB2681}" presName="tx1" presStyleLbl="revTx" presStyleIdx="2" presStyleCnt="7"/>
      <dgm:spPr/>
      <dgm:t>
        <a:bodyPr/>
        <a:lstStyle/>
        <a:p>
          <a:endParaRPr lang="ru-RU"/>
        </a:p>
      </dgm:t>
    </dgm:pt>
    <dgm:pt modelId="{707CFC86-C186-4853-893C-AF09F3173497}" type="pres">
      <dgm:prSet presAssocID="{F3F6D0FF-952F-468C-A59A-6FDD8ADB2681}" presName="vert1" presStyleCnt="0"/>
      <dgm:spPr/>
    </dgm:pt>
    <dgm:pt modelId="{A26D2368-0986-4158-95DB-5D980DEB4617}" type="pres">
      <dgm:prSet presAssocID="{FE3985E8-E71C-4AC1-9943-5BBE1972100E}" presName="thickLine" presStyleLbl="alignNode1" presStyleIdx="3" presStyleCnt="7"/>
      <dgm:spPr/>
    </dgm:pt>
    <dgm:pt modelId="{C93A267F-3F8C-41DE-B5C9-FF12ADBBBB05}" type="pres">
      <dgm:prSet presAssocID="{FE3985E8-E71C-4AC1-9943-5BBE1972100E}" presName="horz1" presStyleCnt="0"/>
      <dgm:spPr/>
    </dgm:pt>
    <dgm:pt modelId="{FB62E58B-A60E-4E91-A95A-223A571C4F0D}" type="pres">
      <dgm:prSet presAssocID="{FE3985E8-E71C-4AC1-9943-5BBE1972100E}" presName="tx1" presStyleLbl="revTx" presStyleIdx="3" presStyleCnt="7"/>
      <dgm:spPr/>
      <dgm:t>
        <a:bodyPr/>
        <a:lstStyle/>
        <a:p>
          <a:endParaRPr lang="ru-RU"/>
        </a:p>
      </dgm:t>
    </dgm:pt>
    <dgm:pt modelId="{05A9CDF4-8D9C-4418-A259-AEC3E20A5E89}" type="pres">
      <dgm:prSet presAssocID="{FE3985E8-E71C-4AC1-9943-5BBE1972100E}" presName="vert1" presStyleCnt="0"/>
      <dgm:spPr/>
    </dgm:pt>
    <dgm:pt modelId="{A478E857-773C-4459-9AFC-3157B3677F62}" type="pres">
      <dgm:prSet presAssocID="{A2944B6A-01FC-49F0-9A01-CED2BA716AE8}" presName="thickLine" presStyleLbl="alignNode1" presStyleIdx="4" presStyleCnt="7"/>
      <dgm:spPr/>
    </dgm:pt>
    <dgm:pt modelId="{76CA338F-E736-49C2-A7E8-4D007E395CA4}" type="pres">
      <dgm:prSet presAssocID="{A2944B6A-01FC-49F0-9A01-CED2BA716AE8}" presName="horz1" presStyleCnt="0"/>
      <dgm:spPr/>
    </dgm:pt>
    <dgm:pt modelId="{B6033871-DDA9-4AE5-8187-846CCD06982B}" type="pres">
      <dgm:prSet presAssocID="{A2944B6A-01FC-49F0-9A01-CED2BA716AE8}" presName="tx1" presStyleLbl="revTx" presStyleIdx="4" presStyleCnt="7"/>
      <dgm:spPr/>
      <dgm:t>
        <a:bodyPr/>
        <a:lstStyle/>
        <a:p>
          <a:endParaRPr lang="ru-RU"/>
        </a:p>
      </dgm:t>
    </dgm:pt>
    <dgm:pt modelId="{0BE3CF01-7245-44D2-BD1D-0A17A3CE581D}" type="pres">
      <dgm:prSet presAssocID="{A2944B6A-01FC-49F0-9A01-CED2BA716AE8}" presName="vert1" presStyleCnt="0"/>
      <dgm:spPr/>
    </dgm:pt>
    <dgm:pt modelId="{2D95FF68-D69B-41A7-AE1A-275FE1EA52B5}" type="pres">
      <dgm:prSet presAssocID="{08569D7C-D97A-4388-A233-D959B71C063D}" presName="thickLine" presStyleLbl="alignNode1" presStyleIdx="5" presStyleCnt="7"/>
      <dgm:spPr/>
    </dgm:pt>
    <dgm:pt modelId="{C45D85E8-60FF-4371-A295-DF5FF0E22FA0}" type="pres">
      <dgm:prSet presAssocID="{08569D7C-D97A-4388-A233-D959B71C063D}" presName="horz1" presStyleCnt="0"/>
      <dgm:spPr/>
    </dgm:pt>
    <dgm:pt modelId="{31BCACD6-DED2-4A7E-AA0C-76AA6C1C97C4}" type="pres">
      <dgm:prSet presAssocID="{08569D7C-D97A-4388-A233-D959B71C063D}" presName="tx1" presStyleLbl="revTx" presStyleIdx="5" presStyleCnt="7"/>
      <dgm:spPr/>
      <dgm:t>
        <a:bodyPr/>
        <a:lstStyle/>
        <a:p>
          <a:endParaRPr lang="ru-RU"/>
        </a:p>
      </dgm:t>
    </dgm:pt>
    <dgm:pt modelId="{1AAC0EFF-1E4F-4081-A8DC-D10827E07E09}" type="pres">
      <dgm:prSet presAssocID="{08569D7C-D97A-4388-A233-D959B71C063D}" presName="vert1" presStyleCnt="0"/>
      <dgm:spPr/>
    </dgm:pt>
    <dgm:pt modelId="{E277DD16-B97E-44EC-A5A7-85D72E4E8A30}" type="pres">
      <dgm:prSet presAssocID="{703E2988-E26F-4782-A00B-0861448295CF}" presName="thickLine" presStyleLbl="alignNode1" presStyleIdx="6" presStyleCnt="7"/>
      <dgm:spPr/>
    </dgm:pt>
    <dgm:pt modelId="{F9956306-5A93-44E7-9F6B-0589B6EBF02E}" type="pres">
      <dgm:prSet presAssocID="{703E2988-E26F-4782-A00B-0861448295CF}" presName="horz1" presStyleCnt="0"/>
      <dgm:spPr/>
    </dgm:pt>
    <dgm:pt modelId="{757AAF07-864D-4B2B-B086-81BE66A4D27C}" type="pres">
      <dgm:prSet presAssocID="{703E2988-E26F-4782-A00B-0861448295CF}" presName="tx1" presStyleLbl="revTx" presStyleIdx="6" presStyleCnt="7"/>
      <dgm:spPr/>
      <dgm:t>
        <a:bodyPr/>
        <a:lstStyle/>
        <a:p>
          <a:endParaRPr lang="ru-RU"/>
        </a:p>
      </dgm:t>
    </dgm:pt>
    <dgm:pt modelId="{467D320A-CC80-4CA9-9543-38E26EE21B33}" type="pres">
      <dgm:prSet presAssocID="{703E2988-E26F-4782-A00B-0861448295CF}" presName="vert1" presStyleCnt="0"/>
      <dgm:spPr/>
    </dgm:pt>
  </dgm:ptLst>
  <dgm:cxnLst>
    <dgm:cxn modelId="{F9B10C3D-86A0-4EC0-8E87-E3422F93D269}" type="presOf" srcId="{703E2988-E26F-4782-A00B-0861448295CF}" destId="{757AAF07-864D-4B2B-B086-81BE66A4D27C}" srcOrd="0" destOrd="0" presId="urn:microsoft.com/office/officeart/2008/layout/LinedList"/>
    <dgm:cxn modelId="{9117D751-49D1-4B7E-903A-DFEDEE877BD1}" type="presOf" srcId="{A50A66B9-897C-4C49-B3E4-27BAF800AD8C}" destId="{7364B2CA-87CB-452D-80A8-67D3EE2FB6CD}" srcOrd="0" destOrd="0" presId="urn:microsoft.com/office/officeart/2008/layout/LinedList"/>
    <dgm:cxn modelId="{D1B66EB9-8BA1-4110-91F5-62A0ACF778C6}" type="presOf" srcId="{08569D7C-D97A-4388-A233-D959B71C063D}" destId="{31BCACD6-DED2-4A7E-AA0C-76AA6C1C97C4}" srcOrd="0" destOrd="0" presId="urn:microsoft.com/office/officeart/2008/layout/LinedList"/>
    <dgm:cxn modelId="{1D064E1E-D873-442D-8ADD-37B29D588C11}" srcId="{ECF5DAFB-3BBA-446A-A14B-5F07A66A8ADD}" destId="{FE3985E8-E71C-4AC1-9943-5BBE1972100E}" srcOrd="3" destOrd="0" parTransId="{65752067-0A7C-4D80-8AD9-9B31E9F6C88A}" sibTransId="{382BAF98-BD79-4E9D-91AC-4D5A7D77DC91}"/>
    <dgm:cxn modelId="{04EEDB5E-77E1-49A0-BF31-83C915128419}" type="presOf" srcId="{F3F6D0FF-952F-468C-A59A-6FDD8ADB2681}" destId="{E14ED2DE-EEA4-4690-8906-ABE09BA18E30}" srcOrd="0" destOrd="0" presId="urn:microsoft.com/office/officeart/2008/layout/LinedList"/>
    <dgm:cxn modelId="{91602660-E432-4EDB-AEA8-A6B49EA9A8DF}" srcId="{ECF5DAFB-3BBA-446A-A14B-5F07A66A8ADD}" destId="{F3F6D0FF-952F-468C-A59A-6FDD8ADB2681}" srcOrd="2" destOrd="0" parTransId="{B427967A-A79A-49FD-917E-54BBCD09202E}" sibTransId="{BA170061-BE78-48DC-877B-2142F7A1AC5A}"/>
    <dgm:cxn modelId="{D12D2D35-9774-4F85-894C-CECB7BD27556}" type="presOf" srcId="{ECF5DAFB-3BBA-446A-A14B-5F07A66A8ADD}" destId="{06C0A7C8-0DD6-44B8-A9AD-EDBB73E309A3}" srcOrd="0" destOrd="0" presId="urn:microsoft.com/office/officeart/2008/layout/LinedList"/>
    <dgm:cxn modelId="{A0FF8374-F494-4CB1-9D3A-ED7CBFB31949}" type="presOf" srcId="{A2944B6A-01FC-49F0-9A01-CED2BA716AE8}" destId="{B6033871-DDA9-4AE5-8187-846CCD06982B}" srcOrd="0" destOrd="0" presId="urn:microsoft.com/office/officeart/2008/layout/LinedList"/>
    <dgm:cxn modelId="{8154F15C-DD93-4042-8432-6E9C48AACE1D}" type="presOf" srcId="{1A2759C2-DDBE-4993-B10D-9EB89C6097ED}" destId="{DFF803EF-4735-4DD8-B24A-D72DBAE67691}" srcOrd="0" destOrd="0" presId="urn:microsoft.com/office/officeart/2008/layout/LinedList"/>
    <dgm:cxn modelId="{F61880B8-9E83-4018-A933-61FBB2189E6B}" srcId="{ECF5DAFB-3BBA-446A-A14B-5F07A66A8ADD}" destId="{1A2759C2-DDBE-4993-B10D-9EB89C6097ED}" srcOrd="0" destOrd="0" parTransId="{FE97DD00-1709-4EB1-93B5-EDEA2153FF2A}" sibTransId="{455A4A34-6970-469B-87E0-C5BB44000A8D}"/>
    <dgm:cxn modelId="{8FB9B4C4-EA53-41B6-BFEC-7C53553EF77B}" type="presOf" srcId="{FE3985E8-E71C-4AC1-9943-5BBE1972100E}" destId="{FB62E58B-A60E-4E91-A95A-223A571C4F0D}" srcOrd="0" destOrd="0" presId="urn:microsoft.com/office/officeart/2008/layout/LinedList"/>
    <dgm:cxn modelId="{5361193C-FBE7-4069-BF30-2E54C77CA32F}" srcId="{ECF5DAFB-3BBA-446A-A14B-5F07A66A8ADD}" destId="{703E2988-E26F-4782-A00B-0861448295CF}" srcOrd="6" destOrd="0" parTransId="{F52F24F7-3A6E-47D6-929A-3CFCB435E072}" sibTransId="{D3D336BF-0BDD-4FAD-B454-A583B007911B}"/>
    <dgm:cxn modelId="{7282A9FB-BD09-4EFA-B98F-3AAC55CDBD42}" srcId="{ECF5DAFB-3BBA-446A-A14B-5F07A66A8ADD}" destId="{A2944B6A-01FC-49F0-9A01-CED2BA716AE8}" srcOrd="4" destOrd="0" parTransId="{ED9C0FDA-5579-43AC-8B64-04E16FD88759}" sibTransId="{0472C440-48D1-4782-BE4A-4FADB55E820B}"/>
    <dgm:cxn modelId="{E4A3A8AC-8C89-4345-83BE-8CEACA171255}" srcId="{ECF5DAFB-3BBA-446A-A14B-5F07A66A8ADD}" destId="{A50A66B9-897C-4C49-B3E4-27BAF800AD8C}" srcOrd="1" destOrd="0" parTransId="{D98FFD4D-B2F2-49D7-8492-C0BC733EBD00}" sibTransId="{16387B5C-CF18-4044-AFC0-C74F9A304577}"/>
    <dgm:cxn modelId="{29C59F1D-D23C-4C73-86B5-C6232D243EE2}" srcId="{ECF5DAFB-3BBA-446A-A14B-5F07A66A8ADD}" destId="{08569D7C-D97A-4388-A233-D959B71C063D}" srcOrd="5" destOrd="0" parTransId="{3224119D-ECEF-4DED-8DC9-A01E8DD94BAA}" sibTransId="{333D6AB9-4D59-4FA4-AFCE-2F0B618FCC89}"/>
    <dgm:cxn modelId="{A181CB1D-DB98-4FD7-93B1-02F38FEC041A}" type="presParOf" srcId="{06C0A7C8-0DD6-44B8-A9AD-EDBB73E309A3}" destId="{EA33EDB4-EDAC-4F43-BAC4-383DF8164B60}" srcOrd="0" destOrd="0" presId="urn:microsoft.com/office/officeart/2008/layout/LinedList"/>
    <dgm:cxn modelId="{3814E90F-B4E3-431E-8AD9-8540CBDD6B7D}" type="presParOf" srcId="{06C0A7C8-0DD6-44B8-A9AD-EDBB73E309A3}" destId="{99C5E5F3-4911-4F04-92EF-4D3111258DE2}" srcOrd="1" destOrd="0" presId="urn:microsoft.com/office/officeart/2008/layout/LinedList"/>
    <dgm:cxn modelId="{455E8E0D-E0B2-4C29-B703-8F247FC21E1E}" type="presParOf" srcId="{99C5E5F3-4911-4F04-92EF-4D3111258DE2}" destId="{DFF803EF-4735-4DD8-B24A-D72DBAE67691}" srcOrd="0" destOrd="0" presId="urn:microsoft.com/office/officeart/2008/layout/LinedList"/>
    <dgm:cxn modelId="{65EC2FBC-1678-44F5-B7AE-0BD9777D9955}" type="presParOf" srcId="{99C5E5F3-4911-4F04-92EF-4D3111258DE2}" destId="{522132EF-826E-46F1-A74A-730E3E5921A4}" srcOrd="1" destOrd="0" presId="urn:microsoft.com/office/officeart/2008/layout/LinedList"/>
    <dgm:cxn modelId="{40D485C8-40E2-4DC4-8A55-5ED7B32F7752}" type="presParOf" srcId="{06C0A7C8-0DD6-44B8-A9AD-EDBB73E309A3}" destId="{7B69C72D-686A-40E8-8013-58E76A53C93F}" srcOrd="2" destOrd="0" presId="urn:microsoft.com/office/officeart/2008/layout/LinedList"/>
    <dgm:cxn modelId="{7451BFF2-6BFC-4A37-AB04-F79C40DB55E3}" type="presParOf" srcId="{06C0A7C8-0DD6-44B8-A9AD-EDBB73E309A3}" destId="{69B5E759-19EB-49CF-B52C-92F772D39589}" srcOrd="3" destOrd="0" presId="urn:microsoft.com/office/officeart/2008/layout/LinedList"/>
    <dgm:cxn modelId="{5C1DC1F9-D8B6-44A6-94EC-58A21A6A0446}" type="presParOf" srcId="{69B5E759-19EB-49CF-B52C-92F772D39589}" destId="{7364B2CA-87CB-452D-80A8-67D3EE2FB6CD}" srcOrd="0" destOrd="0" presId="urn:microsoft.com/office/officeart/2008/layout/LinedList"/>
    <dgm:cxn modelId="{1818A72F-EA8D-46A3-BB03-C45341EED023}" type="presParOf" srcId="{69B5E759-19EB-49CF-B52C-92F772D39589}" destId="{C5A4450A-54C5-4587-B2ED-349C706650AC}" srcOrd="1" destOrd="0" presId="urn:microsoft.com/office/officeart/2008/layout/LinedList"/>
    <dgm:cxn modelId="{5CDECD53-1066-4820-ACF3-7AD572A9CB06}" type="presParOf" srcId="{06C0A7C8-0DD6-44B8-A9AD-EDBB73E309A3}" destId="{5929147A-463A-4076-A512-B4143E49E5DD}" srcOrd="4" destOrd="0" presId="urn:microsoft.com/office/officeart/2008/layout/LinedList"/>
    <dgm:cxn modelId="{E3BF5DF4-8790-4CA6-B561-E0AB967E519E}" type="presParOf" srcId="{06C0A7C8-0DD6-44B8-A9AD-EDBB73E309A3}" destId="{527B8F76-BB59-4DCC-B4BB-90DD03C60B10}" srcOrd="5" destOrd="0" presId="urn:microsoft.com/office/officeart/2008/layout/LinedList"/>
    <dgm:cxn modelId="{62AA93E3-A77B-45EC-8A9A-6D1ADC9007C2}" type="presParOf" srcId="{527B8F76-BB59-4DCC-B4BB-90DD03C60B10}" destId="{E14ED2DE-EEA4-4690-8906-ABE09BA18E30}" srcOrd="0" destOrd="0" presId="urn:microsoft.com/office/officeart/2008/layout/LinedList"/>
    <dgm:cxn modelId="{C5D2C72E-C1BE-4676-88D6-DEC554DD8FCA}" type="presParOf" srcId="{527B8F76-BB59-4DCC-B4BB-90DD03C60B10}" destId="{707CFC86-C186-4853-893C-AF09F3173497}" srcOrd="1" destOrd="0" presId="urn:microsoft.com/office/officeart/2008/layout/LinedList"/>
    <dgm:cxn modelId="{35EA6FEF-ED8F-43FE-91AF-73899DAD3C13}" type="presParOf" srcId="{06C0A7C8-0DD6-44B8-A9AD-EDBB73E309A3}" destId="{A26D2368-0986-4158-95DB-5D980DEB4617}" srcOrd="6" destOrd="0" presId="urn:microsoft.com/office/officeart/2008/layout/LinedList"/>
    <dgm:cxn modelId="{6F00BC74-48A9-44CC-B884-10891C4C2674}" type="presParOf" srcId="{06C0A7C8-0DD6-44B8-A9AD-EDBB73E309A3}" destId="{C93A267F-3F8C-41DE-B5C9-FF12ADBBBB05}" srcOrd="7" destOrd="0" presId="urn:microsoft.com/office/officeart/2008/layout/LinedList"/>
    <dgm:cxn modelId="{2CFE4779-B828-4AF0-9C1A-978DD1914760}" type="presParOf" srcId="{C93A267F-3F8C-41DE-B5C9-FF12ADBBBB05}" destId="{FB62E58B-A60E-4E91-A95A-223A571C4F0D}" srcOrd="0" destOrd="0" presId="urn:microsoft.com/office/officeart/2008/layout/LinedList"/>
    <dgm:cxn modelId="{96DA813C-57C1-43EC-9701-2987B628B1A1}" type="presParOf" srcId="{C93A267F-3F8C-41DE-B5C9-FF12ADBBBB05}" destId="{05A9CDF4-8D9C-4418-A259-AEC3E20A5E89}" srcOrd="1" destOrd="0" presId="urn:microsoft.com/office/officeart/2008/layout/LinedList"/>
    <dgm:cxn modelId="{EA3E7452-826F-4C03-BBFB-4310633E196D}" type="presParOf" srcId="{06C0A7C8-0DD6-44B8-A9AD-EDBB73E309A3}" destId="{A478E857-773C-4459-9AFC-3157B3677F62}" srcOrd="8" destOrd="0" presId="urn:microsoft.com/office/officeart/2008/layout/LinedList"/>
    <dgm:cxn modelId="{CF0DEB17-1FB5-4E80-80D1-271B3E6CD34A}" type="presParOf" srcId="{06C0A7C8-0DD6-44B8-A9AD-EDBB73E309A3}" destId="{76CA338F-E736-49C2-A7E8-4D007E395CA4}" srcOrd="9" destOrd="0" presId="urn:microsoft.com/office/officeart/2008/layout/LinedList"/>
    <dgm:cxn modelId="{17F2B89E-65D9-4955-BE3D-342334283513}" type="presParOf" srcId="{76CA338F-E736-49C2-A7E8-4D007E395CA4}" destId="{B6033871-DDA9-4AE5-8187-846CCD06982B}" srcOrd="0" destOrd="0" presId="urn:microsoft.com/office/officeart/2008/layout/LinedList"/>
    <dgm:cxn modelId="{5BD5A57E-1E15-48DC-9BDD-E0F033EF6BEC}" type="presParOf" srcId="{76CA338F-E736-49C2-A7E8-4D007E395CA4}" destId="{0BE3CF01-7245-44D2-BD1D-0A17A3CE581D}" srcOrd="1" destOrd="0" presId="urn:microsoft.com/office/officeart/2008/layout/LinedList"/>
    <dgm:cxn modelId="{6528785B-9C9D-4464-AA69-B7ED673ED549}" type="presParOf" srcId="{06C0A7C8-0DD6-44B8-A9AD-EDBB73E309A3}" destId="{2D95FF68-D69B-41A7-AE1A-275FE1EA52B5}" srcOrd="10" destOrd="0" presId="urn:microsoft.com/office/officeart/2008/layout/LinedList"/>
    <dgm:cxn modelId="{0D1CC457-B2CB-4ADD-B446-67398FF37D56}" type="presParOf" srcId="{06C0A7C8-0DD6-44B8-A9AD-EDBB73E309A3}" destId="{C45D85E8-60FF-4371-A295-DF5FF0E22FA0}" srcOrd="11" destOrd="0" presId="urn:microsoft.com/office/officeart/2008/layout/LinedList"/>
    <dgm:cxn modelId="{02715DFA-BCAB-4BCA-A7B9-2871A60D84FB}" type="presParOf" srcId="{C45D85E8-60FF-4371-A295-DF5FF0E22FA0}" destId="{31BCACD6-DED2-4A7E-AA0C-76AA6C1C97C4}" srcOrd="0" destOrd="0" presId="urn:microsoft.com/office/officeart/2008/layout/LinedList"/>
    <dgm:cxn modelId="{261FF133-118B-4527-BF62-2E813FD75BBE}" type="presParOf" srcId="{C45D85E8-60FF-4371-A295-DF5FF0E22FA0}" destId="{1AAC0EFF-1E4F-4081-A8DC-D10827E07E09}" srcOrd="1" destOrd="0" presId="urn:microsoft.com/office/officeart/2008/layout/LinedList"/>
    <dgm:cxn modelId="{13FC5214-6A6A-4D5B-B7B0-006978624AFF}" type="presParOf" srcId="{06C0A7C8-0DD6-44B8-A9AD-EDBB73E309A3}" destId="{E277DD16-B97E-44EC-A5A7-85D72E4E8A30}" srcOrd="12" destOrd="0" presId="urn:microsoft.com/office/officeart/2008/layout/LinedList"/>
    <dgm:cxn modelId="{45077735-4365-4072-9EBD-5FF9103303F8}" type="presParOf" srcId="{06C0A7C8-0DD6-44B8-A9AD-EDBB73E309A3}" destId="{F9956306-5A93-44E7-9F6B-0589B6EBF02E}" srcOrd="13" destOrd="0" presId="urn:microsoft.com/office/officeart/2008/layout/LinedList"/>
    <dgm:cxn modelId="{A2702E3E-FBF3-4229-91BB-EAF34B1790C2}" type="presParOf" srcId="{F9956306-5A93-44E7-9F6B-0589B6EBF02E}" destId="{757AAF07-864D-4B2B-B086-81BE66A4D27C}" srcOrd="0" destOrd="0" presId="urn:microsoft.com/office/officeart/2008/layout/LinedList"/>
    <dgm:cxn modelId="{0BAF823B-BE9E-4A20-96DA-33F75B37FE80}" type="presParOf" srcId="{F9956306-5A93-44E7-9F6B-0589B6EBF02E}" destId="{467D320A-CC80-4CA9-9543-38E26EE21B3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EC30C47F-5C28-4DA7-99B0-167F59146300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747E573-E229-44C7-BA7E-7994F749C78E}">
      <dgm:prSet/>
      <dgm:spPr/>
      <dgm:t>
        <a:bodyPr/>
        <a:lstStyle/>
        <a:p>
          <a:r>
            <a:rPr lang="uk-UA" b="0" i="0"/>
            <a:t>Росія</a:t>
          </a:r>
          <a:endParaRPr lang="uk-UA"/>
        </a:p>
      </dgm:t>
    </dgm:pt>
    <dgm:pt modelId="{4AB5BF1A-028F-4C4B-B97B-E9A8EE656C9F}" type="parTrans" cxnId="{C8511821-A990-4B9A-9364-8B140D02D72D}">
      <dgm:prSet/>
      <dgm:spPr/>
      <dgm:t>
        <a:bodyPr/>
        <a:lstStyle/>
        <a:p>
          <a:endParaRPr lang="uk-UA"/>
        </a:p>
      </dgm:t>
    </dgm:pt>
    <dgm:pt modelId="{3E7E6D56-68B3-49AA-9128-D7BEF1203BA6}" type="sibTrans" cxnId="{C8511821-A990-4B9A-9364-8B140D02D72D}">
      <dgm:prSet/>
      <dgm:spPr/>
      <dgm:t>
        <a:bodyPr/>
        <a:lstStyle/>
        <a:p>
          <a:endParaRPr lang="uk-UA"/>
        </a:p>
      </dgm:t>
    </dgm:pt>
    <dgm:pt modelId="{3D70E4A9-5180-4CCD-AF27-D28499F96186}">
      <dgm:prSet/>
      <dgm:spPr/>
      <dgm:t>
        <a:bodyPr/>
        <a:lstStyle/>
        <a:p>
          <a:r>
            <a:rPr lang="uk-UA" b="0" i="0"/>
            <a:t>США</a:t>
          </a:r>
          <a:endParaRPr lang="uk-UA"/>
        </a:p>
      </dgm:t>
    </dgm:pt>
    <dgm:pt modelId="{3F250D6F-97B5-49FF-923C-790419D18890}" type="parTrans" cxnId="{2C2A97EA-A906-409C-9F13-7EAEB05FBF97}">
      <dgm:prSet/>
      <dgm:spPr/>
      <dgm:t>
        <a:bodyPr/>
        <a:lstStyle/>
        <a:p>
          <a:endParaRPr lang="uk-UA"/>
        </a:p>
      </dgm:t>
    </dgm:pt>
    <dgm:pt modelId="{203B0B19-5F09-4EF8-98F8-ADF3BF871A37}" type="sibTrans" cxnId="{2C2A97EA-A906-409C-9F13-7EAEB05FBF97}">
      <dgm:prSet/>
      <dgm:spPr/>
      <dgm:t>
        <a:bodyPr/>
        <a:lstStyle/>
        <a:p>
          <a:endParaRPr lang="uk-UA"/>
        </a:p>
      </dgm:t>
    </dgm:pt>
    <dgm:pt modelId="{ABAB025E-3B15-4AFF-9313-C4B474D4F7D1}">
      <dgm:prSet/>
      <dgm:spPr/>
      <dgm:t>
        <a:bodyPr/>
        <a:lstStyle/>
        <a:p>
          <a:r>
            <a:rPr lang="uk-UA" b="0" i="0"/>
            <a:t>Італія</a:t>
          </a:r>
          <a:endParaRPr lang="uk-UA"/>
        </a:p>
      </dgm:t>
    </dgm:pt>
    <dgm:pt modelId="{38C57A86-AEF6-493A-8675-C3322296C17E}" type="parTrans" cxnId="{6EA9A0B5-B773-4874-8F87-E433477304E7}">
      <dgm:prSet/>
      <dgm:spPr/>
      <dgm:t>
        <a:bodyPr/>
        <a:lstStyle/>
        <a:p>
          <a:endParaRPr lang="uk-UA"/>
        </a:p>
      </dgm:t>
    </dgm:pt>
    <dgm:pt modelId="{8F84E7E0-6C9D-4AFF-BA2E-0D32277F3BBF}" type="sibTrans" cxnId="{6EA9A0B5-B773-4874-8F87-E433477304E7}">
      <dgm:prSet/>
      <dgm:spPr/>
      <dgm:t>
        <a:bodyPr/>
        <a:lstStyle/>
        <a:p>
          <a:endParaRPr lang="uk-UA"/>
        </a:p>
      </dgm:t>
    </dgm:pt>
    <dgm:pt modelId="{7F3696DC-0F05-4421-99EC-75E111845EF1}" type="pres">
      <dgm:prSet presAssocID="{EC30C47F-5C28-4DA7-99B0-167F59146300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769AC90-7931-4EB1-8A61-336F7878ED60}" type="pres">
      <dgm:prSet presAssocID="{4747E573-E229-44C7-BA7E-7994F749C78E}" presName="composite" presStyleCnt="0"/>
      <dgm:spPr/>
    </dgm:pt>
    <dgm:pt modelId="{E942BC87-B73E-44C7-94C0-62E8D3EFAF64}" type="pres">
      <dgm:prSet presAssocID="{4747E573-E229-44C7-BA7E-7994F749C78E}" presName="imgShp" presStyleLbl="fgImgPlace1" presStyleIdx="0" presStyleCnt="3"/>
      <dgm:spPr/>
    </dgm:pt>
    <dgm:pt modelId="{773DE1F2-8410-4BC0-BBC1-8940B4C4310F}" type="pres">
      <dgm:prSet presAssocID="{4747E573-E229-44C7-BA7E-7994F749C78E}" presName="txShp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E506469-3014-4892-BF9F-C2672F3FB07B}" type="pres">
      <dgm:prSet presAssocID="{3E7E6D56-68B3-49AA-9128-D7BEF1203BA6}" presName="spacing" presStyleCnt="0"/>
      <dgm:spPr/>
    </dgm:pt>
    <dgm:pt modelId="{05760787-CB1C-47DB-A03D-9242060739E7}" type="pres">
      <dgm:prSet presAssocID="{3D70E4A9-5180-4CCD-AF27-D28499F96186}" presName="composite" presStyleCnt="0"/>
      <dgm:spPr/>
    </dgm:pt>
    <dgm:pt modelId="{5EA332AB-FBA7-40BA-A4D0-038D745CE059}" type="pres">
      <dgm:prSet presAssocID="{3D70E4A9-5180-4CCD-AF27-D28499F96186}" presName="imgShp" presStyleLbl="fgImgPlace1" presStyleIdx="1" presStyleCnt="3"/>
      <dgm:spPr/>
    </dgm:pt>
    <dgm:pt modelId="{788FFDEB-A7E8-43C3-8F04-C942EBACFFC2}" type="pres">
      <dgm:prSet presAssocID="{3D70E4A9-5180-4CCD-AF27-D28499F96186}" presName="txShp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DFDAB35-A5F8-4B34-8D86-5BB40AD1BEB3}" type="pres">
      <dgm:prSet presAssocID="{203B0B19-5F09-4EF8-98F8-ADF3BF871A37}" presName="spacing" presStyleCnt="0"/>
      <dgm:spPr/>
    </dgm:pt>
    <dgm:pt modelId="{A51BA384-E647-4789-BA09-1B60E836AA2B}" type="pres">
      <dgm:prSet presAssocID="{ABAB025E-3B15-4AFF-9313-C4B474D4F7D1}" presName="composite" presStyleCnt="0"/>
      <dgm:spPr/>
    </dgm:pt>
    <dgm:pt modelId="{0AE6CA62-E357-40DA-A3B5-7026135AFA36}" type="pres">
      <dgm:prSet presAssocID="{ABAB025E-3B15-4AFF-9313-C4B474D4F7D1}" presName="imgShp" presStyleLbl="fgImgPlace1" presStyleIdx="2" presStyleCnt="3"/>
      <dgm:spPr/>
    </dgm:pt>
    <dgm:pt modelId="{F968B9F6-3DD7-4CC3-ABC6-1C004704877F}" type="pres">
      <dgm:prSet presAssocID="{ABAB025E-3B15-4AFF-9313-C4B474D4F7D1}" presName="txShp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EA9A0B5-B773-4874-8F87-E433477304E7}" srcId="{EC30C47F-5C28-4DA7-99B0-167F59146300}" destId="{ABAB025E-3B15-4AFF-9313-C4B474D4F7D1}" srcOrd="2" destOrd="0" parTransId="{38C57A86-AEF6-493A-8675-C3322296C17E}" sibTransId="{8F84E7E0-6C9D-4AFF-BA2E-0D32277F3BBF}"/>
    <dgm:cxn modelId="{9E975EA3-23D3-4125-801C-A8E4BF620963}" type="presOf" srcId="{3D70E4A9-5180-4CCD-AF27-D28499F96186}" destId="{788FFDEB-A7E8-43C3-8F04-C942EBACFFC2}" srcOrd="0" destOrd="0" presId="urn:microsoft.com/office/officeart/2005/8/layout/vList3"/>
    <dgm:cxn modelId="{2C2A97EA-A906-409C-9F13-7EAEB05FBF97}" srcId="{EC30C47F-5C28-4DA7-99B0-167F59146300}" destId="{3D70E4A9-5180-4CCD-AF27-D28499F96186}" srcOrd="1" destOrd="0" parTransId="{3F250D6F-97B5-49FF-923C-790419D18890}" sibTransId="{203B0B19-5F09-4EF8-98F8-ADF3BF871A37}"/>
    <dgm:cxn modelId="{57B77D90-724E-46FC-9F18-25D891BA7C90}" type="presOf" srcId="{EC30C47F-5C28-4DA7-99B0-167F59146300}" destId="{7F3696DC-0F05-4421-99EC-75E111845EF1}" srcOrd="0" destOrd="0" presId="urn:microsoft.com/office/officeart/2005/8/layout/vList3"/>
    <dgm:cxn modelId="{0CD0C4BE-BEBF-4627-ABF7-6C5050DA510F}" type="presOf" srcId="{4747E573-E229-44C7-BA7E-7994F749C78E}" destId="{773DE1F2-8410-4BC0-BBC1-8940B4C4310F}" srcOrd="0" destOrd="0" presId="urn:microsoft.com/office/officeart/2005/8/layout/vList3"/>
    <dgm:cxn modelId="{053EFE70-D288-458F-BB77-378BBF784F69}" type="presOf" srcId="{ABAB025E-3B15-4AFF-9313-C4B474D4F7D1}" destId="{F968B9F6-3DD7-4CC3-ABC6-1C004704877F}" srcOrd="0" destOrd="0" presId="urn:microsoft.com/office/officeart/2005/8/layout/vList3"/>
    <dgm:cxn modelId="{C8511821-A990-4B9A-9364-8B140D02D72D}" srcId="{EC30C47F-5C28-4DA7-99B0-167F59146300}" destId="{4747E573-E229-44C7-BA7E-7994F749C78E}" srcOrd="0" destOrd="0" parTransId="{4AB5BF1A-028F-4C4B-B97B-E9A8EE656C9F}" sibTransId="{3E7E6D56-68B3-49AA-9128-D7BEF1203BA6}"/>
    <dgm:cxn modelId="{A0360D89-BE56-4685-96C4-2FA15DDB2755}" type="presParOf" srcId="{7F3696DC-0F05-4421-99EC-75E111845EF1}" destId="{C769AC90-7931-4EB1-8A61-336F7878ED60}" srcOrd="0" destOrd="0" presId="urn:microsoft.com/office/officeart/2005/8/layout/vList3"/>
    <dgm:cxn modelId="{FD23533D-2782-4A86-9B74-A7C0524DB4E9}" type="presParOf" srcId="{C769AC90-7931-4EB1-8A61-336F7878ED60}" destId="{E942BC87-B73E-44C7-94C0-62E8D3EFAF64}" srcOrd="0" destOrd="0" presId="urn:microsoft.com/office/officeart/2005/8/layout/vList3"/>
    <dgm:cxn modelId="{33C58B83-966A-4C61-9598-12162E58CE3C}" type="presParOf" srcId="{C769AC90-7931-4EB1-8A61-336F7878ED60}" destId="{773DE1F2-8410-4BC0-BBC1-8940B4C4310F}" srcOrd="1" destOrd="0" presId="urn:microsoft.com/office/officeart/2005/8/layout/vList3"/>
    <dgm:cxn modelId="{6A37E45C-79D9-4FEB-8E58-78E2135E1396}" type="presParOf" srcId="{7F3696DC-0F05-4421-99EC-75E111845EF1}" destId="{AE506469-3014-4892-BF9F-C2672F3FB07B}" srcOrd="1" destOrd="0" presId="urn:microsoft.com/office/officeart/2005/8/layout/vList3"/>
    <dgm:cxn modelId="{0E7B7CCC-5B3F-469C-8DFE-EC4AC3792238}" type="presParOf" srcId="{7F3696DC-0F05-4421-99EC-75E111845EF1}" destId="{05760787-CB1C-47DB-A03D-9242060739E7}" srcOrd="2" destOrd="0" presId="urn:microsoft.com/office/officeart/2005/8/layout/vList3"/>
    <dgm:cxn modelId="{D73A66E9-117C-41B6-BB9A-2281850221B2}" type="presParOf" srcId="{05760787-CB1C-47DB-A03D-9242060739E7}" destId="{5EA332AB-FBA7-40BA-A4D0-038D745CE059}" srcOrd="0" destOrd="0" presId="urn:microsoft.com/office/officeart/2005/8/layout/vList3"/>
    <dgm:cxn modelId="{1D6EDB39-1A38-4C4F-AA16-F184EF92A54A}" type="presParOf" srcId="{05760787-CB1C-47DB-A03D-9242060739E7}" destId="{788FFDEB-A7E8-43C3-8F04-C942EBACFFC2}" srcOrd="1" destOrd="0" presId="urn:microsoft.com/office/officeart/2005/8/layout/vList3"/>
    <dgm:cxn modelId="{2568FB25-E369-46DB-9CC1-E7CD761D776C}" type="presParOf" srcId="{7F3696DC-0F05-4421-99EC-75E111845EF1}" destId="{ADFDAB35-A5F8-4B34-8D86-5BB40AD1BEB3}" srcOrd="3" destOrd="0" presId="urn:microsoft.com/office/officeart/2005/8/layout/vList3"/>
    <dgm:cxn modelId="{EF45F839-7ED7-4AC8-97A9-C011CC482A9C}" type="presParOf" srcId="{7F3696DC-0F05-4421-99EC-75E111845EF1}" destId="{A51BA384-E647-4789-BA09-1B60E836AA2B}" srcOrd="4" destOrd="0" presId="urn:microsoft.com/office/officeart/2005/8/layout/vList3"/>
    <dgm:cxn modelId="{2884259B-A57A-4B7A-9D16-740F60EF15E9}" type="presParOf" srcId="{A51BA384-E647-4789-BA09-1B60E836AA2B}" destId="{0AE6CA62-E357-40DA-A3B5-7026135AFA36}" srcOrd="0" destOrd="0" presId="urn:microsoft.com/office/officeart/2005/8/layout/vList3"/>
    <dgm:cxn modelId="{44DB7AB9-6ADA-4FF6-985B-41D083ECEFA2}" type="presParOf" srcId="{A51BA384-E647-4789-BA09-1B60E836AA2B}" destId="{F968B9F6-3DD7-4CC3-ABC6-1C004704877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6D05341C-F440-494F-983B-FE82C37DED98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F66268E-B555-4B7F-A73B-32C5FEC81F7C}">
      <dgm:prSet/>
      <dgm:spPr/>
      <dgm:t>
        <a:bodyPr/>
        <a:lstStyle/>
        <a:p>
          <a:r>
            <a:rPr lang="ru-RU" b="0" i="0"/>
            <a:t>Китай</a:t>
          </a:r>
          <a:endParaRPr lang="uk-UA"/>
        </a:p>
      </dgm:t>
    </dgm:pt>
    <dgm:pt modelId="{B15E8538-6534-47B1-8956-06C9068A637E}" type="parTrans" cxnId="{E537157B-CA6F-447E-BB78-E02BAE65CFCC}">
      <dgm:prSet/>
      <dgm:spPr/>
      <dgm:t>
        <a:bodyPr/>
        <a:lstStyle/>
        <a:p>
          <a:endParaRPr lang="uk-UA"/>
        </a:p>
      </dgm:t>
    </dgm:pt>
    <dgm:pt modelId="{E90C7F16-CCC8-414C-8083-7E6B1B24D1D8}" type="sibTrans" cxnId="{E537157B-CA6F-447E-BB78-E02BAE65CFCC}">
      <dgm:prSet/>
      <dgm:spPr/>
      <dgm:t>
        <a:bodyPr/>
        <a:lstStyle/>
        <a:p>
          <a:endParaRPr lang="uk-UA"/>
        </a:p>
      </dgm:t>
    </dgm:pt>
    <dgm:pt modelId="{62E09E07-27BB-46CF-9EE6-DD05AF825768}">
      <dgm:prSet/>
      <dgm:spPr/>
      <dgm:t>
        <a:bodyPr/>
        <a:lstStyle/>
        <a:p>
          <a:r>
            <a:rPr lang="ru-RU" b="0" i="0"/>
            <a:t>Велика Британія</a:t>
          </a:r>
          <a:endParaRPr lang="uk-UA"/>
        </a:p>
      </dgm:t>
    </dgm:pt>
    <dgm:pt modelId="{C5B6AA3E-3CFB-4E39-A0C2-19A9646C3868}" type="parTrans" cxnId="{E8FA5989-4549-4B4A-8208-53E321A81C0B}">
      <dgm:prSet/>
      <dgm:spPr/>
      <dgm:t>
        <a:bodyPr/>
        <a:lstStyle/>
        <a:p>
          <a:endParaRPr lang="uk-UA"/>
        </a:p>
      </dgm:t>
    </dgm:pt>
    <dgm:pt modelId="{8611CAE3-406F-4692-B81D-9A3FC98DADBA}" type="sibTrans" cxnId="{E8FA5989-4549-4B4A-8208-53E321A81C0B}">
      <dgm:prSet/>
      <dgm:spPr/>
      <dgm:t>
        <a:bodyPr/>
        <a:lstStyle/>
        <a:p>
          <a:endParaRPr lang="uk-UA"/>
        </a:p>
      </dgm:t>
    </dgm:pt>
    <dgm:pt modelId="{2672C01B-BBFB-43C9-B85F-A6DFC672F0D3}">
      <dgm:prSet/>
      <dgm:spPr/>
      <dgm:t>
        <a:bodyPr/>
        <a:lstStyle/>
        <a:p>
          <a:r>
            <a:rPr lang="ru-RU" b="0" i="0"/>
            <a:t>Франція</a:t>
          </a:r>
          <a:endParaRPr lang="uk-UA"/>
        </a:p>
      </dgm:t>
    </dgm:pt>
    <dgm:pt modelId="{6E17D55F-CF1E-4661-8089-00E82D1BD98C}" type="parTrans" cxnId="{E35ECE93-F928-4DE7-951E-B9049C4CEF48}">
      <dgm:prSet/>
      <dgm:spPr/>
      <dgm:t>
        <a:bodyPr/>
        <a:lstStyle/>
        <a:p>
          <a:endParaRPr lang="uk-UA"/>
        </a:p>
      </dgm:t>
    </dgm:pt>
    <dgm:pt modelId="{E3034265-A542-4B2B-8952-BAB3E5025417}" type="sibTrans" cxnId="{E35ECE93-F928-4DE7-951E-B9049C4CEF48}">
      <dgm:prSet/>
      <dgm:spPr/>
      <dgm:t>
        <a:bodyPr/>
        <a:lstStyle/>
        <a:p>
          <a:endParaRPr lang="uk-UA"/>
        </a:p>
      </dgm:t>
    </dgm:pt>
    <dgm:pt modelId="{3E0603C4-3E1C-46A9-86CA-4A6669901055}">
      <dgm:prSet/>
      <dgm:spPr/>
      <dgm:t>
        <a:bodyPr/>
        <a:lstStyle/>
        <a:p>
          <a:r>
            <a:rPr lang="ru-RU" b="0" i="0"/>
            <a:t>Німеччина</a:t>
          </a:r>
          <a:endParaRPr lang="uk-UA"/>
        </a:p>
      </dgm:t>
    </dgm:pt>
    <dgm:pt modelId="{24F96366-DC0D-4F62-9C03-E872A82AA86D}" type="parTrans" cxnId="{ED2CEED3-A972-4595-B5A7-A3EC47BA1C66}">
      <dgm:prSet/>
      <dgm:spPr/>
      <dgm:t>
        <a:bodyPr/>
        <a:lstStyle/>
        <a:p>
          <a:endParaRPr lang="uk-UA"/>
        </a:p>
      </dgm:t>
    </dgm:pt>
    <dgm:pt modelId="{C120CAD0-9BE0-4924-8B1E-3BD3A0AB894F}" type="sibTrans" cxnId="{ED2CEED3-A972-4595-B5A7-A3EC47BA1C66}">
      <dgm:prSet/>
      <dgm:spPr/>
      <dgm:t>
        <a:bodyPr/>
        <a:lstStyle/>
        <a:p>
          <a:endParaRPr lang="uk-UA"/>
        </a:p>
      </dgm:t>
    </dgm:pt>
    <dgm:pt modelId="{150C7637-1D15-4A2F-9FA3-26DE3D813C9E}" type="pres">
      <dgm:prSet presAssocID="{6D05341C-F440-494F-983B-FE82C37DED98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2898869-9746-4066-BE75-EFE790CCB9E4}" type="pres">
      <dgm:prSet presAssocID="{6F66268E-B555-4B7F-A73B-32C5FEC81F7C}" presName="composite" presStyleCnt="0"/>
      <dgm:spPr/>
    </dgm:pt>
    <dgm:pt modelId="{1D17E0A8-BFEF-4144-B56C-B05E61F29AE5}" type="pres">
      <dgm:prSet presAssocID="{6F66268E-B555-4B7F-A73B-32C5FEC81F7C}" presName="imgShp" presStyleLbl="fgImgPlace1" presStyleIdx="0" presStyleCnt="4"/>
      <dgm:spPr/>
    </dgm:pt>
    <dgm:pt modelId="{569AD972-0B9F-47F7-A1A6-0B665EABCCA4}" type="pres">
      <dgm:prSet presAssocID="{6F66268E-B555-4B7F-A73B-32C5FEC81F7C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2B5016F-0E79-4FD0-A4B8-16A925722AE0}" type="pres">
      <dgm:prSet presAssocID="{E90C7F16-CCC8-414C-8083-7E6B1B24D1D8}" presName="spacing" presStyleCnt="0"/>
      <dgm:spPr/>
    </dgm:pt>
    <dgm:pt modelId="{0CA3C434-A6E4-46EC-85C0-7319FF20F877}" type="pres">
      <dgm:prSet presAssocID="{62E09E07-27BB-46CF-9EE6-DD05AF825768}" presName="composite" presStyleCnt="0"/>
      <dgm:spPr/>
    </dgm:pt>
    <dgm:pt modelId="{AC487989-CDA3-4069-8484-8E963997C213}" type="pres">
      <dgm:prSet presAssocID="{62E09E07-27BB-46CF-9EE6-DD05AF825768}" presName="imgShp" presStyleLbl="fgImgPlace1" presStyleIdx="1" presStyleCnt="4"/>
      <dgm:spPr/>
    </dgm:pt>
    <dgm:pt modelId="{6AE8572F-45F4-4C7F-865A-90A8E49C3815}" type="pres">
      <dgm:prSet presAssocID="{62E09E07-27BB-46CF-9EE6-DD05AF825768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AEA4A7D-27A7-4654-8D44-4904F7E3E169}" type="pres">
      <dgm:prSet presAssocID="{8611CAE3-406F-4692-B81D-9A3FC98DADBA}" presName="spacing" presStyleCnt="0"/>
      <dgm:spPr/>
    </dgm:pt>
    <dgm:pt modelId="{37752338-B1E7-4D66-8ADA-615A7935F54C}" type="pres">
      <dgm:prSet presAssocID="{2672C01B-BBFB-43C9-B85F-A6DFC672F0D3}" presName="composite" presStyleCnt="0"/>
      <dgm:spPr/>
    </dgm:pt>
    <dgm:pt modelId="{35A31002-B49F-4079-B6C5-DAF3E54B7FF0}" type="pres">
      <dgm:prSet presAssocID="{2672C01B-BBFB-43C9-B85F-A6DFC672F0D3}" presName="imgShp" presStyleLbl="fgImgPlace1" presStyleIdx="2" presStyleCnt="4"/>
      <dgm:spPr/>
    </dgm:pt>
    <dgm:pt modelId="{43B84542-2D05-4C05-A303-B666B9DA4E69}" type="pres">
      <dgm:prSet presAssocID="{2672C01B-BBFB-43C9-B85F-A6DFC672F0D3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B753358-E408-46C9-8EAE-607260871B1B}" type="pres">
      <dgm:prSet presAssocID="{E3034265-A542-4B2B-8952-BAB3E5025417}" presName="spacing" presStyleCnt="0"/>
      <dgm:spPr/>
    </dgm:pt>
    <dgm:pt modelId="{26E44765-DDF2-4D4A-A019-01FBA6C86C68}" type="pres">
      <dgm:prSet presAssocID="{3E0603C4-3E1C-46A9-86CA-4A6669901055}" presName="composite" presStyleCnt="0"/>
      <dgm:spPr/>
    </dgm:pt>
    <dgm:pt modelId="{DEB3DEC8-D424-471C-8961-99B8DC4FF1A3}" type="pres">
      <dgm:prSet presAssocID="{3E0603C4-3E1C-46A9-86CA-4A6669901055}" presName="imgShp" presStyleLbl="fgImgPlace1" presStyleIdx="3" presStyleCnt="4"/>
      <dgm:spPr/>
    </dgm:pt>
    <dgm:pt modelId="{265F4825-CF73-49BF-90F2-91B1EA595A71}" type="pres">
      <dgm:prSet presAssocID="{3E0603C4-3E1C-46A9-86CA-4A6669901055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8FA5989-4549-4B4A-8208-53E321A81C0B}" srcId="{6D05341C-F440-494F-983B-FE82C37DED98}" destId="{62E09E07-27BB-46CF-9EE6-DD05AF825768}" srcOrd="1" destOrd="0" parTransId="{C5B6AA3E-3CFB-4E39-A0C2-19A9646C3868}" sibTransId="{8611CAE3-406F-4692-B81D-9A3FC98DADBA}"/>
    <dgm:cxn modelId="{AA41B93A-4E09-4A01-A21E-55A6B17E845E}" type="presOf" srcId="{6D05341C-F440-494F-983B-FE82C37DED98}" destId="{150C7637-1D15-4A2F-9FA3-26DE3D813C9E}" srcOrd="0" destOrd="0" presId="urn:microsoft.com/office/officeart/2005/8/layout/vList3"/>
    <dgm:cxn modelId="{9586CAFB-2E5E-4D07-BF2D-A31ADD355F94}" type="presOf" srcId="{2672C01B-BBFB-43C9-B85F-A6DFC672F0D3}" destId="{43B84542-2D05-4C05-A303-B666B9DA4E69}" srcOrd="0" destOrd="0" presId="urn:microsoft.com/office/officeart/2005/8/layout/vList3"/>
    <dgm:cxn modelId="{E35ECE93-F928-4DE7-951E-B9049C4CEF48}" srcId="{6D05341C-F440-494F-983B-FE82C37DED98}" destId="{2672C01B-BBFB-43C9-B85F-A6DFC672F0D3}" srcOrd="2" destOrd="0" parTransId="{6E17D55F-CF1E-4661-8089-00E82D1BD98C}" sibTransId="{E3034265-A542-4B2B-8952-BAB3E5025417}"/>
    <dgm:cxn modelId="{E537157B-CA6F-447E-BB78-E02BAE65CFCC}" srcId="{6D05341C-F440-494F-983B-FE82C37DED98}" destId="{6F66268E-B555-4B7F-A73B-32C5FEC81F7C}" srcOrd="0" destOrd="0" parTransId="{B15E8538-6534-47B1-8956-06C9068A637E}" sibTransId="{E90C7F16-CCC8-414C-8083-7E6B1B24D1D8}"/>
    <dgm:cxn modelId="{6AD0EFA8-9273-4372-A3CE-289030DA59ED}" type="presOf" srcId="{62E09E07-27BB-46CF-9EE6-DD05AF825768}" destId="{6AE8572F-45F4-4C7F-865A-90A8E49C3815}" srcOrd="0" destOrd="0" presId="urn:microsoft.com/office/officeart/2005/8/layout/vList3"/>
    <dgm:cxn modelId="{C956D2A7-30FC-4420-ACAE-A1438F349225}" type="presOf" srcId="{6F66268E-B555-4B7F-A73B-32C5FEC81F7C}" destId="{569AD972-0B9F-47F7-A1A6-0B665EABCCA4}" srcOrd="0" destOrd="0" presId="urn:microsoft.com/office/officeart/2005/8/layout/vList3"/>
    <dgm:cxn modelId="{ED2CEED3-A972-4595-B5A7-A3EC47BA1C66}" srcId="{6D05341C-F440-494F-983B-FE82C37DED98}" destId="{3E0603C4-3E1C-46A9-86CA-4A6669901055}" srcOrd="3" destOrd="0" parTransId="{24F96366-DC0D-4F62-9C03-E872A82AA86D}" sibTransId="{C120CAD0-9BE0-4924-8B1E-3BD3A0AB894F}"/>
    <dgm:cxn modelId="{12981282-6C0A-46F0-9FCD-55B1AEB31E47}" type="presOf" srcId="{3E0603C4-3E1C-46A9-86CA-4A6669901055}" destId="{265F4825-CF73-49BF-90F2-91B1EA595A71}" srcOrd="0" destOrd="0" presId="urn:microsoft.com/office/officeart/2005/8/layout/vList3"/>
    <dgm:cxn modelId="{1C4004FF-1E6E-41EF-8446-CB6D7B9BAF74}" type="presParOf" srcId="{150C7637-1D15-4A2F-9FA3-26DE3D813C9E}" destId="{D2898869-9746-4066-BE75-EFE790CCB9E4}" srcOrd="0" destOrd="0" presId="urn:microsoft.com/office/officeart/2005/8/layout/vList3"/>
    <dgm:cxn modelId="{B63C8357-65E6-445D-BB95-0BC900264AE1}" type="presParOf" srcId="{D2898869-9746-4066-BE75-EFE790CCB9E4}" destId="{1D17E0A8-BFEF-4144-B56C-B05E61F29AE5}" srcOrd="0" destOrd="0" presId="urn:microsoft.com/office/officeart/2005/8/layout/vList3"/>
    <dgm:cxn modelId="{71112A28-6BCB-410B-A223-C2527ED9161A}" type="presParOf" srcId="{D2898869-9746-4066-BE75-EFE790CCB9E4}" destId="{569AD972-0B9F-47F7-A1A6-0B665EABCCA4}" srcOrd="1" destOrd="0" presId="urn:microsoft.com/office/officeart/2005/8/layout/vList3"/>
    <dgm:cxn modelId="{45226477-E6E5-4C3A-9DEB-56152FEA73CB}" type="presParOf" srcId="{150C7637-1D15-4A2F-9FA3-26DE3D813C9E}" destId="{62B5016F-0E79-4FD0-A4B8-16A925722AE0}" srcOrd="1" destOrd="0" presId="urn:microsoft.com/office/officeart/2005/8/layout/vList3"/>
    <dgm:cxn modelId="{6FB324DE-5FED-4F99-AC37-5542DDC36BAF}" type="presParOf" srcId="{150C7637-1D15-4A2F-9FA3-26DE3D813C9E}" destId="{0CA3C434-A6E4-46EC-85C0-7319FF20F877}" srcOrd="2" destOrd="0" presId="urn:microsoft.com/office/officeart/2005/8/layout/vList3"/>
    <dgm:cxn modelId="{ABE17409-1899-422F-8FE7-EE3521F7DF98}" type="presParOf" srcId="{0CA3C434-A6E4-46EC-85C0-7319FF20F877}" destId="{AC487989-CDA3-4069-8484-8E963997C213}" srcOrd="0" destOrd="0" presId="urn:microsoft.com/office/officeart/2005/8/layout/vList3"/>
    <dgm:cxn modelId="{ADAEE6AE-908C-4754-8623-671628E01C9E}" type="presParOf" srcId="{0CA3C434-A6E4-46EC-85C0-7319FF20F877}" destId="{6AE8572F-45F4-4C7F-865A-90A8E49C3815}" srcOrd="1" destOrd="0" presId="urn:microsoft.com/office/officeart/2005/8/layout/vList3"/>
    <dgm:cxn modelId="{4EA27CF5-DE56-4FCB-B239-D17D14304DE5}" type="presParOf" srcId="{150C7637-1D15-4A2F-9FA3-26DE3D813C9E}" destId="{EAEA4A7D-27A7-4654-8D44-4904F7E3E169}" srcOrd="3" destOrd="0" presId="urn:microsoft.com/office/officeart/2005/8/layout/vList3"/>
    <dgm:cxn modelId="{0059AE05-1429-4F6B-B515-3CDD5C791F81}" type="presParOf" srcId="{150C7637-1D15-4A2F-9FA3-26DE3D813C9E}" destId="{37752338-B1E7-4D66-8ADA-615A7935F54C}" srcOrd="4" destOrd="0" presId="urn:microsoft.com/office/officeart/2005/8/layout/vList3"/>
    <dgm:cxn modelId="{9A1868D7-24AD-41E3-8078-E68A3AF402D6}" type="presParOf" srcId="{37752338-B1E7-4D66-8ADA-615A7935F54C}" destId="{35A31002-B49F-4079-B6C5-DAF3E54B7FF0}" srcOrd="0" destOrd="0" presId="urn:microsoft.com/office/officeart/2005/8/layout/vList3"/>
    <dgm:cxn modelId="{40842C9C-8C23-4B1C-9AA6-8F04A24DD1EF}" type="presParOf" srcId="{37752338-B1E7-4D66-8ADA-615A7935F54C}" destId="{43B84542-2D05-4C05-A303-B666B9DA4E69}" srcOrd="1" destOrd="0" presId="urn:microsoft.com/office/officeart/2005/8/layout/vList3"/>
    <dgm:cxn modelId="{D3F79F73-2F0E-42D5-A16A-3746688D4D5E}" type="presParOf" srcId="{150C7637-1D15-4A2F-9FA3-26DE3D813C9E}" destId="{BB753358-E408-46C9-8EAE-607260871B1B}" srcOrd="5" destOrd="0" presId="urn:microsoft.com/office/officeart/2005/8/layout/vList3"/>
    <dgm:cxn modelId="{3887108C-B9BA-479D-9444-CC7B638FBA62}" type="presParOf" srcId="{150C7637-1D15-4A2F-9FA3-26DE3D813C9E}" destId="{26E44765-DDF2-4D4A-A019-01FBA6C86C68}" srcOrd="6" destOrd="0" presId="urn:microsoft.com/office/officeart/2005/8/layout/vList3"/>
    <dgm:cxn modelId="{B6B8FA85-6F6C-4377-8246-10A91DFB9C7B}" type="presParOf" srcId="{26E44765-DDF2-4D4A-A019-01FBA6C86C68}" destId="{DEB3DEC8-D424-471C-8961-99B8DC4FF1A3}" srcOrd="0" destOrd="0" presId="urn:microsoft.com/office/officeart/2005/8/layout/vList3"/>
    <dgm:cxn modelId="{BEAA46AD-316E-437C-A442-C022366FCBF5}" type="presParOf" srcId="{26E44765-DDF2-4D4A-A019-01FBA6C86C68}" destId="{265F4825-CF73-49BF-90F2-91B1EA595A7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A369B2-9DD3-41BF-976A-D50D8471D2C3}">
      <dsp:nvSpPr>
        <dsp:cNvPr id="0" name=""/>
        <dsp:cNvSpPr/>
      </dsp:nvSpPr>
      <dsp:spPr>
        <a:xfrm>
          <a:off x="0" y="43125"/>
          <a:ext cx="4270247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0" i="0" kern="1200"/>
            <a:t>загибель київського князя Ігоря</a:t>
          </a:r>
          <a:endParaRPr lang="uk-UA" sz="1800" kern="1200"/>
        </a:p>
      </dsp:txBody>
      <dsp:txXfrm>
        <a:off x="34906" y="78031"/>
        <a:ext cx="4200435" cy="645240"/>
      </dsp:txXfrm>
    </dsp:sp>
    <dsp:sp modelId="{60EE656A-754D-4B1D-A735-F14F6B212A57}">
      <dsp:nvSpPr>
        <dsp:cNvPr id="0" name=""/>
        <dsp:cNvSpPr/>
      </dsp:nvSpPr>
      <dsp:spPr>
        <a:xfrm>
          <a:off x="0" y="810018"/>
          <a:ext cx="4270247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0" i="0" kern="1200" dirty="0" err="1"/>
            <a:t>захоплення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влади</a:t>
          </a:r>
          <a:r>
            <a:rPr lang="ru-RU" sz="1800" b="0" i="0" kern="1200" dirty="0"/>
            <a:t> в </a:t>
          </a:r>
          <a:r>
            <a:rPr lang="ru-RU" sz="1800" b="0" i="0" kern="1200" dirty="0" err="1"/>
            <a:t>Києві</a:t>
          </a:r>
          <a:r>
            <a:rPr lang="ru-RU" sz="1800" b="0" i="0" kern="1200" dirty="0"/>
            <a:t> князем Олегом</a:t>
          </a:r>
          <a:endParaRPr lang="uk-UA" sz="1800" kern="1200" dirty="0"/>
        </a:p>
      </dsp:txBody>
      <dsp:txXfrm>
        <a:off x="34906" y="844924"/>
        <a:ext cx="4200435" cy="645240"/>
      </dsp:txXfrm>
    </dsp:sp>
    <dsp:sp modelId="{4FD5E2ED-BE0C-45B9-ABEE-81B33C27F0AD}">
      <dsp:nvSpPr>
        <dsp:cNvPr id="0" name=""/>
        <dsp:cNvSpPr/>
      </dsp:nvSpPr>
      <dsp:spPr>
        <a:xfrm>
          <a:off x="0" y="1576911"/>
          <a:ext cx="4270247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0" i="0" kern="1200" dirty="0" err="1"/>
            <a:t>невдалий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похід</a:t>
          </a:r>
          <a:r>
            <a:rPr lang="ru-RU" sz="1800" b="0" i="0" kern="1200" dirty="0"/>
            <a:t> князя Святослава на </a:t>
          </a:r>
          <a:r>
            <a:rPr lang="ru-RU" sz="1800" b="0" i="0" kern="1200" dirty="0" err="1"/>
            <a:t>Балкани</a:t>
          </a:r>
          <a:endParaRPr lang="uk-UA" sz="1800" kern="1200" dirty="0"/>
        </a:p>
      </dsp:txBody>
      <dsp:txXfrm>
        <a:off x="34906" y="1611817"/>
        <a:ext cx="4200435" cy="645240"/>
      </dsp:txXfrm>
    </dsp:sp>
    <dsp:sp modelId="{6EB72CE7-8E2B-4236-90E4-786D23791220}">
      <dsp:nvSpPr>
        <dsp:cNvPr id="0" name=""/>
        <dsp:cNvSpPr/>
      </dsp:nvSpPr>
      <dsp:spPr>
        <a:xfrm>
          <a:off x="0" y="2343803"/>
          <a:ext cx="4270247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0" i="0" kern="1200" dirty="0"/>
            <a:t>початок </a:t>
          </a:r>
          <a:r>
            <a:rPr lang="ru-RU" sz="1800" b="0" i="0" kern="1200" dirty="0" err="1"/>
            <a:t>систематичних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нападів</a:t>
          </a:r>
          <a:r>
            <a:rPr lang="ru-RU" sz="1800" b="0" i="0" kern="1200" dirty="0"/>
            <a:t> на Русь-</a:t>
          </a:r>
          <a:r>
            <a:rPr lang="ru-RU" sz="1800" b="0" i="0" kern="1200" dirty="0" err="1"/>
            <a:t>Україну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печенігів</a:t>
          </a:r>
          <a:endParaRPr lang="uk-UA" sz="1800" kern="1200" dirty="0"/>
        </a:p>
      </dsp:txBody>
      <dsp:txXfrm>
        <a:off x="34906" y="2378709"/>
        <a:ext cx="4200435" cy="6452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31D0F3-9C87-4952-BDF8-4C63184FFEF3}">
      <dsp:nvSpPr>
        <dsp:cNvPr id="0" name=""/>
        <dsp:cNvSpPr/>
      </dsp:nvSpPr>
      <dsp:spPr>
        <a:xfrm rot="10800000">
          <a:off x="873651" y="232"/>
          <a:ext cx="2839714" cy="6335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74" tIns="68580" rIns="128016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0" i="0" kern="1200" dirty="0"/>
            <a:t>«</a:t>
          </a:r>
          <a:r>
            <a:rPr lang="ru-RU" sz="1800" b="0" i="0" kern="1200" dirty="0" err="1"/>
            <a:t>ярлик</a:t>
          </a:r>
          <a:r>
            <a:rPr lang="ru-RU" sz="1800" b="0" i="0" kern="1200" dirty="0"/>
            <a:t>»</a:t>
          </a:r>
          <a:endParaRPr lang="uk-UA" sz="1800" kern="1200" dirty="0"/>
        </a:p>
      </dsp:txBody>
      <dsp:txXfrm rot="10800000">
        <a:off x="1032036" y="232"/>
        <a:ext cx="2681329" cy="633541"/>
      </dsp:txXfrm>
    </dsp:sp>
    <dsp:sp modelId="{F661FE7B-1343-460C-9B19-AEA7D1F61785}">
      <dsp:nvSpPr>
        <dsp:cNvPr id="0" name=""/>
        <dsp:cNvSpPr/>
      </dsp:nvSpPr>
      <dsp:spPr>
        <a:xfrm>
          <a:off x="556880" y="232"/>
          <a:ext cx="633541" cy="6335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54BDF6-1D83-4D85-9C85-B1DD425E5B57}">
      <dsp:nvSpPr>
        <dsp:cNvPr id="0" name=""/>
        <dsp:cNvSpPr/>
      </dsp:nvSpPr>
      <dsp:spPr>
        <a:xfrm rot="10800000">
          <a:off x="873651" y="822890"/>
          <a:ext cx="2839714" cy="6335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74" tIns="68580" rIns="128016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0" i="0" kern="1200"/>
            <a:t>«вотчина»</a:t>
          </a:r>
          <a:endParaRPr lang="uk-UA" sz="1800" kern="1200"/>
        </a:p>
      </dsp:txBody>
      <dsp:txXfrm rot="10800000">
        <a:off x="1032036" y="822890"/>
        <a:ext cx="2681329" cy="633541"/>
      </dsp:txXfrm>
    </dsp:sp>
    <dsp:sp modelId="{9C5998AF-46B6-4378-9FF7-ABF55853CE81}">
      <dsp:nvSpPr>
        <dsp:cNvPr id="0" name=""/>
        <dsp:cNvSpPr/>
      </dsp:nvSpPr>
      <dsp:spPr>
        <a:xfrm>
          <a:off x="556880" y="822890"/>
          <a:ext cx="633541" cy="6335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CF35C5-B6DD-4D03-A102-2E95B5AB4593}">
      <dsp:nvSpPr>
        <dsp:cNvPr id="0" name=""/>
        <dsp:cNvSpPr/>
      </dsp:nvSpPr>
      <dsp:spPr>
        <a:xfrm rot="10800000">
          <a:off x="873651" y="1645549"/>
          <a:ext cx="2839714" cy="6335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74" tIns="68580" rIns="128016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0" i="0" kern="1200"/>
            <a:t>«холоп»</a:t>
          </a:r>
          <a:endParaRPr lang="uk-UA" sz="1800" kern="1200"/>
        </a:p>
      </dsp:txBody>
      <dsp:txXfrm rot="10800000">
        <a:off x="1032036" y="1645549"/>
        <a:ext cx="2681329" cy="633541"/>
      </dsp:txXfrm>
    </dsp:sp>
    <dsp:sp modelId="{B8E39083-8387-4745-9400-2E254AF8E7AD}">
      <dsp:nvSpPr>
        <dsp:cNvPr id="0" name=""/>
        <dsp:cNvSpPr/>
      </dsp:nvSpPr>
      <dsp:spPr>
        <a:xfrm>
          <a:off x="556880" y="1645549"/>
          <a:ext cx="633541" cy="6335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05D72E-A763-4FAC-A10D-3485D0B3E198}">
      <dsp:nvSpPr>
        <dsp:cNvPr id="0" name=""/>
        <dsp:cNvSpPr/>
      </dsp:nvSpPr>
      <dsp:spPr>
        <a:xfrm rot="10800000">
          <a:off x="873651" y="2468207"/>
          <a:ext cx="2839714" cy="6335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74" tIns="68580" rIns="128016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0" i="0" kern="1200" dirty="0"/>
            <a:t>«</a:t>
          </a:r>
          <a:r>
            <a:rPr lang="ru-RU" sz="1800" b="0" i="0" kern="1200" dirty="0" err="1"/>
            <a:t>магдебурзьке</a:t>
          </a:r>
          <a:r>
            <a:rPr lang="ru-RU" sz="1800" b="0" i="0" kern="1200" dirty="0"/>
            <a:t> право»</a:t>
          </a:r>
          <a:endParaRPr lang="uk-UA" sz="1800" kern="1200" dirty="0"/>
        </a:p>
      </dsp:txBody>
      <dsp:txXfrm rot="10800000">
        <a:off x="1032036" y="2468207"/>
        <a:ext cx="2681329" cy="633541"/>
      </dsp:txXfrm>
    </dsp:sp>
    <dsp:sp modelId="{C16DA3AA-CB6A-4F8D-BD1B-B93B31B17D44}">
      <dsp:nvSpPr>
        <dsp:cNvPr id="0" name=""/>
        <dsp:cNvSpPr/>
      </dsp:nvSpPr>
      <dsp:spPr>
        <a:xfrm>
          <a:off x="556880" y="2468207"/>
          <a:ext cx="633541" cy="6335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788E5E-EF04-419D-AE89-25D722989709}">
      <dsp:nvSpPr>
        <dsp:cNvPr id="0" name=""/>
        <dsp:cNvSpPr/>
      </dsp:nvSpPr>
      <dsp:spPr>
        <a:xfrm>
          <a:off x="0" y="0"/>
          <a:ext cx="42702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842F3D-3592-4063-AC00-9DE7AD721FF7}">
      <dsp:nvSpPr>
        <dsp:cNvPr id="0" name=""/>
        <dsp:cNvSpPr/>
      </dsp:nvSpPr>
      <dsp:spPr>
        <a:xfrm>
          <a:off x="0" y="0"/>
          <a:ext cx="4270247" cy="7754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0" i="0" kern="1200" dirty="0" err="1"/>
            <a:t>заснування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першої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Запорозької</a:t>
          </a:r>
          <a:r>
            <a:rPr lang="ru-RU" sz="1800" b="0" i="0" kern="1200" dirty="0"/>
            <a:t> </a:t>
          </a:r>
          <a:r>
            <a:rPr lang="ru-RU" sz="1800" b="0" i="0" kern="1200" dirty="0" err="1"/>
            <a:t>Січі</a:t>
          </a:r>
          <a:r>
            <a:rPr lang="ru-RU" sz="1800" b="0" i="0" kern="1200" dirty="0"/>
            <a:t> на о. Мала </a:t>
          </a:r>
          <a:r>
            <a:rPr lang="ru-RU" sz="1800" b="0" i="0" kern="1200" dirty="0" err="1"/>
            <a:t>Хортиця</a:t>
          </a:r>
          <a:endParaRPr lang="uk-UA" sz="1800" kern="1200" dirty="0"/>
        </a:p>
      </dsp:txBody>
      <dsp:txXfrm>
        <a:off x="0" y="0"/>
        <a:ext cx="4270247" cy="775495"/>
      </dsp:txXfrm>
    </dsp:sp>
    <dsp:sp modelId="{AD67D3B5-44B3-4F59-BB80-A093206401AD}">
      <dsp:nvSpPr>
        <dsp:cNvPr id="0" name=""/>
        <dsp:cNvSpPr/>
      </dsp:nvSpPr>
      <dsp:spPr>
        <a:xfrm>
          <a:off x="0" y="775495"/>
          <a:ext cx="42702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33DDC5-00DF-4A1C-B582-30874C70BE60}">
      <dsp:nvSpPr>
        <dsp:cNvPr id="0" name=""/>
        <dsp:cNvSpPr/>
      </dsp:nvSpPr>
      <dsp:spPr>
        <a:xfrm>
          <a:off x="0" y="775495"/>
          <a:ext cx="4270247" cy="7754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0" i="0" kern="1200"/>
            <a:t>похід козаків під проводом П. Сагайдачного на Московське царство</a:t>
          </a:r>
          <a:endParaRPr lang="uk-UA" sz="1800" kern="1200"/>
        </a:p>
      </dsp:txBody>
      <dsp:txXfrm>
        <a:off x="0" y="775495"/>
        <a:ext cx="4270247" cy="775495"/>
      </dsp:txXfrm>
    </dsp:sp>
    <dsp:sp modelId="{21BDDBD5-C126-4042-A9BF-34E23298A47C}">
      <dsp:nvSpPr>
        <dsp:cNvPr id="0" name=""/>
        <dsp:cNvSpPr/>
      </dsp:nvSpPr>
      <dsp:spPr>
        <a:xfrm>
          <a:off x="0" y="1550991"/>
          <a:ext cx="42702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8A861E-1859-431B-BDFB-08859A730681}">
      <dsp:nvSpPr>
        <dsp:cNvPr id="0" name=""/>
        <dsp:cNvSpPr/>
      </dsp:nvSpPr>
      <dsp:spPr>
        <a:xfrm>
          <a:off x="0" y="1550991"/>
          <a:ext cx="4270247" cy="7754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0" i="0" kern="1200"/>
            <a:t>об’єднання Великого князівства Литовського та Королівства Польського</a:t>
          </a:r>
          <a:endParaRPr lang="uk-UA" sz="1800" kern="1200"/>
        </a:p>
      </dsp:txBody>
      <dsp:txXfrm>
        <a:off x="0" y="1550991"/>
        <a:ext cx="4270247" cy="775495"/>
      </dsp:txXfrm>
    </dsp:sp>
    <dsp:sp modelId="{F9EA50F2-21AF-44CE-B6A7-E490C89BBE06}">
      <dsp:nvSpPr>
        <dsp:cNvPr id="0" name=""/>
        <dsp:cNvSpPr/>
      </dsp:nvSpPr>
      <dsp:spPr>
        <a:xfrm>
          <a:off x="0" y="2326486"/>
          <a:ext cx="42702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AD36A0-39BB-4798-9D8B-6BD7E0A75852}">
      <dsp:nvSpPr>
        <dsp:cNvPr id="0" name=""/>
        <dsp:cNvSpPr/>
      </dsp:nvSpPr>
      <dsp:spPr>
        <a:xfrm>
          <a:off x="0" y="2326486"/>
          <a:ext cx="4270247" cy="7754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0" i="0" kern="1200" dirty="0" err="1"/>
            <a:t>укладення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козацького</a:t>
          </a:r>
          <a:r>
            <a:rPr lang="ru-RU" sz="1800" b="0" i="0" kern="1200" dirty="0"/>
            <a:t> </a:t>
          </a:r>
          <a:r>
            <a:rPr lang="ru-RU" sz="1800" b="0" i="0" kern="1200" dirty="0" err="1"/>
            <a:t>реєстру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польським</a:t>
          </a:r>
          <a:r>
            <a:rPr lang="ru-RU" sz="1800" b="0" i="0" kern="1200" dirty="0"/>
            <a:t> королем Стефаном </a:t>
          </a:r>
          <a:r>
            <a:rPr lang="ru-RU" sz="1800" b="0" i="0" kern="1200" dirty="0" err="1"/>
            <a:t>Баторієм</a:t>
          </a:r>
          <a:endParaRPr lang="uk-UA" sz="1800" kern="1200" dirty="0"/>
        </a:p>
      </dsp:txBody>
      <dsp:txXfrm>
        <a:off x="0" y="2326486"/>
        <a:ext cx="4270247" cy="77549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522F31-89E1-4108-A294-D7F6CB8B451B}">
      <dsp:nvSpPr>
        <dsp:cNvPr id="0" name=""/>
        <dsp:cNvSpPr/>
      </dsp:nvSpPr>
      <dsp:spPr>
        <a:xfrm rot="10800000">
          <a:off x="873651" y="232"/>
          <a:ext cx="2839714" cy="6335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74" tIns="83820" rIns="156464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0" i="0" kern="1200" dirty="0"/>
            <a:t>П. </a:t>
          </a:r>
          <a:r>
            <a:rPr lang="ru-RU" sz="2200" b="0" i="0" kern="1200" dirty="0" err="1"/>
            <a:t>Сагайдачний</a:t>
          </a:r>
          <a:r>
            <a:rPr lang="ru-RU" sz="2200" b="0" i="0" kern="1200" dirty="0"/>
            <a:t>.</a:t>
          </a:r>
          <a:endParaRPr lang="uk-UA" sz="2200" kern="1200" dirty="0"/>
        </a:p>
      </dsp:txBody>
      <dsp:txXfrm rot="10800000">
        <a:off x="1032036" y="232"/>
        <a:ext cx="2681329" cy="633541"/>
      </dsp:txXfrm>
    </dsp:sp>
    <dsp:sp modelId="{69215548-7D2E-441C-AA33-0B312D140F4A}">
      <dsp:nvSpPr>
        <dsp:cNvPr id="0" name=""/>
        <dsp:cNvSpPr/>
      </dsp:nvSpPr>
      <dsp:spPr>
        <a:xfrm>
          <a:off x="556880" y="232"/>
          <a:ext cx="633541" cy="6335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1D5465-7158-4620-9242-184B851DF732}">
      <dsp:nvSpPr>
        <dsp:cNvPr id="0" name=""/>
        <dsp:cNvSpPr/>
      </dsp:nvSpPr>
      <dsp:spPr>
        <a:xfrm rot="10800000">
          <a:off x="873651" y="822890"/>
          <a:ext cx="2839714" cy="6335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74" tIns="83820" rIns="156464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0" i="0" kern="1200"/>
            <a:t>І. Виговський.</a:t>
          </a:r>
          <a:endParaRPr lang="uk-UA" sz="2200" kern="1200"/>
        </a:p>
      </dsp:txBody>
      <dsp:txXfrm rot="10800000">
        <a:off x="1032036" y="822890"/>
        <a:ext cx="2681329" cy="633541"/>
      </dsp:txXfrm>
    </dsp:sp>
    <dsp:sp modelId="{86F079DB-CA17-4E84-B977-8C5467015A55}">
      <dsp:nvSpPr>
        <dsp:cNvPr id="0" name=""/>
        <dsp:cNvSpPr/>
      </dsp:nvSpPr>
      <dsp:spPr>
        <a:xfrm>
          <a:off x="556880" y="822890"/>
          <a:ext cx="633541" cy="6335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BEFB80-EF08-42FF-8509-6A6CAFBCE73F}">
      <dsp:nvSpPr>
        <dsp:cNvPr id="0" name=""/>
        <dsp:cNvSpPr/>
      </dsp:nvSpPr>
      <dsp:spPr>
        <a:xfrm rot="10800000">
          <a:off x="873651" y="1645549"/>
          <a:ext cx="2839714" cy="6335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74" tIns="83820" rIns="156464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0" i="0" kern="1200"/>
            <a:t>І. Самойлович.</a:t>
          </a:r>
          <a:endParaRPr lang="uk-UA" sz="2200" kern="1200"/>
        </a:p>
      </dsp:txBody>
      <dsp:txXfrm rot="10800000">
        <a:off x="1032036" y="1645549"/>
        <a:ext cx="2681329" cy="633541"/>
      </dsp:txXfrm>
    </dsp:sp>
    <dsp:sp modelId="{01B59831-DCC0-4E6F-BC72-C7D77AA3E3CC}">
      <dsp:nvSpPr>
        <dsp:cNvPr id="0" name=""/>
        <dsp:cNvSpPr/>
      </dsp:nvSpPr>
      <dsp:spPr>
        <a:xfrm>
          <a:off x="556880" y="1645549"/>
          <a:ext cx="633541" cy="6335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8AA55B-CB79-4B46-8506-0B0FDA3CE1B2}">
      <dsp:nvSpPr>
        <dsp:cNvPr id="0" name=""/>
        <dsp:cNvSpPr/>
      </dsp:nvSpPr>
      <dsp:spPr>
        <a:xfrm rot="10800000">
          <a:off x="873651" y="2468207"/>
          <a:ext cx="2839714" cy="6335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74" tIns="83820" rIns="156464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0" i="0" kern="1200" dirty="0"/>
            <a:t>І. Мазепа.</a:t>
          </a:r>
          <a:endParaRPr lang="uk-UA" sz="2200" kern="1200" dirty="0"/>
        </a:p>
      </dsp:txBody>
      <dsp:txXfrm rot="10800000">
        <a:off x="1032036" y="2468207"/>
        <a:ext cx="2681329" cy="633541"/>
      </dsp:txXfrm>
    </dsp:sp>
    <dsp:sp modelId="{CC63D33F-B56C-44A0-A906-471AF1132A8C}">
      <dsp:nvSpPr>
        <dsp:cNvPr id="0" name=""/>
        <dsp:cNvSpPr/>
      </dsp:nvSpPr>
      <dsp:spPr>
        <a:xfrm>
          <a:off x="556880" y="2468207"/>
          <a:ext cx="633541" cy="6335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6D12B2-A910-4D98-B5A3-759B505CDEA5}">
      <dsp:nvSpPr>
        <dsp:cNvPr id="0" name=""/>
        <dsp:cNvSpPr/>
      </dsp:nvSpPr>
      <dsp:spPr>
        <a:xfrm rot="10800000">
          <a:off x="873651" y="232"/>
          <a:ext cx="2839714" cy="6335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74" tIns="110490" rIns="206248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900" b="0" i="0" kern="1200"/>
            <a:t>зимівники</a:t>
          </a:r>
          <a:endParaRPr lang="uk-UA" sz="2900" kern="1200"/>
        </a:p>
      </dsp:txBody>
      <dsp:txXfrm rot="10800000">
        <a:off x="1032036" y="232"/>
        <a:ext cx="2681329" cy="633541"/>
      </dsp:txXfrm>
    </dsp:sp>
    <dsp:sp modelId="{3AF06BF8-C341-4C45-A960-6519AEC3D40D}">
      <dsp:nvSpPr>
        <dsp:cNvPr id="0" name=""/>
        <dsp:cNvSpPr/>
      </dsp:nvSpPr>
      <dsp:spPr>
        <a:xfrm>
          <a:off x="556880" y="232"/>
          <a:ext cx="633541" cy="6335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ED11C3-AFE7-4000-822E-9679842FDEED}">
      <dsp:nvSpPr>
        <dsp:cNvPr id="0" name=""/>
        <dsp:cNvSpPr/>
      </dsp:nvSpPr>
      <dsp:spPr>
        <a:xfrm rot="10800000">
          <a:off x="873651" y="822890"/>
          <a:ext cx="2839714" cy="6335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74" tIns="110490" rIns="206248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900" b="0" i="0" kern="1200"/>
            <a:t>паланки</a:t>
          </a:r>
          <a:endParaRPr lang="uk-UA" sz="2900" kern="1200"/>
        </a:p>
      </dsp:txBody>
      <dsp:txXfrm rot="10800000">
        <a:off x="1032036" y="822890"/>
        <a:ext cx="2681329" cy="633541"/>
      </dsp:txXfrm>
    </dsp:sp>
    <dsp:sp modelId="{71CF46D9-DAD2-4CB7-831C-84AD47E9909B}">
      <dsp:nvSpPr>
        <dsp:cNvPr id="0" name=""/>
        <dsp:cNvSpPr/>
      </dsp:nvSpPr>
      <dsp:spPr>
        <a:xfrm>
          <a:off x="556880" y="822890"/>
          <a:ext cx="633541" cy="6335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16D535-EF81-43F8-9A35-233EB3C7D3E6}">
      <dsp:nvSpPr>
        <dsp:cNvPr id="0" name=""/>
        <dsp:cNvSpPr/>
      </dsp:nvSpPr>
      <dsp:spPr>
        <a:xfrm rot="10800000">
          <a:off x="873651" y="1645549"/>
          <a:ext cx="2839714" cy="6335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74" tIns="110490" rIns="206248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900" b="0" i="0" kern="1200"/>
            <a:t>повіти</a:t>
          </a:r>
          <a:endParaRPr lang="uk-UA" sz="2900" kern="1200"/>
        </a:p>
      </dsp:txBody>
      <dsp:txXfrm rot="10800000">
        <a:off x="1032036" y="1645549"/>
        <a:ext cx="2681329" cy="633541"/>
      </dsp:txXfrm>
    </dsp:sp>
    <dsp:sp modelId="{10360CC9-B4A9-49FF-88F6-83C70B6CD881}">
      <dsp:nvSpPr>
        <dsp:cNvPr id="0" name=""/>
        <dsp:cNvSpPr/>
      </dsp:nvSpPr>
      <dsp:spPr>
        <a:xfrm>
          <a:off x="556880" y="1645549"/>
          <a:ext cx="633541" cy="6335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82F1D0-124E-4ECB-BEC7-95FFEB1C3172}">
      <dsp:nvSpPr>
        <dsp:cNvPr id="0" name=""/>
        <dsp:cNvSpPr/>
      </dsp:nvSpPr>
      <dsp:spPr>
        <a:xfrm rot="10800000">
          <a:off x="873651" y="2468207"/>
          <a:ext cx="2839714" cy="6335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74" tIns="110490" rIns="206248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900" b="0" i="0" kern="1200"/>
            <a:t>курені</a:t>
          </a:r>
          <a:endParaRPr lang="uk-UA" sz="2900" kern="1200"/>
        </a:p>
      </dsp:txBody>
      <dsp:txXfrm rot="10800000">
        <a:off x="1032036" y="2468207"/>
        <a:ext cx="2681329" cy="633541"/>
      </dsp:txXfrm>
    </dsp:sp>
    <dsp:sp modelId="{F1B80153-737A-4B72-9D13-B23A097542A5}">
      <dsp:nvSpPr>
        <dsp:cNvPr id="0" name=""/>
        <dsp:cNvSpPr/>
      </dsp:nvSpPr>
      <dsp:spPr>
        <a:xfrm>
          <a:off x="556880" y="2468207"/>
          <a:ext cx="633541" cy="6335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0C0C8B-6FD3-43B1-8700-B5B487C6776F}">
      <dsp:nvSpPr>
        <dsp:cNvPr id="0" name=""/>
        <dsp:cNvSpPr/>
      </dsp:nvSpPr>
      <dsp:spPr>
        <a:xfrm>
          <a:off x="584132" y="0"/>
          <a:ext cx="3101982" cy="3101982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D8D7A8-A3D3-4749-B331-B03B6B9F316B}">
      <dsp:nvSpPr>
        <dsp:cNvPr id="0" name=""/>
        <dsp:cNvSpPr/>
      </dsp:nvSpPr>
      <dsp:spPr>
        <a:xfrm>
          <a:off x="878820" y="294688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b="0" i="0" kern="1200"/>
            <a:t>1805 р.</a:t>
          </a:r>
          <a:endParaRPr lang="uk-UA" sz="3000" kern="1200"/>
        </a:p>
      </dsp:txBody>
      <dsp:txXfrm>
        <a:off x="937876" y="353744"/>
        <a:ext cx="1091660" cy="1091660"/>
      </dsp:txXfrm>
    </dsp:sp>
    <dsp:sp modelId="{3C77AF59-D247-40BE-9EC5-B9F212293F64}">
      <dsp:nvSpPr>
        <dsp:cNvPr id="0" name=""/>
        <dsp:cNvSpPr/>
      </dsp:nvSpPr>
      <dsp:spPr>
        <a:xfrm>
          <a:off x="2181653" y="294688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b="0" i="0" kern="1200"/>
            <a:t>1834 р.</a:t>
          </a:r>
          <a:endParaRPr lang="uk-UA" sz="3000" kern="1200"/>
        </a:p>
      </dsp:txBody>
      <dsp:txXfrm>
        <a:off x="2240709" y="353744"/>
        <a:ext cx="1091660" cy="1091660"/>
      </dsp:txXfrm>
    </dsp:sp>
    <dsp:sp modelId="{5D217C21-F519-4602-90F6-2384BBE23452}">
      <dsp:nvSpPr>
        <dsp:cNvPr id="0" name=""/>
        <dsp:cNvSpPr/>
      </dsp:nvSpPr>
      <dsp:spPr>
        <a:xfrm>
          <a:off x="878820" y="1597520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b="0" i="0" kern="1200"/>
            <a:t>1865 р.</a:t>
          </a:r>
          <a:endParaRPr lang="uk-UA" sz="3000" kern="1200"/>
        </a:p>
      </dsp:txBody>
      <dsp:txXfrm>
        <a:off x="937876" y="1656576"/>
        <a:ext cx="1091660" cy="1091660"/>
      </dsp:txXfrm>
    </dsp:sp>
    <dsp:sp modelId="{82310D7C-445E-4228-929F-87CFED911EF4}">
      <dsp:nvSpPr>
        <dsp:cNvPr id="0" name=""/>
        <dsp:cNvSpPr/>
      </dsp:nvSpPr>
      <dsp:spPr>
        <a:xfrm>
          <a:off x="2181653" y="1597520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b="0" i="0" kern="1200"/>
            <a:t>1875 р.</a:t>
          </a:r>
          <a:endParaRPr lang="uk-UA" sz="3000" kern="1200"/>
        </a:p>
      </dsp:txBody>
      <dsp:txXfrm>
        <a:off x="2240709" y="1656576"/>
        <a:ext cx="1091660" cy="109166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D4D5DD-79C8-442A-B579-D30C655A763D}">
      <dsp:nvSpPr>
        <dsp:cNvPr id="0" name=""/>
        <dsp:cNvSpPr/>
      </dsp:nvSpPr>
      <dsp:spPr>
        <a:xfrm rot="10800000">
          <a:off x="873651" y="232"/>
          <a:ext cx="2839714" cy="6335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74" tIns="95250" rIns="17780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b="0" i="0" kern="1200"/>
            <a:t>О. Довбуша</a:t>
          </a:r>
          <a:endParaRPr lang="uk-UA" sz="2500" kern="1200"/>
        </a:p>
      </dsp:txBody>
      <dsp:txXfrm rot="10800000">
        <a:off x="1032036" y="232"/>
        <a:ext cx="2681329" cy="633541"/>
      </dsp:txXfrm>
    </dsp:sp>
    <dsp:sp modelId="{2EB688DB-C379-4CE8-A01D-9EB1628E2DC4}">
      <dsp:nvSpPr>
        <dsp:cNvPr id="0" name=""/>
        <dsp:cNvSpPr/>
      </dsp:nvSpPr>
      <dsp:spPr>
        <a:xfrm>
          <a:off x="556880" y="232"/>
          <a:ext cx="633541" cy="6335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5836A1-2F0A-44DE-90F1-428FF2C25C0A}">
      <dsp:nvSpPr>
        <dsp:cNvPr id="0" name=""/>
        <dsp:cNvSpPr/>
      </dsp:nvSpPr>
      <dsp:spPr>
        <a:xfrm rot="10800000">
          <a:off x="873651" y="822890"/>
          <a:ext cx="2839714" cy="6335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74" tIns="95250" rIns="17780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b="0" i="0" kern="1200"/>
            <a:t>У. Кармалюка</a:t>
          </a:r>
          <a:endParaRPr lang="uk-UA" sz="2500" kern="1200"/>
        </a:p>
      </dsp:txBody>
      <dsp:txXfrm rot="10800000">
        <a:off x="1032036" y="822890"/>
        <a:ext cx="2681329" cy="633541"/>
      </dsp:txXfrm>
    </dsp:sp>
    <dsp:sp modelId="{3D897E4A-9C84-447B-970D-34857043DC7B}">
      <dsp:nvSpPr>
        <dsp:cNvPr id="0" name=""/>
        <dsp:cNvSpPr/>
      </dsp:nvSpPr>
      <dsp:spPr>
        <a:xfrm>
          <a:off x="556880" y="822890"/>
          <a:ext cx="633541" cy="6335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09DA6C-A57C-4C61-A6A4-5F061AB21B67}">
      <dsp:nvSpPr>
        <dsp:cNvPr id="0" name=""/>
        <dsp:cNvSpPr/>
      </dsp:nvSpPr>
      <dsp:spPr>
        <a:xfrm rot="10800000">
          <a:off x="873651" y="1645549"/>
          <a:ext cx="2839714" cy="6335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74" tIns="95250" rIns="17780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b="0" i="0" kern="1200"/>
            <a:t>І. Вагилевича</a:t>
          </a:r>
          <a:endParaRPr lang="uk-UA" sz="2500" kern="1200"/>
        </a:p>
      </dsp:txBody>
      <dsp:txXfrm rot="10800000">
        <a:off x="1032036" y="1645549"/>
        <a:ext cx="2681329" cy="633541"/>
      </dsp:txXfrm>
    </dsp:sp>
    <dsp:sp modelId="{E5C48709-2D3A-46CE-8533-49677DDB0E7C}">
      <dsp:nvSpPr>
        <dsp:cNvPr id="0" name=""/>
        <dsp:cNvSpPr/>
      </dsp:nvSpPr>
      <dsp:spPr>
        <a:xfrm>
          <a:off x="556880" y="1645549"/>
          <a:ext cx="633541" cy="6335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A1F60D-E57C-4445-A2CC-06C95E899221}">
      <dsp:nvSpPr>
        <dsp:cNvPr id="0" name=""/>
        <dsp:cNvSpPr/>
      </dsp:nvSpPr>
      <dsp:spPr>
        <a:xfrm rot="10800000">
          <a:off x="873651" y="2468207"/>
          <a:ext cx="2839714" cy="6335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74" tIns="95250" rIns="17780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b="0" i="0" kern="1200"/>
            <a:t>Л. Кобилицю</a:t>
          </a:r>
          <a:endParaRPr lang="uk-UA" sz="2500" kern="1200"/>
        </a:p>
      </dsp:txBody>
      <dsp:txXfrm rot="10800000">
        <a:off x="1032036" y="2468207"/>
        <a:ext cx="2681329" cy="633541"/>
      </dsp:txXfrm>
    </dsp:sp>
    <dsp:sp modelId="{14AF8E5C-14F0-4F94-A0C0-E49429044D63}">
      <dsp:nvSpPr>
        <dsp:cNvPr id="0" name=""/>
        <dsp:cNvSpPr/>
      </dsp:nvSpPr>
      <dsp:spPr>
        <a:xfrm>
          <a:off x="556880" y="2468207"/>
          <a:ext cx="633541" cy="6335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BA6A77-CD15-43D7-A651-CE9906A761F9}">
      <dsp:nvSpPr>
        <dsp:cNvPr id="0" name=""/>
        <dsp:cNvSpPr/>
      </dsp:nvSpPr>
      <dsp:spPr>
        <a:xfrm>
          <a:off x="584132" y="0"/>
          <a:ext cx="3101982" cy="3101982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714113-2D19-4F00-B655-1FEE8C73198E}">
      <dsp:nvSpPr>
        <dsp:cNvPr id="0" name=""/>
        <dsp:cNvSpPr/>
      </dsp:nvSpPr>
      <dsp:spPr>
        <a:xfrm>
          <a:off x="878820" y="294688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5000" b="0" i="0" kern="1200"/>
            <a:t>1</a:t>
          </a:r>
          <a:endParaRPr lang="uk-UA" sz="5000" kern="1200"/>
        </a:p>
      </dsp:txBody>
      <dsp:txXfrm>
        <a:off x="937876" y="353744"/>
        <a:ext cx="1091660" cy="1091660"/>
      </dsp:txXfrm>
    </dsp:sp>
    <dsp:sp modelId="{A1CF9847-26E7-45DC-A8C0-63D0FAB2FE81}">
      <dsp:nvSpPr>
        <dsp:cNvPr id="0" name=""/>
        <dsp:cNvSpPr/>
      </dsp:nvSpPr>
      <dsp:spPr>
        <a:xfrm>
          <a:off x="2181653" y="294688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5000" b="0" i="0" kern="1200"/>
            <a:t>2</a:t>
          </a:r>
          <a:endParaRPr lang="uk-UA" sz="5000" kern="1200"/>
        </a:p>
      </dsp:txBody>
      <dsp:txXfrm>
        <a:off x="2240709" y="353744"/>
        <a:ext cx="1091660" cy="1091660"/>
      </dsp:txXfrm>
    </dsp:sp>
    <dsp:sp modelId="{C95A68AF-6D3A-493B-A505-E9AC2C807139}">
      <dsp:nvSpPr>
        <dsp:cNvPr id="0" name=""/>
        <dsp:cNvSpPr/>
      </dsp:nvSpPr>
      <dsp:spPr>
        <a:xfrm>
          <a:off x="878820" y="1597520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5000" b="0" i="0" kern="1200"/>
            <a:t>3</a:t>
          </a:r>
          <a:endParaRPr lang="uk-UA" sz="5000" kern="1200"/>
        </a:p>
      </dsp:txBody>
      <dsp:txXfrm>
        <a:off x="937876" y="1656576"/>
        <a:ext cx="1091660" cy="1091660"/>
      </dsp:txXfrm>
    </dsp:sp>
    <dsp:sp modelId="{0F238690-96FF-4053-A414-29B7B9CDFFDA}">
      <dsp:nvSpPr>
        <dsp:cNvPr id="0" name=""/>
        <dsp:cNvSpPr/>
      </dsp:nvSpPr>
      <dsp:spPr>
        <a:xfrm>
          <a:off x="2181653" y="1597520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5000" b="0" i="0" kern="1200"/>
            <a:t>4</a:t>
          </a:r>
          <a:endParaRPr lang="uk-UA" sz="5000" kern="1200"/>
        </a:p>
      </dsp:txBody>
      <dsp:txXfrm>
        <a:off x="2240709" y="1656576"/>
        <a:ext cx="1091660" cy="109166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F045EA-ABF2-48F1-8ECC-050F0D3CE47E}">
      <dsp:nvSpPr>
        <dsp:cNvPr id="0" name=""/>
        <dsp:cNvSpPr/>
      </dsp:nvSpPr>
      <dsp:spPr>
        <a:xfrm>
          <a:off x="0" y="34580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900" b="0" i="0" kern="1200"/>
            <a:t>Поділля.</a:t>
          </a:r>
          <a:endParaRPr lang="uk-UA" sz="2900" kern="1200"/>
        </a:p>
      </dsp:txBody>
      <dsp:txXfrm>
        <a:off x="33955" y="68535"/>
        <a:ext cx="4202337" cy="627655"/>
      </dsp:txXfrm>
    </dsp:sp>
    <dsp:sp modelId="{02E98F60-BFD4-4FBC-B523-6BD9B6C54F57}">
      <dsp:nvSpPr>
        <dsp:cNvPr id="0" name=""/>
        <dsp:cNvSpPr/>
      </dsp:nvSpPr>
      <dsp:spPr>
        <a:xfrm>
          <a:off x="0" y="813665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900" b="0" i="0" kern="1200"/>
            <a:t>Східної Галичини.</a:t>
          </a:r>
          <a:endParaRPr lang="uk-UA" sz="2900" kern="1200"/>
        </a:p>
      </dsp:txBody>
      <dsp:txXfrm>
        <a:off x="33955" y="847620"/>
        <a:ext cx="4202337" cy="627655"/>
      </dsp:txXfrm>
    </dsp:sp>
    <dsp:sp modelId="{A4D3DA90-248D-48D0-9000-5225F81D057A}">
      <dsp:nvSpPr>
        <dsp:cNvPr id="0" name=""/>
        <dsp:cNvSpPr/>
      </dsp:nvSpPr>
      <dsp:spPr>
        <a:xfrm>
          <a:off x="0" y="1592751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900" b="0" i="0" kern="1200"/>
            <a:t>Північної Буковини.</a:t>
          </a:r>
          <a:endParaRPr lang="uk-UA" sz="2900" kern="1200"/>
        </a:p>
      </dsp:txBody>
      <dsp:txXfrm>
        <a:off x="33955" y="1626706"/>
        <a:ext cx="4202337" cy="627655"/>
      </dsp:txXfrm>
    </dsp:sp>
    <dsp:sp modelId="{888EA36F-C887-4334-8000-66D2DDC5C9C2}">
      <dsp:nvSpPr>
        <dsp:cNvPr id="0" name=""/>
        <dsp:cNvSpPr/>
      </dsp:nvSpPr>
      <dsp:spPr>
        <a:xfrm>
          <a:off x="0" y="2371836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900" b="0" i="0" kern="1200"/>
            <a:t>Закарпаття.</a:t>
          </a:r>
          <a:endParaRPr lang="uk-UA" sz="2900" kern="1200"/>
        </a:p>
      </dsp:txBody>
      <dsp:txXfrm>
        <a:off x="33955" y="2405791"/>
        <a:ext cx="4202337" cy="62765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BF16EC-18C9-49D8-B6BD-7C858BA1F2F9}">
      <dsp:nvSpPr>
        <dsp:cNvPr id="0" name=""/>
        <dsp:cNvSpPr/>
      </dsp:nvSpPr>
      <dsp:spPr>
        <a:xfrm>
          <a:off x="0" y="4115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b="0" i="0" kern="1200"/>
            <a:t>заборона діяльності українських політичних партій</a:t>
          </a:r>
          <a:endParaRPr lang="uk-UA" sz="1800" kern="1200"/>
        </a:p>
      </dsp:txBody>
      <dsp:txXfrm>
        <a:off x="34954" y="76105"/>
        <a:ext cx="4200339" cy="646132"/>
      </dsp:txXfrm>
    </dsp:sp>
    <dsp:sp modelId="{4DA0E39D-5309-4349-84FA-8C52F74482C5}">
      <dsp:nvSpPr>
        <dsp:cNvPr id="0" name=""/>
        <dsp:cNvSpPr/>
      </dsp:nvSpPr>
      <dsp:spPr>
        <a:xfrm>
          <a:off x="0" y="80903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b="0" i="0" kern="1200"/>
            <a:t>тотальна мобілізація чоловічого населення до армії</a:t>
          </a:r>
          <a:endParaRPr lang="uk-UA" sz="1800" kern="1200"/>
        </a:p>
      </dsp:txBody>
      <dsp:txXfrm>
        <a:off x="34954" y="843985"/>
        <a:ext cx="4200339" cy="646132"/>
      </dsp:txXfrm>
    </dsp:sp>
    <dsp:sp modelId="{D96941C0-E000-4483-8634-2FF80F8F9053}">
      <dsp:nvSpPr>
        <dsp:cNvPr id="0" name=""/>
        <dsp:cNvSpPr/>
      </dsp:nvSpPr>
      <dsp:spPr>
        <a:xfrm>
          <a:off x="0" y="157691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b="0" i="0" kern="1200"/>
            <a:t>депортація нелояльної частини населення</a:t>
          </a:r>
          <a:endParaRPr lang="uk-UA" sz="1800" kern="1200"/>
        </a:p>
      </dsp:txBody>
      <dsp:txXfrm>
        <a:off x="34954" y="1611865"/>
        <a:ext cx="4200339" cy="646132"/>
      </dsp:txXfrm>
    </dsp:sp>
    <dsp:sp modelId="{F19D51A6-584D-4862-A8B1-B38C81B88260}">
      <dsp:nvSpPr>
        <dsp:cNvPr id="0" name=""/>
        <dsp:cNvSpPr/>
      </dsp:nvSpPr>
      <dsp:spPr>
        <a:xfrm>
          <a:off x="0" y="234479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b="0" i="0" kern="1200"/>
            <a:t>боротьба з греко-католицькою церквою</a:t>
          </a:r>
          <a:endParaRPr lang="uk-UA" sz="1800" kern="1200"/>
        </a:p>
      </dsp:txBody>
      <dsp:txXfrm>
        <a:off x="34954" y="2379745"/>
        <a:ext cx="4200339" cy="64613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16E8D4-6B20-462B-AFA6-11436FB65A04}">
      <dsp:nvSpPr>
        <dsp:cNvPr id="0" name=""/>
        <dsp:cNvSpPr/>
      </dsp:nvSpPr>
      <dsp:spPr>
        <a:xfrm>
          <a:off x="0" y="452901"/>
          <a:ext cx="4270247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100" b="0" i="0" kern="1200"/>
            <a:t>терору голодом.</a:t>
          </a:r>
          <a:endParaRPr lang="uk-UA" sz="2100" kern="1200"/>
        </a:p>
      </dsp:txBody>
      <dsp:txXfrm>
        <a:off x="24588" y="477489"/>
        <a:ext cx="4221071" cy="454509"/>
      </dsp:txXfrm>
    </dsp:sp>
    <dsp:sp modelId="{44BBE2BC-D12C-4F0D-A15E-527F0A670D55}">
      <dsp:nvSpPr>
        <dsp:cNvPr id="0" name=""/>
        <dsp:cNvSpPr/>
      </dsp:nvSpPr>
      <dsp:spPr>
        <a:xfrm>
          <a:off x="0" y="1017066"/>
          <a:ext cx="4270247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100" b="0" i="0" kern="1200"/>
            <a:t>системи раднаргоспів.</a:t>
          </a:r>
          <a:endParaRPr lang="uk-UA" sz="2100" kern="1200"/>
        </a:p>
      </dsp:txBody>
      <dsp:txXfrm>
        <a:off x="24588" y="1041654"/>
        <a:ext cx="4221071" cy="454509"/>
      </dsp:txXfrm>
    </dsp:sp>
    <dsp:sp modelId="{352AFCE2-75BC-479B-BFF1-7680085DF6B1}">
      <dsp:nvSpPr>
        <dsp:cNvPr id="0" name=""/>
        <dsp:cNvSpPr/>
      </dsp:nvSpPr>
      <dsp:spPr>
        <a:xfrm>
          <a:off x="0" y="1581231"/>
          <a:ext cx="4270247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100" b="0" i="0" kern="1200"/>
            <a:t>кампанії з розкуркулення.</a:t>
          </a:r>
          <a:endParaRPr lang="uk-UA" sz="2100" kern="1200"/>
        </a:p>
      </dsp:txBody>
      <dsp:txXfrm>
        <a:off x="24588" y="1605819"/>
        <a:ext cx="4221071" cy="454509"/>
      </dsp:txXfrm>
    </dsp:sp>
    <dsp:sp modelId="{C69FE538-2B11-4EB4-8E59-F892F615B0BF}">
      <dsp:nvSpPr>
        <dsp:cNvPr id="0" name=""/>
        <dsp:cNvSpPr/>
      </dsp:nvSpPr>
      <dsp:spPr>
        <a:xfrm>
          <a:off x="0" y="2145396"/>
          <a:ext cx="4270247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100" b="0" i="0" kern="1200"/>
            <a:t>заходів зі згортання колективізації.</a:t>
          </a:r>
          <a:endParaRPr lang="uk-UA" sz="2100" kern="1200"/>
        </a:p>
      </dsp:txBody>
      <dsp:txXfrm>
        <a:off x="24588" y="2169984"/>
        <a:ext cx="4221071" cy="45450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5D0CCD-22EC-4A2D-AB53-1463304CC542}">
      <dsp:nvSpPr>
        <dsp:cNvPr id="0" name=""/>
        <dsp:cNvSpPr/>
      </dsp:nvSpPr>
      <dsp:spPr>
        <a:xfrm>
          <a:off x="0" y="43125"/>
          <a:ext cx="4270247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b="0" i="0" kern="1200"/>
            <a:t>Української національної партії (УНП)</a:t>
          </a:r>
          <a:endParaRPr lang="uk-UA" sz="1800" kern="1200"/>
        </a:p>
      </dsp:txBody>
      <dsp:txXfrm>
        <a:off x="34906" y="78031"/>
        <a:ext cx="4200435" cy="645240"/>
      </dsp:txXfrm>
    </dsp:sp>
    <dsp:sp modelId="{019ABA05-3BD7-4870-909B-EABAB19191AB}">
      <dsp:nvSpPr>
        <dsp:cNvPr id="0" name=""/>
        <dsp:cNvSpPr/>
      </dsp:nvSpPr>
      <dsp:spPr>
        <a:xfrm>
          <a:off x="0" y="810018"/>
          <a:ext cx="4270247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b="0" i="0" kern="1200"/>
            <a:t>Організації українських націоналістів (ОУН)</a:t>
          </a:r>
          <a:endParaRPr lang="uk-UA" sz="1800" kern="1200"/>
        </a:p>
      </dsp:txBody>
      <dsp:txXfrm>
        <a:off x="34906" y="844924"/>
        <a:ext cx="4200435" cy="645240"/>
      </dsp:txXfrm>
    </dsp:sp>
    <dsp:sp modelId="{2A12F791-0EAF-4C34-8CD9-EEA77134EFB3}">
      <dsp:nvSpPr>
        <dsp:cNvPr id="0" name=""/>
        <dsp:cNvSpPr/>
      </dsp:nvSpPr>
      <dsp:spPr>
        <a:xfrm>
          <a:off x="0" y="1576911"/>
          <a:ext cx="4270247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b="0" i="0" kern="1200"/>
            <a:t>Комуністичної партії Західної України (КПЗУ)</a:t>
          </a:r>
          <a:endParaRPr lang="uk-UA" sz="1800" kern="1200"/>
        </a:p>
      </dsp:txBody>
      <dsp:txXfrm>
        <a:off x="34906" y="1611817"/>
        <a:ext cx="4200435" cy="645240"/>
      </dsp:txXfrm>
    </dsp:sp>
    <dsp:sp modelId="{7C355B94-1BF9-44DD-B23A-DBFA0525581E}">
      <dsp:nvSpPr>
        <dsp:cNvPr id="0" name=""/>
        <dsp:cNvSpPr/>
      </dsp:nvSpPr>
      <dsp:spPr>
        <a:xfrm>
          <a:off x="0" y="2343803"/>
          <a:ext cx="4270247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b="0" i="0" kern="1200"/>
            <a:t>Українського національно-демократичного об’єднання (УНДО)</a:t>
          </a:r>
          <a:endParaRPr lang="uk-UA" sz="1800" kern="1200"/>
        </a:p>
      </dsp:txBody>
      <dsp:txXfrm>
        <a:off x="34906" y="2378709"/>
        <a:ext cx="4200435" cy="64524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009136-7E07-4166-A26C-014C1967D00F}">
      <dsp:nvSpPr>
        <dsp:cNvPr id="0" name=""/>
        <dsp:cNvSpPr/>
      </dsp:nvSpPr>
      <dsp:spPr>
        <a:xfrm>
          <a:off x="0" y="139160"/>
          <a:ext cx="4270247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700" b="0" i="0" kern="1200"/>
            <a:t>акції «пацифікації».</a:t>
          </a:r>
          <a:endParaRPr lang="uk-UA" sz="2700" kern="1200"/>
        </a:p>
      </dsp:txBody>
      <dsp:txXfrm>
        <a:off x="31613" y="170773"/>
        <a:ext cx="4207021" cy="584369"/>
      </dsp:txXfrm>
    </dsp:sp>
    <dsp:sp modelId="{1F55F399-CF1B-44EA-AE20-03C6089DF130}">
      <dsp:nvSpPr>
        <dsp:cNvPr id="0" name=""/>
        <dsp:cNvSpPr/>
      </dsp:nvSpPr>
      <dsp:spPr>
        <a:xfrm>
          <a:off x="0" y="864515"/>
          <a:ext cx="4270247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700" b="0" i="0" kern="1200"/>
            <a:t>політики «осадництва».</a:t>
          </a:r>
          <a:endParaRPr lang="uk-UA" sz="2700" kern="1200"/>
        </a:p>
      </dsp:txBody>
      <dsp:txXfrm>
        <a:off x="31613" y="896128"/>
        <a:ext cx="4207021" cy="584369"/>
      </dsp:txXfrm>
    </dsp:sp>
    <dsp:sp modelId="{CE2CE783-3924-48C3-AC2F-A65EEFBFA14E}">
      <dsp:nvSpPr>
        <dsp:cNvPr id="0" name=""/>
        <dsp:cNvSpPr/>
      </dsp:nvSpPr>
      <dsp:spPr>
        <a:xfrm>
          <a:off x="0" y="1589871"/>
          <a:ext cx="4270247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700" b="0" i="0" kern="1200"/>
            <a:t>режиму «нового порядку».</a:t>
          </a:r>
          <a:endParaRPr lang="uk-UA" sz="2700" kern="1200"/>
        </a:p>
      </dsp:txBody>
      <dsp:txXfrm>
        <a:off x="31613" y="1621484"/>
        <a:ext cx="4207021" cy="584369"/>
      </dsp:txXfrm>
    </dsp:sp>
    <dsp:sp modelId="{6FE2E4A2-53E5-4363-B150-F617AA2EEA78}">
      <dsp:nvSpPr>
        <dsp:cNvPr id="0" name=""/>
        <dsp:cNvSpPr/>
      </dsp:nvSpPr>
      <dsp:spPr>
        <a:xfrm>
          <a:off x="0" y="2315226"/>
          <a:ext cx="4270247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700" b="0" i="0" kern="1200"/>
            <a:t>політики «радянізації».</a:t>
          </a:r>
          <a:endParaRPr lang="uk-UA" sz="2700" kern="1200"/>
        </a:p>
      </dsp:txBody>
      <dsp:txXfrm>
        <a:off x="31613" y="2346839"/>
        <a:ext cx="4207021" cy="58436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4C3202-C5CF-4F98-84B8-0354B8AD9288}">
      <dsp:nvSpPr>
        <dsp:cNvPr id="0" name=""/>
        <dsp:cNvSpPr/>
      </dsp:nvSpPr>
      <dsp:spPr>
        <a:xfrm>
          <a:off x="138129" y="0"/>
          <a:ext cx="3995512" cy="3995512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41B790-E094-47B5-8265-55B30AB0B0E4}">
      <dsp:nvSpPr>
        <dsp:cNvPr id="0" name=""/>
        <dsp:cNvSpPr/>
      </dsp:nvSpPr>
      <dsp:spPr>
        <a:xfrm>
          <a:off x="517703" y="379573"/>
          <a:ext cx="1558249" cy="15582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900" b="0" i="0" kern="1200"/>
            <a:t>1944 р.</a:t>
          </a:r>
          <a:endParaRPr lang="uk-UA" sz="3900" kern="1200"/>
        </a:p>
      </dsp:txBody>
      <dsp:txXfrm>
        <a:off x="593770" y="455640"/>
        <a:ext cx="1406115" cy="1406115"/>
      </dsp:txXfrm>
    </dsp:sp>
    <dsp:sp modelId="{6DB32E61-0816-455B-AFC2-32FA015300CE}">
      <dsp:nvSpPr>
        <dsp:cNvPr id="0" name=""/>
        <dsp:cNvSpPr/>
      </dsp:nvSpPr>
      <dsp:spPr>
        <a:xfrm>
          <a:off x="2195818" y="379573"/>
          <a:ext cx="1558249" cy="15582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900" b="0" i="0" kern="1200"/>
            <a:t>1945 р.</a:t>
          </a:r>
          <a:endParaRPr lang="uk-UA" sz="3900" kern="1200"/>
        </a:p>
      </dsp:txBody>
      <dsp:txXfrm>
        <a:off x="2271885" y="455640"/>
        <a:ext cx="1406115" cy="1406115"/>
      </dsp:txXfrm>
    </dsp:sp>
    <dsp:sp modelId="{BEB0C5CC-9D1E-49B1-8208-97B45CD8671A}">
      <dsp:nvSpPr>
        <dsp:cNvPr id="0" name=""/>
        <dsp:cNvSpPr/>
      </dsp:nvSpPr>
      <dsp:spPr>
        <a:xfrm>
          <a:off x="517703" y="2057688"/>
          <a:ext cx="1558249" cy="15582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900" b="0" i="0" kern="1200"/>
            <a:t>1946 р.</a:t>
          </a:r>
          <a:endParaRPr lang="uk-UA" sz="3900" kern="1200"/>
        </a:p>
      </dsp:txBody>
      <dsp:txXfrm>
        <a:off x="593770" y="2133755"/>
        <a:ext cx="1406115" cy="1406115"/>
      </dsp:txXfrm>
    </dsp:sp>
    <dsp:sp modelId="{A5825E86-63E3-4E7A-9059-C63642EB5A3B}">
      <dsp:nvSpPr>
        <dsp:cNvPr id="0" name=""/>
        <dsp:cNvSpPr/>
      </dsp:nvSpPr>
      <dsp:spPr>
        <a:xfrm>
          <a:off x="2195818" y="2057688"/>
          <a:ext cx="1558249" cy="15582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900" b="0" i="0" kern="1200"/>
            <a:t>1947 р.</a:t>
          </a:r>
          <a:endParaRPr lang="uk-UA" sz="3900" kern="1200"/>
        </a:p>
      </dsp:txBody>
      <dsp:txXfrm>
        <a:off x="2271885" y="2133755"/>
        <a:ext cx="1406115" cy="1406115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FD3D6C-CA19-4C01-91D5-E40BC7669179}">
      <dsp:nvSpPr>
        <dsp:cNvPr id="0" name=""/>
        <dsp:cNvSpPr/>
      </dsp:nvSpPr>
      <dsp:spPr>
        <a:xfrm>
          <a:off x="0" y="505190"/>
          <a:ext cx="4270247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b="0" i="0" kern="1200"/>
            <a:t>планів повоєнної відбудови України.</a:t>
          </a:r>
          <a:endParaRPr lang="uk-UA" sz="2000" kern="1200"/>
        </a:p>
      </dsp:txBody>
      <dsp:txXfrm>
        <a:off x="23417" y="528607"/>
        <a:ext cx="4223413" cy="432866"/>
      </dsp:txXfrm>
    </dsp:sp>
    <dsp:sp modelId="{A829BBD7-A1C6-4A02-8171-A6ECB0E8966A}">
      <dsp:nvSpPr>
        <dsp:cNvPr id="0" name=""/>
        <dsp:cNvSpPr/>
      </dsp:nvSpPr>
      <dsp:spPr>
        <a:xfrm>
          <a:off x="0" y="1042490"/>
          <a:ext cx="4270247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b="0" i="0" kern="1200"/>
            <a:t>однієї з надпрограм М. Хрущова.</a:t>
          </a:r>
          <a:endParaRPr lang="uk-UA" sz="2000" kern="1200"/>
        </a:p>
      </dsp:txBody>
      <dsp:txXfrm>
        <a:off x="23417" y="1065907"/>
        <a:ext cx="4223413" cy="432866"/>
      </dsp:txXfrm>
    </dsp:sp>
    <dsp:sp modelId="{DD9D6029-B539-4475-92AB-DB7BC5904D2D}">
      <dsp:nvSpPr>
        <dsp:cNvPr id="0" name=""/>
        <dsp:cNvSpPr/>
      </dsp:nvSpPr>
      <dsp:spPr>
        <a:xfrm>
          <a:off x="0" y="1579791"/>
          <a:ext cx="4270247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b="0" i="0" kern="1200"/>
            <a:t>заходів реформ О. Косигіна.</a:t>
          </a:r>
          <a:endParaRPr lang="uk-UA" sz="2000" kern="1200"/>
        </a:p>
      </dsp:txBody>
      <dsp:txXfrm>
        <a:off x="23417" y="1603208"/>
        <a:ext cx="4223413" cy="432866"/>
      </dsp:txXfrm>
    </dsp:sp>
    <dsp:sp modelId="{75BDA665-DFF5-4D44-889F-AD66FABFF905}">
      <dsp:nvSpPr>
        <dsp:cNvPr id="0" name=""/>
        <dsp:cNvSpPr/>
      </dsp:nvSpPr>
      <dsp:spPr>
        <a:xfrm>
          <a:off x="0" y="2117091"/>
          <a:ext cx="4270247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b="0" i="0" kern="1200"/>
            <a:t>Продовольчої програми.</a:t>
          </a:r>
          <a:endParaRPr lang="uk-UA" sz="2000" kern="1200"/>
        </a:p>
      </dsp:txBody>
      <dsp:txXfrm>
        <a:off x="23417" y="2140508"/>
        <a:ext cx="4223413" cy="43286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471CF2-8C94-4500-B3C4-873BC5EF7970}">
      <dsp:nvSpPr>
        <dsp:cNvPr id="0" name=""/>
        <dsp:cNvSpPr/>
      </dsp:nvSpPr>
      <dsp:spPr>
        <a:xfrm>
          <a:off x="0" y="4115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b="0" i="0" kern="1200"/>
            <a:t>тотальний дефіцит товарів широкого вжитку в торговельній мережі</a:t>
          </a:r>
          <a:endParaRPr lang="uk-UA" sz="1800" kern="1200"/>
        </a:p>
      </dsp:txBody>
      <dsp:txXfrm>
        <a:off x="34954" y="76105"/>
        <a:ext cx="4200339" cy="646132"/>
      </dsp:txXfrm>
    </dsp:sp>
    <dsp:sp modelId="{86271721-B3A3-43EE-BFDA-6F6DE5F3E43B}">
      <dsp:nvSpPr>
        <dsp:cNvPr id="0" name=""/>
        <dsp:cNvSpPr/>
      </dsp:nvSpPr>
      <dsp:spPr>
        <a:xfrm>
          <a:off x="0" y="80903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b="0" i="0" kern="1200"/>
            <a:t>директивне планування виробництва, розподілу й споживання товарів</a:t>
          </a:r>
          <a:endParaRPr lang="uk-UA" sz="1800" kern="1200"/>
        </a:p>
      </dsp:txBody>
      <dsp:txXfrm>
        <a:off x="34954" y="843985"/>
        <a:ext cx="4200339" cy="646132"/>
      </dsp:txXfrm>
    </dsp:sp>
    <dsp:sp modelId="{F27522A6-BD24-49B3-A879-91E25F0E5A82}">
      <dsp:nvSpPr>
        <dsp:cNvPr id="0" name=""/>
        <dsp:cNvSpPr/>
      </dsp:nvSpPr>
      <dsp:spPr>
        <a:xfrm>
          <a:off x="0" y="157691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b="0" i="0" kern="1200"/>
            <a:t>низький рівень культури обслуговування покупців</a:t>
          </a:r>
          <a:endParaRPr lang="uk-UA" sz="1800" kern="1200"/>
        </a:p>
      </dsp:txBody>
      <dsp:txXfrm>
        <a:off x="34954" y="1611865"/>
        <a:ext cx="4200339" cy="646132"/>
      </dsp:txXfrm>
    </dsp:sp>
    <dsp:sp modelId="{4F9CF549-B9A3-482A-A9F1-8B686A7161A8}">
      <dsp:nvSpPr>
        <dsp:cNvPr id="0" name=""/>
        <dsp:cNvSpPr/>
      </dsp:nvSpPr>
      <dsp:spPr>
        <a:xfrm>
          <a:off x="0" y="234479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b="0" i="0" kern="1200"/>
            <a:t>постійне зростання цін у державних закладах торгівлі</a:t>
          </a:r>
          <a:endParaRPr lang="uk-UA" sz="1800" kern="1200"/>
        </a:p>
      </dsp:txBody>
      <dsp:txXfrm>
        <a:off x="34954" y="2379745"/>
        <a:ext cx="4200339" cy="646132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CCE11C-0F74-49A6-92FA-3E38C96B0CE1}">
      <dsp:nvSpPr>
        <dsp:cNvPr id="0" name=""/>
        <dsp:cNvSpPr/>
      </dsp:nvSpPr>
      <dsp:spPr>
        <a:xfrm rot="10800000">
          <a:off x="873651" y="232"/>
          <a:ext cx="2839714" cy="6335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74" tIns="80010" rIns="149352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b="0" i="0" kern="1200"/>
            <a:t>«геноцид»</a:t>
          </a:r>
          <a:endParaRPr lang="uk-UA" sz="2100" kern="1200"/>
        </a:p>
      </dsp:txBody>
      <dsp:txXfrm rot="10800000">
        <a:off x="1032036" y="232"/>
        <a:ext cx="2681329" cy="633541"/>
      </dsp:txXfrm>
    </dsp:sp>
    <dsp:sp modelId="{EEF81CD1-3597-41B6-9EE2-DD0FC2CC59B0}">
      <dsp:nvSpPr>
        <dsp:cNvPr id="0" name=""/>
        <dsp:cNvSpPr/>
      </dsp:nvSpPr>
      <dsp:spPr>
        <a:xfrm>
          <a:off x="556880" y="232"/>
          <a:ext cx="633541" cy="6335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FCDBD5-1EB0-48F0-A46D-1C12315EA025}">
      <dsp:nvSpPr>
        <dsp:cNvPr id="0" name=""/>
        <dsp:cNvSpPr/>
      </dsp:nvSpPr>
      <dsp:spPr>
        <a:xfrm rot="10800000">
          <a:off x="873651" y="822890"/>
          <a:ext cx="2839714" cy="6335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74" tIns="80010" rIns="149352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b="0" i="0" kern="1200"/>
            <a:t>«шовінізм»</a:t>
          </a:r>
          <a:endParaRPr lang="uk-UA" sz="2100" kern="1200"/>
        </a:p>
      </dsp:txBody>
      <dsp:txXfrm rot="10800000">
        <a:off x="1032036" y="822890"/>
        <a:ext cx="2681329" cy="633541"/>
      </dsp:txXfrm>
    </dsp:sp>
    <dsp:sp modelId="{62E70A0F-F263-4515-B271-6021C5977DE5}">
      <dsp:nvSpPr>
        <dsp:cNvPr id="0" name=""/>
        <dsp:cNvSpPr/>
      </dsp:nvSpPr>
      <dsp:spPr>
        <a:xfrm>
          <a:off x="556880" y="822890"/>
          <a:ext cx="633541" cy="6335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861B28-6D6E-4E94-BD90-2A3957E292C4}">
      <dsp:nvSpPr>
        <dsp:cNvPr id="0" name=""/>
        <dsp:cNvSpPr/>
      </dsp:nvSpPr>
      <dsp:spPr>
        <a:xfrm rot="10800000">
          <a:off x="873651" y="1645549"/>
          <a:ext cx="2839714" cy="6335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74" tIns="80010" rIns="149352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b="0" i="0" kern="1200"/>
            <a:t>«колоніалізм»</a:t>
          </a:r>
          <a:endParaRPr lang="uk-UA" sz="2100" kern="1200"/>
        </a:p>
      </dsp:txBody>
      <dsp:txXfrm rot="10800000">
        <a:off x="1032036" y="1645549"/>
        <a:ext cx="2681329" cy="633541"/>
      </dsp:txXfrm>
    </dsp:sp>
    <dsp:sp modelId="{8298753F-88B8-49D4-B0BB-C8B0C48E5D03}">
      <dsp:nvSpPr>
        <dsp:cNvPr id="0" name=""/>
        <dsp:cNvSpPr/>
      </dsp:nvSpPr>
      <dsp:spPr>
        <a:xfrm>
          <a:off x="556880" y="1645549"/>
          <a:ext cx="633541" cy="6335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FE1EFF-EB95-486C-9536-5A963044E6CB}">
      <dsp:nvSpPr>
        <dsp:cNvPr id="0" name=""/>
        <dsp:cNvSpPr/>
      </dsp:nvSpPr>
      <dsp:spPr>
        <a:xfrm rot="10800000">
          <a:off x="873651" y="2468207"/>
          <a:ext cx="2839714" cy="6335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74" tIns="80010" rIns="149352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b="0" i="0" kern="1200"/>
            <a:t>«анексія»</a:t>
          </a:r>
          <a:endParaRPr lang="uk-UA" sz="2100" kern="1200"/>
        </a:p>
      </dsp:txBody>
      <dsp:txXfrm rot="10800000">
        <a:off x="1032036" y="2468207"/>
        <a:ext cx="2681329" cy="633541"/>
      </dsp:txXfrm>
    </dsp:sp>
    <dsp:sp modelId="{A260ACC7-A617-440C-B768-9A67CA2D2493}">
      <dsp:nvSpPr>
        <dsp:cNvPr id="0" name=""/>
        <dsp:cNvSpPr/>
      </dsp:nvSpPr>
      <dsp:spPr>
        <a:xfrm>
          <a:off x="556880" y="2468207"/>
          <a:ext cx="633541" cy="6335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2D2524-FB1B-4222-BFB9-EF0879396823}">
      <dsp:nvSpPr>
        <dsp:cNvPr id="0" name=""/>
        <dsp:cNvSpPr/>
      </dsp:nvSpPr>
      <dsp:spPr>
        <a:xfrm rot="10800000">
          <a:off x="873788" y="1389"/>
          <a:ext cx="2840727" cy="63306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66" tIns="72390" rIns="135128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b="0" i="0" kern="1200"/>
            <a:t>Жванецька облога</a:t>
          </a:r>
          <a:endParaRPr lang="uk-UA" sz="1900" kern="1200"/>
        </a:p>
      </dsp:txBody>
      <dsp:txXfrm rot="10800000">
        <a:off x="1032055" y="1389"/>
        <a:ext cx="2682460" cy="633068"/>
      </dsp:txXfrm>
    </dsp:sp>
    <dsp:sp modelId="{7F00D3F2-18AF-4EDA-ACD7-E3670D198B29}">
      <dsp:nvSpPr>
        <dsp:cNvPr id="0" name=""/>
        <dsp:cNvSpPr/>
      </dsp:nvSpPr>
      <dsp:spPr>
        <a:xfrm>
          <a:off x="557254" y="1389"/>
          <a:ext cx="633068" cy="63306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84BA8F-D106-457E-AF67-B038AB90EDED}">
      <dsp:nvSpPr>
        <dsp:cNvPr id="0" name=""/>
        <dsp:cNvSpPr/>
      </dsp:nvSpPr>
      <dsp:spPr>
        <a:xfrm rot="10800000">
          <a:off x="873788" y="823434"/>
          <a:ext cx="2840727" cy="63306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66" tIns="72390" rIns="135128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b="0" i="0" kern="1200"/>
            <a:t>Зборівська битва</a:t>
          </a:r>
          <a:endParaRPr lang="uk-UA" sz="1900" kern="1200"/>
        </a:p>
      </dsp:txBody>
      <dsp:txXfrm rot="10800000">
        <a:off x="1032055" y="823434"/>
        <a:ext cx="2682460" cy="633068"/>
      </dsp:txXfrm>
    </dsp:sp>
    <dsp:sp modelId="{B0814A49-5E24-45E6-92D4-3E23E7A3C9CA}">
      <dsp:nvSpPr>
        <dsp:cNvPr id="0" name=""/>
        <dsp:cNvSpPr/>
      </dsp:nvSpPr>
      <dsp:spPr>
        <a:xfrm>
          <a:off x="557254" y="823434"/>
          <a:ext cx="633068" cy="63306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0D8330-EDE1-4B14-BF4D-A3D1E7F99884}">
      <dsp:nvSpPr>
        <dsp:cNvPr id="0" name=""/>
        <dsp:cNvSpPr/>
      </dsp:nvSpPr>
      <dsp:spPr>
        <a:xfrm rot="10800000">
          <a:off x="873788" y="1645478"/>
          <a:ext cx="2840727" cy="63306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66" tIns="72390" rIns="135128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b="0" i="0" kern="1200"/>
            <a:t>Берестецька битва</a:t>
          </a:r>
          <a:endParaRPr lang="uk-UA" sz="1900" kern="1200"/>
        </a:p>
      </dsp:txBody>
      <dsp:txXfrm rot="10800000">
        <a:off x="1032055" y="1645478"/>
        <a:ext cx="2682460" cy="633068"/>
      </dsp:txXfrm>
    </dsp:sp>
    <dsp:sp modelId="{12069B7F-A9AE-4E9F-98D8-3F518FFA207B}">
      <dsp:nvSpPr>
        <dsp:cNvPr id="0" name=""/>
        <dsp:cNvSpPr/>
      </dsp:nvSpPr>
      <dsp:spPr>
        <a:xfrm>
          <a:off x="557254" y="1645478"/>
          <a:ext cx="633068" cy="63306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66FB9E-FFCC-405A-9A18-2B9B481AC06C}">
      <dsp:nvSpPr>
        <dsp:cNvPr id="0" name=""/>
        <dsp:cNvSpPr/>
      </dsp:nvSpPr>
      <dsp:spPr>
        <a:xfrm rot="10800000">
          <a:off x="873788" y="2467523"/>
          <a:ext cx="2840727" cy="63306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66" tIns="72390" rIns="135128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b="0" i="0" kern="1200"/>
            <a:t>Жовтоводська битва</a:t>
          </a:r>
          <a:endParaRPr lang="uk-UA" sz="1900" kern="1200"/>
        </a:p>
      </dsp:txBody>
      <dsp:txXfrm rot="10800000">
        <a:off x="1032055" y="2467523"/>
        <a:ext cx="2682460" cy="633068"/>
      </dsp:txXfrm>
    </dsp:sp>
    <dsp:sp modelId="{C353A11C-5CE6-440C-8EE5-842F0F83C07E}">
      <dsp:nvSpPr>
        <dsp:cNvPr id="0" name=""/>
        <dsp:cNvSpPr/>
      </dsp:nvSpPr>
      <dsp:spPr>
        <a:xfrm>
          <a:off x="557254" y="2467523"/>
          <a:ext cx="633068" cy="63306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78991-3410-446F-9F1C-6013C976DCEC}">
      <dsp:nvSpPr>
        <dsp:cNvPr id="0" name=""/>
        <dsp:cNvSpPr/>
      </dsp:nvSpPr>
      <dsp:spPr>
        <a:xfrm>
          <a:off x="1601342" y="895203"/>
          <a:ext cx="1067561" cy="106756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7390D7A0-D408-43AA-B808-846670B3DA99}">
      <dsp:nvSpPr>
        <dsp:cNvPr id="0" name=""/>
        <dsp:cNvSpPr/>
      </dsp:nvSpPr>
      <dsp:spPr>
        <a:xfrm>
          <a:off x="1515937" y="25902"/>
          <a:ext cx="1238371" cy="71679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900" b="0" i="0" kern="1200"/>
            <a:t>1648 р.</a:t>
          </a:r>
          <a:endParaRPr lang="uk-UA" sz="2900" kern="1200"/>
        </a:p>
      </dsp:txBody>
      <dsp:txXfrm>
        <a:off x="1515937" y="25902"/>
        <a:ext cx="1238371" cy="716791"/>
      </dsp:txXfrm>
    </dsp:sp>
    <dsp:sp modelId="{C2B2776D-0589-44AD-8F0D-5D8612CA9D2B}">
      <dsp:nvSpPr>
        <dsp:cNvPr id="0" name=""/>
        <dsp:cNvSpPr/>
      </dsp:nvSpPr>
      <dsp:spPr>
        <a:xfrm>
          <a:off x="2007443" y="1190155"/>
          <a:ext cx="1067561" cy="106756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BAE059F-61F9-4281-B857-6C791881C7BF}">
      <dsp:nvSpPr>
        <dsp:cNvPr id="0" name=""/>
        <dsp:cNvSpPr/>
      </dsp:nvSpPr>
      <dsp:spPr>
        <a:xfrm>
          <a:off x="3159982" y="971457"/>
          <a:ext cx="1110264" cy="77779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900" b="0" i="0" kern="1200"/>
            <a:t>1649 р.</a:t>
          </a:r>
          <a:endParaRPr lang="uk-UA" sz="2900" kern="1200"/>
        </a:p>
      </dsp:txBody>
      <dsp:txXfrm>
        <a:off x="3159982" y="971457"/>
        <a:ext cx="1110264" cy="777794"/>
      </dsp:txXfrm>
    </dsp:sp>
    <dsp:sp modelId="{EB2000FB-05FA-429F-8117-3032F7BA11C1}">
      <dsp:nvSpPr>
        <dsp:cNvPr id="0" name=""/>
        <dsp:cNvSpPr/>
      </dsp:nvSpPr>
      <dsp:spPr>
        <a:xfrm>
          <a:off x="1852433" y="1667812"/>
          <a:ext cx="1067561" cy="106756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A8C18A29-260E-4519-A244-3F29B307CFDF}">
      <dsp:nvSpPr>
        <dsp:cNvPr id="0" name=""/>
        <dsp:cNvSpPr/>
      </dsp:nvSpPr>
      <dsp:spPr>
        <a:xfrm>
          <a:off x="2989172" y="2298284"/>
          <a:ext cx="1110264" cy="77779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900" b="0" i="0" kern="1200"/>
            <a:t>1651 р.</a:t>
          </a:r>
          <a:endParaRPr lang="uk-UA" sz="2900" kern="1200"/>
        </a:p>
      </dsp:txBody>
      <dsp:txXfrm>
        <a:off x="2989172" y="2298284"/>
        <a:ext cx="1110264" cy="777794"/>
      </dsp:txXfrm>
    </dsp:sp>
    <dsp:sp modelId="{ABBA869D-1675-4A30-80A8-7295003AD417}">
      <dsp:nvSpPr>
        <dsp:cNvPr id="0" name=""/>
        <dsp:cNvSpPr/>
      </dsp:nvSpPr>
      <dsp:spPr>
        <a:xfrm>
          <a:off x="1350252" y="1667812"/>
          <a:ext cx="1067561" cy="106756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A486C1E7-63F6-457A-BA12-3CF17463CA01}">
      <dsp:nvSpPr>
        <dsp:cNvPr id="0" name=""/>
        <dsp:cNvSpPr/>
      </dsp:nvSpPr>
      <dsp:spPr>
        <a:xfrm>
          <a:off x="170809" y="2298284"/>
          <a:ext cx="1110264" cy="77779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900" b="0" i="0" kern="1200"/>
            <a:t>1652 р.</a:t>
          </a:r>
          <a:endParaRPr lang="uk-UA" sz="2900" kern="1200"/>
        </a:p>
      </dsp:txBody>
      <dsp:txXfrm>
        <a:off x="170809" y="2298284"/>
        <a:ext cx="1110264" cy="777794"/>
      </dsp:txXfrm>
    </dsp:sp>
    <dsp:sp modelId="{FB139755-A3B9-457A-AAAC-E500DC1695AA}">
      <dsp:nvSpPr>
        <dsp:cNvPr id="0" name=""/>
        <dsp:cNvSpPr/>
      </dsp:nvSpPr>
      <dsp:spPr>
        <a:xfrm>
          <a:off x="1195242" y="1190155"/>
          <a:ext cx="1067561" cy="106756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3A3140B-9BEA-48D6-AFE5-039D51FA998B}">
      <dsp:nvSpPr>
        <dsp:cNvPr id="0" name=""/>
        <dsp:cNvSpPr/>
      </dsp:nvSpPr>
      <dsp:spPr>
        <a:xfrm>
          <a:off x="0" y="971457"/>
          <a:ext cx="1110264" cy="77779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900" b="0" i="0" kern="1200"/>
            <a:t>1653 р.</a:t>
          </a:r>
          <a:endParaRPr lang="uk-UA" sz="2900" kern="1200"/>
        </a:p>
      </dsp:txBody>
      <dsp:txXfrm>
        <a:off x="0" y="971457"/>
        <a:ext cx="1110264" cy="777794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EDBD1E-F860-43B9-BADF-BAC5C37DDE86}">
      <dsp:nvSpPr>
        <dsp:cNvPr id="0" name=""/>
        <dsp:cNvSpPr/>
      </dsp:nvSpPr>
      <dsp:spPr>
        <a:xfrm rot="10800000">
          <a:off x="873788" y="1389"/>
          <a:ext cx="2840727" cy="63306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66" tIns="102870" rIns="192024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700" b="0" i="0" kern="1200"/>
            <a:t>«Енеїда»</a:t>
          </a:r>
          <a:endParaRPr lang="uk-UA" sz="2700" kern="1200"/>
        </a:p>
      </dsp:txBody>
      <dsp:txXfrm rot="10800000">
        <a:off x="1032055" y="1389"/>
        <a:ext cx="2682460" cy="633068"/>
      </dsp:txXfrm>
    </dsp:sp>
    <dsp:sp modelId="{107F0E72-35BA-415E-87C3-1821D08801FC}">
      <dsp:nvSpPr>
        <dsp:cNvPr id="0" name=""/>
        <dsp:cNvSpPr/>
      </dsp:nvSpPr>
      <dsp:spPr>
        <a:xfrm>
          <a:off x="557254" y="1389"/>
          <a:ext cx="633068" cy="63306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26BBCC-1FC4-400B-8129-328604A8106C}">
      <dsp:nvSpPr>
        <dsp:cNvPr id="0" name=""/>
        <dsp:cNvSpPr/>
      </dsp:nvSpPr>
      <dsp:spPr>
        <a:xfrm rot="10800000">
          <a:off x="873788" y="823434"/>
          <a:ext cx="2840727" cy="63306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66" tIns="102870" rIns="192024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700" b="0" i="0" kern="1200"/>
            <a:t>«Історія Русів»</a:t>
          </a:r>
          <a:endParaRPr lang="uk-UA" sz="2700" kern="1200"/>
        </a:p>
      </dsp:txBody>
      <dsp:txXfrm rot="10800000">
        <a:off x="1032055" y="823434"/>
        <a:ext cx="2682460" cy="633068"/>
      </dsp:txXfrm>
    </dsp:sp>
    <dsp:sp modelId="{0DFC183E-F272-4B9D-95A8-3C3ABC730F8E}">
      <dsp:nvSpPr>
        <dsp:cNvPr id="0" name=""/>
        <dsp:cNvSpPr/>
      </dsp:nvSpPr>
      <dsp:spPr>
        <a:xfrm>
          <a:off x="557254" y="823434"/>
          <a:ext cx="633068" cy="63306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A0ED80-DBEB-4E27-BFF6-E3D6FA0C29A5}">
      <dsp:nvSpPr>
        <dsp:cNvPr id="0" name=""/>
        <dsp:cNvSpPr/>
      </dsp:nvSpPr>
      <dsp:spPr>
        <a:xfrm rot="10800000">
          <a:off x="873788" y="1645478"/>
          <a:ext cx="2840727" cy="63306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66" tIns="102870" rIns="192024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700" b="0" i="0" kern="1200"/>
            <a:t>«Основа»</a:t>
          </a:r>
          <a:endParaRPr lang="uk-UA" sz="2700" kern="1200"/>
        </a:p>
      </dsp:txBody>
      <dsp:txXfrm rot="10800000">
        <a:off x="1032055" y="1645478"/>
        <a:ext cx="2682460" cy="633068"/>
      </dsp:txXfrm>
    </dsp:sp>
    <dsp:sp modelId="{4C4F6E16-AB41-4862-A69C-F50989362706}">
      <dsp:nvSpPr>
        <dsp:cNvPr id="0" name=""/>
        <dsp:cNvSpPr/>
      </dsp:nvSpPr>
      <dsp:spPr>
        <a:xfrm>
          <a:off x="557254" y="1645478"/>
          <a:ext cx="633068" cy="63306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3671BC-AB30-4615-8683-FF9F0A07E87F}">
      <dsp:nvSpPr>
        <dsp:cNvPr id="0" name=""/>
        <dsp:cNvSpPr/>
      </dsp:nvSpPr>
      <dsp:spPr>
        <a:xfrm rot="10800000">
          <a:off x="873788" y="2467523"/>
          <a:ext cx="2840727" cy="63306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66" tIns="102870" rIns="192024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700" b="0" i="0" kern="1200"/>
            <a:t>«Громада»</a:t>
          </a:r>
          <a:endParaRPr lang="uk-UA" sz="2700" kern="1200"/>
        </a:p>
      </dsp:txBody>
      <dsp:txXfrm rot="10800000">
        <a:off x="1032055" y="2467523"/>
        <a:ext cx="2682460" cy="633068"/>
      </dsp:txXfrm>
    </dsp:sp>
    <dsp:sp modelId="{6CA42CA0-7790-4F6E-8E0A-1554923C6DF6}">
      <dsp:nvSpPr>
        <dsp:cNvPr id="0" name=""/>
        <dsp:cNvSpPr/>
      </dsp:nvSpPr>
      <dsp:spPr>
        <a:xfrm>
          <a:off x="557254" y="2467523"/>
          <a:ext cx="633068" cy="63306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856DB7-DD04-4F45-A71C-2A0037797FB8}">
      <dsp:nvSpPr>
        <dsp:cNvPr id="0" name=""/>
        <dsp:cNvSpPr/>
      </dsp:nvSpPr>
      <dsp:spPr>
        <a:xfrm>
          <a:off x="0" y="378"/>
          <a:ext cx="42702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D57111-6694-4D47-8D47-386E51EBDC1F}">
      <dsp:nvSpPr>
        <dsp:cNvPr id="0" name=""/>
        <dsp:cNvSpPr/>
      </dsp:nvSpPr>
      <dsp:spPr>
        <a:xfrm>
          <a:off x="0" y="378"/>
          <a:ext cx="4270247" cy="620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100" b="0" i="0" kern="1200"/>
            <a:t>перший український суспільно-політичний і літературно-мистецький журнал, що видавала українська громада 1861–1862 рр. у Петербурзі</a:t>
          </a:r>
          <a:endParaRPr lang="uk-UA" sz="1100" kern="1200"/>
        </a:p>
      </dsp:txBody>
      <dsp:txXfrm>
        <a:off x="0" y="378"/>
        <a:ext cx="4270247" cy="620244"/>
      </dsp:txXfrm>
    </dsp:sp>
    <dsp:sp modelId="{524FF9E3-48CC-429E-9F82-94DE1C7A0EA2}">
      <dsp:nvSpPr>
        <dsp:cNvPr id="0" name=""/>
        <dsp:cNvSpPr/>
      </dsp:nvSpPr>
      <dsp:spPr>
        <a:xfrm>
          <a:off x="0" y="620623"/>
          <a:ext cx="42702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C36D90-94A2-4154-87A3-4144B9857664}">
      <dsp:nvSpPr>
        <dsp:cNvPr id="0" name=""/>
        <dsp:cNvSpPr/>
      </dsp:nvSpPr>
      <dsp:spPr>
        <a:xfrm>
          <a:off x="0" y="620623"/>
          <a:ext cx="4270247" cy="620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100" b="0" i="0" kern="1200"/>
            <a:t>український громадсько-політичний і науково-літературний збірник, що видавав у Женеві Михайло Драгоманов у період 1878–1879 рр. та 1882 р.</a:t>
          </a:r>
          <a:endParaRPr lang="uk-UA" sz="1100" kern="1200"/>
        </a:p>
      </dsp:txBody>
      <dsp:txXfrm>
        <a:off x="0" y="620623"/>
        <a:ext cx="4270247" cy="620244"/>
      </dsp:txXfrm>
    </dsp:sp>
    <dsp:sp modelId="{059F8554-F789-4155-9FA9-F4AAD23DFC5A}">
      <dsp:nvSpPr>
        <dsp:cNvPr id="0" name=""/>
        <dsp:cNvSpPr/>
      </dsp:nvSpPr>
      <dsp:spPr>
        <a:xfrm>
          <a:off x="0" y="1240868"/>
          <a:ext cx="42702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532CE4-A210-4B2E-B0B9-DF6CE03090E8}">
      <dsp:nvSpPr>
        <dsp:cNvPr id="0" name=""/>
        <dsp:cNvSpPr/>
      </dsp:nvSpPr>
      <dsp:spPr>
        <a:xfrm>
          <a:off x="0" y="1240868"/>
          <a:ext cx="4270247" cy="620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100" b="0" i="0" kern="1200"/>
            <a:t>одна з визначних пам’яток української історичної та суспільно-політичної думки другої половини </a:t>
          </a:r>
          <a:r>
            <a:rPr lang="en-US" sz="1100" b="0" i="0" kern="1200"/>
            <a:t>XVIII – </a:t>
          </a:r>
          <a:r>
            <a:rPr lang="uk-UA" sz="1100" b="0" i="0" kern="1200"/>
            <a:t>початку </a:t>
          </a:r>
          <a:r>
            <a:rPr lang="en-US" sz="1100" b="0" i="0" kern="1200"/>
            <a:t>XIX </a:t>
          </a:r>
          <a:r>
            <a:rPr lang="uk-UA" sz="1100" b="0" i="0" kern="1200"/>
            <a:t>ст., у якій обстоювано ідею автономного державного розвитку України</a:t>
          </a:r>
          <a:endParaRPr lang="uk-UA" sz="1100" kern="1200"/>
        </a:p>
      </dsp:txBody>
      <dsp:txXfrm>
        <a:off x="0" y="1240868"/>
        <a:ext cx="4270247" cy="620244"/>
      </dsp:txXfrm>
    </dsp:sp>
    <dsp:sp modelId="{868CDA24-2EC9-4A14-AB52-9B00F42232FF}">
      <dsp:nvSpPr>
        <dsp:cNvPr id="0" name=""/>
        <dsp:cNvSpPr/>
      </dsp:nvSpPr>
      <dsp:spPr>
        <a:xfrm>
          <a:off x="0" y="1861113"/>
          <a:ext cx="42702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8C50A4-1C07-4711-8A26-AB59C9BEE0F0}">
      <dsp:nvSpPr>
        <dsp:cNvPr id="0" name=""/>
        <dsp:cNvSpPr/>
      </dsp:nvSpPr>
      <dsp:spPr>
        <a:xfrm>
          <a:off x="0" y="1861113"/>
          <a:ext cx="4270247" cy="620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100" b="0" i="0" kern="1200"/>
            <a:t>перший твір нової української літератури, надрукований у Санкт-Петербурзі 1798 р.</a:t>
          </a:r>
          <a:endParaRPr lang="uk-UA" sz="1100" kern="1200"/>
        </a:p>
      </dsp:txBody>
      <dsp:txXfrm>
        <a:off x="0" y="1861113"/>
        <a:ext cx="4270247" cy="620244"/>
      </dsp:txXfrm>
    </dsp:sp>
    <dsp:sp modelId="{DCE0060D-2787-43F8-9A67-38BA970A777A}">
      <dsp:nvSpPr>
        <dsp:cNvPr id="0" name=""/>
        <dsp:cNvSpPr/>
      </dsp:nvSpPr>
      <dsp:spPr>
        <a:xfrm>
          <a:off x="0" y="2481358"/>
          <a:ext cx="42702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B5135-9340-4B40-BFA0-8641EF9BE153}">
      <dsp:nvSpPr>
        <dsp:cNvPr id="0" name=""/>
        <dsp:cNvSpPr/>
      </dsp:nvSpPr>
      <dsp:spPr>
        <a:xfrm>
          <a:off x="0" y="2481358"/>
          <a:ext cx="4270247" cy="620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100" b="0" i="0" kern="1200"/>
            <a:t>щомісячний історико-етнографічний і літературний часопис, що видавали в Києві російською й українською мовами протягом 1882–1906 рр.</a:t>
          </a:r>
          <a:endParaRPr lang="uk-UA" sz="1100" kern="1200"/>
        </a:p>
      </dsp:txBody>
      <dsp:txXfrm>
        <a:off x="0" y="2481358"/>
        <a:ext cx="4270247" cy="620244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0416E9-632B-4252-96D1-6C1790D27F35}">
      <dsp:nvSpPr>
        <dsp:cNvPr id="0" name=""/>
        <dsp:cNvSpPr/>
      </dsp:nvSpPr>
      <dsp:spPr>
        <a:xfrm rot="10800000">
          <a:off x="873788" y="1389"/>
          <a:ext cx="2840727" cy="63306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66" tIns="83820" rIns="156464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0" i="0" kern="1200"/>
            <a:t>Кость Левицький</a:t>
          </a:r>
          <a:endParaRPr lang="uk-UA" sz="2200" kern="1200"/>
        </a:p>
      </dsp:txBody>
      <dsp:txXfrm rot="10800000">
        <a:off x="1032055" y="1389"/>
        <a:ext cx="2682460" cy="633068"/>
      </dsp:txXfrm>
    </dsp:sp>
    <dsp:sp modelId="{D7EDA1BF-A59B-41ED-8F22-261D14879406}">
      <dsp:nvSpPr>
        <dsp:cNvPr id="0" name=""/>
        <dsp:cNvSpPr/>
      </dsp:nvSpPr>
      <dsp:spPr>
        <a:xfrm>
          <a:off x="557254" y="1389"/>
          <a:ext cx="633068" cy="63306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B9C467-1FE6-41BD-B128-7E3806C7DF83}">
      <dsp:nvSpPr>
        <dsp:cNvPr id="0" name=""/>
        <dsp:cNvSpPr/>
      </dsp:nvSpPr>
      <dsp:spPr>
        <a:xfrm rot="10800000">
          <a:off x="873788" y="823434"/>
          <a:ext cx="2840727" cy="63306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66" tIns="83820" rIns="156464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0" i="0" kern="1200"/>
            <a:t>Дмитро Донцов</a:t>
          </a:r>
          <a:endParaRPr lang="uk-UA" sz="2200" kern="1200"/>
        </a:p>
      </dsp:txBody>
      <dsp:txXfrm rot="10800000">
        <a:off x="1032055" y="823434"/>
        <a:ext cx="2682460" cy="633068"/>
      </dsp:txXfrm>
    </dsp:sp>
    <dsp:sp modelId="{8EC35C5D-3B92-46E9-B7DE-3E5A4575EA67}">
      <dsp:nvSpPr>
        <dsp:cNvPr id="0" name=""/>
        <dsp:cNvSpPr/>
      </dsp:nvSpPr>
      <dsp:spPr>
        <a:xfrm>
          <a:off x="557254" y="823434"/>
          <a:ext cx="633068" cy="63306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B5BC08-D70C-494B-B2A0-1F98BCB88984}">
      <dsp:nvSpPr>
        <dsp:cNvPr id="0" name=""/>
        <dsp:cNvSpPr/>
      </dsp:nvSpPr>
      <dsp:spPr>
        <a:xfrm rot="10800000">
          <a:off x="873788" y="1645478"/>
          <a:ext cx="2840727" cy="63306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66" tIns="83820" rIns="156464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0" i="0" kern="1200"/>
            <a:t>Євген Коновалець</a:t>
          </a:r>
          <a:endParaRPr lang="uk-UA" sz="2200" kern="1200"/>
        </a:p>
      </dsp:txBody>
      <dsp:txXfrm rot="10800000">
        <a:off x="1032055" y="1645478"/>
        <a:ext cx="2682460" cy="633068"/>
      </dsp:txXfrm>
    </dsp:sp>
    <dsp:sp modelId="{8E6C6404-86A0-42EA-B6E7-B04C740D1E6C}">
      <dsp:nvSpPr>
        <dsp:cNvPr id="0" name=""/>
        <dsp:cNvSpPr/>
      </dsp:nvSpPr>
      <dsp:spPr>
        <a:xfrm>
          <a:off x="557254" y="1645478"/>
          <a:ext cx="633068" cy="63306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004905-40C1-4689-A8B6-2C8CECE911A1}">
      <dsp:nvSpPr>
        <dsp:cNvPr id="0" name=""/>
        <dsp:cNvSpPr/>
      </dsp:nvSpPr>
      <dsp:spPr>
        <a:xfrm rot="10800000">
          <a:off x="873788" y="2467523"/>
          <a:ext cx="2840727" cy="63306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66" tIns="83820" rIns="156464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0" i="0" kern="1200"/>
            <a:t>Андрій Жук</a:t>
          </a:r>
          <a:endParaRPr lang="uk-UA" sz="2200" kern="1200"/>
        </a:p>
      </dsp:txBody>
      <dsp:txXfrm rot="10800000">
        <a:off x="1032055" y="2467523"/>
        <a:ext cx="2682460" cy="633068"/>
      </dsp:txXfrm>
    </dsp:sp>
    <dsp:sp modelId="{BE5D2CCB-0D17-4274-912D-30B692BEB66C}">
      <dsp:nvSpPr>
        <dsp:cNvPr id="0" name=""/>
        <dsp:cNvSpPr/>
      </dsp:nvSpPr>
      <dsp:spPr>
        <a:xfrm>
          <a:off x="557254" y="2467523"/>
          <a:ext cx="633068" cy="63306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CAF6EA-3C09-4E64-B84E-79CA667FEB7E}">
      <dsp:nvSpPr>
        <dsp:cNvPr id="0" name=""/>
        <dsp:cNvSpPr/>
      </dsp:nvSpPr>
      <dsp:spPr>
        <a:xfrm>
          <a:off x="0" y="378"/>
          <a:ext cx="42702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833CAF-A445-45E1-94D2-D802B6D6360E}">
      <dsp:nvSpPr>
        <dsp:cNvPr id="0" name=""/>
        <dsp:cNvSpPr/>
      </dsp:nvSpPr>
      <dsp:spPr>
        <a:xfrm>
          <a:off x="0" y="378"/>
          <a:ext cx="4270247" cy="620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200" b="0" i="0" kern="1200"/>
            <a:t>співзасновник Української національно-демократичної партії, голова Державного секретаріату ЗУНР</a:t>
          </a:r>
          <a:endParaRPr lang="uk-UA" sz="1200" kern="1200"/>
        </a:p>
      </dsp:txBody>
      <dsp:txXfrm>
        <a:off x="0" y="378"/>
        <a:ext cx="4270247" cy="620244"/>
      </dsp:txXfrm>
    </dsp:sp>
    <dsp:sp modelId="{777408F1-9A4D-44B3-9167-6340E91A53A4}">
      <dsp:nvSpPr>
        <dsp:cNvPr id="0" name=""/>
        <dsp:cNvSpPr/>
      </dsp:nvSpPr>
      <dsp:spPr>
        <a:xfrm>
          <a:off x="0" y="620623"/>
          <a:ext cx="42702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41AEA9-65F3-4D79-82CE-549D73663B13}">
      <dsp:nvSpPr>
        <dsp:cNvPr id="0" name=""/>
        <dsp:cNvSpPr/>
      </dsp:nvSpPr>
      <dsp:spPr>
        <a:xfrm>
          <a:off x="0" y="620623"/>
          <a:ext cx="4270247" cy="620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200" b="0" i="0" kern="1200"/>
            <a:t>учасник боїв за гору Маківка, командир Галицько-Буковинського куреня січових стрільців</a:t>
          </a:r>
          <a:endParaRPr lang="uk-UA" sz="1200" kern="1200"/>
        </a:p>
      </dsp:txBody>
      <dsp:txXfrm>
        <a:off x="0" y="620623"/>
        <a:ext cx="4270247" cy="620244"/>
      </dsp:txXfrm>
    </dsp:sp>
    <dsp:sp modelId="{DA2421C4-C30E-4306-99E3-4D1A1061FEDB}">
      <dsp:nvSpPr>
        <dsp:cNvPr id="0" name=""/>
        <dsp:cNvSpPr/>
      </dsp:nvSpPr>
      <dsp:spPr>
        <a:xfrm>
          <a:off x="0" y="1240868"/>
          <a:ext cx="42702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DB75EE-4C10-41E0-81DA-94B5AA092ED8}">
      <dsp:nvSpPr>
        <dsp:cNvPr id="0" name=""/>
        <dsp:cNvSpPr/>
      </dsp:nvSpPr>
      <dsp:spPr>
        <a:xfrm>
          <a:off x="0" y="1240868"/>
          <a:ext cx="4270247" cy="620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200" b="0" i="0" kern="1200"/>
            <a:t>член Головної української ради, Загальної української ради, дипломат Української Держави, УНР</a:t>
          </a:r>
          <a:endParaRPr lang="uk-UA" sz="1200" kern="1200"/>
        </a:p>
      </dsp:txBody>
      <dsp:txXfrm>
        <a:off x="0" y="1240868"/>
        <a:ext cx="4270247" cy="620244"/>
      </dsp:txXfrm>
    </dsp:sp>
    <dsp:sp modelId="{28189B86-2202-45F8-BBC3-A1EE672672C2}">
      <dsp:nvSpPr>
        <dsp:cNvPr id="0" name=""/>
        <dsp:cNvSpPr/>
      </dsp:nvSpPr>
      <dsp:spPr>
        <a:xfrm>
          <a:off x="0" y="1861113"/>
          <a:ext cx="42702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799789-BA23-4166-A555-44379ED68714}">
      <dsp:nvSpPr>
        <dsp:cNvPr id="0" name=""/>
        <dsp:cNvSpPr/>
      </dsp:nvSpPr>
      <dsp:spPr>
        <a:xfrm>
          <a:off x="0" y="1861113"/>
          <a:ext cx="4270247" cy="620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200" b="0" i="0" kern="1200"/>
            <a:t>співзасновник і голова Української національної партії на Буковині, Голова української національної громади в Румунії</a:t>
          </a:r>
          <a:endParaRPr lang="uk-UA" sz="1200" kern="1200"/>
        </a:p>
      </dsp:txBody>
      <dsp:txXfrm>
        <a:off x="0" y="1861113"/>
        <a:ext cx="4270247" cy="620244"/>
      </dsp:txXfrm>
    </dsp:sp>
    <dsp:sp modelId="{00828987-8816-4F1E-BA86-0B4E7E1070B1}">
      <dsp:nvSpPr>
        <dsp:cNvPr id="0" name=""/>
        <dsp:cNvSpPr/>
      </dsp:nvSpPr>
      <dsp:spPr>
        <a:xfrm>
          <a:off x="0" y="2481358"/>
          <a:ext cx="42702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8DC057-9007-4C49-A7EA-4B2766B0ECF6}">
      <dsp:nvSpPr>
        <dsp:cNvPr id="0" name=""/>
        <dsp:cNvSpPr/>
      </dsp:nvSpPr>
      <dsp:spPr>
        <a:xfrm>
          <a:off x="0" y="2481358"/>
          <a:ext cx="4270247" cy="620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200" b="0" i="0" kern="1200"/>
            <a:t>голова Союзу визволення України, теоретик та ідеолог українського націоналізму</a:t>
          </a:r>
          <a:endParaRPr lang="uk-UA" sz="1200" kern="1200"/>
        </a:p>
      </dsp:txBody>
      <dsp:txXfrm>
        <a:off x="0" y="2481358"/>
        <a:ext cx="4270247" cy="620244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DC0927-34A7-4DBF-A2E4-976B764B83DF}">
      <dsp:nvSpPr>
        <dsp:cNvPr id="0" name=""/>
        <dsp:cNvSpPr/>
      </dsp:nvSpPr>
      <dsp:spPr>
        <a:xfrm>
          <a:off x="0" y="146393"/>
          <a:ext cx="6096000" cy="1070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500" b="0" i="1" kern="1200"/>
            <a:t>«Успішний розвиток України та збільшення національного багатства потребують тісної взаємодії держави й національного бізнесу. Потрібно більшу частину товарів, що їх використовують в Україні, виробляти всередині країни...»</a:t>
          </a:r>
          <a:endParaRPr lang="uk-UA" sz="1500" kern="1200"/>
        </a:p>
      </dsp:txBody>
      <dsp:txXfrm>
        <a:off x="52260" y="198653"/>
        <a:ext cx="5991480" cy="966030"/>
      </dsp:txXfrm>
    </dsp:sp>
    <dsp:sp modelId="{691A90B1-4B82-4E60-BA60-F60E73D5074F}">
      <dsp:nvSpPr>
        <dsp:cNvPr id="0" name=""/>
        <dsp:cNvSpPr/>
      </dsp:nvSpPr>
      <dsp:spPr>
        <a:xfrm>
          <a:off x="0" y="1260143"/>
          <a:ext cx="6096000" cy="1070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500" b="0" i="1" kern="1200"/>
            <a:t>«Прискорення соціально-економічного розвитку насамперед визначено необхідністю в перебудові структурної політики, форм і методів управління…»</a:t>
          </a:r>
          <a:endParaRPr lang="uk-UA" sz="1500" kern="1200"/>
        </a:p>
      </dsp:txBody>
      <dsp:txXfrm>
        <a:off x="52260" y="1312403"/>
        <a:ext cx="5991480" cy="966030"/>
      </dsp:txXfrm>
    </dsp:sp>
    <dsp:sp modelId="{3CD77263-EED8-44DB-8896-78407F9E6D80}">
      <dsp:nvSpPr>
        <dsp:cNvPr id="0" name=""/>
        <dsp:cNvSpPr/>
      </dsp:nvSpPr>
      <dsp:spPr>
        <a:xfrm>
          <a:off x="0" y="2373894"/>
          <a:ext cx="6096000" cy="1070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500" b="0" i="1" kern="1200"/>
            <a:t>«...Ми хотіли, щоб нам дали картки із централізованим забезпеченням населення якоюсь кількістю продуктів й організацію харчування тих, хто голодує...»</a:t>
          </a:r>
          <a:endParaRPr lang="uk-UA" sz="1500" kern="1200"/>
        </a:p>
      </dsp:txBody>
      <dsp:txXfrm>
        <a:off x="52260" y="2426154"/>
        <a:ext cx="5991480" cy="966030"/>
      </dsp:txXfrm>
    </dsp:sp>
    <dsp:sp modelId="{73B3BF53-0B74-4A0E-A89A-F628BE18AFEC}">
      <dsp:nvSpPr>
        <dsp:cNvPr id="0" name=""/>
        <dsp:cNvSpPr/>
      </dsp:nvSpPr>
      <dsp:spPr>
        <a:xfrm>
          <a:off x="0" y="3487644"/>
          <a:ext cx="6096000" cy="1070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500" b="0" i="1" kern="1200"/>
            <a:t>«Основна частина підприємств місцевого значення перейшла з підпорядкування союзних міністерств у підпорядкування обласних рад депутатів…»</a:t>
          </a:r>
          <a:endParaRPr lang="uk-UA" sz="1500" kern="1200"/>
        </a:p>
      </dsp:txBody>
      <dsp:txXfrm>
        <a:off x="52260" y="3539904"/>
        <a:ext cx="5991480" cy="966030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D85A7A-9A4F-446C-A429-134F8E266339}">
      <dsp:nvSpPr>
        <dsp:cNvPr id="0" name=""/>
        <dsp:cNvSpPr/>
      </dsp:nvSpPr>
      <dsp:spPr>
        <a:xfrm>
          <a:off x="0" y="378"/>
          <a:ext cx="42702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281D2E-61AE-453B-98DF-B14B9C8F7939}">
      <dsp:nvSpPr>
        <dsp:cNvPr id="0" name=""/>
        <dsp:cNvSpPr/>
      </dsp:nvSpPr>
      <dsp:spPr>
        <a:xfrm>
          <a:off x="0" y="378"/>
          <a:ext cx="4270247" cy="620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600" b="0" i="0" kern="1200"/>
            <a:t>Україна в перші повоєнні роки (1945 – початок 1950-х рр.)</a:t>
          </a:r>
          <a:endParaRPr lang="uk-UA" sz="1600" kern="1200"/>
        </a:p>
      </dsp:txBody>
      <dsp:txXfrm>
        <a:off x="0" y="378"/>
        <a:ext cx="4270247" cy="620244"/>
      </dsp:txXfrm>
    </dsp:sp>
    <dsp:sp modelId="{6B4782D8-F06B-4698-BD0D-0F70B1964276}">
      <dsp:nvSpPr>
        <dsp:cNvPr id="0" name=""/>
        <dsp:cNvSpPr/>
      </dsp:nvSpPr>
      <dsp:spPr>
        <a:xfrm>
          <a:off x="0" y="620623"/>
          <a:ext cx="42702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F91687-65A1-4632-8967-91B1C42CE309}">
      <dsp:nvSpPr>
        <dsp:cNvPr id="0" name=""/>
        <dsp:cNvSpPr/>
      </dsp:nvSpPr>
      <dsp:spPr>
        <a:xfrm>
          <a:off x="0" y="620623"/>
          <a:ext cx="4270247" cy="620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600" b="0" i="0" kern="1200"/>
            <a:t>Україна в умовах десталінізації (1953–1964 рр.)</a:t>
          </a:r>
          <a:endParaRPr lang="uk-UA" sz="1600" kern="1200"/>
        </a:p>
      </dsp:txBody>
      <dsp:txXfrm>
        <a:off x="0" y="620623"/>
        <a:ext cx="4270247" cy="620244"/>
      </dsp:txXfrm>
    </dsp:sp>
    <dsp:sp modelId="{963094FE-6A67-4820-B432-97DD2BA1B3AC}">
      <dsp:nvSpPr>
        <dsp:cNvPr id="0" name=""/>
        <dsp:cNvSpPr/>
      </dsp:nvSpPr>
      <dsp:spPr>
        <a:xfrm>
          <a:off x="0" y="1240868"/>
          <a:ext cx="42702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A514BA-0050-4912-B861-1730F54E042A}">
      <dsp:nvSpPr>
        <dsp:cNvPr id="0" name=""/>
        <dsp:cNvSpPr/>
      </dsp:nvSpPr>
      <dsp:spPr>
        <a:xfrm>
          <a:off x="0" y="1240868"/>
          <a:ext cx="4270247" cy="620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600" b="0" i="0" kern="1200"/>
            <a:t>Україна в період загострення кризи радянської системи (1965 – перша половина 1980-х рр.)</a:t>
          </a:r>
          <a:endParaRPr lang="uk-UA" sz="1600" kern="1200"/>
        </a:p>
      </dsp:txBody>
      <dsp:txXfrm>
        <a:off x="0" y="1240868"/>
        <a:ext cx="4270247" cy="620244"/>
      </dsp:txXfrm>
    </dsp:sp>
    <dsp:sp modelId="{50B6B99A-3F2C-46FF-B5BC-008DC0A325DE}">
      <dsp:nvSpPr>
        <dsp:cNvPr id="0" name=""/>
        <dsp:cNvSpPr/>
      </dsp:nvSpPr>
      <dsp:spPr>
        <a:xfrm>
          <a:off x="0" y="1861113"/>
          <a:ext cx="42702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38049D-FB9A-48AE-B9AA-3DBAAB870B1A}">
      <dsp:nvSpPr>
        <dsp:cNvPr id="0" name=""/>
        <dsp:cNvSpPr/>
      </dsp:nvSpPr>
      <dsp:spPr>
        <a:xfrm>
          <a:off x="0" y="1861113"/>
          <a:ext cx="4270247" cy="620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600" b="0" i="0" kern="1200"/>
            <a:t>Відновлення незалежності України (1985–1991 рр.)</a:t>
          </a:r>
          <a:endParaRPr lang="uk-UA" sz="1600" kern="1200"/>
        </a:p>
      </dsp:txBody>
      <dsp:txXfrm>
        <a:off x="0" y="1861113"/>
        <a:ext cx="4270247" cy="620244"/>
      </dsp:txXfrm>
    </dsp:sp>
    <dsp:sp modelId="{3E5728F8-86D5-4764-A503-960F85B5F0FC}">
      <dsp:nvSpPr>
        <dsp:cNvPr id="0" name=""/>
        <dsp:cNvSpPr/>
      </dsp:nvSpPr>
      <dsp:spPr>
        <a:xfrm>
          <a:off x="0" y="2481358"/>
          <a:ext cx="42702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DA3A02-F917-4AFB-832B-77F69EFEE129}">
      <dsp:nvSpPr>
        <dsp:cNvPr id="0" name=""/>
        <dsp:cNvSpPr/>
      </dsp:nvSpPr>
      <dsp:spPr>
        <a:xfrm>
          <a:off x="0" y="2481358"/>
          <a:ext cx="4270247" cy="620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600" b="0" i="0" kern="1200"/>
            <a:t>Творення нової України (початок ХХІ ст. – сьогодення)</a:t>
          </a:r>
          <a:endParaRPr lang="uk-UA" sz="1600" kern="1200"/>
        </a:p>
      </dsp:txBody>
      <dsp:txXfrm>
        <a:off x="0" y="2481358"/>
        <a:ext cx="4270247" cy="620244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E6C3B2-59A1-4778-AD48-306A0BA41F89}">
      <dsp:nvSpPr>
        <dsp:cNvPr id="0" name=""/>
        <dsp:cNvSpPr/>
      </dsp:nvSpPr>
      <dsp:spPr>
        <a:xfrm>
          <a:off x="0" y="101623"/>
          <a:ext cx="9811234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b="0" i="1" kern="1200"/>
            <a:t>«Прийшли іноплемінники на Руську землю, половці многі. А Ізяслав, і Святослав, і Всеволод вийшли супроти них на р. Альту. І коли настала ніч, рушили вони одні проти одних. ...і побігли руські князі, і перемогли половці…»</a:t>
          </a:r>
          <a:endParaRPr lang="uk-UA" sz="1900" kern="1200"/>
        </a:p>
      </dsp:txBody>
      <dsp:txXfrm>
        <a:off x="51003" y="152626"/>
        <a:ext cx="9709228" cy="942803"/>
      </dsp:txXfrm>
    </dsp:sp>
    <dsp:sp modelId="{D640E929-95BA-46CB-89C6-505AEB638E0C}">
      <dsp:nvSpPr>
        <dsp:cNvPr id="0" name=""/>
        <dsp:cNvSpPr/>
      </dsp:nvSpPr>
      <dsp:spPr>
        <a:xfrm>
          <a:off x="0" y="1201153"/>
          <a:ext cx="9811234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b="0" i="1" kern="1200"/>
            <a:t>«У той же час поїхав був Данило в Угри до короля [Бели], бо він іще не чув про прихід татар на Київ. А коли Батий узяв Київ і почув він про Данила, що той в Уграх є, то рушив сам до [города] Володимира…»</a:t>
          </a:r>
          <a:endParaRPr lang="uk-UA" sz="1900" kern="1200"/>
        </a:p>
      </dsp:txBody>
      <dsp:txXfrm>
        <a:off x="51003" y="1252156"/>
        <a:ext cx="9709228" cy="942803"/>
      </dsp:txXfrm>
    </dsp:sp>
    <dsp:sp modelId="{EF1A4943-B6B8-428F-AD7F-93FA449FFCD5}">
      <dsp:nvSpPr>
        <dsp:cNvPr id="0" name=""/>
        <dsp:cNvSpPr/>
      </dsp:nvSpPr>
      <dsp:spPr>
        <a:xfrm>
          <a:off x="0" y="2300683"/>
          <a:ext cx="9811234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b="0" i="1" kern="1200"/>
            <a:t>«І говорили [половці] руським князям: “Якщо ви не поможете нам, [то] ми нині порубані були, а ви завтра порубані будете…” І вирішили князі: “Лучче б нам зустріти їх на чужій землі, аніж на своїй”…»</a:t>
          </a:r>
          <a:endParaRPr lang="uk-UA" sz="1900" kern="1200"/>
        </a:p>
      </dsp:txBody>
      <dsp:txXfrm>
        <a:off x="51003" y="2351686"/>
        <a:ext cx="9709228" cy="942803"/>
      </dsp:txXfrm>
    </dsp:sp>
    <dsp:sp modelId="{7DA13DD7-DC77-4EB1-B00E-67009CA829BD}">
      <dsp:nvSpPr>
        <dsp:cNvPr id="0" name=""/>
        <dsp:cNvSpPr/>
      </dsp:nvSpPr>
      <dsp:spPr>
        <a:xfrm>
          <a:off x="0" y="3400213"/>
          <a:ext cx="9811234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b="0" i="1" kern="1200"/>
            <a:t>«Прибули Святополк [Ізяславич], і Володимир [Всеволодович], і Давид Ігоревич, і Василько Ростиславич, і Давид Святославич, і брат його Олег, і зібралися в [городі] Любечі, щоб уладнати мир…»</a:t>
          </a:r>
          <a:endParaRPr lang="uk-UA" sz="1900" kern="1200"/>
        </a:p>
      </dsp:txBody>
      <dsp:txXfrm>
        <a:off x="51003" y="3451216"/>
        <a:ext cx="9709228" cy="942803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BDAE6-94A0-4B35-8C62-232D4BF8B304}" type="datetimeFigureOut">
              <a:rPr lang="uk-UA" smtClean="0"/>
              <a:t>13.04.2025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B267C-EB50-429E-A091-223AEAC25CF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618909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BDAE6-94A0-4B35-8C62-232D4BF8B304}" type="datetimeFigureOut">
              <a:rPr lang="uk-UA" smtClean="0"/>
              <a:t>13.04.2025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B267C-EB50-429E-A091-223AEAC25CF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73663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BDAE6-94A0-4B35-8C62-232D4BF8B304}" type="datetimeFigureOut">
              <a:rPr lang="uk-UA" smtClean="0"/>
              <a:t>13.04.2025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B267C-EB50-429E-A091-223AEAC25CF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030158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BDAE6-94A0-4B35-8C62-232D4BF8B304}" type="datetimeFigureOut">
              <a:rPr lang="uk-UA" smtClean="0"/>
              <a:t>13.04.2025</a:t>
            </a:fld>
            <a:endParaRPr lang="uk-UA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B267C-EB50-429E-A091-223AEAC25CF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3298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BDAE6-94A0-4B35-8C62-232D4BF8B304}" type="datetimeFigureOut">
              <a:rPr lang="uk-UA" smtClean="0"/>
              <a:t>13.04.2025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B267C-EB50-429E-A091-223AEAC25CF5}" type="slidenum">
              <a:rPr lang="uk-UA" smtClean="0"/>
              <a:t>‹#›</a:t>
            </a:fld>
            <a:endParaRPr lang="uk-UA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659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BDAE6-94A0-4B35-8C62-232D4BF8B304}" type="datetimeFigureOut">
              <a:rPr lang="uk-UA" smtClean="0"/>
              <a:t>13.04.2025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B267C-EB50-429E-A091-223AEAC25CF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50730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BDAE6-94A0-4B35-8C62-232D4BF8B304}" type="datetimeFigureOut">
              <a:rPr lang="uk-UA" smtClean="0"/>
              <a:t>13.04.2025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B267C-EB50-429E-A091-223AEAC25CF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66802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BDAE6-94A0-4B35-8C62-232D4BF8B304}" type="datetimeFigureOut">
              <a:rPr lang="uk-UA" smtClean="0"/>
              <a:t>13.04.2025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B267C-EB50-429E-A091-223AEAC25CF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37006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3BBDAE6-94A0-4B35-8C62-232D4BF8B304}" type="datetimeFigureOut">
              <a:rPr lang="uk-UA" smtClean="0"/>
              <a:t>13.04.2025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B267C-EB50-429E-A091-223AEAC25CF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58938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BDAE6-94A0-4B35-8C62-232D4BF8B304}" type="datetimeFigureOut">
              <a:rPr lang="uk-UA" smtClean="0"/>
              <a:t>13.04.2025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B267C-EB50-429E-A091-223AEAC25CF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97023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BDAE6-94A0-4B35-8C62-232D4BF8B304}" type="datetimeFigureOut">
              <a:rPr lang="uk-UA" smtClean="0"/>
              <a:t>13.04.2025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B267C-EB50-429E-A091-223AEAC25CF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29830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F3BBDAE6-94A0-4B35-8C62-232D4BF8B304}" type="datetimeFigureOut">
              <a:rPr lang="uk-UA" smtClean="0"/>
              <a:t>13.04.2025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EC0B267C-EB50-429E-A091-223AEAC25CF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88514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9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7" Type="http://schemas.openxmlformats.org/officeDocument/2006/relationships/image" Target="../media/image14.pn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7" Type="http://schemas.openxmlformats.org/officeDocument/2006/relationships/image" Target="../media/image15.pn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7" Type="http://schemas.openxmlformats.org/officeDocument/2006/relationships/image" Target="../media/image16.png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9.xml"/><Relationship Id="rId3" Type="http://schemas.openxmlformats.org/officeDocument/2006/relationships/diagramLayout" Target="../diagrams/layout18.xml"/><Relationship Id="rId7" Type="http://schemas.openxmlformats.org/officeDocument/2006/relationships/diagramData" Target="../diagrams/data19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8.xml"/><Relationship Id="rId11" Type="http://schemas.microsoft.com/office/2007/relationships/diagramDrawing" Target="../diagrams/drawing19.xml"/><Relationship Id="rId5" Type="http://schemas.openxmlformats.org/officeDocument/2006/relationships/diagramColors" Target="../diagrams/colors18.xml"/><Relationship Id="rId10" Type="http://schemas.openxmlformats.org/officeDocument/2006/relationships/diagramColors" Target="../diagrams/colors19.xml"/><Relationship Id="rId4" Type="http://schemas.openxmlformats.org/officeDocument/2006/relationships/diagramQuickStyle" Target="../diagrams/quickStyle18.xml"/><Relationship Id="rId9" Type="http://schemas.openxmlformats.org/officeDocument/2006/relationships/diagramQuickStyle" Target="../diagrams/quickStyle19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1.xml"/><Relationship Id="rId3" Type="http://schemas.openxmlformats.org/officeDocument/2006/relationships/diagramLayout" Target="../diagrams/layout20.xml"/><Relationship Id="rId7" Type="http://schemas.openxmlformats.org/officeDocument/2006/relationships/diagramData" Target="../diagrams/data21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0.xml"/><Relationship Id="rId11" Type="http://schemas.microsoft.com/office/2007/relationships/diagramDrawing" Target="../diagrams/drawing21.xml"/><Relationship Id="rId5" Type="http://schemas.openxmlformats.org/officeDocument/2006/relationships/diagramColors" Target="../diagrams/colors20.xml"/><Relationship Id="rId10" Type="http://schemas.openxmlformats.org/officeDocument/2006/relationships/diagramColors" Target="../diagrams/colors21.xml"/><Relationship Id="rId4" Type="http://schemas.openxmlformats.org/officeDocument/2006/relationships/diagramQuickStyle" Target="../diagrams/quickStyle20.xml"/><Relationship Id="rId9" Type="http://schemas.openxmlformats.org/officeDocument/2006/relationships/diagramQuickStyle" Target="../diagrams/quickStyle2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3.xml"/><Relationship Id="rId3" Type="http://schemas.openxmlformats.org/officeDocument/2006/relationships/diagramLayout" Target="../diagrams/layout22.xml"/><Relationship Id="rId7" Type="http://schemas.openxmlformats.org/officeDocument/2006/relationships/diagramData" Target="../diagrams/data23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2.xml"/><Relationship Id="rId11" Type="http://schemas.microsoft.com/office/2007/relationships/diagramDrawing" Target="../diagrams/drawing23.xml"/><Relationship Id="rId5" Type="http://schemas.openxmlformats.org/officeDocument/2006/relationships/diagramColors" Target="../diagrams/colors22.xml"/><Relationship Id="rId10" Type="http://schemas.openxmlformats.org/officeDocument/2006/relationships/diagramColors" Target="../diagrams/colors23.xml"/><Relationship Id="rId4" Type="http://schemas.openxmlformats.org/officeDocument/2006/relationships/diagramQuickStyle" Target="../diagrams/quickStyle22.xml"/><Relationship Id="rId9" Type="http://schemas.openxmlformats.org/officeDocument/2006/relationships/diagramQuickStyle" Target="../diagrams/quickStyle2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5.xml"/><Relationship Id="rId3" Type="http://schemas.openxmlformats.org/officeDocument/2006/relationships/diagramLayout" Target="../diagrams/layout24.xml"/><Relationship Id="rId7" Type="http://schemas.openxmlformats.org/officeDocument/2006/relationships/diagramData" Target="../diagrams/data25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4.xml"/><Relationship Id="rId11" Type="http://schemas.microsoft.com/office/2007/relationships/diagramDrawing" Target="../diagrams/drawing25.xml"/><Relationship Id="rId5" Type="http://schemas.openxmlformats.org/officeDocument/2006/relationships/diagramColors" Target="../diagrams/colors24.xml"/><Relationship Id="rId10" Type="http://schemas.openxmlformats.org/officeDocument/2006/relationships/diagramColors" Target="../diagrams/colors25.xml"/><Relationship Id="rId4" Type="http://schemas.openxmlformats.org/officeDocument/2006/relationships/diagramQuickStyle" Target="../diagrams/quickStyle24.xml"/><Relationship Id="rId9" Type="http://schemas.openxmlformats.org/officeDocument/2006/relationships/diagramQuickStyle" Target="../diagrams/quickStyl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9.xml"/><Relationship Id="rId3" Type="http://schemas.openxmlformats.org/officeDocument/2006/relationships/diagramLayout" Target="../diagrams/layout28.xml"/><Relationship Id="rId7" Type="http://schemas.openxmlformats.org/officeDocument/2006/relationships/diagramData" Target="../diagrams/data29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8.xml"/><Relationship Id="rId11" Type="http://schemas.microsoft.com/office/2007/relationships/diagramDrawing" Target="../diagrams/drawing29.xml"/><Relationship Id="rId5" Type="http://schemas.openxmlformats.org/officeDocument/2006/relationships/diagramColors" Target="../diagrams/colors28.xml"/><Relationship Id="rId10" Type="http://schemas.openxmlformats.org/officeDocument/2006/relationships/diagramColors" Target="../diagrams/colors29.xml"/><Relationship Id="rId4" Type="http://schemas.openxmlformats.org/officeDocument/2006/relationships/diagramQuickStyle" Target="../diagrams/quickStyle28.xml"/><Relationship Id="rId9" Type="http://schemas.openxmlformats.org/officeDocument/2006/relationships/diagramQuickStyle" Target="../diagrams/quickStyl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7" Type="http://schemas.openxmlformats.org/officeDocument/2006/relationships/image" Target="../media/image21.png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2.xml"/><Relationship Id="rId3" Type="http://schemas.openxmlformats.org/officeDocument/2006/relationships/diagramLayout" Target="../diagrams/layout31.xml"/><Relationship Id="rId7" Type="http://schemas.openxmlformats.org/officeDocument/2006/relationships/diagramData" Target="../diagrams/data32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1.xml"/><Relationship Id="rId11" Type="http://schemas.microsoft.com/office/2007/relationships/diagramDrawing" Target="../diagrams/drawing32.xml"/><Relationship Id="rId5" Type="http://schemas.openxmlformats.org/officeDocument/2006/relationships/diagramColors" Target="../diagrams/colors31.xml"/><Relationship Id="rId10" Type="http://schemas.openxmlformats.org/officeDocument/2006/relationships/diagramColors" Target="../diagrams/colors32.xml"/><Relationship Id="rId4" Type="http://schemas.openxmlformats.org/officeDocument/2006/relationships/diagramQuickStyle" Target="../diagrams/quickStyle31.xml"/><Relationship Id="rId9" Type="http://schemas.openxmlformats.org/officeDocument/2006/relationships/diagramQuickStyle" Target="../diagrams/quickStyl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F14969C-09C3-23D2-7BC0-4D1CD37255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Демоваріант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мультитесту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(ЗНО) 2025 року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України</a:t>
            </a:r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xmlns="" id="{D42E602D-7DEB-23F9-5E8A-245554D271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45418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8C72044-9726-12AA-8B2D-854653B0B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Яку </a:t>
            </a:r>
            <a:r>
              <a:rPr lang="ru-RU" sz="2000" dirty="0" err="1"/>
              <a:t>із</a:t>
            </a:r>
            <a:r>
              <a:rPr lang="ru-RU" sz="2000" dirty="0"/>
              <a:t> </a:t>
            </a:r>
            <a:r>
              <a:rPr lang="ru-RU" sz="2000" dirty="0" err="1"/>
              <a:t>зображених</a:t>
            </a:r>
            <a:r>
              <a:rPr lang="ru-RU" sz="2000" dirty="0"/>
              <a:t> на фото </a:t>
            </a:r>
            <a:r>
              <a:rPr lang="ru-RU" sz="2000" dirty="0" err="1"/>
              <a:t>історичних</a:t>
            </a:r>
            <a:r>
              <a:rPr lang="ru-RU" sz="2000" dirty="0"/>
              <a:t> </a:t>
            </a:r>
            <a:r>
              <a:rPr lang="ru-RU" sz="2000" dirty="0" err="1"/>
              <a:t>пам’яток</a:t>
            </a:r>
            <a:r>
              <a:rPr lang="ru-RU" sz="2000" dirty="0"/>
              <a:t> </a:t>
            </a:r>
            <a:r>
              <a:rPr lang="ru-RU" sz="2000" dirty="0" err="1"/>
              <a:t>виявлено</a:t>
            </a:r>
            <a:r>
              <a:rPr lang="ru-RU" sz="2000" dirty="0"/>
              <a:t> </a:t>
            </a:r>
            <a:r>
              <a:rPr lang="ru-RU" sz="2000" dirty="0" err="1"/>
              <a:t>під</a:t>
            </a:r>
            <a:r>
              <a:rPr lang="ru-RU" sz="2000" dirty="0"/>
              <a:t> час </a:t>
            </a:r>
            <a:r>
              <a:rPr lang="ru-RU" sz="2000" dirty="0" err="1"/>
              <a:t>археологічних</a:t>
            </a:r>
            <a:r>
              <a:rPr lang="ru-RU" sz="2000" dirty="0"/>
              <a:t> </a:t>
            </a:r>
            <a:r>
              <a:rPr lang="ru-RU" sz="2000" dirty="0" err="1"/>
              <a:t>досліджень</a:t>
            </a:r>
            <a:r>
              <a:rPr lang="ru-RU" sz="2000" dirty="0"/>
              <a:t> кургану </a:t>
            </a:r>
            <a:r>
              <a:rPr lang="ru-RU" sz="2000" dirty="0" err="1"/>
              <a:t>Товста</a:t>
            </a:r>
            <a:r>
              <a:rPr lang="ru-RU" sz="2000" dirty="0"/>
              <a:t> Могила?</a:t>
            </a:r>
            <a:endParaRPr lang="uk-UA" sz="2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D7FFFBC8-CB71-A0C6-3B33-642C86436FD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42" y="3018313"/>
            <a:ext cx="3321509" cy="2485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xmlns="" id="{59946E44-9468-D354-8654-858A05DB4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889" y="4065716"/>
            <a:ext cx="2497435" cy="2485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xmlns="" id="{E4274F71-84D0-C94E-D99B-751E71FDC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8975" y="3018313"/>
            <a:ext cx="3334559" cy="2485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xmlns="" id="{1F6DD85F-159A-F750-4568-CD1267C6B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3283" y="4065716"/>
            <a:ext cx="2630170" cy="2484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2063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9E3E2E8-FC91-3929-B41F-F3AA52ABC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Що</a:t>
            </a:r>
            <a:r>
              <a:rPr lang="ru-RU" dirty="0"/>
              <a:t> стало </a:t>
            </a:r>
            <a:r>
              <a:rPr lang="ru-RU" dirty="0" err="1"/>
              <a:t>поштовхом</a:t>
            </a:r>
            <a:r>
              <a:rPr lang="ru-RU" dirty="0"/>
              <a:t> до </a:t>
            </a:r>
            <a:r>
              <a:rPr lang="ru-RU" dirty="0" err="1"/>
              <a:t>описаних</a:t>
            </a:r>
            <a:r>
              <a:rPr lang="ru-RU" dirty="0"/>
              <a:t> у </a:t>
            </a:r>
            <a:r>
              <a:rPr lang="ru-RU" dirty="0" err="1"/>
              <a:t>джерелі</a:t>
            </a:r>
            <a:r>
              <a:rPr lang="ru-RU" dirty="0"/>
              <a:t> </a:t>
            </a:r>
            <a:r>
              <a:rPr lang="ru-RU" dirty="0" err="1"/>
              <a:t>дій</a:t>
            </a:r>
            <a:r>
              <a:rPr lang="ru-RU" dirty="0"/>
              <a:t> </a:t>
            </a:r>
            <a:r>
              <a:rPr lang="ru-RU" dirty="0" err="1"/>
              <a:t>княгині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xmlns="" id="{CEB5D6A6-70D6-4012-E450-21BF1C7EFB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«І пішла Ольга по Древлянській землі з сином своїм і дружиною своєю, установлюючи устави й уроки; І донині є становища її і ловища її…»; «Пішла Ольга до Новгорода. І встановила вона… погости й оброки. І ловища її по всій землі, і знаки [її],.. і сани її стоять у Пскові й до сьогодні…»</a:t>
            </a:r>
            <a:endParaRPr lang="uk-UA" i="1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98069901-EB6D-24E8-C8DD-60B2E685521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74083866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091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A9279C2-C1E0-5029-3F37-9EA0E59FC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 err="1"/>
              <a:t>Який</a:t>
            </a:r>
            <a:r>
              <a:rPr lang="ru-RU" sz="2400" dirty="0"/>
              <a:t> </a:t>
            </a:r>
            <a:r>
              <a:rPr lang="ru-RU" sz="2400" dirty="0" err="1"/>
              <a:t>термін</a:t>
            </a:r>
            <a:r>
              <a:rPr lang="ru-RU" sz="2400" dirty="0"/>
              <a:t> </a:t>
            </a:r>
            <a:r>
              <a:rPr lang="ru-RU" sz="2400" dirty="0" err="1"/>
              <a:t>доречно</a:t>
            </a:r>
            <a:r>
              <a:rPr lang="ru-RU" sz="2400" dirty="0"/>
              <a:t> </a:t>
            </a:r>
            <a:r>
              <a:rPr lang="ru-RU" sz="2400" dirty="0" err="1"/>
              <a:t>використовувати</a:t>
            </a:r>
            <a:r>
              <a:rPr lang="ru-RU" sz="2400" dirty="0"/>
              <a:t>, </a:t>
            </a:r>
            <a:r>
              <a:rPr lang="ru-RU" sz="2400" dirty="0" err="1"/>
              <a:t>характеризуючи</a:t>
            </a:r>
            <a:r>
              <a:rPr lang="ru-RU" sz="2400" dirty="0"/>
              <a:t> </a:t>
            </a:r>
            <a:r>
              <a:rPr lang="ru-RU" sz="2400" dirty="0" err="1"/>
              <a:t>залежність</a:t>
            </a:r>
            <a:r>
              <a:rPr lang="ru-RU" sz="2400" dirty="0"/>
              <a:t> руських </a:t>
            </a:r>
            <a:r>
              <a:rPr lang="ru-RU" sz="2400" dirty="0" err="1"/>
              <a:t>князівств</a:t>
            </a:r>
            <a:r>
              <a:rPr lang="ru-RU" sz="2400" dirty="0"/>
              <a:t> </a:t>
            </a:r>
            <a:r>
              <a:rPr lang="ru-RU" sz="2400" dirty="0" err="1"/>
              <a:t>від</a:t>
            </a:r>
            <a:r>
              <a:rPr lang="ru-RU" sz="2400" dirty="0"/>
              <a:t> </a:t>
            </a:r>
            <a:r>
              <a:rPr lang="ru-RU" sz="2400" dirty="0" err="1"/>
              <a:t>Золотої</a:t>
            </a:r>
            <a:r>
              <a:rPr lang="ru-RU" sz="2400" dirty="0"/>
              <a:t> </a:t>
            </a:r>
            <a:r>
              <a:rPr lang="ru-RU" sz="2400" dirty="0" err="1"/>
              <a:t>Орди</a:t>
            </a:r>
            <a:r>
              <a:rPr lang="ru-RU" sz="2400" dirty="0"/>
              <a:t>?</a:t>
            </a:r>
            <a:endParaRPr lang="uk-UA" sz="24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xmlns="" id="{F56EB5F8-F419-CABA-0D6F-DD02654A046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11641E60-E2C9-9582-8ACB-7254D6C3250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36071324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0630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FDE3CD6-3DAD-0B0E-54DF-A30BC204A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Яка </a:t>
            </a:r>
            <a:r>
              <a:rPr lang="ru-RU" dirty="0" err="1"/>
              <a:t>подія</a:t>
            </a:r>
            <a:r>
              <a:rPr lang="ru-RU" dirty="0"/>
              <a:t> </a:t>
            </a:r>
            <a:r>
              <a:rPr lang="ru-RU" dirty="0" err="1"/>
              <a:t>відбулася</a:t>
            </a:r>
            <a:r>
              <a:rPr lang="ru-RU" dirty="0"/>
              <a:t> 1569 року?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xmlns="" id="{9454CDEC-47E5-AB96-DF7E-595709C3DF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C55C87D9-943E-30BF-3E72-623AB3B6BD3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54165881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0505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2DA1A9A-1E3E-FAA1-C7A1-CF1C91CCF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 dirty="0" err="1"/>
              <a:t>Укажіть</a:t>
            </a:r>
            <a:r>
              <a:rPr lang="ru-RU" sz="2000" dirty="0"/>
              <a:t> </a:t>
            </a:r>
            <a:r>
              <a:rPr lang="ru-RU" sz="2000" dirty="0" err="1"/>
              <a:t>мистецьку</a:t>
            </a:r>
            <a:r>
              <a:rPr lang="ru-RU" sz="2000" dirty="0"/>
              <a:t> </a:t>
            </a:r>
            <a:r>
              <a:rPr lang="ru-RU" sz="2000" dirty="0" err="1"/>
              <a:t>пам’ятку</a:t>
            </a:r>
            <a:r>
              <a:rPr lang="ru-RU" sz="2000" dirty="0"/>
              <a:t>, </a:t>
            </a:r>
            <a:r>
              <a:rPr lang="ru-RU" sz="2000" dirty="0" err="1"/>
              <a:t>що</a:t>
            </a:r>
            <a:r>
              <a:rPr lang="ru-RU" sz="2000" dirty="0"/>
              <a:t> </a:t>
            </a:r>
            <a:r>
              <a:rPr lang="ru-RU" sz="2000" dirty="0" err="1"/>
              <a:t>увічнює</a:t>
            </a:r>
            <a:r>
              <a:rPr lang="ru-RU" sz="2000" dirty="0"/>
              <a:t> </a:t>
            </a:r>
            <a:r>
              <a:rPr lang="ru-RU" sz="2000" dirty="0" err="1"/>
              <a:t>провідника</a:t>
            </a:r>
            <a:r>
              <a:rPr lang="ru-RU" sz="2000" dirty="0"/>
              <a:t> </a:t>
            </a:r>
            <a:r>
              <a:rPr lang="ru-RU" sz="2000" dirty="0" err="1"/>
              <a:t>Національно-визвольної</a:t>
            </a:r>
            <a:r>
              <a:rPr lang="ru-RU" sz="2000" dirty="0"/>
              <a:t> </a:t>
            </a:r>
            <a:r>
              <a:rPr lang="ru-RU" sz="2000" dirty="0" err="1"/>
              <a:t>війни</a:t>
            </a:r>
            <a:r>
              <a:rPr lang="ru-RU" sz="2000" dirty="0"/>
              <a:t> </a:t>
            </a:r>
            <a:r>
              <a:rPr lang="ru-RU" sz="2000" dirty="0" err="1"/>
              <a:t>українського</a:t>
            </a:r>
            <a:r>
              <a:rPr lang="ru-RU" sz="2000" dirty="0"/>
              <a:t> народу </a:t>
            </a:r>
            <a:r>
              <a:rPr lang="ru-RU" sz="2000" dirty="0" err="1"/>
              <a:t>середини</a:t>
            </a:r>
            <a:r>
              <a:rPr lang="ru-RU" sz="2000" dirty="0"/>
              <a:t> ХVІІ ст.</a:t>
            </a:r>
            <a:endParaRPr lang="uk-UA" sz="20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xmlns="" id="{8A942B53-460B-EF46-E042-4C54E9EFBEA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78" y="2742684"/>
            <a:ext cx="2200544" cy="3334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xmlns="" id="{1285A19E-D7C3-89EA-2708-E44DB31D94B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1837" y="2725669"/>
            <a:ext cx="3493646" cy="3368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xmlns="" id="{EDEB95C0-0979-3901-80E7-F6DEE0615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2781" y="3032125"/>
            <a:ext cx="2359018" cy="2824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xmlns="" id="{9CAC4FD5-E552-84B2-F508-1C73D066F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835" y="3032124"/>
            <a:ext cx="3493160" cy="2755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2803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E1AAA2A-CC19-FB35-C823-0DA1B65D3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Автором цитованого документа </a:t>
            </a: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був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xmlns="" id="{D058A819-1011-53BE-5109-05787E9823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«…Договори наші… уклав я з Королем Шведським письмовим актом, підписаним з обох сторін… І тепер ми вважати повинні Шведів за своїх приятелів, союзників, добродіїв і немовби од Бога посланих, щоб увільнити нас від рабства… Відомо ж бо, що колись були ми ті, що тепер московці: уряд, первинність і сама назва Русь од нас до них перейшли…»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7AFE2B1D-3E31-6426-34E8-AF94FC5D952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53467191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5878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0E4C1D1-B93A-D0CA-3D9C-9A8616365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 козаки </a:t>
            </a:r>
            <a:r>
              <a:rPr lang="ru-RU" dirty="0" err="1"/>
              <a:t>називали</a:t>
            </a:r>
            <a:r>
              <a:rPr lang="ru-RU" dirty="0"/>
              <a:t> </a:t>
            </a:r>
            <a:r>
              <a:rPr lang="ru-RU" dirty="0" err="1"/>
              <a:t>такі</a:t>
            </a:r>
            <a:r>
              <a:rPr lang="ru-RU" dirty="0"/>
              <a:t> «</a:t>
            </a:r>
            <a:r>
              <a:rPr lang="ru-RU" dirty="0" err="1"/>
              <a:t>поселення</a:t>
            </a:r>
            <a:r>
              <a:rPr lang="ru-RU" dirty="0"/>
              <a:t>»?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xmlns="" id="{4CBB3F8A-EB9A-8BDC-327F-38A2495F9E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«Запорозькі козаки, – писав 1776 р. старшина В. Чернявський, – мають деякі поселення, де тримають худобу, коней й </a:t>
            </a:r>
            <a:r>
              <a:rPr lang="uk-UA" i="1" dirty="0" err="1"/>
              <a:t>овець</a:t>
            </a:r>
            <a:r>
              <a:rPr lang="uk-UA" i="1" dirty="0"/>
              <a:t>, мають пасіки, розводять сади й городи, роблять запаси сіна та худоби й засівають поля різним хлібом, ловлять звіра, а в річках – рибу».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526567F5-2235-41AE-F4E0-0DC6B9C0FAA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21387507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3312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AC891F5-3891-1813-569B-BEEBCC7BF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Коли на </a:t>
            </a:r>
            <a:r>
              <a:rPr lang="ru-RU" dirty="0" err="1"/>
              <a:t>українських</a:t>
            </a:r>
            <a:r>
              <a:rPr lang="ru-RU" dirty="0"/>
              <a:t> землях </a:t>
            </a:r>
            <a:r>
              <a:rPr lang="ru-RU" dirty="0" err="1"/>
              <a:t>було</a:t>
            </a:r>
            <a:r>
              <a:rPr lang="ru-RU" dirty="0"/>
              <a:t> засновано </a:t>
            </a:r>
            <a:r>
              <a:rPr lang="ru-RU" dirty="0" err="1"/>
              <a:t>університет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xmlns="" id="{51F4F4AE-02DA-1B6C-A1C5-E366B65202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імперська</a:t>
            </a:r>
            <a:r>
              <a:rPr lang="ru-RU" dirty="0"/>
              <a:t> </a:t>
            </a:r>
            <a:r>
              <a:rPr lang="ru-RU" dirty="0" err="1"/>
              <a:t>влада</a:t>
            </a:r>
            <a:r>
              <a:rPr lang="ru-RU" dirty="0"/>
              <a:t> ставила </a:t>
            </a:r>
            <a:r>
              <a:rPr lang="ru-RU" dirty="0" err="1"/>
              <a:t>завдання</a:t>
            </a:r>
            <a:r>
              <a:rPr lang="ru-RU" dirty="0"/>
              <a:t> </a:t>
            </a:r>
            <a:r>
              <a:rPr lang="ru-RU" i="1" dirty="0"/>
              <a:t>«</a:t>
            </a:r>
            <a:r>
              <a:rPr lang="ru-RU" i="1" dirty="0" err="1"/>
              <a:t>поширювати</a:t>
            </a:r>
            <a:r>
              <a:rPr lang="ru-RU" i="1" dirty="0"/>
              <a:t> </a:t>
            </a:r>
            <a:r>
              <a:rPr lang="ru-RU" i="1" dirty="0" err="1"/>
              <a:t>російську</a:t>
            </a:r>
            <a:r>
              <a:rPr lang="ru-RU" i="1" dirty="0"/>
              <a:t> </a:t>
            </a:r>
            <a:r>
              <a:rPr lang="ru-RU" i="1" dirty="0" err="1"/>
              <a:t>освіту</a:t>
            </a:r>
            <a:r>
              <a:rPr lang="ru-RU" i="1" dirty="0"/>
              <a:t> й </a:t>
            </a:r>
            <a:r>
              <a:rPr lang="ru-RU" i="1" dirty="0" err="1"/>
              <a:t>російську</a:t>
            </a:r>
            <a:r>
              <a:rPr lang="ru-RU" i="1" dirty="0"/>
              <a:t> </a:t>
            </a:r>
            <a:r>
              <a:rPr lang="ru-RU" i="1" dirty="0" err="1"/>
              <a:t>національність</a:t>
            </a:r>
            <a:r>
              <a:rPr lang="ru-RU" i="1" dirty="0"/>
              <a:t> в </a:t>
            </a:r>
            <a:r>
              <a:rPr lang="ru-RU" i="1" dirty="0" err="1"/>
              <a:t>ополяченому</a:t>
            </a:r>
            <a:r>
              <a:rPr lang="ru-RU" i="1" dirty="0"/>
              <a:t> краю </a:t>
            </a:r>
            <a:r>
              <a:rPr lang="ru-RU" i="1" dirty="0" err="1"/>
              <a:t>Західної</a:t>
            </a:r>
            <a:r>
              <a:rPr lang="ru-RU" i="1" dirty="0"/>
              <a:t> </a:t>
            </a:r>
            <a:r>
              <a:rPr lang="ru-RU" i="1" dirty="0" err="1"/>
              <a:t>Росії</a:t>
            </a:r>
            <a:r>
              <a:rPr lang="ru-RU" i="1" dirty="0"/>
              <a:t>...»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E004EA91-3E5E-8FF9-D798-6B8F5DCBDB4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63752974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6251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28C1236-1987-5631-FF2C-B65C587AC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Кого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суспільно-політичних</a:t>
            </a:r>
            <a:r>
              <a:rPr lang="ru-RU" dirty="0"/>
              <a:t> </a:t>
            </a:r>
            <a:r>
              <a:rPr lang="ru-RU" dirty="0" err="1"/>
              <a:t>діячів</a:t>
            </a:r>
            <a:r>
              <a:rPr lang="ru-RU" dirty="0"/>
              <a:t> </a:t>
            </a:r>
            <a:r>
              <a:rPr lang="ru-RU" dirty="0" err="1"/>
              <a:t>називали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xmlns="" id="{F6945B60-1341-A0B0-8DF3-9F13DC2EFF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7156" y="2638044"/>
            <a:ext cx="4706527" cy="3101982"/>
          </a:xfrm>
        </p:spPr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двічі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арештованим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  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буковинським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королем», 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народним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послом до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Відня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ACFA1E6F-4E6F-C72A-C692-8E238550263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89164252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684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F2C3800-1BAE-0B3B-A02B-7A75C0615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 err="1"/>
              <a:t>Якою</a:t>
            </a:r>
            <a:r>
              <a:rPr lang="ru-RU" sz="2400" dirty="0"/>
              <a:t> цифрою на </a:t>
            </a:r>
            <a:r>
              <a:rPr lang="ru-RU" sz="2400" dirty="0" err="1"/>
              <a:t>картосхемі</a:t>
            </a:r>
            <a:r>
              <a:rPr lang="ru-RU" sz="2400" dirty="0"/>
              <a:t> </a:t>
            </a:r>
            <a:r>
              <a:rPr lang="ru-RU" sz="2400" dirty="0" err="1"/>
              <a:t>позначено</a:t>
            </a:r>
            <a:r>
              <a:rPr lang="ru-RU" sz="2400" dirty="0"/>
              <a:t> </a:t>
            </a:r>
            <a:r>
              <a:rPr lang="ru-RU" sz="2400" dirty="0" err="1"/>
              <a:t>регіон</a:t>
            </a:r>
            <a:r>
              <a:rPr lang="ru-RU" sz="2400" dirty="0"/>
              <a:t> товарного </a:t>
            </a:r>
            <a:r>
              <a:rPr lang="ru-RU" sz="2400" dirty="0" err="1"/>
              <a:t>виробництва</a:t>
            </a:r>
            <a:r>
              <a:rPr lang="ru-RU" sz="2400" dirty="0"/>
              <a:t> </a:t>
            </a:r>
            <a:r>
              <a:rPr lang="ru-RU" sz="2400" dirty="0" err="1"/>
              <a:t>цукру</a:t>
            </a:r>
            <a:r>
              <a:rPr lang="ru-RU" sz="2400" dirty="0"/>
              <a:t> </a:t>
            </a:r>
            <a:r>
              <a:rPr lang="ru-RU" sz="2400" dirty="0" err="1"/>
              <a:t>наприкінці</a:t>
            </a:r>
            <a:r>
              <a:rPr lang="ru-RU" sz="2400" dirty="0"/>
              <a:t> ХІХ – на початку ХХ ст.?</a:t>
            </a:r>
            <a:endParaRPr lang="uk-UA" sz="24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A55F4D02-F1C7-F1D0-87E7-E50D7C9D82F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91905835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18F5765E-7782-F125-F8F0-EB5EB81B7E7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50" y="2867538"/>
            <a:ext cx="4271963" cy="2643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3667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80A2B20-02DE-5CB7-79F2-44705C451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 dirty="0" err="1"/>
              <a:t>Боротьба</a:t>
            </a:r>
            <a:r>
              <a:rPr lang="ru-RU" sz="2000" dirty="0"/>
              <a:t> за </a:t>
            </a:r>
            <a:r>
              <a:rPr lang="ru-RU" sz="2000" dirty="0" err="1"/>
              <a:t>український</a:t>
            </a:r>
            <a:r>
              <a:rPr lang="ru-RU" sz="2000" dirty="0"/>
              <a:t> </a:t>
            </a:r>
            <a:r>
              <a:rPr lang="ru-RU" sz="2000" dirty="0" err="1"/>
              <a:t>університет</a:t>
            </a:r>
            <a:r>
              <a:rPr lang="ru-RU" sz="2000" dirty="0"/>
              <a:t> стала </a:t>
            </a:r>
            <a:r>
              <a:rPr lang="ru-RU" sz="2000" dirty="0" err="1"/>
              <a:t>важливим</a:t>
            </a:r>
            <a:r>
              <a:rPr lang="ru-RU" sz="2000" dirty="0"/>
              <a:t> </a:t>
            </a:r>
            <a:r>
              <a:rPr lang="ru-RU" sz="2000" dirty="0" err="1"/>
              <a:t>питанням</a:t>
            </a:r>
            <a:r>
              <a:rPr lang="ru-RU" sz="2000" dirty="0"/>
              <a:t> </a:t>
            </a:r>
            <a:r>
              <a:rPr lang="ru-RU" sz="2000" dirty="0" err="1"/>
              <a:t>політичної</a:t>
            </a:r>
            <a:r>
              <a:rPr lang="ru-RU" sz="2000" dirty="0"/>
              <a:t> </a:t>
            </a:r>
            <a:r>
              <a:rPr lang="ru-RU" sz="2000" dirty="0" err="1"/>
              <a:t>боротьби</a:t>
            </a:r>
            <a:r>
              <a:rPr lang="ru-RU" sz="2000" dirty="0"/>
              <a:t> </a:t>
            </a:r>
            <a:r>
              <a:rPr lang="ru-RU" sz="2000" dirty="0" err="1"/>
              <a:t>наприкінці</a:t>
            </a:r>
            <a:r>
              <a:rPr lang="ru-RU" sz="2000" dirty="0"/>
              <a:t> ХІХ – на початку ХХ ст. для</a:t>
            </a:r>
            <a:endParaRPr lang="uk-UA" sz="20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xmlns="" id="{02437B84-13D0-52D4-4BDA-77BFCE4100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A6E5674A-C87B-E755-F02B-64AD544FC94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66434863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12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5A05868-9BAB-66A6-AC6F-60D5DDDE1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000" dirty="0" err="1"/>
              <a:t>Які</a:t>
            </a:r>
            <a:r>
              <a:rPr lang="ru-RU" sz="2000" dirty="0"/>
              <a:t> </a:t>
            </a:r>
            <a:r>
              <a:rPr lang="ru-RU" sz="2000" dirty="0" err="1"/>
              <a:t>однакові</a:t>
            </a:r>
            <a:r>
              <a:rPr lang="ru-RU" sz="2000" dirty="0"/>
              <a:t> </a:t>
            </a:r>
            <a:r>
              <a:rPr lang="ru-RU" sz="2000" dirty="0" err="1"/>
              <a:t>дії</a:t>
            </a:r>
            <a:r>
              <a:rPr lang="ru-RU" sz="2000" dirty="0"/>
              <a:t> </a:t>
            </a:r>
            <a:r>
              <a:rPr lang="ru-RU" sz="2000" dirty="0" err="1"/>
              <a:t>під</a:t>
            </a:r>
            <a:r>
              <a:rPr lang="ru-RU" sz="2000" dirty="0"/>
              <a:t> час </a:t>
            </a:r>
            <a:r>
              <a:rPr lang="ru-RU" sz="2000" dirty="0" err="1"/>
              <a:t>Першої</a:t>
            </a:r>
            <a:r>
              <a:rPr lang="ru-RU" sz="2000" dirty="0"/>
              <a:t> </a:t>
            </a:r>
            <a:r>
              <a:rPr lang="ru-RU" sz="2000" dirty="0" err="1"/>
              <a:t>світової</a:t>
            </a:r>
            <a:r>
              <a:rPr lang="ru-RU" sz="2000" dirty="0"/>
              <a:t> </a:t>
            </a:r>
            <a:r>
              <a:rPr lang="ru-RU" sz="2000" dirty="0" err="1"/>
              <a:t>війни</a:t>
            </a:r>
            <a:r>
              <a:rPr lang="ru-RU" sz="2000" dirty="0"/>
              <a:t> </a:t>
            </a:r>
            <a:r>
              <a:rPr lang="ru-RU" sz="2000" dirty="0" err="1"/>
              <a:t>застосовували</a:t>
            </a:r>
            <a:r>
              <a:rPr lang="ru-RU" sz="2000" dirty="0"/>
              <a:t> </a:t>
            </a:r>
            <a:r>
              <a:rPr lang="ru-RU" sz="2000" dirty="0" err="1"/>
              <a:t>російська</a:t>
            </a:r>
            <a:r>
              <a:rPr lang="ru-RU" sz="2000" dirty="0"/>
              <a:t> та </a:t>
            </a:r>
            <a:r>
              <a:rPr lang="ru-RU" sz="2000" dirty="0" err="1"/>
              <a:t>австрійська</a:t>
            </a:r>
            <a:r>
              <a:rPr lang="ru-RU" sz="2000" dirty="0"/>
              <a:t> </a:t>
            </a:r>
            <a:r>
              <a:rPr lang="ru-RU" sz="2000" dirty="0" err="1"/>
              <a:t>влади</a:t>
            </a:r>
            <a:r>
              <a:rPr lang="ru-RU" sz="2000" dirty="0"/>
              <a:t> </a:t>
            </a:r>
            <a:r>
              <a:rPr lang="ru-RU" sz="2000" dirty="0" err="1"/>
              <a:t>стосовно</a:t>
            </a:r>
            <a:r>
              <a:rPr lang="ru-RU" sz="2000" dirty="0"/>
              <a:t> </a:t>
            </a:r>
            <a:r>
              <a:rPr lang="ru-RU" sz="2000" dirty="0" err="1"/>
              <a:t>українських</a:t>
            </a:r>
            <a:r>
              <a:rPr lang="ru-RU" sz="2000" dirty="0"/>
              <a:t> земель, </a:t>
            </a:r>
            <a:r>
              <a:rPr lang="ru-RU" sz="2000" dirty="0" err="1"/>
              <a:t>що</a:t>
            </a:r>
            <a:r>
              <a:rPr lang="ru-RU" sz="2000" dirty="0"/>
              <a:t> входили до складу Австро-</a:t>
            </a:r>
            <a:r>
              <a:rPr lang="ru-RU" sz="2000" dirty="0" err="1"/>
              <a:t>Угорщини</a:t>
            </a:r>
            <a:r>
              <a:rPr lang="ru-RU" sz="2000" dirty="0"/>
              <a:t>?</a:t>
            </a:r>
            <a:endParaRPr lang="uk-UA" sz="20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xmlns="" id="{2BF548A2-3372-E378-CC7F-5822F786F1A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04D1A4E5-381A-C3F2-FF89-D73EAAA5693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92974043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3972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22CD452-83B5-9ADA-CF1D-B3CFCB0EA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Укажіть фото діяча, який 1917 р. активно пропагував українізацію частин російської армії.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xmlns="" id="{B09FA940-DD2C-DD4A-A0CF-D1D0496BBEC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65" y="2592895"/>
            <a:ext cx="2886703" cy="368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xmlns="" id="{0B822B39-B1A5-64B6-FEF8-10E9330464A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6644" y="2578112"/>
            <a:ext cx="2917912" cy="3666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xmlns="" id="{6FF9FADA-A102-1694-E14E-47B758626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2168" y="2594226"/>
            <a:ext cx="2652276" cy="3650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xmlns="" id="{2B0EFE53-62EB-8F6A-457B-51E42FC7C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9240" y="2593811"/>
            <a:ext cx="2839495" cy="3666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0314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71699F8-DC1B-4145-AEB2-7240020AC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000" dirty="0"/>
              <a:t>Провал </a:t>
            </a:r>
            <a:r>
              <a:rPr lang="ru-RU" sz="2000" dirty="0" err="1"/>
              <a:t>планів</a:t>
            </a:r>
            <a:r>
              <a:rPr lang="ru-RU" sz="2000" dirty="0"/>
              <a:t> </a:t>
            </a:r>
            <a:r>
              <a:rPr lang="ru-RU" sz="2000" dirty="0" err="1"/>
              <a:t>партійно-радянського</a:t>
            </a:r>
            <a:r>
              <a:rPr lang="ru-RU" sz="2000" dirty="0"/>
              <a:t> </a:t>
            </a:r>
            <a:r>
              <a:rPr lang="ru-RU" sz="2000" dirty="0" err="1"/>
              <a:t>керівництва</a:t>
            </a:r>
            <a:r>
              <a:rPr lang="ru-RU" sz="2000" dirty="0"/>
              <a:t> СРСР </a:t>
            </a:r>
            <a:r>
              <a:rPr lang="ru-RU" sz="2000" dirty="0" err="1"/>
              <a:t>із</a:t>
            </a:r>
            <a:r>
              <a:rPr lang="ru-RU" sz="2000" dirty="0"/>
              <a:t> </a:t>
            </a:r>
            <a:r>
              <a:rPr lang="ru-RU" sz="2000" dirty="0" err="1"/>
              <a:t>хлібозаготівлі</a:t>
            </a:r>
            <a:r>
              <a:rPr lang="ru-RU" sz="2000" dirty="0"/>
              <a:t> в </a:t>
            </a:r>
            <a:r>
              <a:rPr lang="ru-RU" sz="2000" dirty="0" err="1"/>
              <a:t>Українській</a:t>
            </a:r>
            <a:r>
              <a:rPr lang="ru-RU" sz="2000" dirty="0"/>
              <a:t> СРР 1932 р. </a:t>
            </a:r>
            <a:r>
              <a:rPr lang="ru-RU" sz="2000" dirty="0" err="1"/>
              <a:t>призвів</a:t>
            </a:r>
            <a:r>
              <a:rPr lang="ru-RU" sz="2000" dirty="0"/>
              <a:t> до </a:t>
            </a:r>
            <a:r>
              <a:rPr lang="ru-RU" sz="2000" dirty="0" err="1"/>
              <a:t>запровадження</a:t>
            </a:r>
            <a:r>
              <a:rPr lang="ru-RU" sz="2000" dirty="0"/>
              <a:t> на </a:t>
            </a:r>
            <a:r>
              <a:rPr lang="ru-RU" sz="2000" dirty="0" err="1"/>
              <a:t>селі</a:t>
            </a:r>
            <a:endParaRPr lang="uk-UA" sz="20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xmlns="" id="{92C11705-835F-7E27-B59A-C8CCCB071F4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E01F03E7-5F19-B298-24BE-6020FEBB45D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70671739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944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FC2EF87-962E-7273-7B61-687936C75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Ідеологічні</a:t>
            </a:r>
            <a:r>
              <a:rPr lang="ru-RU" dirty="0"/>
              <a:t> гасла 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політичної</a:t>
            </a:r>
            <a:r>
              <a:rPr lang="ru-RU" dirty="0"/>
              <a:t> сили </a:t>
            </a:r>
            <a:r>
              <a:rPr lang="ru-RU" dirty="0" err="1"/>
              <a:t>відображено</a:t>
            </a:r>
            <a:r>
              <a:rPr lang="ru-RU" dirty="0"/>
              <a:t> на </a:t>
            </a:r>
            <a:r>
              <a:rPr lang="ru-RU" dirty="0" err="1"/>
              <a:t>плакаті</a:t>
            </a:r>
            <a:r>
              <a:rPr lang="ru-RU" dirty="0"/>
              <a:t> й </a:t>
            </a:r>
            <a:r>
              <a:rPr lang="ru-RU" dirty="0" err="1"/>
              <a:t>транспаранті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082EDEE0-A887-8CA7-28E4-3AD0C98E008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1326664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122" name="Picture 2">
            <a:extLst>
              <a:ext uri="{FF2B5EF4-FFF2-40B4-BE49-F238E27FC236}">
                <a16:creationId xmlns:a16="http://schemas.microsoft.com/office/drawing/2014/main" xmlns="" id="{00E5D9A0-2DD7-10AE-675D-8FD72A089AD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31" y="2977332"/>
            <a:ext cx="5553855" cy="267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вал 2"/>
          <p:cNvSpPr/>
          <p:nvPr/>
        </p:nvSpPr>
        <p:spPr>
          <a:xfrm>
            <a:off x="1343891" y="1219199"/>
            <a:ext cx="637309" cy="65116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7750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E979CC1-4B85-A276-1BB7-7DAA82309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В’язні</a:t>
            </a:r>
            <a:r>
              <a:rPr lang="ru-RU" dirty="0"/>
              <a:t>, про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ідеться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, </a:t>
            </a:r>
            <a:r>
              <a:rPr lang="ru-RU" dirty="0" err="1"/>
              <a:t>потрапляли</a:t>
            </a:r>
            <a:r>
              <a:rPr lang="ru-RU" dirty="0"/>
              <a:t> до тюрем у </a:t>
            </a:r>
            <a:r>
              <a:rPr lang="ru-RU" dirty="0" err="1"/>
              <a:t>результаті</a:t>
            </a:r>
            <a:r>
              <a:rPr lang="ru-RU" dirty="0"/>
              <a:t> </a:t>
            </a:r>
            <a:r>
              <a:rPr lang="ru-RU" dirty="0" err="1"/>
              <a:t>проведення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xmlns="" id="{651197FB-76D0-AB1B-92AA-18F9B8CC50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«Підготовча робота до евакуації та сама евакуація в’язниць у західних областях України розпочалася з 22 червня цього року. У чотирьох тюрмах утримували 5424 в’язні. У перший же день </a:t>
            </a:r>
            <a:r>
              <a:rPr lang="uk-UA" i="1" dirty="0" err="1"/>
              <a:t>уторгнення</a:t>
            </a:r>
            <a:r>
              <a:rPr lang="uk-UA" i="1" dirty="0"/>
              <a:t> німців в СРСР у тюрмах було виконано </a:t>
            </a:r>
            <a:r>
              <a:rPr lang="uk-UA" i="1" dirty="0" err="1"/>
              <a:t>вироки</a:t>
            </a:r>
            <a:r>
              <a:rPr lang="uk-UA" i="1" dirty="0"/>
              <a:t> щодо 108 в’язнів…»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8A865ADE-B26B-CB41-9EA7-6253B026605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68937093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3201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4CE8570-10B6-26FE-C689-D48ABA0BB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Коли </a:t>
            </a:r>
            <a:r>
              <a:rPr lang="ru-RU" dirty="0" err="1"/>
              <a:t>відбулася</a:t>
            </a:r>
            <a:r>
              <a:rPr lang="ru-RU" dirty="0"/>
              <a:t> </a:t>
            </a:r>
            <a:r>
              <a:rPr lang="ru-RU" dirty="0" err="1"/>
              <a:t>подія</a:t>
            </a:r>
            <a:r>
              <a:rPr lang="ru-RU" dirty="0"/>
              <a:t>, у </a:t>
            </a:r>
            <a:r>
              <a:rPr lang="ru-RU" dirty="0" err="1"/>
              <a:t>результаті</a:t>
            </a:r>
            <a:r>
              <a:rPr lang="ru-RU" dirty="0"/>
              <a:t> 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польська</a:t>
            </a:r>
            <a:r>
              <a:rPr lang="ru-RU" dirty="0"/>
              <a:t> </a:t>
            </a:r>
            <a:r>
              <a:rPr lang="ru-RU" dirty="0" err="1"/>
              <a:t>влада</a:t>
            </a:r>
            <a:r>
              <a:rPr lang="ru-RU" dirty="0"/>
              <a:t> </a:t>
            </a:r>
            <a:r>
              <a:rPr lang="ru-RU" dirty="0" err="1"/>
              <a:t>планувала</a:t>
            </a:r>
            <a:r>
              <a:rPr lang="ru-RU" dirty="0"/>
              <a:t> </a:t>
            </a:r>
            <a:r>
              <a:rPr lang="ru-RU" dirty="0" err="1"/>
              <a:t>здійснити</a:t>
            </a:r>
            <a:r>
              <a:rPr lang="ru-RU" dirty="0"/>
              <a:t> </a:t>
            </a:r>
            <a:r>
              <a:rPr lang="ru-RU" dirty="0" err="1"/>
              <a:t>поставлені</a:t>
            </a:r>
            <a:r>
              <a:rPr lang="ru-RU" dirty="0"/>
              <a:t> </a:t>
            </a:r>
            <a:r>
              <a:rPr lang="ru-RU" dirty="0" err="1"/>
              <a:t>завдання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xmlns="" id="{5857592E-6D35-9FC1-567F-428303A6EA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«1. </a:t>
            </a:r>
            <a:r>
              <a:rPr lang="ru-RU" i="1" dirty="0" err="1"/>
              <a:t>Залучити</a:t>
            </a:r>
            <a:r>
              <a:rPr lang="ru-RU" i="1" dirty="0"/>
              <a:t> </a:t>
            </a:r>
            <a:r>
              <a:rPr lang="ru-RU" i="1" dirty="0" err="1"/>
              <a:t>робочу</a:t>
            </a:r>
            <a:r>
              <a:rPr lang="ru-RU" i="1" dirty="0"/>
              <a:t> силу для </a:t>
            </a:r>
            <a:r>
              <a:rPr lang="ru-RU" i="1" dirty="0" err="1"/>
              <a:t>господарювання</a:t>
            </a:r>
            <a:r>
              <a:rPr lang="ru-RU" i="1" dirty="0"/>
              <a:t> “</a:t>
            </a:r>
            <a:r>
              <a:rPr lang="ru-RU" i="1" dirty="0" err="1"/>
              <a:t>повернутих</a:t>
            </a:r>
            <a:r>
              <a:rPr lang="ru-RU" i="1" dirty="0"/>
              <a:t> земель”; 2. Остаточно </a:t>
            </a:r>
            <a:r>
              <a:rPr lang="ru-RU" i="1" dirty="0" err="1"/>
              <a:t>підірвати</a:t>
            </a:r>
            <a:r>
              <a:rPr lang="ru-RU" i="1" dirty="0"/>
              <a:t> </a:t>
            </a:r>
            <a:r>
              <a:rPr lang="ru-RU" i="1" dirty="0" err="1"/>
              <a:t>життєву</a:t>
            </a:r>
            <a:r>
              <a:rPr lang="ru-RU" i="1" dirty="0"/>
              <a:t> базу ОУН й УПА; 3. </a:t>
            </a:r>
            <a:r>
              <a:rPr lang="ru-RU" i="1" dirty="0" err="1"/>
              <a:t>Асимілювати</a:t>
            </a:r>
            <a:r>
              <a:rPr lang="ru-RU" i="1" dirty="0"/>
              <a:t> </a:t>
            </a:r>
            <a:r>
              <a:rPr lang="ru-RU" i="1" dirty="0" err="1"/>
              <a:t>окремі</a:t>
            </a:r>
            <a:r>
              <a:rPr lang="ru-RU" i="1" dirty="0"/>
              <a:t> </a:t>
            </a:r>
            <a:r>
              <a:rPr lang="ru-RU" i="1" dirty="0" err="1"/>
              <a:t>родини</a:t>
            </a:r>
            <a:r>
              <a:rPr lang="ru-RU" i="1" dirty="0"/>
              <a:t> </a:t>
            </a:r>
            <a:r>
              <a:rPr lang="ru-RU" i="1" dirty="0" err="1"/>
              <a:t>етнічних</a:t>
            </a:r>
            <a:r>
              <a:rPr lang="ru-RU" i="1" dirty="0"/>
              <a:t> </a:t>
            </a:r>
            <a:r>
              <a:rPr lang="ru-RU" i="1" dirty="0" err="1"/>
              <a:t>українців</a:t>
            </a:r>
            <a:r>
              <a:rPr lang="ru-RU" i="1" dirty="0"/>
              <a:t> у </a:t>
            </a:r>
            <a:r>
              <a:rPr lang="ru-RU" i="1" dirty="0" err="1"/>
              <a:t>суцільній</a:t>
            </a:r>
            <a:r>
              <a:rPr lang="ru-RU" i="1" dirty="0"/>
              <a:t> </a:t>
            </a:r>
            <a:r>
              <a:rPr lang="ru-RU" i="1" dirty="0" err="1"/>
              <a:t>масі</a:t>
            </a:r>
            <a:r>
              <a:rPr lang="ru-RU" i="1" dirty="0"/>
              <a:t> </a:t>
            </a:r>
            <a:r>
              <a:rPr lang="ru-RU" i="1" dirty="0" err="1"/>
              <a:t>польського</a:t>
            </a:r>
            <a:r>
              <a:rPr lang="ru-RU" i="1" dirty="0"/>
              <a:t> </a:t>
            </a:r>
            <a:r>
              <a:rPr lang="ru-RU" i="1" dirty="0" err="1"/>
              <a:t>населення</a:t>
            </a:r>
            <a:r>
              <a:rPr lang="ru-RU" i="1" dirty="0"/>
              <a:t>...»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49F3E68B-D955-9A46-9F55-35563B89C75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61120196"/>
              </p:ext>
            </p:extLst>
          </p:nvPr>
        </p:nvGraphicFramePr>
        <p:xfrm>
          <a:off x="6338317" y="2191279"/>
          <a:ext cx="4271771" cy="3995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1652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885B696-2B46-2A82-09B7-0CBF129FF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Наведений </a:t>
            </a:r>
            <a:r>
              <a:rPr lang="ru-RU" dirty="0" err="1"/>
              <a:t>уривок</a:t>
            </a:r>
            <a:r>
              <a:rPr lang="ru-RU" dirty="0"/>
              <a:t> документа є </a:t>
            </a:r>
            <a:r>
              <a:rPr lang="ru-RU" dirty="0" err="1"/>
              <a:t>свідченням</a:t>
            </a:r>
            <a:r>
              <a:rPr lang="ru-RU" dirty="0"/>
              <a:t> </a:t>
            </a:r>
            <a:r>
              <a:rPr lang="ru-RU" dirty="0" err="1"/>
              <a:t>реалізації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xmlns="" id="{409449E4-9B7B-322C-EFBA-BE1F1359CF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«…Завдання семирічки в галузі сільського господарства ми зможемо виконати за п’ять років… Розрахунки показують, що посіви кукурудзи мають орієнтовно складати 9–10 млн га і дорівнювати приблизно половині всієї площі зернових…»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BC9FEE9C-66E5-BBCA-75DD-785DCA3EFC2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92018960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8088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D935FF4-DBF9-F073-A57E-1DF031D4A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призвело</a:t>
            </a:r>
            <a:r>
              <a:rPr lang="ru-RU" dirty="0"/>
              <a:t> до </a:t>
            </a:r>
            <a:r>
              <a:rPr lang="ru-RU" dirty="0" err="1"/>
              <a:t>виникнення</a:t>
            </a:r>
            <a:r>
              <a:rPr lang="ru-RU" dirty="0"/>
              <a:t> в УРСР </a:t>
            </a:r>
            <a:r>
              <a:rPr lang="ru-RU" dirty="0" err="1"/>
              <a:t>явища</a:t>
            </a:r>
            <a:r>
              <a:rPr lang="ru-RU" dirty="0"/>
              <a:t>, на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акцентує</a:t>
            </a:r>
            <a:r>
              <a:rPr lang="ru-RU" dirty="0"/>
              <a:t> </a:t>
            </a:r>
            <a:r>
              <a:rPr lang="ru-RU" dirty="0" err="1"/>
              <a:t>увагу</a:t>
            </a:r>
            <a:r>
              <a:rPr lang="ru-RU" dirty="0"/>
              <a:t> карикатура?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F205620A-5804-4667-6ABB-0B5A34C41C3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955151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46" name="Picture 2">
            <a:extLst>
              <a:ext uri="{FF2B5EF4-FFF2-40B4-BE49-F238E27FC236}">
                <a16:creationId xmlns:a16="http://schemas.microsoft.com/office/drawing/2014/main" xmlns="" id="{E1ED2309-4EE9-E2A4-876A-ECAB423E145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9929" y="2638425"/>
            <a:ext cx="2674405" cy="310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8541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BFB4C7B-6BB3-E1EB-49D5-B48903C4C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Яке </a:t>
            </a:r>
            <a:r>
              <a:rPr lang="ru-RU" dirty="0" err="1"/>
              <a:t>поняття</a:t>
            </a:r>
            <a:r>
              <a:rPr lang="ru-RU" dirty="0"/>
              <a:t> треба </a:t>
            </a:r>
            <a:r>
              <a:rPr lang="ru-RU" dirty="0" err="1"/>
              <a:t>використати</a:t>
            </a:r>
            <a:r>
              <a:rPr lang="ru-RU" dirty="0"/>
              <a:t>, </a:t>
            </a:r>
            <a:r>
              <a:rPr lang="ru-RU" dirty="0" err="1"/>
              <a:t>визначаючи</a:t>
            </a:r>
            <a:r>
              <a:rPr lang="ru-RU" dirty="0"/>
              <a:t> </a:t>
            </a:r>
            <a:r>
              <a:rPr lang="ru-RU" dirty="0" err="1"/>
              <a:t>головну</a:t>
            </a:r>
            <a:r>
              <a:rPr lang="ru-RU" dirty="0"/>
              <a:t> </a:t>
            </a:r>
            <a:r>
              <a:rPr lang="ru-RU" dirty="0" err="1"/>
              <a:t>ідею</a:t>
            </a:r>
            <a:r>
              <a:rPr lang="ru-RU" dirty="0"/>
              <a:t> </a:t>
            </a:r>
            <a:r>
              <a:rPr lang="ru-RU" dirty="0" err="1"/>
              <a:t>карикатури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618AB8E4-B62D-468D-27E8-48D175BCA10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96146504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170" name="Picture 2">
            <a:extLst>
              <a:ext uri="{FF2B5EF4-FFF2-40B4-BE49-F238E27FC236}">
                <a16:creationId xmlns:a16="http://schemas.microsoft.com/office/drawing/2014/main" xmlns="" id="{BCD558E5-1131-C0B7-0501-DBE01A54F9F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9103" y="3055779"/>
            <a:ext cx="3096057" cy="2267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0106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29BED48-1AC9-D777-4DFA-10E787389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 dirty="0" err="1"/>
              <a:t>Узгодьте</a:t>
            </a:r>
            <a:r>
              <a:rPr lang="ru-RU" sz="2000" dirty="0"/>
              <a:t> </a:t>
            </a:r>
            <a:r>
              <a:rPr lang="ru-RU" sz="2000" dirty="0" err="1"/>
              <a:t>подію</a:t>
            </a:r>
            <a:r>
              <a:rPr lang="ru-RU" sz="2000" dirty="0"/>
              <a:t> </a:t>
            </a:r>
            <a:r>
              <a:rPr lang="ru-RU" sz="2000" dirty="0" err="1"/>
              <a:t>Національно-визвольної</a:t>
            </a:r>
            <a:r>
              <a:rPr lang="ru-RU" sz="2000" dirty="0"/>
              <a:t> </a:t>
            </a:r>
            <a:r>
              <a:rPr lang="ru-RU" sz="2000" dirty="0" err="1"/>
              <a:t>війни</a:t>
            </a:r>
            <a:r>
              <a:rPr lang="ru-RU" sz="2000" dirty="0"/>
              <a:t> </a:t>
            </a:r>
            <a:r>
              <a:rPr lang="ru-RU" sz="2000" dirty="0" err="1"/>
              <a:t>українського</a:t>
            </a:r>
            <a:r>
              <a:rPr lang="ru-RU" sz="2000" dirty="0"/>
              <a:t> народу </a:t>
            </a:r>
            <a:r>
              <a:rPr lang="ru-RU" sz="2000" dirty="0" err="1"/>
              <a:t>середини</a:t>
            </a:r>
            <a:r>
              <a:rPr lang="ru-RU" sz="2000" dirty="0"/>
              <a:t> XVII ст. з роком, коли вона </a:t>
            </a:r>
            <a:r>
              <a:rPr lang="ru-RU" sz="2000" dirty="0" err="1"/>
              <a:t>відбувалася</a:t>
            </a:r>
            <a:r>
              <a:rPr lang="ru-RU" sz="2000" dirty="0"/>
              <a:t>.</a:t>
            </a:r>
            <a:endParaRPr lang="uk-UA" sz="2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5D11163A-24BF-FBDD-4B89-E250C0EDD3F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42086865"/>
              </p:ext>
            </p:extLst>
          </p:nvPr>
        </p:nvGraphicFramePr>
        <p:xfrm>
          <a:off x="1581912" y="2638044"/>
          <a:ext cx="4271771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7BAF816C-BACE-719C-A169-A67ED0D5F78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56583775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680341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A448F30-1805-2410-CB9F-06F132E76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Доберіть</a:t>
            </a:r>
            <a:r>
              <a:rPr lang="ru-RU" dirty="0"/>
              <a:t> до кожного з </a:t>
            </a:r>
            <a:r>
              <a:rPr lang="ru-RU" dirty="0" err="1"/>
              <a:t>видань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характеристику.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0E2881CB-84AB-10D6-4566-2D1410EE82A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86215810"/>
              </p:ext>
            </p:extLst>
          </p:nvPr>
        </p:nvGraphicFramePr>
        <p:xfrm>
          <a:off x="1581912" y="2638044"/>
          <a:ext cx="4271771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C551C809-AF81-5001-A88B-8B36F1FD5D0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89035608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6847464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6833EA1-ACCF-2D6D-53C6-07ED10E93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Узгодьте ім’я історичної особи (постаті) з фактами її біографії.</a:t>
            </a:r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3DF1804B-75FF-CA7D-CC49-C4F6ACAE958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6165075"/>
              </p:ext>
            </p:extLst>
          </p:nvPr>
        </p:nvGraphicFramePr>
        <p:xfrm>
          <a:off x="1581912" y="2638044"/>
          <a:ext cx="4271771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E5D13FC1-CB6E-B74C-B599-F3B2536BF75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22198442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1843264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AAE744F-EDDB-999B-1B71-06AF513B8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 dirty="0" err="1"/>
              <a:t>Узгодьте</a:t>
            </a:r>
            <a:r>
              <a:rPr lang="ru-RU" sz="2000" dirty="0"/>
              <a:t> </a:t>
            </a:r>
            <a:r>
              <a:rPr lang="ru-RU" sz="2000" dirty="0" err="1"/>
              <a:t>описане</a:t>
            </a:r>
            <a:r>
              <a:rPr lang="ru-RU" sz="2000" dirty="0"/>
              <a:t> </a:t>
            </a:r>
            <a:r>
              <a:rPr lang="ru-RU" sz="2000" dirty="0" err="1"/>
              <a:t>явище</a:t>
            </a:r>
            <a:r>
              <a:rPr lang="ru-RU" sz="2000" dirty="0"/>
              <a:t> </a:t>
            </a:r>
            <a:r>
              <a:rPr lang="ru-RU" sz="2000" dirty="0" err="1"/>
              <a:t>соціально-економічного</a:t>
            </a:r>
            <a:r>
              <a:rPr lang="ru-RU" sz="2000" dirty="0"/>
              <a:t> </a:t>
            </a:r>
            <a:r>
              <a:rPr lang="ru-RU" sz="2000" dirty="0" err="1"/>
              <a:t>життя</a:t>
            </a:r>
            <a:r>
              <a:rPr lang="ru-RU" sz="2000" dirty="0"/>
              <a:t> з </a:t>
            </a:r>
            <a:r>
              <a:rPr lang="ru-RU" sz="2000" dirty="0" err="1"/>
              <a:t>періодом</a:t>
            </a:r>
            <a:r>
              <a:rPr lang="ru-RU" sz="2000" dirty="0"/>
              <a:t> </a:t>
            </a:r>
            <a:r>
              <a:rPr lang="ru-RU" sz="2000" dirty="0" err="1"/>
              <a:t>історії</a:t>
            </a:r>
            <a:r>
              <a:rPr lang="ru-RU" sz="2000" dirty="0"/>
              <a:t> </a:t>
            </a:r>
            <a:r>
              <a:rPr lang="ru-RU" sz="2000" dirty="0" err="1"/>
              <a:t>України</a:t>
            </a:r>
            <a:r>
              <a:rPr lang="ru-RU" sz="2000" dirty="0"/>
              <a:t>, для </a:t>
            </a:r>
            <a:r>
              <a:rPr lang="ru-RU" sz="2000" dirty="0" err="1"/>
              <a:t>якого</a:t>
            </a:r>
            <a:r>
              <a:rPr lang="ru-RU" sz="2000" dirty="0"/>
              <a:t> </a:t>
            </a:r>
            <a:r>
              <a:rPr lang="ru-RU" sz="2000" dirty="0" err="1"/>
              <a:t>воно</a:t>
            </a:r>
            <a:r>
              <a:rPr lang="ru-RU" sz="2000" dirty="0"/>
              <a:t> </a:t>
            </a:r>
            <a:r>
              <a:rPr lang="ru-RU" sz="2000" dirty="0" err="1"/>
              <a:t>було</a:t>
            </a:r>
            <a:r>
              <a:rPr lang="ru-RU" sz="2000" dirty="0"/>
              <a:t> </a:t>
            </a:r>
            <a:r>
              <a:rPr lang="ru-RU" sz="2000" dirty="0" err="1"/>
              <a:t>характерним</a:t>
            </a:r>
            <a:r>
              <a:rPr lang="ru-RU" sz="2000" dirty="0"/>
              <a:t>.</a:t>
            </a:r>
            <a:endParaRPr lang="uk-UA" sz="20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A3286CAE-3A59-7D1E-F812-34432E4033F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96717065"/>
              </p:ext>
            </p:extLst>
          </p:nvPr>
        </p:nvGraphicFramePr>
        <p:xfrm>
          <a:off x="142562" y="2153412"/>
          <a:ext cx="6096000" cy="470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7E34B415-374E-CD5F-0D57-7C857342801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62410752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4465158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1B4E731-91C3-84EE-4EEA-08B83C333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, </a:t>
            </a:r>
            <a:r>
              <a:rPr lang="ru-RU" dirty="0" err="1"/>
              <a:t>описаних</a:t>
            </a:r>
            <a:r>
              <a:rPr lang="ru-RU" dirty="0"/>
              <a:t> в </a:t>
            </a:r>
            <a:r>
              <a:rPr lang="ru-RU" dirty="0" err="1"/>
              <a:t>уривках</a:t>
            </a:r>
            <a:r>
              <a:rPr lang="ru-RU" dirty="0"/>
              <a:t> </a:t>
            </a:r>
            <a:r>
              <a:rPr lang="ru-RU" dirty="0" err="1"/>
              <a:t>історичних</a:t>
            </a:r>
            <a:r>
              <a:rPr lang="ru-RU" dirty="0"/>
              <a:t> </a:t>
            </a:r>
            <a:r>
              <a:rPr lang="ru-RU" dirty="0" err="1"/>
              <a:t>джерел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8" name="Місце для вмісту 7">
            <a:extLst>
              <a:ext uri="{FF2B5EF4-FFF2-40B4-BE49-F238E27FC236}">
                <a16:creationId xmlns:a16="http://schemas.microsoft.com/office/drawing/2014/main" xmlns="" id="{FF2B6597-F05D-6C2A-1ECC-A8C129ADE8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5726666"/>
              </p:ext>
            </p:extLst>
          </p:nvPr>
        </p:nvGraphicFramePr>
        <p:xfrm>
          <a:off x="149629" y="2153412"/>
          <a:ext cx="9811235" cy="45466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932467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65FCDD5-6FBA-EC83-8CF2-8A8FB74F2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</a:t>
            </a:r>
            <a:r>
              <a:rPr lang="ru-RU" dirty="0" err="1"/>
              <a:t>часів</a:t>
            </a:r>
            <a:r>
              <a:rPr lang="ru-RU" dirty="0"/>
              <a:t> </a:t>
            </a:r>
            <a:r>
              <a:rPr lang="ru-RU" dirty="0" err="1"/>
              <a:t>Другої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, </a:t>
            </a:r>
            <a:r>
              <a:rPr lang="ru-RU" dirty="0" err="1"/>
              <a:t>відображених</a:t>
            </a:r>
            <a:r>
              <a:rPr lang="ru-RU" dirty="0"/>
              <a:t> на </a:t>
            </a:r>
            <a:r>
              <a:rPr lang="ru-RU" dirty="0" err="1"/>
              <a:t>радянських</a:t>
            </a:r>
            <a:r>
              <a:rPr lang="ru-RU" dirty="0"/>
              <a:t> плакатах.</a:t>
            </a:r>
            <a:endParaRPr lang="uk-UA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xmlns="" id="{4934B337-6635-E6FD-EB63-4DE04C2167C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101" y="2407133"/>
            <a:ext cx="2472166" cy="4344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xmlns="" id="{39A71CAC-C0FD-C569-81C1-33E545760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8707" y="2433731"/>
            <a:ext cx="2896552" cy="4424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>
            <a:extLst>
              <a:ext uri="{FF2B5EF4-FFF2-40B4-BE49-F238E27FC236}">
                <a16:creationId xmlns:a16="http://schemas.microsoft.com/office/drawing/2014/main" xmlns="" id="{3248A19E-090B-8F2B-714A-7B415A4EF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906" y="2407134"/>
            <a:ext cx="2396964" cy="3711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>
            <a:extLst>
              <a:ext uri="{FF2B5EF4-FFF2-40B4-BE49-F238E27FC236}">
                <a16:creationId xmlns:a16="http://schemas.microsoft.com/office/drawing/2014/main" xmlns="" id="{E5326CFB-1F48-D9C4-D45D-C61BBD795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310" y="2407133"/>
            <a:ext cx="2370709" cy="4344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45352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1FF03FD-4060-08BD-AE80-6C3969093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</a:t>
            </a:r>
            <a:r>
              <a:rPr lang="ru-RU" dirty="0" err="1"/>
              <a:t>періоду</a:t>
            </a:r>
            <a:r>
              <a:rPr lang="ru-RU" dirty="0"/>
              <a:t> </a:t>
            </a:r>
            <a:r>
              <a:rPr lang="ru-RU" dirty="0" err="1"/>
              <a:t>творення</a:t>
            </a:r>
            <a:r>
              <a:rPr lang="ru-RU" dirty="0"/>
              <a:t> </a:t>
            </a:r>
            <a:r>
              <a:rPr lang="ru-RU" dirty="0" err="1"/>
              <a:t>нової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xmlns="" id="{F65E7FAF-83A9-9796-DDA6-750C95EB6F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7650171"/>
              </p:ext>
            </p:extLst>
          </p:nvPr>
        </p:nvGraphicFramePr>
        <p:xfrm>
          <a:off x="232756" y="2638044"/>
          <a:ext cx="9728108" cy="40620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40215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BEDD8EA-4D7C-E23E-289D-DCF3E3CEB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Визначте</a:t>
            </a:r>
            <a:r>
              <a:rPr lang="ru-RU" dirty="0"/>
              <a:t> </a:t>
            </a:r>
            <a:r>
              <a:rPr lang="ru-RU" dirty="0" err="1"/>
              <a:t>умови</a:t>
            </a:r>
            <a:r>
              <a:rPr lang="ru-RU" dirty="0"/>
              <a:t> </a:t>
            </a:r>
            <a:r>
              <a:rPr lang="ru-RU" dirty="0" err="1"/>
              <a:t>Білоцерківського</a:t>
            </a:r>
            <a:r>
              <a:rPr lang="ru-RU" dirty="0"/>
              <a:t> договору 1651 р.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2DE03907-84BE-289B-DD1F-2865B254FC4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4400456"/>
              </p:ext>
            </p:extLst>
          </p:nvPr>
        </p:nvGraphicFramePr>
        <p:xfrm>
          <a:off x="1581912" y="2638044"/>
          <a:ext cx="4271771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CC0AF41F-3B0E-7E54-57E5-41C20D8E72A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04893429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0865876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A2D3064-8C0B-CFC5-D460-2AD765F80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Що</a:t>
            </a:r>
            <a:r>
              <a:rPr lang="ru-RU" dirty="0"/>
              <a:t> стало результатом </a:t>
            </a:r>
            <a:r>
              <a:rPr lang="ru-RU" dirty="0" err="1"/>
              <a:t>подій</a:t>
            </a:r>
            <a:r>
              <a:rPr lang="ru-RU" dirty="0"/>
              <a:t> </a:t>
            </a:r>
            <a:r>
              <a:rPr lang="ru-RU" dirty="0" err="1"/>
              <a:t>Другої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, </a:t>
            </a:r>
            <a:r>
              <a:rPr lang="ru-RU" dirty="0" err="1"/>
              <a:t>відображених</a:t>
            </a:r>
            <a:r>
              <a:rPr lang="ru-RU" dirty="0"/>
              <a:t> на </a:t>
            </a:r>
            <a:r>
              <a:rPr lang="ru-RU" dirty="0" err="1"/>
              <a:t>картосхемі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249BD921-AF85-21F6-211C-9ECD5EA2869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51498029"/>
              </p:ext>
            </p:extLst>
          </p:nvPr>
        </p:nvGraphicFramePr>
        <p:xfrm>
          <a:off x="4569231" y="2212017"/>
          <a:ext cx="7099069" cy="44922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218" name="Picture 2">
            <a:extLst>
              <a:ext uri="{FF2B5EF4-FFF2-40B4-BE49-F238E27FC236}">
                <a16:creationId xmlns:a16="http://schemas.microsoft.com/office/drawing/2014/main" xmlns="" id="{0EAA2244-2A70-C2B0-1A31-DFF10E313A8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4056" y="2259577"/>
            <a:ext cx="2739180" cy="4492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31332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A539C48-4B2D-FA3F-A17D-8F074C6D2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000" dirty="0" err="1"/>
              <a:t>Які</a:t>
            </a:r>
            <a:r>
              <a:rPr lang="ru-RU" sz="2000" dirty="0"/>
              <a:t> </a:t>
            </a:r>
            <a:r>
              <a:rPr lang="ru-RU" sz="2000" dirty="0" err="1"/>
              <a:t>держави</a:t>
            </a:r>
            <a:r>
              <a:rPr lang="ru-RU" sz="2000" dirty="0"/>
              <a:t>, </a:t>
            </a:r>
            <a:r>
              <a:rPr lang="ru-RU" sz="2000" dirty="0" err="1"/>
              <a:t>крім</a:t>
            </a:r>
            <a:r>
              <a:rPr lang="ru-RU" sz="2000" dirty="0"/>
              <a:t> </a:t>
            </a:r>
            <a:r>
              <a:rPr lang="ru-RU" sz="2000" dirty="0" err="1"/>
              <a:t>України</a:t>
            </a:r>
            <a:r>
              <a:rPr lang="ru-RU" sz="2000" dirty="0"/>
              <a:t>, входили до «</a:t>
            </a:r>
            <a:r>
              <a:rPr lang="ru-RU" sz="2000" dirty="0" err="1"/>
              <a:t>нормандської</a:t>
            </a:r>
            <a:r>
              <a:rPr lang="ru-RU" sz="2000" dirty="0"/>
              <a:t> </a:t>
            </a:r>
            <a:r>
              <a:rPr lang="ru-RU" sz="2000" dirty="0" err="1"/>
              <a:t>четвірки</a:t>
            </a:r>
            <a:r>
              <a:rPr lang="ru-RU" sz="2000" dirty="0"/>
              <a:t>» – формату </a:t>
            </a:r>
            <a:r>
              <a:rPr lang="ru-RU" sz="2000" dirty="0" err="1"/>
              <a:t>переговорів</a:t>
            </a:r>
            <a:r>
              <a:rPr lang="ru-RU" sz="2000" dirty="0"/>
              <a:t> для </a:t>
            </a:r>
            <a:r>
              <a:rPr lang="ru-RU" sz="2000" dirty="0" err="1"/>
              <a:t>розв’язання</a:t>
            </a:r>
            <a:r>
              <a:rPr lang="ru-RU" sz="2000" dirty="0"/>
              <a:t> </a:t>
            </a:r>
            <a:r>
              <a:rPr lang="ru-RU" sz="2000" dirty="0" err="1"/>
              <a:t>російсько-українського</a:t>
            </a:r>
            <a:r>
              <a:rPr lang="ru-RU" sz="2000" dirty="0"/>
              <a:t> </a:t>
            </a:r>
            <a:r>
              <a:rPr lang="ru-RU" sz="2000" dirty="0" err="1"/>
              <a:t>збройного</a:t>
            </a:r>
            <a:r>
              <a:rPr lang="ru-RU" sz="2000" dirty="0"/>
              <a:t> </a:t>
            </a:r>
            <a:r>
              <a:rPr lang="ru-RU" sz="2000" dirty="0" err="1"/>
              <a:t>конфлікту</a:t>
            </a:r>
            <a:r>
              <a:rPr lang="ru-RU" sz="2000" dirty="0"/>
              <a:t>?</a:t>
            </a:r>
            <a:endParaRPr lang="uk-UA" sz="20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822387EF-CBB6-8C75-46DC-A1F07904F45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93660793"/>
              </p:ext>
            </p:extLst>
          </p:nvPr>
        </p:nvGraphicFramePr>
        <p:xfrm>
          <a:off x="1581912" y="2638044"/>
          <a:ext cx="4271771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7EA16BB3-9DC9-59A9-433C-4DC5BB55AD7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45963868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24301011"/>
      </p:ext>
    </p:extLst>
  </p:cSld>
  <p:clrMapOvr>
    <a:masterClrMapping/>
  </p:clrMapOvr>
</p:sld>
</file>

<file path=ppt/theme/theme1.xml><?xml version="1.0" encoding="utf-8"?>
<a:theme xmlns:a="http://schemas.openxmlformats.org/drawingml/2006/main" name="Посилка">
  <a:themeElements>
    <a:clrScheme name="Посилка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Посилка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и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arcel" id="{8BEC4385-4EB9-4D53-BFB5-0EA123736B6D}" vid="{A425FB89-E954-4A2A-81DC-D90804A94D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Посилка</Template>
  <TotalTime>53</TotalTime>
  <Words>1646</Words>
  <Application>Microsoft Office PowerPoint</Application>
  <PresentationFormat>Произвольный</PresentationFormat>
  <Paragraphs>172</Paragraphs>
  <Slides>31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2" baseType="lpstr">
      <vt:lpstr>Посилка</vt:lpstr>
      <vt:lpstr>Демоваріант національного мультитесту (ЗНО) 2025 року з історії України</vt:lpstr>
      <vt:lpstr>Яку із зображених на фото історичних пам’яток виявлено під час археологічних досліджень кургану Товста Могила?</vt:lpstr>
      <vt:lpstr>Що стало поштовхом до описаних у джерелі дій княгині:</vt:lpstr>
      <vt:lpstr>Який термін доречно використовувати, характеризуючи залежність руських князівств від Золотої Орди?</vt:lpstr>
      <vt:lpstr>Яка подія відбулася 1569 року?</vt:lpstr>
      <vt:lpstr>Укажіть мистецьку пам’ятку, що увічнює провідника Національно-визвольної війни українського народу середини ХVІІ ст.</vt:lpstr>
      <vt:lpstr>Автором цитованого документа був</vt:lpstr>
      <vt:lpstr>Як козаки називали такі «поселення»?</vt:lpstr>
      <vt:lpstr>Коли на українських землях було засновано університет</vt:lpstr>
      <vt:lpstr>Кого із суспільно-політичних діячів називали</vt:lpstr>
      <vt:lpstr>Якою цифрою на картосхемі позначено регіон товарного виробництва цукру наприкінці ХІХ – на початку ХХ ст.?</vt:lpstr>
      <vt:lpstr>Боротьба за український університет стала важливим питанням політичної боротьби наприкінці ХІХ – на початку ХХ ст. для</vt:lpstr>
      <vt:lpstr>Які однакові дії під час Першої світової війни застосовували російська та австрійська влади стосовно українських земель, що входили до складу Австро-Угорщини?</vt:lpstr>
      <vt:lpstr>Укажіть фото діяча, який 1917 р. активно пропагував українізацію частин російської армії.</vt:lpstr>
      <vt:lpstr>Провал планів партійно-радянського керівництва СРСР із хлібозаготівлі в Українській СРР 1932 р. призвів до запровадження на селі</vt:lpstr>
      <vt:lpstr>Ідеологічні гасла якої політичної сили відображено на плакаті й транспаранті?</vt:lpstr>
      <vt:lpstr>В’язні, про яких ідеться в уривку джерела, потрапляли до тюрем у результаті проведення</vt:lpstr>
      <vt:lpstr>Коли відбулася подія, у результаті якої польська влада планувала здійснити поставлені завдання</vt:lpstr>
      <vt:lpstr>Наведений уривок документа є свідченням реалізації</vt:lpstr>
      <vt:lpstr>Що призвело до виникнення в УРСР явища, на якому акцентує увагу карикатура?</vt:lpstr>
      <vt:lpstr>Яке поняття треба використати, визначаючи головну ідею карикатури?</vt:lpstr>
      <vt:lpstr>Узгодьте подію Національно-визвольної війни українського народу середини XVII ст. з роком, коли вона відбувалася.</vt:lpstr>
      <vt:lpstr>Доберіть до кожного з видань його характеристику.</vt:lpstr>
      <vt:lpstr>Узгодьте ім’я історичної особи (постаті) з фактами її біографії.</vt:lpstr>
      <vt:lpstr>Узгодьте описане явище соціально-економічного життя з періодом історії України, для якого воно було характерним.</vt:lpstr>
      <vt:lpstr>Установіть послідовність подій, описаних в уривках історичних джерел.</vt:lpstr>
      <vt:lpstr>Установіть послідовність подій часів Другої світової війни, відображених на радянських плакатах.</vt:lpstr>
      <vt:lpstr>Установіть послідовність подій періоду творення нової України.</vt:lpstr>
      <vt:lpstr>Визначте умови Білоцерківського договору 1651 р.</vt:lpstr>
      <vt:lpstr>Що стало результатом подій Другої світової війни, відображених на картосхемі?</vt:lpstr>
      <vt:lpstr>Які держави, крім України, входили до «нормандської четвірки» – формату переговорів для розв’язання російсько-українського збройного конфлікту?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Демоваріант національного мультитесту (ЗНО) 2025 року з історії України</dc:title>
  <dc:creator>Сергей Корниенко</dc:creator>
  <cp:lastModifiedBy>LenovoG570</cp:lastModifiedBy>
  <cp:revision>3</cp:revision>
  <dcterms:created xsi:type="dcterms:W3CDTF">2025-04-12T16:15:04Z</dcterms:created>
  <dcterms:modified xsi:type="dcterms:W3CDTF">2025-04-13T09:19:30Z</dcterms:modified>
</cp:coreProperties>
</file>