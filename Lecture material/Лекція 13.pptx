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18" r:id="rId4"/>
    <p:sldId id="268" r:id="rId5"/>
    <p:sldId id="263" r:id="rId6"/>
    <p:sldId id="258" r:id="rId7"/>
    <p:sldId id="295" r:id="rId8"/>
    <p:sldId id="296" r:id="rId9"/>
    <p:sldId id="306" r:id="rId10"/>
    <p:sldId id="298" r:id="rId11"/>
    <p:sldId id="274" r:id="rId12"/>
    <p:sldId id="260" r:id="rId13"/>
    <p:sldId id="269" r:id="rId14"/>
    <p:sldId id="278" r:id="rId15"/>
    <p:sldId id="280" r:id="rId16"/>
    <p:sldId id="292" r:id="rId17"/>
    <p:sldId id="301" r:id="rId18"/>
    <p:sldId id="312" r:id="rId19"/>
    <p:sldId id="308" r:id="rId20"/>
    <p:sldId id="310" r:id="rId21"/>
    <p:sldId id="311" r:id="rId22"/>
    <p:sldId id="317" r:id="rId23"/>
    <p:sldId id="315" r:id="rId24"/>
    <p:sldId id="320" r:id="rId25"/>
    <p:sldId id="313" r:id="rId26"/>
    <p:sldId id="316" r:id="rId27"/>
    <p:sldId id="309" r:id="rId28"/>
    <p:sldId id="304" r:id="rId29"/>
    <p:sldId id="321" r:id="rId30"/>
    <p:sldId id="300" r:id="rId31"/>
    <p:sldId id="289" r:id="rId32"/>
    <p:sldId id="282" r:id="rId33"/>
    <p:sldId id="275" r:id="rId34"/>
    <p:sldId id="261" r:id="rId35"/>
    <p:sldId id="264" r:id="rId36"/>
    <p:sldId id="273" r:id="rId37"/>
    <p:sldId id="299" r:id="rId38"/>
    <p:sldId id="266" r:id="rId39"/>
    <p:sldId id="324" r:id="rId40"/>
    <p:sldId id="325" r:id="rId41"/>
    <p:sldId id="326" r:id="rId42"/>
    <p:sldId id="327" r:id="rId43"/>
    <p:sldId id="307" r:id="rId44"/>
    <p:sldId id="297" r:id="rId45"/>
    <p:sldId id="286" r:id="rId46"/>
    <p:sldId id="288" r:id="rId47"/>
    <p:sldId id="319" r:id="rId48"/>
    <p:sldId id="322" r:id="rId49"/>
    <p:sldId id="314" r:id="rId50"/>
    <p:sldId id="291" r:id="rId51"/>
    <p:sldId id="285" r:id="rId52"/>
    <p:sldId id="284" r:id="rId53"/>
    <p:sldId id="302" r:id="rId54"/>
    <p:sldId id="330" r:id="rId55"/>
    <p:sldId id="305" r:id="rId56"/>
    <p:sldId id="265" r:id="rId57"/>
    <p:sldId id="262" r:id="rId58"/>
    <p:sldId id="271" r:id="rId59"/>
    <p:sldId id="281" r:id="rId60"/>
    <p:sldId id="290" r:id="rId61"/>
    <p:sldId id="272" r:id="rId62"/>
    <p:sldId id="277" r:id="rId63"/>
    <p:sldId id="279" r:id="rId64"/>
    <p:sldId id="293" r:id="rId65"/>
    <p:sldId id="303" r:id="rId66"/>
    <p:sldId id="332" r:id="rId67"/>
    <p:sldId id="323" r:id="rId68"/>
    <p:sldId id="270" r:id="rId69"/>
    <p:sldId id="259" r:id="rId70"/>
    <p:sldId id="283" r:id="rId71"/>
    <p:sldId id="294" r:id="rId72"/>
    <p:sldId id="267" r:id="rId73"/>
    <p:sldId id="276" r:id="rId74"/>
    <p:sldId id="328" r:id="rId75"/>
    <p:sldId id="329" r:id="rId76"/>
    <p:sldId id="331" r:id="rId77"/>
    <p:sldId id="333" r:id="rId78"/>
    <p:sldId id="334" r:id="rId79"/>
    <p:sldId id="335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BEB6048A-12A5-41B9-A72D-A36EAC2C7E89}">
          <p14:sldIdLst>
            <p14:sldId id="256"/>
          </p14:sldIdLst>
        </p14:section>
        <p14:section name="Ліквідація Гетьманщини" id="{09076684-1527-4FD2-939B-859C813D9CCB}">
          <p14:sldIdLst>
            <p14:sldId id="257"/>
            <p14:sldId id="318"/>
            <p14:sldId id="268"/>
            <p14:sldId id="263"/>
            <p14:sldId id="258"/>
            <p14:sldId id="295"/>
            <p14:sldId id="296"/>
            <p14:sldId id="306"/>
            <p14:sldId id="298"/>
            <p14:sldId id="274"/>
            <p14:sldId id="260"/>
            <p14:sldId id="269"/>
            <p14:sldId id="278"/>
            <p14:sldId id="280"/>
            <p14:sldId id="292"/>
            <p14:sldId id="301"/>
            <p14:sldId id="312"/>
            <p14:sldId id="308"/>
            <p14:sldId id="310"/>
            <p14:sldId id="311"/>
          </p14:sldIdLst>
        </p14:section>
        <p14:section name="Повстання" id="{A0885B39-9D8C-45E3-B136-175B21541027}">
          <p14:sldIdLst>
            <p14:sldId id="317"/>
            <p14:sldId id="315"/>
            <p14:sldId id="320"/>
            <p14:sldId id="313"/>
            <p14:sldId id="316"/>
            <p14:sldId id="309"/>
            <p14:sldId id="304"/>
            <p14:sldId id="321"/>
            <p14:sldId id="300"/>
            <p14:sldId id="289"/>
            <p14:sldId id="282"/>
            <p14:sldId id="275"/>
            <p14:sldId id="261"/>
            <p14:sldId id="264"/>
            <p14:sldId id="273"/>
            <p14:sldId id="299"/>
            <p14:sldId id="266"/>
          </p14:sldIdLst>
        </p14:section>
        <p14:section name="Політика" id="{75341084-E894-4686-B049-7C8400F312FB}">
          <p14:sldIdLst>
            <p14:sldId id="324"/>
            <p14:sldId id="325"/>
            <p14:sldId id="326"/>
            <p14:sldId id="327"/>
            <p14:sldId id="307"/>
            <p14:sldId id="297"/>
            <p14:sldId id="286"/>
            <p14:sldId id="288"/>
            <p14:sldId id="319"/>
            <p14:sldId id="322"/>
            <p14:sldId id="314"/>
            <p14:sldId id="291"/>
            <p14:sldId id="285"/>
            <p14:sldId id="284"/>
            <p14:sldId id="302"/>
            <p14:sldId id="330"/>
            <p14:sldId id="305"/>
            <p14:sldId id="265"/>
            <p14:sldId id="262"/>
            <p14:sldId id="271"/>
            <p14:sldId id="281"/>
            <p14:sldId id="290"/>
            <p14:sldId id="272"/>
            <p14:sldId id="277"/>
            <p14:sldId id="279"/>
            <p14:sldId id="293"/>
            <p14:sldId id="303"/>
          </p14:sldIdLst>
        </p14:section>
        <p14:section name="Ккультура" id="{8E8B2610-49C2-4CF5-808B-2D3F7DDD7A89}">
          <p14:sldIdLst>
            <p14:sldId id="332"/>
            <p14:sldId id="323"/>
            <p14:sldId id="270"/>
            <p14:sldId id="259"/>
            <p14:sldId id="283"/>
            <p14:sldId id="294"/>
            <p14:sldId id="267"/>
            <p14:sldId id="276"/>
          </p14:sldIdLst>
        </p14:section>
        <p14:section name="Інше" id="{9B87128F-8C29-4D1C-88A0-99199AAD39D3}">
          <p14:sldIdLst>
            <p14:sldId id="328"/>
            <p14:sldId id="329"/>
            <p14:sldId id="331"/>
            <p14:sldId id="333"/>
            <p14:sldId id="334"/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FB6CF0-A8BF-468D-80D7-418D69C645D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24C43878-C87A-4BC5-AFB5-2E9A4630D3FF}">
      <dgm:prSet/>
      <dgm:spPr/>
      <dgm:t>
        <a:bodyPr/>
        <a:lstStyle/>
        <a:p>
          <a:r>
            <a:rPr lang="uk-UA" b="0" i="0" dirty="0"/>
            <a:t>упорядкування системи управління Запорозькою Січчю.</a:t>
          </a:r>
          <a:endParaRPr lang="uk-UA" dirty="0"/>
        </a:p>
      </dgm:t>
    </dgm:pt>
    <dgm:pt modelId="{D25791F2-8667-4AE4-B283-86EB44B768C1}" type="parTrans" cxnId="{B886FD0A-906E-4496-A1C5-F3784EF49F6C}">
      <dgm:prSet/>
      <dgm:spPr/>
      <dgm:t>
        <a:bodyPr/>
        <a:lstStyle/>
        <a:p>
          <a:endParaRPr lang="uk-UA"/>
        </a:p>
      </dgm:t>
    </dgm:pt>
    <dgm:pt modelId="{D7AFD0F1-02EB-42D0-A28B-9327779A8807}" type="sibTrans" cxnId="{B886FD0A-906E-4496-A1C5-F3784EF49F6C}">
      <dgm:prSet/>
      <dgm:spPr/>
      <dgm:t>
        <a:bodyPr/>
        <a:lstStyle/>
        <a:p>
          <a:endParaRPr lang="uk-UA"/>
        </a:p>
      </dgm:t>
    </dgm:pt>
    <dgm:pt modelId="{46C3CC0C-BBB7-4E10-870B-D5A9A4F35EA8}">
      <dgm:prSet/>
      <dgm:spPr/>
      <dgm:t>
        <a:bodyPr/>
        <a:lstStyle/>
        <a:p>
          <a:r>
            <a:rPr lang="uk-UA" b="0" i="0" dirty="0"/>
            <a:t>ліквідацію решток автономного устрою Гетьманщини.</a:t>
          </a:r>
          <a:endParaRPr lang="uk-UA" dirty="0"/>
        </a:p>
      </dgm:t>
    </dgm:pt>
    <dgm:pt modelId="{23FB8AC4-71A6-4C59-83C9-8EB1621AA813}" type="parTrans" cxnId="{233D323D-10FC-493C-8BE8-D559CC57BBFD}">
      <dgm:prSet/>
      <dgm:spPr/>
      <dgm:t>
        <a:bodyPr/>
        <a:lstStyle/>
        <a:p>
          <a:endParaRPr lang="uk-UA"/>
        </a:p>
      </dgm:t>
    </dgm:pt>
    <dgm:pt modelId="{DA4A6F05-DB1D-4C4D-9FC4-8744AF3AEB96}" type="sibTrans" cxnId="{233D323D-10FC-493C-8BE8-D559CC57BBFD}">
      <dgm:prSet/>
      <dgm:spPr/>
      <dgm:t>
        <a:bodyPr/>
        <a:lstStyle/>
        <a:p>
          <a:endParaRPr lang="uk-UA"/>
        </a:p>
      </dgm:t>
    </dgm:pt>
    <dgm:pt modelId="{FAC52D80-84F8-4D19-85F2-2BAC6EFCDE43}">
      <dgm:prSet/>
      <dgm:spPr/>
      <dgm:t>
        <a:bodyPr/>
        <a:lstStyle/>
        <a:p>
          <a:r>
            <a:rPr lang="uk-UA" b="0" i="0" dirty="0"/>
            <a:t>запровадження полкового устрою в Слобідській Україні.</a:t>
          </a:r>
          <a:endParaRPr lang="uk-UA" dirty="0"/>
        </a:p>
      </dgm:t>
    </dgm:pt>
    <dgm:pt modelId="{BE964ADB-F908-499D-9413-756B1F6BE544}" type="parTrans" cxnId="{D4A6DE24-39FA-42F9-9761-A22B412893A4}">
      <dgm:prSet/>
      <dgm:spPr/>
      <dgm:t>
        <a:bodyPr/>
        <a:lstStyle/>
        <a:p>
          <a:endParaRPr lang="uk-UA"/>
        </a:p>
      </dgm:t>
    </dgm:pt>
    <dgm:pt modelId="{039CC893-78C0-47AD-BF60-A30109D36685}" type="sibTrans" cxnId="{D4A6DE24-39FA-42F9-9761-A22B412893A4}">
      <dgm:prSet/>
      <dgm:spPr/>
      <dgm:t>
        <a:bodyPr/>
        <a:lstStyle/>
        <a:p>
          <a:endParaRPr lang="uk-UA"/>
        </a:p>
      </dgm:t>
    </dgm:pt>
    <dgm:pt modelId="{574F88B3-3F12-461B-B5C4-013653845279}">
      <dgm:prSet/>
      <dgm:spPr/>
      <dgm:t>
        <a:bodyPr/>
        <a:lstStyle/>
        <a:p>
          <a:r>
            <a:rPr lang="uk-UA" b="0" i="0" dirty="0"/>
            <a:t>повернення козаків Задунайської Січі на Запоріжжя.</a:t>
          </a:r>
          <a:endParaRPr lang="uk-UA" dirty="0"/>
        </a:p>
      </dgm:t>
    </dgm:pt>
    <dgm:pt modelId="{5D6CE2DB-A5EB-4438-A90D-9D16C7BF8D90}" type="parTrans" cxnId="{18A36BE8-D0A0-4B82-B388-3275F749D212}">
      <dgm:prSet/>
      <dgm:spPr/>
      <dgm:t>
        <a:bodyPr/>
        <a:lstStyle/>
        <a:p>
          <a:endParaRPr lang="uk-UA"/>
        </a:p>
      </dgm:t>
    </dgm:pt>
    <dgm:pt modelId="{4F9EDF78-03FA-4758-9BCC-1558F4CDDE18}" type="sibTrans" cxnId="{18A36BE8-D0A0-4B82-B388-3275F749D212}">
      <dgm:prSet/>
      <dgm:spPr/>
      <dgm:t>
        <a:bodyPr/>
        <a:lstStyle/>
        <a:p>
          <a:endParaRPr lang="uk-UA"/>
        </a:p>
      </dgm:t>
    </dgm:pt>
    <dgm:pt modelId="{371A83F4-A4B8-4215-B046-EBBF6E81E8F6}" type="pres">
      <dgm:prSet presAssocID="{AFFB6CF0-A8BF-468D-80D7-418D69C645D0}" presName="linear" presStyleCnt="0">
        <dgm:presLayoutVars>
          <dgm:animLvl val="lvl"/>
          <dgm:resizeHandles val="exact"/>
        </dgm:presLayoutVars>
      </dgm:prSet>
      <dgm:spPr/>
    </dgm:pt>
    <dgm:pt modelId="{806633F5-187F-4A9D-B28E-F9B23EDC0724}" type="pres">
      <dgm:prSet presAssocID="{24C43878-C87A-4BC5-AFB5-2E9A4630D3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601F7F-F2FA-4271-A300-77F8CA60362E}" type="pres">
      <dgm:prSet presAssocID="{D7AFD0F1-02EB-42D0-A28B-9327779A8807}" presName="spacer" presStyleCnt="0"/>
      <dgm:spPr/>
    </dgm:pt>
    <dgm:pt modelId="{AC0A7DDB-1693-4861-923C-D1433040F3C5}" type="pres">
      <dgm:prSet presAssocID="{46C3CC0C-BBB7-4E10-870B-D5A9A4F35EA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ADE258C-E1EC-495C-A88D-A660AA142524}" type="pres">
      <dgm:prSet presAssocID="{DA4A6F05-DB1D-4C4D-9FC4-8744AF3AEB96}" presName="spacer" presStyleCnt="0"/>
      <dgm:spPr/>
    </dgm:pt>
    <dgm:pt modelId="{DE95F38D-547D-4706-B53A-4ABAEAFDC068}" type="pres">
      <dgm:prSet presAssocID="{FAC52D80-84F8-4D19-85F2-2BAC6EFCDE4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986CDE-B02D-435D-8F87-34F55BE8949D}" type="pres">
      <dgm:prSet presAssocID="{039CC893-78C0-47AD-BF60-A30109D36685}" presName="spacer" presStyleCnt="0"/>
      <dgm:spPr/>
    </dgm:pt>
    <dgm:pt modelId="{F4052505-1284-45F3-AC60-05F9D0685BAD}" type="pres">
      <dgm:prSet presAssocID="{574F88B3-3F12-461B-B5C4-0136538452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86FD0A-906E-4496-A1C5-F3784EF49F6C}" srcId="{AFFB6CF0-A8BF-468D-80D7-418D69C645D0}" destId="{24C43878-C87A-4BC5-AFB5-2E9A4630D3FF}" srcOrd="0" destOrd="0" parTransId="{D25791F2-8667-4AE4-B283-86EB44B768C1}" sibTransId="{D7AFD0F1-02EB-42D0-A28B-9327779A8807}"/>
    <dgm:cxn modelId="{D4A6DE24-39FA-42F9-9761-A22B412893A4}" srcId="{AFFB6CF0-A8BF-468D-80D7-418D69C645D0}" destId="{FAC52D80-84F8-4D19-85F2-2BAC6EFCDE43}" srcOrd="2" destOrd="0" parTransId="{BE964ADB-F908-499D-9413-756B1F6BE544}" sibTransId="{039CC893-78C0-47AD-BF60-A30109D36685}"/>
    <dgm:cxn modelId="{233D323D-10FC-493C-8BE8-D559CC57BBFD}" srcId="{AFFB6CF0-A8BF-468D-80D7-418D69C645D0}" destId="{46C3CC0C-BBB7-4E10-870B-D5A9A4F35EA8}" srcOrd="1" destOrd="0" parTransId="{23FB8AC4-71A6-4C59-83C9-8EB1621AA813}" sibTransId="{DA4A6F05-DB1D-4C4D-9FC4-8744AF3AEB96}"/>
    <dgm:cxn modelId="{0069DE64-78E5-4B8E-97D3-6AC760DA6792}" type="presOf" srcId="{24C43878-C87A-4BC5-AFB5-2E9A4630D3FF}" destId="{806633F5-187F-4A9D-B28E-F9B23EDC0724}" srcOrd="0" destOrd="0" presId="urn:microsoft.com/office/officeart/2005/8/layout/vList2"/>
    <dgm:cxn modelId="{961E147D-2CC2-434A-A7C8-4B472DA6B2B7}" type="presOf" srcId="{574F88B3-3F12-461B-B5C4-013653845279}" destId="{F4052505-1284-45F3-AC60-05F9D0685BAD}" srcOrd="0" destOrd="0" presId="urn:microsoft.com/office/officeart/2005/8/layout/vList2"/>
    <dgm:cxn modelId="{9447BE9B-69EE-464D-8002-634C6DA2D89D}" type="presOf" srcId="{AFFB6CF0-A8BF-468D-80D7-418D69C645D0}" destId="{371A83F4-A4B8-4215-B046-EBBF6E81E8F6}" srcOrd="0" destOrd="0" presId="urn:microsoft.com/office/officeart/2005/8/layout/vList2"/>
    <dgm:cxn modelId="{DDE5D6A7-6CDE-441F-9286-00EEB823F75A}" type="presOf" srcId="{FAC52D80-84F8-4D19-85F2-2BAC6EFCDE43}" destId="{DE95F38D-547D-4706-B53A-4ABAEAFDC068}" srcOrd="0" destOrd="0" presId="urn:microsoft.com/office/officeart/2005/8/layout/vList2"/>
    <dgm:cxn modelId="{D2DA5BAD-3B60-4718-8EFA-F6BE19220625}" type="presOf" srcId="{46C3CC0C-BBB7-4E10-870B-D5A9A4F35EA8}" destId="{AC0A7DDB-1693-4861-923C-D1433040F3C5}" srcOrd="0" destOrd="0" presId="urn:microsoft.com/office/officeart/2005/8/layout/vList2"/>
    <dgm:cxn modelId="{18A36BE8-D0A0-4B82-B388-3275F749D212}" srcId="{AFFB6CF0-A8BF-468D-80D7-418D69C645D0}" destId="{574F88B3-3F12-461B-B5C4-013653845279}" srcOrd="3" destOrd="0" parTransId="{5D6CE2DB-A5EB-4438-A90D-9D16C7BF8D90}" sibTransId="{4F9EDF78-03FA-4758-9BCC-1558F4CDDE18}"/>
    <dgm:cxn modelId="{EB4F3864-4B20-4DC2-8C24-C84852633DD3}" type="presParOf" srcId="{371A83F4-A4B8-4215-B046-EBBF6E81E8F6}" destId="{806633F5-187F-4A9D-B28E-F9B23EDC0724}" srcOrd="0" destOrd="0" presId="urn:microsoft.com/office/officeart/2005/8/layout/vList2"/>
    <dgm:cxn modelId="{7ADB4229-9B23-4073-9D86-07FD8BF638E6}" type="presParOf" srcId="{371A83F4-A4B8-4215-B046-EBBF6E81E8F6}" destId="{B4601F7F-F2FA-4271-A300-77F8CA60362E}" srcOrd="1" destOrd="0" presId="urn:microsoft.com/office/officeart/2005/8/layout/vList2"/>
    <dgm:cxn modelId="{2BE3E2F2-7A83-4ECF-8CA0-B38E2C8272F3}" type="presParOf" srcId="{371A83F4-A4B8-4215-B046-EBBF6E81E8F6}" destId="{AC0A7DDB-1693-4861-923C-D1433040F3C5}" srcOrd="2" destOrd="0" presId="urn:microsoft.com/office/officeart/2005/8/layout/vList2"/>
    <dgm:cxn modelId="{B28F61EA-44BC-4353-8069-B998901C0718}" type="presParOf" srcId="{371A83F4-A4B8-4215-B046-EBBF6E81E8F6}" destId="{5ADE258C-E1EC-495C-A88D-A660AA142524}" srcOrd="3" destOrd="0" presId="urn:microsoft.com/office/officeart/2005/8/layout/vList2"/>
    <dgm:cxn modelId="{19B0670C-22F8-4E98-8400-6D82EC7A114A}" type="presParOf" srcId="{371A83F4-A4B8-4215-B046-EBBF6E81E8F6}" destId="{DE95F38D-547D-4706-B53A-4ABAEAFDC068}" srcOrd="4" destOrd="0" presId="urn:microsoft.com/office/officeart/2005/8/layout/vList2"/>
    <dgm:cxn modelId="{EE5CA741-254B-4A20-9ADB-13AA8D3E1016}" type="presParOf" srcId="{371A83F4-A4B8-4215-B046-EBBF6E81E8F6}" destId="{36986CDE-B02D-435D-8F87-34F55BE8949D}" srcOrd="5" destOrd="0" presId="urn:microsoft.com/office/officeart/2005/8/layout/vList2"/>
    <dgm:cxn modelId="{49E55D8E-4896-4876-B8C3-045DEA8DDF26}" type="presParOf" srcId="{371A83F4-A4B8-4215-B046-EBBF6E81E8F6}" destId="{F4052505-1284-45F3-AC60-05F9D0685B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0D61AD-C0F6-4B83-BBC7-D0E1C5E98C3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72358A0-7EAD-4D6A-96EA-F1E0F41A1BD8}">
      <dgm:prSet/>
      <dgm:spPr/>
      <dgm:t>
        <a:bodyPr/>
        <a:lstStyle/>
        <a:p>
          <a:r>
            <a:rPr lang="uk-UA" b="0" i="0" dirty="0"/>
            <a:t>Ліквідація </a:t>
          </a:r>
          <a:r>
            <a:rPr lang="uk-UA" b="0" i="0" dirty="0" err="1"/>
            <a:t>полково</a:t>
          </a:r>
          <a:r>
            <a:rPr lang="uk-UA" b="0" i="0" dirty="0"/>
            <a:t>-сотенного устрою Слобідської України, утворення </a:t>
          </a:r>
          <a:r>
            <a:rPr lang="uk-UA" b="0" i="0" dirty="0" err="1"/>
            <a:t>Слобідсько</a:t>
          </a:r>
          <a:r>
            <a:rPr lang="uk-UA" b="0" i="0" dirty="0"/>
            <a:t>-Української губернії.</a:t>
          </a:r>
          <a:endParaRPr lang="uk-UA" dirty="0"/>
        </a:p>
      </dgm:t>
    </dgm:pt>
    <dgm:pt modelId="{C88DEFF0-3ECB-4D67-90CE-23E81A42EE0D}" type="parTrans" cxnId="{9D19746E-A307-4187-9311-CC81BA5E71EC}">
      <dgm:prSet/>
      <dgm:spPr/>
      <dgm:t>
        <a:bodyPr/>
        <a:lstStyle/>
        <a:p>
          <a:endParaRPr lang="uk-UA"/>
        </a:p>
      </dgm:t>
    </dgm:pt>
    <dgm:pt modelId="{1CDE894F-43E4-4107-9629-A970FC0B7ABB}" type="sibTrans" cxnId="{9D19746E-A307-4187-9311-CC81BA5E71EC}">
      <dgm:prSet/>
      <dgm:spPr/>
      <dgm:t>
        <a:bodyPr/>
        <a:lstStyle/>
        <a:p>
          <a:endParaRPr lang="uk-UA"/>
        </a:p>
      </dgm:t>
    </dgm:pt>
    <dgm:pt modelId="{20EC6E6B-AE3D-4BAE-87E2-5F0036B8E181}">
      <dgm:prSet/>
      <dgm:spPr/>
      <dgm:t>
        <a:bodyPr/>
        <a:lstStyle/>
        <a:p>
          <a:r>
            <a:rPr lang="uk-UA" b="0" i="0" dirty="0"/>
            <a:t>Скасування імператрицею Катериною </a:t>
          </a:r>
          <a:r>
            <a:rPr lang="en-US" b="0" i="0" dirty="0"/>
            <a:t>II </a:t>
          </a:r>
          <a:r>
            <a:rPr lang="uk-UA" b="0" i="0" dirty="0"/>
            <a:t>гетьманства, запровадження Малоросійської колегії.</a:t>
          </a:r>
          <a:endParaRPr lang="uk-UA" dirty="0"/>
        </a:p>
      </dgm:t>
    </dgm:pt>
    <dgm:pt modelId="{89A64D3C-F7E7-42E9-A1DC-F06F110DCF95}" type="parTrans" cxnId="{02E160D5-0530-4523-B237-3FFF0FEC4704}">
      <dgm:prSet/>
      <dgm:spPr/>
      <dgm:t>
        <a:bodyPr/>
        <a:lstStyle/>
        <a:p>
          <a:endParaRPr lang="uk-UA"/>
        </a:p>
      </dgm:t>
    </dgm:pt>
    <dgm:pt modelId="{5CA3F653-DC60-4638-ABC7-79CD665060AE}" type="sibTrans" cxnId="{02E160D5-0530-4523-B237-3FFF0FEC4704}">
      <dgm:prSet/>
      <dgm:spPr/>
      <dgm:t>
        <a:bodyPr/>
        <a:lstStyle/>
        <a:p>
          <a:endParaRPr lang="uk-UA"/>
        </a:p>
      </dgm:t>
    </dgm:pt>
    <dgm:pt modelId="{5A44FBF9-B4E8-4F57-9FC4-971CC33C8A90}" type="pres">
      <dgm:prSet presAssocID="{E90D61AD-C0F6-4B83-BBC7-D0E1C5E98C32}" presName="vert0" presStyleCnt="0">
        <dgm:presLayoutVars>
          <dgm:dir/>
          <dgm:animOne val="branch"/>
          <dgm:animLvl val="lvl"/>
        </dgm:presLayoutVars>
      </dgm:prSet>
      <dgm:spPr/>
    </dgm:pt>
    <dgm:pt modelId="{20EA4373-F300-4681-8856-BEA5270DB5E1}" type="pres">
      <dgm:prSet presAssocID="{072358A0-7EAD-4D6A-96EA-F1E0F41A1BD8}" presName="thickLine" presStyleLbl="alignNode1" presStyleIdx="0" presStyleCnt="2"/>
      <dgm:spPr/>
    </dgm:pt>
    <dgm:pt modelId="{D06EFDD8-D4F7-4207-9AA1-B103C0A3582C}" type="pres">
      <dgm:prSet presAssocID="{072358A0-7EAD-4D6A-96EA-F1E0F41A1BD8}" presName="horz1" presStyleCnt="0"/>
      <dgm:spPr/>
    </dgm:pt>
    <dgm:pt modelId="{B32041AA-6EC9-4053-B4A4-D8B321B70F54}" type="pres">
      <dgm:prSet presAssocID="{072358A0-7EAD-4D6A-96EA-F1E0F41A1BD8}" presName="tx1" presStyleLbl="revTx" presStyleIdx="0" presStyleCnt="2"/>
      <dgm:spPr/>
    </dgm:pt>
    <dgm:pt modelId="{681E8EEC-2842-4576-9F5D-400FDB73A10C}" type="pres">
      <dgm:prSet presAssocID="{072358A0-7EAD-4D6A-96EA-F1E0F41A1BD8}" presName="vert1" presStyleCnt="0"/>
      <dgm:spPr/>
    </dgm:pt>
    <dgm:pt modelId="{9F684083-52EF-44B5-9B5F-57B341B4C138}" type="pres">
      <dgm:prSet presAssocID="{20EC6E6B-AE3D-4BAE-87E2-5F0036B8E181}" presName="thickLine" presStyleLbl="alignNode1" presStyleIdx="1" presStyleCnt="2"/>
      <dgm:spPr/>
    </dgm:pt>
    <dgm:pt modelId="{155E7DA5-E104-4720-B7C1-CD345B07B128}" type="pres">
      <dgm:prSet presAssocID="{20EC6E6B-AE3D-4BAE-87E2-5F0036B8E181}" presName="horz1" presStyleCnt="0"/>
      <dgm:spPr/>
    </dgm:pt>
    <dgm:pt modelId="{C68F3CF5-412F-4078-ACF8-B9E2DC23E071}" type="pres">
      <dgm:prSet presAssocID="{20EC6E6B-AE3D-4BAE-87E2-5F0036B8E181}" presName="tx1" presStyleLbl="revTx" presStyleIdx="1" presStyleCnt="2"/>
      <dgm:spPr/>
    </dgm:pt>
    <dgm:pt modelId="{3B7189C6-93F2-4567-8302-51D200426EC0}" type="pres">
      <dgm:prSet presAssocID="{20EC6E6B-AE3D-4BAE-87E2-5F0036B8E181}" presName="vert1" presStyleCnt="0"/>
      <dgm:spPr/>
    </dgm:pt>
  </dgm:ptLst>
  <dgm:cxnLst>
    <dgm:cxn modelId="{A5887727-3F59-4392-A41F-428B5EF8D081}" type="presOf" srcId="{E90D61AD-C0F6-4B83-BBC7-D0E1C5E98C32}" destId="{5A44FBF9-B4E8-4F57-9FC4-971CC33C8A90}" srcOrd="0" destOrd="0" presId="urn:microsoft.com/office/officeart/2008/layout/LinedList"/>
    <dgm:cxn modelId="{4CD9DF28-6879-4F4E-9FF3-954FAF6B921C}" type="presOf" srcId="{072358A0-7EAD-4D6A-96EA-F1E0F41A1BD8}" destId="{B32041AA-6EC9-4053-B4A4-D8B321B70F54}" srcOrd="0" destOrd="0" presId="urn:microsoft.com/office/officeart/2008/layout/LinedList"/>
    <dgm:cxn modelId="{9D19746E-A307-4187-9311-CC81BA5E71EC}" srcId="{E90D61AD-C0F6-4B83-BBC7-D0E1C5E98C32}" destId="{072358A0-7EAD-4D6A-96EA-F1E0F41A1BD8}" srcOrd="0" destOrd="0" parTransId="{C88DEFF0-3ECB-4D67-90CE-23E81A42EE0D}" sibTransId="{1CDE894F-43E4-4107-9629-A970FC0B7ABB}"/>
    <dgm:cxn modelId="{6488BD57-2B6E-473F-9E35-C0BC7EF7FC46}" type="presOf" srcId="{20EC6E6B-AE3D-4BAE-87E2-5F0036B8E181}" destId="{C68F3CF5-412F-4078-ACF8-B9E2DC23E071}" srcOrd="0" destOrd="0" presId="urn:microsoft.com/office/officeart/2008/layout/LinedList"/>
    <dgm:cxn modelId="{02E160D5-0530-4523-B237-3FFF0FEC4704}" srcId="{E90D61AD-C0F6-4B83-BBC7-D0E1C5E98C32}" destId="{20EC6E6B-AE3D-4BAE-87E2-5F0036B8E181}" srcOrd="1" destOrd="0" parTransId="{89A64D3C-F7E7-42E9-A1DC-F06F110DCF95}" sibTransId="{5CA3F653-DC60-4638-ABC7-79CD665060AE}"/>
    <dgm:cxn modelId="{9723A0E8-4787-4117-A955-BE351C2BB0B8}" type="presParOf" srcId="{5A44FBF9-B4E8-4F57-9FC4-971CC33C8A90}" destId="{20EA4373-F300-4681-8856-BEA5270DB5E1}" srcOrd="0" destOrd="0" presId="urn:microsoft.com/office/officeart/2008/layout/LinedList"/>
    <dgm:cxn modelId="{71F8C300-A8FA-4109-8631-45AA6BC85C8B}" type="presParOf" srcId="{5A44FBF9-B4E8-4F57-9FC4-971CC33C8A90}" destId="{D06EFDD8-D4F7-4207-9AA1-B103C0A3582C}" srcOrd="1" destOrd="0" presId="urn:microsoft.com/office/officeart/2008/layout/LinedList"/>
    <dgm:cxn modelId="{75F69914-5223-4D0A-A02B-1CEB194B310F}" type="presParOf" srcId="{D06EFDD8-D4F7-4207-9AA1-B103C0A3582C}" destId="{B32041AA-6EC9-4053-B4A4-D8B321B70F54}" srcOrd="0" destOrd="0" presId="urn:microsoft.com/office/officeart/2008/layout/LinedList"/>
    <dgm:cxn modelId="{C3FE751C-EA1A-4613-ACDD-9FE29A5A6002}" type="presParOf" srcId="{D06EFDD8-D4F7-4207-9AA1-B103C0A3582C}" destId="{681E8EEC-2842-4576-9F5D-400FDB73A10C}" srcOrd="1" destOrd="0" presId="urn:microsoft.com/office/officeart/2008/layout/LinedList"/>
    <dgm:cxn modelId="{8870FDBE-38FA-4EC0-84A0-4196F2F21CFF}" type="presParOf" srcId="{5A44FBF9-B4E8-4F57-9FC4-971CC33C8A90}" destId="{9F684083-52EF-44B5-9B5F-57B341B4C138}" srcOrd="2" destOrd="0" presId="urn:microsoft.com/office/officeart/2008/layout/LinedList"/>
    <dgm:cxn modelId="{CADD6CF7-6429-47AF-B3EE-287A4993F7A4}" type="presParOf" srcId="{5A44FBF9-B4E8-4F57-9FC4-971CC33C8A90}" destId="{155E7DA5-E104-4720-B7C1-CD345B07B128}" srcOrd="3" destOrd="0" presId="urn:microsoft.com/office/officeart/2008/layout/LinedList"/>
    <dgm:cxn modelId="{D05A2D5A-2F84-4A4E-8176-CBBC80F48EB1}" type="presParOf" srcId="{155E7DA5-E104-4720-B7C1-CD345B07B128}" destId="{C68F3CF5-412F-4078-ACF8-B9E2DC23E071}" srcOrd="0" destOrd="0" presId="urn:microsoft.com/office/officeart/2008/layout/LinedList"/>
    <dgm:cxn modelId="{7D5ADEC4-5707-4133-9911-2283D8D79379}" type="presParOf" srcId="{155E7DA5-E104-4720-B7C1-CD345B07B128}" destId="{3B7189C6-93F2-4567-8302-51D200426E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3E69BA-FA9E-4DF0-93F8-3451454F185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B80C04-2EAB-49FD-9673-0546DFED2253}">
      <dgm:prSet/>
      <dgm:spPr/>
      <dgm:t>
        <a:bodyPr/>
        <a:lstStyle/>
        <a:p>
          <a:r>
            <a:rPr lang="uk-UA" dirty="0"/>
            <a:t>Ліквідація </a:t>
          </a:r>
          <a:r>
            <a:rPr lang="uk-UA" dirty="0" err="1"/>
            <a:t>полково</a:t>
          </a:r>
          <a:r>
            <a:rPr lang="uk-UA" dirty="0"/>
            <a:t>-сотенного устрою Лівобережної України, утворення Київського, Чернігівського та Новгород-Сіверського </a:t>
          </a:r>
          <a:r>
            <a:rPr lang="uk-UA" dirty="0" err="1"/>
            <a:t>намісництв</a:t>
          </a:r>
          <a:r>
            <a:rPr lang="uk-UA" dirty="0"/>
            <a:t>.</a:t>
          </a:r>
        </a:p>
      </dgm:t>
    </dgm:pt>
    <dgm:pt modelId="{39F5EF3B-6A38-4C01-9661-2682D5F05E62}" type="parTrans" cxnId="{6097F6B2-9562-4547-B656-1855FCD0BC22}">
      <dgm:prSet/>
      <dgm:spPr/>
      <dgm:t>
        <a:bodyPr/>
        <a:lstStyle/>
        <a:p>
          <a:endParaRPr lang="uk-UA"/>
        </a:p>
      </dgm:t>
    </dgm:pt>
    <dgm:pt modelId="{6BCF1EF0-BECB-4EAB-85A4-CE49F26F61C9}" type="sibTrans" cxnId="{6097F6B2-9562-4547-B656-1855FCD0BC22}">
      <dgm:prSet/>
      <dgm:spPr/>
      <dgm:t>
        <a:bodyPr/>
        <a:lstStyle/>
        <a:p>
          <a:endParaRPr lang="uk-UA"/>
        </a:p>
      </dgm:t>
    </dgm:pt>
    <dgm:pt modelId="{6D4BEBBC-8277-4569-B798-8308578C0DE2}">
      <dgm:prSet/>
      <dgm:spPr/>
      <dgm:t>
        <a:bodyPr/>
        <a:lstStyle/>
        <a:p>
          <a:r>
            <a:rPr lang="uk-UA" dirty="0"/>
            <a:t>Зруйнування Запорозької (Нової) Січі.</a:t>
          </a:r>
        </a:p>
      </dgm:t>
    </dgm:pt>
    <dgm:pt modelId="{77C9AB77-D92C-452F-9B8B-B33A0DE3A9A7}" type="parTrans" cxnId="{C4971CF6-5E8C-4C75-AFF6-5953C66DC5AA}">
      <dgm:prSet/>
      <dgm:spPr/>
      <dgm:t>
        <a:bodyPr/>
        <a:lstStyle/>
        <a:p>
          <a:endParaRPr lang="uk-UA"/>
        </a:p>
      </dgm:t>
    </dgm:pt>
    <dgm:pt modelId="{57E22A52-C438-4BCE-95AA-5E3E7B69D1C4}" type="sibTrans" cxnId="{C4971CF6-5E8C-4C75-AFF6-5953C66DC5AA}">
      <dgm:prSet/>
      <dgm:spPr/>
      <dgm:t>
        <a:bodyPr/>
        <a:lstStyle/>
        <a:p>
          <a:endParaRPr lang="uk-UA"/>
        </a:p>
      </dgm:t>
    </dgm:pt>
    <dgm:pt modelId="{A70A2E01-6405-4453-BCB9-C4D0B4F46071}" type="pres">
      <dgm:prSet presAssocID="{083E69BA-FA9E-4DF0-93F8-3451454F1859}" presName="vert0" presStyleCnt="0">
        <dgm:presLayoutVars>
          <dgm:dir/>
          <dgm:animOne val="branch"/>
          <dgm:animLvl val="lvl"/>
        </dgm:presLayoutVars>
      </dgm:prSet>
      <dgm:spPr/>
    </dgm:pt>
    <dgm:pt modelId="{790B4AFC-474D-4FEE-A837-6436DBEDC0C2}" type="pres">
      <dgm:prSet presAssocID="{B1B80C04-2EAB-49FD-9673-0546DFED2253}" presName="thickLine" presStyleLbl="alignNode1" presStyleIdx="0" presStyleCnt="2"/>
      <dgm:spPr/>
    </dgm:pt>
    <dgm:pt modelId="{CF362698-8B91-4670-BB41-4291124655FF}" type="pres">
      <dgm:prSet presAssocID="{B1B80C04-2EAB-49FD-9673-0546DFED2253}" presName="horz1" presStyleCnt="0"/>
      <dgm:spPr/>
    </dgm:pt>
    <dgm:pt modelId="{09DFED87-50BB-4156-8F57-CBE7472E2A07}" type="pres">
      <dgm:prSet presAssocID="{B1B80C04-2EAB-49FD-9673-0546DFED2253}" presName="tx1" presStyleLbl="revTx" presStyleIdx="0" presStyleCnt="2"/>
      <dgm:spPr/>
    </dgm:pt>
    <dgm:pt modelId="{6E102FF0-9AD6-4568-8CF5-9DA3D0EA7923}" type="pres">
      <dgm:prSet presAssocID="{B1B80C04-2EAB-49FD-9673-0546DFED2253}" presName="vert1" presStyleCnt="0"/>
      <dgm:spPr/>
    </dgm:pt>
    <dgm:pt modelId="{EBB582C2-3DA0-46E4-A2FC-79B130D435B1}" type="pres">
      <dgm:prSet presAssocID="{6D4BEBBC-8277-4569-B798-8308578C0DE2}" presName="thickLine" presStyleLbl="alignNode1" presStyleIdx="1" presStyleCnt="2"/>
      <dgm:spPr/>
    </dgm:pt>
    <dgm:pt modelId="{4E6F6DA1-972F-4D13-B4DE-E62BA21ADB42}" type="pres">
      <dgm:prSet presAssocID="{6D4BEBBC-8277-4569-B798-8308578C0DE2}" presName="horz1" presStyleCnt="0"/>
      <dgm:spPr/>
    </dgm:pt>
    <dgm:pt modelId="{793BAE5D-F4E3-4565-B5A7-C426D6079600}" type="pres">
      <dgm:prSet presAssocID="{6D4BEBBC-8277-4569-B798-8308578C0DE2}" presName="tx1" presStyleLbl="revTx" presStyleIdx="1" presStyleCnt="2"/>
      <dgm:spPr/>
    </dgm:pt>
    <dgm:pt modelId="{D8B87EB1-780B-4CC9-88BB-EE15EB046AAC}" type="pres">
      <dgm:prSet presAssocID="{6D4BEBBC-8277-4569-B798-8308578C0DE2}" presName="vert1" presStyleCnt="0"/>
      <dgm:spPr/>
    </dgm:pt>
  </dgm:ptLst>
  <dgm:cxnLst>
    <dgm:cxn modelId="{3CACC827-E546-4C0D-8EB0-ACBAEC06C552}" type="presOf" srcId="{6D4BEBBC-8277-4569-B798-8308578C0DE2}" destId="{793BAE5D-F4E3-4565-B5A7-C426D6079600}" srcOrd="0" destOrd="0" presId="urn:microsoft.com/office/officeart/2008/layout/LinedList"/>
    <dgm:cxn modelId="{E36A6863-0E58-486F-A4C5-6111F826DA6E}" type="presOf" srcId="{B1B80C04-2EAB-49FD-9673-0546DFED2253}" destId="{09DFED87-50BB-4156-8F57-CBE7472E2A07}" srcOrd="0" destOrd="0" presId="urn:microsoft.com/office/officeart/2008/layout/LinedList"/>
    <dgm:cxn modelId="{DF22F546-03DE-40A6-A2D9-8057BC7873A5}" type="presOf" srcId="{083E69BA-FA9E-4DF0-93F8-3451454F1859}" destId="{A70A2E01-6405-4453-BCB9-C4D0B4F46071}" srcOrd="0" destOrd="0" presId="urn:microsoft.com/office/officeart/2008/layout/LinedList"/>
    <dgm:cxn modelId="{6097F6B2-9562-4547-B656-1855FCD0BC22}" srcId="{083E69BA-FA9E-4DF0-93F8-3451454F1859}" destId="{B1B80C04-2EAB-49FD-9673-0546DFED2253}" srcOrd="0" destOrd="0" parTransId="{39F5EF3B-6A38-4C01-9661-2682D5F05E62}" sibTransId="{6BCF1EF0-BECB-4EAB-85A4-CE49F26F61C9}"/>
    <dgm:cxn modelId="{C4971CF6-5E8C-4C75-AFF6-5953C66DC5AA}" srcId="{083E69BA-FA9E-4DF0-93F8-3451454F1859}" destId="{6D4BEBBC-8277-4569-B798-8308578C0DE2}" srcOrd="1" destOrd="0" parTransId="{77C9AB77-D92C-452F-9B8B-B33A0DE3A9A7}" sibTransId="{57E22A52-C438-4BCE-95AA-5E3E7B69D1C4}"/>
    <dgm:cxn modelId="{FB73EBDF-D47F-4899-9024-16CDFE1383B7}" type="presParOf" srcId="{A70A2E01-6405-4453-BCB9-C4D0B4F46071}" destId="{790B4AFC-474D-4FEE-A837-6436DBEDC0C2}" srcOrd="0" destOrd="0" presId="urn:microsoft.com/office/officeart/2008/layout/LinedList"/>
    <dgm:cxn modelId="{018B566A-25B7-4951-A81E-E586EF6596D5}" type="presParOf" srcId="{A70A2E01-6405-4453-BCB9-C4D0B4F46071}" destId="{CF362698-8B91-4670-BB41-4291124655FF}" srcOrd="1" destOrd="0" presId="urn:microsoft.com/office/officeart/2008/layout/LinedList"/>
    <dgm:cxn modelId="{A83F95E8-0889-4D4A-8CAD-986AB544D9E5}" type="presParOf" srcId="{CF362698-8B91-4670-BB41-4291124655FF}" destId="{09DFED87-50BB-4156-8F57-CBE7472E2A07}" srcOrd="0" destOrd="0" presId="urn:microsoft.com/office/officeart/2008/layout/LinedList"/>
    <dgm:cxn modelId="{5A46A2C0-1818-41AE-84FC-6776E1D4E5DF}" type="presParOf" srcId="{CF362698-8B91-4670-BB41-4291124655FF}" destId="{6E102FF0-9AD6-4568-8CF5-9DA3D0EA7923}" srcOrd="1" destOrd="0" presId="urn:microsoft.com/office/officeart/2008/layout/LinedList"/>
    <dgm:cxn modelId="{11AE0648-3958-4CB6-AD79-E62624F3C143}" type="presParOf" srcId="{A70A2E01-6405-4453-BCB9-C4D0B4F46071}" destId="{EBB582C2-3DA0-46E4-A2FC-79B130D435B1}" srcOrd="2" destOrd="0" presId="urn:microsoft.com/office/officeart/2008/layout/LinedList"/>
    <dgm:cxn modelId="{41240E1B-55D6-4E7A-9218-9FF0345EE6DB}" type="presParOf" srcId="{A70A2E01-6405-4453-BCB9-C4D0B4F46071}" destId="{4E6F6DA1-972F-4D13-B4DE-E62BA21ADB42}" srcOrd="3" destOrd="0" presId="urn:microsoft.com/office/officeart/2008/layout/LinedList"/>
    <dgm:cxn modelId="{2EA97769-F482-4DCB-82E4-EC7E05096985}" type="presParOf" srcId="{4E6F6DA1-972F-4D13-B4DE-E62BA21ADB42}" destId="{793BAE5D-F4E3-4565-B5A7-C426D6079600}" srcOrd="0" destOrd="0" presId="urn:microsoft.com/office/officeart/2008/layout/LinedList"/>
    <dgm:cxn modelId="{DAE04CD0-61B1-4084-A504-DB8DC369A540}" type="presParOf" srcId="{4E6F6DA1-972F-4D13-B4DE-E62BA21ADB42}" destId="{D8B87EB1-780B-4CC9-88BB-EE15EB046AA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BC7870-7937-426E-955C-05CCBC4D31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2E86B6A3-5C79-4A57-B9CB-0EB8B638DB11}">
      <dgm:prSet/>
      <dgm:spPr/>
      <dgm:t>
        <a:bodyPr/>
        <a:lstStyle/>
        <a:p>
          <a:r>
            <a:rPr lang="ru-RU" b="0" i="0" dirty="0" err="1"/>
            <a:t>ліквідація</a:t>
          </a:r>
          <a:r>
            <a:rPr lang="ru-RU" b="0" i="0" dirty="0"/>
            <a:t> </a:t>
          </a:r>
          <a:r>
            <a:rPr lang="ru-RU" b="0" i="0" dirty="0" err="1"/>
            <a:t>полково</a:t>
          </a:r>
          <a:r>
            <a:rPr lang="ru-RU" b="0" i="0" dirty="0"/>
            <a:t>-сотенного устрою </a:t>
          </a:r>
          <a:r>
            <a:rPr lang="ru-RU" b="0" i="0" dirty="0" err="1"/>
            <a:t>Слобідської</a:t>
          </a:r>
          <a:r>
            <a:rPr lang="ru-RU" b="0" i="0" dirty="0"/>
            <a:t> </a:t>
          </a:r>
          <a:r>
            <a:rPr lang="ru-RU" b="0" i="0" dirty="0" err="1"/>
            <a:t>України</a:t>
          </a:r>
          <a:endParaRPr lang="uk-UA" dirty="0"/>
        </a:p>
      </dgm:t>
    </dgm:pt>
    <dgm:pt modelId="{0CF8DE38-9C1E-4D61-BD4F-D13E26BC96D0}" type="parTrans" cxnId="{A1529C67-ABE9-4963-8C81-4CC1E7AF452F}">
      <dgm:prSet/>
      <dgm:spPr/>
      <dgm:t>
        <a:bodyPr/>
        <a:lstStyle/>
        <a:p>
          <a:endParaRPr lang="uk-UA"/>
        </a:p>
      </dgm:t>
    </dgm:pt>
    <dgm:pt modelId="{4A67F191-9DC5-45B9-B34C-ADBC92DE0387}" type="sibTrans" cxnId="{A1529C67-ABE9-4963-8C81-4CC1E7AF452F}">
      <dgm:prSet/>
      <dgm:spPr/>
      <dgm:t>
        <a:bodyPr/>
        <a:lstStyle/>
        <a:p>
          <a:endParaRPr lang="uk-UA"/>
        </a:p>
      </dgm:t>
    </dgm:pt>
    <dgm:pt modelId="{989A060E-ADF7-47F1-98AB-42F8C792A8A6}">
      <dgm:prSet/>
      <dgm:spPr/>
      <dgm:t>
        <a:bodyPr/>
        <a:lstStyle/>
        <a:p>
          <a:r>
            <a:rPr lang="ru-RU" b="0" i="0" dirty="0" err="1"/>
            <a:t>загальна</a:t>
          </a:r>
          <a:r>
            <a:rPr lang="ru-RU" b="0" i="0" dirty="0"/>
            <a:t> </a:t>
          </a:r>
          <a:r>
            <a:rPr lang="ru-RU" b="0" i="0" dirty="0" err="1"/>
            <a:t>ревізія</a:t>
          </a:r>
          <a:r>
            <a:rPr lang="ru-RU" b="0" i="0" dirty="0"/>
            <a:t> </a:t>
          </a:r>
          <a:r>
            <a:rPr lang="ru-RU" b="0" i="0" dirty="0" err="1"/>
            <a:t>населення</a:t>
          </a:r>
          <a:r>
            <a:rPr lang="ru-RU" b="0" i="0" dirty="0"/>
            <a:t>, </a:t>
          </a:r>
          <a:r>
            <a:rPr lang="ru-RU" b="0" i="0" dirty="0" err="1"/>
            <a:t>земельної</a:t>
          </a:r>
          <a:r>
            <a:rPr lang="ru-RU" b="0" i="0" dirty="0"/>
            <a:t> </a:t>
          </a:r>
          <a:r>
            <a:rPr lang="ru-RU" b="0" i="0" dirty="0" err="1"/>
            <a:t>власності</a:t>
          </a:r>
          <a:r>
            <a:rPr lang="ru-RU" b="0" i="0" dirty="0"/>
            <a:t>, </a:t>
          </a:r>
          <a:r>
            <a:rPr lang="ru-RU" b="0" i="0" dirty="0" err="1"/>
            <a:t>худоби</a:t>
          </a:r>
          <a:r>
            <a:rPr lang="ru-RU" b="0" i="0" dirty="0"/>
            <a:t>, </a:t>
          </a:r>
          <a:r>
            <a:rPr lang="ru-RU" b="0" i="0" dirty="0" err="1"/>
            <a:t>іншого</a:t>
          </a:r>
          <a:r>
            <a:rPr lang="ru-RU" b="0" i="0" dirty="0"/>
            <a:t> майна</a:t>
          </a:r>
          <a:endParaRPr lang="uk-UA" dirty="0"/>
        </a:p>
      </dgm:t>
    </dgm:pt>
    <dgm:pt modelId="{B60A529F-15B3-4D7D-82C1-AA313A15A7DE}" type="parTrans" cxnId="{64D6D3C8-5B0F-41D4-84E2-6FF81E790AB7}">
      <dgm:prSet/>
      <dgm:spPr/>
      <dgm:t>
        <a:bodyPr/>
        <a:lstStyle/>
        <a:p>
          <a:endParaRPr lang="uk-UA"/>
        </a:p>
      </dgm:t>
    </dgm:pt>
    <dgm:pt modelId="{12AF3ED5-C3A5-4AFB-8760-0BEE61281CB4}" type="sibTrans" cxnId="{64D6D3C8-5B0F-41D4-84E2-6FF81E790AB7}">
      <dgm:prSet/>
      <dgm:spPr/>
      <dgm:t>
        <a:bodyPr/>
        <a:lstStyle/>
        <a:p>
          <a:endParaRPr lang="uk-UA"/>
        </a:p>
      </dgm:t>
    </dgm:pt>
    <dgm:pt modelId="{600ADC81-3D06-4FBF-9483-ABC21F3D8FD8}">
      <dgm:prSet/>
      <dgm:spPr/>
      <dgm:t>
        <a:bodyPr/>
        <a:lstStyle/>
        <a:p>
          <a:r>
            <a:rPr lang="ru-RU" b="0" i="0" dirty="0" err="1"/>
            <a:t>обмеження</a:t>
          </a:r>
          <a:r>
            <a:rPr lang="ru-RU" b="0" i="0" dirty="0"/>
            <a:t> прав </a:t>
          </a:r>
          <a:r>
            <a:rPr lang="ru-RU" b="0" i="0" dirty="0" err="1"/>
            <a:t>гетьмана</a:t>
          </a:r>
          <a:r>
            <a:rPr lang="ru-RU" b="0" i="0" dirty="0"/>
            <a:t> на </a:t>
          </a:r>
          <a:r>
            <a:rPr lang="ru-RU" b="0" i="0" dirty="0" err="1"/>
            <a:t>призначення</a:t>
          </a:r>
          <a:r>
            <a:rPr lang="ru-RU" b="0" i="0" dirty="0"/>
            <a:t> </a:t>
          </a:r>
          <a:r>
            <a:rPr lang="ru-RU" b="0" i="0" dirty="0" err="1"/>
            <a:t>козацької</a:t>
          </a:r>
          <a:r>
            <a:rPr lang="ru-RU" b="0" i="0" dirty="0"/>
            <a:t> </a:t>
          </a:r>
          <a:r>
            <a:rPr lang="ru-RU" b="0" i="0" dirty="0" err="1"/>
            <a:t>старшини</a:t>
          </a:r>
          <a:endParaRPr lang="uk-UA" dirty="0"/>
        </a:p>
      </dgm:t>
    </dgm:pt>
    <dgm:pt modelId="{6441D3B0-2043-469D-A74C-93D0B271F286}" type="parTrans" cxnId="{1329B75F-C41A-4AA8-88E1-D2953B2317F6}">
      <dgm:prSet/>
      <dgm:spPr/>
      <dgm:t>
        <a:bodyPr/>
        <a:lstStyle/>
        <a:p>
          <a:endParaRPr lang="uk-UA"/>
        </a:p>
      </dgm:t>
    </dgm:pt>
    <dgm:pt modelId="{F8B85220-0549-4918-8502-39A3F6966422}" type="sibTrans" cxnId="{1329B75F-C41A-4AA8-88E1-D2953B2317F6}">
      <dgm:prSet/>
      <dgm:spPr/>
      <dgm:t>
        <a:bodyPr/>
        <a:lstStyle/>
        <a:p>
          <a:endParaRPr lang="uk-UA"/>
        </a:p>
      </dgm:t>
    </dgm:pt>
    <dgm:pt modelId="{ECFFA95B-D182-4F9B-88E5-324CF9E2470F}" type="pres">
      <dgm:prSet presAssocID="{ACBC7870-7937-426E-955C-05CCBC4D31A5}" presName="linear" presStyleCnt="0">
        <dgm:presLayoutVars>
          <dgm:animLvl val="lvl"/>
          <dgm:resizeHandles val="exact"/>
        </dgm:presLayoutVars>
      </dgm:prSet>
      <dgm:spPr/>
    </dgm:pt>
    <dgm:pt modelId="{DDAA2AA4-6FF2-4ACB-A2B1-DFA335946665}" type="pres">
      <dgm:prSet presAssocID="{2E86B6A3-5C79-4A57-B9CB-0EB8B638DB1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6631FDD-95C5-428C-A0C7-4F591EA9D9C6}" type="pres">
      <dgm:prSet presAssocID="{4A67F191-9DC5-45B9-B34C-ADBC92DE0387}" presName="spacer" presStyleCnt="0"/>
      <dgm:spPr/>
    </dgm:pt>
    <dgm:pt modelId="{14A07187-96A8-4B7D-A4B7-ACFEA05ADF81}" type="pres">
      <dgm:prSet presAssocID="{989A060E-ADF7-47F1-98AB-42F8C792A8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0823CD-E5F3-4815-9F64-582B852806F3}" type="pres">
      <dgm:prSet presAssocID="{12AF3ED5-C3A5-4AFB-8760-0BEE61281CB4}" presName="spacer" presStyleCnt="0"/>
      <dgm:spPr/>
    </dgm:pt>
    <dgm:pt modelId="{07423E06-7FF8-41D7-B00E-67484C835B16}" type="pres">
      <dgm:prSet presAssocID="{600ADC81-3D06-4FBF-9483-ABC21F3D8FD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8CF53D-9291-453A-8232-D002C6FB3DFD}" type="presOf" srcId="{600ADC81-3D06-4FBF-9483-ABC21F3D8FD8}" destId="{07423E06-7FF8-41D7-B00E-67484C835B16}" srcOrd="0" destOrd="0" presId="urn:microsoft.com/office/officeart/2005/8/layout/vList2"/>
    <dgm:cxn modelId="{48F2285F-C980-4908-B814-D03D6520587A}" type="presOf" srcId="{989A060E-ADF7-47F1-98AB-42F8C792A8A6}" destId="{14A07187-96A8-4B7D-A4B7-ACFEA05ADF81}" srcOrd="0" destOrd="0" presId="urn:microsoft.com/office/officeart/2005/8/layout/vList2"/>
    <dgm:cxn modelId="{1329B75F-C41A-4AA8-88E1-D2953B2317F6}" srcId="{ACBC7870-7937-426E-955C-05CCBC4D31A5}" destId="{600ADC81-3D06-4FBF-9483-ABC21F3D8FD8}" srcOrd="2" destOrd="0" parTransId="{6441D3B0-2043-469D-A74C-93D0B271F286}" sibTransId="{F8B85220-0549-4918-8502-39A3F6966422}"/>
    <dgm:cxn modelId="{A1529C67-ABE9-4963-8C81-4CC1E7AF452F}" srcId="{ACBC7870-7937-426E-955C-05CCBC4D31A5}" destId="{2E86B6A3-5C79-4A57-B9CB-0EB8B638DB11}" srcOrd="0" destOrd="0" parTransId="{0CF8DE38-9C1E-4D61-BD4F-D13E26BC96D0}" sibTransId="{4A67F191-9DC5-45B9-B34C-ADBC92DE0387}"/>
    <dgm:cxn modelId="{5F657284-0F8C-4382-B98F-54A4CAD379D5}" type="presOf" srcId="{ACBC7870-7937-426E-955C-05CCBC4D31A5}" destId="{ECFFA95B-D182-4F9B-88E5-324CF9E2470F}" srcOrd="0" destOrd="0" presId="urn:microsoft.com/office/officeart/2005/8/layout/vList2"/>
    <dgm:cxn modelId="{D93194B4-B744-4571-A830-724B6D35BB2A}" type="presOf" srcId="{2E86B6A3-5C79-4A57-B9CB-0EB8B638DB11}" destId="{DDAA2AA4-6FF2-4ACB-A2B1-DFA335946665}" srcOrd="0" destOrd="0" presId="urn:microsoft.com/office/officeart/2005/8/layout/vList2"/>
    <dgm:cxn modelId="{64D6D3C8-5B0F-41D4-84E2-6FF81E790AB7}" srcId="{ACBC7870-7937-426E-955C-05CCBC4D31A5}" destId="{989A060E-ADF7-47F1-98AB-42F8C792A8A6}" srcOrd="1" destOrd="0" parTransId="{B60A529F-15B3-4D7D-82C1-AA313A15A7DE}" sibTransId="{12AF3ED5-C3A5-4AFB-8760-0BEE61281CB4}"/>
    <dgm:cxn modelId="{B11989CE-6162-4F10-87BD-16515C69850B}" type="presParOf" srcId="{ECFFA95B-D182-4F9B-88E5-324CF9E2470F}" destId="{DDAA2AA4-6FF2-4ACB-A2B1-DFA335946665}" srcOrd="0" destOrd="0" presId="urn:microsoft.com/office/officeart/2005/8/layout/vList2"/>
    <dgm:cxn modelId="{90F77EB9-2934-43EB-8240-054F42D0AD0B}" type="presParOf" srcId="{ECFFA95B-D182-4F9B-88E5-324CF9E2470F}" destId="{96631FDD-95C5-428C-A0C7-4F591EA9D9C6}" srcOrd="1" destOrd="0" presId="urn:microsoft.com/office/officeart/2005/8/layout/vList2"/>
    <dgm:cxn modelId="{0C095FF6-13E8-4439-BF07-C9EC5645DC0C}" type="presParOf" srcId="{ECFFA95B-D182-4F9B-88E5-324CF9E2470F}" destId="{14A07187-96A8-4B7D-A4B7-ACFEA05ADF81}" srcOrd="2" destOrd="0" presId="urn:microsoft.com/office/officeart/2005/8/layout/vList2"/>
    <dgm:cxn modelId="{AA7AA980-7DEE-4E73-B92C-DD04A0F50DED}" type="presParOf" srcId="{ECFFA95B-D182-4F9B-88E5-324CF9E2470F}" destId="{290823CD-E5F3-4815-9F64-582B852806F3}" srcOrd="3" destOrd="0" presId="urn:microsoft.com/office/officeart/2005/8/layout/vList2"/>
    <dgm:cxn modelId="{72A40445-86DF-44C1-87E3-F4618F13D8CC}" type="presParOf" srcId="{ECFFA95B-D182-4F9B-88E5-324CF9E2470F}" destId="{07423E06-7FF8-41D7-B00E-67484C835B1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5D7110-E595-4DAB-8910-23759054D2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70B2250-765C-4DFE-86D4-C3DC7CAE2D7A}">
      <dgm:prSet/>
      <dgm:spPr/>
      <dgm:t>
        <a:bodyPr/>
        <a:lstStyle/>
        <a:p>
          <a:r>
            <a:rPr lang="uk-UA" b="0" i="0" dirty="0"/>
            <a:t>запровадження </a:t>
          </a:r>
          <a:r>
            <a:rPr lang="uk-UA" b="0" i="0" dirty="0" err="1"/>
            <a:t>намісництв</a:t>
          </a:r>
          <a:r>
            <a:rPr lang="uk-UA" b="0" i="0" dirty="0"/>
            <a:t>, загальноросійських судових установ</a:t>
          </a:r>
          <a:endParaRPr lang="uk-UA" dirty="0"/>
        </a:p>
      </dgm:t>
    </dgm:pt>
    <dgm:pt modelId="{7DAB1562-A06C-49F1-AAD7-814E5F883D7E}" type="parTrans" cxnId="{833BA116-E787-4656-A8FF-57463C7472CA}">
      <dgm:prSet/>
      <dgm:spPr/>
      <dgm:t>
        <a:bodyPr/>
        <a:lstStyle/>
        <a:p>
          <a:endParaRPr lang="uk-UA"/>
        </a:p>
      </dgm:t>
    </dgm:pt>
    <dgm:pt modelId="{CB8BFE9C-AEE4-4581-9873-F82B70AD9834}" type="sibTrans" cxnId="{833BA116-E787-4656-A8FF-57463C7472CA}">
      <dgm:prSet/>
      <dgm:spPr/>
      <dgm:t>
        <a:bodyPr/>
        <a:lstStyle/>
        <a:p>
          <a:endParaRPr lang="uk-UA"/>
        </a:p>
      </dgm:t>
    </dgm:pt>
    <dgm:pt modelId="{7A85EB89-5328-46D8-BCC8-545997FF05BF}">
      <dgm:prSet/>
      <dgm:spPr/>
      <dgm:t>
        <a:bodyPr/>
        <a:lstStyle/>
        <a:p>
          <a:r>
            <a:rPr lang="uk-UA" b="0" i="0" dirty="0"/>
            <a:t>знищення Запорозької (Нової) Січі</a:t>
          </a:r>
          <a:endParaRPr lang="uk-UA" dirty="0"/>
        </a:p>
      </dgm:t>
    </dgm:pt>
    <dgm:pt modelId="{AD5DD562-0A82-4325-AFEC-DEAED10DC783}" type="parTrans" cxnId="{9B7CB1A2-F832-40A7-8001-6220170E72CF}">
      <dgm:prSet/>
      <dgm:spPr/>
      <dgm:t>
        <a:bodyPr/>
        <a:lstStyle/>
        <a:p>
          <a:endParaRPr lang="uk-UA"/>
        </a:p>
      </dgm:t>
    </dgm:pt>
    <dgm:pt modelId="{374F7783-6C35-4797-8B88-82028D2A8EF9}" type="sibTrans" cxnId="{9B7CB1A2-F832-40A7-8001-6220170E72CF}">
      <dgm:prSet/>
      <dgm:spPr/>
      <dgm:t>
        <a:bodyPr/>
        <a:lstStyle/>
        <a:p>
          <a:endParaRPr lang="uk-UA"/>
        </a:p>
      </dgm:t>
    </dgm:pt>
    <dgm:pt modelId="{A4251B0E-E2EB-4C2A-9FC5-D706D9310774}">
      <dgm:prSet/>
      <dgm:spPr/>
      <dgm:t>
        <a:bodyPr/>
        <a:lstStyle/>
        <a:p>
          <a:r>
            <a:rPr lang="uk-UA" b="0" i="0" dirty="0"/>
            <a:t>поширення російської системи управління на Правобережну Україну</a:t>
          </a:r>
          <a:endParaRPr lang="uk-UA" dirty="0"/>
        </a:p>
      </dgm:t>
    </dgm:pt>
    <dgm:pt modelId="{486C73F3-D4D2-4D5D-B573-439088E42FBC}" type="parTrans" cxnId="{3EE85F3D-99D5-4DBE-94E9-33BC88F2797A}">
      <dgm:prSet/>
      <dgm:spPr/>
      <dgm:t>
        <a:bodyPr/>
        <a:lstStyle/>
        <a:p>
          <a:endParaRPr lang="uk-UA"/>
        </a:p>
      </dgm:t>
    </dgm:pt>
    <dgm:pt modelId="{1943D2CF-4C2A-4487-991E-46D9C2686A07}" type="sibTrans" cxnId="{3EE85F3D-99D5-4DBE-94E9-33BC88F2797A}">
      <dgm:prSet/>
      <dgm:spPr/>
      <dgm:t>
        <a:bodyPr/>
        <a:lstStyle/>
        <a:p>
          <a:endParaRPr lang="uk-UA"/>
        </a:p>
      </dgm:t>
    </dgm:pt>
    <dgm:pt modelId="{77DCFC9B-67DB-4C36-B830-00C38A5AF28C}">
      <dgm:prSet/>
      <dgm:spPr/>
      <dgm:t>
        <a:bodyPr/>
        <a:lstStyle/>
        <a:p>
          <a:r>
            <a:rPr lang="uk-UA" b="0" i="0" dirty="0"/>
            <a:t>заміна натуральних повинностей грошовим податком</a:t>
          </a:r>
          <a:endParaRPr lang="uk-UA" dirty="0"/>
        </a:p>
      </dgm:t>
    </dgm:pt>
    <dgm:pt modelId="{11799425-3565-4A92-8BAA-76B7E33C8B33}" type="parTrans" cxnId="{AC5251E2-1885-466A-9486-EF039DDBD87D}">
      <dgm:prSet/>
      <dgm:spPr/>
      <dgm:t>
        <a:bodyPr/>
        <a:lstStyle/>
        <a:p>
          <a:endParaRPr lang="uk-UA"/>
        </a:p>
      </dgm:t>
    </dgm:pt>
    <dgm:pt modelId="{B08C6FD4-8C67-41C2-9CED-6BCC8FF2F912}" type="sibTrans" cxnId="{AC5251E2-1885-466A-9486-EF039DDBD87D}">
      <dgm:prSet/>
      <dgm:spPr/>
      <dgm:t>
        <a:bodyPr/>
        <a:lstStyle/>
        <a:p>
          <a:endParaRPr lang="uk-UA"/>
        </a:p>
      </dgm:t>
    </dgm:pt>
    <dgm:pt modelId="{E9EBDF04-C54D-49AA-9F75-2CC4B3B4BE62}" type="pres">
      <dgm:prSet presAssocID="{8F5D7110-E595-4DAB-8910-23759054D2FB}" presName="linear" presStyleCnt="0">
        <dgm:presLayoutVars>
          <dgm:animLvl val="lvl"/>
          <dgm:resizeHandles val="exact"/>
        </dgm:presLayoutVars>
      </dgm:prSet>
      <dgm:spPr/>
    </dgm:pt>
    <dgm:pt modelId="{534C5AC2-ACC5-47D2-B11B-D0F80487759B}" type="pres">
      <dgm:prSet presAssocID="{170B2250-765C-4DFE-86D4-C3DC7CAE2D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7B3425-A5A0-4913-BBD5-7BD59187244D}" type="pres">
      <dgm:prSet presAssocID="{CB8BFE9C-AEE4-4581-9873-F82B70AD9834}" presName="spacer" presStyleCnt="0"/>
      <dgm:spPr/>
    </dgm:pt>
    <dgm:pt modelId="{10A8A8A7-8871-4FDE-84D0-27A2FF4C8233}" type="pres">
      <dgm:prSet presAssocID="{7A85EB89-5328-46D8-BCC8-545997FF05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5F12E8-4350-4912-BC1A-4D378275CD12}" type="pres">
      <dgm:prSet presAssocID="{374F7783-6C35-4797-8B88-82028D2A8EF9}" presName="spacer" presStyleCnt="0"/>
      <dgm:spPr/>
    </dgm:pt>
    <dgm:pt modelId="{EE189C49-F081-4BD7-8850-2DDC38997362}" type="pres">
      <dgm:prSet presAssocID="{A4251B0E-E2EB-4C2A-9FC5-D706D93107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3EB29A-4A98-40DC-A28F-5F95F77F3A02}" type="pres">
      <dgm:prSet presAssocID="{1943D2CF-4C2A-4487-991E-46D9C2686A07}" presName="spacer" presStyleCnt="0"/>
      <dgm:spPr/>
    </dgm:pt>
    <dgm:pt modelId="{CCE5C92D-EB10-4C2B-9774-0A201A835560}" type="pres">
      <dgm:prSet presAssocID="{77DCFC9B-67DB-4C36-B830-00C38A5AF28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33BA116-E787-4656-A8FF-57463C7472CA}" srcId="{8F5D7110-E595-4DAB-8910-23759054D2FB}" destId="{170B2250-765C-4DFE-86D4-C3DC7CAE2D7A}" srcOrd="0" destOrd="0" parTransId="{7DAB1562-A06C-49F1-AAD7-814E5F883D7E}" sibTransId="{CB8BFE9C-AEE4-4581-9873-F82B70AD9834}"/>
    <dgm:cxn modelId="{3EE85F3D-99D5-4DBE-94E9-33BC88F2797A}" srcId="{8F5D7110-E595-4DAB-8910-23759054D2FB}" destId="{A4251B0E-E2EB-4C2A-9FC5-D706D9310774}" srcOrd="2" destOrd="0" parTransId="{486C73F3-D4D2-4D5D-B573-439088E42FBC}" sibTransId="{1943D2CF-4C2A-4487-991E-46D9C2686A07}"/>
    <dgm:cxn modelId="{B6183748-A923-49FE-914E-6D5D2968A858}" type="presOf" srcId="{77DCFC9B-67DB-4C36-B830-00C38A5AF28C}" destId="{CCE5C92D-EB10-4C2B-9774-0A201A835560}" srcOrd="0" destOrd="0" presId="urn:microsoft.com/office/officeart/2005/8/layout/vList2"/>
    <dgm:cxn modelId="{EBA21E51-4B69-456C-9A74-FC1971F37953}" type="presOf" srcId="{8F5D7110-E595-4DAB-8910-23759054D2FB}" destId="{E9EBDF04-C54D-49AA-9F75-2CC4B3B4BE62}" srcOrd="0" destOrd="0" presId="urn:microsoft.com/office/officeart/2005/8/layout/vList2"/>
    <dgm:cxn modelId="{9B7CB1A2-F832-40A7-8001-6220170E72CF}" srcId="{8F5D7110-E595-4DAB-8910-23759054D2FB}" destId="{7A85EB89-5328-46D8-BCC8-545997FF05BF}" srcOrd="1" destOrd="0" parTransId="{AD5DD562-0A82-4325-AFEC-DEAED10DC783}" sibTransId="{374F7783-6C35-4797-8B88-82028D2A8EF9}"/>
    <dgm:cxn modelId="{6F5E57D3-CA2F-4F4C-B3B3-18E63527CFE2}" type="presOf" srcId="{A4251B0E-E2EB-4C2A-9FC5-D706D9310774}" destId="{EE189C49-F081-4BD7-8850-2DDC38997362}" srcOrd="0" destOrd="0" presId="urn:microsoft.com/office/officeart/2005/8/layout/vList2"/>
    <dgm:cxn modelId="{0702B4DD-964B-4A1A-872F-FDCFFBBD4B1C}" type="presOf" srcId="{7A85EB89-5328-46D8-BCC8-545997FF05BF}" destId="{10A8A8A7-8871-4FDE-84D0-27A2FF4C8233}" srcOrd="0" destOrd="0" presId="urn:microsoft.com/office/officeart/2005/8/layout/vList2"/>
    <dgm:cxn modelId="{AC5251E2-1885-466A-9486-EF039DDBD87D}" srcId="{8F5D7110-E595-4DAB-8910-23759054D2FB}" destId="{77DCFC9B-67DB-4C36-B830-00C38A5AF28C}" srcOrd="3" destOrd="0" parTransId="{11799425-3565-4A92-8BAA-76B7E33C8B33}" sibTransId="{B08C6FD4-8C67-41C2-9CED-6BCC8FF2F912}"/>
    <dgm:cxn modelId="{075713F2-5D7C-4BC4-9A47-DBD6B3078591}" type="presOf" srcId="{170B2250-765C-4DFE-86D4-C3DC7CAE2D7A}" destId="{534C5AC2-ACC5-47D2-B11B-D0F80487759B}" srcOrd="0" destOrd="0" presId="urn:microsoft.com/office/officeart/2005/8/layout/vList2"/>
    <dgm:cxn modelId="{71E7C8D0-9734-4082-9348-E262884CB7C6}" type="presParOf" srcId="{E9EBDF04-C54D-49AA-9F75-2CC4B3B4BE62}" destId="{534C5AC2-ACC5-47D2-B11B-D0F80487759B}" srcOrd="0" destOrd="0" presId="urn:microsoft.com/office/officeart/2005/8/layout/vList2"/>
    <dgm:cxn modelId="{84080513-06B7-4CB4-8596-6D2977385F60}" type="presParOf" srcId="{E9EBDF04-C54D-49AA-9F75-2CC4B3B4BE62}" destId="{BB7B3425-A5A0-4913-BBD5-7BD59187244D}" srcOrd="1" destOrd="0" presId="urn:microsoft.com/office/officeart/2005/8/layout/vList2"/>
    <dgm:cxn modelId="{8A724280-15AF-41D9-9646-E420E777C97E}" type="presParOf" srcId="{E9EBDF04-C54D-49AA-9F75-2CC4B3B4BE62}" destId="{10A8A8A7-8871-4FDE-84D0-27A2FF4C8233}" srcOrd="2" destOrd="0" presId="urn:microsoft.com/office/officeart/2005/8/layout/vList2"/>
    <dgm:cxn modelId="{709C8986-B4A8-4E5C-89F8-698315128FE1}" type="presParOf" srcId="{E9EBDF04-C54D-49AA-9F75-2CC4B3B4BE62}" destId="{335F12E8-4350-4912-BC1A-4D378275CD12}" srcOrd="3" destOrd="0" presId="urn:microsoft.com/office/officeart/2005/8/layout/vList2"/>
    <dgm:cxn modelId="{A5BC8676-1281-4E28-A307-B0C03B834DED}" type="presParOf" srcId="{E9EBDF04-C54D-49AA-9F75-2CC4B3B4BE62}" destId="{EE189C49-F081-4BD7-8850-2DDC38997362}" srcOrd="4" destOrd="0" presId="urn:microsoft.com/office/officeart/2005/8/layout/vList2"/>
    <dgm:cxn modelId="{B3F46187-F66C-4ED0-A229-7C530176DF79}" type="presParOf" srcId="{E9EBDF04-C54D-49AA-9F75-2CC4B3B4BE62}" destId="{603EB29A-4A98-40DC-A28F-5F95F77F3A02}" srcOrd="5" destOrd="0" presId="urn:microsoft.com/office/officeart/2005/8/layout/vList2"/>
    <dgm:cxn modelId="{A4A89B72-7E5C-4A13-AB97-445962651693}" type="presParOf" srcId="{E9EBDF04-C54D-49AA-9F75-2CC4B3B4BE62}" destId="{CCE5C92D-EB10-4C2B-9774-0A201A8355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77DFA8-335E-4348-AC5D-5FD6FA8E39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D9293C-327E-4715-BEAE-9A66BBFEE654}">
      <dgm:prSet/>
      <dgm:spPr/>
      <dgm:t>
        <a:bodyPr/>
        <a:lstStyle/>
        <a:p>
          <a:r>
            <a:rPr lang="ru-RU" b="0" i="0"/>
            <a:t>1722 р.</a:t>
          </a:r>
          <a:endParaRPr lang="uk-UA"/>
        </a:p>
      </dgm:t>
    </dgm:pt>
    <dgm:pt modelId="{359D5514-4572-41E5-AC02-2C64B7F8117D}" type="parTrans" cxnId="{281B48BA-5336-4BB0-8ADF-75B7855C2891}">
      <dgm:prSet/>
      <dgm:spPr/>
      <dgm:t>
        <a:bodyPr/>
        <a:lstStyle/>
        <a:p>
          <a:endParaRPr lang="uk-UA"/>
        </a:p>
      </dgm:t>
    </dgm:pt>
    <dgm:pt modelId="{DCB8A666-AC58-4147-A54D-70CC714123CB}" type="sibTrans" cxnId="{281B48BA-5336-4BB0-8ADF-75B7855C2891}">
      <dgm:prSet/>
      <dgm:spPr/>
      <dgm:t>
        <a:bodyPr/>
        <a:lstStyle/>
        <a:p>
          <a:endParaRPr lang="uk-UA"/>
        </a:p>
      </dgm:t>
    </dgm:pt>
    <dgm:pt modelId="{29D3A581-F469-4821-9071-D559378B1950}">
      <dgm:prSet/>
      <dgm:spPr/>
      <dgm:t>
        <a:bodyPr/>
        <a:lstStyle/>
        <a:p>
          <a:r>
            <a:rPr lang="ru-RU" b="0" i="0" dirty="0"/>
            <a:t>1727 р.</a:t>
          </a:r>
          <a:endParaRPr lang="uk-UA" dirty="0"/>
        </a:p>
      </dgm:t>
    </dgm:pt>
    <dgm:pt modelId="{5B457BBF-98CA-499E-9923-CFD82E41A52C}" type="parTrans" cxnId="{1C8C6F4E-8E10-4292-B9BF-F37536A094CE}">
      <dgm:prSet/>
      <dgm:spPr/>
      <dgm:t>
        <a:bodyPr/>
        <a:lstStyle/>
        <a:p>
          <a:endParaRPr lang="uk-UA"/>
        </a:p>
      </dgm:t>
    </dgm:pt>
    <dgm:pt modelId="{479A3826-C1B4-47E0-8EF9-5CD3E19861AD}" type="sibTrans" cxnId="{1C8C6F4E-8E10-4292-B9BF-F37536A094CE}">
      <dgm:prSet/>
      <dgm:spPr/>
      <dgm:t>
        <a:bodyPr/>
        <a:lstStyle/>
        <a:p>
          <a:endParaRPr lang="uk-UA"/>
        </a:p>
      </dgm:t>
    </dgm:pt>
    <dgm:pt modelId="{8B57FC4A-2AA5-45D7-B53D-F5764A2398B4}">
      <dgm:prSet/>
      <dgm:spPr/>
      <dgm:t>
        <a:bodyPr/>
        <a:lstStyle/>
        <a:p>
          <a:r>
            <a:rPr lang="ru-RU" b="0" i="0"/>
            <a:t>1734 р.</a:t>
          </a:r>
          <a:endParaRPr lang="uk-UA"/>
        </a:p>
      </dgm:t>
    </dgm:pt>
    <dgm:pt modelId="{69E2BC75-1C48-4608-A3F9-9C109455317C}" type="parTrans" cxnId="{15FF1908-EBEA-46C4-A3C5-49B66BDD8039}">
      <dgm:prSet/>
      <dgm:spPr/>
      <dgm:t>
        <a:bodyPr/>
        <a:lstStyle/>
        <a:p>
          <a:endParaRPr lang="uk-UA"/>
        </a:p>
      </dgm:t>
    </dgm:pt>
    <dgm:pt modelId="{5A45EE53-FF70-4A15-BDAA-55D9B9B92AA9}" type="sibTrans" cxnId="{15FF1908-EBEA-46C4-A3C5-49B66BDD8039}">
      <dgm:prSet/>
      <dgm:spPr/>
      <dgm:t>
        <a:bodyPr/>
        <a:lstStyle/>
        <a:p>
          <a:endParaRPr lang="uk-UA"/>
        </a:p>
      </dgm:t>
    </dgm:pt>
    <dgm:pt modelId="{419890DA-DA41-4A71-A99B-BFD5F15C572B}">
      <dgm:prSet/>
      <dgm:spPr/>
      <dgm:t>
        <a:bodyPr/>
        <a:lstStyle/>
        <a:p>
          <a:r>
            <a:rPr lang="ru-RU" b="0" i="0" dirty="0"/>
            <a:t>1764 р</a:t>
          </a:r>
          <a:endParaRPr lang="uk-UA" dirty="0"/>
        </a:p>
      </dgm:t>
    </dgm:pt>
    <dgm:pt modelId="{CD70F521-4287-4E7E-936C-F573A360FD2E}" type="parTrans" cxnId="{F367B73C-D000-44F3-A180-B9580D0D2ABB}">
      <dgm:prSet/>
      <dgm:spPr/>
      <dgm:t>
        <a:bodyPr/>
        <a:lstStyle/>
        <a:p>
          <a:endParaRPr lang="uk-UA"/>
        </a:p>
      </dgm:t>
    </dgm:pt>
    <dgm:pt modelId="{0DB381C5-D89C-4742-8808-A586724229BF}" type="sibTrans" cxnId="{F367B73C-D000-44F3-A180-B9580D0D2ABB}">
      <dgm:prSet/>
      <dgm:spPr/>
      <dgm:t>
        <a:bodyPr/>
        <a:lstStyle/>
        <a:p>
          <a:endParaRPr lang="uk-UA"/>
        </a:p>
      </dgm:t>
    </dgm:pt>
    <dgm:pt modelId="{F3BD483D-41B5-44D6-B22A-10D454655ED7}" type="pres">
      <dgm:prSet presAssocID="{F577DFA8-335E-4348-AC5D-5FD6FA8E399F}" presName="linear" presStyleCnt="0">
        <dgm:presLayoutVars>
          <dgm:animLvl val="lvl"/>
          <dgm:resizeHandles val="exact"/>
        </dgm:presLayoutVars>
      </dgm:prSet>
      <dgm:spPr/>
    </dgm:pt>
    <dgm:pt modelId="{E40CA3CE-A2E7-4A16-A889-5A785D57A1C8}" type="pres">
      <dgm:prSet presAssocID="{11D9293C-327E-4715-BEAE-9A66BBFEE6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0692A48-27AC-4AD5-A13A-D1708454C55C}" type="pres">
      <dgm:prSet presAssocID="{DCB8A666-AC58-4147-A54D-70CC714123CB}" presName="spacer" presStyleCnt="0"/>
      <dgm:spPr/>
    </dgm:pt>
    <dgm:pt modelId="{06A936E3-9EA7-44E3-91DE-BB3C7385C1E3}" type="pres">
      <dgm:prSet presAssocID="{29D3A581-F469-4821-9071-D559378B195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ADA134-9B8F-4294-BE14-48D07C6658C9}" type="pres">
      <dgm:prSet presAssocID="{479A3826-C1B4-47E0-8EF9-5CD3E19861AD}" presName="spacer" presStyleCnt="0"/>
      <dgm:spPr/>
    </dgm:pt>
    <dgm:pt modelId="{91E1AEA5-EA5E-42B5-860F-70761760B325}" type="pres">
      <dgm:prSet presAssocID="{8B57FC4A-2AA5-45D7-B53D-F5764A2398B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E00598-9CFD-462A-8287-63B736523710}" type="pres">
      <dgm:prSet presAssocID="{5A45EE53-FF70-4A15-BDAA-55D9B9B92AA9}" presName="spacer" presStyleCnt="0"/>
      <dgm:spPr/>
    </dgm:pt>
    <dgm:pt modelId="{7E2B2F00-8340-4B48-80DF-F8553D8469D8}" type="pres">
      <dgm:prSet presAssocID="{419890DA-DA41-4A71-A99B-BFD5F15C572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C568001-5E6F-43F3-B520-00EB07A270F4}" type="presOf" srcId="{29D3A581-F469-4821-9071-D559378B1950}" destId="{06A936E3-9EA7-44E3-91DE-BB3C7385C1E3}" srcOrd="0" destOrd="0" presId="urn:microsoft.com/office/officeart/2005/8/layout/vList2"/>
    <dgm:cxn modelId="{15FF1908-EBEA-46C4-A3C5-49B66BDD8039}" srcId="{F577DFA8-335E-4348-AC5D-5FD6FA8E399F}" destId="{8B57FC4A-2AA5-45D7-B53D-F5764A2398B4}" srcOrd="2" destOrd="0" parTransId="{69E2BC75-1C48-4608-A3F9-9C109455317C}" sibTransId="{5A45EE53-FF70-4A15-BDAA-55D9B9B92AA9}"/>
    <dgm:cxn modelId="{89AC370A-3256-4423-98A5-1AD16754AF1B}" type="presOf" srcId="{8B57FC4A-2AA5-45D7-B53D-F5764A2398B4}" destId="{91E1AEA5-EA5E-42B5-860F-70761760B325}" srcOrd="0" destOrd="0" presId="urn:microsoft.com/office/officeart/2005/8/layout/vList2"/>
    <dgm:cxn modelId="{F367B73C-D000-44F3-A180-B9580D0D2ABB}" srcId="{F577DFA8-335E-4348-AC5D-5FD6FA8E399F}" destId="{419890DA-DA41-4A71-A99B-BFD5F15C572B}" srcOrd="3" destOrd="0" parTransId="{CD70F521-4287-4E7E-936C-F573A360FD2E}" sibTransId="{0DB381C5-D89C-4742-8808-A586724229BF}"/>
    <dgm:cxn modelId="{DB6C834B-AB9B-489B-8192-BE51A10988AC}" type="presOf" srcId="{F577DFA8-335E-4348-AC5D-5FD6FA8E399F}" destId="{F3BD483D-41B5-44D6-B22A-10D454655ED7}" srcOrd="0" destOrd="0" presId="urn:microsoft.com/office/officeart/2005/8/layout/vList2"/>
    <dgm:cxn modelId="{1C8C6F4E-8E10-4292-B9BF-F37536A094CE}" srcId="{F577DFA8-335E-4348-AC5D-5FD6FA8E399F}" destId="{29D3A581-F469-4821-9071-D559378B1950}" srcOrd="1" destOrd="0" parTransId="{5B457BBF-98CA-499E-9923-CFD82E41A52C}" sibTransId="{479A3826-C1B4-47E0-8EF9-5CD3E19861AD}"/>
    <dgm:cxn modelId="{14C89870-C56A-4516-830F-CCA356B3D0EB}" type="presOf" srcId="{419890DA-DA41-4A71-A99B-BFD5F15C572B}" destId="{7E2B2F00-8340-4B48-80DF-F8553D8469D8}" srcOrd="0" destOrd="0" presId="urn:microsoft.com/office/officeart/2005/8/layout/vList2"/>
    <dgm:cxn modelId="{281B48BA-5336-4BB0-8ADF-75B7855C2891}" srcId="{F577DFA8-335E-4348-AC5D-5FD6FA8E399F}" destId="{11D9293C-327E-4715-BEAE-9A66BBFEE654}" srcOrd="0" destOrd="0" parTransId="{359D5514-4572-41E5-AC02-2C64B7F8117D}" sibTransId="{DCB8A666-AC58-4147-A54D-70CC714123CB}"/>
    <dgm:cxn modelId="{C5E3E3C9-3E77-4584-8560-FAECE88B1F08}" type="presOf" srcId="{11D9293C-327E-4715-BEAE-9A66BBFEE654}" destId="{E40CA3CE-A2E7-4A16-A889-5A785D57A1C8}" srcOrd="0" destOrd="0" presId="urn:microsoft.com/office/officeart/2005/8/layout/vList2"/>
    <dgm:cxn modelId="{37A98AF2-1641-48F4-B0D0-AD7DB7FB8543}" type="presParOf" srcId="{F3BD483D-41B5-44D6-B22A-10D454655ED7}" destId="{E40CA3CE-A2E7-4A16-A889-5A785D57A1C8}" srcOrd="0" destOrd="0" presId="urn:microsoft.com/office/officeart/2005/8/layout/vList2"/>
    <dgm:cxn modelId="{AB34A811-D63C-443E-BDD0-0C0572E66631}" type="presParOf" srcId="{F3BD483D-41B5-44D6-B22A-10D454655ED7}" destId="{40692A48-27AC-4AD5-A13A-D1708454C55C}" srcOrd="1" destOrd="0" presId="urn:microsoft.com/office/officeart/2005/8/layout/vList2"/>
    <dgm:cxn modelId="{21AEB73F-D5B5-4961-B7A7-353EFE77A2E2}" type="presParOf" srcId="{F3BD483D-41B5-44D6-B22A-10D454655ED7}" destId="{06A936E3-9EA7-44E3-91DE-BB3C7385C1E3}" srcOrd="2" destOrd="0" presId="urn:microsoft.com/office/officeart/2005/8/layout/vList2"/>
    <dgm:cxn modelId="{CBA22DFF-D959-4639-8AA3-DBAB097A0A28}" type="presParOf" srcId="{F3BD483D-41B5-44D6-B22A-10D454655ED7}" destId="{10ADA134-9B8F-4294-BE14-48D07C6658C9}" srcOrd="3" destOrd="0" presId="urn:microsoft.com/office/officeart/2005/8/layout/vList2"/>
    <dgm:cxn modelId="{E11A0E53-4446-4AA9-826B-C2CAFA38E5EA}" type="presParOf" srcId="{F3BD483D-41B5-44D6-B22A-10D454655ED7}" destId="{91E1AEA5-EA5E-42B5-860F-70761760B325}" srcOrd="4" destOrd="0" presId="urn:microsoft.com/office/officeart/2005/8/layout/vList2"/>
    <dgm:cxn modelId="{0E9AEBAC-4432-4012-9A0B-BFF79AF7BABD}" type="presParOf" srcId="{F3BD483D-41B5-44D6-B22A-10D454655ED7}" destId="{BDE00598-9CFD-462A-8287-63B736523710}" srcOrd="5" destOrd="0" presId="urn:microsoft.com/office/officeart/2005/8/layout/vList2"/>
    <dgm:cxn modelId="{E5A62E8F-A77F-464A-A42F-B252EB70FABE}" type="presParOf" srcId="{F3BD483D-41B5-44D6-B22A-10D454655ED7}" destId="{7E2B2F00-8340-4B48-80DF-F8553D8469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0E2F026-5E43-4905-BFEF-C3D2FEB558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99F8A85-A382-4277-BBBE-C18AB2C513DD}">
      <dgm:prSet/>
      <dgm:spPr/>
      <dgm:t>
        <a:bodyPr/>
        <a:lstStyle/>
        <a:p>
          <a:r>
            <a:rPr lang="uk-UA" b="0" i="0" dirty="0"/>
            <a:t>зруйнував Запорозьку (Нову) Січ</a:t>
          </a:r>
          <a:endParaRPr lang="uk-UA" dirty="0"/>
        </a:p>
      </dgm:t>
    </dgm:pt>
    <dgm:pt modelId="{5FD34954-5D0C-4B4A-971B-21B65EED1EEC}" type="parTrans" cxnId="{288A154F-5559-4B5E-ADE5-6C00FC8392E4}">
      <dgm:prSet/>
      <dgm:spPr/>
      <dgm:t>
        <a:bodyPr/>
        <a:lstStyle/>
        <a:p>
          <a:endParaRPr lang="uk-UA"/>
        </a:p>
      </dgm:t>
    </dgm:pt>
    <dgm:pt modelId="{82C7C4FC-4E44-44CF-BA2E-08231C14F883}" type="sibTrans" cxnId="{288A154F-5559-4B5E-ADE5-6C00FC8392E4}">
      <dgm:prSet/>
      <dgm:spPr/>
      <dgm:t>
        <a:bodyPr/>
        <a:lstStyle/>
        <a:p>
          <a:endParaRPr lang="uk-UA"/>
        </a:p>
      </dgm:t>
    </dgm:pt>
    <dgm:pt modelId="{D6A1A714-435F-4321-8535-0EA77445B5E0}">
      <dgm:prSet/>
      <dgm:spPr/>
      <dgm:t>
        <a:bodyPr/>
        <a:lstStyle/>
        <a:p>
          <a:r>
            <a:rPr lang="uk-UA" b="0" i="0" dirty="0"/>
            <a:t>закріпачив козаків слобідської України</a:t>
          </a:r>
          <a:endParaRPr lang="uk-UA" dirty="0"/>
        </a:p>
      </dgm:t>
    </dgm:pt>
    <dgm:pt modelId="{A3CC61B0-63AD-41FE-B388-D0538379CB53}" type="parTrans" cxnId="{4D96C19A-3266-41FD-8C51-C5543E34188D}">
      <dgm:prSet/>
      <dgm:spPr/>
      <dgm:t>
        <a:bodyPr/>
        <a:lstStyle/>
        <a:p>
          <a:endParaRPr lang="uk-UA"/>
        </a:p>
      </dgm:t>
    </dgm:pt>
    <dgm:pt modelId="{475899E1-40BE-4227-B099-DF60877CC2A4}" type="sibTrans" cxnId="{4D96C19A-3266-41FD-8C51-C5543E34188D}">
      <dgm:prSet/>
      <dgm:spPr/>
      <dgm:t>
        <a:bodyPr/>
        <a:lstStyle/>
        <a:p>
          <a:endParaRPr lang="uk-UA"/>
        </a:p>
      </dgm:t>
    </dgm:pt>
    <dgm:pt modelId="{62C6B651-8CC9-4B9C-8AE3-5D02EB3979F1}">
      <dgm:prSet/>
      <dgm:spPr/>
      <dgm:t>
        <a:bodyPr/>
        <a:lstStyle/>
        <a:p>
          <a:r>
            <a:rPr lang="uk-UA" b="0" i="0" dirty="0"/>
            <a:t>приєднав землі римського ханства до Російської імперії</a:t>
          </a:r>
          <a:endParaRPr lang="uk-UA" dirty="0"/>
        </a:p>
      </dgm:t>
    </dgm:pt>
    <dgm:pt modelId="{07439502-7160-4697-AC92-493F7CEEAB23}" type="parTrans" cxnId="{1E319CD1-5C3F-45CE-99A5-656BC3CD85AA}">
      <dgm:prSet/>
      <dgm:spPr/>
      <dgm:t>
        <a:bodyPr/>
        <a:lstStyle/>
        <a:p>
          <a:endParaRPr lang="uk-UA"/>
        </a:p>
      </dgm:t>
    </dgm:pt>
    <dgm:pt modelId="{C96A5C59-29CB-4B94-8BC7-CC332831639D}" type="sibTrans" cxnId="{1E319CD1-5C3F-45CE-99A5-656BC3CD85AA}">
      <dgm:prSet/>
      <dgm:spPr/>
      <dgm:t>
        <a:bodyPr/>
        <a:lstStyle/>
        <a:p>
          <a:endParaRPr lang="uk-UA"/>
        </a:p>
      </dgm:t>
    </dgm:pt>
    <dgm:pt modelId="{AB1FBDDE-D3D2-43CC-B683-A53553895425}">
      <dgm:prSet/>
      <dgm:spPr/>
      <dgm:t>
        <a:bodyPr/>
        <a:lstStyle/>
        <a:p>
          <a:r>
            <a:rPr lang="uk-UA" b="0" i="0" dirty="0"/>
            <a:t>придушив Коліївщину — гайдамацький рух на Правобережній Україні</a:t>
          </a:r>
          <a:endParaRPr lang="uk-UA" dirty="0"/>
        </a:p>
      </dgm:t>
    </dgm:pt>
    <dgm:pt modelId="{DF9D1DB6-3381-4E0E-9A21-CDDA3C8B9493}" type="parTrans" cxnId="{75DC99B3-DD1B-4986-BAF9-FE6FABF27E6C}">
      <dgm:prSet/>
      <dgm:spPr/>
      <dgm:t>
        <a:bodyPr/>
        <a:lstStyle/>
        <a:p>
          <a:endParaRPr lang="uk-UA"/>
        </a:p>
      </dgm:t>
    </dgm:pt>
    <dgm:pt modelId="{851F352E-BE6A-4444-BE0D-B1C2B1441A89}" type="sibTrans" cxnId="{75DC99B3-DD1B-4986-BAF9-FE6FABF27E6C}">
      <dgm:prSet/>
      <dgm:spPr/>
      <dgm:t>
        <a:bodyPr/>
        <a:lstStyle/>
        <a:p>
          <a:endParaRPr lang="uk-UA"/>
        </a:p>
      </dgm:t>
    </dgm:pt>
    <dgm:pt modelId="{95A71CFD-D350-4116-9565-FBCAD4004661}" type="pres">
      <dgm:prSet presAssocID="{70E2F026-5E43-4905-BFEF-C3D2FEB558D6}" presName="linear" presStyleCnt="0">
        <dgm:presLayoutVars>
          <dgm:animLvl val="lvl"/>
          <dgm:resizeHandles val="exact"/>
        </dgm:presLayoutVars>
      </dgm:prSet>
      <dgm:spPr/>
    </dgm:pt>
    <dgm:pt modelId="{FEE8DB83-93B7-47E5-8153-88FA217FC697}" type="pres">
      <dgm:prSet presAssocID="{799F8A85-A382-4277-BBBE-C18AB2C513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8DC7A0C-C2C0-490C-BD6F-3E4843BB26AB}" type="pres">
      <dgm:prSet presAssocID="{82C7C4FC-4E44-44CF-BA2E-08231C14F883}" presName="spacer" presStyleCnt="0"/>
      <dgm:spPr/>
    </dgm:pt>
    <dgm:pt modelId="{333386C3-F6FD-44D7-80BF-C5046515FBB5}" type="pres">
      <dgm:prSet presAssocID="{D6A1A714-435F-4321-8535-0EA77445B5E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653E93-92AF-42CB-9B82-BAF056DF100E}" type="pres">
      <dgm:prSet presAssocID="{475899E1-40BE-4227-B099-DF60877CC2A4}" presName="spacer" presStyleCnt="0"/>
      <dgm:spPr/>
    </dgm:pt>
    <dgm:pt modelId="{5B4870FE-E0C9-4CBB-AAFC-DD163504C658}" type="pres">
      <dgm:prSet presAssocID="{62C6B651-8CC9-4B9C-8AE3-5D02EB3979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AD7C30C-DFA3-4652-80D9-6DAC769B9A68}" type="pres">
      <dgm:prSet presAssocID="{C96A5C59-29CB-4B94-8BC7-CC332831639D}" presName="spacer" presStyleCnt="0"/>
      <dgm:spPr/>
    </dgm:pt>
    <dgm:pt modelId="{963C92DF-FF0D-473C-B6AC-3C647C00296A}" type="pres">
      <dgm:prSet presAssocID="{AB1FBDDE-D3D2-43CC-B683-A535538954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EE80008-723A-4EAC-8DC5-9EC520401A06}" type="presOf" srcId="{70E2F026-5E43-4905-BFEF-C3D2FEB558D6}" destId="{95A71CFD-D350-4116-9565-FBCAD4004661}" srcOrd="0" destOrd="0" presId="urn:microsoft.com/office/officeart/2005/8/layout/vList2"/>
    <dgm:cxn modelId="{288A154F-5559-4B5E-ADE5-6C00FC8392E4}" srcId="{70E2F026-5E43-4905-BFEF-C3D2FEB558D6}" destId="{799F8A85-A382-4277-BBBE-C18AB2C513DD}" srcOrd="0" destOrd="0" parTransId="{5FD34954-5D0C-4B4A-971B-21B65EED1EEC}" sibTransId="{82C7C4FC-4E44-44CF-BA2E-08231C14F883}"/>
    <dgm:cxn modelId="{4D96C19A-3266-41FD-8C51-C5543E34188D}" srcId="{70E2F026-5E43-4905-BFEF-C3D2FEB558D6}" destId="{D6A1A714-435F-4321-8535-0EA77445B5E0}" srcOrd="1" destOrd="0" parTransId="{A3CC61B0-63AD-41FE-B388-D0538379CB53}" sibTransId="{475899E1-40BE-4227-B099-DF60877CC2A4}"/>
    <dgm:cxn modelId="{670C3D9C-5BDA-4DD8-AF5E-166158436411}" type="presOf" srcId="{799F8A85-A382-4277-BBBE-C18AB2C513DD}" destId="{FEE8DB83-93B7-47E5-8153-88FA217FC697}" srcOrd="0" destOrd="0" presId="urn:microsoft.com/office/officeart/2005/8/layout/vList2"/>
    <dgm:cxn modelId="{B62C64A8-F62B-4C08-9F06-3EFF4C816876}" type="presOf" srcId="{AB1FBDDE-D3D2-43CC-B683-A53553895425}" destId="{963C92DF-FF0D-473C-B6AC-3C647C00296A}" srcOrd="0" destOrd="0" presId="urn:microsoft.com/office/officeart/2005/8/layout/vList2"/>
    <dgm:cxn modelId="{E9DF5DB2-9F5E-4792-A993-B92779895D7D}" type="presOf" srcId="{D6A1A714-435F-4321-8535-0EA77445B5E0}" destId="{333386C3-F6FD-44D7-80BF-C5046515FBB5}" srcOrd="0" destOrd="0" presId="urn:microsoft.com/office/officeart/2005/8/layout/vList2"/>
    <dgm:cxn modelId="{75DC99B3-DD1B-4986-BAF9-FE6FABF27E6C}" srcId="{70E2F026-5E43-4905-BFEF-C3D2FEB558D6}" destId="{AB1FBDDE-D3D2-43CC-B683-A53553895425}" srcOrd="3" destOrd="0" parTransId="{DF9D1DB6-3381-4E0E-9A21-CDDA3C8B9493}" sibTransId="{851F352E-BE6A-4444-BE0D-B1C2B1441A89}"/>
    <dgm:cxn modelId="{01497AD0-895C-42BE-ABC8-CE530F8F0870}" type="presOf" srcId="{62C6B651-8CC9-4B9C-8AE3-5D02EB3979F1}" destId="{5B4870FE-E0C9-4CBB-AAFC-DD163504C658}" srcOrd="0" destOrd="0" presId="urn:microsoft.com/office/officeart/2005/8/layout/vList2"/>
    <dgm:cxn modelId="{1E319CD1-5C3F-45CE-99A5-656BC3CD85AA}" srcId="{70E2F026-5E43-4905-BFEF-C3D2FEB558D6}" destId="{62C6B651-8CC9-4B9C-8AE3-5D02EB3979F1}" srcOrd="2" destOrd="0" parTransId="{07439502-7160-4697-AC92-493F7CEEAB23}" sibTransId="{C96A5C59-29CB-4B94-8BC7-CC332831639D}"/>
    <dgm:cxn modelId="{5EFCCE1B-BF33-478C-8BB4-56D8A5A758AC}" type="presParOf" srcId="{95A71CFD-D350-4116-9565-FBCAD4004661}" destId="{FEE8DB83-93B7-47E5-8153-88FA217FC697}" srcOrd="0" destOrd="0" presId="urn:microsoft.com/office/officeart/2005/8/layout/vList2"/>
    <dgm:cxn modelId="{BFA89A10-8C2B-4734-A263-1977E0C15AD3}" type="presParOf" srcId="{95A71CFD-D350-4116-9565-FBCAD4004661}" destId="{D8DC7A0C-C2C0-490C-BD6F-3E4843BB26AB}" srcOrd="1" destOrd="0" presId="urn:microsoft.com/office/officeart/2005/8/layout/vList2"/>
    <dgm:cxn modelId="{96DE717A-1B00-45FE-AA6A-D46F0E9D0ED7}" type="presParOf" srcId="{95A71CFD-D350-4116-9565-FBCAD4004661}" destId="{333386C3-F6FD-44D7-80BF-C5046515FBB5}" srcOrd="2" destOrd="0" presId="urn:microsoft.com/office/officeart/2005/8/layout/vList2"/>
    <dgm:cxn modelId="{9C2D6DEF-21E9-4D15-91A9-927A880BD08C}" type="presParOf" srcId="{95A71CFD-D350-4116-9565-FBCAD4004661}" destId="{15653E93-92AF-42CB-9B82-BAF056DF100E}" srcOrd="3" destOrd="0" presId="urn:microsoft.com/office/officeart/2005/8/layout/vList2"/>
    <dgm:cxn modelId="{391CB871-9DFB-4CD6-9078-4270E893CC03}" type="presParOf" srcId="{95A71CFD-D350-4116-9565-FBCAD4004661}" destId="{5B4870FE-E0C9-4CBB-AAFC-DD163504C658}" srcOrd="4" destOrd="0" presId="urn:microsoft.com/office/officeart/2005/8/layout/vList2"/>
    <dgm:cxn modelId="{13EC4378-1FF3-45B2-A834-37991AE66C21}" type="presParOf" srcId="{95A71CFD-D350-4116-9565-FBCAD4004661}" destId="{EAD7C30C-DFA3-4652-80D9-6DAC769B9A68}" srcOrd="5" destOrd="0" presId="urn:microsoft.com/office/officeart/2005/8/layout/vList2"/>
    <dgm:cxn modelId="{B73DA7C4-DC1A-4233-9FAC-75C7F5F43FC7}" type="presParOf" srcId="{95A71CFD-D350-4116-9565-FBCAD4004661}" destId="{963C92DF-FF0D-473C-B6AC-3C647C0029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9302B46-46C7-45D2-A96A-728194C638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27C962D-9497-48A7-ABE2-B70A894DA4DD}">
      <dgm:prSet/>
      <dgm:spPr/>
      <dgm:t>
        <a:bodyPr/>
        <a:lstStyle/>
        <a:p>
          <a:r>
            <a:rPr lang="uk-UA" b="0" i="0" dirty="0"/>
            <a:t>закріпачення селян Лівобережної та Слобідської України</a:t>
          </a:r>
          <a:endParaRPr lang="uk-UA" dirty="0"/>
        </a:p>
      </dgm:t>
    </dgm:pt>
    <dgm:pt modelId="{67DCF6C5-CBC3-42D8-8CCC-18204C22B5C5}" type="parTrans" cxnId="{198B1B0E-3171-4455-AB33-675CBA1445AA}">
      <dgm:prSet/>
      <dgm:spPr/>
      <dgm:t>
        <a:bodyPr/>
        <a:lstStyle/>
        <a:p>
          <a:endParaRPr lang="uk-UA"/>
        </a:p>
      </dgm:t>
    </dgm:pt>
    <dgm:pt modelId="{EE691DD1-DBCF-4378-A986-0CEA3CADC06F}" type="sibTrans" cxnId="{198B1B0E-3171-4455-AB33-675CBA1445AA}">
      <dgm:prSet/>
      <dgm:spPr/>
      <dgm:t>
        <a:bodyPr/>
        <a:lstStyle/>
        <a:p>
          <a:endParaRPr lang="uk-UA"/>
        </a:p>
      </dgm:t>
    </dgm:pt>
    <dgm:pt modelId="{A3022ADB-5160-4B05-B8A1-7EA0959E600B}">
      <dgm:prSet/>
      <dgm:spPr/>
      <dgm:t>
        <a:bodyPr/>
        <a:lstStyle/>
        <a:p>
          <a:r>
            <a:rPr lang="uk-UA" b="0" i="0"/>
            <a:t>остаточна ліквідація гетьманства</a:t>
          </a:r>
          <a:endParaRPr lang="uk-UA"/>
        </a:p>
      </dgm:t>
    </dgm:pt>
    <dgm:pt modelId="{9AE33138-9ED7-43C3-B9A6-37A8F538A8C5}" type="parTrans" cxnId="{2D933F23-B538-47D4-8544-4A5B8260BB0B}">
      <dgm:prSet/>
      <dgm:spPr/>
      <dgm:t>
        <a:bodyPr/>
        <a:lstStyle/>
        <a:p>
          <a:endParaRPr lang="uk-UA"/>
        </a:p>
      </dgm:t>
    </dgm:pt>
    <dgm:pt modelId="{B04B3D9D-DD60-4BF0-AB1C-8519B5E9B507}" type="sibTrans" cxnId="{2D933F23-B538-47D4-8544-4A5B8260BB0B}">
      <dgm:prSet/>
      <dgm:spPr/>
      <dgm:t>
        <a:bodyPr/>
        <a:lstStyle/>
        <a:p>
          <a:endParaRPr lang="uk-UA"/>
        </a:p>
      </dgm:t>
    </dgm:pt>
    <dgm:pt modelId="{9CFF17A7-806A-413B-BF6E-64787628AFF2}">
      <dgm:prSet/>
      <dgm:spPr/>
      <dgm:t>
        <a:bodyPr/>
        <a:lstStyle/>
        <a:p>
          <a:r>
            <a:rPr lang="uk-UA" b="0" i="0"/>
            <a:t>скасування козацького устрою на Слобожанщині</a:t>
          </a:r>
          <a:endParaRPr lang="uk-UA"/>
        </a:p>
      </dgm:t>
    </dgm:pt>
    <dgm:pt modelId="{86B4DF9B-9CDE-412B-8B44-90A0009AFAA5}" type="parTrans" cxnId="{AF6A541D-E895-43F5-82DF-784D05894B58}">
      <dgm:prSet/>
      <dgm:spPr/>
      <dgm:t>
        <a:bodyPr/>
        <a:lstStyle/>
        <a:p>
          <a:endParaRPr lang="uk-UA"/>
        </a:p>
      </dgm:t>
    </dgm:pt>
    <dgm:pt modelId="{BA6AA362-950C-487D-8759-DCEDDD587539}" type="sibTrans" cxnId="{AF6A541D-E895-43F5-82DF-784D05894B58}">
      <dgm:prSet/>
      <dgm:spPr/>
      <dgm:t>
        <a:bodyPr/>
        <a:lstStyle/>
        <a:p>
          <a:endParaRPr lang="uk-UA"/>
        </a:p>
      </dgm:t>
    </dgm:pt>
    <dgm:pt modelId="{64DAD056-C2F9-454D-BD7A-0536ACDB24F1}">
      <dgm:prSet/>
      <dgm:spPr/>
      <dgm:t>
        <a:bodyPr/>
        <a:lstStyle/>
        <a:p>
          <a:r>
            <a:rPr lang="uk-UA" b="0" i="0" dirty="0"/>
            <a:t>остаточна ліквідація Запорозької Січі</a:t>
          </a:r>
          <a:endParaRPr lang="uk-UA" dirty="0"/>
        </a:p>
      </dgm:t>
    </dgm:pt>
    <dgm:pt modelId="{CFD9D53A-473C-4D5A-90C7-9A1AB82CDA23}" type="parTrans" cxnId="{BC2DC565-B0DE-49B8-97C3-C2F087153243}">
      <dgm:prSet/>
      <dgm:spPr/>
      <dgm:t>
        <a:bodyPr/>
        <a:lstStyle/>
        <a:p>
          <a:endParaRPr lang="uk-UA"/>
        </a:p>
      </dgm:t>
    </dgm:pt>
    <dgm:pt modelId="{7D4592C8-781F-4D37-9BB9-6E7D1A340222}" type="sibTrans" cxnId="{BC2DC565-B0DE-49B8-97C3-C2F087153243}">
      <dgm:prSet/>
      <dgm:spPr/>
      <dgm:t>
        <a:bodyPr/>
        <a:lstStyle/>
        <a:p>
          <a:endParaRPr lang="uk-UA"/>
        </a:p>
      </dgm:t>
    </dgm:pt>
    <dgm:pt modelId="{32E7DB83-6587-4D1A-8301-CC46CB4B0BBF}" type="pres">
      <dgm:prSet presAssocID="{A9302B46-46C7-45D2-A96A-728194C63898}" presName="linear" presStyleCnt="0">
        <dgm:presLayoutVars>
          <dgm:animLvl val="lvl"/>
          <dgm:resizeHandles val="exact"/>
        </dgm:presLayoutVars>
      </dgm:prSet>
      <dgm:spPr/>
    </dgm:pt>
    <dgm:pt modelId="{EA2322F2-3907-4693-A109-CE9298C1023C}" type="pres">
      <dgm:prSet presAssocID="{127C962D-9497-48A7-ABE2-B70A894DA4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3033F7-C171-4ABB-B769-16B8C7B089D2}" type="pres">
      <dgm:prSet presAssocID="{EE691DD1-DBCF-4378-A986-0CEA3CADC06F}" presName="spacer" presStyleCnt="0"/>
      <dgm:spPr/>
    </dgm:pt>
    <dgm:pt modelId="{824B5D84-E814-4F38-A5F6-F184250DEF51}" type="pres">
      <dgm:prSet presAssocID="{A3022ADB-5160-4B05-B8A1-7EA0959E600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18D45C-F024-4318-AC21-A9B8309EFBE4}" type="pres">
      <dgm:prSet presAssocID="{B04B3D9D-DD60-4BF0-AB1C-8519B5E9B507}" presName="spacer" presStyleCnt="0"/>
      <dgm:spPr/>
    </dgm:pt>
    <dgm:pt modelId="{1A2DC963-C76F-4B86-AB9B-747BAA91A758}" type="pres">
      <dgm:prSet presAssocID="{9CFF17A7-806A-413B-BF6E-64787628AFF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CAC53E-53B2-4F1F-B045-2A3ECE6F2A99}" type="pres">
      <dgm:prSet presAssocID="{BA6AA362-950C-487D-8759-DCEDDD587539}" presName="spacer" presStyleCnt="0"/>
      <dgm:spPr/>
    </dgm:pt>
    <dgm:pt modelId="{B624408B-7066-4099-B632-FAFDEAE2503D}" type="pres">
      <dgm:prSet presAssocID="{64DAD056-C2F9-454D-BD7A-0536ACDB24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8B1B0E-3171-4455-AB33-675CBA1445AA}" srcId="{A9302B46-46C7-45D2-A96A-728194C63898}" destId="{127C962D-9497-48A7-ABE2-B70A894DA4DD}" srcOrd="0" destOrd="0" parTransId="{67DCF6C5-CBC3-42D8-8CCC-18204C22B5C5}" sibTransId="{EE691DD1-DBCF-4378-A986-0CEA3CADC06F}"/>
    <dgm:cxn modelId="{AF6A541D-E895-43F5-82DF-784D05894B58}" srcId="{A9302B46-46C7-45D2-A96A-728194C63898}" destId="{9CFF17A7-806A-413B-BF6E-64787628AFF2}" srcOrd="2" destOrd="0" parTransId="{86B4DF9B-9CDE-412B-8B44-90A0009AFAA5}" sibTransId="{BA6AA362-950C-487D-8759-DCEDDD587539}"/>
    <dgm:cxn modelId="{2D933F23-B538-47D4-8544-4A5B8260BB0B}" srcId="{A9302B46-46C7-45D2-A96A-728194C63898}" destId="{A3022ADB-5160-4B05-B8A1-7EA0959E600B}" srcOrd="1" destOrd="0" parTransId="{9AE33138-9ED7-43C3-B9A6-37A8F538A8C5}" sibTransId="{B04B3D9D-DD60-4BF0-AB1C-8519B5E9B507}"/>
    <dgm:cxn modelId="{919D9926-4875-49A3-800B-D2CCC17C9BA2}" type="presOf" srcId="{A9302B46-46C7-45D2-A96A-728194C63898}" destId="{32E7DB83-6587-4D1A-8301-CC46CB4B0BBF}" srcOrd="0" destOrd="0" presId="urn:microsoft.com/office/officeart/2005/8/layout/vList2"/>
    <dgm:cxn modelId="{E3921C31-71FC-404E-ACFC-C168AEE91496}" type="presOf" srcId="{64DAD056-C2F9-454D-BD7A-0536ACDB24F1}" destId="{B624408B-7066-4099-B632-FAFDEAE2503D}" srcOrd="0" destOrd="0" presId="urn:microsoft.com/office/officeart/2005/8/layout/vList2"/>
    <dgm:cxn modelId="{F22F6A44-90DE-4309-9FB3-806563DD4F13}" type="presOf" srcId="{A3022ADB-5160-4B05-B8A1-7EA0959E600B}" destId="{824B5D84-E814-4F38-A5F6-F184250DEF51}" srcOrd="0" destOrd="0" presId="urn:microsoft.com/office/officeart/2005/8/layout/vList2"/>
    <dgm:cxn modelId="{BC2DC565-B0DE-49B8-97C3-C2F087153243}" srcId="{A9302B46-46C7-45D2-A96A-728194C63898}" destId="{64DAD056-C2F9-454D-BD7A-0536ACDB24F1}" srcOrd="3" destOrd="0" parTransId="{CFD9D53A-473C-4D5A-90C7-9A1AB82CDA23}" sibTransId="{7D4592C8-781F-4D37-9BB9-6E7D1A340222}"/>
    <dgm:cxn modelId="{195A7D54-F298-4B5A-9020-CDF04FFA1F48}" type="presOf" srcId="{9CFF17A7-806A-413B-BF6E-64787628AFF2}" destId="{1A2DC963-C76F-4B86-AB9B-747BAA91A758}" srcOrd="0" destOrd="0" presId="urn:microsoft.com/office/officeart/2005/8/layout/vList2"/>
    <dgm:cxn modelId="{F906F27F-947E-455D-8C2D-A2B603085B88}" type="presOf" srcId="{127C962D-9497-48A7-ABE2-B70A894DA4DD}" destId="{EA2322F2-3907-4693-A109-CE9298C1023C}" srcOrd="0" destOrd="0" presId="urn:microsoft.com/office/officeart/2005/8/layout/vList2"/>
    <dgm:cxn modelId="{D4A0A8BC-1F12-48D9-8A3E-D327E458A822}" type="presParOf" srcId="{32E7DB83-6587-4D1A-8301-CC46CB4B0BBF}" destId="{EA2322F2-3907-4693-A109-CE9298C1023C}" srcOrd="0" destOrd="0" presId="urn:microsoft.com/office/officeart/2005/8/layout/vList2"/>
    <dgm:cxn modelId="{C2D57773-97D5-4A76-8752-ECB365780357}" type="presParOf" srcId="{32E7DB83-6587-4D1A-8301-CC46CB4B0BBF}" destId="{963033F7-C171-4ABB-B769-16B8C7B089D2}" srcOrd="1" destOrd="0" presId="urn:microsoft.com/office/officeart/2005/8/layout/vList2"/>
    <dgm:cxn modelId="{027C53FD-20BD-4074-B905-2F7F0D83E3F0}" type="presParOf" srcId="{32E7DB83-6587-4D1A-8301-CC46CB4B0BBF}" destId="{824B5D84-E814-4F38-A5F6-F184250DEF51}" srcOrd="2" destOrd="0" presId="urn:microsoft.com/office/officeart/2005/8/layout/vList2"/>
    <dgm:cxn modelId="{C0B72224-A426-4FEA-8108-FACD55351FED}" type="presParOf" srcId="{32E7DB83-6587-4D1A-8301-CC46CB4B0BBF}" destId="{DD18D45C-F024-4318-AC21-A9B8309EFBE4}" srcOrd="3" destOrd="0" presId="urn:microsoft.com/office/officeart/2005/8/layout/vList2"/>
    <dgm:cxn modelId="{DB4FD2D7-F222-4B1D-A6AB-D44229A059A4}" type="presParOf" srcId="{32E7DB83-6587-4D1A-8301-CC46CB4B0BBF}" destId="{1A2DC963-C76F-4B86-AB9B-747BAA91A758}" srcOrd="4" destOrd="0" presId="urn:microsoft.com/office/officeart/2005/8/layout/vList2"/>
    <dgm:cxn modelId="{A6A2D8D2-41A4-4214-A4A1-9898381933F4}" type="presParOf" srcId="{32E7DB83-6587-4D1A-8301-CC46CB4B0BBF}" destId="{FBCAC53E-53B2-4F1F-B045-2A3ECE6F2A99}" srcOrd="5" destOrd="0" presId="urn:microsoft.com/office/officeart/2005/8/layout/vList2"/>
    <dgm:cxn modelId="{DC929066-0115-4995-98A9-BF7E353BEA11}" type="presParOf" srcId="{32E7DB83-6587-4D1A-8301-CC46CB4B0BBF}" destId="{B624408B-7066-4099-B632-FAFDEAE2503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D52F0F7-8B5B-405D-BDC8-A03FE7DCC4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06DE3D0-782D-4EEE-9A11-8F80B5D53F33}">
      <dgm:prSet/>
      <dgm:spPr/>
      <dgm:t>
        <a:bodyPr/>
        <a:lstStyle/>
        <a:p>
          <a:r>
            <a:rPr lang="uk-UA" b="0" i="0"/>
            <a:t>впорядкування системи управління Запорозькою Січчю.</a:t>
          </a:r>
          <a:endParaRPr lang="uk-UA"/>
        </a:p>
      </dgm:t>
    </dgm:pt>
    <dgm:pt modelId="{87C1E278-F25C-47FF-B07F-55406D7347CD}" type="parTrans" cxnId="{729A6B44-1E77-4A15-B197-D6F7BC0177AB}">
      <dgm:prSet/>
      <dgm:spPr/>
      <dgm:t>
        <a:bodyPr/>
        <a:lstStyle/>
        <a:p>
          <a:endParaRPr lang="uk-UA"/>
        </a:p>
      </dgm:t>
    </dgm:pt>
    <dgm:pt modelId="{C1A1EB1E-7F8A-4C89-96F2-23C7AEF681EF}" type="sibTrans" cxnId="{729A6B44-1E77-4A15-B197-D6F7BC0177AB}">
      <dgm:prSet/>
      <dgm:spPr/>
      <dgm:t>
        <a:bodyPr/>
        <a:lstStyle/>
        <a:p>
          <a:endParaRPr lang="uk-UA"/>
        </a:p>
      </dgm:t>
    </dgm:pt>
    <dgm:pt modelId="{95797FBC-B9AD-4E56-8036-5F94FF0D289F}">
      <dgm:prSet/>
      <dgm:spPr/>
      <dgm:t>
        <a:bodyPr/>
        <a:lstStyle/>
        <a:p>
          <a:r>
            <a:rPr lang="uk-UA" b="0" i="0" dirty="0"/>
            <a:t>ліквідацію решток автономних прав і устрою Гетьманщини.</a:t>
          </a:r>
          <a:endParaRPr lang="uk-UA" dirty="0"/>
        </a:p>
      </dgm:t>
    </dgm:pt>
    <dgm:pt modelId="{DE88D141-2FA2-4329-A5A5-F49CB15DE819}" type="parTrans" cxnId="{149FE391-645C-43F4-9E58-2AA8A9318A99}">
      <dgm:prSet/>
      <dgm:spPr/>
      <dgm:t>
        <a:bodyPr/>
        <a:lstStyle/>
        <a:p>
          <a:endParaRPr lang="uk-UA"/>
        </a:p>
      </dgm:t>
    </dgm:pt>
    <dgm:pt modelId="{D7F6B0C6-6D62-4DF3-A439-57CD82635DCD}" type="sibTrans" cxnId="{149FE391-645C-43F4-9E58-2AA8A9318A99}">
      <dgm:prSet/>
      <dgm:spPr/>
      <dgm:t>
        <a:bodyPr/>
        <a:lstStyle/>
        <a:p>
          <a:endParaRPr lang="uk-UA"/>
        </a:p>
      </dgm:t>
    </dgm:pt>
    <dgm:pt modelId="{0A942623-D03D-4EC9-99F8-30D4B9DEF825}">
      <dgm:prSet/>
      <dgm:spPr/>
      <dgm:t>
        <a:bodyPr/>
        <a:lstStyle/>
        <a:p>
          <a:r>
            <a:rPr lang="uk-UA" b="0" i="0" dirty="0"/>
            <a:t>запровадження полкового устрою в Слобідській Україні.</a:t>
          </a:r>
          <a:endParaRPr lang="uk-UA" dirty="0"/>
        </a:p>
      </dgm:t>
    </dgm:pt>
    <dgm:pt modelId="{0CB27249-E24D-430D-AE95-D09FC1CAF624}" type="parTrans" cxnId="{515B062D-DB19-4B27-AB7E-42F7E801473B}">
      <dgm:prSet/>
      <dgm:spPr/>
      <dgm:t>
        <a:bodyPr/>
        <a:lstStyle/>
        <a:p>
          <a:endParaRPr lang="uk-UA"/>
        </a:p>
      </dgm:t>
    </dgm:pt>
    <dgm:pt modelId="{74202656-480D-46CE-BE01-28264D8C52FB}" type="sibTrans" cxnId="{515B062D-DB19-4B27-AB7E-42F7E801473B}">
      <dgm:prSet/>
      <dgm:spPr/>
      <dgm:t>
        <a:bodyPr/>
        <a:lstStyle/>
        <a:p>
          <a:endParaRPr lang="uk-UA"/>
        </a:p>
      </dgm:t>
    </dgm:pt>
    <dgm:pt modelId="{8EADC7FA-A8EA-4510-B9A5-0B81B612E589}">
      <dgm:prSet/>
      <dgm:spPr/>
      <dgm:t>
        <a:bodyPr/>
        <a:lstStyle/>
        <a:p>
          <a:r>
            <a:rPr lang="uk-UA" b="0" i="0" dirty="0"/>
            <a:t>повернення козаків із володінь Османської імперії на Запорожжя.</a:t>
          </a:r>
          <a:endParaRPr lang="uk-UA" dirty="0"/>
        </a:p>
      </dgm:t>
    </dgm:pt>
    <dgm:pt modelId="{5D197446-34AF-4556-BAAC-7F3096A60FA1}" type="parTrans" cxnId="{E249EABF-3549-409E-BD50-878E7A6832A7}">
      <dgm:prSet/>
      <dgm:spPr/>
      <dgm:t>
        <a:bodyPr/>
        <a:lstStyle/>
        <a:p>
          <a:endParaRPr lang="uk-UA"/>
        </a:p>
      </dgm:t>
    </dgm:pt>
    <dgm:pt modelId="{67E8F1C9-C6FB-4B11-BB6F-F6FE34E43EA3}" type="sibTrans" cxnId="{E249EABF-3549-409E-BD50-878E7A6832A7}">
      <dgm:prSet/>
      <dgm:spPr/>
      <dgm:t>
        <a:bodyPr/>
        <a:lstStyle/>
        <a:p>
          <a:endParaRPr lang="uk-UA"/>
        </a:p>
      </dgm:t>
    </dgm:pt>
    <dgm:pt modelId="{6BA1BC3D-6A13-4765-A35E-428323034081}" type="pres">
      <dgm:prSet presAssocID="{0D52F0F7-8B5B-405D-BDC8-A03FE7DCC424}" presName="linear" presStyleCnt="0">
        <dgm:presLayoutVars>
          <dgm:animLvl val="lvl"/>
          <dgm:resizeHandles val="exact"/>
        </dgm:presLayoutVars>
      </dgm:prSet>
      <dgm:spPr/>
    </dgm:pt>
    <dgm:pt modelId="{AB08BA97-A2EE-4E20-B6C5-5FA428B318D7}" type="pres">
      <dgm:prSet presAssocID="{C06DE3D0-782D-4EEE-9A11-8F80B5D53F3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600D933-E871-48C0-B2A4-5503369EA0D1}" type="pres">
      <dgm:prSet presAssocID="{C1A1EB1E-7F8A-4C89-96F2-23C7AEF681EF}" presName="spacer" presStyleCnt="0"/>
      <dgm:spPr/>
    </dgm:pt>
    <dgm:pt modelId="{1CC0EB25-B022-4868-8B51-054E3054672D}" type="pres">
      <dgm:prSet presAssocID="{95797FBC-B9AD-4E56-8036-5F94FF0D28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94575F-B0D4-4F9E-8F81-060DCA730EAB}" type="pres">
      <dgm:prSet presAssocID="{D7F6B0C6-6D62-4DF3-A439-57CD82635DCD}" presName="spacer" presStyleCnt="0"/>
      <dgm:spPr/>
    </dgm:pt>
    <dgm:pt modelId="{28609E7E-18F5-4559-90DB-9391670E46B0}" type="pres">
      <dgm:prSet presAssocID="{0A942623-D03D-4EC9-99F8-30D4B9DEF8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8756B8C-BCDA-4344-9E80-2FA727721E8E}" type="pres">
      <dgm:prSet presAssocID="{74202656-480D-46CE-BE01-28264D8C52FB}" presName="spacer" presStyleCnt="0"/>
      <dgm:spPr/>
    </dgm:pt>
    <dgm:pt modelId="{DF345DAB-38B8-4290-AF6D-F0BEDA750C7A}" type="pres">
      <dgm:prSet presAssocID="{8EADC7FA-A8EA-4510-B9A5-0B81B612E58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8238007-ED17-4B31-AB16-A31939FD40D2}" type="presOf" srcId="{C06DE3D0-782D-4EEE-9A11-8F80B5D53F33}" destId="{AB08BA97-A2EE-4E20-B6C5-5FA428B318D7}" srcOrd="0" destOrd="0" presId="urn:microsoft.com/office/officeart/2005/8/layout/vList2"/>
    <dgm:cxn modelId="{515B062D-DB19-4B27-AB7E-42F7E801473B}" srcId="{0D52F0F7-8B5B-405D-BDC8-A03FE7DCC424}" destId="{0A942623-D03D-4EC9-99F8-30D4B9DEF825}" srcOrd="2" destOrd="0" parTransId="{0CB27249-E24D-430D-AE95-D09FC1CAF624}" sibTransId="{74202656-480D-46CE-BE01-28264D8C52FB}"/>
    <dgm:cxn modelId="{729A6B44-1E77-4A15-B197-D6F7BC0177AB}" srcId="{0D52F0F7-8B5B-405D-BDC8-A03FE7DCC424}" destId="{C06DE3D0-782D-4EEE-9A11-8F80B5D53F33}" srcOrd="0" destOrd="0" parTransId="{87C1E278-F25C-47FF-B07F-55406D7347CD}" sibTransId="{C1A1EB1E-7F8A-4C89-96F2-23C7AEF681EF}"/>
    <dgm:cxn modelId="{9BC2487A-1AD2-4877-A115-5A94328BE39F}" type="presOf" srcId="{8EADC7FA-A8EA-4510-B9A5-0B81B612E589}" destId="{DF345DAB-38B8-4290-AF6D-F0BEDA750C7A}" srcOrd="0" destOrd="0" presId="urn:microsoft.com/office/officeart/2005/8/layout/vList2"/>
    <dgm:cxn modelId="{149FE391-645C-43F4-9E58-2AA8A9318A99}" srcId="{0D52F0F7-8B5B-405D-BDC8-A03FE7DCC424}" destId="{95797FBC-B9AD-4E56-8036-5F94FF0D289F}" srcOrd="1" destOrd="0" parTransId="{DE88D141-2FA2-4329-A5A5-F49CB15DE819}" sibTransId="{D7F6B0C6-6D62-4DF3-A439-57CD82635DCD}"/>
    <dgm:cxn modelId="{52CCC098-08BC-416B-86DA-98CB92B1A13B}" type="presOf" srcId="{95797FBC-B9AD-4E56-8036-5F94FF0D289F}" destId="{1CC0EB25-B022-4868-8B51-054E3054672D}" srcOrd="0" destOrd="0" presId="urn:microsoft.com/office/officeart/2005/8/layout/vList2"/>
    <dgm:cxn modelId="{4068B7B0-2A77-4A2C-B64C-F060F35379DF}" type="presOf" srcId="{0A942623-D03D-4EC9-99F8-30D4B9DEF825}" destId="{28609E7E-18F5-4559-90DB-9391670E46B0}" srcOrd="0" destOrd="0" presId="urn:microsoft.com/office/officeart/2005/8/layout/vList2"/>
    <dgm:cxn modelId="{E249EABF-3549-409E-BD50-878E7A6832A7}" srcId="{0D52F0F7-8B5B-405D-BDC8-A03FE7DCC424}" destId="{8EADC7FA-A8EA-4510-B9A5-0B81B612E589}" srcOrd="3" destOrd="0" parTransId="{5D197446-34AF-4556-BAAC-7F3096A60FA1}" sibTransId="{67E8F1C9-C6FB-4B11-BB6F-F6FE34E43EA3}"/>
    <dgm:cxn modelId="{C10998EC-C007-4B07-B808-4D5406DDA273}" type="presOf" srcId="{0D52F0F7-8B5B-405D-BDC8-A03FE7DCC424}" destId="{6BA1BC3D-6A13-4765-A35E-428323034081}" srcOrd="0" destOrd="0" presId="urn:microsoft.com/office/officeart/2005/8/layout/vList2"/>
    <dgm:cxn modelId="{03453919-2657-4743-B563-1EAEE3D01CD0}" type="presParOf" srcId="{6BA1BC3D-6A13-4765-A35E-428323034081}" destId="{AB08BA97-A2EE-4E20-B6C5-5FA428B318D7}" srcOrd="0" destOrd="0" presId="urn:microsoft.com/office/officeart/2005/8/layout/vList2"/>
    <dgm:cxn modelId="{858377C4-2EE9-4298-88DA-ABB44248F4BC}" type="presParOf" srcId="{6BA1BC3D-6A13-4765-A35E-428323034081}" destId="{A600D933-E871-48C0-B2A4-5503369EA0D1}" srcOrd="1" destOrd="0" presId="urn:microsoft.com/office/officeart/2005/8/layout/vList2"/>
    <dgm:cxn modelId="{5DDB1864-4D47-482F-9E4A-23229A1A05FB}" type="presParOf" srcId="{6BA1BC3D-6A13-4765-A35E-428323034081}" destId="{1CC0EB25-B022-4868-8B51-054E3054672D}" srcOrd="2" destOrd="0" presId="urn:microsoft.com/office/officeart/2005/8/layout/vList2"/>
    <dgm:cxn modelId="{5FB12A43-9082-49F7-A30A-1DFFAF7FBF65}" type="presParOf" srcId="{6BA1BC3D-6A13-4765-A35E-428323034081}" destId="{2694575F-B0D4-4F9E-8F81-060DCA730EAB}" srcOrd="3" destOrd="0" presId="urn:microsoft.com/office/officeart/2005/8/layout/vList2"/>
    <dgm:cxn modelId="{4575EBA0-67F4-4DAE-A7C5-0DF905736F46}" type="presParOf" srcId="{6BA1BC3D-6A13-4765-A35E-428323034081}" destId="{28609E7E-18F5-4559-90DB-9391670E46B0}" srcOrd="4" destOrd="0" presId="urn:microsoft.com/office/officeart/2005/8/layout/vList2"/>
    <dgm:cxn modelId="{A8E12AD7-B57A-4186-86BF-E4244CDEAFA6}" type="presParOf" srcId="{6BA1BC3D-6A13-4765-A35E-428323034081}" destId="{48756B8C-BCDA-4344-9E80-2FA727721E8E}" srcOrd="5" destOrd="0" presId="urn:microsoft.com/office/officeart/2005/8/layout/vList2"/>
    <dgm:cxn modelId="{E5B173D0-2FC4-4A7B-B8EB-F4DEF673D20A}" type="presParOf" srcId="{6BA1BC3D-6A13-4765-A35E-428323034081}" destId="{DF345DAB-38B8-4290-AF6D-F0BEDA750C7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FB34D02-0CE0-4DA1-A90D-13462EE9A3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6089FB-DD7C-428A-8573-7D66B0E858E6}">
      <dgm:prSet/>
      <dgm:spPr/>
      <dgm:t>
        <a:bodyPr/>
        <a:lstStyle/>
        <a:p>
          <a:r>
            <a:rPr lang="uk-UA" i="1" dirty="0"/>
            <a:t>«…імператор і самодержець всеросійський.., жалуючи підданих своїх – малоросійський народ, видав указ: при гетьмані пану Скоропадському в Глухові… для кращої вірності й управління бути колегії…»</a:t>
          </a:r>
          <a:endParaRPr lang="uk-UA" dirty="0"/>
        </a:p>
      </dgm:t>
    </dgm:pt>
    <dgm:pt modelId="{54FC1234-83DF-4465-8581-D4367EED485F}" type="parTrans" cxnId="{D93B46A3-E9E3-4468-B50D-BE8360A82ABB}">
      <dgm:prSet/>
      <dgm:spPr/>
      <dgm:t>
        <a:bodyPr/>
        <a:lstStyle/>
        <a:p>
          <a:endParaRPr lang="uk-UA"/>
        </a:p>
      </dgm:t>
    </dgm:pt>
    <dgm:pt modelId="{5FD85AE7-300C-48EC-80E4-904A72664263}" type="sibTrans" cxnId="{D93B46A3-E9E3-4468-B50D-BE8360A82ABB}">
      <dgm:prSet/>
      <dgm:spPr/>
      <dgm:t>
        <a:bodyPr/>
        <a:lstStyle/>
        <a:p>
          <a:endParaRPr lang="uk-UA"/>
        </a:p>
      </dgm:t>
    </dgm:pt>
    <dgm:pt modelId="{A2E8FC67-3CED-4191-AF8B-A2F08C46AD9D}">
      <dgm:prSet/>
      <dgm:spPr/>
      <dgm:t>
        <a:bodyPr/>
        <a:lstStyle/>
        <a:p>
          <a:r>
            <a:rPr lang="uk-UA" i="1" dirty="0"/>
            <a:t>«Ми стоїмо тепер, Братіє, між двома проваллями… І ми тепер уважати маємо шведів за своїх приятелів, союзників, добродіїв, і немов би од Бога посланих, щоб увільнити нас од рабства та зневаги й поновити на найвищому ступені свободи…»</a:t>
          </a:r>
          <a:endParaRPr lang="uk-UA" dirty="0"/>
        </a:p>
      </dgm:t>
    </dgm:pt>
    <dgm:pt modelId="{3DC2A001-7941-4C2F-9369-A83C40FFD25B}" type="parTrans" cxnId="{BD913A60-C91E-40FC-A77B-FBEAE8A34010}">
      <dgm:prSet/>
      <dgm:spPr/>
      <dgm:t>
        <a:bodyPr/>
        <a:lstStyle/>
        <a:p>
          <a:endParaRPr lang="uk-UA"/>
        </a:p>
      </dgm:t>
    </dgm:pt>
    <dgm:pt modelId="{9BABDFC7-0472-4D1D-A63D-4780FFDC8484}" type="sibTrans" cxnId="{BD913A60-C91E-40FC-A77B-FBEAE8A34010}">
      <dgm:prSet/>
      <dgm:spPr/>
      <dgm:t>
        <a:bodyPr/>
        <a:lstStyle/>
        <a:p>
          <a:endParaRPr lang="uk-UA"/>
        </a:p>
      </dgm:t>
    </dgm:pt>
    <dgm:pt modelId="{F19B5FB5-ABFC-4BC1-8B6A-17EC622C078C}" type="pres">
      <dgm:prSet presAssocID="{4FB34D02-0CE0-4DA1-A90D-13462EE9A326}" presName="linear" presStyleCnt="0">
        <dgm:presLayoutVars>
          <dgm:animLvl val="lvl"/>
          <dgm:resizeHandles val="exact"/>
        </dgm:presLayoutVars>
      </dgm:prSet>
      <dgm:spPr/>
    </dgm:pt>
    <dgm:pt modelId="{67AF46A7-3D60-455D-8F6C-E68E725E0E89}" type="pres">
      <dgm:prSet presAssocID="{956089FB-DD7C-428A-8573-7D66B0E858E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A103D9F-1BF5-4DC2-A67D-2C7B5C5DF87E}" type="pres">
      <dgm:prSet presAssocID="{5FD85AE7-300C-48EC-80E4-904A72664263}" presName="spacer" presStyleCnt="0"/>
      <dgm:spPr/>
    </dgm:pt>
    <dgm:pt modelId="{563FF60D-9CFA-489A-9012-E52C5C4DCF51}" type="pres">
      <dgm:prSet presAssocID="{A2E8FC67-3CED-4191-AF8B-A2F08C46AD9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D913A60-C91E-40FC-A77B-FBEAE8A34010}" srcId="{4FB34D02-0CE0-4DA1-A90D-13462EE9A326}" destId="{A2E8FC67-3CED-4191-AF8B-A2F08C46AD9D}" srcOrd="1" destOrd="0" parTransId="{3DC2A001-7941-4C2F-9369-A83C40FFD25B}" sibTransId="{9BABDFC7-0472-4D1D-A63D-4780FFDC8484}"/>
    <dgm:cxn modelId="{259FC37B-278B-4C92-85CE-74F57CF7C1D5}" type="presOf" srcId="{956089FB-DD7C-428A-8573-7D66B0E858E6}" destId="{67AF46A7-3D60-455D-8F6C-E68E725E0E89}" srcOrd="0" destOrd="0" presId="urn:microsoft.com/office/officeart/2005/8/layout/vList2"/>
    <dgm:cxn modelId="{D93B46A3-E9E3-4468-B50D-BE8360A82ABB}" srcId="{4FB34D02-0CE0-4DA1-A90D-13462EE9A326}" destId="{956089FB-DD7C-428A-8573-7D66B0E858E6}" srcOrd="0" destOrd="0" parTransId="{54FC1234-83DF-4465-8581-D4367EED485F}" sibTransId="{5FD85AE7-300C-48EC-80E4-904A72664263}"/>
    <dgm:cxn modelId="{D5E75CBE-7493-4F54-B00F-43F8B41B0756}" type="presOf" srcId="{4FB34D02-0CE0-4DA1-A90D-13462EE9A326}" destId="{F19B5FB5-ABFC-4BC1-8B6A-17EC622C078C}" srcOrd="0" destOrd="0" presId="urn:microsoft.com/office/officeart/2005/8/layout/vList2"/>
    <dgm:cxn modelId="{340F00D2-6050-4D15-AE50-6368D756E83F}" type="presOf" srcId="{A2E8FC67-3CED-4191-AF8B-A2F08C46AD9D}" destId="{563FF60D-9CFA-489A-9012-E52C5C4DCF51}" srcOrd="0" destOrd="0" presId="urn:microsoft.com/office/officeart/2005/8/layout/vList2"/>
    <dgm:cxn modelId="{11304979-9DA0-4C8D-BDBF-43BCAD48B7CE}" type="presParOf" srcId="{F19B5FB5-ABFC-4BC1-8B6A-17EC622C078C}" destId="{67AF46A7-3D60-455D-8F6C-E68E725E0E89}" srcOrd="0" destOrd="0" presId="urn:microsoft.com/office/officeart/2005/8/layout/vList2"/>
    <dgm:cxn modelId="{F459F871-19A0-498B-97A6-114A65D4C755}" type="presParOf" srcId="{F19B5FB5-ABFC-4BC1-8B6A-17EC622C078C}" destId="{FA103D9F-1BF5-4DC2-A67D-2C7B5C5DF87E}" srcOrd="1" destOrd="0" presId="urn:microsoft.com/office/officeart/2005/8/layout/vList2"/>
    <dgm:cxn modelId="{307113B8-ACC3-4619-A314-CB5F7836F042}" type="presParOf" srcId="{F19B5FB5-ABFC-4BC1-8B6A-17EC622C078C}" destId="{563FF60D-9CFA-489A-9012-E52C5C4DCF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3B8F01B-DD1C-420C-89F0-F7F4816B84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9EAD15-5BEA-41C4-9D85-3B8B89A81F26}">
      <dgm:prSet/>
      <dgm:spPr/>
      <dgm:t>
        <a:bodyPr/>
        <a:lstStyle/>
        <a:p>
          <a:r>
            <a:rPr lang="ru-RU" i="1" dirty="0"/>
            <a:t>«</a:t>
          </a:r>
          <a:r>
            <a:rPr lang="ru-RU" i="1" dirty="0" err="1"/>
            <a:t>Після</a:t>
          </a:r>
          <a:r>
            <a:rPr lang="ru-RU" i="1" dirty="0"/>
            <a:t> </a:t>
          </a:r>
          <a:r>
            <a:rPr lang="ru-RU" i="1" dirty="0" err="1"/>
            <a:t>всемилостивішого</a:t>
          </a:r>
          <a:r>
            <a:rPr lang="ru-RU" i="1" dirty="0"/>
            <a:t> </a:t>
          </a:r>
          <a:r>
            <a:rPr lang="ru-RU" i="1" dirty="0" err="1"/>
            <a:t>від</a:t>
          </a:r>
          <a:r>
            <a:rPr lang="ru-RU" i="1" dirty="0"/>
            <a:t> нас </a:t>
          </a:r>
          <a:r>
            <a:rPr lang="ru-RU" i="1" dirty="0" err="1"/>
            <a:t>звільнення</a:t>
          </a:r>
          <a:r>
            <a:rPr lang="ru-RU" i="1" dirty="0"/>
            <a:t> графа </a:t>
          </a:r>
          <a:r>
            <a:rPr lang="ru-RU" i="1" dirty="0" err="1"/>
            <a:t>Розумовського</a:t>
          </a:r>
          <a:r>
            <a:rPr lang="ru-RU" i="1" dirty="0"/>
            <a:t>… </a:t>
          </a:r>
          <a:r>
            <a:rPr lang="ru-RU" i="1" dirty="0" err="1"/>
            <a:t>із</a:t>
          </a:r>
          <a:r>
            <a:rPr lang="ru-RU" i="1" dirty="0"/>
            <a:t> чину </a:t>
          </a:r>
          <a:r>
            <a:rPr lang="ru-RU" i="1" dirty="0" err="1"/>
            <a:t>гетьманського</a:t>
          </a:r>
          <a:r>
            <a:rPr lang="ru-RU" i="1" dirty="0"/>
            <a:t> </a:t>
          </a:r>
          <a:r>
            <a:rPr lang="ru-RU" i="1" dirty="0" err="1"/>
            <a:t>вказуємо</a:t>
          </a:r>
          <a:r>
            <a:rPr lang="ru-RU" i="1" dirty="0"/>
            <a:t> </a:t>
          </a:r>
          <a:r>
            <a:rPr lang="ru-RU" i="1" dirty="0" err="1"/>
            <a:t>нашому</a:t>
          </a:r>
          <a:r>
            <a:rPr lang="ru-RU" i="1" dirty="0"/>
            <a:t> </a:t>
          </a:r>
          <a:r>
            <a:rPr lang="ru-RU" i="1" dirty="0" err="1"/>
            <a:t>Сенатові</a:t>
          </a:r>
          <a:r>
            <a:rPr lang="ru-RU" i="1" dirty="0"/>
            <a:t> для </a:t>
          </a:r>
          <a:r>
            <a:rPr lang="ru-RU" i="1" dirty="0" err="1"/>
            <a:t>належного</a:t>
          </a:r>
          <a:r>
            <a:rPr lang="ru-RU" i="1" dirty="0"/>
            <a:t> </a:t>
          </a:r>
          <a:r>
            <a:rPr lang="ru-RU" i="1" dirty="0" err="1"/>
            <a:t>керування</a:t>
          </a:r>
          <a:r>
            <a:rPr lang="ru-RU" i="1" dirty="0"/>
            <a:t> в </a:t>
          </a:r>
          <a:r>
            <a:rPr lang="ru-RU" i="1" dirty="0" err="1"/>
            <a:t>Малій</a:t>
          </a:r>
          <a:r>
            <a:rPr lang="ru-RU" i="1" dirty="0"/>
            <a:t> </a:t>
          </a:r>
          <a:r>
            <a:rPr lang="ru-RU" i="1" dirty="0" err="1"/>
            <a:t>Росії</a:t>
          </a:r>
          <a:r>
            <a:rPr lang="ru-RU" i="1" dirty="0"/>
            <a:t> </a:t>
          </a:r>
          <a:r>
            <a:rPr lang="ru-RU" i="1" dirty="0" err="1"/>
            <a:t>утворити</a:t>
          </a:r>
          <a:r>
            <a:rPr lang="ru-RU" i="1" dirty="0"/>
            <a:t> там </a:t>
          </a:r>
          <a:r>
            <a:rPr lang="ru-RU" i="1" dirty="0" err="1"/>
            <a:t>Малоросійську</a:t>
          </a:r>
          <a:r>
            <a:rPr lang="ru-RU" i="1" dirty="0"/>
            <a:t> </a:t>
          </a:r>
          <a:r>
            <a:rPr lang="ru-RU" i="1" dirty="0" err="1"/>
            <a:t>колегію</a:t>
          </a:r>
          <a:r>
            <a:rPr lang="ru-RU" i="1" dirty="0"/>
            <a:t>…»</a:t>
          </a:r>
          <a:endParaRPr lang="uk-UA" dirty="0"/>
        </a:p>
      </dgm:t>
    </dgm:pt>
    <dgm:pt modelId="{BFE284FA-F1AD-45D9-9503-F4B4A7DC2F56}" type="parTrans" cxnId="{99CD6FA6-09D1-4827-8286-3C7BE62E49EF}">
      <dgm:prSet/>
      <dgm:spPr/>
      <dgm:t>
        <a:bodyPr/>
        <a:lstStyle/>
        <a:p>
          <a:endParaRPr lang="uk-UA"/>
        </a:p>
      </dgm:t>
    </dgm:pt>
    <dgm:pt modelId="{84DAF703-60CA-4F69-A93E-21C007E935B8}" type="sibTrans" cxnId="{99CD6FA6-09D1-4827-8286-3C7BE62E49EF}">
      <dgm:prSet/>
      <dgm:spPr/>
      <dgm:t>
        <a:bodyPr/>
        <a:lstStyle/>
        <a:p>
          <a:endParaRPr lang="uk-UA"/>
        </a:p>
      </dgm:t>
    </dgm:pt>
    <dgm:pt modelId="{BC4CAC0E-F78D-4D92-9B06-AE49197FACCE}">
      <dgm:prSet/>
      <dgm:spPr/>
      <dgm:t>
        <a:bodyPr/>
        <a:lstStyle/>
        <a:p>
          <a:r>
            <a:rPr lang="ru-RU" i="1" dirty="0"/>
            <a:t>«…</a:t>
          </a:r>
          <a:r>
            <a:rPr lang="ru-RU" i="1" dirty="0" err="1"/>
            <a:t>Отож</a:t>
          </a:r>
          <a:r>
            <a:rPr lang="ru-RU" i="1" dirty="0"/>
            <a:t> ми, </a:t>
          </a:r>
          <a:r>
            <a:rPr lang="ru-RU" i="1" dirty="0" err="1"/>
            <a:t>генеральна</a:t>
          </a:r>
          <a:r>
            <a:rPr lang="ru-RU" i="1" dirty="0"/>
            <a:t> старшина, </a:t>
          </a:r>
          <a:r>
            <a:rPr lang="ru-RU" i="1" dirty="0" err="1"/>
            <a:t>кошовий</a:t>
          </a:r>
          <a:r>
            <a:rPr lang="ru-RU" i="1" dirty="0"/>
            <a:t> </a:t>
          </a:r>
          <a:r>
            <a:rPr lang="ru-RU" i="1" dirty="0" err="1"/>
            <a:t>отаман</a:t>
          </a:r>
          <a:r>
            <a:rPr lang="ru-RU" i="1" dirty="0"/>
            <a:t> і все </a:t>
          </a:r>
          <a:r>
            <a:rPr lang="ru-RU" i="1" dirty="0" err="1"/>
            <a:t>Військо</a:t>
          </a:r>
          <a:r>
            <a:rPr lang="ru-RU" i="1" dirty="0"/>
            <a:t> </a:t>
          </a:r>
          <a:r>
            <a:rPr lang="ru-RU" i="1" dirty="0" err="1"/>
            <a:t>Запорозьке</a:t>
          </a:r>
          <a:r>
            <a:rPr lang="ru-RU" i="1" dirty="0"/>
            <a:t> </a:t>
          </a:r>
          <a:r>
            <a:rPr lang="ru-RU" i="1" dirty="0" err="1"/>
            <a:t>домовилися</a:t>
          </a:r>
          <a:r>
            <a:rPr lang="ru-RU" i="1" dirty="0"/>
            <a:t> й постановили з </a:t>
          </a:r>
          <a:r>
            <a:rPr lang="ru-RU" i="1" dirty="0" err="1"/>
            <a:t>ясновельможним</a:t>
          </a:r>
          <a:r>
            <a:rPr lang="ru-RU" i="1" dirty="0"/>
            <a:t> </a:t>
          </a:r>
          <a:r>
            <a:rPr lang="ru-RU" i="1" dirty="0" err="1"/>
            <a:t>гетьманом</a:t>
          </a:r>
          <a:r>
            <a:rPr lang="ru-RU" i="1" dirty="0"/>
            <a:t> </a:t>
          </a:r>
          <a:r>
            <a:rPr lang="ru-RU" i="1" dirty="0" err="1"/>
            <a:t>таке</a:t>
          </a:r>
          <a:r>
            <a:rPr lang="ru-RU" i="1" dirty="0"/>
            <a:t> право, яке </a:t>
          </a:r>
          <a:r>
            <a:rPr lang="ru-RU" i="1" dirty="0" err="1"/>
            <a:t>має</a:t>
          </a:r>
          <a:r>
            <a:rPr lang="ru-RU" i="1" dirty="0"/>
            <a:t> бути </a:t>
          </a:r>
          <a:r>
            <a:rPr lang="ru-RU" i="1" dirty="0" err="1"/>
            <a:t>збережено</a:t>
          </a:r>
          <a:r>
            <a:rPr lang="ru-RU" i="1" dirty="0"/>
            <a:t> </a:t>
          </a:r>
          <a:r>
            <a:rPr lang="ru-RU" i="1" dirty="0" err="1"/>
            <a:t>постійно</a:t>
          </a:r>
          <a:r>
            <a:rPr lang="ru-RU" i="1" dirty="0"/>
            <a:t> в </a:t>
          </a:r>
          <a:r>
            <a:rPr lang="ru-RU" i="1" dirty="0" err="1"/>
            <a:t>Запорозькому</a:t>
          </a:r>
          <a:r>
            <a:rPr lang="ru-RU" i="1" dirty="0"/>
            <a:t> </a:t>
          </a:r>
          <a:r>
            <a:rPr lang="ru-RU" i="1" dirty="0" err="1"/>
            <a:t>Війську</a:t>
          </a:r>
          <a:r>
            <a:rPr lang="ru-RU" i="1" dirty="0"/>
            <a:t>: </a:t>
          </a:r>
          <a:r>
            <a:rPr lang="ru-RU" i="1" dirty="0" err="1"/>
            <a:t>щоб</a:t>
          </a:r>
          <a:r>
            <a:rPr lang="ru-RU" i="1" dirty="0"/>
            <a:t> у </a:t>
          </a:r>
          <a:r>
            <a:rPr lang="ru-RU" i="1" dirty="0" err="1"/>
            <a:t>Вітчизні</a:t>
          </a:r>
          <a:r>
            <a:rPr lang="ru-RU" i="1" dirty="0"/>
            <a:t> </a:t>
          </a:r>
          <a:r>
            <a:rPr lang="ru-RU" i="1" dirty="0" err="1"/>
            <a:t>нашій</a:t>
          </a:r>
          <a:r>
            <a:rPr lang="ru-RU" i="1" dirty="0"/>
            <a:t> </a:t>
          </a:r>
          <a:r>
            <a:rPr lang="ru-RU" i="1" dirty="0" err="1"/>
            <a:t>першими</a:t>
          </a:r>
          <a:r>
            <a:rPr lang="ru-RU" i="1" dirty="0"/>
            <a:t> </a:t>
          </a:r>
          <a:r>
            <a:rPr lang="ru-RU" i="1" dirty="0" err="1"/>
            <a:t>радниками</a:t>
          </a:r>
          <a:r>
            <a:rPr lang="ru-RU" i="1" dirty="0"/>
            <a:t> </a:t>
          </a:r>
          <a:r>
            <a:rPr lang="ru-RU" i="1" dirty="0" err="1"/>
            <a:t>була</a:t>
          </a:r>
          <a:r>
            <a:rPr lang="ru-RU" i="1" dirty="0"/>
            <a:t> </a:t>
          </a:r>
          <a:r>
            <a:rPr lang="ru-RU" i="1" dirty="0" err="1"/>
            <a:t>генеральна</a:t>
          </a:r>
          <a:r>
            <a:rPr lang="ru-RU" i="1" dirty="0"/>
            <a:t> старшина…»</a:t>
          </a:r>
          <a:endParaRPr lang="uk-UA" dirty="0"/>
        </a:p>
      </dgm:t>
    </dgm:pt>
    <dgm:pt modelId="{A683897F-1C2B-42E1-B419-DB6FBC3537A5}" type="parTrans" cxnId="{DB0EDBAE-2E80-4430-8334-4C27F2E2A28A}">
      <dgm:prSet/>
      <dgm:spPr/>
      <dgm:t>
        <a:bodyPr/>
        <a:lstStyle/>
        <a:p>
          <a:endParaRPr lang="uk-UA"/>
        </a:p>
      </dgm:t>
    </dgm:pt>
    <dgm:pt modelId="{3EBCC76A-9DA9-452F-94DC-2321277E9905}" type="sibTrans" cxnId="{DB0EDBAE-2E80-4430-8334-4C27F2E2A28A}">
      <dgm:prSet/>
      <dgm:spPr/>
      <dgm:t>
        <a:bodyPr/>
        <a:lstStyle/>
        <a:p>
          <a:endParaRPr lang="uk-UA"/>
        </a:p>
      </dgm:t>
    </dgm:pt>
    <dgm:pt modelId="{94DE1D2F-2318-4D1A-BB27-A5E6B76B1699}" type="pres">
      <dgm:prSet presAssocID="{73B8F01B-DD1C-420C-89F0-F7F4816B843F}" presName="linear" presStyleCnt="0">
        <dgm:presLayoutVars>
          <dgm:animLvl val="lvl"/>
          <dgm:resizeHandles val="exact"/>
        </dgm:presLayoutVars>
      </dgm:prSet>
      <dgm:spPr/>
    </dgm:pt>
    <dgm:pt modelId="{CF3DA4FF-23FE-4695-83EA-551D78F604E2}" type="pres">
      <dgm:prSet presAssocID="{739EAD15-5BEA-41C4-9D85-3B8B89A81F2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CBDE975-8BCF-405B-B444-7B349ABD3D00}" type="pres">
      <dgm:prSet presAssocID="{84DAF703-60CA-4F69-A93E-21C007E935B8}" presName="spacer" presStyleCnt="0"/>
      <dgm:spPr/>
    </dgm:pt>
    <dgm:pt modelId="{F044B304-C697-48EC-8421-1BFB6678DF78}" type="pres">
      <dgm:prSet presAssocID="{BC4CAC0E-F78D-4D92-9B06-AE49197FACC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1F02645-28E7-40A4-BD0D-766098330746}" type="presOf" srcId="{BC4CAC0E-F78D-4D92-9B06-AE49197FACCE}" destId="{F044B304-C697-48EC-8421-1BFB6678DF78}" srcOrd="0" destOrd="0" presId="urn:microsoft.com/office/officeart/2005/8/layout/vList2"/>
    <dgm:cxn modelId="{0184D765-FBF2-4BE2-8E14-7ED095C036F1}" type="presOf" srcId="{73B8F01B-DD1C-420C-89F0-F7F4816B843F}" destId="{94DE1D2F-2318-4D1A-BB27-A5E6B76B1699}" srcOrd="0" destOrd="0" presId="urn:microsoft.com/office/officeart/2005/8/layout/vList2"/>
    <dgm:cxn modelId="{99CD6FA6-09D1-4827-8286-3C7BE62E49EF}" srcId="{73B8F01B-DD1C-420C-89F0-F7F4816B843F}" destId="{739EAD15-5BEA-41C4-9D85-3B8B89A81F26}" srcOrd="0" destOrd="0" parTransId="{BFE284FA-F1AD-45D9-9503-F4B4A7DC2F56}" sibTransId="{84DAF703-60CA-4F69-A93E-21C007E935B8}"/>
    <dgm:cxn modelId="{DB0EDBAE-2E80-4430-8334-4C27F2E2A28A}" srcId="{73B8F01B-DD1C-420C-89F0-F7F4816B843F}" destId="{BC4CAC0E-F78D-4D92-9B06-AE49197FACCE}" srcOrd="1" destOrd="0" parTransId="{A683897F-1C2B-42E1-B419-DB6FBC3537A5}" sibTransId="{3EBCC76A-9DA9-452F-94DC-2321277E9905}"/>
    <dgm:cxn modelId="{FC178EC5-4C77-40C8-A655-20E806587D55}" type="presOf" srcId="{739EAD15-5BEA-41C4-9D85-3B8B89A81F26}" destId="{CF3DA4FF-23FE-4695-83EA-551D78F604E2}" srcOrd="0" destOrd="0" presId="urn:microsoft.com/office/officeart/2005/8/layout/vList2"/>
    <dgm:cxn modelId="{58EC9885-3613-459B-B07B-4F97D5007023}" type="presParOf" srcId="{94DE1D2F-2318-4D1A-BB27-A5E6B76B1699}" destId="{CF3DA4FF-23FE-4695-83EA-551D78F604E2}" srcOrd="0" destOrd="0" presId="urn:microsoft.com/office/officeart/2005/8/layout/vList2"/>
    <dgm:cxn modelId="{4E8888CE-1F7F-47CF-A759-483C4A29D6EE}" type="presParOf" srcId="{94DE1D2F-2318-4D1A-BB27-A5E6B76B1699}" destId="{6CBDE975-8BCF-405B-B444-7B349ABD3D00}" srcOrd="1" destOrd="0" presId="urn:microsoft.com/office/officeart/2005/8/layout/vList2"/>
    <dgm:cxn modelId="{C0B72C1A-0312-4289-9D9E-A53F64994822}" type="presParOf" srcId="{94DE1D2F-2318-4D1A-BB27-A5E6B76B1699}" destId="{F044B304-C697-48EC-8421-1BFB6678DF7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12DC763-48EF-4732-BDFF-CEEFC8B9F05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CFA66EB-A421-4080-8884-E75D739AAC09}">
      <dgm:prSet/>
      <dgm:spPr/>
      <dgm:t>
        <a:bodyPr/>
        <a:lstStyle/>
        <a:p>
          <a:r>
            <a:rPr lang="uk-UA" b="0" i="0"/>
            <a:t>Речі Посполитій.</a:t>
          </a:r>
          <a:endParaRPr lang="uk-UA"/>
        </a:p>
      </dgm:t>
    </dgm:pt>
    <dgm:pt modelId="{7A3E742F-03FD-4AA7-89DC-30E36FB38DB0}" type="parTrans" cxnId="{FBD4CE26-BFE6-415A-B27D-D18B7699CC3E}">
      <dgm:prSet/>
      <dgm:spPr/>
      <dgm:t>
        <a:bodyPr/>
        <a:lstStyle/>
        <a:p>
          <a:endParaRPr lang="uk-UA"/>
        </a:p>
      </dgm:t>
    </dgm:pt>
    <dgm:pt modelId="{122083E7-284D-42B5-9ECD-A4871555D7D7}" type="sibTrans" cxnId="{FBD4CE26-BFE6-415A-B27D-D18B7699CC3E}">
      <dgm:prSet/>
      <dgm:spPr/>
      <dgm:t>
        <a:bodyPr/>
        <a:lstStyle/>
        <a:p>
          <a:endParaRPr lang="uk-UA"/>
        </a:p>
      </dgm:t>
    </dgm:pt>
    <dgm:pt modelId="{83E60262-82C9-4D49-A015-A252FEAF600D}">
      <dgm:prSet/>
      <dgm:spPr/>
      <dgm:t>
        <a:bodyPr/>
        <a:lstStyle/>
        <a:p>
          <a:r>
            <a:rPr lang="uk-UA" b="0" i="0" dirty="0"/>
            <a:t>Австрійській імперії.</a:t>
          </a:r>
          <a:endParaRPr lang="uk-UA" dirty="0"/>
        </a:p>
      </dgm:t>
    </dgm:pt>
    <dgm:pt modelId="{845D0964-5272-4B9D-90F9-F68EBC3C72AB}" type="parTrans" cxnId="{639D7C6C-5E87-4EF8-B8AD-535A0C9B1C48}">
      <dgm:prSet/>
      <dgm:spPr/>
      <dgm:t>
        <a:bodyPr/>
        <a:lstStyle/>
        <a:p>
          <a:endParaRPr lang="uk-UA"/>
        </a:p>
      </dgm:t>
    </dgm:pt>
    <dgm:pt modelId="{0BDA37F7-ED01-44A8-BBCD-329660115CD7}" type="sibTrans" cxnId="{639D7C6C-5E87-4EF8-B8AD-535A0C9B1C48}">
      <dgm:prSet/>
      <dgm:spPr/>
      <dgm:t>
        <a:bodyPr/>
        <a:lstStyle/>
        <a:p>
          <a:endParaRPr lang="uk-UA"/>
        </a:p>
      </dgm:t>
    </dgm:pt>
    <dgm:pt modelId="{D24A0BAD-FD0D-44BC-9E66-4A152A2EB000}">
      <dgm:prSet/>
      <dgm:spPr/>
      <dgm:t>
        <a:bodyPr/>
        <a:lstStyle/>
        <a:p>
          <a:r>
            <a:rPr lang="uk-UA" b="0" i="0"/>
            <a:t>Російській імперії.</a:t>
          </a:r>
          <a:endParaRPr lang="uk-UA"/>
        </a:p>
      </dgm:t>
    </dgm:pt>
    <dgm:pt modelId="{ABF68C2D-5EA6-4080-9CD5-5535E58C6EEA}" type="parTrans" cxnId="{7EC93D32-E8E2-4305-B50D-69DAADB246B5}">
      <dgm:prSet/>
      <dgm:spPr/>
      <dgm:t>
        <a:bodyPr/>
        <a:lstStyle/>
        <a:p>
          <a:endParaRPr lang="uk-UA"/>
        </a:p>
      </dgm:t>
    </dgm:pt>
    <dgm:pt modelId="{C33EE2B8-4D6A-43DB-B63F-A122243D5B04}" type="sibTrans" cxnId="{7EC93D32-E8E2-4305-B50D-69DAADB246B5}">
      <dgm:prSet/>
      <dgm:spPr/>
      <dgm:t>
        <a:bodyPr/>
        <a:lstStyle/>
        <a:p>
          <a:endParaRPr lang="uk-UA"/>
        </a:p>
      </dgm:t>
    </dgm:pt>
    <dgm:pt modelId="{1DAD004D-E6DB-4BB5-8B27-DBE811269DB8}">
      <dgm:prSet/>
      <dgm:spPr/>
      <dgm:t>
        <a:bodyPr/>
        <a:lstStyle/>
        <a:p>
          <a:r>
            <a:rPr lang="uk-UA" b="0" i="0" dirty="0"/>
            <a:t>Османській імперії.</a:t>
          </a:r>
          <a:endParaRPr lang="uk-UA" dirty="0"/>
        </a:p>
      </dgm:t>
    </dgm:pt>
    <dgm:pt modelId="{99AE5200-E84F-40EE-A357-7952AC46E0F9}" type="parTrans" cxnId="{8E6CCD63-59BA-4C65-AA22-6CDE6221BBB2}">
      <dgm:prSet/>
      <dgm:spPr/>
      <dgm:t>
        <a:bodyPr/>
        <a:lstStyle/>
        <a:p>
          <a:endParaRPr lang="uk-UA"/>
        </a:p>
      </dgm:t>
    </dgm:pt>
    <dgm:pt modelId="{EDF96D4E-3EE8-44ED-B3D3-0CE1E0616A1C}" type="sibTrans" cxnId="{8E6CCD63-59BA-4C65-AA22-6CDE6221BBB2}">
      <dgm:prSet/>
      <dgm:spPr/>
      <dgm:t>
        <a:bodyPr/>
        <a:lstStyle/>
        <a:p>
          <a:endParaRPr lang="uk-UA"/>
        </a:p>
      </dgm:t>
    </dgm:pt>
    <dgm:pt modelId="{CB22320A-218E-478F-9F86-197798B25BFC}" type="pres">
      <dgm:prSet presAssocID="{312DC763-48EF-4732-BDFF-CEEFC8B9F055}" presName="Name0" presStyleCnt="0">
        <dgm:presLayoutVars>
          <dgm:chMax val="7"/>
          <dgm:chPref val="7"/>
          <dgm:dir/>
        </dgm:presLayoutVars>
      </dgm:prSet>
      <dgm:spPr/>
    </dgm:pt>
    <dgm:pt modelId="{DBAE5752-489B-4919-9A8D-34E432C2F567}" type="pres">
      <dgm:prSet presAssocID="{312DC763-48EF-4732-BDFF-CEEFC8B9F055}" presName="Name1" presStyleCnt="0"/>
      <dgm:spPr/>
    </dgm:pt>
    <dgm:pt modelId="{7E871241-CC03-4B2E-83B8-21B60C5F3E59}" type="pres">
      <dgm:prSet presAssocID="{312DC763-48EF-4732-BDFF-CEEFC8B9F055}" presName="cycle" presStyleCnt="0"/>
      <dgm:spPr/>
    </dgm:pt>
    <dgm:pt modelId="{941E5E13-EB84-4693-A611-35C98A58F4B2}" type="pres">
      <dgm:prSet presAssocID="{312DC763-48EF-4732-BDFF-CEEFC8B9F055}" presName="srcNode" presStyleLbl="node1" presStyleIdx="0" presStyleCnt="4"/>
      <dgm:spPr/>
    </dgm:pt>
    <dgm:pt modelId="{3B04B016-99C0-49CC-9826-0C827415CF33}" type="pres">
      <dgm:prSet presAssocID="{312DC763-48EF-4732-BDFF-CEEFC8B9F055}" presName="conn" presStyleLbl="parChTrans1D2" presStyleIdx="0" presStyleCnt="1"/>
      <dgm:spPr/>
    </dgm:pt>
    <dgm:pt modelId="{6242DB1C-C440-4FCD-A749-0EA96449E6E1}" type="pres">
      <dgm:prSet presAssocID="{312DC763-48EF-4732-BDFF-CEEFC8B9F055}" presName="extraNode" presStyleLbl="node1" presStyleIdx="0" presStyleCnt="4"/>
      <dgm:spPr/>
    </dgm:pt>
    <dgm:pt modelId="{A295489D-BE8A-4F88-B970-68BD3958CAD7}" type="pres">
      <dgm:prSet presAssocID="{312DC763-48EF-4732-BDFF-CEEFC8B9F055}" presName="dstNode" presStyleLbl="node1" presStyleIdx="0" presStyleCnt="4"/>
      <dgm:spPr/>
    </dgm:pt>
    <dgm:pt modelId="{8C529F7D-F88F-4055-AFF4-0ADE261DF921}" type="pres">
      <dgm:prSet presAssocID="{2CFA66EB-A421-4080-8884-E75D739AAC09}" presName="text_1" presStyleLbl="node1" presStyleIdx="0" presStyleCnt="4">
        <dgm:presLayoutVars>
          <dgm:bulletEnabled val="1"/>
        </dgm:presLayoutVars>
      </dgm:prSet>
      <dgm:spPr/>
    </dgm:pt>
    <dgm:pt modelId="{C94AE930-FD2C-4036-A3C4-D33001D6E2DE}" type="pres">
      <dgm:prSet presAssocID="{2CFA66EB-A421-4080-8884-E75D739AAC09}" presName="accent_1" presStyleCnt="0"/>
      <dgm:spPr/>
    </dgm:pt>
    <dgm:pt modelId="{A3F43090-4303-4218-9634-F4A042E26A89}" type="pres">
      <dgm:prSet presAssocID="{2CFA66EB-A421-4080-8884-E75D739AAC09}" presName="accentRepeatNode" presStyleLbl="solidFgAcc1" presStyleIdx="0" presStyleCnt="4"/>
      <dgm:spPr/>
    </dgm:pt>
    <dgm:pt modelId="{DBE23741-773F-49CF-A90F-6E048917C1EA}" type="pres">
      <dgm:prSet presAssocID="{83E60262-82C9-4D49-A015-A252FEAF600D}" presName="text_2" presStyleLbl="node1" presStyleIdx="1" presStyleCnt="4">
        <dgm:presLayoutVars>
          <dgm:bulletEnabled val="1"/>
        </dgm:presLayoutVars>
      </dgm:prSet>
      <dgm:spPr/>
    </dgm:pt>
    <dgm:pt modelId="{2FAFE4E7-3674-4E86-87D8-04604AC4C954}" type="pres">
      <dgm:prSet presAssocID="{83E60262-82C9-4D49-A015-A252FEAF600D}" presName="accent_2" presStyleCnt="0"/>
      <dgm:spPr/>
    </dgm:pt>
    <dgm:pt modelId="{51FDAAC4-8AD3-4390-B32A-53BAE64F198E}" type="pres">
      <dgm:prSet presAssocID="{83E60262-82C9-4D49-A015-A252FEAF600D}" presName="accentRepeatNode" presStyleLbl="solidFgAcc1" presStyleIdx="1" presStyleCnt="4"/>
      <dgm:spPr/>
    </dgm:pt>
    <dgm:pt modelId="{69E6D164-1BA2-459D-95DE-3D03E755273E}" type="pres">
      <dgm:prSet presAssocID="{D24A0BAD-FD0D-44BC-9E66-4A152A2EB000}" presName="text_3" presStyleLbl="node1" presStyleIdx="2" presStyleCnt="4">
        <dgm:presLayoutVars>
          <dgm:bulletEnabled val="1"/>
        </dgm:presLayoutVars>
      </dgm:prSet>
      <dgm:spPr/>
    </dgm:pt>
    <dgm:pt modelId="{28037245-8D97-4CF3-A06B-CD9F91FCE1CD}" type="pres">
      <dgm:prSet presAssocID="{D24A0BAD-FD0D-44BC-9E66-4A152A2EB000}" presName="accent_3" presStyleCnt="0"/>
      <dgm:spPr/>
    </dgm:pt>
    <dgm:pt modelId="{5FC9CD08-8202-4E24-B13E-405BC430B8F5}" type="pres">
      <dgm:prSet presAssocID="{D24A0BAD-FD0D-44BC-9E66-4A152A2EB000}" presName="accentRepeatNode" presStyleLbl="solidFgAcc1" presStyleIdx="2" presStyleCnt="4"/>
      <dgm:spPr/>
    </dgm:pt>
    <dgm:pt modelId="{CF866D22-5457-4DFD-B7D7-1FBA2F33F359}" type="pres">
      <dgm:prSet presAssocID="{1DAD004D-E6DB-4BB5-8B27-DBE811269DB8}" presName="text_4" presStyleLbl="node1" presStyleIdx="3" presStyleCnt="4">
        <dgm:presLayoutVars>
          <dgm:bulletEnabled val="1"/>
        </dgm:presLayoutVars>
      </dgm:prSet>
      <dgm:spPr/>
    </dgm:pt>
    <dgm:pt modelId="{CAA46C56-1BE2-44FC-A3C7-904429517A18}" type="pres">
      <dgm:prSet presAssocID="{1DAD004D-E6DB-4BB5-8B27-DBE811269DB8}" presName="accent_4" presStyleCnt="0"/>
      <dgm:spPr/>
    </dgm:pt>
    <dgm:pt modelId="{D7E0027A-E32D-4ACC-B422-AA872F9869D4}" type="pres">
      <dgm:prSet presAssocID="{1DAD004D-E6DB-4BB5-8B27-DBE811269DB8}" presName="accentRepeatNode" presStyleLbl="solidFgAcc1" presStyleIdx="3" presStyleCnt="4"/>
      <dgm:spPr/>
    </dgm:pt>
  </dgm:ptLst>
  <dgm:cxnLst>
    <dgm:cxn modelId="{FBD4CE26-BFE6-415A-B27D-D18B7699CC3E}" srcId="{312DC763-48EF-4732-BDFF-CEEFC8B9F055}" destId="{2CFA66EB-A421-4080-8884-E75D739AAC09}" srcOrd="0" destOrd="0" parTransId="{7A3E742F-03FD-4AA7-89DC-30E36FB38DB0}" sibTransId="{122083E7-284D-42B5-9ECD-A4871555D7D7}"/>
    <dgm:cxn modelId="{7EC93D32-E8E2-4305-B50D-69DAADB246B5}" srcId="{312DC763-48EF-4732-BDFF-CEEFC8B9F055}" destId="{D24A0BAD-FD0D-44BC-9E66-4A152A2EB000}" srcOrd="2" destOrd="0" parTransId="{ABF68C2D-5EA6-4080-9CD5-5535E58C6EEA}" sibTransId="{C33EE2B8-4D6A-43DB-B63F-A122243D5B04}"/>
    <dgm:cxn modelId="{8E6CCD63-59BA-4C65-AA22-6CDE6221BBB2}" srcId="{312DC763-48EF-4732-BDFF-CEEFC8B9F055}" destId="{1DAD004D-E6DB-4BB5-8B27-DBE811269DB8}" srcOrd="3" destOrd="0" parTransId="{99AE5200-E84F-40EE-A357-7952AC46E0F9}" sibTransId="{EDF96D4E-3EE8-44ED-B3D3-0CE1E0616A1C}"/>
    <dgm:cxn modelId="{F2F73365-1BFF-4046-8E32-E8F8B1F0F8CD}" type="presOf" srcId="{1DAD004D-E6DB-4BB5-8B27-DBE811269DB8}" destId="{CF866D22-5457-4DFD-B7D7-1FBA2F33F359}" srcOrd="0" destOrd="0" presId="urn:microsoft.com/office/officeart/2008/layout/VerticalCurvedList"/>
    <dgm:cxn modelId="{639D7C6C-5E87-4EF8-B8AD-535A0C9B1C48}" srcId="{312DC763-48EF-4732-BDFF-CEEFC8B9F055}" destId="{83E60262-82C9-4D49-A015-A252FEAF600D}" srcOrd="1" destOrd="0" parTransId="{845D0964-5272-4B9D-90F9-F68EBC3C72AB}" sibTransId="{0BDA37F7-ED01-44A8-BBCD-329660115CD7}"/>
    <dgm:cxn modelId="{495EB68C-3F9F-4A8D-A063-26ED1332B801}" type="presOf" srcId="{83E60262-82C9-4D49-A015-A252FEAF600D}" destId="{DBE23741-773F-49CF-A90F-6E048917C1EA}" srcOrd="0" destOrd="0" presId="urn:microsoft.com/office/officeart/2008/layout/VerticalCurvedList"/>
    <dgm:cxn modelId="{EA4FBD97-2948-4D31-BD38-0D0078F171A4}" type="presOf" srcId="{2CFA66EB-A421-4080-8884-E75D739AAC09}" destId="{8C529F7D-F88F-4055-AFF4-0ADE261DF921}" srcOrd="0" destOrd="0" presId="urn:microsoft.com/office/officeart/2008/layout/VerticalCurvedList"/>
    <dgm:cxn modelId="{982B6EDE-DCDE-4AB3-8246-14E8616CD55D}" type="presOf" srcId="{D24A0BAD-FD0D-44BC-9E66-4A152A2EB000}" destId="{69E6D164-1BA2-459D-95DE-3D03E755273E}" srcOrd="0" destOrd="0" presId="urn:microsoft.com/office/officeart/2008/layout/VerticalCurvedList"/>
    <dgm:cxn modelId="{29BF49EA-05CE-4CE9-B21A-C423EEAD54A4}" type="presOf" srcId="{122083E7-284D-42B5-9ECD-A4871555D7D7}" destId="{3B04B016-99C0-49CC-9826-0C827415CF33}" srcOrd="0" destOrd="0" presId="urn:microsoft.com/office/officeart/2008/layout/VerticalCurvedList"/>
    <dgm:cxn modelId="{2484E6FF-4A7D-4EF2-B4A8-60BDD6DD8F77}" type="presOf" srcId="{312DC763-48EF-4732-BDFF-CEEFC8B9F055}" destId="{CB22320A-218E-478F-9F86-197798B25BFC}" srcOrd="0" destOrd="0" presId="urn:microsoft.com/office/officeart/2008/layout/VerticalCurvedList"/>
    <dgm:cxn modelId="{5C97E06D-E246-4CE0-9CA1-AB1F6E9D532D}" type="presParOf" srcId="{CB22320A-218E-478F-9F86-197798B25BFC}" destId="{DBAE5752-489B-4919-9A8D-34E432C2F567}" srcOrd="0" destOrd="0" presId="urn:microsoft.com/office/officeart/2008/layout/VerticalCurvedList"/>
    <dgm:cxn modelId="{BE24C9F8-D1E0-445F-BC55-7DE250863F62}" type="presParOf" srcId="{DBAE5752-489B-4919-9A8D-34E432C2F567}" destId="{7E871241-CC03-4B2E-83B8-21B60C5F3E59}" srcOrd="0" destOrd="0" presId="urn:microsoft.com/office/officeart/2008/layout/VerticalCurvedList"/>
    <dgm:cxn modelId="{0A645C7F-9959-4E4C-953E-CBF400A0E6C8}" type="presParOf" srcId="{7E871241-CC03-4B2E-83B8-21B60C5F3E59}" destId="{941E5E13-EB84-4693-A611-35C98A58F4B2}" srcOrd="0" destOrd="0" presId="urn:microsoft.com/office/officeart/2008/layout/VerticalCurvedList"/>
    <dgm:cxn modelId="{8FA93AE0-D2DD-43FF-AD1B-57DD4E3E6CC5}" type="presParOf" srcId="{7E871241-CC03-4B2E-83B8-21B60C5F3E59}" destId="{3B04B016-99C0-49CC-9826-0C827415CF33}" srcOrd="1" destOrd="0" presId="urn:microsoft.com/office/officeart/2008/layout/VerticalCurvedList"/>
    <dgm:cxn modelId="{8964F048-5DF4-4256-BC3C-3F207DB3D040}" type="presParOf" srcId="{7E871241-CC03-4B2E-83B8-21B60C5F3E59}" destId="{6242DB1C-C440-4FCD-A749-0EA96449E6E1}" srcOrd="2" destOrd="0" presId="urn:microsoft.com/office/officeart/2008/layout/VerticalCurvedList"/>
    <dgm:cxn modelId="{E9906D3B-4D31-4CC1-ACEF-DD25AD0D9AC1}" type="presParOf" srcId="{7E871241-CC03-4B2E-83B8-21B60C5F3E59}" destId="{A295489D-BE8A-4F88-B970-68BD3958CAD7}" srcOrd="3" destOrd="0" presId="urn:microsoft.com/office/officeart/2008/layout/VerticalCurvedList"/>
    <dgm:cxn modelId="{0F9ED425-277D-4C5D-A956-1F7FF1ABCB16}" type="presParOf" srcId="{DBAE5752-489B-4919-9A8D-34E432C2F567}" destId="{8C529F7D-F88F-4055-AFF4-0ADE261DF921}" srcOrd="1" destOrd="0" presId="urn:microsoft.com/office/officeart/2008/layout/VerticalCurvedList"/>
    <dgm:cxn modelId="{9F72D9C3-8272-4142-BEB6-37A0496241A0}" type="presParOf" srcId="{DBAE5752-489B-4919-9A8D-34E432C2F567}" destId="{C94AE930-FD2C-4036-A3C4-D33001D6E2DE}" srcOrd="2" destOrd="0" presId="urn:microsoft.com/office/officeart/2008/layout/VerticalCurvedList"/>
    <dgm:cxn modelId="{97AAB84D-996B-45BC-9A49-3E6E8A017740}" type="presParOf" srcId="{C94AE930-FD2C-4036-A3C4-D33001D6E2DE}" destId="{A3F43090-4303-4218-9634-F4A042E26A89}" srcOrd="0" destOrd="0" presId="urn:microsoft.com/office/officeart/2008/layout/VerticalCurvedList"/>
    <dgm:cxn modelId="{ABF5F4EE-704E-4AAD-9297-DD5555F549D2}" type="presParOf" srcId="{DBAE5752-489B-4919-9A8D-34E432C2F567}" destId="{DBE23741-773F-49CF-A90F-6E048917C1EA}" srcOrd="3" destOrd="0" presId="urn:microsoft.com/office/officeart/2008/layout/VerticalCurvedList"/>
    <dgm:cxn modelId="{4B29E525-8E85-4FB9-A870-640BE7E3FBC6}" type="presParOf" srcId="{DBAE5752-489B-4919-9A8D-34E432C2F567}" destId="{2FAFE4E7-3674-4E86-87D8-04604AC4C954}" srcOrd="4" destOrd="0" presId="urn:microsoft.com/office/officeart/2008/layout/VerticalCurvedList"/>
    <dgm:cxn modelId="{6027C869-77A2-43F4-A018-5C987DAC6F27}" type="presParOf" srcId="{2FAFE4E7-3674-4E86-87D8-04604AC4C954}" destId="{51FDAAC4-8AD3-4390-B32A-53BAE64F198E}" srcOrd="0" destOrd="0" presId="urn:microsoft.com/office/officeart/2008/layout/VerticalCurvedList"/>
    <dgm:cxn modelId="{0B1818FC-5A1E-4A08-8C04-C14B91FF38E4}" type="presParOf" srcId="{DBAE5752-489B-4919-9A8D-34E432C2F567}" destId="{69E6D164-1BA2-459D-95DE-3D03E755273E}" srcOrd="5" destOrd="0" presId="urn:microsoft.com/office/officeart/2008/layout/VerticalCurvedList"/>
    <dgm:cxn modelId="{6204F5AA-9EF2-47CC-8DC3-D649B9C26176}" type="presParOf" srcId="{DBAE5752-489B-4919-9A8D-34E432C2F567}" destId="{28037245-8D97-4CF3-A06B-CD9F91FCE1CD}" srcOrd="6" destOrd="0" presId="urn:microsoft.com/office/officeart/2008/layout/VerticalCurvedList"/>
    <dgm:cxn modelId="{53CAA649-FB8B-4DF2-8CD7-BC2CCE53754B}" type="presParOf" srcId="{28037245-8D97-4CF3-A06B-CD9F91FCE1CD}" destId="{5FC9CD08-8202-4E24-B13E-405BC430B8F5}" srcOrd="0" destOrd="0" presId="urn:microsoft.com/office/officeart/2008/layout/VerticalCurvedList"/>
    <dgm:cxn modelId="{F29CBBCC-E96C-4B6A-BA23-9AA35DB95ABE}" type="presParOf" srcId="{DBAE5752-489B-4919-9A8D-34E432C2F567}" destId="{CF866D22-5457-4DFD-B7D7-1FBA2F33F359}" srcOrd="7" destOrd="0" presId="urn:microsoft.com/office/officeart/2008/layout/VerticalCurvedList"/>
    <dgm:cxn modelId="{BC66FB90-7D08-431D-BE34-9A16D4969965}" type="presParOf" srcId="{DBAE5752-489B-4919-9A8D-34E432C2F567}" destId="{CAA46C56-1BE2-44FC-A3C7-904429517A18}" srcOrd="8" destOrd="0" presId="urn:microsoft.com/office/officeart/2008/layout/VerticalCurvedList"/>
    <dgm:cxn modelId="{C1646602-FEDE-49D1-8347-BAC76B0B0207}" type="presParOf" srcId="{CAA46C56-1BE2-44FC-A3C7-904429517A18}" destId="{D7E0027A-E32D-4ACC-B422-AA872F9869D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D1D31B2-D791-40A3-B352-859B17310C7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52EFE62-F550-4696-B5C1-E6E16BF41D15}">
      <dgm:prSet/>
      <dgm:spPr/>
      <dgm:t>
        <a:bodyPr/>
        <a:lstStyle/>
        <a:p>
          <a:r>
            <a:rPr lang="uk-UA" b="0" i="0" dirty="0"/>
            <a:t>Перша Малоросійська колегія (1722–1727 рр.)</a:t>
          </a:r>
          <a:endParaRPr lang="uk-UA" dirty="0"/>
        </a:p>
      </dgm:t>
    </dgm:pt>
    <dgm:pt modelId="{D679B489-1967-46AE-AACF-5F9F714A29CD}" type="parTrans" cxnId="{B7FE302F-5BB0-457A-89D1-A5AB1AD10B37}">
      <dgm:prSet/>
      <dgm:spPr/>
      <dgm:t>
        <a:bodyPr/>
        <a:lstStyle/>
        <a:p>
          <a:endParaRPr lang="uk-UA"/>
        </a:p>
      </dgm:t>
    </dgm:pt>
    <dgm:pt modelId="{38CB767C-667B-4F56-85F3-CE9654F749C6}" type="sibTrans" cxnId="{B7FE302F-5BB0-457A-89D1-A5AB1AD10B37}">
      <dgm:prSet/>
      <dgm:spPr/>
      <dgm:t>
        <a:bodyPr/>
        <a:lstStyle/>
        <a:p>
          <a:endParaRPr lang="uk-UA"/>
        </a:p>
      </dgm:t>
    </dgm:pt>
    <dgm:pt modelId="{2A4B0F5C-901A-466A-8A75-D5438704719E}">
      <dgm:prSet/>
      <dgm:spPr/>
      <dgm:t>
        <a:bodyPr/>
        <a:lstStyle/>
        <a:p>
          <a:r>
            <a:rPr lang="uk-UA" b="0" i="0" dirty="0"/>
            <a:t>«Правління гетьманського уряду» (1734–1750 рр.)</a:t>
          </a:r>
          <a:endParaRPr lang="uk-UA" dirty="0"/>
        </a:p>
      </dgm:t>
    </dgm:pt>
    <dgm:pt modelId="{E7DF7D3D-1E24-4BDA-B772-5479C39B1463}" type="parTrans" cxnId="{FE25E12C-93AF-4DAA-84F2-B545F82981E9}">
      <dgm:prSet/>
      <dgm:spPr/>
      <dgm:t>
        <a:bodyPr/>
        <a:lstStyle/>
        <a:p>
          <a:endParaRPr lang="uk-UA"/>
        </a:p>
      </dgm:t>
    </dgm:pt>
    <dgm:pt modelId="{80714DFA-B535-41EA-97ED-C4D9467A51B2}" type="sibTrans" cxnId="{FE25E12C-93AF-4DAA-84F2-B545F82981E9}">
      <dgm:prSet/>
      <dgm:spPr/>
      <dgm:t>
        <a:bodyPr/>
        <a:lstStyle/>
        <a:p>
          <a:endParaRPr lang="uk-UA"/>
        </a:p>
      </dgm:t>
    </dgm:pt>
    <dgm:pt modelId="{23D48D53-0BE9-42E8-AFDA-DC571F2B4567}">
      <dgm:prSet/>
      <dgm:spPr/>
      <dgm:t>
        <a:bodyPr/>
        <a:lstStyle/>
        <a:p>
          <a:r>
            <a:rPr lang="uk-UA" b="0" i="0" dirty="0"/>
            <a:t>Генеральна канцелярія гетьмана К. Розумовського (1750–1764 рр.)</a:t>
          </a:r>
          <a:endParaRPr lang="uk-UA" dirty="0"/>
        </a:p>
      </dgm:t>
    </dgm:pt>
    <dgm:pt modelId="{933D3ADF-9573-4C6E-B5CE-F4F000A1B622}" type="parTrans" cxnId="{C2AE121F-7E74-4A2F-89C4-CFF6E35E1159}">
      <dgm:prSet/>
      <dgm:spPr/>
      <dgm:t>
        <a:bodyPr/>
        <a:lstStyle/>
        <a:p>
          <a:endParaRPr lang="uk-UA"/>
        </a:p>
      </dgm:t>
    </dgm:pt>
    <dgm:pt modelId="{6C8DD794-575A-43BE-96A3-8AECD067BE35}" type="sibTrans" cxnId="{C2AE121F-7E74-4A2F-89C4-CFF6E35E1159}">
      <dgm:prSet/>
      <dgm:spPr/>
      <dgm:t>
        <a:bodyPr/>
        <a:lstStyle/>
        <a:p>
          <a:endParaRPr lang="uk-UA"/>
        </a:p>
      </dgm:t>
    </dgm:pt>
    <dgm:pt modelId="{93328BF2-7BCA-4304-AEE4-9D235C6833EC}">
      <dgm:prSet/>
      <dgm:spPr/>
      <dgm:t>
        <a:bodyPr/>
        <a:lstStyle/>
        <a:p>
          <a:r>
            <a:rPr lang="uk-UA" b="0" i="0" dirty="0"/>
            <a:t>Друга Малоросійська колегія (1764–1786 рр.)</a:t>
          </a:r>
          <a:endParaRPr lang="uk-UA" dirty="0"/>
        </a:p>
      </dgm:t>
    </dgm:pt>
    <dgm:pt modelId="{3043BF84-E46A-4DE3-A013-F2351ED06637}" type="parTrans" cxnId="{19110C67-D17A-4E04-85CF-32E26FC04FD5}">
      <dgm:prSet/>
      <dgm:spPr/>
      <dgm:t>
        <a:bodyPr/>
        <a:lstStyle/>
        <a:p>
          <a:endParaRPr lang="uk-UA"/>
        </a:p>
      </dgm:t>
    </dgm:pt>
    <dgm:pt modelId="{24F83067-C785-4D23-BE7F-3BF8E30793DE}" type="sibTrans" cxnId="{19110C67-D17A-4E04-85CF-32E26FC04FD5}">
      <dgm:prSet/>
      <dgm:spPr/>
      <dgm:t>
        <a:bodyPr/>
        <a:lstStyle/>
        <a:p>
          <a:endParaRPr lang="uk-UA"/>
        </a:p>
      </dgm:t>
    </dgm:pt>
    <dgm:pt modelId="{BB845FA0-D77C-4923-996C-A66BBB0253BB}" type="pres">
      <dgm:prSet presAssocID="{0D1D31B2-D791-40A3-B352-859B17310C7D}" presName="Name0" presStyleCnt="0">
        <dgm:presLayoutVars>
          <dgm:chMax val="7"/>
          <dgm:chPref val="7"/>
          <dgm:dir/>
        </dgm:presLayoutVars>
      </dgm:prSet>
      <dgm:spPr/>
    </dgm:pt>
    <dgm:pt modelId="{CA173829-EA51-4A2D-A8EE-739CBA2DA277}" type="pres">
      <dgm:prSet presAssocID="{0D1D31B2-D791-40A3-B352-859B17310C7D}" presName="Name1" presStyleCnt="0"/>
      <dgm:spPr/>
    </dgm:pt>
    <dgm:pt modelId="{C5F03932-F7A0-4DEA-A00F-CB1EE105C6BD}" type="pres">
      <dgm:prSet presAssocID="{0D1D31B2-D791-40A3-B352-859B17310C7D}" presName="cycle" presStyleCnt="0"/>
      <dgm:spPr/>
    </dgm:pt>
    <dgm:pt modelId="{89BB1407-7210-4922-876E-3D96A8E2805E}" type="pres">
      <dgm:prSet presAssocID="{0D1D31B2-D791-40A3-B352-859B17310C7D}" presName="srcNode" presStyleLbl="node1" presStyleIdx="0" presStyleCnt="4"/>
      <dgm:spPr/>
    </dgm:pt>
    <dgm:pt modelId="{D0B8962F-A140-4405-9042-40E1971C97FB}" type="pres">
      <dgm:prSet presAssocID="{0D1D31B2-D791-40A3-B352-859B17310C7D}" presName="conn" presStyleLbl="parChTrans1D2" presStyleIdx="0" presStyleCnt="1"/>
      <dgm:spPr/>
    </dgm:pt>
    <dgm:pt modelId="{8321E65E-C078-4903-A49B-9FBCD9DBF33B}" type="pres">
      <dgm:prSet presAssocID="{0D1D31B2-D791-40A3-B352-859B17310C7D}" presName="extraNode" presStyleLbl="node1" presStyleIdx="0" presStyleCnt="4"/>
      <dgm:spPr/>
    </dgm:pt>
    <dgm:pt modelId="{3954AC7F-3A54-4F11-99E1-B70D61977945}" type="pres">
      <dgm:prSet presAssocID="{0D1D31B2-D791-40A3-B352-859B17310C7D}" presName="dstNode" presStyleLbl="node1" presStyleIdx="0" presStyleCnt="4"/>
      <dgm:spPr/>
    </dgm:pt>
    <dgm:pt modelId="{19FBDB88-F9CC-4CC2-ABCB-31104D842C97}" type="pres">
      <dgm:prSet presAssocID="{852EFE62-F550-4696-B5C1-E6E16BF41D15}" presName="text_1" presStyleLbl="node1" presStyleIdx="0" presStyleCnt="4">
        <dgm:presLayoutVars>
          <dgm:bulletEnabled val="1"/>
        </dgm:presLayoutVars>
      </dgm:prSet>
      <dgm:spPr/>
    </dgm:pt>
    <dgm:pt modelId="{A6350B46-52F2-4E47-B2F8-901C751B0EA0}" type="pres">
      <dgm:prSet presAssocID="{852EFE62-F550-4696-B5C1-E6E16BF41D15}" presName="accent_1" presStyleCnt="0"/>
      <dgm:spPr/>
    </dgm:pt>
    <dgm:pt modelId="{86C35887-0E89-46DE-888F-3193E4B68AE3}" type="pres">
      <dgm:prSet presAssocID="{852EFE62-F550-4696-B5C1-E6E16BF41D15}" presName="accentRepeatNode" presStyleLbl="solidFgAcc1" presStyleIdx="0" presStyleCnt="4"/>
      <dgm:spPr/>
    </dgm:pt>
    <dgm:pt modelId="{7F20C0BF-647B-40BF-898A-9213AC09F3BA}" type="pres">
      <dgm:prSet presAssocID="{2A4B0F5C-901A-466A-8A75-D5438704719E}" presName="text_2" presStyleLbl="node1" presStyleIdx="1" presStyleCnt="4">
        <dgm:presLayoutVars>
          <dgm:bulletEnabled val="1"/>
        </dgm:presLayoutVars>
      </dgm:prSet>
      <dgm:spPr/>
    </dgm:pt>
    <dgm:pt modelId="{4CA88177-5F72-4622-8AF8-35050F9157C2}" type="pres">
      <dgm:prSet presAssocID="{2A4B0F5C-901A-466A-8A75-D5438704719E}" presName="accent_2" presStyleCnt="0"/>
      <dgm:spPr/>
    </dgm:pt>
    <dgm:pt modelId="{3EF5A966-BF2D-48FE-B491-CDA720A053AC}" type="pres">
      <dgm:prSet presAssocID="{2A4B0F5C-901A-466A-8A75-D5438704719E}" presName="accentRepeatNode" presStyleLbl="solidFgAcc1" presStyleIdx="1" presStyleCnt="4"/>
      <dgm:spPr/>
    </dgm:pt>
    <dgm:pt modelId="{644FE658-F8BB-46EA-AFF7-50CBA1A2AB21}" type="pres">
      <dgm:prSet presAssocID="{23D48D53-0BE9-42E8-AFDA-DC571F2B4567}" presName="text_3" presStyleLbl="node1" presStyleIdx="2" presStyleCnt="4">
        <dgm:presLayoutVars>
          <dgm:bulletEnabled val="1"/>
        </dgm:presLayoutVars>
      </dgm:prSet>
      <dgm:spPr/>
    </dgm:pt>
    <dgm:pt modelId="{DEBF6E93-CD26-4D62-81E7-3361A3111841}" type="pres">
      <dgm:prSet presAssocID="{23D48D53-0BE9-42E8-AFDA-DC571F2B4567}" presName="accent_3" presStyleCnt="0"/>
      <dgm:spPr/>
    </dgm:pt>
    <dgm:pt modelId="{9DD10CA9-D10D-44B8-9FAD-C10128A22B3B}" type="pres">
      <dgm:prSet presAssocID="{23D48D53-0BE9-42E8-AFDA-DC571F2B4567}" presName="accentRepeatNode" presStyleLbl="solidFgAcc1" presStyleIdx="2" presStyleCnt="4"/>
      <dgm:spPr/>
    </dgm:pt>
    <dgm:pt modelId="{DB8658E6-0481-44DC-90A2-4800AACA8F74}" type="pres">
      <dgm:prSet presAssocID="{93328BF2-7BCA-4304-AEE4-9D235C6833EC}" presName="text_4" presStyleLbl="node1" presStyleIdx="3" presStyleCnt="4">
        <dgm:presLayoutVars>
          <dgm:bulletEnabled val="1"/>
        </dgm:presLayoutVars>
      </dgm:prSet>
      <dgm:spPr/>
    </dgm:pt>
    <dgm:pt modelId="{0820602D-8D43-4C6E-A6B4-4E16562F05BA}" type="pres">
      <dgm:prSet presAssocID="{93328BF2-7BCA-4304-AEE4-9D235C6833EC}" presName="accent_4" presStyleCnt="0"/>
      <dgm:spPr/>
    </dgm:pt>
    <dgm:pt modelId="{939FDFCB-885E-4A91-8660-AB56FFFB47C3}" type="pres">
      <dgm:prSet presAssocID="{93328BF2-7BCA-4304-AEE4-9D235C6833EC}" presName="accentRepeatNode" presStyleLbl="solidFgAcc1" presStyleIdx="3" presStyleCnt="4"/>
      <dgm:spPr/>
    </dgm:pt>
  </dgm:ptLst>
  <dgm:cxnLst>
    <dgm:cxn modelId="{C2AE121F-7E74-4A2F-89C4-CFF6E35E1159}" srcId="{0D1D31B2-D791-40A3-B352-859B17310C7D}" destId="{23D48D53-0BE9-42E8-AFDA-DC571F2B4567}" srcOrd="2" destOrd="0" parTransId="{933D3ADF-9573-4C6E-B5CE-F4F000A1B622}" sibTransId="{6C8DD794-575A-43BE-96A3-8AECD067BE35}"/>
    <dgm:cxn modelId="{DE0A7723-9094-4681-89F4-54298A17FB9F}" type="presOf" srcId="{23D48D53-0BE9-42E8-AFDA-DC571F2B4567}" destId="{644FE658-F8BB-46EA-AFF7-50CBA1A2AB21}" srcOrd="0" destOrd="0" presId="urn:microsoft.com/office/officeart/2008/layout/VerticalCurvedList"/>
    <dgm:cxn modelId="{FE25E12C-93AF-4DAA-84F2-B545F82981E9}" srcId="{0D1D31B2-D791-40A3-B352-859B17310C7D}" destId="{2A4B0F5C-901A-466A-8A75-D5438704719E}" srcOrd="1" destOrd="0" parTransId="{E7DF7D3D-1E24-4BDA-B772-5479C39B1463}" sibTransId="{80714DFA-B535-41EA-97ED-C4D9467A51B2}"/>
    <dgm:cxn modelId="{B7FE302F-5BB0-457A-89D1-A5AB1AD10B37}" srcId="{0D1D31B2-D791-40A3-B352-859B17310C7D}" destId="{852EFE62-F550-4696-B5C1-E6E16BF41D15}" srcOrd="0" destOrd="0" parTransId="{D679B489-1967-46AE-AACF-5F9F714A29CD}" sibTransId="{38CB767C-667B-4F56-85F3-CE9654F749C6}"/>
    <dgm:cxn modelId="{81A6BB5B-7445-44E9-9F7C-21F3790669A9}" type="presOf" srcId="{93328BF2-7BCA-4304-AEE4-9D235C6833EC}" destId="{DB8658E6-0481-44DC-90A2-4800AACA8F74}" srcOrd="0" destOrd="0" presId="urn:microsoft.com/office/officeart/2008/layout/VerticalCurvedList"/>
    <dgm:cxn modelId="{19110C67-D17A-4E04-85CF-32E26FC04FD5}" srcId="{0D1D31B2-D791-40A3-B352-859B17310C7D}" destId="{93328BF2-7BCA-4304-AEE4-9D235C6833EC}" srcOrd="3" destOrd="0" parTransId="{3043BF84-E46A-4DE3-A013-F2351ED06637}" sibTransId="{24F83067-C785-4D23-BE7F-3BF8E30793DE}"/>
    <dgm:cxn modelId="{097A9050-9260-46A1-AED3-1388DCB7F33A}" type="presOf" srcId="{38CB767C-667B-4F56-85F3-CE9654F749C6}" destId="{D0B8962F-A140-4405-9042-40E1971C97FB}" srcOrd="0" destOrd="0" presId="urn:microsoft.com/office/officeart/2008/layout/VerticalCurvedList"/>
    <dgm:cxn modelId="{1304A9C3-FE21-49D4-A285-BBF07D21D061}" type="presOf" srcId="{0D1D31B2-D791-40A3-B352-859B17310C7D}" destId="{BB845FA0-D77C-4923-996C-A66BBB0253BB}" srcOrd="0" destOrd="0" presId="urn:microsoft.com/office/officeart/2008/layout/VerticalCurvedList"/>
    <dgm:cxn modelId="{A8F2BFE2-D4F2-46E2-B934-836960F010F9}" type="presOf" srcId="{2A4B0F5C-901A-466A-8A75-D5438704719E}" destId="{7F20C0BF-647B-40BF-898A-9213AC09F3BA}" srcOrd="0" destOrd="0" presId="urn:microsoft.com/office/officeart/2008/layout/VerticalCurvedList"/>
    <dgm:cxn modelId="{D350FAE5-E87F-4750-B938-6333D5073B6E}" type="presOf" srcId="{852EFE62-F550-4696-B5C1-E6E16BF41D15}" destId="{19FBDB88-F9CC-4CC2-ABCB-31104D842C97}" srcOrd="0" destOrd="0" presId="urn:microsoft.com/office/officeart/2008/layout/VerticalCurvedList"/>
    <dgm:cxn modelId="{F2CA406F-21C9-42EA-922D-8AC6496547F8}" type="presParOf" srcId="{BB845FA0-D77C-4923-996C-A66BBB0253BB}" destId="{CA173829-EA51-4A2D-A8EE-739CBA2DA277}" srcOrd="0" destOrd="0" presId="urn:microsoft.com/office/officeart/2008/layout/VerticalCurvedList"/>
    <dgm:cxn modelId="{B30F4CFB-B68E-4BD7-8F8A-77C61C034B01}" type="presParOf" srcId="{CA173829-EA51-4A2D-A8EE-739CBA2DA277}" destId="{C5F03932-F7A0-4DEA-A00F-CB1EE105C6BD}" srcOrd="0" destOrd="0" presId="urn:microsoft.com/office/officeart/2008/layout/VerticalCurvedList"/>
    <dgm:cxn modelId="{3BA03C66-FA2E-49EA-B9CF-E00B3B2C3DC6}" type="presParOf" srcId="{C5F03932-F7A0-4DEA-A00F-CB1EE105C6BD}" destId="{89BB1407-7210-4922-876E-3D96A8E2805E}" srcOrd="0" destOrd="0" presId="urn:microsoft.com/office/officeart/2008/layout/VerticalCurvedList"/>
    <dgm:cxn modelId="{A8412938-7B25-4FD4-B620-469B3FBB2F2E}" type="presParOf" srcId="{C5F03932-F7A0-4DEA-A00F-CB1EE105C6BD}" destId="{D0B8962F-A140-4405-9042-40E1971C97FB}" srcOrd="1" destOrd="0" presId="urn:microsoft.com/office/officeart/2008/layout/VerticalCurvedList"/>
    <dgm:cxn modelId="{4C88EE7C-C59E-44B2-AFF8-98245F887DAA}" type="presParOf" srcId="{C5F03932-F7A0-4DEA-A00F-CB1EE105C6BD}" destId="{8321E65E-C078-4903-A49B-9FBCD9DBF33B}" srcOrd="2" destOrd="0" presId="urn:microsoft.com/office/officeart/2008/layout/VerticalCurvedList"/>
    <dgm:cxn modelId="{26C42975-129E-4752-A24F-2673B2F8A280}" type="presParOf" srcId="{C5F03932-F7A0-4DEA-A00F-CB1EE105C6BD}" destId="{3954AC7F-3A54-4F11-99E1-B70D61977945}" srcOrd="3" destOrd="0" presId="urn:microsoft.com/office/officeart/2008/layout/VerticalCurvedList"/>
    <dgm:cxn modelId="{FF15D2CA-72DF-48B2-A789-DCEEBF17C07D}" type="presParOf" srcId="{CA173829-EA51-4A2D-A8EE-739CBA2DA277}" destId="{19FBDB88-F9CC-4CC2-ABCB-31104D842C97}" srcOrd="1" destOrd="0" presId="urn:microsoft.com/office/officeart/2008/layout/VerticalCurvedList"/>
    <dgm:cxn modelId="{5A5A8415-BD0D-43B2-A6F9-7446353A879C}" type="presParOf" srcId="{CA173829-EA51-4A2D-A8EE-739CBA2DA277}" destId="{A6350B46-52F2-4E47-B2F8-901C751B0EA0}" srcOrd="2" destOrd="0" presId="urn:microsoft.com/office/officeart/2008/layout/VerticalCurvedList"/>
    <dgm:cxn modelId="{BF9DD265-DC08-4FB2-8A6B-3CB35BD05232}" type="presParOf" srcId="{A6350B46-52F2-4E47-B2F8-901C751B0EA0}" destId="{86C35887-0E89-46DE-888F-3193E4B68AE3}" srcOrd="0" destOrd="0" presId="urn:microsoft.com/office/officeart/2008/layout/VerticalCurvedList"/>
    <dgm:cxn modelId="{19E838DC-EF45-4829-926F-F405D83D07C6}" type="presParOf" srcId="{CA173829-EA51-4A2D-A8EE-739CBA2DA277}" destId="{7F20C0BF-647B-40BF-898A-9213AC09F3BA}" srcOrd="3" destOrd="0" presId="urn:microsoft.com/office/officeart/2008/layout/VerticalCurvedList"/>
    <dgm:cxn modelId="{BBCF6966-3330-4BD9-9B5A-2FD447BE8506}" type="presParOf" srcId="{CA173829-EA51-4A2D-A8EE-739CBA2DA277}" destId="{4CA88177-5F72-4622-8AF8-35050F9157C2}" srcOrd="4" destOrd="0" presId="urn:microsoft.com/office/officeart/2008/layout/VerticalCurvedList"/>
    <dgm:cxn modelId="{AB164F08-647A-43A7-A364-081BB3FCBED7}" type="presParOf" srcId="{4CA88177-5F72-4622-8AF8-35050F9157C2}" destId="{3EF5A966-BF2D-48FE-B491-CDA720A053AC}" srcOrd="0" destOrd="0" presId="urn:microsoft.com/office/officeart/2008/layout/VerticalCurvedList"/>
    <dgm:cxn modelId="{61FEEC76-971C-4E85-B089-73EE80CD77EE}" type="presParOf" srcId="{CA173829-EA51-4A2D-A8EE-739CBA2DA277}" destId="{644FE658-F8BB-46EA-AFF7-50CBA1A2AB21}" srcOrd="5" destOrd="0" presId="urn:microsoft.com/office/officeart/2008/layout/VerticalCurvedList"/>
    <dgm:cxn modelId="{622A2FCB-5AC7-402D-AA5D-87F56C03CA47}" type="presParOf" srcId="{CA173829-EA51-4A2D-A8EE-739CBA2DA277}" destId="{DEBF6E93-CD26-4D62-81E7-3361A3111841}" srcOrd="6" destOrd="0" presId="urn:microsoft.com/office/officeart/2008/layout/VerticalCurvedList"/>
    <dgm:cxn modelId="{CAAECECE-E3DC-4641-A40E-C610E02AD4B0}" type="presParOf" srcId="{DEBF6E93-CD26-4D62-81E7-3361A3111841}" destId="{9DD10CA9-D10D-44B8-9FAD-C10128A22B3B}" srcOrd="0" destOrd="0" presId="urn:microsoft.com/office/officeart/2008/layout/VerticalCurvedList"/>
    <dgm:cxn modelId="{51744E4D-D75C-4B18-B96D-F4E670A7846D}" type="presParOf" srcId="{CA173829-EA51-4A2D-A8EE-739CBA2DA277}" destId="{DB8658E6-0481-44DC-90A2-4800AACA8F74}" srcOrd="7" destOrd="0" presId="urn:microsoft.com/office/officeart/2008/layout/VerticalCurvedList"/>
    <dgm:cxn modelId="{D74CB061-CDB7-4C15-BCEF-2AE0D84D6AA4}" type="presParOf" srcId="{CA173829-EA51-4A2D-A8EE-739CBA2DA277}" destId="{0820602D-8D43-4C6E-A6B4-4E16562F05BA}" srcOrd="8" destOrd="0" presId="urn:microsoft.com/office/officeart/2008/layout/VerticalCurvedList"/>
    <dgm:cxn modelId="{D78BC602-0EC4-4AD3-89D2-30EF625233D3}" type="presParOf" srcId="{0820602D-8D43-4C6E-A6B4-4E16562F05BA}" destId="{939FDFCB-885E-4A91-8660-AB56FFFB47C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56441A4-F7A8-42ED-A178-847D337255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A5B58F6-04C2-4285-B40F-F68747951276}">
      <dgm:prSet/>
      <dgm:spPr/>
      <dgm:t>
        <a:bodyPr/>
        <a:lstStyle/>
        <a:p>
          <a:r>
            <a:rPr lang="uk-UA" b="0" i="0" dirty="0"/>
            <a:t>Установлено контроль за Лівобережною та Слобідською Україною; посилено втручання з боку російського уряду у внутрішні справи Гетьманщини; обмежено функції полкових канцелярій.</a:t>
          </a:r>
          <a:endParaRPr lang="uk-UA" dirty="0"/>
        </a:p>
      </dgm:t>
    </dgm:pt>
    <dgm:pt modelId="{BA4B0D4A-912D-4F6A-A34F-1278E600DF9B}" type="parTrans" cxnId="{98184AFC-B42E-4720-BB48-2348BE019C18}">
      <dgm:prSet/>
      <dgm:spPr/>
      <dgm:t>
        <a:bodyPr/>
        <a:lstStyle/>
        <a:p>
          <a:endParaRPr lang="uk-UA"/>
        </a:p>
      </dgm:t>
    </dgm:pt>
    <dgm:pt modelId="{38591938-F37F-4616-9307-458871D02BEC}" type="sibTrans" cxnId="{98184AFC-B42E-4720-BB48-2348BE019C18}">
      <dgm:prSet/>
      <dgm:spPr/>
      <dgm:t>
        <a:bodyPr/>
        <a:lstStyle/>
        <a:p>
          <a:endParaRPr lang="uk-UA"/>
        </a:p>
      </dgm:t>
    </dgm:pt>
    <dgm:pt modelId="{5440639C-B98C-4BBE-8BFC-C8064CC002E6}">
      <dgm:prSet/>
      <dgm:spPr/>
      <dgm:t>
        <a:bodyPr/>
        <a:lstStyle/>
        <a:p>
          <a:r>
            <a:rPr lang="uk-UA" b="0" i="0" dirty="0"/>
            <a:t>Остаточно ліквідовано рештки автономного устрою Гетьманщини; повністю підпорядковано управління українськими землями загальноросійським державним органам; збільшено податки до царської казни.</a:t>
          </a:r>
          <a:endParaRPr lang="uk-UA" dirty="0"/>
        </a:p>
      </dgm:t>
    </dgm:pt>
    <dgm:pt modelId="{E1A31218-8722-4762-8A5F-1F7D99986326}" type="parTrans" cxnId="{90619EA8-416C-4209-8224-9319F893C573}">
      <dgm:prSet/>
      <dgm:spPr/>
      <dgm:t>
        <a:bodyPr/>
        <a:lstStyle/>
        <a:p>
          <a:endParaRPr lang="uk-UA"/>
        </a:p>
      </dgm:t>
    </dgm:pt>
    <dgm:pt modelId="{94D4A125-4E45-4E82-BF5C-6AF3531DCBEB}" type="sibTrans" cxnId="{90619EA8-416C-4209-8224-9319F893C573}">
      <dgm:prSet/>
      <dgm:spPr/>
      <dgm:t>
        <a:bodyPr/>
        <a:lstStyle/>
        <a:p>
          <a:endParaRPr lang="uk-UA"/>
        </a:p>
      </dgm:t>
    </dgm:pt>
    <dgm:pt modelId="{3E701833-6AC2-49AA-90DA-69CC7E92B6E7}">
      <dgm:prSet/>
      <dgm:spPr/>
      <dgm:t>
        <a:bodyPr/>
        <a:lstStyle/>
        <a:p>
          <a:r>
            <a:rPr lang="uk-UA" b="0" i="0" dirty="0" err="1"/>
            <a:t>Відокремлено</a:t>
          </a:r>
          <a:r>
            <a:rPr lang="uk-UA" b="0" i="0" dirty="0"/>
            <a:t> гетьманський скарб від державного; проведено Генеральне слідство щодо законності володіння маєтками; відновлено зовнішньо-політичну діяльність Гетьманщини.</a:t>
          </a:r>
          <a:endParaRPr lang="uk-UA" dirty="0"/>
        </a:p>
      </dgm:t>
    </dgm:pt>
    <dgm:pt modelId="{A7767BBB-1A84-40A1-A172-4C6D916DE080}" type="parTrans" cxnId="{99E70959-520B-42C3-9AEA-1D6FAA75BD48}">
      <dgm:prSet/>
      <dgm:spPr/>
      <dgm:t>
        <a:bodyPr/>
        <a:lstStyle/>
        <a:p>
          <a:endParaRPr lang="uk-UA"/>
        </a:p>
      </dgm:t>
    </dgm:pt>
    <dgm:pt modelId="{F71AA9C0-B41B-4CB9-8359-6A70931E4342}" type="sibTrans" cxnId="{99E70959-520B-42C3-9AEA-1D6FAA75BD48}">
      <dgm:prSet/>
      <dgm:spPr/>
      <dgm:t>
        <a:bodyPr/>
        <a:lstStyle/>
        <a:p>
          <a:endParaRPr lang="uk-UA"/>
        </a:p>
      </dgm:t>
    </dgm:pt>
    <dgm:pt modelId="{0921F26E-1C36-40AD-9842-64C4ED971A0A}">
      <dgm:prSet/>
      <dgm:spPr/>
      <dgm:t>
        <a:bodyPr/>
        <a:lstStyle/>
        <a:p>
          <a:r>
            <a:rPr lang="uk-UA" b="0" i="0" dirty="0"/>
            <a:t>Установлено контроль за діяльністю гетьмана та козацької старшини; збільшено стягнення податків до царської казни, провіанту для російської армії; розгляд апеляцій на судові рішення; роздача земельних володінь офіцерам і старшинам.</a:t>
          </a:r>
          <a:endParaRPr lang="uk-UA" dirty="0"/>
        </a:p>
      </dgm:t>
    </dgm:pt>
    <dgm:pt modelId="{00E990FD-0ED6-452D-8D55-A578A30F1688}" type="parTrans" cxnId="{33EF87E7-28F1-459D-950F-129EDD4432B9}">
      <dgm:prSet/>
      <dgm:spPr/>
      <dgm:t>
        <a:bodyPr/>
        <a:lstStyle/>
        <a:p>
          <a:endParaRPr lang="uk-UA"/>
        </a:p>
      </dgm:t>
    </dgm:pt>
    <dgm:pt modelId="{CE2804CC-B053-46A3-ADD2-20BF7C77B251}" type="sibTrans" cxnId="{33EF87E7-28F1-459D-950F-129EDD4432B9}">
      <dgm:prSet/>
      <dgm:spPr/>
      <dgm:t>
        <a:bodyPr/>
        <a:lstStyle/>
        <a:p>
          <a:endParaRPr lang="uk-UA"/>
        </a:p>
      </dgm:t>
    </dgm:pt>
    <dgm:pt modelId="{615398A3-4324-4D01-810C-2354A7227A1D}">
      <dgm:prSet/>
      <dgm:spPr/>
      <dgm:t>
        <a:bodyPr/>
        <a:lstStyle/>
        <a:p>
          <a:r>
            <a:rPr lang="uk-UA" b="0" i="0" dirty="0"/>
            <a:t>Повернуто під владу гетьмана Запорозьку Січ і Київ; проведено судову реформу — створено станові шляхетські суди (земський, </a:t>
          </a:r>
          <a:r>
            <a:rPr lang="uk-UA" b="0" i="0" dirty="0" err="1"/>
            <a:t>підкоморський</a:t>
          </a:r>
          <a:r>
            <a:rPr lang="uk-UA" b="0" i="0" dirty="0"/>
            <a:t>, </a:t>
          </a:r>
          <a:r>
            <a:rPr lang="uk-UA" b="0" i="0" dirty="0" err="1"/>
            <a:t>гродський</a:t>
          </a:r>
          <a:r>
            <a:rPr lang="uk-UA" b="0" i="0" dirty="0"/>
            <a:t>); реформовано козацьке військо.</a:t>
          </a:r>
          <a:endParaRPr lang="uk-UA" dirty="0"/>
        </a:p>
      </dgm:t>
    </dgm:pt>
    <dgm:pt modelId="{DBD49E5E-3B45-4B84-875D-CB4A32189899}" type="parTrans" cxnId="{B920C441-3883-4D2B-BA39-BDE192837B08}">
      <dgm:prSet/>
      <dgm:spPr/>
      <dgm:t>
        <a:bodyPr/>
        <a:lstStyle/>
        <a:p>
          <a:endParaRPr lang="uk-UA"/>
        </a:p>
      </dgm:t>
    </dgm:pt>
    <dgm:pt modelId="{56D0DFA5-E913-4D60-BDF2-65A53D58134F}" type="sibTrans" cxnId="{B920C441-3883-4D2B-BA39-BDE192837B08}">
      <dgm:prSet/>
      <dgm:spPr/>
      <dgm:t>
        <a:bodyPr/>
        <a:lstStyle/>
        <a:p>
          <a:endParaRPr lang="uk-UA"/>
        </a:p>
      </dgm:t>
    </dgm:pt>
    <dgm:pt modelId="{DED547F0-678C-4924-A21F-678C7D433991}" type="pres">
      <dgm:prSet presAssocID="{B56441A4-F7A8-42ED-A178-847D33725528}" presName="linear" presStyleCnt="0">
        <dgm:presLayoutVars>
          <dgm:animLvl val="lvl"/>
          <dgm:resizeHandles val="exact"/>
        </dgm:presLayoutVars>
      </dgm:prSet>
      <dgm:spPr/>
    </dgm:pt>
    <dgm:pt modelId="{A041DD00-CE82-40D1-9717-D102F78B6961}" type="pres">
      <dgm:prSet presAssocID="{BA5B58F6-04C2-4285-B40F-F6874795127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EB8BBFF-9BE8-41CA-A6B1-B494879259D3}" type="pres">
      <dgm:prSet presAssocID="{38591938-F37F-4616-9307-458871D02BEC}" presName="spacer" presStyleCnt="0"/>
      <dgm:spPr/>
    </dgm:pt>
    <dgm:pt modelId="{2B5F2C5F-A821-471E-83F9-CC4A960714EF}" type="pres">
      <dgm:prSet presAssocID="{5440639C-B98C-4BBE-8BFC-C8064CC002E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38D0D7A-9567-4EE9-BAD1-5B6ADC88170A}" type="pres">
      <dgm:prSet presAssocID="{94D4A125-4E45-4E82-BF5C-6AF3531DCBEB}" presName="spacer" presStyleCnt="0"/>
      <dgm:spPr/>
    </dgm:pt>
    <dgm:pt modelId="{30A31BB9-386D-4D8B-9C0C-0CF6F60DB37F}" type="pres">
      <dgm:prSet presAssocID="{3E701833-6AC2-49AA-90DA-69CC7E92B6E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98AF947-4A83-4514-B69F-1C2BBD15C751}" type="pres">
      <dgm:prSet presAssocID="{F71AA9C0-B41B-4CB9-8359-6A70931E4342}" presName="spacer" presStyleCnt="0"/>
      <dgm:spPr/>
    </dgm:pt>
    <dgm:pt modelId="{6264F573-6005-45D7-BEAF-6819A59B146C}" type="pres">
      <dgm:prSet presAssocID="{0921F26E-1C36-40AD-9842-64C4ED971A0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15EF6BF-78B8-4F57-B46D-173F48A81EA2}" type="pres">
      <dgm:prSet presAssocID="{CE2804CC-B053-46A3-ADD2-20BF7C77B251}" presName="spacer" presStyleCnt="0"/>
      <dgm:spPr/>
    </dgm:pt>
    <dgm:pt modelId="{B9C782AC-36D1-4FCC-B9D1-BD820CB45844}" type="pres">
      <dgm:prSet presAssocID="{615398A3-4324-4D01-810C-2354A7227A1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920C441-3883-4D2B-BA39-BDE192837B08}" srcId="{B56441A4-F7A8-42ED-A178-847D33725528}" destId="{615398A3-4324-4D01-810C-2354A7227A1D}" srcOrd="4" destOrd="0" parTransId="{DBD49E5E-3B45-4B84-875D-CB4A32189899}" sibTransId="{56D0DFA5-E913-4D60-BDF2-65A53D58134F}"/>
    <dgm:cxn modelId="{3BC52D68-C64D-4580-B24C-CA93D7DAC6F5}" type="presOf" srcId="{B56441A4-F7A8-42ED-A178-847D33725528}" destId="{DED547F0-678C-4924-A21F-678C7D433991}" srcOrd="0" destOrd="0" presId="urn:microsoft.com/office/officeart/2005/8/layout/vList2"/>
    <dgm:cxn modelId="{99E70959-520B-42C3-9AEA-1D6FAA75BD48}" srcId="{B56441A4-F7A8-42ED-A178-847D33725528}" destId="{3E701833-6AC2-49AA-90DA-69CC7E92B6E7}" srcOrd="2" destOrd="0" parTransId="{A7767BBB-1A84-40A1-A172-4C6D916DE080}" sibTransId="{F71AA9C0-B41B-4CB9-8359-6A70931E4342}"/>
    <dgm:cxn modelId="{F7B3F17F-D5EE-43D5-9773-A465BFC4B554}" type="presOf" srcId="{615398A3-4324-4D01-810C-2354A7227A1D}" destId="{B9C782AC-36D1-4FCC-B9D1-BD820CB45844}" srcOrd="0" destOrd="0" presId="urn:microsoft.com/office/officeart/2005/8/layout/vList2"/>
    <dgm:cxn modelId="{70A66A86-4BF5-438E-8907-7BA569A01AF4}" type="presOf" srcId="{5440639C-B98C-4BBE-8BFC-C8064CC002E6}" destId="{2B5F2C5F-A821-471E-83F9-CC4A960714EF}" srcOrd="0" destOrd="0" presId="urn:microsoft.com/office/officeart/2005/8/layout/vList2"/>
    <dgm:cxn modelId="{90619EA8-416C-4209-8224-9319F893C573}" srcId="{B56441A4-F7A8-42ED-A178-847D33725528}" destId="{5440639C-B98C-4BBE-8BFC-C8064CC002E6}" srcOrd="1" destOrd="0" parTransId="{E1A31218-8722-4762-8A5F-1F7D99986326}" sibTransId="{94D4A125-4E45-4E82-BF5C-6AF3531DCBEB}"/>
    <dgm:cxn modelId="{2AC9ACAB-8420-4B0D-9976-8822FB203D96}" type="presOf" srcId="{0921F26E-1C36-40AD-9842-64C4ED971A0A}" destId="{6264F573-6005-45D7-BEAF-6819A59B146C}" srcOrd="0" destOrd="0" presId="urn:microsoft.com/office/officeart/2005/8/layout/vList2"/>
    <dgm:cxn modelId="{D1D9BFC8-8595-43E5-AA33-5477F45E1A54}" type="presOf" srcId="{3E701833-6AC2-49AA-90DA-69CC7E92B6E7}" destId="{30A31BB9-386D-4D8B-9C0C-0CF6F60DB37F}" srcOrd="0" destOrd="0" presId="urn:microsoft.com/office/officeart/2005/8/layout/vList2"/>
    <dgm:cxn modelId="{F23C61E3-7FC1-4007-9B91-AFA456BC1DDC}" type="presOf" srcId="{BA5B58F6-04C2-4285-B40F-F68747951276}" destId="{A041DD00-CE82-40D1-9717-D102F78B6961}" srcOrd="0" destOrd="0" presId="urn:microsoft.com/office/officeart/2005/8/layout/vList2"/>
    <dgm:cxn modelId="{33EF87E7-28F1-459D-950F-129EDD4432B9}" srcId="{B56441A4-F7A8-42ED-A178-847D33725528}" destId="{0921F26E-1C36-40AD-9842-64C4ED971A0A}" srcOrd="3" destOrd="0" parTransId="{00E990FD-0ED6-452D-8D55-A578A30F1688}" sibTransId="{CE2804CC-B053-46A3-ADD2-20BF7C77B251}"/>
    <dgm:cxn modelId="{98184AFC-B42E-4720-BB48-2348BE019C18}" srcId="{B56441A4-F7A8-42ED-A178-847D33725528}" destId="{BA5B58F6-04C2-4285-B40F-F68747951276}" srcOrd="0" destOrd="0" parTransId="{BA4B0D4A-912D-4F6A-A34F-1278E600DF9B}" sibTransId="{38591938-F37F-4616-9307-458871D02BEC}"/>
    <dgm:cxn modelId="{572254EB-59BD-4472-B787-4A41E3A17AE5}" type="presParOf" srcId="{DED547F0-678C-4924-A21F-678C7D433991}" destId="{A041DD00-CE82-40D1-9717-D102F78B6961}" srcOrd="0" destOrd="0" presId="urn:microsoft.com/office/officeart/2005/8/layout/vList2"/>
    <dgm:cxn modelId="{8595DF7C-EF8F-4CA5-BFA8-940398069FCF}" type="presParOf" srcId="{DED547F0-678C-4924-A21F-678C7D433991}" destId="{3EB8BBFF-9BE8-41CA-A6B1-B494879259D3}" srcOrd="1" destOrd="0" presId="urn:microsoft.com/office/officeart/2005/8/layout/vList2"/>
    <dgm:cxn modelId="{04D796D8-7565-41C2-ABC4-7F2C7FFAEF1A}" type="presParOf" srcId="{DED547F0-678C-4924-A21F-678C7D433991}" destId="{2B5F2C5F-A821-471E-83F9-CC4A960714EF}" srcOrd="2" destOrd="0" presId="urn:microsoft.com/office/officeart/2005/8/layout/vList2"/>
    <dgm:cxn modelId="{55F6E35B-F7EA-4678-9E50-C080C0C1820C}" type="presParOf" srcId="{DED547F0-678C-4924-A21F-678C7D433991}" destId="{B38D0D7A-9567-4EE9-BAD1-5B6ADC88170A}" srcOrd="3" destOrd="0" presId="urn:microsoft.com/office/officeart/2005/8/layout/vList2"/>
    <dgm:cxn modelId="{3ADC52E4-2947-4778-A7DE-713D6FB58CC8}" type="presParOf" srcId="{DED547F0-678C-4924-A21F-678C7D433991}" destId="{30A31BB9-386D-4D8B-9C0C-0CF6F60DB37F}" srcOrd="4" destOrd="0" presId="urn:microsoft.com/office/officeart/2005/8/layout/vList2"/>
    <dgm:cxn modelId="{580CE4AB-F08D-47CB-BB02-8395DB219851}" type="presParOf" srcId="{DED547F0-678C-4924-A21F-678C7D433991}" destId="{298AF947-4A83-4514-B69F-1C2BBD15C751}" srcOrd="5" destOrd="0" presId="urn:microsoft.com/office/officeart/2005/8/layout/vList2"/>
    <dgm:cxn modelId="{E98002DE-9090-4238-8C0B-8AFA4B28C081}" type="presParOf" srcId="{DED547F0-678C-4924-A21F-678C7D433991}" destId="{6264F573-6005-45D7-BEAF-6819A59B146C}" srcOrd="6" destOrd="0" presId="urn:microsoft.com/office/officeart/2005/8/layout/vList2"/>
    <dgm:cxn modelId="{0FAA4E5B-2579-4725-984E-56E89A79C232}" type="presParOf" srcId="{DED547F0-678C-4924-A21F-678C7D433991}" destId="{515EF6BF-78B8-4F57-B46D-173F48A81EA2}" srcOrd="7" destOrd="0" presId="urn:microsoft.com/office/officeart/2005/8/layout/vList2"/>
    <dgm:cxn modelId="{282D7E8E-FE8F-4883-A2E7-54A53CD3DD91}" type="presParOf" srcId="{DED547F0-678C-4924-A21F-678C7D433991}" destId="{B9C782AC-36D1-4FCC-B9D1-BD820CB4584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9961950-7DE4-4D6E-8A02-5E4C502164C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61BB546-275B-4481-B55D-56C290E43F15}">
      <dgm:prSet/>
      <dgm:spPr/>
      <dgm:t>
        <a:bodyPr/>
        <a:lstStyle/>
        <a:p>
          <a:r>
            <a:rPr lang="uk-UA" b="0" i="0" dirty="0"/>
            <a:t>Малоросійський приказ.</a:t>
          </a:r>
          <a:endParaRPr lang="uk-UA" dirty="0"/>
        </a:p>
      </dgm:t>
    </dgm:pt>
    <dgm:pt modelId="{378A369D-5E9C-4897-9210-F2B5D4D02216}" type="parTrans" cxnId="{D2C70464-8D85-4A80-A5C0-80D4540C6603}">
      <dgm:prSet/>
      <dgm:spPr/>
      <dgm:t>
        <a:bodyPr/>
        <a:lstStyle/>
        <a:p>
          <a:endParaRPr lang="uk-UA"/>
        </a:p>
      </dgm:t>
    </dgm:pt>
    <dgm:pt modelId="{091E30E9-D6FA-4178-8BC9-79A1F9E0F93E}" type="sibTrans" cxnId="{D2C70464-8D85-4A80-A5C0-80D4540C6603}">
      <dgm:prSet/>
      <dgm:spPr/>
      <dgm:t>
        <a:bodyPr/>
        <a:lstStyle/>
        <a:p>
          <a:endParaRPr lang="uk-UA"/>
        </a:p>
      </dgm:t>
    </dgm:pt>
    <dgm:pt modelId="{1731495C-DCF1-41F4-AF81-D6814ACE0AAC}">
      <dgm:prSet/>
      <dgm:spPr/>
      <dgm:t>
        <a:bodyPr/>
        <a:lstStyle/>
        <a:p>
          <a:r>
            <a:rPr lang="uk-UA" b="0" i="0"/>
            <a:t>Таємну канцелярію.</a:t>
          </a:r>
          <a:endParaRPr lang="uk-UA"/>
        </a:p>
      </dgm:t>
    </dgm:pt>
    <dgm:pt modelId="{4121A2EC-C853-4289-906A-9BC73BEAABBB}" type="parTrans" cxnId="{8E66F41B-7ACF-4A5B-8DB4-0F37F087F8F5}">
      <dgm:prSet/>
      <dgm:spPr/>
      <dgm:t>
        <a:bodyPr/>
        <a:lstStyle/>
        <a:p>
          <a:endParaRPr lang="uk-UA"/>
        </a:p>
      </dgm:t>
    </dgm:pt>
    <dgm:pt modelId="{6D9EC190-9CC6-460A-8775-899BB47321F0}" type="sibTrans" cxnId="{8E66F41B-7ACF-4A5B-8DB4-0F37F087F8F5}">
      <dgm:prSet/>
      <dgm:spPr/>
      <dgm:t>
        <a:bodyPr/>
        <a:lstStyle/>
        <a:p>
          <a:endParaRPr lang="uk-UA"/>
        </a:p>
      </dgm:t>
    </dgm:pt>
    <dgm:pt modelId="{38E47BD6-8075-493D-AF09-7D4DB932FAB2}">
      <dgm:prSet/>
      <dgm:spPr/>
      <dgm:t>
        <a:bodyPr/>
        <a:lstStyle/>
        <a:p>
          <a:r>
            <a:rPr lang="uk-UA" b="0" i="0"/>
            <a:t>Малоросійську колегію.</a:t>
          </a:r>
          <a:endParaRPr lang="uk-UA"/>
        </a:p>
      </dgm:t>
    </dgm:pt>
    <dgm:pt modelId="{75F0DEEE-EF4B-49AA-8A7E-21662D882AE8}" type="parTrans" cxnId="{47E13EEB-F6C6-41CC-A33A-6E504D094D34}">
      <dgm:prSet/>
      <dgm:spPr/>
      <dgm:t>
        <a:bodyPr/>
        <a:lstStyle/>
        <a:p>
          <a:endParaRPr lang="uk-UA"/>
        </a:p>
      </dgm:t>
    </dgm:pt>
    <dgm:pt modelId="{57721A65-CB40-4697-97BE-BFA4811084FB}" type="sibTrans" cxnId="{47E13EEB-F6C6-41CC-A33A-6E504D094D34}">
      <dgm:prSet/>
      <dgm:spPr/>
      <dgm:t>
        <a:bodyPr/>
        <a:lstStyle/>
        <a:p>
          <a:endParaRPr lang="uk-UA"/>
        </a:p>
      </dgm:t>
    </dgm:pt>
    <dgm:pt modelId="{8A144302-4C47-4E24-AB80-933C234BAEBD}">
      <dgm:prSet/>
      <dgm:spPr/>
      <dgm:t>
        <a:bodyPr/>
        <a:lstStyle/>
        <a:p>
          <a:r>
            <a:rPr lang="uk-UA" b="0" i="0" dirty="0"/>
            <a:t>Правління гетьманського ряду.</a:t>
          </a:r>
          <a:endParaRPr lang="uk-UA" dirty="0"/>
        </a:p>
      </dgm:t>
    </dgm:pt>
    <dgm:pt modelId="{D570EF08-F944-462C-8C03-7E6167E56638}" type="parTrans" cxnId="{B427FBC9-47AB-47D9-998E-06130C87D548}">
      <dgm:prSet/>
      <dgm:spPr/>
      <dgm:t>
        <a:bodyPr/>
        <a:lstStyle/>
        <a:p>
          <a:endParaRPr lang="uk-UA"/>
        </a:p>
      </dgm:t>
    </dgm:pt>
    <dgm:pt modelId="{A2BC3AE9-85B8-4B13-B9B9-874F2FD69CCB}" type="sibTrans" cxnId="{B427FBC9-47AB-47D9-998E-06130C87D548}">
      <dgm:prSet/>
      <dgm:spPr/>
      <dgm:t>
        <a:bodyPr/>
        <a:lstStyle/>
        <a:p>
          <a:endParaRPr lang="uk-UA"/>
        </a:p>
      </dgm:t>
    </dgm:pt>
    <dgm:pt modelId="{435356A2-BE85-47BF-AA5A-DAEE582755F7}" type="pres">
      <dgm:prSet presAssocID="{E9961950-7DE4-4D6E-8A02-5E4C502164C6}" presName="linearFlow" presStyleCnt="0">
        <dgm:presLayoutVars>
          <dgm:dir/>
          <dgm:resizeHandles val="exact"/>
        </dgm:presLayoutVars>
      </dgm:prSet>
      <dgm:spPr/>
    </dgm:pt>
    <dgm:pt modelId="{E34F261C-950F-4AF9-AF42-279CA269DF0E}" type="pres">
      <dgm:prSet presAssocID="{D61BB546-275B-4481-B55D-56C290E43F15}" presName="composite" presStyleCnt="0"/>
      <dgm:spPr/>
    </dgm:pt>
    <dgm:pt modelId="{585F33DE-8267-44D5-8883-A61B9CF1BC39}" type="pres">
      <dgm:prSet presAssocID="{D61BB546-275B-4481-B55D-56C290E43F15}" presName="imgShp" presStyleLbl="fgImgPlace1" presStyleIdx="0" presStyleCnt="4"/>
      <dgm:spPr/>
    </dgm:pt>
    <dgm:pt modelId="{3E29FDCE-4712-40C1-BA8A-AF25E965AC56}" type="pres">
      <dgm:prSet presAssocID="{D61BB546-275B-4481-B55D-56C290E43F15}" presName="txShp" presStyleLbl="node1" presStyleIdx="0" presStyleCnt="4">
        <dgm:presLayoutVars>
          <dgm:bulletEnabled val="1"/>
        </dgm:presLayoutVars>
      </dgm:prSet>
      <dgm:spPr/>
    </dgm:pt>
    <dgm:pt modelId="{8EA003F7-EA9F-4F7D-B0D3-105EBE5FAC95}" type="pres">
      <dgm:prSet presAssocID="{091E30E9-D6FA-4178-8BC9-79A1F9E0F93E}" presName="spacing" presStyleCnt="0"/>
      <dgm:spPr/>
    </dgm:pt>
    <dgm:pt modelId="{FA7B2DF2-ED9F-4EA8-92A4-601BA5F78177}" type="pres">
      <dgm:prSet presAssocID="{1731495C-DCF1-41F4-AF81-D6814ACE0AAC}" presName="composite" presStyleCnt="0"/>
      <dgm:spPr/>
    </dgm:pt>
    <dgm:pt modelId="{05C97425-0769-41C9-B7CE-613FE6D3CFE3}" type="pres">
      <dgm:prSet presAssocID="{1731495C-DCF1-41F4-AF81-D6814ACE0AAC}" presName="imgShp" presStyleLbl="fgImgPlace1" presStyleIdx="1" presStyleCnt="4"/>
      <dgm:spPr/>
    </dgm:pt>
    <dgm:pt modelId="{0810492B-DC59-4959-A832-1A85ED93134C}" type="pres">
      <dgm:prSet presAssocID="{1731495C-DCF1-41F4-AF81-D6814ACE0AAC}" presName="txShp" presStyleLbl="node1" presStyleIdx="1" presStyleCnt="4">
        <dgm:presLayoutVars>
          <dgm:bulletEnabled val="1"/>
        </dgm:presLayoutVars>
      </dgm:prSet>
      <dgm:spPr/>
    </dgm:pt>
    <dgm:pt modelId="{74F79548-D369-4D7A-A10D-EEECABDDA10D}" type="pres">
      <dgm:prSet presAssocID="{6D9EC190-9CC6-460A-8775-899BB47321F0}" presName="spacing" presStyleCnt="0"/>
      <dgm:spPr/>
    </dgm:pt>
    <dgm:pt modelId="{B22A32BE-6344-43B8-9FCF-638A4935318F}" type="pres">
      <dgm:prSet presAssocID="{38E47BD6-8075-493D-AF09-7D4DB932FAB2}" presName="composite" presStyleCnt="0"/>
      <dgm:spPr/>
    </dgm:pt>
    <dgm:pt modelId="{0AD09E9E-4C91-4316-8F21-89F1127977FB}" type="pres">
      <dgm:prSet presAssocID="{38E47BD6-8075-493D-AF09-7D4DB932FAB2}" presName="imgShp" presStyleLbl="fgImgPlace1" presStyleIdx="2" presStyleCnt="4"/>
      <dgm:spPr/>
    </dgm:pt>
    <dgm:pt modelId="{B9669D80-6809-4694-B55E-6FD60BF415F4}" type="pres">
      <dgm:prSet presAssocID="{38E47BD6-8075-493D-AF09-7D4DB932FAB2}" presName="txShp" presStyleLbl="node1" presStyleIdx="2" presStyleCnt="4">
        <dgm:presLayoutVars>
          <dgm:bulletEnabled val="1"/>
        </dgm:presLayoutVars>
      </dgm:prSet>
      <dgm:spPr/>
    </dgm:pt>
    <dgm:pt modelId="{3011AC06-4E49-4A17-A71D-18322C34CE41}" type="pres">
      <dgm:prSet presAssocID="{57721A65-CB40-4697-97BE-BFA4811084FB}" presName="spacing" presStyleCnt="0"/>
      <dgm:spPr/>
    </dgm:pt>
    <dgm:pt modelId="{1748E613-AB58-4A87-9F7A-A70C2445B3B5}" type="pres">
      <dgm:prSet presAssocID="{8A144302-4C47-4E24-AB80-933C234BAEBD}" presName="composite" presStyleCnt="0"/>
      <dgm:spPr/>
    </dgm:pt>
    <dgm:pt modelId="{DB3601FE-B022-41EF-8345-353AC14915AD}" type="pres">
      <dgm:prSet presAssocID="{8A144302-4C47-4E24-AB80-933C234BAEBD}" presName="imgShp" presStyleLbl="fgImgPlace1" presStyleIdx="3" presStyleCnt="4"/>
      <dgm:spPr/>
    </dgm:pt>
    <dgm:pt modelId="{FA0CF642-4E33-445F-B7CA-434A3747C256}" type="pres">
      <dgm:prSet presAssocID="{8A144302-4C47-4E24-AB80-933C234BAEBD}" presName="txShp" presStyleLbl="node1" presStyleIdx="3" presStyleCnt="4">
        <dgm:presLayoutVars>
          <dgm:bulletEnabled val="1"/>
        </dgm:presLayoutVars>
      </dgm:prSet>
      <dgm:spPr/>
    </dgm:pt>
  </dgm:ptLst>
  <dgm:cxnLst>
    <dgm:cxn modelId="{3E0CC91A-436A-48E8-BDC5-C89178CC3DB6}" type="presOf" srcId="{38E47BD6-8075-493D-AF09-7D4DB932FAB2}" destId="{B9669D80-6809-4694-B55E-6FD60BF415F4}" srcOrd="0" destOrd="0" presId="urn:microsoft.com/office/officeart/2005/8/layout/vList3"/>
    <dgm:cxn modelId="{8E66F41B-7ACF-4A5B-8DB4-0F37F087F8F5}" srcId="{E9961950-7DE4-4D6E-8A02-5E4C502164C6}" destId="{1731495C-DCF1-41F4-AF81-D6814ACE0AAC}" srcOrd="1" destOrd="0" parTransId="{4121A2EC-C853-4289-906A-9BC73BEAABBB}" sibTransId="{6D9EC190-9CC6-460A-8775-899BB47321F0}"/>
    <dgm:cxn modelId="{9C8BBA29-6AD6-4248-A494-03E84D8F13F9}" type="presOf" srcId="{1731495C-DCF1-41F4-AF81-D6814ACE0AAC}" destId="{0810492B-DC59-4959-A832-1A85ED93134C}" srcOrd="0" destOrd="0" presId="urn:microsoft.com/office/officeart/2005/8/layout/vList3"/>
    <dgm:cxn modelId="{4F98B55B-22C5-4B37-8FCA-135CEDBF2C55}" type="presOf" srcId="{8A144302-4C47-4E24-AB80-933C234BAEBD}" destId="{FA0CF642-4E33-445F-B7CA-434A3747C256}" srcOrd="0" destOrd="0" presId="urn:microsoft.com/office/officeart/2005/8/layout/vList3"/>
    <dgm:cxn modelId="{D2C70464-8D85-4A80-A5C0-80D4540C6603}" srcId="{E9961950-7DE4-4D6E-8A02-5E4C502164C6}" destId="{D61BB546-275B-4481-B55D-56C290E43F15}" srcOrd="0" destOrd="0" parTransId="{378A369D-5E9C-4897-9210-F2B5D4D02216}" sibTransId="{091E30E9-D6FA-4178-8BC9-79A1F9E0F93E}"/>
    <dgm:cxn modelId="{B427FBC9-47AB-47D9-998E-06130C87D548}" srcId="{E9961950-7DE4-4D6E-8A02-5E4C502164C6}" destId="{8A144302-4C47-4E24-AB80-933C234BAEBD}" srcOrd="3" destOrd="0" parTransId="{D570EF08-F944-462C-8C03-7E6167E56638}" sibTransId="{A2BC3AE9-85B8-4B13-B9B9-874F2FD69CCB}"/>
    <dgm:cxn modelId="{C1BB46DB-15B0-4DAC-9704-370FC7921FA0}" type="presOf" srcId="{E9961950-7DE4-4D6E-8A02-5E4C502164C6}" destId="{435356A2-BE85-47BF-AA5A-DAEE582755F7}" srcOrd="0" destOrd="0" presId="urn:microsoft.com/office/officeart/2005/8/layout/vList3"/>
    <dgm:cxn modelId="{99595FDF-FFFE-4AA2-8653-494387E68071}" type="presOf" srcId="{D61BB546-275B-4481-B55D-56C290E43F15}" destId="{3E29FDCE-4712-40C1-BA8A-AF25E965AC56}" srcOrd="0" destOrd="0" presId="urn:microsoft.com/office/officeart/2005/8/layout/vList3"/>
    <dgm:cxn modelId="{47E13EEB-F6C6-41CC-A33A-6E504D094D34}" srcId="{E9961950-7DE4-4D6E-8A02-5E4C502164C6}" destId="{38E47BD6-8075-493D-AF09-7D4DB932FAB2}" srcOrd="2" destOrd="0" parTransId="{75F0DEEE-EF4B-49AA-8A7E-21662D882AE8}" sibTransId="{57721A65-CB40-4697-97BE-BFA4811084FB}"/>
    <dgm:cxn modelId="{AD7F0A83-6BDA-47EC-9515-3A8C3FAF2E8A}" type="presParOf" srcId="{435356A2-BE85-47BF-AA5A-DAEE582755F7}" destId="{E34F261C-950F-4AF9-AF42-279CA269DF0E}" srcOrd="0" destOrd="0" presId="urn:microsoft.com/office/officeart/2005/8/layout/vList3"/>
    <dgm:cxn modelId="{708EF5D0-1903-4304-994F-3F32E00A8CD9}" type="presParOf" srcId="{E34F261C-950F-4AF9-AF42-279CA269DF0E}" destId="{585F33DE-8267-44D5-8883-A61B9CF1BC39}" srcOrd="0" destOrd="0" presId="urn:microsoft.com/office/officeart/2005/8/layout/vList3"/>
    <dgm:cxn modelId="{335E1306-33EF-4F48-B698-EE3060526F40}" type="presParOf" srcId="{E34F261C-950F-4AF9-AF42-279CA269DF0E}" destId="{3E29FDCE-4712-40C1-BA8A-AF25E965AC56}" srcOrd="1" destOrd="0" presId="urn:microsoft.com/office/officeart/2005/8/layout/vList3"/>
    <dgm:cxn modelId="{23F4F528-BE19-4541-BE86-625442790691}" type="presParOf" srcId="{435356A2-BE85-47BF-AA5A-DAEE582755F7}" destId="{8EA003F7-EA9F-4F7D-B0D3-105EBE5FAC95}" srcOrd="1" destOrd="0" presId="urn:microsoft.com/office/officeart/2005/8/layout/vList3"/>
    <dgm:cxn modelId="{209E64C6-07EB-498C-852D-A75A126D2623}" type="presParOf" srcId="{435356A2-BE85-47BF-AA5A-DAEE582755F7}" destId="{FA7B2DF2-ED9F-4EA8-92A4-601BA5F78177}" srcOrd="2" destOrd="0" presId="urn:microsoft.com/office/officeart/2005/8/layout/vList3"/>
    <dgm:cxn modelId="{3BCCC9D6-6433-44C7-945B-48C8161495C4}" type="presParOf" srcId="{FA7B2DF2-ED9F-4EA8-92A4-601BA5F78177}" destId="{05C97425-0769-41C9-B7CE-613FE6D3CFE3}" srcOrd="0" destOrd="0" presId="urn:microsoft.com/office/officeart/2005/8/layout/vList3"/>
    <dgm:cxn modelId="{96BD0C61-A254-4D47-9A95-8FB2051B2181}" type="presParOf" srcId="{FA7B2DF2-ED9F-4EA8-92A4-601BA5F78177}" destId="{0810492B-DC59-4959-A832-1A85ED93134C}" srcOrd="1" destOrd="0" presId="urn:microsoft.com/office/officeart/2005/8/layout/vList3"/>
    <dgm:cxn modelId="{D0A17FD4-C852-4676-830F-09E045E3EE56}" type="presParOf" srcId="{435356A2-BE85-47BF-AA5A-DAEE582755F7}" destId="{74F79548-D369-4D7A-A10D-EEECABDDA10D}" srcOrd="3" destOrd="0" presId="urn:microsoft.com/office/officeart/2005/8/layout/vList3"/>
    <dgm:cxn modelId="{6632CE2D-E5B5-4E8B-BD52-DEBBA5788913}" type="presParOf" srcId="{435356A2-BE85-47BF-AA5A-DAEE582755F7}" destId="{B22A32BE-6344-43B8-9FCF-638A4935318F}" srcOrd="4" destOrd="0" presId="urn:microsoft.com/office/officeart/2005/8/layout/vList3"/>
    <dgm:cxn modelId="{8C7F05AE-7FDD-44DF-8A2B-F25AE160C566}" type="presParOf" srcId="{B22A32BE-6344-43B8-9FCF-638A4935318F}" destId="{0AD09E9E-4C91-4316-8F21-89F1127977FB}" srcOrd="0" destOrd="0" presId="urn:microsoft.com/office/officeart/2005/8/layout/vList3"/>
    <dgm:cxn modelId="{ABE853D7-B0F1-49EB-9628-C19D47DACEDC}" type="presParOf" srcId="{B22A32BE-6344-43B8-9FCF-638A4935318F}" destId="{B9669D80-6809-4694-B55E-6FD60BF415F4}" srcOrd="1" destOrd="0" presId="urn:microsoft.com/office/officeart/2005/8/layout/vList3"/>
    <dgm:cxn modelId="{2180FC14-0C94-4200-9052-E1227A6B6B52}" type="presParOf" srcId="{435356A2-BE85-47BF-AA5A-DAEE582755F7}" destId="{3011AC06-4E49-4A17-A71D-18322C34CE41}" srcOrd="5" destOrd="0" presId="urn:microsoft.com/office/officeart/2005/8/layout/vList3"/>
    <dgm:cxn modelId="{D39EACDC-2140-4464-ABE2-EC6FE4D48484}" type="presParOf" srcId="{435356A2-BE85-47BF-AA5A-DAEE582755F7}" destId="{1748E613-AB58-4A87-9F7A-A70C2445B3B5}" srcOrd="6" destOrd="0" presId="urn:microsoft.com/office/officeart/2005/8/layout/vList3"/>
    <dgm:cxn modelId="{534264E5-09AD-4AAF-89E0-A940F8D6009C}" type="presParOf" srcId="{1748E613-AB58-4A87-9F7A-A70C2445B3B5}" destId="{DB3601FE-B022-41EF-8345-353AC14915AD}" srcOrd="0" destOrd="0" presId="urn:microsoft.com/office/officeart/2005/8/layout/vList3"/>
    <dgm:cxn modelId="{E9728BF1-FC95-4893-8AEF-02B1DFC8C951}" type="presParOf" srcId="{1748E613-AB58-4A87-9F7A-A70C2445B3B5}" destId="{FA0CF642-4E33-445F-B7CA-434A3747C25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B9B6C4F-4CCE-4872-AD73-CB37E01D9512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DC6324-6B58-4C9F-8E4C-11E5750EB2A1}">
      <dgm:prSet/>
      <dgm:spPr/>
      <dgm:t>
        <a:bodyPr/>
        <a:lstStyle/>
        <a:p>
          <a:r>
            <a:rPr lang="ru-RU" b="0" i="0" dirty="0"/>
            <a:t>1709 р.</a:t>
          </a:r>
          <a:endParaRPr lang="uk-UA" dirty="0"/>
        </a:p>
      </dgm:t>
    </dgm:pt>
    <dgm:pt modelId="{61D88E09-3922-438E-9E0E-805162318975}" type="parTrans" cxnId="{D0DDADEF-0F99-4613-A4E2-ED5312E5B1C4}">
      <dgm:prSet/>
      <dgm:spPr/>
      <dgm:t>
        <a:bodyPr/>
        <a:lstStyle/>
        <a:p>
          <a:endParaRPr lang="uk-UA"/>
        </a:p>
      </dgm:t>
    </dgm:pt>
    <dgm:pt modelId="{D4C5BDB4-3362-41A3-B54A-4888901CDDF8}" type="sibTrans" cxnId="{D0DDADEF-0F99-4613-A4E2-ED5312E5B1C4}">
      <dgm:prSet/>
      <dgm:spPr/>
      <dgm:t>
        <a:bodyPr/>
        <a:lstStyle/>
        <a:p>
          <a:endParaRPr lang="uk-UA"/>
        </a:p>
      </dgm:t>
    </dgm:pt>
    <dgm:pt modelId="{A852DD56-536C-472E-9826-C7D4BFFFA556}">
      <dgm:prSet/>
      <dgm:spPr/>
      <dgm:t>
        <a:bodyPr/>
        <a:lstStyle/>
        <a:p>
          <a:r>
            <a:rPr lang="ru-RU" b="0" i="0"/>
            <a:t>1750 р.</a:t>
          </a:r>
          <a:endParaRPr lang="uk-UA"/>
        </a:p>
      </dgm:t>
    </dgm:pt>
    <dgm:pt modelId="{379330FF-C318-42C4-BCC6-84C344798B81}" type="parTrans" cxnId="{5515BECA-85F0-4B25-A1DA-44F4F198E90F}">
      <dgm:prSet/>
      <dgm:spPr/>
      <dgm:t>
        <a:bodyPr/>
        <a:lstStyle/>
        <a:p>
          <a:endParaRPr lang="uk-UA"/>
        </a:p>
      </dgm:t>
    </dgm:pt>
    <dgm:pt modelId="{10D0BEB3-EE64-4927-ABD7-950C5F82B493}" type="sibTrans" cxnId="{5515BECA-85F0-4B25-A1DA-44F4F198E90F}">
      <dgm:prSet/>
      <dgm:spPr/>
      <dgm:t>
        <a:bodyPr/>
        <a:lstStyle/>
        <a:p>
          <a:endParaRPr lang="uk-UA"/>
        </a:p>
      </dgm:t>
    </dgm:pt>
    <dgm:pt modelId="{F7771584-8045-4566-8277-FA39AE8D8011}">
      <dgm:prSet/>
      <dgm:spPr/>
      <dgm:t>
        <a:bodyPr/>
        <a:lstStyle/>
        <a:p>
          <a:r>
            <a:rPr lang="ru-RU" b="0" i="0" dirty="0"/>
            <a:t>1764 р.</a:t>
          </a:r>
          <a:endParaRPr lang="uk-UA" dirty="0"/>
        </a:p>
      </dgm:t>
    </dgm:pt>
    <dgm:pt modelId="{17E74D49-E1E9-4D99-AC96-CC527C57E07A}" type="parTrans" cxnId="{A3095A99-E6E3-4316-8A59-09307628D1B1}">
      <dgm:prSet/>
      <dgm:spPr/>
      <dgm:t>
        <a:bodyPr/>
        <a:lstStyle/>
        <a:p>
          <a:endParaRPr lang="uk-UA"/>
        </a:p>
      </dgm:t>
    </dgm:pt>
    <dgm:pt modelId="{EC9F33F0-17BB-4374-B2A0-7A93FB67317A}" type="sibTrans" cxnId="{A3095A99-E6E3-4316-8A59-09307628D1B1}">
      <dgm:prSet/>
      <dgm:spPr/>
      <dgm:t>
        <a:bodyPr/>
        <a:lstStyle/>
        <a:p>
          <a:endParaRPr lang="uk-UA"/>
        </a:p>
      </dgm:t>
    </dgm:pt>
    <dgm:pt modelId="{3A704B3D-8F06-4AA4-A36A-9B2EE131C743}">
      <dgm:prSet/>
      <dgm:spPr/>
      <dgm:t>
        <a:bodyPr/>
        <a:lstStyle/>
        <a:p>
          <a:r>
            <a:rPr lang="ru-RU" b="0" i="0" dirty="0"/>
            <a:t>1775 р.</a:t>
          </a:r>
          <a:endParaRPr lang="uk-UA" dirty="0"/>
        </a:p>
      </dgm:t>
    </dgm:pt>
    <dgm:pt modelId="{1E00B782-03ED-4AB7-A598-04934A086788}" type="parTrans" cxnId="{8BF3DA12-288C-427F-B73E-09D09E7A0A76}">
      <dgm:prSet/>
      <dgm:spPr/>
      <dgm:t>
        <a:bodyPr/>
        <a:lstStyle/>
        <a:p>
          <a:endParaRPr lang="uk-UA"/>
        </a:p>
      </dgm:t>
    </dgm:pt>
    <dgm:pt modelId="{B02D403E-6483-439C-A76F-5733431BCD2F}" type="sibTrans" cxnId="{8BF3DA12-288C-427F-B73E-09D09E7A0A76}">
      <dgm:prSet/>
      <dgm:spPr/>
      <dgm:t>
        <a:bodyPr/>
        <a:lstStyle/>
        <a:p>
          <a:endParaRPr lang="uk-UA"/>
        </a:p>
      </dgm:t>
    </dgm:pt>
    <dgm:pt modelId="{5B0EA656-6946-46FD-B79C-B3CCBB6AB21F}" type="pres">
      <dgm:prSet presAssocID="{9B9B6C4F-4CCE-4872-AD73-CB37E01D9512}" presName="compositeShape" presStyleCnt="0">
        <dgm:presLayoutVars>
          <dgm:chMax val="7"/>
          <dgm:dir/>
          <dgm:resizeHandles val="exact"/>
        </dgm:presLayoutVars>
      </dgm:prSet>
      <dgm:spPr/>
    </dgm:pt>
    <dgm:pt modelId="{5AB8E34C-F76E-41FC-BC88-397E0E679FBE}" type="pres">
      <dgm:prSet presAssocID="{A6DC6324-6B58-4C9F-8E4C-11E5750EB2A1}" presName="circ1" presStyleLbl="vennNode1" presStyleIdx="0" presStyleCnt="4"/>
      <dgm:spPr/>
    </dgm:pt>
    <dgm:pt modelId="{0FD1CD5C-F5F0-424F-A4BD-EE228C3CE24A}" type="pres">
      <dgm:prSet presAssocID="{A6DC6324-6B58-4C9F-8E4C-11E5750EB2A1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AF92B00-4C44-411F-9E1E-102A4E224EB7}" type="pres">
      <dgm:prSet presAssocID="{A852DD56-536C-472E-9826-C7D4BFFFA556}" presName="circ2" presStyleLbl="vennNode1" presStyleIdx="1" presStyleCnt="4"/>
      <dgm:spPr/>
    </dgm:pt>
    <dgm:pt modelId="{46ED6979-A8B6-4481-8D36-0B3898A1B145}" type="pres">
      <dgm:prSet presAssocID="{A852DD56-536C-472E-9826-C7D4BFFFA55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90A128D-20AD-42D0-9FA3-D2ED3F9AB01B}" type="pres">
      <dgm:prSet presAssocID="{F7771584-8045-4566-8277-FA39AE8D8011}" presName="circ3" presStyleLbl="vennNode1" presStyleIdx="2" presStyleCnt="4"/>
      <dgm:spPr/>
    </dgm:pt>
    <dgm:pt modelId="{599287C2-8145-436F-8657-DE76949096E5}" type="pres">
      <dgm:prSet presAssocID="{F7771584-8045-4566-8277-FA39AE8D8011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D001803-C3BD-4431-BCA8-182721604B8C}" type="pres">
      <dgm:prSet presAssocID="{3A704B3D-8F06-4AA4-A36A-9B2EE131C743}" presName="circ4" presStyleLbl="vennNode1" presStyleIdx="3" presStyleCnt="4"/>
      <dgm:spPr/>
    </dgm:pt>
    <dgm:pt modelId="{16E2D432-E95C-4434-A3CC-A535ED257EF0}" type="pres">
      <dgm:prSet presAssocID="{3A704B3D-8F06-4AA4-A36A-9B2EE131C743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DE25810-C2FA-4F49-A4C9-113F284AF1D8}" type="presOf" srcId="{A852DD56-536C-472E-9826-C7D4BFFFA556}" destId="{0AF92B00-4C44-411F-9E1E-102A4E224EB7}" srcOrd="0" destOrd="0" presId="urn:microsoft.com/office/officeart/2005/8/layout/venn1"/>
    <dgm:cxn modelId="{8BF3DA12-288C-427F-B73E-09D09E7A0A76}" srcId="{9B9B6C4F-4CCE-4872-AD73-CB37E01D9512}" destId="{3A704B3D-8F06-4AA4-A36A-9B2EE131C743}" srcOrd="3" destOrd="0" parTransId="{1E00B782-03ED-4AB7-A598-04934A086788}" sibTransId="{B02D403E-6483-439C-A76F-5733431BCD2F}"/>
    <dgm:cxn modelId="{4B89B02C-5104-46E3-AD03-8F314FABAB55}" type="presOf" srcId="{A6DC6324-6B58-4C9F-8E4C-11E5750EB2A1}" destId="{5AB8E34C-F76E-41FC-BC88-397E0E679FBE}" srcOrd="0" destOrd="0" presId="urn:microsoft.com/office/officeart/2005/8/layout/venn1"/>
    <dgm:cxn modelId="{FFF7373C-6060-4AD3-8D98-290484571B76}" type="presOf" srcId="{F7771584-8045-4566-8277-FA39AE8D8011}" destId="{D90A128D-20AD-42D0-9FA3-D2ED3F9AB01B}" srcOrd="0" destOrd="0" presId="urn:microsoft.com/office/officeart/2005/8/layout/venn1"/>
    <dgm:cxn modelId="{D4CE2461-E97A-44F2-9CF1-CCCC2A7FBD5A}" type="presOf" srcId="{3A704B3D-8F06-4AA4-A36A-9B2EE131C743}" destId="{6D001803-C3BD-4431-BCA8-182721604B8C}" srcOrd="0" destOrd="0" presId="urn:microsoft.com/office/officeart/2005/8/layout/venn1"/>
    <dgm:cxn modelId="{B127E673-9333-453A-A315-7A6FE847E929}" type="presOf" srcId="{9B9B6C4F-4CCE-4872-AD73-CB37E01D9512}" destId="{5B0EA656-6946-46FD-B79C-B3CCBB6AB21F}" srcOrd="0" destOrd="0" presId="urn:microsoft.com/office/officeart/2005/8/layout/venn1"/>
    <dgm:cxn modelId="{16A84E84-5657-4512-8A75-474BAB931DB4}" type="presOf" srcId="{F7771584-8045-4566-8277-FA39AE8D8011}" destId="{599287C2-8145-436F-8657-DE76949096E5}" srcOrd="1" destOrd="0" presId="urn:microsoft.com/office/officeart/2005/8/layout/venn1"/>
    <dgm:cxn modelId="{A3095A99-E6E3-4316-8A59-09307628D1B1}" srcId="{9B9B6C4F-4CCE-4872-AD73-CB37E01D9512}" destId="{F7771584-8045-4566-8277-FA39AE8D8011}" srcOrd="2" destOrd="0" parTransId="{17E74D49-E1E9-4D99-AC96-CC527C57E07A}" sibTransId="{EC9F33F0-17BB-4374-B2A0-7A93FB67317A}"/>
    <dgm:cxn modelId="{EE3413AE-DF42-499C-9DFB-59C193083E3F}" type="presOf" srcId="{A852DD56-536C-472E-9826-C7D4BFFFA556}" destId="{46ED6979-A8B6-4481-8D36-0B3898A1B145}" srcOrd="1" destOrd="0" presId="urn:microsoft.com/office/officeart/2005/8/layout/venn1"/>
    <dgm:cxn modelId="{94EDEAB0-4D82-4499-9D1A-348A3D9C19EE}" type="presOf" srcId="{3A704B3D-8F06-4AA4-A36A-9B2EE131C743}" destId="{16E2D432-E95C-4434-A3CC-A535ED257EF0}" srcOrd="1" destOrd="0" presId="urn:microsoft.com/office/officeart/2005/8/layout/venn1"/>
    <dgm:cxn modelId="{6BECA1C2-4EF0-487C-9C41-8368D24A24F8}" type="presOf" srcId="{A6DC6324-6B58-4C9F-8E4C-11E5750EB2A1}" destId="{0FD1CD5C-F5F0-424F-A4BD-EE228C3CE24A}" srcOrd="1" destOrd="0" presId="urn:microsoft.com/office/officeart/2005/8/layout/venn1"/>
    <dgm:cxn modelId="{5515BECA-85F0-4B25-A1DA-44F4F198E90F}" srcId="{9B9B6C4F-4CCE-4872-AD73-CB37E01D9512}" destId="{A852DD56-536C-472E-9826-C7D4BFFFA556}" srcOrd="1" destOrd="0" parTransId="{379330FF-C318-42C4-BCC6-84C344798B81}" sibTransId="{10D0BEB3-EE64-4927-ABD7-950C5F82B493}"/>
    <dgm:cxn modelId="{D0DDADEF-0F99-4613-A4E2-ED5312E5B1C4}" srcId="{9B9B6C4F-4CCE-4872-AD73-CB37E01D9512}" destId="{A6DC6324-6B58-4C9F-8E4C-11E5750EB2A1}" srcOrd="0" destOrd="0" parTransId="{61D88E09-3922-438E-9E0E-805162318975}" sibTransId="{D4C5BDB4-3362-41A3-B54A-4888901CDDF8}"/>
    <dgm:cxn modelId="{3FCF21FD-58C3-43A8-8086-C2C670C071F1}" type="presParOf" srcId="{5B0EA656-6946-46FD-B79C-B3CCBB6AB21F}" destId="{5AB8E34C-F76E-41FC-BC88-397E0E679FBE}" srcOrd="0" destOrd="0" presId="urn:microsoft.com/office/officeart/2005/8/layout/venn1"/>
    <dgm:cxn modelId="{528D8727-9296-4B4B-8BAE-73870E8D5EEA}" type="presParOf" srcId="{5B0EA656-6946-46FD-B79C-B3CCBB6AB21F}" destId="{0FD1CD5C-F5F0-424F-A4BD-EE228C3CE24A}" srcOrd="1" destOrd="0" presId="urn:microsoft.com/office/officeart/2005/8/layout/venn1"/>
    <dgm:cxn modelId="{BB87193D-E0C1-40A1-9AD8-35F981A61D46}" type="presParOf" srcId="{5B0EA656-6946-46FD-B79C-B3CCBB6AB21F}" destId="{0AF92B00-4C44-411F-9E1E-102A4E224EB7}" srcOrd="2" destOrd="0" presId="urn:microsoft.com/office/officeart/2005/8/layout/venn1"/>
    <dgm:cxn modelId="{52AC65C2-0D28-49FC-B67C-1124ED2ECFAA}" type="presParOf" srcId="{5B0EA656-6946-46FD-B79C-B3CCBB6AB21F}" destId="{46ED6979-A8B6-4481-8D36-0B3898A1B145}" srcOrd="3" destOrd="0" presId="urn:microsoft.com/office/officeart/2005/8/layout/venn1"/>
    <dgm:cxn modelId="{A032BA60-2971-482A-B1D0-6D6F1923AE62}" type="presParOf" srcId="{5B0EA656-6946-46FD-B79C-B3CCBB6AB21F}" destId="{D90A128D-20AD-42D0-9FA3-D2ED3F9AB01B}" srcOrd="4" destOrd="0" presId="urn:microsoft.com/office/officeart/2005/8/layout/venn1"/>
    <dgm:cxn modelId="{34F92CB6-91A8-4C17-BD44-6F0F754F9BB4}" type="presParOf" srcId="{5B0EA656-6946-46FD-B79C-B3CCBB6AB21F}" destId="{599287C2-8145-436F-8657-DE76949096E5}" srcOrd="5" destOrd="0" presId="urn:microsoft.com/office/officeart/2005/8/layout/venn1"/>
    <dgm:cxn modelId="{E9A17D74-ED2F-4344-82BE-303F1E639A9E}" type="presParOf" srcId="{5B0EA656-6946-46FD-B79C-B3CCBB6AB21F}" destId="{6D001803-C3BD-4431-BCA8-182721604B8C}" srcOrd="6" destOrd="0" presId="urn:microsoft.com/office/officeart/2005/8/layout/venn1"/>
    <dgm:cxn modelId="{D3E5F7A6-EFEC-4B69-92DA-0FE376590551}" type="presParOf" srcId="{5B0EA656-6946-46FD-B79C-B3CCBB6AB21F}" destId="{16E2D432-E95C-4434-A3CC-A535ED257EF0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E2FDD68-25C3-4D8B-A9EF-2BC4E6BF8B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D3E92C4-9CAB-4337-BEC7-E7EBBB3D5C19}">
      <dgm:prSet/>
      <dgm:spPr/>
      <dgm:t>
        <a:bodyPr/>
        <a:lstStyle/>
        <a:p>
          <a:r>
            <a:rPr lang="uk-UA" b="0" i="0" dirty="0"/>
            <a:t>Задунайська</a:t>
          </a:r>
          <a:endParaRPr lang="uk-UA" dirty="0"/>
        </a:p>
      </dgm:t>
    </dgm:pt>
    <dgm:pt modelId="{C5B7F1D1-7803-432B-A7E9-BDC7C6D8E2ED}" type="parTrans" cxnId="{D95F9109-F9B4-4717-9D29-E93796205ABB}">
      <dgm:prSet/>
      <dgm:spPr/>
      <dgm:t>
        <a:bodyPr/>
        <a:lstStyle/>
        <a:p>
          <a:endParaRPr lang="uk-UA"/>
        </a:p>
      </dgm:t>
    </dgm:pt>
    <dgm:pt modelId="{F80F43B9-C603-4941-9F52-A0598D92E717}" type="sibTrans" cxnId="{D95F9109-F9B4-4717-9D29-E93796205ABB}">
      <dgm:prSet/>
      <dgm:spPr/>
      <dgm:t>
        <a:bodyPr/>
        <a:lstStyle/>
        <a:p>
          <a:endParaRPr lang="uk-UA"/>
        </a:p>
      </dgm:t>
    </dgm:pt>
    <dgm:pt modelId="{D39A534A-955F-439C-A5DE-E5E5D4E7C6B7}">
      <dgm:prSet/>
      <dgm:spPr/>
      <dgm:t>
        <a:bodyPr/>
        <a:lstStyle/>
        <a:p>
          <a:r>
            <a:rPr lang="uk-UA" b="0" i="0" dirty="0" err="1"/>
            <a:t>Хортицька</a:t>
          </a:r>
          <a:endParaRPr lang="uk-UA" dirty="0"/>
        </a:p>
      </dgm:t>
    </dgm:pt>
    <dgm:pt modelId="{7FA8D668-A7FB-4845-9085-7661D141D2B0}" type="parTrans" cxnId="{6F36A4D4-57DD-442D-B668-D250D05CD51A}">
      <dgm:prSet/>
      <dgm:spPr/>
      <dgm:t>
        <a:bodyPr/>
        <a:lstStyle/>
        <a:p>
          <a:endParaRPr lang="uk-UA"/>
        </a:p>
      </dgm:t>
    </dgm:pt>
    <dgm:pt modelId="{5D6E635A-150C-493F-8417-096726B41E11}" type="sibTrans" cxnId="{6F36A4D4-57DD-442D-B668-D250D05CD51A}">
      <dgm:prSet/>
      <dgm:spPr/>
      <dgm:t>
        <a:bodyPr/>
        <a:lstStyle/>
        <a:p>
          <a:endParaRPr lang="uk-UA"/>
        </a:p>
      </dgm:t>
    </dgm:pt>
    <dgm:pt modelId="{04E42B7C-CE7D-4D0A-ADEE-A8C710997B79}">
      <dgm:prSet/>
      <dgm:spPr/>
      <dgm:t>
        <a:bodyPr/>
        <a:lstStyle/>
        <a:p>
          <a:r>
            <a:rPr lang="uk-UA" b="0" i="0" dirty="0"/>
            <a:t>Нова (</a:t>
          </a:r>
          <a:r>
            <a:rPr lang="uk-UA" b="0" i="0" dirty="0" err="1"/>
            <a:t>Підпільненська</a:t>
          </a:r>
          <a:r>
            <a:rPr lang="uk-UA" b="0" i="0" dirty="0"/>
            <a:t>)</a:t>
          </a:r>
          <a:endParaRPr lang="uk-UA" dirty="0"/>
        </a:p>
      </dgm:t>
    </dgm:pt>
    <dgm:pt modelId="{B332165B-48DB-48B6-89FD-51CB5A14399F}" type="parTrans" cxnId="{3035AA9B-875A-443A-832A-EF801F92E3CC}">
      <dgm:prSet/>
      <dgm:spPr/>
      <dgm:t>
        <a:bodyPr/>
        <a:lstStyle/>
        <a:p>
          <a:endParaRPr lang="uk-UA"/>
        </a:p>
      </dgm:t>
    </dgm:pt>
    <dgm:pt modelId="{BD6486A7-A521-48A5-B88B-003EF22463F5}" type="sibTrans" cxnId="{3035AA9B-875A-443A-832A-EF801F92E3CC}">
      <dgm:prSet/>
      <dgm:spPr/>
      <dgm:t>
        <a:bodyPr/>
        <a:lstStyle/>
        <a:p>
          <a:endParaRPr lang="uk-UA"/>
        </a:p>
      </dgm:t>
    </dgm:pt>
    <dgm:pt modelId="{6A684E57-8E7B-483A-BB68-0F5B6E06AC49}">
      <dgm:prSet/>
      <dgm:spPr/>
      <dgm:t>
        <a:bodyPr/>
        <a:lstStyle/>
        <a:p>
          <a:r>
            <a:rPr lang="uk-UA" b="0" i="0" dirty="0"/>
            <a:t>Чортомлицька</a:t>
          </a:r>
          <a:endParaRPr lang="uk-UA" dirty="0"/>
        </a:p>
      </dgm:t>
    </dgm:pt>
    <dgm:pt modelId="{5BBD037A-E66F-4B19-B1AB-670163429E03}" type="parTrans" cxnId="{631FA7DE-3D3B-4AC9-A42F-A303856ADA96}">
      <dgm:prSet/>
      <dgm:spPr/>
      <dgm:t>
        <a:bodyPr/>
        <a:lstStyle/>
        <a:p>
          <a:endParaRPr lang="uk-UA"/>
        </a:p>
      </dgm:t>
    </dgm:pt>
    <dgm:pt modelId="{9BF2C612-DB52-4876-A2DB-B453EBC9CE06}" type="sibTrans" cxnId="{631FA7DE-3D3B-4AC9-A42F-A303856ADA96}">
      <dgm:prSet/>
      <dgm:spPr/>
      <dgm:t>
        <a:bodyPr/>
        <a:lstStyle/>
        <a:p>
          <a:endParaRPr lang="uk-UA"/>
        </a:p>
      </dgm:t>
    </dgm:pt>
    <dgm:pt modelId="{D7CB0962-A82F-4721-98BD-70D70ADD254B}" type="pres">
      <dgm:prSet presAssocID="{AE2FDD68-25C3-4D8B-A9EF-2BC4E6BF8B0C}" presName="linear" presStyleCnt="0">
        <dgm:presLayoutVars>
          <dgm:animLvl val="lvl"/>
          <dgm:resizeHandles val="exact"/>
        </dgm:presLayoutVars>
      </dgm:prSet>
      <dgm:spPr/>
    </dgm:pt>
    <dgm:pt modelId="{477E547D-55B8-48E6-92D0-31B85336C3A7}" type="pres">
      <dgm:prSet presAssocID="{AD3E92C4-9CAB-4337-BEC7-E7EBBB3D5C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049573-190F-490F-B8DA-AF784F546921}" type="pres">
      <dgm:prSet presAssocID="{F80F43B9-C603-4941-9F52-A0598D92E717}" presName="spacer" presStyleCnt="0"/>
      <dgm:spPr/>
    </dgm:pt>
    <dgm:pt modelId="{6C26BB98-5430-4707-9E71-88B4492FC5FD}" type="pres">
      <dgm:prSet presAssocID="{D39A534A-955F-439C-A5DE-E5E5D4E7C6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CAAEA94-2987-48BA-B387-20566D99DCDC}" type="pres">
      <dgm:prSet presAssocID="{5D6E635A-150C-493F-8417-096726B41E11}" presName="spacer" presStyleCnt="0"/>
      <dgm:spPr/>
    </dgm:pt>
    <dgm:pt modelId="{0C5AF0E3-0D2E-489F-B328-21FACDE5E935}" type="pres">
      <dgm:prSet presAssocID="{04E42B7C-CE7D-4D0A-ADEE-A8C710997B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A07393-8A4A-4E99-B3DF-14CFFE8AB58F}" type="pres">
      <dgm:prSet presAssocID="{BD6486A7-A521-48A5-B88B-003EF22463F5}" presName="spacer" presStyleCnt="0"/>
      <dgm:spPr/>
    </dgm:pt>
    <dgm:pt modelId="{F3F58027-943E-4475-9BCB-7FC7AA638BA4}" type="pres">
      <dgm:prSet presAssocID="{6A684E57-8E7B-483A-BB68-0F5B6E06AC4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95F9109-F9B4-4717-9D29-E93796205ABB}" srcId="{AE2FDD68-25C3-4D8B-A9EF-2BC4E6BF8B0C}" destId="{AD3E92C4-9CAB-4337-BEC7-E7EBBB3D5C19}" srcOrd="0" destOrd="0" parTransId="{C5B7F1D1-7803-432B-A7E9-BDC7C6D8E2ED}" sibTransId="{F80F43B9-C603-4941-9F52-A0598D92E717}"/>
    <dgm:cxn modelId="{04466A35-7877-43C2-B599-1304B0D62486}" type="presOf" srcId="{AD3E92C4-9CAB-4337-BEC7-E7EBBB3D5C19}" destId="{477E547D-55B8-48E6-92D0-31B85336C3A7}" srcOrd="0" destOrd="0" presId="urn:microsoft.com/office/officeart/2005/8/layout/vList2"/>
    <dgm:cxn modelId="{05E79F36-2241-4BBE-916D-ABFDDD174C2A}" type="presOf" srcId="{AE2FDD68-25C3-4D8B-A9EF-2BC4E6BF8B0C}" destId="{D7CB0962-A82F-4721-98BD-70D70ADD254B}" srcOrd="0" destOrd="0" presId="urn:microsoft.com/office/officeart/2005/8/layout/vList2"/>
    <dgm:cxn modelId="{3035AA9B-875A-443A-832A-EF801F92E3CC}" srcId="{AE2FDD68-25C3-4D8B-A9EF-2BC4E6BF8B0C}" destId="{04E42B7C-CE7D-4D0A-ADEE-A8C710997B79}" srcOrd="2" destOrd="0" parTransId="{B332165B-48DB-48B6-89FD-51CB5A14399F}" sibTransId="{BD6486A7-A521-48A5-B88B-003EF22463F5}"/>
    <dgm:cxn modelId="{37FFF8B8-4C9B-4E3E-B77E-9032A36B4837}" type="presOf" srcId="{6A684E57-8E7B-483A-BB68-0F5B6E06AC49}" destId="{F3F58027-943E-4475-9BCB-7FC7AA638BA4}" srcOrd="0" destOrd="0" presId="urn:microsoft.com/office/officeart/2005/8/layout/vList2"/>
    <dgm:cxn modelId="{574C98D4-D653-423A-8814-2EB2CD0631E1}" type="presOf" srcId="{04E42B7C-CE7D-4D0A-ADEE-A8C710997B79}" destId="{0C5AF0E3-0D2E-489F-B328-21FACDE5E935}" srcOrd="0" destOrd="0" presId="urn:microsoft.com/office/officeart/2005/8/layout/vList2"/>
    <dgm:cxn modelId="{6F36A4D4-57DD-442D-B668-D250D05CD51A}" srcId="{AE2FDD68-25C3-4D8B-A9EF-2BC4E6BF8B0C}" destId="{D39A534A-955F-439C-A5DE-E5E5D4E7C6B7}" srcOrd="1" destOrd="0" parTransId="{7FA8D668-A7FB-4845-9085-7661D141D2B0}" sibTransId="{5D6E635A-150C-493F-8417-096726B41E11}"/>
    <dgm:cxn modelId="{1B2396D5-F91F-4E99-A122-F7C0BEE2CC15}" type="presOf" srcId="{D39A534A-955F-439C-A5DE-E5E5D4E7C6B7}" destId="{6C26BB98-5430-4707-9E71-88B4492FC5FD}" srcOrd="0" destOrd="0" presId="urn:microsoft.com/office/officeart/2005/8/layout/vList2"/>
    <dgm:cxn modelId="{631FA7DE-3D3B-4AC9-A42F-A303856ADA96}" srcId="{AE2FDD68-25C3-4D8B-A9EF-2BC4E6BF8B0C}" destId="{6A684E57-8E7B-483A-BB68-0F5B6E06AC49}" srcOrd="3" destOrd="0" parTransId="{5BBD037A-E66F-4B19-B1AB-670163429E03}" sibTransId="{9BF2C612-DB52-4876-A2DB-B453EBC9CE06}"/>
    <dgm:cxn modelId="{2E80A391-0201-45C1-8351-0DE4EB344150}" type="presParOf" srcId="{D7CB0962-A82F-4721-98BD-70D70ADD254B}" destId="{477E547D-55B8-48E6-92D0-31B85336C3A7}" srcOrd="0" destOrd="0" presId="urn:microsoft.com/office/officeart/2005/8/layout/vList2"/>
    <dgm:cxn modelId="{0BBDF2B9-971A-46E7-8809-D96A1A419EEA}" type="presParOf" srcId="{D7CB0962-A82F-4721-98BD-70D70ADD254B}" destId="{57049573-190F-490F-B8DA-AF784F546921}" srcOrd="1" destOrd="0" presId="urn:microsoft.com/office/officeart/2005/8/layout/vList2"/>
    <dgm:cxn modelId="{5CE9E0D4-B24C-4F22-A6A9-3E49DC08D4AD}" type="presParOf" srcId="{D7CB0962-A82F-4721-98BD-70D70ADD254B}" destId="{6C26BB98-5430-4707-9E71-88B4492FC5FD}" srcOrd="2" destOrd="0" presId="urn:microsoft.com/office/officeart/2005/8/layout/vList2"/>
    <dgm:cxn modelId="{E018E5F4-761C-4316-9D27-1E557773210C}" type="presParOf" srcId="{D7CB0962-A82F-4721-98BD-70D70ADD254B}" destId="{ECAAEA94-2987-48BA-B387-20566D99DCDC}" srcOrd="3" destOrd="0" presId="urn:microsoft.com/office/officeart/2005/8/layout/vList2"/>
    <dgm:cxn modelId="{0FE964F9-3EE7-4E7C-9E31-49AAC47EA46C}" type="presParOf" srcId="{D7CB0962-A82F-4721-98BD-70D70ADD254B}" destId="{0C5AF0E3-0D2E-489F-B328-21FACDE5E935}" srcOrd="4" destOrd="0" presId="urn:microsoft.com/office/officeart/2005/8/layout/vList2"/>
    <dgm:cxn modelId="{9D70BE4F-D487-431E-95AF-0367016B9D1D}" type="presParOf" srcId="{D7CB0962-A82F-4721-98BD-70D70ADD254B}" destId="{A9A07393-8A4A-4E99-B3DF-14CFFE8AB58F}" srcOrd="5" destOrd="0" presId="urn:microsoft.com/office/officeart/2005/8/layout/vList2"/>
    <dgm:cxn modelId="{00CF8203-1AC7-4FC8-B4FD-8B23271FAA45}" type="presParOf" srcId="{D7CB0962-A82F-4721-98BD-70D70ADD254B}" destId="{F3F58027-943E-4475-9BCB-7FC7AA638B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593364E-51EE-413F-815F-72989DA230C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28F93463-3DB0-4F1B-A540-CDEF6C66858D}">
      <dgm:prSet/>
      <dgm:spPr/>
      <dgm:t>
        <a:bodyPr/>
        <a:lstStyle/>
        <a:p>
          <a:r>
            <a:rPr lang="uk-UA" b="0" i="0" dirty="0"/>
            <a:t>закріпачення селян Лівобережної та Слобідської України</a:t>
          </a:r>
          <a:endParaRPr lang="uk-UA" dirty="0"/>
        </a:p>
      </dgm:t>
    </dgm:pt>
    <dgm:pt modelId="{267BA0D7-51F3-425E-BC19-4F51E2538DDF}" type="parTrans" cxnId="{E75CE5F6-A521-46D3-BA92-3C692136C96E}">
      <dgm:prSet/>
      <dgm:spPr/>
      <dgm:t>
        <a:bodyPr/>
        <a:lstStyle/>
        <a:p>
          <a:endParaRPr lang="uk-UA"/>
        </a:p>
      </dgm:t>
    </dgm:pt>
    <dgm:pt modelId="{A5F68DED-37D9-4486-B20E-446D8E5CAD4E}" type="sibTrans" cxnId="{E75CE5F6-A521-46D3-BA92-3C692136C96E}">
      <dgm:prSet/>
      <dgm:spPr/>
      <dgm:t>
        <a:bodyPr/>
        <a:lstStyle/>
        <a:p>
          <a:endParaRPr lang="uk-UA"/>
        </a:p>
      </dgm:t>
    </dgm:pt>
    <dgm:pt modelId="{7D04EB94-66B1-47DE-88C1-CC73CD703396}">
      <dgm:prSet/>
      <dgm:spPr/>
      <dgm:t>
        <a:bodyPr/>
        <a:lstStyle/>
        <a:p>
          <a:r>
            <a:rPr lang="uk-UA" b="0" i="0" dirty="0"/>
            <a:t>остаточна ліквідація Запорозької Січі</a:t>
          </a:r>
          <a:endParaRPr lang="uk-UA" dirty="0"/>
        </a:p>
      </dgm:t>
    </dgm:pt>
    <dgm:pt modelId="{F766A07C-1EC9-44B7-9B24-F81C0815A1B3}" type="parTrans" cxnId="{1EF903C6-14C0-48C2-B58B-177C0F452E6F}">
      <dgm:prSet/>
      <dgm:spPr/>
      <dgm:t>
        <a:bodyPr/>
        <a:lstStyle/>
        <a:p>
          <a:endParaRPr lang="uk-UA"/>
        </a:p>
      </dgm:t>
    </dgm:pt>
    <dgm:pt modelId="{96FDD38E-8545-4669-9ADF-889B7C4B369F}" type="sibTrans" cxnId="{1EF903C6-14C0-48C2-B58B-177C0F452E6F}">
      <dgm:prSet/>
      <dgm:spPr/>
      <dgm:t>
        <a:bodyPr/>
        <a:lstStyle/>
        <a:p>
          <a:endParaRPr lang="uk-UA"/>
        </a:p>
      </dgm:t>
    </dgm:pt>
    <dgm:pt modelId="{56634A4A-CE50-45D8-9705-F1389F645C0C}">
      <dgm:prSet/>
      <dgm:spPr/>
      <dgm:t>
        <a:bodyPr/>
        <a:lstStyle/>
        <a:p>
          <a:r>
            <a:rPr lang="uk-UA" b="0" i="0" dirty="0"/>
            <a:t>скасування полкового устрою на Слобідській Україні</a:t>
          </a:r>
          <a:endParaRPr lang="uk-UA" dirty="0"/>
        </a:p>
      </dgm:t>
    </dgm:pt>
    <dgm:pt modelId="{B82B6C98-4B63-4A22-BB62-37FB35C8E4B4}" type="parTrans" cxnId="{CDC20E23-8CC9-4B94-9D29-3E7F32FEB156}">
      <dgm:prSet/>
      <dgm:spPr/>
      <dgm:t>
        <a:bodyPr/>
        <a:lstStyle/>
        <a:p>
          <a:endParaRPr lang="uk-UA"/>
        </a:p>
      </dgm:t>
    </dgm:pt>
    <dgm:pt modelId="{A9B47BA1-6C67-4597-92A0-F98D2C1ABFCB}" type="sibTrans" cxnId="{CDC20E23-8CC9-4B94-9D29-3E7F32FEB156}">
      <dgm:prSet/>
      <dgm:spPr/>
      <dgm:t>
        <a:bodyPr/>
        <a:lstStyle/>
        <a:p>
          <a:endParaRPr lang="uk-UA"/>
        </a:p>
      </dgm:t>
    </dgm:pt>
    <dgm:pt modelId="{9FF04146-E769-4ABD-9958-24B012E4205B}">
      <dgm:prSet/>
      <dgm:spPr/>
      <dgm:t>
        <a:bodyPr/>
        <a:lstStyle/>
        <a:p>
          <a:r>
            <a:rPr lang="uk-UA" b="0" i="0" dirty="0"/>
            <a:t>утворення Другої Малоросійської колегії</a:t>
          </a:r>
          <a:endParaRPr lang="uk-UA" dirty="0"/>
        </a:p>
      </dgm:t>
    </dgm:pt>
    <dgm:pt modelId="{12FADC4B-0196-41F3-A168-5895A4EEDD8E}" type="parTrans" cxnId="{B529089E-D942-4B80-8F50-8A26E84B7EA9}">
      <dgm:prSet/>
      <dgm:spPr/>
      <dgm:t>
        <a:bodyPr/>
        <a:lstStyle/>
        <a:p>
          <a:endParaRPr lang="uk-UA"/>
        </a:p>
      </dgm:t>
    </dgm:pt>
    <dgm:pt modelId="{1B2EEB8F-A82E-4B8C-8EC2-2F7406131469}" type="sibTrans" cxnId="{B529089E-D942-4B80-8F50-8A26E84B7EA9}">
      <dgm:prSet/>
      <dgm:spPr/>
      <dgm:t>
        <a:bodyPr/>
        <a:lstStyle/>
        <a:p>
          <a:endParaRPr lang="uk-UA"/>
        </a:p>
      </dgm:t>
    </dgm:pt>
    <dgm:pt modelId="{13CFA934-479D-4C22-871F-31E1769304CB}" type="pres">
      <dgm:prSet presAssocID="{5593364E-51EE-413F-815F-72989DA230CC}" presName="linearFlow" presStyleCnt="0">
        <dgm:presLayoutVars>
          <dgm:dir/>
          <dgm:resizeHandles val="exact"/>
        </dgm:presLayoutVars>
      </dgm:prSet>
      <dgm:spPr/>
    </dgm:pt>
    <dgm:pt modelId="{2295C50B-F599-44A6-8E19-0DFB80068E21}" type="pres">
      <dgm:prSet presAssocID="{28F93463-3DB0-4F1B-A540-CDEF6C66858D}" presName="composite" presStyleCnt="0"/>
      <dgm:spPr/>
    </dgm:pt>
    <dgm:pt modelId="{02D60D6E-32CA-4C73-BA77-CFBB6FCA8669}" type="pres">
      <dgm:prSet presAssocID="{28F93463-3DB0-4F1B-A540-CDEF6C66858D}" presName="imgShp" presStyleLbl="fgImgPlace1" presStyleIdx="0" presStyleCnt="4"/>
      <dgm:spPr/>
    </dgm:pt>
    <dgm:pt modelId="{CD95A977-E71F-4FB2-BD85-2328E8F0B3BE}" type="pres">
      <dgm:prSet presAssocID="{28F93463-3DB0-4F1B-A540-CDEF6C66858D}" presName="txShp" presStyleLbl="node1" presStyleIdx="0" presStyleCnt="4">
        <dgm:presLayoutVars>
          <dgm:bulletEnabled val="1"/>
        </dgm:presLayoutVars>
      </dgm:prSet>
      <dgm:spPr/>
    </dgm:pt>
    <dgm:pt modelId="{83CBA7F5-53A0-41CD-9258-F7A782A750B3}" type="pres">
      <dgm:prSet presAssocID="{A5F68DED-37D9-4486-B20E-446D8E5CAD4E}" presName="spacing" presStyleCnt="0"/>
      <dgm:spPr/>
    </dgm:pt>
    <dgm:pt modelId="{81B399A0-8B99-411D-9BA8-AFA4C0677228}" type="pres">
      <dgm:prSet presAssocID="{7D04EB94-66B1-47DE-88C1-CC73CD703396}" presName="composite" presStyleCnt="0"/>
      <dgm:spPr/>
    </dgm:pt>
    <dgm:pt modelId="{CD24FD56-56EF-4ABA-910F-850091E82F80}" type="pres">
      <dgm:prSet presAssocID="{7D04EB94-66B1-47DE-88C1-CC73CD703396}" presName="imgShp" presStyleLbl="fgImgPlace1" presStyleIdx="1" presStyleCnt="4"/>
      <dgm:spPr/>
    </dgm:pt>
    <dgm:pt modelId="{A00B0520-BEF6-429E-AA68-BA42BD19DB84}" type="pres">
      <dgm:prSet presAssocID="{7D04EB94-66B1-47DE-88C1-CC73CD703396}" presName="txShp" presStyleLbl="node1" presStyleIdx="1" presStyleCnt="4">
        <dgm:presLayoutVars>
          <dgm:bulletEnabled val="1"/>
        </dgm:presLayoutVars>
      </dgm:prSet>
      <dgm:spPr/>
    </dgm:pt>
    <dgm:pt modelId="{F3B8BD25-7F5C-45C7-B39D-8B63E2334FC5}" type="pres">
      <dgm:prSet presAssocID="{96FDD38E-8545-4669-9ADF-889B7C4B369F}" presName="spacing" presStyleCnt="0"/>
      <dgm:spPr/>
    </dgm:pt>
    <dgm:pt modelId="{EC024C62-2239-4EA9-9665-1FDB9A178C2E}" type="pres">
      <dgm:prSet presAssocID="{56634A4A-CE50-45D8-9705-F1389F645C0C}" presName="composite" presStyleCnt="0"/>
      <dgm:spPr/>
    </dgm:pt>
    <dgm:pt modelId="{E43BC82A-9A29-413C-87FC-B0A86B53D1C0}" type="pres">
      <dgm:prSet presAssocID="{56634A4A-CE50-45D8-9705-F1389F645C0C}" presName="imgShp" presStyleLbl="fgImgPlace1" presStyleIdx="2" presStyleCnt="4"/>
      <dgm:spPr/>
    </dgm:pt>
    <dgm:pt modelId="{D5C815BF-481E-4130-B351-DD7DF21532D1}" type="pres">
      <dgm:prSet presAssocID="{56634A4A-CE50-45D8-9705-F1389F645C0C}" presName="txShp" presStyleLbl="node1" presStyleIdx="2" presStyleCnt="4">
        <dgm:presLayoutVars>
          <dgm:bulletEnabled val="1"/>
        </dgm:presLayoutVars>
      </dgm:prSet>
      <dgm:spPr/>
    </dgm:pt>
    <dgm:pt modelId="{7C7D4C47-1EF7-42F6-9CC4-5B83CFFEB7FB}" type="pres">
      <dgm:prSet presAssocID="{A9B47BA1-6C67-4597-92A0-F98D2C1ABFCB}" presName="spacing" presStyleCnt="0"/>
      <dgm:spPr/>
    </dgm:pt>
    <dgm:pt modelId="{8AA56F49-65F7-4587-90EE-277DB59DD48E}" type="pres">
      <dgm:prSet presAssocID="{9FF04146-E769-4ABD-9958-24B012E4205B}" presName="composite" presStyleCnt="0"/>
      <dgm:spPr/>
    </dgm:pt>
    <dgm:pt modelId="{5A33F754-C7B7-4DFF-B5E3-19EA066D9C94}" type="pres">
      <dgm:prSet presAssocID="{9FF04146-E769-4ABD-9958-24B012E4205B}" presName="imgShp" presStyleLbl="fgImgPlace1" presStyleIdx="3" presStyleCnt="4"/>
      <dgm:spPr/>
    </dgm:pt>
    <dgm:pt modelId="{4CC947E1-0BA0-4A7B-BC14-6713E0C68B17}" type="pres">
      <dgm:prSet presAssocID="{9FF04146-E769-4ABD-9958-24B012E4205B}" presName="txShp" presStyleLbl="node1" presStyleIdx="3" presStyleCnt="4">
        <dgm:presLayoutVars>
          <dgm:bulletEnabled val="1"/>
        </dgm:presLayoutVars>
      </dgm:prSet>
      <dgm:spPr/>
    </dgm:pt>
  </dgm:ptLst>
  <dgm:cxnLst>
    <dgm:cxn modelId="{47AC021F-62B0-4628-9875-74B99A14B6A8}" type="presOf" srcId="{9FF04146-E769-4ABD-9958-24B012E4205B}" destId="{4CC947E1-0BA0-4A7B-BC14-6713E0C68B17}" srcOrd="0" destOrd="0" presId="urn:microsoft.com/office/officeart/2005/8/layout/vList3"/>
    <dgm:cxn modelId="{CDC20E23-8CC9-4B94-9D29-3E7F32FEB156}" srcId="{5593364E-51EE-413F-815F-72989DA230CC}" destId="{56634A4A-CE50-45D8-9705-F1389F645C0C}" srcOrd="2" destOrd="0" parTransId="{B82B6C98-4B63-4A22-BB62-37FB35C8E4B4}" sibTransId="{A9B47BA1-6C67-4597-92A0-F98D2C1ABFCB}"/>
    <dgm:cxn modelId="{CF20DC36-856D-4A55-9672-42B4273C4B38}" type="presOf" srcId="{7D04EB94-66B1-47DE-88C1-CC73CD703396}" destId="{A00B0520-BEF6-429E-AA68-BA42BD19DB84}" srcOrd="0" destOrd="0" presId="urn:microsoft.com/office/officeart/2005/8/layout/vList3"/>
    <dgm:cxn modelId="{9639DE50-14D5-4729-B6E5-BFA12B38EAB0}" type="presOf" srcId="{5593364E-51EE-413F-815F-72989DA230CC}" destId="{13CFA934-479D-4C22-871F-31E1769304CB}" srcOrd="0" destOrd="0" presId="urn:microsoft.com/office/officeart/2005/8/layout/vList3"/>
    <dgm:cxn modelId="{22056C97-A34F-4F98-8772-6A05F834DAD2}" type="presOf" srcId="{28F93463-3DB0-4F1B-A540-CDEF6C66858D}" destId="{CD95A977-E71F-4FB2-BD85-2328E8F0B3BE}" srcOrd="0" destOrd="0" presId="urn:microsoft.com/office/officeart/2005/8/layout/vList3"/>
    <dgm:cxn modelId="{8A30299A-193E-4567-9C57-C7F1D4AF3427}" type="presOf" srcId="{56634A4A-CE50-45D8-9705-F1389F645C0C}" destId="{D5C815BF-481E-4130-B351-DD7DF21532D1}" srcOrd="0" destOrd="0" presId="urn:microsoft.com/office/officeart/2005/8/layout/vList3"/>
    <dgm:cxn modelId="{B529089E-D942-4B80-8F50-8A26E84B7EA9}" srcId="{5593364E-51EE-413F-815F-72989DA230CC}" destId="{9FF04146-E769-4ABD-9958-24B012E4205B}" srcOrd="3" destOrd="0" parTransId="{12FADC4B-0196-41F3-A168-5895A4EEDD8E}" sibTransId="{1B2EEB8F-A82E-4B8C-8EC2-2F7406131469}"/>
    <dgm:cxn modelId="{1EF903C6-14C0-48C2-B58B-177C0F452E6F}" srcId="{5593364E-51EE-413F-815F-72989DA230CC}" destId="{7D04EB94-66B1-47DE-88C1-CC73CD703396}" srcOrd="1" destOrd="0" parTransId="{F766A07C-1EC9-44B7-9B24-F81C0815A1B3}" sibTransId="{96FDD38E-8545-4669-9ADF-889B7C4B369F}"/>
    <dgm:cxn modelId="{E75CE5F6-A521-46D3-BA92-3C692136C96E}" srcId="{5593364E-51EE-413F-815F-72989DA230CC}" destId="{28F93463-3DB0-4F1B-A540-CDEF6C66858D}" srcOrd="0" destOrd="0" parTransId="{267BA0D7-51F3-425E-BC19-4F51E2538DDF}" sibTransId="{A5F68DED-37D9-4486-B20E-446D8E5CAD4E}"/>
    <dgm:cxn modelId="{6C6A61E8-8D9E-42C2-89A5-A4EA63418377}" type="presParOf" srcId="{13CFA934-479D-4C22-871F-31E1769304CB}" destId="{2295C50B-F599-44A6-8E19-0DFB80068E21}" srcOrd="0" destOrd="0" presId="urn:microsoft.com/office/officeart/2005/8/layout/vList3"/>
    <dgm:cxn modelId="{63ADA70D-80E7-473A-B781-158BB197907A}" type="presParOf" srcId="{2295C50B-F599-44A6-8E19-0DFB80068E21}" destId="{02D60D6E-32CA-4C73-BA77-CFBB6FCA8669}" srcOrd="0" destOrd="0" presId="urn:microsoft.com/office/officeart/2005/8/layout/vList3"/>
    <dgm:cxn modelId="{7938DE0C-24E8-466C-A293-40E03CB0DE04}" type="presParOf" srcId="{2295C50B-F599-44A6-8E19-0DFB80068E21}" destId="{CD95A977-E71F-4FB2-BD85-2328E8F0B3BE}" srcOrd="1" destOrd="0" presId="urn:microsoft.com/office/officeart/2005/8/layout/vList3"/>
    <dgm:cxn modelId="{01D812F8-8AC5-4DEA-8FF4-FDB201629B49}" type="presParOf" srcId="{13CFA934-479D-4C22-871F-31E1769304CB}" destId="{83CBA7F5-53A0-41CD-9258-F7A782A750B3}" srcOrd="1" destOrd="0" presId="urn:microsoft.com/office/officeart/2005/8/layout/vList3"/>
    <dgm:cxn modelId="{805653CB-3839-4610-931F-9A9298C10315}" type="presParOf" srcId="{13CFA934-479D-4C22-871F-31E1769304CB}" destId="{81B399A0-8B99-411D-9BA8-AFA4C0677228}" srcOrd="2" destOrd="0" presId="urn:microsoft.com/office/officeart/2005/8/layout/vList3"/>
    <dgm:cxn modelId="{38E619EF-74B6-41F3-B54F-3492DD3185A8}" type="presParOf" srcId="{81B399A0-8B99-411D-9BA8-AFA4C0677228}" destId="{CD24FD56-56EF-4ABA-910F-850091E82F80}" srcOrd="0" destOrd="0" presId="urn:microsoft.com/office/officeart/2005/8/layout/vList3"/>
    <dgm:cxn modelId="{5A06EC6A-06FC-4E15-8FEC-2D63F1B8A350}" type="presParOf" srcId="{81B399A0-8B99-411D-9BA8-AFA4C0677228}" destId="{A00B0520-BEF6-429E-AA68-BA42BD19DB84}" srcOrd="1" destOrd="0" presId="urn:microsoft.com/office/officeart/2005/8/layout/vList3"/>
    <dgm:cxn modelId="{9F567B28-B1D3-42D6-B7D1-C8FCFD4C8DA7}" type="presParOf" srcId="{13CFA934-479D-4C22-871F-31E1769304CB}" destId="{F3B8BD25-7F5C-45C7-B39D-8B63E2334FC5}" srcOrd="3" destOrd="0" presId="urn:microsoft.com/office/officeart/2005/8/layout/vList3"/>
    <dgm:cxn modelId="{9D95D7AC-A990-468F-BD5B-D656BDD94130}" type="presParOf" srcId="{13CFA934-479D-4C22-871F-31E1769304CB}" destId="{EC024C62-2239-4EA9-9665-1FDB9A178C2E}" srcOrd="4" destOrd="0" presId="urn:microsoft.com/office/officeart/2005/8/layout/vList3"/>
    <dgm:cxn modelId="{6EA3DA5A-B8E5-4C7E-922A-983F8AEDC9F8}" type="presParOf" srcId="{EC024C62-2239-4EA9-9665-1FDB9A178C2E}" destId="{E43BC82A-9A29-413C-87FC-B0A86B53D1C0}" srcOrd="0" destOrd="0" presId="urn:microsoft.com/office/officeart/2005/8/layout/vList3"/>
    <dgm:cxn modelId="{77B77AE9-9A22-4084-A0C1-71319FC02FB0}" type="presParOf" srcId="{EC024C62-2239-4EA9-9665-1FDB9A178C2E}" destId="{D5C815BF-481E-4130-B351-DD7DF21532D1}" srcOrd="1" destOrd="0" presId="urn:microsoft.com/office/officeart/2005/8/layout/vList3"/>
    <dgm:cxn modelId="{2E618DA4-E026-4377-8191-F9C217679BB8}" type="presParOf" srcId="{13CFA934-479D-4C22-871F-31E1769304CB}" destId="{7C7D4C47-1EF7-42F6-9CC4-5B83CFFEB7FB}" srcOrd="5" destOrd="0" presId="urn:microsoft.com/office/officeart/2005/8/layout/vList3"/>
    <dgm:cxn modelId="{2DB90914-E222-4747-BFD0-61481EA08934}" type="presParOf" srcId="{13CFA934-479D-4C22-871F-31E1769304CB}" destId="{8AA56F49-65F7-4587-90EE-277DB59DD48E}" srcOrd="6" destOrd="0" presId="urn:microsoft.com/office/officeart/2005/8/layout/vList3"/>
    <dgm:cxn modelId="{91049235-735D-4800-B5B7-9452239FFBA8}" type="presParOf" srcId="{8AA56F49-65F7-4587-90EE-277DB59DD48E}" destId="{5A33F754-C7B7-4DFF-B5E3-19EA066D9C94}" srcOrd="0" destOrd="0" presId="urn:microsoft.com/office/officeart/2005/8/layout/vList3"/>
    <dgm:cxn modelId="{B515F741-8344-4FA7-AB4C-B6087D6CC4E3}" type="presParOf" srcId="{8AA56F49-65F7-4587-90EE-277DB59DD48E}" destId="{4CC947E1-0BA0-4A7B-BC14-6713E0C68B1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81DF220-767D-413F-B304-522BF83E19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4F5D2EC-09BE-4330-9DC0-6BA1E7459756}">
      <dgm:prSet/>
      <dgm:spPr/>
      <dgm:t>
        <a:bodyPr/>
        <a:lstStyle/>
        <a:p>
          <a:r>
            <a:rPr lang="uk-UA" b="0" i="0" dirty="0"/>
            <a:t>остаточна ліквідація гетьманства</a:t>
          </a:r>
          <a:endParaRPr lang="uk-UA" dirty="0"/>
        </a:p>
      </dgm:t>
    </dgm:pt>
    <dgm:pt modelId="{DC277843-78A1-480C-A9AA-943B313BAAE0}" type="parTrans" cxnId="{C548F1BE-9F11-4584-9D4C-92F429D4FEB2}">
      <dgm:prSet/>
      <dgm:spPr/>
      <dgm:t>
        <a:bodyPr/>
        <a:lstStyle/>
        <a:p>
          <a:endParaRPr lang="uk-UA"/>
        </a:p>
      </dgm:t>
    </dgm:pt>
    <dgm:pt modelId="{53208FEC-70D5-4AEF-9AAE-3DAA6DD120DF}" type="sibTrans" cxnId="{C548F1BE-9F11-4584-9D4C-92F429D4FEB2}">
      <dgm:prSet/>
      <dgm:spPr/>
      <dgm:t>
        <a:bodyPr/>
        <a:lstStyle/>
        <a:p>
          <a:endParaRPr lang="uk-UA"/>
        </a:p>
      </dgm:t>
    </dgm:pt>
    <dgm:pt modelId="{52EF1AFB-D2C9-4619-9F5D-CDC1D9FE0A88}">
      <dgm:prSet/>
      <dgm:spPr/>
      <dgm:t>
        <a:bodyPr/>
        <a:lstStyle/>
        <a:p>
          <a:r>
            <a:rPr lang="uk-UA" b="0" i="0" dirty="0"/>
            <a:t>остаточна ліквідація царським урядом Запорозької Січі</a:t>
          </a:r>
          <a:endParaRPr lang="uk-UA" dirty="0"/>
        </a:p>
      </dgm:t>
    </dgm:pt>
    <dgm:pt modelId="{25FFEB24-AFD7-4772-BD02-A4269601A7B4}" type="parTrans" cxnId="{D1523DDA-FBEE-4969-A293-45652856C1D7}">
      <dgm:prSet/>
      <dgm:spPr/>
      <dgm:t>
        <a:bodyPr/>
        <a:lstStyle/>
        <a:p>
          <a:endParaRPr lang="uk-UA"/>
        </a:p>
      </dgm:t>
    </dgm:pt>
    <dgm:pt modelId="{83970BA4-85D9-4206-893F-F4BD576FC7EB}" type="sibTrans" cxnId="{D1523DDA-FBEE-4969-A293-45652856C1D7}">
      <dgm:prSet/>
      <dgm:spPr/>
      <dgm:t>
        <a:bodyPr/>
        <a:lstStyle/>
        <a:p>
          <a:endParaRPr lang="uk-UA"/>
        </a:p>
      </dgm:t>
    </dgm:pt>
    <dgm:pt modelId="{2EDAC23A-8607-4C29-B369-C3D6BF6BE60C}">
      <dgm:prSet/>
      <dgm:spPr/>
      <dgm:t>
        <a:bodyPr/>
        <a:lstStyle/>
        <a:p>
          <a:r>
            <a:rPr lang="uk-UA" b="0" i="0"/>
            <a:t>ухвалення Конституції Пилипа Орлика</a:t>
          </a:r>
          <a:endParaRPr lang="uk-UA"/>
        </a:p>
      </dgm:t>
    </dgm:pt>
    <dgm:pt modelId="{B5079352-114F-42E0-A1B0-664F7DDC522A}" type="parTrans" cxnId="{F32545B7-DCD2-431D-B812-EBDF5B34037B}">
      <dgm:prSet/>
      <dgm:spPr/>
      <dgm:t>
        <a:bodyPr/>
        <a:lstStyle/>
        <a:p>
          <a:endParaRPr lang="uk-UA"/>
        </a:p>
      </dgm:t>
    </dgm:pt>
    <dgm:pt modelId="{DE0AB51F-1EB1-48DB-97A0-8CE371A67A41}" type="sibTrans" cxnId="{F32545B7-DCD2-431D-B812-EBDF5B34037B}">
      <dgm:prSet/>
      <dgm:spPr/>
      <dgm:t>
        <a:bodyPr/>
        <a:lstStyle/>
        <a:p>
          <a:endParaRPr lang="uk-UA"/>
        </a:p>
      </dgm:t>
    </dgm:pt>
    <dgm:pt modelId="{3E0E6886-AA96-4558-B808-6C504408B0ED}">
      <dgm:prSet/>
      <dgm:spPr/>
      <dgm:t>
        <a:bodyPr/>
        <a:lstStyle/>
        <a:p>
          <a:r>
            <a:rPr lang="uk-UA" b="0" i="0" dirty="0"/>
            <a:t>оприлюднення царського указу про закріпачення селян Лівобережної та Слобідської України</a:t>
          </a:r>
          <a:endParaRPr lang="uk-UA" dirty="0"/>
        </a:p>
      </dgm:t>
    </dgm:pt>
    <dgm:pt modelId="{7BADA988-8DE1-48FA-86AC-11DC3A1A16F6}" type="parTrans" cxnId="{55BC6FB7-EC38-46C5-8D75-95D49C6F18DF}">
      <dgm:prSet/>
      <dgm:spPr/>
      <dgm:t>
        <a:bodyPr/>
        <a:lstStyle/>
        <a:p>
          <a:endParaRPr lang="uk-UA"/>
        </a:p>
      </dgm:t>
    </dgm:pt>
    <dgm:pt modelId="{D5B0156E-BD62-47D4-A65A-6707289DF24C}" type="sibTrans" cxnId="{55BC6FB7-EC38-46C5-8D75-95D49C6F18DF}">
      <dgm:prSet/>
      <dgm:spPr/>
      <dgm:t>
        <a:bodyPr/>
        <a:lstStyle/>
        <a:p>
          <a:endParaRPr lang="uk-UA"/>
        </a:p>
      </dgm:t>
    </dgm:pt>
    <dgm:pt modelId="{CB3239FC-84DC-481B-9EF6-0090644F2B92}" type="pres">
      <dgm:prSet presAssocID="{281DF220-767D-413F-B304-522BF83E196B}" presName="linear" presStyleCnt="0">
        <dgm:presLayoutVars>
          <dgm:animLvl val="lvl"/>
          <dgm:resizeHandles val="exact"/>
        </dgm:presLayoutVars>
      </dgm:prSet>
      <dgm:spPr/>
    </dgm:pt>
    <dgm:pt modelId="{717228ED-C51E-49C2-A7A5-8F8CBB5BF3A2}" type="pres">
      <dgm:prSet presAssocID="{44F5D2EC-09BE-4330-9DC0-6BA1E74597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D7CCC4-DD54-49D5-BD98-0A9A523DB439}" type="pres">
      <dgm:prSet presAssocID="{53208FEC-70D5-4AEF-9AAE-3DAA6DD120DF}" presName="spacer" presStyleCnt="0"/>
      <dgm:spPr/>
    </dgm:pt>
    <dgm:pt modelId="{32AF5418-FB76-44F6-9DD3-A8D438DC5DE8}" type="pres">
      <dgm:prSet presAssocID="{52EF1AFB-D2C9-4619-9F5D-CDC1D9FE0A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CF04905-019B-4B5F-AD67-31B94B2A7039}" type="pres">
      <dgm:prSet presAssocID="{83970BA4-85D9-4206-893F-F4BD576FC7EB}" presName="spacer" presStyleCnt="0"/>
      <dgm:spPr/>
    </dgm:pt>
    <dgm:pt modelId="{FDE27C01-16F4-4822-BBF8-C893699B43A1}" type="pres">
      <dgm:prSet presAssocID="{2EDAC23A-8607-4C29-B369-C3D6BF6BE60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EB9C64-6857-4957-A8F5-D0CE3783F434}" type="pres">
      <dgm:prSet presAssocID="{DE0AB51F-1EB1-48DB-97A0-8CE371A67A41}" presName="spacer" presStyleCnt="0"/>
      <dgm:spPr/>
    </dgm:pt>
    <dgm:pt modelId="{E1943EDC-6349-463E-9912-A21E31ECFF26}" type="pres">
      <dgm:prSet presAssocID="{3E0E6886-AA96-4558-B808-6C504408B0E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8BEF52F-C5D0-4738-8B30-F9690D4966CD}" type="presOf" srcId="{2EDAC23A-8607-4C29-B369-C3D6BF6BE60C}" destId="{FDE27C01-16F4-4822-BBF8-C893699B43A1}" srcOrd="0" destOrd="0" presId="urn:microsoft.com/office/officeart/2005/8/layout/vList2"/>
    <dgm:cxn modelId="{2AC3B36B-2CE3-4F11-9341-4BA98EF1A1BD}" type="presOf" srcId="{52EF1AFB-D2C9-4619-9F5D-CDC1D9FE0A88}" destId="{32AF5418-FB76-44F6-9DD3-A8D438DC5DE8}" srcOrd="0" destOrd="0" presId="urn:microsoft.com/office/officeart/2005/8/layout/vList2"/>
    <dgm:cxn modelId="{C40E704C-5E77-4B49-83D2-5ADE537227D5}" type="presOf" srcId="{281DF220-767D-413F-B304-522BF83E196B}" destId="{CB3239FC-84DC-481B-9EF6-0090644F2B92}" srcOrd="0" destOrd="0" presId="urn:microsoft.com/office/officeart/2005/8/layout/vList2"/>
    <dgm:cxn modelId="{560F137C-C3C3-4628-B147-D6D7E41EF781}" type="presOf" srcId="{3E0E6886-AA96-4558-B808-6C504408B0ED}" destId="{E1943EDC-6349-463E-9912-A21E31ECFF26}" srcOrd="0" destOrd="0" presId="urn:microsoft.com/office/officeart/2005/8/layout/vList2"/>
    <dgm:cxn modelId="{B18F9685-74A6-431E-9145-CFCD180BE7C8}" type="presOf" srcId="{44F5D2EC-09BE-4330-9DC0-6BA1E7459756}" destId="{717228ED-C51E-49C2-A7A5-8F8CBB5BF3A2}" srcOrd="0" destOrd="0" presId="urn:microsoft.com/office/officeart/2005/8/layout/vList2"/>
    <dgm:cxn modelId="{F32545B7-DCD2-431D-B812-EBDF5B34037B}" srcId="{281DF220-767D-413F-B304-522BF83E196B}" destId="{2EDAC23A-8607-4C29-B369-C3D6BF6BE60C}" srcOrd="2" destOrd="0" parTransId="{B5079352-114F-42E0-A1B0-664F7DDC522A}" sibTransId="{DE0AB51F-1EB1-48DB-97A0-8CE371A67A41}"/>
    <dgm:cxn modelId="{55BC6FB7-EC38-46C5-8D75-95D49C6F18DF}" srcId="{281DF220-767D-413F-B304-522BF83E196B}" destId="{3E0E6886-AA96-4558-B808-6C504408B0ED}" srcOrd="3" destOrd="0" parTransId="{7BADA988-8DE1-48FA-86AC-11DC3A1A16F6}" sibTransId="{D5B0156E-BD62-47D4-A65A-6707289DF24C}"/>
    <dgm:cxn modelId="{C548F1BE-9F11-4584-9D4C-92F429D4FEB2}" srcId="{281DF220-767D-413F-B304-522BF83E196B}" destId="{44F5D2EC-09BE-4330-9DC0-6BA1E7459756}" srcOrd="0" destOrd="0" parTransId="{DC277843-78A1-480C-A9AA-943B313BAAE0}" sibTransId="{53208FEC-70D5-4AEF-9AAE-3DAA6DD120DF}"/>
    <dgm:cxn modelId="{D1523DDA-FBEE-4969-A293-45652856C1D7}" srcId="{281DF220-767D-413F-B304-522BF83E196B}" destId="{52EF1AFB-D2C9-4619-9F5D-CDC1D9FE0A88}" srcOrd="1" destOrd="0" parTransId="{25FFEB24-AFD7-4772-BD02-A4269601A7B4}" sibTransId="{83970BA4-85D9-4206-893F-F4BD576FC7EB}"/>
    <dgm:cxn modelId="{C086D43F-F153-4FC3-8CAB-361ADA99C4BC}" type="presParOf" srcId="{CB3239FC-84DC-481B-9EF6-0090644F2B92}" destId="{717228ED-C51E-49C2-A7A5-8F8CBB5BF3A2}" srcOrd="0" destOrd="0" presId="urn:microsoft.com/office/officeart/2005/8/layout/vList2"/>
    <dgm:cxn modelId="{5B717DD8-6B1E-4440-AABC-C6479A652BCB}" type="presParOf" srcId="{CB3239FC-84DC-481B-9EF6-0090644F2B92}" destId="{27D7CCC4-DD54-49D5-BD98-0A9A523DB439}" srcOrd="1" destOrd="0" presId="urn:microsoft.com/office/officeart/2005/8/layout/vList2"/>
    <dgm:cxn modelId="{5461A3AF-9AE8-4494-9776-6F3539F0D891}" type="presParOf" srcId="{CB3239FC-84DC-481B-9EF6-0090644F2B92}" destId="{32AF5418-FB76-44F6-9DD3-A8D438DC5DE8}" srcOrd="2" destOrd="0" presId="urn:microsoft.com/office/officeart/2005/8/layout/vList2"/>
    <dgm:cxn modelId="{1BC0271E-33F9-4AEE-A3AF-1ECD1FB64280}" type="presParOf" srcId="{CB3239FC-84DC-481B-9EF6-0090644F2B92}" destId="{0CF04905-019B-4B5F-AD67-31B94B2A7039}" srcOrd="3" destOrd="0" presId="urn:microsoft.com/office/officeart/2005/8/layout/vList2"/>
    <dgm:cxn modelId="{B50E0981-EB96-4200-9E35-0AE856E34FBA}" type="presParOf" srcId="{CB3239FC-84DC-481B-9EF6-0090644F2B92}" destId="{FDE27C01-16F4-4822-BBF8-C893699B43A1}" srcOrd="4" destOrd="0" presId="urn:microsoft.com/office/officeart/2005/8/layout/vList2"/>
    <dgm:cxn modelId="{95DEF713-0D2D-4ABF-844A-CA5FE3F44C30}" type="presParOf" srcId="{CB3239FC-84DC-481B-9EF6-0090644F2B92}" destId="{FCEB9C64-6857-4957-A8F5-D0CE3783F434}" srcOrd="5" destOrd="0" presId="urn:microsoft.com/office/officeart/2005/8/layout/vList2"/>
    <dgm:cxn modelId="{A8140398-0012-489E-A922-397B124EFA46}" type="presParOf" srcId="{CB3239FC-84DC-481B-9EF6-0090644F2B92}" destId="{E1943EDC-6349-463E-9912-A21E31ECFF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0CDD8D6-3798-499C-BD37-7F6EA2A6318A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F18305C-9D29-41BC-AB8A-87A27B5C71DA}">
      <dgm:prSet/>
      <dgm:spPr/>
      <dgm:t>
        <a:bodyPr/>
        <a:lstStyle/>
        <a:p>
          <a:r>
            <a:rPr lang="ru-RU" b="0" i="0" dirty="0"/>
            <a:t>1710 р.</a:t>
          </a:r>
          <a:endParaRPr lang="uk-UA" dirty="0"/>
        </a:p>
      </dgm:t>
    </dgm:pt>
    <dgm:pt modelId="{FF04DDD8-5679-4E91-81D0-7B52C230FD12}" type="parTrans" cxnId="{DDF47B77-CACA-44A6-8594-ACB2CA09F839}">
      <dgm:prSet/>
      <dgm:spPr/>
      <dgm:t>
        <a:bodyPr/>
        <a:lstStyle/>
        <a:p>
          <a:endParaRPr lang="uk-UA"/>
        </a:p>
      </dgm:t>
    </dgm:pt>
    <dgm:pt modelId="{80DCF8B7-305F-4B62-8FD7-8B79AB319D50}" type="sibTrans" cxnId="{DDF47B77-CACA-44A6-8594-ACB2CA09F839}">
      <dgm:prSet/>
      <dgm:spPr/>
      <dgm:t>
        <a:bodyPr/>
        <a:lstStyle/>
        <a:p>
          <a:endParaRPr lang="uk-UA"/>
        </a:p>
      </dgm:t>
    </dgm:pt>
    <dgm:pt modelId="{0014C3A5-BC6D-4936-8E09-8BB08B048128}">
      <dgm:prSet/>
      <dgm:spPr/>
      <dgm:t>
        <a:bodyPr/>
        <a:lstStyle/>
        <a:p>
          <a:r>
            <a:rPr lang="ru-RU" b="0" i="0"/>
            <a:t>1764 р.</a:t>
          </a:r>
          <a:endParaRPr lang="uk-UA"/>
        </a:p>
      </dgm:t>
    </dgm:pt>
    <dgm:pt modelId="{30FB15B3-97ED-4828-BD1E-79BB6C108E83}" type="parTrans" cxnId="{87F19838-B78D-4787-84AE-1B38B0BD6711}">
      <dgm:prSet/>
      <dgm:spPr/>
      <dgm:t>
        <a:bodyPr/>
        <a:lstStyle/>
        <a:p>
          <a:endParaRPr lang="uk-UA"/>
        </a:p>
      </dgm:t>
    </dgm:pt>
    <dgm:pt modelId="{2E310D4C-3F91-4722-9662-467BD7401409}" type="sibTrans" cxnId="{87F19838-B78D-4787-84AE-1B38B0BD6711}">
      <dgm:prSet/>
      <dgm:spPr/>
      <dgm:t>
        <a:bodyPr/>
        <a:lstStyle/>
        <a:p>
          <a:endParaRPr lang="uk-UA"/>
        </a:p>
      </dgm:t>
    </dgm:pt>
    <dgm:pt modelId="{367122E4-5D72-4EEB-B4AD-599D8EDDB15C}">
      <dgm:prSet/>
      <dgm:spPr/>
      <dgm:t>
        <a:bodyPr/>
        <a:lstStyle/>
        <a:p>
          <a:r>
            <a:rPr lang="ru-RU" b="0" i="0" dirty="0"/>
            <a:t>1775 р.</a:t>
          </a:r>
          <a:endParaRPr lang="uk-UA" dirty="0"/>
        </a:p>
      </dgm:t>
    </dgm:pt>
    <dgm:pt modelId="{33BC776E-73FC-4149-8939-BA452250B5D8}" type="parTrans" cxnId="{A7555D67-7AC3-43BE-BF24-6D5356057A4A}">
      <dgm:prSet/>
      <dgm:spPr/>
      <dgm:t>
        <a:bodyPr/>
        <a:lstStyle/>
        <a:p>
          <a:endParaRPr lang="uk-UA"/>
        </a:p>
      </dgm:t>
    </dgm:pt>
    <dgm:pt modelId="{79EFC973-EB79-47A5-8CBB-F9351DDC765F}" type="sibTrans" cxnId="{A7555D67-7AC3-43BE-BF24-6D5356057A4A}">
      <dgm:prSet/>
      <dgm:spPr/>
      <dgm:t>
        <a:bodyPr/>
        <a:lstStyle/>
        <a:p>
          <a:endParaRPr lang="uk-UA"/>
        </a:p>
      </dgm:t>
    </dgm:pt>
    <dgm:pt modelId="{6427A51C-FCCD-4F56-98A8-C5E8EB575988}">
      <dgm:prSet/>
      <dgm:spPr/>
      <dgm:t>
        <a:bodyPr/>
        <a:lstStyle/>
        <a:p>
          <a:r>
            <a:rPr lang="ru-RU" b="0" i="0"/>
            <a:t>1783 р.</a:t>
          </a:r>
          <a:endParaRPr lang="uk-UA"/>
        </a:p>
      </dgm:t>
    </dgm:pt>
    <dgm:pt modelId="{5A4D903F-BA8C-4978-A84D-C43BF64EE724}" type="parTrans" cxnId="{0AC440E8-92D1-4BC8-AAC4-F184B4C736A4}">
      <dgm:prSet/>
      <dgm:spPr/>
      <dgm:t>
        <a:bodyPr/>
        <a:lstStyle/>
        <a:p>
          <a:endParaRPr lang="uk-UA"/>
        </a:p>
      </dgm:t>
    </dgm:pt>
    <dgm:pt modelId="{6C1C07F9-6397-4B2B-877C-40D4CF984F93}" type="sibTrans" cxnId="{0AC440E8-92D1-4BC8-AAC4-F184B4C736A4}">
      <dgm:prSet/>
      <dgm:spPr/>
      <dgm:t>
        <a:bodyPr/>
        <a:lstStyle/>
        <a:p>
          <a:endParaRPr lang="uk-UA"/>
        </a:p>
      </dgm:t>
    </dgm:pt>
    <dgm:pt modelId="{22052F55-982E-436D-92CF-0264B1B932EC}">
      <dgm:prSet/>
      <dgm:spPr/>
      <dgm:t>
        <a:bodyPr/>
        <a:lstStyle/>
        <a:p>
          <a:r>
            <a:rPr lang="ru-RU" b="0" i="0" dirty="0"/>
            <a:t>1785 р.</a:t>
          </a:r>
          <a:endParaRPr lang="uk-UA" dirty="0"/>
        </a:p>
      </dgm:t>
    </dgm:pt>
    <dgm:pt modelId="{936E12FC-AC6B-4395-BE4A-A8B2AB03B369}" type="parTrans" cxnId="{A94441DC-5F21-45A9-B855-9286D80F9EB3}">
      <dgm:prSet/>
      <dgm:spPr/>
      <dgm:t>
        <a:bodyPr/>
        <a:lstStyle/>
        <a:p>
          <a:endParaRPr lang="uk-UA"/>
        </a:p>
      </dgm:t>
    </dgm:pt>
    <dgm:pt modelId="{B38972F2-6A88-42C8-9F37-7F1A254B5063}" type="sibTrans" cxnId="{A94441DC-5F21-45A9-B855-9286D80F9EB3}">
      <dgm:prSet/>
      <dgm:spPr/>
      <dgm:t>
        <a:bodyPr/>
        <a:lstStyle/>
        <a:p>
          <a:endParaRPr lang="uk-UA"/>
        </a:p>
      </dgm:t>
    </dgm:pt>
    <dgm:pt modelId="{6B66C71E-076B-4909-A3FE-98A22BF713AB}" type="pres">
      <dgm:prSet presAssocID="{D0CDD8D6-3798-499C-BD37-7F6EA2A6318A}" presName="compositeShape" presStyleCnt="0">
        <dgm:presLayoutVars>
          <dgm:chMax val="7"/>
          <dgm:dir/>
          <dgm:resizeHandles val="exact"/>
        </dgm:presLayoutVars>
      </dgm:prSet>
      <dgm:spPr/>
    </dgm:pt>
    <dgm:pt modelId="{C3F95CE5-BD03-4F5D-ABBD-2F2317CCA7AE}" type="pres">
      <dgm:prSet presAssocID="{6F18305C-9D29-41BC-AB8A-87A27B5C71DA}" presName="circ1" presStyleLbl="vennNode1" presStyleIdx="0" presStyleCnt="5"/>
      <dgm:spPr/>
    </dgm:pt>
    <dgm:pt modelId="{98CE0D3E-5691-4320-9917-3DFB9F385779}" type="pres">
      <dgm:prSet presAssocID="{6F18305C-9D29-41BC-AB8A-87A27B5C71D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12005F3-B8AE-46B1-BD54-6BD4F90097F7}" type="pres">
      <dgm:prSet presAssocID="{0014C3A5-BC6D-4936-8E09-8BB08B048128}" presName="circ2" presStyleLbl="vennNode1" presStyleIdx="1" presStyleCnt="5"/>
      <dgm:spPr/>
    </dgm:pt>
    <dgm:pt modelId="{62D193FF-4296-47A6-B58F-0642BB59DA10}" type="pres">
      <dgm:prSet presAssocID="{0014C3A5-BC6D-4936-8E09-8BB08B04812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8A47052-EABD-4C4D-926F-1D57E6BA2D0A}" type="pres">
      <dgm:prSet presAssocID="{367122E4-5D72-4EEB-B4AD-599D8EDDB15C}" presName="circ3" presStyleLbl="vennNode1" presStyleIdx="2" presStyleCnt="5"/>
      <dgm:spPr/>
    </dgm:pt>
    <dgm:pt modelId="{1FFF5EF0-989D-4FC4-8AA4-72CFDA2390FE}" type="pres">
      <dgm:prSet presAssocID="{367122E4-5D72-4EEB-B4AD-599D8EDDB15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1AE6598-F260-474A-A3AE-FABECF372D8D}" type="pres">
      <dgm:prSet presAssocID="{6427A51C-FCCD-4F56-98A8-C5E8EB575988}" presName="circ4" presStyleLbl="vennNode1" presStyleIdx="3" presStyleCnt="5"/>
      <dgm:spPr/>
    </dgm:pt>
    <dgm:pt modelId="{2F7E0223-477F-4401-8732-E37EEDB461F9}" type="pres">
      <dgm:prSet presAssocID="{6427A51C-FCCD-4F56-98A8-C5E8EB575988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053DF10-790C-4034-9BCF-17E123352481}" type="pres">
      <dgm:prSet presAssocID="{22052F55-982E-436D-92CF-0264B1B932EC}" presName="circ5" presStyleLbl="vennNode1" presStyleIdx="4" presStyleCnt="5"/>
      <dgm:spPr/>
    </dgm:pt>
    <dgm:pt modelId="{5867AFAE-F544-4369-9C5E-95EB86AE9908}" type="pres">
      <dgm:prSet presAssocID="{22052F55-982E-436D-92CF-0264B1B932EC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7F19838-B78D-4787-84AE-1B38B0BD6711}" srcId="{D0CDD8D6-3798-499C-BD37-7F6EA2A6318A}" destId="{0014C3A5-BC6D-4936-8E09-8BB08B048128}" srcOrd="1" destOrd="0" parTransId="{30FB15B3-97ED-4828-BD1E-79BB6C108E83}" sibTransId="{2E310D4C-3F91-4722-9662-467BD7401409}"/>
    <dgm:cxn modelId="{C041CB5F-EC24-4182-AE97-B2D9BC24136E}" type="presOf" srcId="{22052F55-982E-436D-92CF-0264B1B932EC}" destId="{5867AFAE-F544-4369-9C5E-95EB86AE9908}" srcOrd="0" destOrd="0" presId="urn:microsoft.com/office/officeart/2005/8/layout/venn1"/>
    <dgm:cxn modelId="{A7555D67-7AC3-43BE-BF24-6D5356057A4A}" srcId="{D0CDD8D6-3798-499C-BD37-7F6EA2A6318A}" destId="{367122E4-5D72-4EEB-B4AD-599D8EDDB15C}" srcOrd="2" destOrd="0" parTransId="{33BC776E-73FC-4149-8939-BA452250B5D8}" sibTransId="{79EFC973-EB79-47A5-8CBB-F9351DDC765F}"/>
    <dgm:cxn modelId="{DDF47B77-CACA-44A6-8594-ACB2CA09F839}" srcId="{D0CDD8D6-3798-499C-BD37-7F6EA2A6318A}" destId="{6F18305C-9D29-41BC-AB8A-87A27B5C71DA}" srcOrd="0" destOrd="0" parTransId="{FF04DDD8-5679-4E91-81D0-7B52C230FD12}" sibTransId="{80DCF8B7-305F-4B62-8FD7-8B79AB319D50}"/>
    <dgm:cxn modelId="{F2ACBF80-3635-4C8C-BB4B-9328FB21F2BE}" type="presOf" srcId="{0014C3A5-BC6D-4936-8E09-8BB08B048128}" destId="{62D193FF-4296-47A6-B58F-0642BB59DA10}" srcOrd="0" destOrd="0" presId="urn:microsoft.com/office/officeart/2005/8/layout/venn1"/>
    <dgm:cxn modelId="{861FDA96-5C88-4B7F-9B63-69AF6FDB7C01}" type="presOf" srcId="{367122E4-5D72-4EEB-B4AD-599D8EDDB15C}" destId="{1FFF5EF0-989D-4FC4-8AA4-72CFDA2390FE}" srcOrd="0" destOrd="0" presId="urn:microsoft.com/office/officeart/2005/8/layout/venn1"/>
    <dgm:cxn modelId="{B2B64FC4-F584-43AA-BA66-426D7F6CA35C}" type="presOf" srcId="{6427A51C-FCCD-4F56-98A8-C5E8EB575988}" destId="{2F7E0223-477F-4401-8732-E37EEDB461F9}" srcOrd="0" destOrd="0" presId="urn:microsoft.com/office/officeart/2005/8/layout/venn1"/>
    <dgm:cxn modelId="{DFC2BBD5-2BF0-453E-AD4C-72F1C8C089FB}" type="presOf" srcId="{6F18305C-9D29-41BC-AB8A-87A27B5C71DA}" destId="{98CE0D3E-5691-4320-9917-3DFB9F385779}" srcOrd="0" destOrd="0" presId="urn:microsoft.com/office/officeart/2005/8/layout/venn1"/>
    <dgm:cxn modelId="{A94441DC-5F21-45A9-B855-9286D80F9EB3}" srcId="{D0CDD8D6-3798-499C-BD37-7F6EA2A6318A}" destId="{22052F55-982E-436D-92CF-0264B1B932EC}" srcOrd="4" destOrd="0" parTransId="{936E12FC-AC6B-4395-BE4A-A8B2AB03B369}" sibTransId="{B38972F2-6A88-42C8-9F37-7F1A254B5063}"/>
    <dgm:cxn modelId="{0AC440E8-92D1-4BC8-AAC4-F184B4C736A4}" srcId="{D0CDD8D6-3798-499C-BD37-7F6EA2A6318A}" destId="{6427A51C-FCCD-4F56-98A8-C5E8EB575988}" srcOrd="3" destOrd="0" parTransId="{5A4D903F-BA8C-4978-A84D-C43BF64EE724}" sibTransId="{6C1C07F9-6397-4B2B-877C-40D4CF984F93}"/>
    <dgm:cxn modelId="{071765F1-3B30-452A-A3A6-2060BFA218AB}" type="presOf" srcId="{D0CDD8D6-3798-499C-BD37-7F6EA2A6318A}" destId="{6B66C71E-076B-4909-A3FE-98A22BF713AB}" srcOrd="0" destOrd="0" presId="urn:microsoft.com/office/officeart/2005/8/layout/venn1"/>
    <dgm:cxn modelId="{6AA99619-2423-4B46-962C-5C92A5FE3A21}" type="presParOf" srcId="{6B66C71E-076B-4909-A3FE-98A22BF713AB}" destId="{C3F95CE5-BD03-4F5D-ABBD-2F2317CCA7AE}" srcOrd="0" destOrd="0" presId="urn:microsoft.com/office/officeart/2005/8/layout/venn1"/>
    <dgm:cxn modelId="{2F7251AD-33C9-402E-B536-CB88BD37640A}" type="presParOf" srcId="{6B66C71E-076B-4909-A3FE-98A22BF713AB}" destId="{98CE0D3E-5691-4320-9917-3DFB9F385779}" srcOrd="1" destOrd="0" presId="urn:microsoft.com/office/officeart/2005/8/layout/venn1"/>
    <dgm:cxn modelId="{81E1B814-FB80-464D-9508-BA1E3547360B}" type="presParOf" srcId="{6B66C71E-076B-4909-A3FE-98A22BF713AB}" destId="{812005F3-B8AE-46B1-BD54-6BD4F90097F7}" srcOrd="2" destOrd="0" presId="urn:microsoft.com/office/officeart/2005/8/layout/venn1"/>
    <dgm:cxn modelId="{4973EFF9-BBE7-4CEC-892E-160C4C29CAAF}" type="presParOf" srcId="{6B66C71E-076B-4909-A3FE-98A22BF713AB}" destId="{62D193FF-4296-47A6-B58F-0642BB59DA10}" srcOrd="3" destOrd="0" presId="urn:microsoft.com/office/officeart/2005/8/layout/venn1"/>
    <dgm:cxn modelId="{F939DD18-0256-4FFC-972B-47EFE15B79D9}" type="presParOf" srcId="{6B66C71E-076B-4909-A3FE-98A22BF713AB}" destId="{A8A47052-EABD-4C4D-926F-1D57E6BA2D0A}" srcOrd="4" destOrd="0" presId="urn:microsoft.com/office/officeart/2005/8/layout/venn1"/>
    <dgm:cxn modelId="{D8CBE646-0DA8-402E-B5C4-FB873D55BF66}" type="presParOf" srcId="{6B66C71E-076B-4909-A3FE-98A22BF713AB}" destId="{1FFF5EF0-989D-4FC4-8AA4-72CFDA2390FE}" srcOrd="5" destOrd="0" presId="urn:microsoft.com/office/officeart/2005/8/layout/venn1"/>
    <dgm:cxn modelId="{AE26F7B9-8A54-44E8-8107-05C994E8CA60}" type="presParOf" srcId="{6B66C71E-076B-4909-A3FE-98A22BF713AB}" destId="{41AE6598-F260-474A-A3AE-FABECF372D8D}" srcOrd="6" destOrd="0" presId="urn:microsoft.com/office/officeart/2005/8/layout/venn1"/>
    <dgm:cxn modelId="{EA881AC2-5403-431F-82CB-2E000EBB7021}" type="presParOf" srcId="{6B66C71E-076B-4909-A3FE-98A22BF713AB}" destId="{2F7E0223-477F-4401-8732-E37EEDB461F9}" srcOrd="7" destOrd="0" presId="urn:microsoft.com/office/officeart/2005/8/layout/venn1"/>
    <dgm:cxn modelId="{85688C80-65AB-4DF4-8B6F-E8E820744F25}" type="presParOf" srcId="{6B66C71E-076B-4909-A3FE-98A22BF713AB}" destId="{F053DF10-790C-4034-9BCF-17E123352481}" srcOrd="8" destOrd="0" presId="urn:microsoft.com/office/officeart/2005/8/layout/venn1"/>
    <dgm:cxn modelId="{66EBE55F-AFA4-4EA2-B584-DE0421D529A1}" type="presParOf" srcId="{6B66C71E-076B-4909-A3FE-98A22BF713AB}" destId="{5867AFAE-F544-4369-9C5E-95EB86AE9908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F38D399-6B77-4F2D-BE66-359B33CA67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D4B268-EC68-4D2E-B366-F108D6C57B60}">
      <dgm:prSet/>
      <dgm:spPr/>
      <dgm:t>
        <a:bodyPr/>
        <a:lstStyle/>
        <a:p>
          <a:r>
            <a:rPr lang="uk-UA" b="0" i="0" dirty="0"/>
            <a:t>початок діяльності Другої Малоросійської колегії</a:t>
          </a:r>
          <a:endParaRPr lang="uk-UA" dirty="0"/>
        </a:p>
      </dgm:t>
    </dgm:pt>
    <dgm:pt modelId="{0258901C-4B4F-4B3F-907B-003AA23A00C6}" type="parTrans" cxnId="{2495F725-BA01-4FCD-9E8B-03D4F730892F}">
      <dgm:prSet/>
      <dgm:spPr/>
      <dgm:t>
        <a:bodyPr/>
        <a:lstStyle/>
        <a:p>
          <a:endParaRPr lang="uk-UA"/>
        </a:p>
      </dgm:t>
    </dgm:pt>
    <dgm:pt modelId="{73219AD2-C7C2-4DC8-B29F-E766B186A268}" type="sibTrans" cxnId="{2495F725-BA01-4FCD-9E8B-03D4F730892F}">
      <dgm:prSet/>
      <dgm:spPr/>
      <dgm:t>
        <a:bodyPr/>
        <a:lstStyle/>
        <a:p>
          <a:endParaRPr lang="uk-UA"/>
        </a:p>
      </dgm:t>
    </dgm:pt>
    <dgm:pt modelId="{18B1DB8A-D779-4898-98F2-7FAD676B7EC7}">
      <dgm:prSet/>
      <dgm:spPr/>
      <dgm:t>
        <a:bodyPr/>
        <a:lstStyle/>
        <a:p>
          <a:r>
            <a:rPr lang="uk-UA" b="0" i="0" dirty="0"/>
            <a:t>перший поділ Речі Посполитої</a:t>
          </a:r>
          <a:endParaRPr lang="uk-UA" dirty="0"/>
        </a:p>
      </dgm:t>
    </dgm:pt>
    <dgm:pt modelId="{F9BF3C8D-A9E0-4B4A-AE4B-202C514AD7B5}" type="parTrans" cxnId="{FCBCE805-8282-4C74-841D-8B46E4CC42BD}">
      <dgm:prSet/>
      <dgm:spPr/>
      <dgm:t>
        <a:bodyPr/>
        <a:lstStyle/>
        <a:p>
          <a:endParaRPr lang="uk-UA"/>
        </a:p>
      </dgm:t>
    </dgm:pt>
    <dgm:pt modelId="{9EA0AE48-A582-462F-9B42-9C3BD0891847}" type="sibTrans" cxnId="{FCBCE805-8282-4C74-841D-8B46E4CC42BD}">
      <dgm:prSet/>
      <dgm:spPr/>
      <dgm:t>
        <a:bodyPr/>
        <a:lstStyle/>
        <a:p>
          <a:endParaRPr lang="uk-UA"/>
        </a:p>
      </dgm:t>
    </dgm:pt>
    <dgm:pt modelId="{1628D759-13CA-4797-9D87-55C4BF97EAA4}">
      <dgm:prSet/>
      <dgm:spPr/>
      <dgm:t>
        <a:bodyPr/>
        <a:lstStyle/>
        <a:p>
          <a:r>
            <a:rPr lang="uk-UA" b="0" i="0"/>
            <a:t>утворення Правління гетьманського уряду</a:t>
          </a:r>
          <a:endParaRPr lang="uk-UA"/>
        </a:p>
      </dgm:t>
    </dgm:pt>
    <dgm:pt modelId="{2D01D52A-C653-4702-8045-5F304C76301B}" type="parTrans" cxnId="{DB485EE1-2D4F-4A47-87EE-1BCB17AAD573}">
      <dgm:prSet/>
      <dgm:spPr/>
      <dgm:t>
        <a:bodyPr/>
        <a:lstStyle/>
        <a:p>
          <a:endParaRPr lang="uk-UA"/>
        </a:p>
      </dgm:t>
    </dgm:pt>
    <dgm:pt modelId="{869982BC-A8C0-41DB-B2F6-6906CD59669C}" type="sibTrans" cxnId="{DB485EE1-2D4F-4A47-87EE-1BCB17AAD573}">
      <dgm:prSet/>
      <dgm:spPr/>
      <dgm:t>
        <a:bodyPr/>
        <a:lstStyle/>
        <a:p>
          <a:endParaRPr lang="uk-UA"/>
        </a:p>
      </dgm:t>
    </dgm:pt>
    <dgm:pt modelId="{3A0A5573-E3E2-4298-B40D-26B875EF0B66}">
      <dgm:prSet/>
      <dgm:spPr/>
      <dgm:t>
        <a:bodyPr/>
        <a:lstStyle/>
        <a:p>
          <a:r>
            <a:rPr lang="uk-UA" b="0" i="0" dirty="0"/>
            <a:t>початок гетьманування К. Розумовського</a:t>
          </a:r>
          <a:endParaRPr lang="uk-UA" dirty="0"/>
        </a:p>
      </dgm:t>
    </dgm:pt>
    <dgm:pt modelId="{DA632EC5-346F-4F61-82FC-D0E0A67B874E}" type="parTrans" cxnId="{A6C4B7EB-F98D-4777-AF07-5B5F8BEB81F9}">
      <dgm:prSet/>
      <dgm:spPr/>
      <dgm:t>
        <a:bodyPr/>
        <a:lstStyle/>
        <a:p>
          <a:endParaRPr lang="uk-UA"/>
        </a:p>
      </dgm:t>
    </dgm:pt>
    <dgm:pt modelId="{440577C9-4385-4744-8D15-650F5F12E25F}" type="sibTrans" cxnId="{A6C4B7EB-F98D-4777-AF07-5B5F8BEB81F9}">
      <dgm:prSet/>
      <dgm:spPr/>
      <dgm:t>
        <a:bodyPr/>
        <a:lstStyle/>
        <a:p>
          <a:endParaRPr lang="uk-UA"/>
        </a:p>
      </dgm:t>
    </dgm:pt>
    <dgm:pt modelId="{55163490-D0D0-46CD-8750-9098A136EB5D}" type="pres">
      <dgm:prSet presAssocID="{6F38D399-6B77-4F2D-BE66-359B33CA674B}" presName="linear" presStyleCnt="0">
        <dgm:presLayoutVars>
          <dgm:animLvl val="lvl"/>
          <dgm:resizeHandles val="exact"/>
        </dgm:presLayoutVars>
      </dgm:prSet>
      <dgm:spPr/>
    </dgm:pt>
    <dgm:pt modelId="{1051EFA8-605F-40CA-ADEA-1B4CD1A6DD09}" type="pres">
      <dgm:prSet presAssocID="{85D4B268-EC68-4D2E-B366-F108D6C57B6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087FCE-416E-4BA0-AC7C-0F0DE44BAB9A}" type="pres">
      <dgm:prSet presAssocID="{73219AD2-C7C2-4DC8-B29F-E766B186A268}" presName="spacer" presStyleCnt="0"/>
      <dgm:spPr/>
    </dgm:pt>
    <dgm:pt modelId="{95E1B697-7F64-41FD-BF74-C475C08CC976}" type="pres">
      <dgm:prSet presAssocID="{18B1DB8A-D779-4898-98F2-7FAD676B7EC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BE3F85F-0351-4D5D-8A00-8AF6BA84D268}" type="pres">
      <dgm:prSet presAssocID="{9EA0AE48-A582-462F-9B42-9C3BD0891847}" presName="spacer" presStyleCnt="0"/>
      <dgm:spPr/>
    </dgm:pt>
    <dgm:pt modelId="{D7037606-9F8F-4170-9248-38954F6C3A27}" type="pres">
      <dgm:prSet presAssocID="{1628D759-13CA-4797-9D87-55C4BF97EAA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248361-EC6D-41CB-86B7-D274D7A8A172}" type="pres">
      <dgm:prSet presAssocID="{869982BC-A8C0-41DB-B2F6-6906CD59669C}" presName="spacer" presStyleCnt="0"/>
      <dgm:spPr/>
    </dgm:pt>
    <dgm:pt modelId="{F4A5F84E-64BF-4027-8814-8DACC0419A95}" type="pres">
      <dgm:prSet presAssocID="{3A0A5573-E3E2-4298-B40D-26B875EF0B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CBCE805-8282-4C74-841D-8B46E4CC42BD}" srcId="{6F38D399-6B77-4F2D-BE66-359B33CA674B}" destId="{18B1DB8A-D779-4898-98F2-7FAD676B7EC7}" srcOrd="1" destOrd="0" parTransId="{F9BF3C8D-A9E0-4B4A-AE4B-202C514AD7B5}" sibTransId="{9EA0AE48-A582-462F-9B42-9C3BD0891847}"/>
    <dgm:cxn modelId="{5C763216-0731-420B-9609-29BA210B55B6}" type="presOf" srcId="{3A0A5573-E3E2-4298-B40D-26B875EF0B66}" destId="{F4A5F84E-64BF-4027-8814-8DACC0419A95}" srcOrd="0" destOrd="0" presId="urn:microsoft.com/office/officeart/2005/8/layout/vList2"/>
    <dgm:cxn modelId="{C80BD323-F122-447E-8185-995A2E76CD37}" type="presOf" srcId="{85D4B268-EC68-4D2E-B366-F108D6C57B60}" destId="{1051EFA8-605F-40CA-ADEA-1B4CD1A6DD09}" srcOrd="0" destOrd="0" presId="urn:microsoft.com/office/officeart/2005/8/layout/vList2"/>
    <dgm:cxn modelId="{2495F725-BA01-4FCD-9E8B-03D4F730892F}" srcId="{6F38D399-6B77-4F2D-BE66-359B33CA674B}" destId="{85D4B268-EC68-4D2E-B366-F108D6C57B60}" srcOrd="0" destOrd="0" parTransId="{0258901C-4B4F-4B3F-907B-003AA23A00C6}" sibTransId="{73219AD2-C7C2-4DC8-B29F-E766B186A268}"/>
    <dgm:cxn modelId="{94084A48-D7FC-4654-9D5F-5C7A00FCBBF3}" type="presOf" srcId="{1628D759-13CA-4797-9D87-55C4BF97EAA4}" destId="{D7037606-9F8F-4170-9248-38954F6C3A27}" srcOrd="0" destOrd="0" presId="urn:microsoft.com/office/officeart/2005/8/layout/vList2"/>
    <dgm:cxn modelId="{4E07744B-3A94-4767-857A-646E74E8BFFC}" type="presOf" srcId="{18B1DB8A-D779-4898-98F2-7FAD676B7EC7}" destId="{95E1B697-7F64-41FD-BF74-C475C08CC976}" srcOrd="0" destOrd="0" presId="urn:microsoft.com/office/officeart/2005/8/layout/vList2"/>
    <dgm:cxn modelId="{8D6B1480-2149-430C-9F87-6D5B75639705}" type="presOf" srcId="{6F38D399-6B77-4F2D-BE66-359B33CA674B}" destId="{55163490-D0D0-46CD-8750-9098A136EB5D}" srcOrd="0" destOrd="0" presId="urn:microsoft.com/office/officeart/2005/8/layout/vList2"/>
    <dgm:cxn modelId="{DB485EE1-2D4F-4A47-87EE-1BCB17AAD573}" srcId="{6F38D399-6B77-4F2D-BE66-359B33CA674B}" destId="{1628D759-13CA-4797-9D87-55C4BF97EAA4}" srcOrd="2" destOrd="0" parTransId="{2D01D52A-C653-4702-8045-5F304C76301B}" sibTransId="{869982BC-A8C0-41DB-B2F6-6906CD59669C}"/>
    <dgm:cxn modelId="{A6C4B7EB-F98D-4777-AF07-5B5F8BEB81F9}" srcId="{6F38D399-6B77-4F2D-BE66-359B33CA674B}" destId="{3A0A5573-E3E2-4298-B40D-26B875EF0B66}" srcOrd="3" destOrd="0" parTransId="{DA632EC5-346F-4F61-82FC-D0E0A67B874E}" sibTransId="{440577C9-4385-4744-8D15-650F5F12E25F}"/>
    <dgm:cxn modelId="{F100BA28-B633-4238-B231-1331659A4CD7}" type="presParOf" srcId="{55163490-D0D0-46CD-8750-9098A136EB5D}" destId="{1051EFA8-605F-40CA-ADEA-1B4CD1A6DD09}" srcOrd="0" destOrd="0" presId="urn:microsoft.com/office/officeart/2005/8/layout/vList2"/>
    <dgm:cxn modelId="{607FEB52-5B1F-4C65-97CF-5F34370CF090}" type="presParOf" srcId="{55163490-D0D0-46CD-8750-9098A136EB5D}" destId="{AD087FCE-416E-4BA0-AC7C-0F0DE44BAB9A}" srcOrd="1" destOrd="0" presId="urn:microsoft.com/office/officeart/2005/8/layout/vList2"/>
    <dgm:cxn modelId="{1FE2006E-A9A3-4162-A5FA-AEEF1076ECA7}" type="presParOf" srcId="{55163490-D0D0-46CD-8750-9098A136EB5D}" destId="{95E1B697-7F64-41FD-BF74-C475C08CC976}" srcOrd="2" destOrd="0" presId="urn:microsoft.com/office/officeart/2005/8/layout/vList2"/>
    <dgm:cxn modelId="{7FCF3131-3A36-4B25-8B35-D0733B12EFA4}" type="presParOf" srcId="{55163490-D0D0-46CD-8750-9098A136EB5D}" destId="{5BE3F85F-0351-4D5D-8A00-8AF6BA84D268}" srcOrd="3" destOrd="0" presId="urn:microsoft.com/office/officeart/2005/8/layout/vList2"/>
    <dgm:cxn modelId="{34EE6087-A22E-4B50-9F7D-E4E13B85FEB7}" type="presParOf" srcId="{55163490-D0D0-46CD-8750-9098A136EB5D}" destId="{D7037606-9F8F-4170-9248-38954F6C3A27}" srcOrd="4" destOrd="0" presId="urn:microsoft.com/office/officeart/2005/8/layout/vList2"/>
    <dgm:cxn modelId="{E202037A-C337-4B2A-BC38-42F4CFE08395}" type="presParOf" srcId="{55163490-D0D0-46CD-8750-9098A136EB5D}" destId="{DF248361-EC6D-41CB-86B7-D274D7A8A172}" srcOrd="5" destOrd="0" presId="urn:microsoft.com/office/officeart/2005/8/layout/vList2"/>
    <dgm:cxn modelId="{1E9C53A7-5DF0-4664-A753-38BF478C324F}" type="presParOf" srcId="{55163490-D0D0-46CD-8750-9098A136EB5D}" destId="{F4A5F84E-64BF-4027-8814-8DACC0419A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F11022C-544C-4855-A78B-B66400F8758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893328-91AB-417D-9EA1-7159660D8B7E}">
      <dgm:prSet/>
      <dgm:spPr/>
      <dgm:t>
        <a:bodyPr/>
        <a:lstStyle/>
        <a:p>
          <a:r>
            <a:rPr lang="ru-RU" b="0" i="0" dirty="0"/>
            <a:t>Василь-</a:t>
          </a:r>
          <a:r>
            <a:rPr lang="ru-RU" b="0" i="0" dirty="0" err="1"/>
            <a:t>Костянтин</a:t>
          </a:r>
          <a:r>
            <a:rPr lang="ru-RU" b="0" i="0" dirty="0"/>
            <a:t> </a:t>
          </a:r>
          <a:r>
            <a:rPr lang="ru-RU" b="0" i="0" dirty="0" err="1"/>
            <a:t>Острозький</a:t>
          </a:r>
          <a:endParaRPr lang="uk-UA" dirty="0"/>
        </a:p>
      </dgm:t>
    </dgm:pt>
    <dgm:pt modelId="{11186C3A-7DAF-42B7-AE42-2383F973C3CD}" type="parTrans" cxnId="{ED19FC4F-151E-4545-920F-60AB176B43F1}">
      <dgm:prSet/>
      <dgm:spPr/>
      <dgm:t>
        <a:bodyPr/>
        <a:lstStyle/>
        <a:p>
          <a:endParaRPr lang="uk-UA"/>
        </a:p>
      </dgm:t>
    </dgm:pt>
    <dgm:pt modelId="{B78E106A-1C6B-4980-80B1-845CF08D2E65}" type="sibTrans" cxnId="{ED19FC4F-151E-4545-920F-60AB176B43F1}">
      <dgm:prSet/>
      <dgm:spPr/>
      <dgm:t>
        <a:bodyPr/>
        <a:lstStyle/>
        <a:p>
          <a:endParaRPr lang="uk-UA"/>
        </a:p>
      </dgm:t>
    </dgm:pt>
    <dgm:pt modelId="{9CBA116E-2E56-46B2-9B52-07F59A311F74}">
      <dgm:prSet/>
      <dgm:spPr/>
      <dgm:t>
        <a:bodyPr/>
        <a:lstStyle/>
        <a:p>
          <a:r>
            <a:rPr lang="ru-RU" b="0" i="0"/>
            <a:t>Іван Виговський</a:t>
          </a:r>
          <a:endParaRPr lang="uk-UA"/>
        </a:p>
      </dgm:t>
    </dgm:pt>
    <dgm:pt modelId="{6107DD20-20E8-45C6-B1A4-ACB9EBDF72EF}" type="parTrans" cxnId="{AA6AF622-1638-4FB3-BFC8-D05345ABE4A4}">
      <dgm:prSet/>
      <dgm:spPr/>
      <dgm:t>
        <a:bodyPr/>
        <a:lstStyle/>
        <a:p>
          <a:endParaRPr lang="uk-UA"/>
        </a:p>
      </dgm:t>
    </dgm:pt>
    <dgm:pt modelId="{E4275778-59C2-47A1-9730-0AF8B3F0FBCC}" type="sibTrans" cxnId="{AA6AF622-1638-4FB3-BFC8-D05345ABE4A4}">
      <dgm:prSet/>
      <dgm:spPr/>
      <dgm:t>
        <a:bodyPr/>
        <a:lstStyle/>
        <a:p>
          <a:endParaRPr lang="uk-UA"/>
        </a:p>
      </dgm:t>
    </dgm:pt>
    <dgm:pt modelId="{CC917D57-750F-4C27-8AE7-E2EF7CCFEDE5}">
      <dgm:prSet/>
      <dgm:spPr/>
      <dgm:t>
        <a:bodyPr/>
        <a:lstStyle/>
        <a:p>
          <a:r>
            <a:rPr lang="ru-RU" b="0" i="0" dirty="0"/>
            <a:t>Петро </a:t>
          </a:r>
          <a:r>
            <a:rPr lang="ru-RU" b="0" i="0" dirty="0" err="1"/>
            <a:t>Калнишевський</a:t>
          </a:r>
          <a:endParaRPr lang="uk-UA" dirty="0"/>
        </a:p>
      </dgm:t>
    </dgm:pt>
    <dgm:pt modelId="{EAC42C55-9A67-40F3-B223-040469E17D3B}" type="parTrans" cxnId="{0BB41469-6FE2-4AD5-AF67-CCC72AEA9324}">
      <dgm:prSet/>
      <dgm:spPr/>
      <dgm:t>
        <a:bodyPr/>
        <a:lstStyle/>
        <a:p>
          <a:endParaRPr lang="uk-UA"/>
        </a:p>
      </dgm:t>
    </dgm:pt>
    <dgm:pt modelId="{B606233F-7070-4329-BCC2-0CD920A3C1B8}" type="sibTrans" cxnId="{0BB41469-6FE2-4AD5-AF67-CCC72AEA9324}">
      <dgm:prSet/>
      <dgm:spPr/>
      <dgm:t>
        <a:bodyPr/>
        <a:lstStyle/>
        <a:p>
          <a:endParaRPr lang="uk-UA"/>
        </a:p>
      </dgm:t>
    </dgm:pt>
    <dgm:pt modelId="{CC3DB645-F62B-4BB2-9F9D-D4B13A7E49C0}" type="pres">
      <dgm:prSet presAssocID="{4F11022C-544C-4855-A78B-B66400F8758B}" presName="linearFlow" presStyleCnt="0">
        <dgm:presLayoutVars>
          <dgm:dir/>
          <dgm:resizeHandles val="exact"/>
        </dgm:presLayoutVars>
      </dgm:prSet>
      <dgm:spPr/>
    </dgm:pt>
    <dgm:pt modelId="{D6A3DF1A-75EF-4495-AA8D-8A730C82D624}" type="pres">
      <dgm:prSet presAssocID="{2D893328-91AB-417D-9EA1-7159660D8B7E}" presName="composite" presStyleCnt="0"/>
      <dgm:spPr/>
    </dgm:pt>
    <dgm:pt modelId="{68B4C5DF-559D-43E5-B774-BFE1E2CACA70}" type="pres">
      <dgm:prSet presAssocID="{2D893328-91AB-417D-9EA1-7159660D8B7E}" presName="imgShp" presStyleLbl="fgImgPlace1" presStyleIdx="0" presStyleCnt="3"/>
      <dgm:spPr/>
    </dgm:pt>
    <dgm:pt modelId="{8659203C-B60F-4D63-951E-B119E7552C6A}" type="pres">
      <dgm:prSet presAssocID="{2D893328-91AB-417D-9EA1-7159660D8B7E}" presName="txShp" presStyleLbl="node1" presStyleIdx="0" presStyleCnt="3">
        <dgm:presLayoutVars>
          <dgm:bulletEnabled val="1"/>
        </dgm:presLayoutVars>
      </dgm:prSet>
      <dgm:spPr/>
    </dgm:pt>
    <dgm:pt modelId="{0373F412-0FD7-4297-9F93-17ACBD49B135}" type="pres">
      <dgm:prSet presAssocID="{B78E106A-1C6B-4980-80B1-845CF08D2E65}" presName="spacing" presStyleCnt="0"/>
      <dgm:spPr/>
    </dgm:pt>
    <dgm:pt modelId="{5B87D56C-F334-4EF3-BA60-758DC722CFC5}" type="pres">
      <dgm:prSet presAssocID="{9CBA116E-2E56-46B2-9B52-07F59A311F74}" presName="composite" presStyleCnt="0"/>
      <dgm:spPr/>
    </dgm:pt>
    <dgm:pt modelId="{B1FA7D99-C7F6-4FA3-BC05-D8662B0FDDB2}" type="pres">
      <dgm:prSet presAssocID="{9CBA116E-2E56-46B2-9B52-07F59A311F74}" presName="imgShp" presStyleLbl="fgImgPlace1" presStyleIdx="1" presStyleCnt="3"/>
      <dgm:spPr/>
    </dgm:pt>
    <dgm:pt modelId="{466BE75A-7CD2-40E6-B03E-5FED0B21EF05}" type="pres">
      <dgm:prSet presAssocID="{9CBA116E-2E56-46B2-9B52-07F59A311F74}" presName="txShp" presStyleLbl="node1" presStyleIdx="1" presStyleCnt="3">
        <dgm:presLayoutVars>
          <dgm:bulletEnabled val="1"/>
        </dgm:presLayoutVars>
      </dgm:prSet>
      <dgm:spPr/>
    </dgm:pt>
    <dgm:pt modelId="{5B8B111F-FFC1-4F68-BA17-2F057EAAEBE6}" type="pres">
      <dgm:prSet presAssocID="{E4275778-59C2-47A1-9730-0AF8B3F0FBCC}" presName="spacing" presStyleCnt="0"/>
      <dgm:spPr/>
    </dgm:pt>
    <dgm:pt modelId="{47EFDBEB-9322-4110-8F67-E8C72E015B30}" type="pres">
      <dgm:prSet presAssocID="{CC917D57-750F-4C27-8AE7-E2EF7CCFEDE5}" presName="composite" presStyleCnt="0"/>
      <dgm:spPr/>
    </dgm:pt>
    <dgm:pt modelId="{0321A4A8-2F93-451C-B647-9BB160BF4F49}" type="pres">
      <dgm:prSet presAssocID="{CC917D57-750F-4C27-8AE7-E2EF7CCFEDE5}" presName="imgShp" presStyleLbl="fgImgPlace1" presStyleIdx="2" presStyleCnt="3"/>
      <dgm:spPr/>
    </dgm:pt>
    <dgm:pt modelId="{51BABDF8-B745-4E71-B918-C8D52892CC9F}" type="pres">
      <dgm:prSet presAssocID="{CC917D57-750F-4C27-8AE7-E2EF7CCFEDE5}" presName="txShp" presStyleLbl="node1" presStyleIdx="2" presStyleCnt="3">
        <dgm:presLayoutVars>
          <dgm:bulletEnabled val="1"/>
        </dgm:presLayoutVars>
      </dgm:prSet>
      <dgm:spPr/>
    </dgm:pt>
  </dgm:ptLst>
  <dgm:cxnLst>
    <dgm:cxn modelId="{40DCF50E-2E1E-42B8-87A8-3C2AD9D05F5E}" type="presOf" srcId="{CC917D57-750F-4C27-8AE7-E2EF7CCFEDE5}" destId="{51BABDF8-B745-4E71-B918-C8D52892CC9F}" srcOrd="0" destOrd="0" presId="urn:microsoft.com/office/officeart/2005/8/layout/vList3"/>
    <dgm:cxn modelId="{AA6AF622-1638-4FB3-BFC8-D05345ABE4A4}" srcId="{4F11022C-544C-4855-A78B-B66400F8758B}" destId="{9CBA116E-2E56-46B2-9B52-07F59A311F74}" srcOrd="1" destOrd="0" parTransId="{6107DD20-20E8-45C6-B1A4-ACB9EBDF72EF}" sibTransId="{E4275778-59C2-47A1-9730-0AF8B3F0FBCC}"/>
    <dgm:cxn modelId="{73BECC2B-0A27-4F24-BBA9-F6F379EC9E58}" type="presOf" srcId="{4F11022C-544C-4855-A78B-B66400F8758B}" destId="{CC3DB645-F62B-4BB2-9F9D-D4B13A7E49C0}" srcOrd="0" destOrd="0" presId="urn:microsoft.com/office/officeart/2005/8/layout/vList3"/>
    <dgm:cxn modelId="{0BB41469-6FE2-4AD5-AF67-CCC72AEA9324}" srcId="{4F11022C-544C-4855-A78B-B66400F8758B}" destId="{CC917D57-750F-4C27-8AE7-E2EF7CCFEDE5}" srcOrd="2" destOrd="0" parTransId="{EAC42C55-9A67-40F3-B223-040469E17D3B}" sibTransId="{B606233F-7070-4329-BCC2-0CD920A3C1B8}"/>
    <dgm:cxn modelId="{ED19FC4F-151E-4545-920F-60AB176B43F1}" srcId="{4F11022C-544C-4855-A78B-B66400F8758B}" destId="{2D893328-91AB-417D-9EA1-7159660D8B7E}" srcOrd="0" destOrd="0" parTransId="{11186C3A-7DAF-42B7-AE42-2383F973C3CD}" sibTransId="{B78E106A-1C6B-4980-80B1-845CF08D2E65}"/>
    <dgm:cxn modelId="{96FE8A79-312B-4C63-946C-B6A3A9451151}" type="presOf" srcId="{2D893328-91AB-417D-9EA1-7159660D8B7E}" destId="{8659203C-B60F-4D63-951E-B119E7552C6A}" srcOrd="0" destOrd="0" presId="urn:microsoft.com/office/officeart/2005/8/layout/vList3"/>
    <dgm:cxn modelId="{766198D7-52A1-40D0-A0AA-276EC471861D}" type="presOf" srcId="{9CBA116E-2E56-46B2-9B52-07F59A311F74}" destId="{466BE75A-7CD2-40E6-B03E-5FED0B21EF05}" srcOrd="0" destOrd="0" presId="urn:microsoft.com/office/officeart/2005/8/layout/vList3"/>
    <dgm:cxn modelId="{CF916AA1-EF30-4606-AB83-D2FBECA602EE}" type="presParOf" srcId="{CC3DB645-F62B-4BB2-9F9D-D4B13A7E49C0}" destId="{D6A3DF1A-75EF-4495-AA8D-8A730C82D624}" srcOrd="0" destOrd="0" presId="urn:microsoft.com/office/officeart/2005/8/layout/vList3"/>
    <dgm:cxn modelId="{ACA15668-82F9-4352-908A-2081C3F4A3B9}" type="presParOf" srcId="{D6A3DF1A-75EF-4495-AA8D-8A730C82D624}" destId="{68B4C5DF-559D-43E5-B774-BFE1E2CACA70}" srcOrd="0" destOrd="0" presId="urn:microsoft.com/office/officeart/2005/8/layout/vList3"/>
    <dgm:cxn modelId="{F0FCABCA-364B-4655-BDD7-863CC5443B1A}" type="presParOf" srcId="{D6A3DF1A-75EF-4495-AA8D-8A730C82D624}" destId="{8659203C-B60F-4D63-951E-B119E7552C6A}" srcOrd="1" destOrd="0" presId="urn:microsoft.com/office/officeart/2005/8/layout/vList3"/>
    <dgm:cxn modelId="{FC49B0A0-EDF0-4AC2-9383-90B47D563CDE}" type="presParOf" srcId="{CC3DB645-F62B-4BB2-9F9D-D4B13A7E49C0}" destId="{0373F412-0FD7-4297-9F93-17ACBD49B135}" srcOrd="1" destOrd="0" presId="urn:microsoft.com/office/officeart/2005/8/layout/vList3"/>
    <dgm:cxn modelId="{EB999FED-6196-441F-9178-2D6E058B522A}" type="presParOf" srcId="{CC3DB645-F62B-4BB2-9F9D-D4B13A7E49C0}" destId="{5B87D56C-F334-4EF3-BA60-758DC722CFC5}" srcOrd="2" destOrd="0" presId="urn:microsoft.com/office/officeart/2005/8/layout/vList3"/>
    <dgm:cxn modelId="{7BE4E801-2ED8-4996-B29B-7D2D01C2CAEB}" type="presParOf" srcId="{5B87D56C-F334-4EF3-BA60-758DC722CFC5}" destId="{B1FA7D99-C7F6-4FA3-BC05-D8662B0FDDB2}" srcOrd="0" destOrd="0" presId="urn:microsoft.com/office/officeart/2005/8/layout/vList3"/>
    <dgm:cxn modelId="{B5268646-A44F-417F-B145-6B80E5A93DBE}" type="presParOf" srcId="{5B87D56C-F334-4EF3-BA60-758DC722CFC5}" destId="{466BE75A-7CD2-40E6-B03E-5FED0B21EF05}" srcOrd="1" destOrd="0" presId="urn:microsoft.com/office/officeart/2005/8/layout/vList3"/>
    <dgm:cxn modelId="{EAA3A34E-5E50-476E-B773-2D5C44A0B06F}" type="presParOf" srcId="{CC3DB645-F62B-4BB2-9F9D-D4B13A7E49C0}" destId="{5B8B111F-FFC1-4F68-BA17-2F057EAAEBE6}" srcOrd="3" destOrd="0" presId="urn:microsoft.com/office/officeart/2005/8/layout/vList3"/>
    <dgm:cxn modelId="{62D5C7DE-59AF-4002-BAC2-52AAC4DF540A}" type="presParOf" srcId="{CC3DB645-F62B-4BB2-9F9D-D4B13A7E49C0}" destId="{47EFDBEB-9322-4110-8F67-E8C72E015B30}" srcOrd="4" destOrd="0" presId="urn:microsoft.com/office/officeart/2005/8/layout/vList3"/>
    <dgm:cxn modelId="{00E17B18-4637-4899-97DD-BA95F256283B}" type="presParOf" srcId="{47EFDBEB-9322-4110-8F67-E8C72E015B30}" destId="{0321A4A8-2F93-451C-B647-9BB160BF4F49}" srcOrd="0" destOrd="0" presId="urn:microsoft.com/office/officeart/2005/8/layout/vList3"/>
    <dgm:cxn modelId="{6C0E6392-54CF-46D7-9181-60D1AD17BD15}" type="presParOf" srcId="{47EFDBEB-9322-4110-8F67-E8C72E015B30}" destId="{51BABDF8-B745-4E71-B918-C8D52892CC9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7D5F920-7856-47F6-86E8-AD9DFF403D5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9311AC-2F25-4EC7-9854-F1CAA168FE68}">
      <dgm:prSet/>
      <dgm:spPr/>
      <dgm:t>
        <a:bodyPr/>
        <a:lstStyle/>
        <a:p>
          <a:r>
            <a:rPr lang="ru-RU" b="0" i="0" dirty="0" err="1"/>
            <a:t>Іван</a:t>
          </a:r>
          <a:r>
            <a:rPr lang="ru-RU" b="0" i="0" dirty="0"/>
            <a:t> </a:t>
          </a:r>
          <a:r>
            <a:rPr lang="ru-RU" b="0" i="0" dirty="0" err="1"/>
            <a:t>Сірко</a:t>
          </a:r>
          <a:endParaRPr lang="uk-UA" dirty="0"/>
        </a:p>
      </dgm:t>
    </dgm:pt>
    <dgm:pt modelId="{266454FB-05D9-4312-AC21-C1ADA334D4B3}" type="parTrans" cxnId="{8C3E6412-C2FA-4284-BEC0-BBDF9CCE26CF}">
      <dgm:prSet/>
      <dgm:spPr/>
      <dgm:t>
        <a:bodyPr/>
        <a:lstStyle/>
        <a:p>
          <a:endParaRPr lang="uk-UA"/>
        </a:p>
      </dgm:t>
    </dgm:pt>
    <dgm:pt modelId="{5DDD393B-FC1D-4B77-8719-CA7E24FEC54C}" type="sibTrans" cxnId="{8C3E6412-C2FA-4284-BEC0-BBDF9CCE26CF}">
      <dgm:prSet/>
      <dgm:spPr/>
      <dgm:t>
        <a:bodyPr/>
        <a:lstStyle/>
        <a:p>
          <a:endParaRPr lang="uk-UA"/>
        </a:p>
      </dgm:t>
    </dgm:pt>
    <dgm:pt modelId="{4811D4EA-9AAD-4EAA-B5E1-D3974B1301A7}">
      <dgm:prSet/>
      <dgm:spPr/>
      <dgm:t>
        <a:bodyPr/>
        <a:lstStyle/>
        <a:p>
          <a:r>
            <a:rPr lang="ru-RU" b="0" i="0"/>
            <a:t>Петро Дорошенко</a:t>
          </a:r>
          <a:endParaRPr lang="uk-UA"/>
        </a:p>
      </dgm:t>
    </dgm:pt>
    <dgm:pt modelId="{401375FE-AF93-4CF8-A15C-07E1DCD6E4DB}" type="parTrans" cxnId="{248EAC20-BC2E-47B8-AD09-3C27D336ACB1}">
      <dgm:prSet/>
      <dgm:spPr/>
      <dgm:t>
        <a:bodyPr/>
        <a:lstStyle/>
        <a:p>
          <a:endParaRPr lang="uk-UA"/>
        </a:p>
      </dgm:t>
    </dgm:pt>
    <dgm:pt modelId="{6402EC1D-9B5D-4DC2-BE1D-573DA26BD1FF}" type="sibTrans" cxnId="{248EAC20-BC2E-47B8-AD09-3C27D336ACB1}">
      <dgm:prSet/>
      <dgm:spPr/>
      <dgm:t>
        <a:bodyPr/>
        <a:lstStyle/>
        <a:p>
          <a:endParaRPr lang="uk-UA"/>
        </a:p>
      </dgm:t>
    </dgm:pt>
    <dgm:pt modelId="{724C85A2-57DB-4983-AEFC-57AEA25560A0}">
      <dgm:prSet/>
      <dgm:spPr/>
      <dgm:t>
        <a:bodyPr/>
        <a:lstStyle/>
        <a:p>
          <a:r>
            <a:rPr lang="ru-RU" b="0" i="0"/>
            <a:t>Іван Мазепа</a:t>
          </a:r>
          <a:endParaRPr lang="uk-UA"/>
        </a:p>
      </dgm:t>
    </dgm:pt>
    <dgm:pt modelId="{C8949908-7DC5-4F46-918F-574894BF18DD}" type="parTrans" cxnId="{44E3FB73-8721-4B5F-A7E1-85DD7FEA9FEF}">
      <dgm:prSet/>
      <dgm:spPr/>
      <dgm:t>
        <a:bodyPr/>
        <a:lstStyle/>
        <a:p>
          <a:endParaRPr lang="uk-UA"/>
        </a:p>
      </dgm:t>
    </dgm:pt>
    <dgm:pt modelId="{70AE74F7-0595-4B85-A604-F86CBD383161}" type="sibTrans" cxnId="{44E3FB73-8721-4B5F-A7E1-85DD7FEA9FEF}">
      <dgm:prSet/>
      <dgm:spPr/>
      <dgm:t>
        <a:bodyPr/>
        <a:lstStyle/>
        <a:p>
          <a:endParaRPr lang="uk-UA"/>
        </a:p>
      </dgm:t>
    </dgm:pt>
    <dgm:pt modelId="{F5254C17-EE10-4CCA-AB29-0E20C3F57D35}">
      <dgm:prSet/>
      <dgm:spPr/>
      <dgm:t>
        <a:bodyPr/>
        <a:lstStyle/>
        <a:p>
          <a:r>
            <a:rPr lang="ru-RU" b="0" i="0" dirty="0"/>
            <a:t>Кость </a:t>
          </a:r>
          <a:r>
            <a:rPr lang="ru-RU" b="0" i="0" dirty="0" err="1"/>
            <a:t>Гордієнко</a:t>
          </a:r>
          <a:endParaRPr lang="uk-UA" dirty="0"/>
        </a:p>
      </dgm:t>
    </dgm:pt>
    <dgm:pt modelId="{BC5EAF67-655B-4822-BF62-22203955C9F5}" type="parTrans" cxnId="{FF2C8547-D1BD-4242-913A-431E3ADFB90E}">
      <dgm:prSet/>
      <dgm:spPr/>
      <dgm:t>
        <a:bodyPr/>
        <a:lstStyle/>
        <a:p>
          <a:endParaRPr lang="uk-UA"/>
        </a:p>
      </dgm:t>
    </dgm:pt>
    <dgm:pt modelId="{C624A33C-7904-429C-907D-8E737A7255AE}" type="sibTrans" cxnId="{FF2C8547-D1BD-4242-913A-431E3ADFB90E}">
      <dgm:prSet/>
      <dgm:spPr/>
      <dgm:t>
        <a:bodyPr/>
        <a:lstStyle/>
        <a:p>
          <a:endParaRPr lang="uk-UA"/>
        </a:p>
      </dgm:t>
    </dgm:pt>
    <dgm:pt modelId="{EE97A484-7B7A-4346-AF55-C84914040915}" type="pres">
      <dgm:prSet presAssocID="{77D5F920-7856-47F6-86E8-AD9DFF403D5D}" presName="linearFlow" presStyleCnt="0">
        <dgm:presLayoutVars>
          <dgm:dir/>
          <dgm:resizeHandles val="exact"/>
        </dgm:presLayoutVars>
      </dgm:prSet>
      <dgm:spPr/>
    </dgm:pt>
    <dgm:pt modelId="{065C4CEB-25D6-4DC0-9078-D40DDAD50A12}" type="pres">
      <dgm:prSet presAssocID="{589311AC-2F25-4EC7-9854-F1CAA168FE68}" presName="composite" presStyleCnt="0"/>
      <dgm:spPr/>
    </dgm:pt>
    <dgm:pt modelId="{3CD15A0B-91E0-4C56-A65C-A3E498A11EE3}" type="pres">
      <dgm:prSet presAssocID="{589311AC-2F25-4EC7-9854-F1CAA168FE68}" presName="imgShp" presStyleLbl="fgImgPlace1" presStyleIdx="0" presStyleCnt="4"/>
      <dgm:spPr/>
    </dgm:pt>
    <dgm:pt modelId="{E9258653-AC1E-4731-AD83-CB0F74B8A85F}" type="pres">
      <dgm:prSet presAssocID="{589311AC-2F25-4EC7-9854-F1CAA168FE68}" presName="txShp" presStyleLbl="node1" presStyleIdx="0" presStyleCnt="4">
        <dgm:presLayoutVars>
          <dgm:bulletEnabled val="1"/>
        </dgm:presLayoutVars>
      </dgm:prSet>
      <dgm:spPr/>
    </dgm:pt>
    <dgm:pt modelId="{FED098E7-3608-4633-A646-C73236BCBD30}" type="pres">
      <dgm:prSet presAssocID="{5DDD393B-FC1D-4B77-8719-CA7E24FEC54C}" presName="spacing" presStyleCnt="0"/>
      <dgm:spPr/>
    </dgm:pt>
    <dgm:pt modelId="{805480E1-DC70-41C8-8274-9BD92722F031}" type="pres">
      <dgm:prSet presAssocID="{4811D4EA-9AAD-4EAA-B5E1-D3974B1301A7}" presName="composite" presStyleCnt="0"/>
      <dgm:spPr/>
    </dgm:pt>
    <dgm:pt modelId="{E3598F0D-D19A-4492-91C1-4596EC69F37A}" type="pres">
      <dgm:prSet presAssocID="{4811D4EA-9AAD-4EAA-B5E1-D3974B1301A7}" presName="imgShp" presStyleLbl="fgImgPlace1" presStyleIdx="1" presStyleCnt="4"/>
      <dgm:spPr/>
    </dgm:pt>
    <dgm:pt modelId="{BD84FA22-95A5-488B-84BA-1EB39AA4C7BA}" type="pres">
      <dgm:prSet presAssocID="{4811D4EA-9AAD-4EAA-B5E1-D3974B1301A7}" presName="txShp" presStyleLbl="node1" presStyleIdx="1" presStyleCnt="4">
        <dgm:presLayoutVars>
          <dgm:bulletEnabled val="1"/>
        </dgm:presLayoutVars>
      </dgm:prSet>
      <dgm:spPr/>
    </dgm:pt>
    <dgm:pt modelId="{E2BF8634-17D5-4403-B02A-F48581F23B15}" type="pres">
      <dgm:prSet presAssocID="{6402EC1D-9B5D-4DC2-BE1D-573DA26BD1FF}" presName="spacing" presStyleCnt="0"/>
      <dgm:spPr/>
    </dgm:pt>
    <dgm:pt modelId="{DE09832A-2A16-4627-B3AD-83CB4A0EEC4D}" type="pres">
      <dgm:prSet presAssocID="{724C85A2-57DB-4983-AEFC-57AEA25560A0}" presName="composite" presStyleCnt="0"/>
      <dgm:spPr/>
    </dgm:pt>
    <dgm:pt modelId="{0EC2F135-65CA-4068-A167-3153AB0027BB}" type="pres">
      <dgm:prSet presAssocID="{724C85A2-57DB-4983-AEFC-57AEA25560A0}" presName="imgShp" presStyleLbl="fgImgPlace1" presStyleIdx="2" presStyleCnt="4"/>
      <dgm:spPr/>
    </dgm:pt>
    <dgm:pt modelId="{CF3DD615-1568-44EB-B0DB-32A066F61139}" type="pres">
      <dgm:prSet presAssocID="{724C85A2-57DB-4983-AEFC-57AEA25560A0}" presName="txShp" presStyleLbl="node1" presStyleIdx="2" presStyleCnt="4">
        <dgm:presLayoutVars>
          <dgm:bulletEnabled val="1"/>
        </dgm:presLayoutVars>
      </dgm:prSet>
      <dgm:spPr/>
    </dgm:pt>
    <dgm:pt modelId="{DF7C26CE-6B59-4281-A3FB-C10173BFDDF8}" type="pres">
      <dgm:prSet presAssocID="{70AE74F7-0595-4B85-A604-F86CBD383161}" presName="spacing" presStyleCnt="0"/>
      <dgm:spPr/>
    </dgm:pt>
    <dgm:pt modelId="{F400B28C-CEE3-4D6F-935A-97F250A39AC8}" type="pres">
      <dgm:prSet presAssocID="{F5254C17-EE10-4CCA-AB29-0E20C3F57D35}" presName="composite" presStyleCnt="0"/>
      <dgm:spPr/>
    </dgm:pt>
    <dgm:pt modelId="{673908D9-72CC-449E-A2DE-8B28458E693B}" type="pres">
      <dgm:prSet presAssocID="{F5254C17-EE10-4CCA-AB29-0E20C3F57D35}" presName="imgShp" presStyleLbl="fgImgPlace1" presStyleIdx="3" presStyleCnt="4"/>
      <dgm:spPr/>
    </dgm:pt>
    <dgm:pt modelId="{DACDAB5D-99DD-4850-9467-9177A67138B6}" type="pres">
      <dgm:prSet presAssocID="{F5254C17-EE10-4CCA-AB29-0E20C3F57D35}" presName="txShp" presStyleLbl="node1" presStyleIdx="3" presStyleCnt="4">
        <dgm:presLayoutVars>
          <dgm:bulletEnabled val="1"/>
        </dgm:presLayoutVars>
      </dgm:prSet>
      <dgm:spPr/>
    </dgm:pt>
  </dgm:ptLst>
  <dgm:cxnLst>
    <dgm:cxn modelId="{8C3E6412-C2FA-4284-BEC0-BBDF9CCE26CF}" srcId="{77D5F920-7856-47F6-86E8-AD9DFF403D5D}" destId="{589311AC-2F25-4EC7-9854-F1CAA168FE68}" srcOrd="0" destOrd="0" parTransId="{266454FB-05D9-4312-AC21-C1ADA334D4B3}" sibTransId="{5DDD393B-FC1D-4B77-8719-CA7E24FEC54C}"/>
    <dgm:cxn modelId="{43920719-83E6-4940-9AF5-EE6E05C8CAC2}" type="presOf" srcId="{77D5F920-7856-47F6-86E8-AD9DFF403D5D}" destId="{EE97A484-7B7A-4346-AF55-C84914040915}" srcOrd="0" destOrd="0" presId="urn:microsoft.com/office/officeart/2005/8/layout/vList3"/>
    <dgm:cxn modelId="{248EAC20-BC2E-47B8-AD09-3C27D336ACB1}" srcId="{77D5F920-7856-47F6-86E8-AD9DFF403D5D}" destId="{4811D4EA-9AAD-4EAA-B5E1-D3974B1301A7}" srcOrd="1" destOrd="0" parTransId="{401375FE-AF93-4CF8-A15C-07E1DCD6E4DB}" sibTransId="{6402EC1D-9B5D-4DC2-BE1D-573DA26BD1FF}"/>
    <dgm:cxn modelId="{3F40852A-010E-43E3-A282-C583C7679BDB}" type="presOf" srcId="{589311AC-2F25-4EC7-9854-F1CAA168FE68}" destId="{E9258653-AC1E-4731-AD83-CB0F74B8A85F}" srcOrd="0" destOrd="0" presId="urn:microsoft.com/office/officeart/2005/8/layout/vList3"/>
    <dgm:cxn modelId="{60A7005F-6808-4626-9984-80FFD58233E0}" type="presOf" srcId="{F5254C17-EE10-4CCA-AB29-0E20C3F57D35}" destId="{DACDAB5D-99DD-4850-9467-9177A67138B6}" srcOrd="0" destOrd="0" presId="urn:microsoft.com/office/officeart/2005/8/layout/vList3"/>
    <dgm:cxn modelId="{FF2C8547-D1BD-4242-913A-431E3ADFB90E}" srcId="{77D5F920-7856-47F6-86E8-AD9DFF403D5D}" destId="{F5254C17-EE10-4CCA-AB29-0E20C3F57D35}" srcOrd="3" destOrd="0" parTransId="{BC5EAF67-655B-4822-BF62-22203955C9F5}" sibTransId="{C624A33C-7904-429C-907D-8E737A7255AE}"/>
    <dgm:cxn modelId="{A3380B68-1850-4F54-B52F-C666350B32DC}" type="presOf" srcId="{724C85A2-57DB-4983-AEFC-57AEA25560A0}" destId="{CF3DD615-1568-44EB-B0DB-32A066F61139}" srcOrd="0" destOrd="0" presId="urn:microsoft.com/office/officeart/2005/8/layout/vList3"/>
    <dgm:cxn modelId="{44E3FB73-8721-4B5F-A7E1-85DD7FEA9FEF}" srcId="{77D5F920-7856-47F6-86E8-AD9DFF403D5D}" destId="{724C85A2-57DB-4983-AEFC-57AEA25560A0}" srcOrd="2" destOrd="0" parTransId="{C8949908-7DC5-4F46-918F-574894BF18DD}" sibTransId="{70AE74F7-0595-4B85-A604-F86CBD383161}"/>
    <dgm:cxn modelId="{8B1ADCF3-FF8B-4CED-AA74-FCBC49091F0F}" type="presOf" srcId="{4811D4EA-9AAD-4EAA-B5E1-D3974B1301A7}" destId="{BD84FA22-95A5-488B-84BA-1EB39AA4C7BA}" srcOrd="0" destOrd="0" presId="urn:microsoft.com/office/officeart/2005/8/layout/vList3"/>
    <dgm:cxn modelId="{D318B4A1-0436-4C5E-9CBE-08F0564514D1}" type="presParOf" srcId="{EE97A484-7B7A-4346-AF55-C84914040915}" destId="{065C4CEB-25D6-4DC0-9078-D40DDAD50A12}" srcOrd="0" destOrd="0" presId="urn:microsoft.com/office/officeart/2005/8/layout/vList3"/>
    <dgm:cxn modelId="{C51182F7-907A-4129-80CA-DC5BE9E1D983}" type="presParOf" srcId="{065C4CEB-25D6-4DC0-9078-D40DDAD50A12}" destId="{3CD15A0B-91E0-4C56-A65C-A3E498A11EE3}" srcOrd="0" destOrd="0" presId="urn:microsoft.com/office/officeart/2005/8/layout/vList3"/>
    <dgm:cxn modelId="{100686B7-A958-4137-9634-D1F3C0539DCC}" type="presParOf" srcId="{065C4CEB-25D6-4DC0-9078-D40DDAD50A12}" destId="{E9258653-AC1E-4731-AD83-CB0F74B8A85F}" srcOrd="1" destOrd="0" presId="urn:microsoft.com/office/officeart/2005/8/layout/vList3"/>
    <dgm:cxn modelId="{A93AD754-6120-4C9D-A371-85B7BFD386C3}" type="presParOf" srcId="{EE97A484-7B7A-4346-AF55-C84914040915}" destId="{FED098E7-3608-4633-A646-C73236BCBD30}" srcOrd="1" destOrd="0" presId="urn:microsoft.com/office/officeart/2005/8/layout/vList3"/>
    <dgm:cxn modelId="{F05F0BE9-2980-4A26-A19E-71978E2B8768}" type="presParOf" srcId="{EE97A484-7B7A-4346-AF55-C84914040915}" destId="{805480E1-DC70-41C8-8274-9BD92722F031}" srcOrd="2" destOrd="0" presId="urn:microsoft.com/office/officeart/2005/8/layout/vList3"/>
    <dgm:cxn modelId="{BA77B31A-4558-4CD7-BDC0-510EE251A773}" type="presParOf" srcId="{805480E1-DC70-41C8-8274-9BD92722F031}" destId="{E3598F0D-D19A-4492-91C1-4596EC69F37A}" srcOrd="0" destOrd="0" presId="urn:microsoft.com/office/officeart/2005/8/layout/vList3"/>
    <dgm:cxn modelId="{110AC03E-B735-4B13-A897-B998C4F12E9A}" type="presParOf" srcId="{805480E1-DC70-41C8-8274-9BD92722F031}" destId="{BD84FA22-95A5-488B-84BA-1EB39AA4C7BA}" srcOrd="1" destOrd="0" presId="urn:microsoft.com/office/officeart/2005/8/layout/vList3"/>
    <dgm:cxn modelId="{E01AD1F5-CB5F-41BA-9B25-C92B086B185B}" type="presParOf" srcId="{EE97A484-7B7A-4346-AF55-C84914040915}" destId="{E2BF8634-17D5-4403-B02A-F48581F23B15}" srcOrd="3" destOrd="0" presId="urn:microsoft.com/office/officeart/2005/8/layout/vList3"/>
    <dgm:cxn modelId="{7D23E678-9AA0-4038-B9EC-07FF0F693525}" type="presParOf" srcId="{EE97A484-7B7A-4346-AF55-C84914040915}" destId="{DE09832A-2A16-4627-B3AD-83CB4A0EEC4D}" srcOrd="4" destOrd="0" presId="urn:microsoft.com/office/officeart/2005/8/layout/vList3"/>
    <dgm:cxn modelId="{EE6A6DD6-4652-4CDF-94C5-15FD34366E25}" type="presParOf" srcId="{DE09832A-2A16-4627-B3AD-83CB4A0EEC4D}" destId="{0EC2F135-65CA-4068-A167-3153AB0027BB}" srcOrd="0" destOrd="0" presId="urn:microsoft.com/office/officeart/2005/8/layout/vList3"/>
    <dgm:cxn modelId="{EB477968-CBA9-4125-A3FF-02D4B1408381}" type="presParOf" srcId="{DE09832A-2A16-4627-B3AD-83CB4A0EEC4D}" destId="{CF3DD615-1568-44EB-B0DB-32A066F61139}" srcOrd="1" destOrd="0" presId="urn:microsoft.com/office/officeart/2005/8/layout/vList3"/>
    <dgm:cxn modelId="{2F39B5B9-ABF3-472C-9D59-DD66A3F205FE}" type="presParOf" srcId="{EE97A484-7B7A-4346-AF55-C84914040915}" destId="{DF7C26CE-6B59-4281-A3FB-C10173BFDDF8}" srcOrd="5" destOrd="0" presId="urn:microsoft.com/office/officeart/2005/8/layout/vList3"/>
    <dgm:cxn modelId="{0084788B-1FE6-4751-A67D-5F344290D007}" type="presParOf" srcId="{EE97A484-7B7A-4346-AF55-C84914040915}" destId="{F400B28C-CEE3-4D6F-935A-97F250A39AC8}" srcOrd="6" destOrd="0" presId="urn:microsoft.com/office/officeart/2005/8/layout/vList3"/>
    <dgm:cxn modelId="{AA3DE42B-F616-4613-943F-8F0105BE77C7}" type="presParOf" srcId="{F400B28C-CEE3-4D6F-935A-97F250A39AC8}" destId="{673908D9-72CC-449E-A2DE-8B28458E693B}" srcOrd="0" destOrd="0" presId="urn:microsoft.com/office/officeart/2005/8/layout/vList3"/>
    <dgm:cxn modelId="{C3B333CF-ECC2-409F-AD43-388865ABDDC3}" type="presParOf" srcId="{F400B28C-CEE3-4D6F-935A-97F250A39AC8}" destId="{DACDAB5D-99DD-4850-9467-9177A67138B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55A322B-1FE1-4E7A-A640-3B11EAF80AC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1D4FC60-95D5-4977-AC5D-DF0978EEEFCD}">
      <dgm:prSet/>
      <dgm:spPr/>
      <dgm:t>
        <a:bodyPr/>
        <a:lstStyle/>
        <a:p>
          <a:r>
            <a:rPr lang="uk-UA" b="0" i="0" dirty="0" err="1"/>
            <a:t>Підпільненську</a:t>
          </a:r>
          <a:endParaRPr lang="uk-UA" dirty="0"/>
        </a:p>
      </dgm:t>
    </dgm:pt>
    <dgm:pt modelId="{EA3E7761-C03C-40A6-9434-43E57AC87264}" type="parTrans" cxnId="{EBBE1015-AC2C-4815-8FE1-E0C9F136AD5D}">
      <dgm:prSet/>
      <dgm:spPr/>
      <dgm:t>
        <a:bodyPr/>
        <a:lstStyle/>
        <a:p>
          <a:endParaRPr lang="uk-UA"/>
        </a:p>
      </dgm:t>
    </dgm:pt>
    <dgm:pt modelId="{04E7CB40-7AB5-4669-A65E-8EE385D118BD}" type="sibTrans" cxnId="{EBBE1015-AC2C-4815-8FE1-E0C9F136AD5D}">
      <dgm:prSet/>
      <dgm:spPr/>
      <dgm:t>
        <a:bodyPr/>
        <a:lstStyle/>
        <a:p>
          <a:endParaRPr lang="uk-UA"/>
        </a:p>
      </dgm:t>
    </dgm:pt>
    <dgm:pt modelId="{B945AB55-7B33-4F87-BF52-474DB08E84C6}">
      <dgm:prSet/>
      <dgm:spPr/>
      <dgm:t>
        <a:bodyPr/>
        <a:lstStyle/>
        <a:p>
          <a:r>
            <a:rPr lang="uk-UA" b="0" i="0"/>
            <a:t>Чортомлицьку</a:t>
          </a:r>
          <a:endParaRPr lang="uk-UA"/>
        </a:p>
      </dgm:t>
    </dgm:pt>
    <dgm:pt modelId="{CBA5533E-7707-4471-AF52-681D5EB5A5A0}" type="parTrans" cxnId="{DCD383EF-A57D-4956-855A-61D6E27EF3A5}">
      <dgm:prSet/>
      <dgm:spPr/>
      <dgm:t>
        <a:bodyPr/>
        <a:lstStyle/>
        <a:p>
          <a:endParaRPr lang="uk-UA"/>
        </a:p>
      </dgm:t>
    </dgm:pt>
    <dgm:pt modelId="{41EAD443-9A0B-4881-AD8C-87EF9C6E1728}" type="sibTrans" cxnId="{DCD383EF-A57D-4956-855A-61D6E27EF3A5}">
      <dgm:prSet/>
      <dgm:spPr/>
      <dgm:t>
        <a:bodyPr/>
        <a:lstStyle/>
        <a:p>
          <a:endParaRPr lang="uk-UA"/>
        </a:p>
      </dgm:t>
    </dgm:pt>
    <dgm:pt modelId="{0ABD45AD-8580-4BD2-B81B-9DE444FAE8D9}">
      <dgm:prSet/>
      <dgm:spPr/>
      <dgm:t>
        <a:bodyPr/>
        <a:lstStyle/>
        <a:p>
          <a:r>
            <a:rPr lang="uk-UA" b="0" i="0"/>
            <a:t>Задунайську</a:t>
          </a:r>
          <a:endParaRPr lang="uk-UA"/>
        </a:p>
      </dgm:t>
    </dgm:pt>
    <dgm:pt modelId="{B365A766-EA93-4A19-852B-4FED8CEB68E8}" type="parTrans" cxnId="{03DC027F-4527-4C11-A45B-50EE3BE9176E}">
      <dgm:prSet/>
      <dgm:spPr/>
      <dgm:t>
        <a:bodyPr/>
        <a:lstStyle/>
        <a:p>
          <a:endParaRPr lang="uk-UA"/>
        </a:p>
      </dgm:t>
    </dgm:pt>
    <dgm:pt modelId="{6218D1E1-E165-4096-99B1-473AD547DC5A}" type="sibTrans" cxnId="{03DC027F-4527-4C11-A45B-50EE3BE9176E}">
      <dgm:prSet/>
      <dgm:spPr/>
      <dgm:t>
        <a:bodyPr/>
        <a:lstStyle/>
        <a:p>
          <a:endParaRPr lang="uk-UA"/>
        </a:p>
      </dgm:t>
    </dgm:pt>
    <dgm:pt modelId="{0DCFD6C5-401E-4149-9CCC-6DCBFC9FCAEF}">
      <dgm:prSet/>
      <dgm:spPr/>
      <dgm:t>
        <a:bodyPr/>
        <a:lstStyle/>
        <a:p>
          <a:r>
            <a:rPr lang="uk-UA" b="0" i="0" dirty="0" err="1"/>
            <a:t>Хортицьку</a:t>
          </a:r>
          <a:endParaRPr lang="uk-UA" dirty="0"/>
        </a:p>
      </dgm:t>
    </dgm:pt>
    <dgm:pt modelId="{80133E57-D949-4406-8DED-CFE84411529C}" type="parTrans" cxnId="{0C9C04C3-4C28-4B91-A64F-59950E896C42}">
      <dgm:prSet/>
      <dgm:spPr/>
      <dgm:t>
        <a:bodyPr/>
        <a:lstStyle/>
        <a:p>
          <a:endParaRPr lang="uk-UA"/>
        </a:p>
      </dgm:t>
    </dgm:pt>
    <dgm:pt modelId="{6D27F474-1448-48F7-B0C2-C9464A333C94}" type="sibTrans" cxnId="{0C9C04C3-4C28-4B91-A64F-59950E896C42}">
      <dgm:prSet/>
      <dgm:spPr/>
      <dgm:t>
        <a:bodyPr/>
        <a:lstStyle/>
        <a:p>
          <a:endParaRPr lang="uk-UA"/>
        </a:p>
      </dgm:t>
    </dgm:pt>
    <dgm:pt modelId="{290CD241-C95F-422A-8FC4-D3F312FED732}" type="pres">
      <dgm:prSet presAssocID="{A55A322B-1FE1-4E7A-A640-3B11EAF80AC9}" presName="matrix" presStyleCnt="0">
        <dgm:presLayoutVars>
          <dgm:chMax val="1"/>
          <dgm:dir/>
          <dgm:resizeHandles val="exact"/>
        </dgm:presLayoutVars>
      </dgm:prSet>
      <dgm:spPr/>
    </dgm:pt>
    <dgm:pt modelId="{F8CAE911-CC45-4FDB-AF90-06A1E5D35F4F}" type="pres">
      <dgm:prSet presAssocID="{A55A322B-1FE1-4E7A-A640-3B11EAF80AC9}" presName="diamond" presStyleLbl="bgShp" presStyleIdx="0" presStyleCnt="1"/>
      <dgm:spPr/>
    </dgm:pt>
    <dgm:pt modelId="{DC934284-9909-4181-9F23-9C291629E7F6}" type="pres">
      <dgm:prSet presAssocID="{A55A322B-1FE1-4E7A-A640-3B11EAF80AC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58616C-E799-4F0E-8B3C-6BF01220B91A}" type="pres">
      <dgm:prSet presAssocID="{A55A322B-1FE1-4E7A-A640-3B11EAF80AC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492DC2B-DC80-447B-9BBA-2E7B58F66993}" type="pres">
      <dgm:prSet presAssocID="{A55A322B-1FE1-4E7A-A640-3B11EAF80AC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63C1C9F-ED81-44AA-8A81-03D6EC921554}" type="pres">
      <dgm:prSet presAssocID="{A55A322B-1FE1-4E7A-A640-3B11EAF80AC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252670E-3D5B-48C9-A3B8-B0DED13F938F}" type="presOf" srcId="{01D4FC60-95D5-4977-AC5D-DF0978EEEFCD}" destId="{DC934284-9909-4181-9F23-9C291629E7F6}" srcOrd="0" destOrd="0" presId="urn:microsoft.com/office/officeart/2005/8/layout/matrix3"/>
    <dgm:cxn modelId="{EBBE1015-AC2C-4815-8FE1-E0C9F136AD5D}" srcId="{A55A322B-1FE1-4E7A-A640-3B11EAF80AC9}" destId="{01D4FC60-95D5-4977-AC5D-DF0978EEEFCD}" srcOrd="0" destOrd="0" parTransId="{EA3E7761-C03C-40A6-9434-43E57AC87264}" sibTransId="{04E7CB40-7AB5-4669-A65E-8EE385D118BD}"/>
    <dgm:cxn modelId="{4E936A5F-F7C0-44E9-8D56-78E82D04D63E}" type="presOf" srcId="{0ABD45AD-8580-4BD2-B81B-9DE444FAE8D9}" destId="{A492DC2B-DC80-447B-9BBA-2E7B58F66993}" srcOrd="0" destOrd="0" presId="urn:microsoft.com/office/officeart/2005/8/layout/matrix3"/>
    <dgm:cxn modelId="{4C9B7543-5E16-4EC7-93A3-75CB6DDAC788}" type="presOf" srcId="{B945AB55-7B33-4F87-BF52-474DB08E84C6}" destId="{CE58616C-E799-4F0E-8B3C-6BF01220B91A}" srcOrd="0" destOrd="0" presId="urn:microsoft.com/office/officeart/2005/8/layout/matrix3"/>
    <dgm:cxn modelId="{D094C575-5FEE-4726-A636-68D2BC58BD3B}" type="presOf" srcId="{0DCFD6C5-401E-4149-9CCC-6DCBFC9FCAEF}" destId="{963C1C9F-ED81-44AA-8A81-03D6EC921554}" srcOrd="0" destOrd="0" presId="urn:microsoft.com/office/officeart/2005/8/layout/matrix3"/>
    <dgm:cxn modelId="{03DC027F-4527-4C11-A45B-50EE3BE9176E}" srcId="{A55A322B-1FE1-4E7A-A640-3B11EAF80AC9}" destId="{0ABD45AD-8580-4BD2-B81B-9DE444FAE8D9}" srcOrd="2" destOrd="0" parTransId="{B365A766-EA93-4A19-852B-4FED8CEB68E8}" sibTransId="{6218D1E1-E165-4096-99B1-473AD547DC5A}"/>
    <dgm:cxn modelId="{0C9C04C3-4C28-4B91-A64F-59950E896C42}" srcId="{A55A322B-1FE1-4E7A-A640-3B11EAF80AC9}" destId="{0DCFD6C5-401E-4149-9CCC-6DCBFC9FCAEF}" srcOrd="3" destOrd="0" parTransId="{80133E57-D949-4406-8DED-CFE84411529C}" sibTransId="{6D27F474-1448-48F7-B0C2-C9464A333C94}"/>
    <dgm:cxn modelId="{50A2F5DB-4912-4B2F-8A6C-8E37FC1F70CD}" type="presOf" srcId="{A55A322B-1FE1-4E7A-A640-3B11EAF80AC9}" destId="{290CD241-C95F-422A-8FC4-D3F312FED732}" srcOrd="0" destOrd="0" presId="urn:microsoft.com/office/officeart/2005/8/layout/matrix3"/>
    <dgm:cxn modelId="{DCD383EF-A57D-4956-855A-61D6E27EF3A5}" srcId="{A55A322B-1FE1-4E7A-A640-3B11EAF80AC9}" destId="{B945AB55-7B33-4F87-BF52-474DB08E84C6}" srcOrd="1" destOrd="0" parTransId="{CBA5533E-7707-4471-AF52-681D5EB5A5A0}" sibTransId="{41EAD443-9A0B-4881-AD8C-87EF9C6E1728}"/>
    <dgm:cxn modelId="{A5F9D552-80D3-47B6-8949-61A476AFE2A9}" type="presParOf" srcId="{290CD241-C95F-422A-8FC4-D3F312FED732}" destId="{F8CAE911-CC45-4FDB-AF90-06A1E5D35F4F}" srcOrd="0" destOrd="0" presId="urn:microsoft.com/office/officeart/2005/8/layout/matrix3"/>
    <dgm:cxn modelId="{B7E444B5-E259-4DCA-AF2F-462607EB0889}" type="presParOf" srcId="{290CD241-C95F-422A-8FC4-D3F312FED732}" destId="{DC934284-9909-4181-9F23-9C291629E7F6}" srcOrd="1" destOrd="0" presId="urn:microsoft.com/office/officeart/2005/8/layout/matrix3"/>
    <dgm:cxn modelId="{9613739F-8509-4843-A7F3-D6C439716C29}" type="presParOf" srcId="{290CD241-C95F-422A-8FC4-D3F312FED732}" destId="{CE58616C-E799-4F0E-8B3C-6BF01220B91A}" srcOrd="2" destOrd="0" presId="urn:microsoft.com/office/officeart/2005/8/layout/matrix3"/>
    <dgm:cxn modelId="{B49FAEED-F499-4B4E-B0D2-66A6A31CFEF0}" type="presParOf" srcId="{290CD241-C95F-422A-8FC4-D3F312FED732}" destId="{A492DC2B-DC80-447B-9BBA-2E7B58F66993}" srcOrd="3" destOrd="0" presId="urn:microsoft.com/office/officeart/2005/8/layout/matrix3"/>
    <dgm:cxn modelId="{EA2A56D3-6F26-475E-AF3C-85E0485D6D38}" type="presParOf" srcId="{290CD241-C95F-422A-8FC4-D3F312FED732}" destId="{963C1C9F-ED81-44AA-8A81-03D6EC92155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C17AAC9-22B7-4F95-88F7-50D5676952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EC0C261-3D66-4167-BE0B-55DC945617F8}">
      <dgm:prSet/>
      <dgm:spPr/>
      <dgm:t>
        <a:bodyPr/>
        <a:lstStyle/>
        <a:p>
          <a:r>
            <a:rPr lang="uk-UA" b="0" i="0"/>
            <a:t>ліквідація Кримського ханства</a:t>
          </a:r>
          <a:endParaRPr lang="uk-UA"/>
        </a:p>
      </dgm:t>
    </dgm:pt>
    <dgm:pt modelId="{8493617A-1266-4DC4-9F92-80A994CC265B}" type="parTrans" cxnId="{54045511-A70A-4776-A638-5EAF80E243EE}">
      <dgm:prSet/>
      <dgm:spPr/>
      <dgm:t>
        <a:bodyPr/>
        <a:lstStyle/>
        <a:p>
          <a:endParaRPr lang="uk-UA"/>
        </a:p>
      </dgm:t>
    </dgm:pt>
    <dgm:pt modelId="{6CB37411-E879-480A-857C-806FA092DA9E}" type="sibTrans" cxnId="{54045511-A70A-4776-A638-5EAF80E243EE}">
      <dgm:prSet/>
      <dgm:spPr/>
      <dgm:t>
        <a:bodyPr/>
        <a:lstStyle/>
        <a:p>
          <a:endParaRPr lang="uk-UA"/>
        </a:p>
      </dgm:t>
    </dgm:pt>
    <dgm:pt modelId="{22B04C26-2FE8-405C-A6F1-E6B1FF4E75E5}">
      <dgm:prSet/>
      <dgm:spPr/>
      <dgm:t>
        <a:bodyPr/>
        <a:lstStyle/>
        <a:p>
          <a:r>
            <a:rPr lang="uk-UA" b="0" i="0" dirty="0"/>
            <a:t>придушення гайдамацького руху</a:t>
          </a:r>
          <a:endParaRPr lang="uk-UA" dirty="0"/>
        </a:p>
      </dgm:t>
    </dgm:pt>
    <dgm:pt modelId="{1E650EEC-898C-45EE-886F-1A0B3F9523C1}" type="parTrans" cxnId="{E0D693E4-E699-4A1D-B001-F57A8F921DA3}">
      <dgm:prSet/>
      <dgm:spPr/>
      <dgm:t>
        <a:bodyPr/>
        <a:lstStyle/>
        <a:p>
          <a:endParaRPr lang="uk-UA"/>
        </a:p>
      </dgm:t>
    </dgm:pt>
    <dgm:pt modelId="{3EB291E7-29BF-4A56-9070-9D2D40078785}" type="sibTrans" cxnId="{E0D693E4-E699-4A1D-B001-F57A8F921DA3}">
      <dgm:prSet/>
      <dgm:spPr/>
      <dgm:t>
        <a:bodyPr/>
        <a:lstStyle/>
        <a:p>
          <a:endParaRPr lang="uk-UA"/>
        </a:p>
      </dgm:t>
    </dgm:pt>
    <dgm:pt modelId="{4CDCAB68-9FEE-49D8-9B4D-F060633034F9}">
      <dgm:prSet/>
      <dgm:spPr/>
      <dgm:t>
        <a:bodyPr/>
        <a:lstStyle/>
        <a:p>
          <a:r>
            <a:rPr lang="uk-UA" b="0" i="0"/>
            <a:t>остаточна ліквідація Запорозької Січі</a:t>
          </a:r>
          <a:endParaRPr lang="uk-UA"/>
        </a:p>
      </dgm:t>
    </dgm:pt>
    <dgm:pt modelId="{B0368B15-FAB3-47D5-AD49-6365AF647BD8}" type="parTrans" cxnId="{910CE0DD-2F75-4BB7-85E6-5E02FEEA9619}">
      <dgm:prSet/>
      <dgm:spPr/>
      <dgm:t>
        <a:bodyPr/>
        <a:lstStyle/>
        <a:p>
          <a:endParaRPr lang="uk-UA"/>
        </a:p>
      </dgm:t>
    </dgm:pt>
    <dgm:pt modelId="{3DB3D3DB-96A3-4CCA-B185-EA501DD7BA80}" type="sibTrans" cxnId="{910CE0DD-2F75-4BB7-85E6-5E02FEEA9619}">
      <dgm:prSet/>
      <dgm:spPr/>
      <dgm:t>
        <a:bodyPr/>
        <a:lstStyle/>
        <a:p>
          <a:endParaRPr lang="uk-UA"/>
        </a:p>
      </dgm:t>
    </dgm:pt>
    <dgm:pt modelId="{5D00353F-7F1B-492C-AB97-064F070DC271}">
      <dgm:prSet/>
      <dgm:spPr/>
      <dgm:t>
        <a:bodyPr/>
        <a:lstStyle/>
        <a:p>
          <a:r>
            <a:rPr lang="uk-UA" b="0" i="0" dirty="0"/>
            <a:t>скасування козацького устрою на Правобережжі</a:t>
          </a:r>
          <a:endParaRPr lang="uk-UA" dirty="0"/>
        </a:p>
      </dgm:t>
    </dgm:pt>
    <dgm:pt modelId="{59A1C908-F7B2-49B1-9792-4894B551CE1B}" type="parTrans" cxnId="{86847D49-6C61-4656-A512-C38F1DDFCFDD}">
      <dgm:prSet/>
      <dgm:spPr/>
      <dgm:t>
        <a:bodyPr/>
        <a:lstStyle/>
        <a:p>
          <a:endParaRPr lang="uk-UA"/>
        </a:p>
      </dgm:t>
    </dgm:pt>
    <dgm:pt modelId="{355D5DEE-8676-477B-B573-674B4D362EB5}" type="sibTrans" cxnId="{86847D49-6C61-4656-A512-C38F1DDFCFDD}">
      <dgm:prSet/>
      <dgm:spPr/>
      <dgm:t>
        <a:bodyPr/>
        <a:lstStyle/>
        <a:p>
          <a:endParaRPr lang="uk-UA"/>
        </a:p>
      </dgm:t>
    </dgm:pt>
    <dgm:pt modelId="{5E286AAE-BB52-4E32-8D6D-ADB357297E08}" type="pres">
      <dgm:prSet presAssocID="{3C17AAC9-22B7-4F95-88F7-50D567695203}" presName="linear" presStyleCnt="0">
        <dgm:presLayoutVars>
          <dgm:animLvl val="lvl"/>
          <dgm:resizeHandles val="exact"/>
        </dgm:presLayoutVars>
      </dgm:prSet>
      <dgm:spPr/>
    </dgm:pt>
    <dgm:pt modelId="{81F05CAE-2A44-46B0-8296-006DF74AF145}" type="pres">
      <dgm:prSet presAssocID="{1EC0C261-3D66-4167-BE0B-55DC945617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0D2BDA-3102-4A88-A766-989844774940}" type="pres">
      <dgm:prSet presAssocID="{6CB37411-E879-480A-857C-806FA092DA9E}" presName="spacer" presStyleCnt="0"/>
      <dgm:spPr/>
    </dgm:pt>
    <dgm:pt modelId="{4B959EEE-A8DA-4323-8A52-DBC65383F564}" type="pres">
      <dgm:prSet presAssocID="{22B04C26-2FE8-405C-A6F1-E6B1FF4E75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2DA552-58D9-4B6A-8604-7328FEEBBFEA}" type="pres">
      <dgm:prSet presAssocID="{3EB291E7-29BF-4A56-9070-9D2D40078785}" presName="spacer" presStyleCnt="0"/>
      <dgm:spPr/>
    </dgm:pt>
    <dgm:pt modelId="{1A0EFC1C-9D7A-402C-8FF7-E66A65F70B33}" type="pres">
      <dgm:prSet presAssocID="{4CDCAB68-9FEE-49D8-9B4D-F060633034F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9E7810-7A13-4DC7-BC6F-3879AF184F45}" type="pres">
      <dgm:prSet presAssocID="{3DB3D3DB-96A3-4CCA-B185-EA501DD7BA80}" presName="spacer" presStyleCnt="0"/>
      <dgm:spPr/>
    </dgm:pt>
    <dgm:pt modelId="{00E7DC8F-4F5E-49BE-A91E-BEC486B5BF0E}" type="pres">
      <dgm:prSet presAssocID="{5D00353F-7F1B-492C-AB97-064F070DC27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045511-A70A-4776-A638-5EAF80E243EE}" srcId="{3C17AAC9-22B7-4F95-88F7-50D567695203}" destId="{1EC0C261-3D66-4167-BE0B-55DC945617F8}" srcOrd="0" destOrd="0" parTransId="{8493617A-1266-4DC4-9F92-80A994CC265B}" sibTransId="{6CB37411-E879-480A-857C-806FA092DA9E}"/>
    <dgm:cxn modelId="{45C6E240-1A5E-4BAC-A079-7A07DC78DE6F}" type="presOf" srcId="{5D00353F-7F1B-492C-AB97-064F070DC271}" destId="{00E7DC8F-4F5E-49BE-A91E-BEC486B5BF0E}" srcOrd="0" destOrd="0" presId="urn:microsoft.com/office/officeart/2005/8/layout/vList2"/>
    <dgm:cxn modelId="{86847D49-6C61-4656-A512-C38F1DDFCFDD}" srcId="{3C17AAC9-22B7-4F95-88F7-50D567695203}" destId="{5D00353F-7F1B-492C-AB97-064F070DC271}" srcOrd="3" destOrd="0" parTransId="{59A1C908-F7B2-49B1-9792-4894B551CE1B}" sibTransId="{355D5DEE-8676-477B-B573-674B4D362EB5}"/>
    <dgm:cxn modelId="{D9CC9E8E-4453-45E7-A2A3-6F36653BC7D2}" type="presOf" srcId="{3C17AAC9-22B7-4F95-88F7-50D567695203}" destId="{5E286AAE-BB52-4E32-8D6D-ADB357297E08}" srcOrd="0" destOrd="0" presId="urn:microsoft.com/office/officeart/2005/8/layout/vList2"/>
    <dgm:cxn modelId="{E0367F97-4382-45F5-9205-D22001C759E6}" type="presOf" srcId="{4CDCAB68-9FEE-49D8-9B4D-F060633034F9}" destId="{1A0EFC1C-9D7A-402C-8FF7-E66A65F70B33}" srcOrd="0" destOrd="0" presId="urn:microsoft.com/office/officeart/2005/8/layout/vList2"/>
    <dgm:cxn modelId="{B2103A98-8BA1-420D-A41B-295DA3A04018}" type="presOf" srcId="{22B04C26-2FE8-405C-A6F1-E6B1FF4E75E5}" destId="{4B959EEE-A8DA-4323-8A52-DBC65383F564}" srcOrd="0" destOrd="0" presId="urn:microsoft.com/office/officeart/2005/8/layout/vList2"/>
    <dgm:cxn modelId="{527A0E99-764F-460F-9CEB-CE6DADE0712A}" type="presOf" srcId="{1EC0C261-3D66-4167-BE0B-55DC945617F8}" destId="{81F05CAE-2A44-46B0-8296-006DF74AF145}" srcOrd="0" destOrd="0" presId="urn:microsoft.com/office/officeart/2005/8/layout/vList2"/>
    <dgm:cxn modelId="{910CE0DD-2F75-4BB7-85E6-5E02FEEA9619}" srcId="{3C17AAC9-22B7-4F95-88F7-50D567695203}" destId="{4CDCAB68-9FEE-49D8-9B4D-F060633034F9}" srcOrd="2" destOrd="0" parTransId="{B0368B15-FAB3-47D5-AD49-6365AF647BD8}" sibTransId="{3DB3D3DB-96A3-4CCA-B185-EA501DD7BA80}"/>
    <dgm:cxn modelId="{E0D693E4-E699-4A1D-B001-F57A8F921DA3}" srcId="{3C17AAC9-22B7-4F95-88F7-50D567695203}" destId="{22B04C26-2FE8-405C-A6F1-E6B1FF4E75E5}" srcOrd="1" destOrd="0" parTransId="{1E650EEC-898C-45EE-886F-1A0B3F9523C1}" sibTransId="{3EB291E7-29BF-4A56-9070-9D2D40078785}"/>
    <dgm:cxn modelId="{2E30A7A0-B17A-487C-B636-1A4BC05AB59B}" type="presParOf" srcId="{5E286AAE-BB52-4E32-8D6D-ADB357297E08}" destId="{81F05CAE-2A44-46B0-8296-006DF74AF145}" srcOrd="0" destOrd="0" presId="urn:microsoft.com/office/officeart/2005/8/layout/vList2"/>
    <dgm:cxn modelId="{149917FD-E0CE-4229-83F4-A542DFCD0210}" type="presParOf" srcId="{5E286AAE-BB52-4E32-8D6D-ADB357297E08}" destId="{BC0D2BDA-3102-4A88-A766-989844774940}" srcOrd="1" destOrd="0" presId="urn:microsoft.com/office/officeart/2005/8/layout/vList2"/>
    <dgm:cxn modelId="{4EAA88E2-8CCE-4EC1-9E6D-8DBAEA482348}" type="presParOf" srcId="{5E286AAE-BB52-4E32-8D6D-ADB357297E08}" destId="{4B959EEE-A8DA-4323-8A52-DBC65383F564}" srcOrd="2" destOrd="0" presId="urn:microsoft.com/office/officeart/2005/8/layout/vList2"/>
    <dgm:cxn modelId="{DACB3815-5C26-4540-82C0-04FD245E8EE7}" type="presParOf" srcId="{5E286AAE-BB52-4E32-8D6D-ADB357297E08}" destId="{842DA552-58D9-4B6A-8604-7328FEEBBFEA}" srcOrd="3" destOrd="0" presId="urn:microsoft.com/office/officeart/2005/8/layout/vList2"/>
    <dgm:cxn modelId="{BFD279EE-4D49-49B3-A339-D3C1D7A1B206}" type="presParOf" srcId="{5E286AAE-BB52-4E32-8D6D-ADB357297E08}" destId="{1A0EFC1C-9D7A-402C-8FF7-E66A65F70B33}" srcOrd="4" destOrd="0" presId="urn:microsoft.com/office/officeart/2005/8/layout/vList2"/>
    <dgm:cxn modelId="{E367B261-6D1C-4F3F-AE59-0762B5FECF73}" type="presParOf" srcId="{5E286AAE-BB52-4E32-8D6D-ADB357297E08}" destId="{3E9E7810-7A13-4DC7-BC6F-3879AF184F45}" srcOrd="5" destOrd="0" presId="urn:microsoft.com/office/officeart/2005/8/layout/vList2"/>
    <dgm:cxn modelId="{3749B8DE-A1B2-4C98-A918-E27150250EA4}" type="presParOf" srcId="{5E286AAE-BB52-4E32-8D6D-ADB357297E08}" destId="{00E7DC8F-4F5E-49BE-A91E-BEC486B5BF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D817941-1877-4E75-A934-7610352418F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A50D77-803D-4934-A613-011578B015A4}">
      <dgm:prSet/>
      <dgm:spPr/>
      <dgm:t>
        <a:bodyPr/>
        <a:lstStyle/>
        <a:p>
          <a:r>
            <a:rPr lang="uk-UA" b="0" i="0" dirty="0"/>
            <a:t>І. Сірко.</a:t>
          </a:r>
          <a:endParaRPr lang="uk-UA" dirty="0"/>
        </a:p>
      </dgm:t>
    </dgm:pt>
    <dgm:pt modelId="{4EC76F6C-27A0-4E03-A7F3-290922B76A5B}" type="parTrans" cxnId="{C9F1A905-54E0-494F-83A4-A485D2C20CFE}">
      <dgm:prSet/>
      <dgm:spPr/>
      <dgm:t>
        <a:bodyPr/>
        <a:lstStyle/>
        <a:p>
          <a:endParaRPr lang="uk-UA"/>
        </a:p>
      </dgm:t>
    </dgm:pt>
    <dgm:pt modelId="{165151D6-C2DF-4E0B-A61F-127199CC36DE}" type="sibTrans" cxnId="{C9F1A905-54E0-494F-83A4-A485D2C20CFE}">
      <dgm:prSet/>
      <dgm:spPr/>
      <dgm:t>
        <a:bodyPr/>
        <a:lstStyle/>
        <a:p>
          <a:endParaRPr lang="uk-UA"/>
        </a:p>
      </dgm:t>
    </dgm:pt>
    <dgm:pt modelId="{37ECD83E-1068-4A04-9AD8-0A031D427EFA}">
      <dgm:prSet/>
      <dgm:spPr/>
      <dgm:t>
        <a:bodyPr/>
        <a:lstStyle/>
        <a:p>
          <a:r>
            <a:rPr lang="uk-UA" b="0" i="0"/>
            <a:t>Й. Гладкий.</a:t>
          </a:r>
          <a:endParaRPr lang="uk-UA"/>
        </a:p>
      </dgm:t>
    </dgm:pt>
    <dgm:pt modelId="{96F67488-9F45-4EAA-8552-A0C8503FB6FD}" type="parTrans" cxnId="{2A759580-A2B6-4B05-B187-9E32A9BE9B59}">
      <dgm:prSet/>
      <dgm:spPr/>
      <dgm:t>
        <a:bodyPr/>
        <a:lstStyle/>
        <a:p>
          <a:endParaRPr lang="uk-UA"/>
        </a:p>
      </dgm:t>
    </dgm:pt>
    <dgm:pt modelId="{ECB9EA89-8FC5-4B97-A705-449AB1598711}" type="sibTrans" cxnId="{2A759580-A2B6-4B05-B187-9E32A9BE9B59}">
      <dgm:prSet/>
      <dgm:spPr/>
      <dgm:t>
        <a:bodyPr/>
        <a:lstStyle/>
        <a:p>
          <a:endParaRPr lang="uk-UA"/>
        </a:p>
      </dgm:t>
    </dgm:pt>
    <dgm:pt modelId="{4A7D2D91-673A-4422-8908-946E53470C32}">
      <dgm:prSet/>
      <dgm:spPr/>
      <dgm:t>
        <a:bodyPr/>
        <a:lstStyle/>
        <a:p>
          <a:r>
            <a:rPr lang="uk-UA" b="0" i="0"/>
            <a:t>К. Гордієнко.</a:t>
          </a:r>
          <a:endParaRPr lang="uk-UA"/>
        </a:p>
      </dgm:t>
    </dgm:pt>
    <dgm:pt modelId="{D940F0D4-4FB6-473D-AD6D-880ACAC02B55}" type="parTrans" cxnId="{1C55D7FB-14EF-42F5-B74F-738B578A286A}">
      <dgm:prSet/>
      <dgm:spPr/>
      <dgm:t>
        <a:bodyPr/>
        <a:lstStyle/>
        <a:p>
          <a:endParaRPr lang="uk-UA"/>
        </a:p>
      </dgm:t>
    </dgm:pt>
    <dgm:pt modelId="{A8CCD691-4515-4F9E-81F1-A50CDE7D5881}" type="sibTrans" cxnId="{1C55D7FB-14EF-42F5-B74F-738B578A286A}">
      <dgm:prSet/>
      <dgm:spPr/>
      <dgm:t>
        <a:bodyPr/>
        <a:lstStyle/>
        <a:p>
          <a:endParaRPr lang="uk-UA"/>
        </a:p>
      </dgm:t>
    </dgm:pt>
    <dgm:pt modelId="{A09B3605-2B2D-4C32-B8DA-BBDBDF513DD5}">
      <dgm:prSet/>
      <dgm:spPr/>
      <dgm:t>
        <a:bodyPr/>
        <a:lstStyle/>
        <a:p>
          <a:r>
            <a:rPr lang="uk-UA" b="0" i="0" dirty="0"/>
            <a:t>П. Калнишевський.</a:t>
          </a:r>
          <a:endParaRPr lang="uk-UA" dirty="0"/>
        </a:p>
      </dgm:t>
    </dgm:pt>
    <dgm:pt modelId="{35478499-69A6-4E08-A9ED-8D18D9249EE1}" type="parTrans" cxnId="{EA8DE628-787D-4B16-8062-06172920330F}">
      <dgm:prSet/>
      <dgm:spPr/>
      <dgm:t>
        <a:bodyPr/>
        <a:lstStyle/>
        <a:p>
          <a:endParaRPr lang="uk-UA"/>
        </a:p>
      </dgm:t>
    </dgm:pt>
    <dgm:pt modelId="{9A164FA3-1033-45A3-9DBD-E5EC99C84444}" type="sibTrans" cxnId="{EA8DE628-787D-4B16-8062-06172920330F}">
      <dgm:prSet/>
      <dgm:spPr/>
      <dgm:t>
        <a:bodyPr/>
        <a:lstStyle/>
        <a:p>
          <a:endParaRPr lang="uk-UA"/>
        </a:p>
      </dgm:t>
    </dgm:pt>
    <dgm:pt modelId="{E0CD2370-DB89-46D9-B46E-7005C49CF523}" type="pres">
      <dgm:prSet presAssocID="{AD817941-1877-4E75-A934-7610352418FB}" presName="linearFlow" presStyleCnt="0">
        <dgm:presLayoutVars>
          <dgm:dir/>
          <dgm:resizeHandles val="exact"/>
        </dgm:presLayoutVars>
      </dgm:prSet>
      <dgm:spPr/>
    </dgm:pt>
    <dgm:pt modelId="{9E34F80D-F2A5-43FF-B98D-8585ABCD3401}" type="pres">
      <dgm:prSet presAssocID="{06A50D77-803D-4934-A613-011578B015A4}" presName="composite" presStyleCnt="0"/>
      <dgm:spPr/>
    </dgm:pt>
    <dgm:pt modelId="{31FAD23E-A9FF-471B-B864-FC47210A5F37}" type="pres">
      <dgm:prSet presAssocID="{06A50D77-803D-4934-A613-011578B015A4}" presName="imgShp" presStyleLbl="fgImgPlace1" presStyleIdx="0" presStyleCnt="4"/>
      <dgm:spPr/>
    </dgm:pt>
    <dgm:pt modelId="{A8D93F57-C900-4A05-982A-926C3904A4AE}" type="pres">
      <dgm:prSet presAssocID="{06A50D77-803D-4934-A613-011578B015A4}" presName="txShp" presStyleLbl="node1" presStyleIdx="0" presStyleCnt="4">
        <dgm:presLayoutVars>
          <dgm:bulletEnabled val="1"/>
        </dgm:presLayoutVars>
      </dgm:prSet>
      <dgm:spPr/>
    </dgm:pt>
    <dgm:pt modelId="{03CA5A55-C597-454A-B903-1A48EA2200C6}" type="pres">
      <dgm:prSet presAssocID="{165151D6-C2DF-4E0B-A61F-127199CC36DE}" presName="spacing" presStyleCnt="0"/>
      <dgm:spPr/>
    </dgm:pt>
    <dgm:pt modelId="{F3EDE5BC-0085-4114-90B0-323F9AC460E3}" type="pres">
      <dgm:prSet presAssocID="{37ECD83E-1068-4A04-9AD8-0A031D427EFA}" presName="composite" presStyleCnt="0"/>
      <dgm:spPr/>
    </dgm:pt>
    <dgm:pt modelId="{30D7708E-9193-485C-B829-0F95E95644A5}" type="pres">
      <dgm:prSet presAssocID="{37ECD83E-1068-4A04-9AD8-0A031D427EFA}" presName="imgShp" presStyleLbl="fgImgPlace1" presStyleIdx="1" presStyleCnt="4"/>
      <dgm:spPr/>
    </dgm:pt>
    <dgm:pt modelId="{927B5915-6A76-44B5-97A8-7FD5E16815B9}" type="pres">
      <dgm:prSet presAssocID="{37ECD83E-1068-4A04-9AD8-0A031D427EFA}" presName="txShp" presStyleLbl="node1" presStyleIdx="1" presStyleCnt="4">
        <dgm:presLayoutVars>
          <dgm:bulletEnabled val="1"/>
        </dgm:presLayoutVars>
      </dgm:prSet>
      <dgm:spPr/>
    </dgm:pt>
    <dgm:pt modelId="{C208A712-75A4-4838-B6B5-C452F678B6DC}" type="pres">
      <dgm:prSet presAssocID="{ECB9EA89-8FC5-4B97-A705-449AB1598711}" presName="spacing" presStyleCnt="0"/>
      <dgm:spPr/>
    </dgm:pt>
    <dgm:pt modelId="{B1FB4EB1-0E9C-413A-9770-61BE18112452}" type="pres">
      <dgm:prSet presAssocID="{4A7D2D91-673A-4422-8908-946E53470C32}" presName="composite" presStyleCnt="0"/>
      <dgm:spPr/>
    </dgm:pt>
    <dgm:pt modelId="{D4744F22-6DCA-4BDE-ADED-358DA079E50D}" type="pres">
      <dgm:prSet presAssocID="{4A7D2D91-673A-4422-8908-946E53470C32}" presName="imgShp" presStyleLbl="fgImgPlace1" presStyleIdx="2" presStyleCnt="4"/>
      <dgm:spPr/>
    </dgm:pt>
    <dgm:pt modelId="{89E89868-79DF-4427-A613-353D0BE34C13}" type="pres">
      <dgm:prSet presAssocID="{4A7D2D91-673A-4422-8908-946E53470C32}" presName="txShp" presStyleLbl="node1" presStyleIdx="2" presStyleCnt="4">
        <dgm:presLayoutVars>
          <dgm:bulletEnabled val="1"/>
        </dgm:presLayoutVars>
      </dgm:prSet>
      <dgm:spPr/>
    </dgm:pt>
    <dgm:pt modelId="{324CC900-BC49-4C73-BB08-5ED118506525}" type="pres">
      <dgm:prSet presAssocID="{A8CCD691-4515-4F9E-81F1-A50CDE7D5881}" presName="spacing" presStyleCnt="0"/>
      <dgm:spPr/>
    </dgm:pt>
    <dgm:pt modelId="{1E1E1C0C-21A4-494F-96E4-EFFEEC33A577}" type="pres">
      <dgm:prSet presAssocID="{A09B3605-2B2D-4C32-B8DA-BBDBDF513DD5}" presName="composite" presStyleCnt="0"/>
      <dgm:spPr/>
    </dgm:pt>
    <dgm:pt modelId="{84DFAE8D-A52F-44B3-BF77-99CCFF4E5B5A}" type="pres">
      <dgm:prSet presAssocID="{A09B3605-2B2D-4C32-B8DA-BBDBDF513DD5}" presName="imgShp" presStyleLbl="fgImgPlace1" presStyleIdx="3" presStyleCnt="4"/>
      <dgm:spPr/>
    </dgm:pt>
    <dgm:pt modelId="{F5E13A15-35A4-4345-B4DC-1B169219CC0F}" type="pres">
      <dgm:prSet presAssocID="{A09B3605-2B2D-4C32-B8DA-BBDBDF513DD5}" presName="txShp" presStyleLbl="node1" presStyleIdx="3" presStyleCnt="4">
        <dgm:presLayoutVars>
          <dgm:bulletEnabled val="1"/>
        </dgm:presLayoutVars>
      </dgm:prSet>
      <dgm:spPr/>
    </dgm:pt>
  </dgm:ptLst>
  <dgm:cxnLst>
    <dgm:cxn modelId="{C9F1A905-54E0-494F-83A4-A485D2C20CFE}" srcId="{AD817941-1877-4E75-A934-7610352418FB}" destId="{06A50D77-803D-4934-A613-011578B015A4}" srcOrd="0" destOrd="0" parTransId="{4EC76F6C-27A0-4E03-A7F3-290922B76A5B}" sibTransId="{165151D6-C2DF-4E0B-A61F-127199CC36DE}"/>
    <dgm:cxn modelId="{BB12350A-DA7B-40AB-B89F-EF9BCA796AD1}" type="presOf" srcId="{06A50D77-803D-4934-A613-011578B015A4}" destId="{A8D93F57-C900-4A05-982A-926C3904A4AE}" srcOrd="0" destOrd="0" presId="urn:microsoft.com/office/officeart/2005/8/layout/vList3"/>
    <dgm:cxn modelId="{BBDDF51F-95F7-4CF4-BC90-07A73791B7CC}" type="presOf" srcId="{A09B3605-2B2D-4C32-B8DA-BBDBDF513DD5}" destId="{F5E13A15-35A4-4345-B4DC-1B169219CC0F}" srcOrd="0" destOrd="0" presId="urn:microsoft.com/office/officeart/2005/8/layout/vList3"/>
    <dgm:cxn modelId="{79AEE022-31C8-462F-A483-44D476C5A80E}" type="presOf" srcId="{4A7D2D91-673A-4422-8908-946E53470C32}" destId="{89E89868-79DF-4427-A613-353D0BE34C13}" srcOrd="0" destOrd="0" presId="urn:microsoft.com/office/officeart/2005/8/layout/vList3"/>
    <dgm:cxn modelId="{EA8DE628-787D-4B16-8062-06172920330F}" srcId="{AD817941-1877-4E75-A934-7610352418FB}" destId="{A09B3605-2B2D-4C32-B8DA-BBDBDF513DD5}" srcOrd="3" destOrd="0" parTransId="{35478499-69A6-4E08-A9ED-8D18D9249EE1}" sibTransId="{9A164FA3-1033-45A3-9DBD-E5EC99C84444}"/>
    <dgm:cxn modelId="{9B642255-117B-45E5-BBC2-08B47831A883}" type="presOf" srcId="{37ECD83E-1068-4A04-9AD8-0A031D427EFA}" destId="{927B5915-6A76-44B5-97A8-7FD5E16815B9}" srcOrd="0" destOrd="0" presId="urn:microsoft.com/office/officeart/2005/8/layout/vList3"/>
    <dgm:cxn modelId="{2A759580-A2B6-4B05-B187-9E32A9BE9B59}" srcId="{AD817941-1877-4E75-A934-7610352418FB}" destId="{37ECD83E-1068-4A04-9AD8-0A031D427EFA}" srcOrd="1" destOrd="0" parTransId="{96F67488-9F45-4EAA-8552-A0C8503FB6FD}" sibTransId="{ECB9EA89-8FC5-4B97-A705-449AB1598711}"/>
    <dgm:cxn modelId="{4ACC2EBB-A619-4014-BDE1-22785D26EB63}" type="presOf" srcId="{AD817941-1877-4E75-A934-7610352418FB}" destId="{E0CD2370-DB89-46D9-B46E-7005C49CF523}" srcOrd="0" destOrd="0" presId="urn:microsoft.com/office/officeart/2005/8/layout/vList3"/>
    <dgm:cxn modelId="{1C55D7FB-14EF-42F5-B74F-738B578A286A}" srcId="{AD817941-1877-4E75-A934-7610352418FB}" destId="{4A7D2D91-673A-4422-8908-946E53470C32}" srcOrd="2" destOrd="0" parTransId="{D940F0D4-4FB6-473D-AD6D-880ACAC02B55}" sibTransId="{A8CCD691-4515-4F9E-81F1-A50CDE7D5881}"/>
    <dgm:cxn modelId="{E57F8423-E54D-4655-B0DD-622314E7491F}" type="presParOf" srcId="{E0CD2370-DB89-46D9-B46E-7005C49CF523}" destId="{9E34F80D-F2A5-43FF-B98D-8585ABCD3401}" srcOrd="0" destOrd="0" presId="urn:microsoft.com/office/officeart/2005/8/layout/vList3"/>
    <dgm:cxn modelId="{8341463B-E457-4F61-B446-7FC2F4A87AF7}" type="presParOf" srcId="{9E34F80D-F2A5-43FF-B98D-8585ABCD3401}" destId="{31FAD23E-A9FF-471B-B864-FC47210A5F37}" srcOrd="0" destOrd="0" presId="urn:microsoft.com/office/officeart/2005/8/layout/vList3"/>
    <dgm:cxn modelId="{E2B4FAC3-1B3D-45EB-B743-9D374A16C13C}" type="presParOf" srcId="{9E34F80D-F2A5-43FF-B98D-8585ABCD3401}" destId="{A8D93F57-C900-4A05-982A-926C3904A4AE}" srcOrd="1" destOrd="0" presId="urn:microsoft.com/office/officeart/2005/8/layout/vList3"/>
    <dgm:cxn modelId="{ABA32538-6FB1-43C2-BDB0-B15F4969D344}" type="presParOf" srcId="{E0CD2370-DB89-46D9-B46E-7005C49CF523}" destId="{03CA5A55-C597-454A-B903-1A48EA2200C6}" srcOrd="1" destOrd="0" presId="urn:microsoft.com/office/officeart/2005/8/layout/vList3"/>
    <dgm:cxn modelId="{316277A4-271C-4FC0-B6E8-9C26A597C259}" type="presParOf" srcId="{E0CD2370-DB89-46D9-B46E-7005C49CF523}" destId="{F3EDE5BC-0085-4114-90B0-323F9AC460E3}" srcOrd="2" destOrd="0" presId="urn:microsoft.com/office/officeart/2005/8/layout/vList3"/>
    <dgm:cxn modelId="{626DCD94-909C-4B12-925E-5C6D17BA60B3}" type="presParOf" srcId="{F3EDE5BC-0085-4114-90B0-323F9AC460E3}" destId="{30D7708E-9193-485C-B829-0F95E95644A5}" srcOrd="0" destOrd="0" presId="urn:microsoft.com/office/officeart/2005/8/layout/vList3"/>
    <dgm:cxn modelId="{DE794B62-731C-4BC3-8EC6-5AB8805B54EF}" type="presParOf" srcId="{F3EDE5BC-0085-4114-90B0-323F9AC460E3}" destId="{927B5915-6A76-44B5-97A8-7FD5E16815B9}" srcOrd="1" destOrd="0" presId="urn:microsoft.com/office/officeart/2005/8/layout/vList3"/>
    <dgm:cxn modelId="{B33DE135-443F-4AEE-8774-B2A32E0212F3}" type="presParOf" srcId="{E0CD2370-DB89-46D9-B46E-7005C49CF523}" destId="{C208A712-75A4-4838-B6B5-C452F678B6DC}" srcOrd="3" destOrd="0" presId="urn:microsoft.com/office/officeart/2005/8/layout/vList3"/>
    <dgm:cxn modelId="{EA7EFA53-87B2-4B25-8CA9-9A8391871066}" type="presParOf" srcId="{E0CD2370-DB89-46D9-B46E-7005C49CF523}" destId="{B1FB4EB1-0E9C-413A-9770-61BE18112452}" srcOrd="4" destOrd="0" presId="urn:microsoft.com/office/officeart/2005/8/layout/vList3"/>
    <dgm:cxn modelId="{60B4FEE8-3790-4402-AA7F-542EBB3A8B42}" type="presParOf" srcId="{B1FB4EB1-0E9C-413A-9770-61BE18112452}" destId="{D4744F22-6DCA-4BDE-ADED-358DA079E50D}" srcOrd="0" destOrd="0" presId="urn:microsoft.com/office/officeart/2005/8/layout/vList3"/>
    <dgm:cxn modelId="{FEA7F6D8-818E-4BB7-B70A-311B341C077C}" type="presParOf" srcId="{B1FB4EB1-0E9C-413A-9770-61BE18112452}" destId="{89E89868-79DF-4427-A613-353D0BE34C13}" srcOrd="1" destOrd="0" presId="urn:microsoft.com/office/officeart/2005/8/layout/vList3"/>
    <dgm:cxn modelId="{F860CB8B-2C2B-49B5-9403-4684DA90CEF2}" type="presParOf" srcId="{E0CD2370-DB89-46D9-B46E-7005C49CF523}" destId="{324CC900-BC49-4C73-BB08-5ED118506525}" srcOrd="5" destOrd="0" presId="urn:microsoft.com/office/officeart/2005/8/layout/vList3"/>
    <dgm:cxn modelId="{D279F7B2-2652-44F7-9536-DDA313264883}" type="presParOf" srcId="{E0CD2370-DB89-46D9-B46E-7005C49CF523}" destId="{1E1E1C0C-21A4-494F-96E4-EFFEEC33A577}" srcOrd="6" destOrd="0" presId="urn:microsoft.com/office/officeart/2005/8/layout/vList3"/>
    <dgm:cxn modelId="{BCCA6CCB-14CF-44AA-86F4-47DF0356DCDF}" type="presParOf" srcId="{1E1E1C0C-21A4-494F-96E4-EFFEEC33A577}" destId="{84DFAE8D-A52F-44B3-BF77-99CCFF4E5B5A}" srcOrd="0" destOrd="0" presId="urn:microsoft.com/office/officeart/2005/8/layout/vList3"/>
    <dgm:cxn modelId="{4769659E-DB1B-4F93-B787-83240E4CA6F7}" type="presParOf" srcId="{1E1E1C0C-21A4-494F-96E4-EFFEEC33A577}" destId="{F5E13A15-35A4-4345-B4DC-1B169219CC0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BE4DBE0-B966-41B6-8BB0-8FA3883FDA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EE87A2-FDBF-4A4D-8D2D-3CE57E109E42}">
      <dgm:prSet/>
      <dgm:spPr/>
      <dgm:t>
        <a:bodyPr/>
        <a:lstStyle/>
        <a:p>
          <a:r>
            <a:rPr lang="ru-RU" b="0" i="0"/>
            <a:t>1, 3</a:t>
          </a:r>
          <a:endParaRPr lang="uk-UA"/>
        </a:p>
      </dgm:t>
    </dgm:pt>
    <dgm:pt modelId="{A638F1C3-C156-414C-B5D6-20CE7587EC12}" type="parTrans" cxnId="{0604EE3A-5235-439C-9460-0316E55EF417}">
      <dgm:prSet/>
      <dgm:spPr/>
      <dgm:t>
        <a:bodyPr/>
        <a:lstStyle/>
        <a:p>
          <a:endParaRPr lang="uk-UA"/>
        </a:p>
      </dgm:t>
    </dgm:pt>
    <dgm:pt modelId="{DCBE0465-E771-4DF3-9211-4D3F4E6ABF81}" type="sibTrans" cxnId="{0604EE3A-5235-439C-9460-0316E55EF417}">
      <dgm:prSet/>
      <dgm:spPr/>
      <dgm:t>
        <a:bodyPr/>
        <a:lstStyle/>
        <a:p>
          <a:endParaRPr lang="uk-UA"/>
        </a:p>
      </dgm:t>
    </dgm:pt>
    <dgm:pt modelId="{880A6A7E-3B85-418E-8A79-2F17E62ADFFF}">
      <dgm:prSet/>
      <dgm:spPr/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C3C4D708-53EA-4C1C-A25C-129FF35930CA}" type="parTrans" cxnId="{F18A42E9-AED5-4746-994E-05F16460186B}">
      <dgm:prSet/>
      <dgm:spPr/>
      <dgm:t>
        <a:bodyPr/>
        <a:lstStyle/>
        <a:p>
          <a:endParaRPr lang="uk-UA"/>
        </a:p>
      </dgm:t>
    </dgm:pt>
    <dgm:pt modelId="{9E91DB30-91C2-45FC-8241-0DBA1F25FE08}" type="sibTrans" cxnId="{F18A42E9-AED5-4746-994E-05F16460186B}">
      <dgm:prSet/>
      <dgm:spPr/>
      <dgm:t>
        <a:bodyPr/>
        <a:lstStyle/>
        <a:p>
          <a:endParaRPr lang="uk-UA"/>
        </a:p>
      </dgm:t>
    </dgm:pt>
    <dgm:pt modelId="{8182AF1B-303D-4B51-A27E-F37C549293DF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66F8165C-B03D-4DD8-BFBE-CD20A7BD3469}" type="parTrans" cxnId="{AE55F672-23A4-42FB-B536-E46E33B1CBA4}">
      <dgm:prSet/>
      <dgm:spPr/>
      <dgm:t>
        <a:bodyPr/>
        <a:lstStyle/>
        <a:p>
          <a:endParaRPr lang="uk-UA"/>
        </a:p>
      </dgm:t>
    </dgm:pt>
    <dgm:pt modelId="{63C55847-28D7-4DAE-8640-5D7B3DD7FC4D}" type="sibTrans" cxnId="{AE55F672-23A4-42FB-B536-E46E33B1CBA4}">
      <dgm:prSet/>
      <dgm:spPr/>
      <dgm:t>
        <a:bodyPr/>
        <a:lstStyle/>
        <a:p>
          <a:endParaRPr lang="uk-UA"/>
        </a:p>
      </dgm:t>
    </dgm:pt>
    <dgm:pt modelId="{D15D6652-B662-4942-94A5-CCFC35A4B578}">
      <dgm:prSet/>
      <dgm:spPr/>
      <dgm:t>
        <a:bodyPr/>
        <a:lstStyle/>
        <a:p>
          <a:r>
            <a:rPr lang="ru-RU" b="0" i="0" dirty="0"/>
            <a:t>1, 2, 3</a:t>
          </a:r>
          <a:endParaRPr lang="uk-UA" dirty="0"/>
        </a:p>
      </dgm:t>
    </dgm:pt>
    <dgm:pt modelId="{0C61FF25-EAE9-491B-BCD2-B6761A1F1616}" type="parTrans" cxnId="{FFAB34C0-6492-4B33-AB84-7CC4848FD828}">
      <dgm:prSet/>
      <dgm:spPr/>
      <dgm:t>
        <a:bodyPr/>
        <a:lstStyle/>
        <a:p>
          <a:endParaRPr lang="uk-UA"/>
        </a:p>
      </dgm:t>
    </dgm:pt>
    <dgm:pt modelId="{7E7D959C-62C0-40AB-B5EB-62679B83FA8E}" type="sibTrans" cxnId="{FFAB34C0-6492-4B33-AB84-7CC4848FD828}">
      <dgm:prSet/>
      <dgm:spPr/>
      <dgm:t>
        <a:bodyPr/>
        <a:lstStyle/>
        <a:p>
          <a:endParaRPr lang="uk-UA"/>
        </a:p>
      </dgm:t>
    </dgm:pt>
    <dgm:pt modelId="{27E01B63-FBCF-44A2-B220-EDF5EC0C297A}" type="pres">
      <dgm:prSet presAssocID="{0BE4DBE0-B966-41B6-8BB0-8FA3883FDA8A}" presName="linear" presStyleCnt="0">
        <dgm:presLayoutVars>
          <dgm:animLvl val="lvl"/>
          <dgm:resizeHandles val="exact"/>
        </dgm:presLayoutVars>
      </dgm:prSet>
      <dgm:spPr/>
    </dgm:pt>
    <dgm:pt modelId="{140E4F10-459B-4626-9527-1B0183D63E0B}" type="pres">
      <dgm:prSet presAssocID="{4CEE87A2-FDBF-4A4D-8D2D-3CE57E109E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76CAB0E-3C1E-4A8E-8161-BB200A2FE824}" type="pres">
      <dgm:prSet presAssocID="{DCBE0465-E771-4DF3-9211-4D3F4E6ABF81}" presName="spacer" presStyleCnt="0"/>
      <dgm:spPr/>
    </dgm:pt>
    <dgm:pt modelId="{60E1483F-87EB-45FA-B791-181C956757E2}" type="pres">
      <dgm:prSet presAssocID="{880A6A7E-3B85-418E-8A79-2F17E62ADF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11C04D2-D314-4C83-B85E-56C20D6E5578}" type="pres">
      <dgm:prSet presAssocID="{9E91DB30-91C2-45FC-8241-0DBA1F25FE08}" presName="spacer" presStyleCnt="0"/>
      <dgm:spPr/>
    </dgm:pt>
    <dgm:pt modelId="{80C55381-F4E2-42DC-A71F-F260F00A3B70}" type="pres">
      <dgm:prSet presAssocID="{8182AF1B-303D-4B51-A27E-F37C549293D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F168AA-2385-419B-B7F6-90FF84E55FE7}" type="pres">
      <dgm:prSet presAssocID="{63C55847-28D7-4DAE-8640-5D7B3DD7FC4D}" presName="spacer" presStyleCnt="0"/>
      <dgm:spPr/>
    </dgm:pt>
    <dgm:pt modelId="{EC81D630-38CE-4895-A465-D88263FD3AD5}" type="pres">
      <dgm:prSet presAssocID="{D15D6652-B662-4942-94A5-CCFC35A4B5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44F0304-934E-493B-81AF-34586B68B7E4}" type="presOf" srcId="{D15D6652-B662-4942-94A5-CCFC35A4B578}" destId="{EC81D630-38CE-4895-A465-D88263FD3AD5}" srcOrd="0" destOrd="0" presId="urn:microsoft.com/office/officeart/2005/8/layout/vList2"/>
    <dgm:cxn modelId="{E9D88A16-DB9E-4946-A538-B3AC81BE7065}" type="presOf" srcId="{4CEE87A2-FDBF-4A4D-8D2D-3CE57E109E42}" destId="{140E4F10-459B-4626-9527-1B0183D63E0B}" srcOrd="0" destOrd="0" presId="urn:microsoft.com/office/officeart/2005/8/layout/vList2"/>
    <dgm:cxn modelId="{0604EE3A-5235-439C-9460-0316E55EF417}" srcId="{0BE4DBE0-B966-41B6-8BB0-8FA3883FDA8A}" destId="{4CEE87A2-FDBF-4A4D-8D2D-3CE57E109E42}" srcOrd="0" destOrd="0" parTransId="{A638F1C3-C156-414C-B5D6-20CE7587EC12}" sibTransId="{DCBE0465-E771-4DF3-9211-4D3F4E6ABF81}"/>
    <dgm:cxn modelId="{DA939C67-123E-4A0E-B68B-581A5A2E58FF}" type="presOf" srcId="{8182AF1B-303D-4B51-A27E-F37C549293DF}" destId="{80C55381-F4E2-42DC-A71F-F260F00A3B70}" srcOrd="0" destOrd="0" presId="urn:microsoft.com/office/officeart/2005/8/layout/vList2"/>
    <dgm:cxn modelId="{AE55F672-23A4-42FB-B536-E46E33B1CBA4}" srcId="{0BE4DBE0-B966-41B6-8BB0-8FA3883FDA8A}" destId="{8182AF1B-303D-4B51-A27E-F37C549293DF}" srcOrd="2" destOrd="0" parTransId="{66F8165C-B03D-4DD8-BFBE-CD20A7BD3469}" sibTransId="{63C55847-28D7-4DAE-8640-5D7B3DD7FC4D}"/>
    <dgm:cxn modelId="{E3E52A9C-A2D1-4355-BB0D-6EFDD1EA350B}" type="presOf" srcId="{0BE4DBE0-B966-41B6-8BB0-8FA3883FDA8A}" destId="{27E01B63-FBCF-44A2-B220-EDF5EC0C297A}" srcOrd="0" destOrd="0" presId="urn:microsoft.com/office/officeart/2005/8/layout/vList2"/>
    <dgm:cxn modelId="{FFAB34C0-6492-4B33-AB84-7CC4848FD828}" srcId="{0BE4DBE0-B966-41B6-8BB0-8FA3883FDA8A}" destId="{D15D6652-B662-4942-94A5-CCFC35A4B578}" srcOrd="3" destOrd="0" parTransId="{0C61FF25-EAE9-491B-BCD2-B6761A1F1616}" sibTransId="{7E7D959C-62C0-40AB-B5EB-62679B83FA8E}"/>
    <dgm:cxn modelId="{8F48CCCE-5801-4D4D-8447-8E2D3145D903}" type="presOf" srcId="{880A6A7E-3B85-418E-8A79-2F17E62ADFFF}" destId="{60E1483F-87EB-45FA-B791-181C956757E2}" srcOrd="0" destOrd="0" presId="urn:microsoft.com/office/officeart/2005/8/layout/vList2"/>
    <dgm:cxn modelId="{F18A42E9-AED5-4746-994E-05F16460186B}" srcId="{0BE4DBE0-B966-41B6-8BB0-8FA3883FDA8A}" destId="{880A6A7E-3B85-418E-8A79-2F17E62ADFFF}" srcOrd="1" destOrd="0" parTransId="{C3C4D708-53EA-4C1C-A25C-129FF35930CA}" sibTransId="{9E91DB30-91C2-45FC-8241-0DBA1F25FE08}"/>
    <dgm:cxn modelId="{FC4F6A9D-24C1-4326-A81F-F4FBDA01AFEC}" type="presParOf" srcId="{27E01B63-FBCF-44A2-B220-EDF5EC0C297A}" destId="{140E4F10-459B-4626-9527-1B0183D63E0B}" srcOrd="0" destOrd="0" presId="urn:microsoft.com/office/officeart/2005/8/layout/vList2"/>
    <dgm:cxn modelId="{C71B4167-11F8-4E85-B3DA-66B4B0A639D4}" type="presParOf" srcId="{27E01B63-FBCF-44A2-B220-EDF5EC0C297A}" destId="{376CAB0E-3C1E-4A8E-8161-BB200A2FE824}" srcOrd="1" destOrd="0" presId="urn:microsoft.com/office/officeart/2005/8/layout/vList2"/>
    <dgm:cxn modelId="{06DE3E78-117C-4FC1-A9AE-E9FCADE55150}" type="presParOf" srcId="{27E01B63-FBCF-44A2-B220-EDF5EC0C297A}" destId="{60E1483F-87EB-45FA-B791-181C956757E2}" srcOrd="2" destOrd="0" presId="urn:microsoft.com/office/officeart/2005/8/layout/vList2"/>
    <dgm:cxn modelId="{CCC1FBC4-9C13-4EF3-971C-FC31ECFB30AE}" type="presParOf" srcId="{27E01B63-FBCF-44A2-B220-EDF5EC0C297A}" destId="{611C04D2-D314-4C83-B85E-56C20D6E5578}" srcOrd="3" destOrd="0" presId="urn:microsoft.com/office/officeart/2005/8/layout/vList2"/>
    <dgm:cxn modelId="{D674969E-71A4-4933-93C2-DD19FFDAB78C}" type="presParOf" srcId="{27E01B63-FBCF-44A2-B220-EDF5EC0C297A}" destId="{80C55381-F4E2-42DC-A71F-F260F00A3B70}" srcOrd="4" destOrd="0" presId="urn:microsoft.com/office/officeart/2005/8/layout/vList2"/>
    <dgm:cxn modelId="{ACAFCCC4-3DA8-47BB-ACB6-8F497C89783B}" type="presParOf" srcId="{27E01B63-FBCF-44A2-B220-EDF5EC0C297A}" destId="{0EF168AA-2385-419B-B7F6-90FF84E55FE7}" srcOrd="5" destOrd="0" presId="urn:microsoft.com/office/officeart/2005/8/layout/vList2"/>
    <dgm:cxn modelId="{B377E2D5-A721-462C-B377-480CAC7E5137}" type="presParOf" srcId="{27E01B63-FBCF-44A2-B220-EDF5EC0C297A}" destId="{EC81D630-38CE-4895-A465-D88263FD3AD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C7690810-0ED2-45F5-BA7E-606A8076E6E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211886-C856-473F-B43D-42D0AB42433F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Руїни</a:t>
          </a:r>
          <a:r>
            <a:rPr lang="ru-RU" b="0" i="0" dirty="0"/>
            <a:t>».</a:t>
          </a:r>
          <a:endParaRPr lang="uk-UA" dirty="0"/>
        </a:p>
      </dgm:t>
    </dgm:pt>
    <dgm:pt modelId="{EB1E7F6F-6C66-4DB6-8716-2EE1C5EB1998}" type="parTrans" cxnId="{D35F567F-F2E2-475E-9383-A52B184BD1EC}">
      <dgm:prSet/>
      <dgm:spPr/>
      <dgm:t>
        <a:bodyPr/>
        <a:lstStyle/>
        <a:p>
          <a:endParaRPr lang="uk-UA"/>
        </a:p>
      </dgm:t>
    </dgm:pt>
    <dgm:pt modelId="{B18E2AC5-A9C7-4BCD-88C1-F8302A8B284B}" type="sibTrans" cxnId="{D35F567F-F2E2-475E-9383-A52B184BD1EC}">
      <dgm:prSet/>
      <dgm:spPr/>
      <dgm:t>
        <a:bodyPr/>
        <a:lstStyle/>
        <a:p>
          <a:endParaRPr lang="uk-UA"/>
        </a:p>
      </dgm:t>
    </dgm:pt>
    <dgm:pt modelId="{2B4050D3-B65E-4373-8EA3-E51C60796B0F}">
      <dgm:prSet/>
      <dgm:spPr/>
      <dgm:t>
        <a:bodyPr/>
        <a:lstStyle/>
        <a:p>
          <a:r>
            <a:rPr lang="ru-RU" b="0" i="0"/>
            <a:t>«Паліївщини».</a:t>
          </a:r>
          <a:endParaRPr lang="uk-UA"/>
        </a:p>
      </dgm:t>
    </dgm:pt>
    <dgm:pt modelId="{B99DC2F5-4BBB-4A56-BE1D-49C4E022C15C}" type="parTrans" cxnId="{ED096D3F-5095-48FA-A4BE-9276F1A53772}">
      <dgm:prSet/>
      <dgm:spPr/>
      <dgm:t>
        <a:bodyPr/>
        <a:lstStyle/>
        <a:p>
          <a:endParaRPr lang="uk-UA"/>
        </a:p>
      </dgm:t>
    </dgm:pt>
    <dgm:pt modelId="{99A14ACB-1A7C-40F1-9387-1D2925E1CA8F}" type="sibTrans" cxnId="{ED096D3F-5095-48FA-A4BE-9276F1A53772}">
      <dgm:prSet/>
      <dgm:spPr/>
      <dgm:t>
        <a:bodyPr/>
        <a:lstStyle/>
        <a:p>
          <a:endParaRPr lang="uk-UA"/>
        </a:p>
      </dgm:t>
    </dgm:pt>
    <dgm:pt modelId="{394A12AE-EAA2-4743-90F6-FCCB23DD2CC4}">
      <dgm:prSet/>
      <dgm:spPr/>
      <dgm:t>
        <a:bodyPr/>
        <a:lstStyle/>
        <a:p>
          <a:r>
            <a:rPr lang="ru-RU" b="0" i="0"/>
            <a:t>«Коліївщини».</a:t>
          </a:r>
          <a:endParaRPr lang="uk-UA"/>
        </a:p>
      </dgm:t>
    </dgm:pt>
    <dgm:pt modelId="{339C0EC0-5CB0-453F-BCB2-E78079311817}" type="parTrans" cxnId="{388F764E-02F6-4888-8892-D5EAD1EBB992}">
      <dgm:prSet/>
      <dgm:spPr/>
      <dgm:t>
        <a:bodyPr/>
        <a:lstStyle/>
        <a:p>
          <a:endParaRPr lang="uk-UA"/>
        </a:p>
      </dgm:t>
    </dgm:pt>
    <dgm:pt modelId="{A9FFDEE6-D8A5-475B-B468-3387350EF86C}" type="sibTrans" cxnId="{388F764E-02F6-4888-8892-D5EAD1EBB992}">
      <dgm:prSet/>
      <dgm:spPr/>
      <dgm:t>
        <a:bodyPr/>
        <a:lstStyle/>
        <a:p>
          <a:endParaRPr lang="uk-UA"/>
        </a:p>
      </dgm:t>
    </dgm:pt>
    <dgm:pt modelId="{4043E38C-E42F-407C-B4B6-3DC9A66FEE82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Хмельниччини</a:t>
          </a:r>
          <a:r>
            <a:rPr lang="ru-RU" b="0" i="0" dirty="0"/>
            <a:t>».</a:t>
          </a:r>
          <a:endParaRPr lang="uk-UA" dirty="0"/>
        </a:p>
      </dgm:t>
    </dgm:pt>
    <dgm:pt modelId="{677675BD-7214-44FF-B56D-84884123DA98}" type="parTrans" cxnId="{F443617B-EB42-4FAD-B6EF-213C2FF878B1}">
      <dgm:prSet/>
      <dgm:spPr/>
      <dgm:t>
        <a:bodyPr/>
        <a:lstStyle/>
        <a:p>
          <a:endParaRPr lang="uk-UA"/>
        </a:p>
      </dgm:t>
    </dgm:pt>
    <dgm:pt modelId="{65C17631-7069-4B9C-8D91-25CFB75E6CFF}" type="sibTrans" cxnId="{F443617B-EB42-4FAD-B6EF-213C2FF878B1}">
      <dgm:prSet/>
      <dgm:spPr/>
      <dgm:t>
        <a:bodyPr/>
        <a:lstStyle/>
        <a:p>
          <a:endParaRPr lang="uk-UA"/>
        </a:p>
      </dgm:t>
    </dgm:pt>
    <dgm:pt modelId="{C6DAF7D1-74A9-42EC-8A92-F7D6D5A58B1B}" type="pres">
      <dgm:prSet presAssocID="{C7690810-0ED2-45F5-BA7E-606A8076E6EE}" presName="linearFlow" presStyleCnt="0">
        <dgm:presLayoutVars>
          <dgm:dir/>
          <dgm:resizeHandles val="exact"/>
        </dgm:presLayoutVars>
      </dgm:prSet>
      <dgm:spPr/>
    </dgm:pt>
    <dgm:pt modelId="{ED5E3C96-D15E-4C53-84D4-8B0CB054B1F8}" type="pres">
      <dgm:prSet presAssocID="{D1211886-C856-473F-B43D-42D0AB42433F}" presName="composite" presStyleCnt="0"/>
      <dgm:spPr/>
    </dgm:pt>
    <dgm:pt modelId="{E72E790E-05F3-4B61-8ECF-FB97F047C1A9}" type="pres">
      <dgm:prSet presAssocID="{D1211886-C856-473F-B43D-42D0AB42433F}" presName="imgShp" presStyleLbl="fgImgPlace1" presStyleIdx="0" presStyleCnt="4"/>
      <dgm:spPr/>
    </dgm:pt>
    <dgm:pt modelId="{9603C5E4-7B0D-4B4E-84CE-50B004B41DA2}" type="pres">
      <dgm:prSet presAssocID="{D1211886-C856-473F-B43D-42D0AB42433F}" presName="txShp" presStyleLbl="node1" presStyleIdx="0" presStyleCnt="4">
        <dgm:presLayoutVars>
          <dgm:bulletEnabled val="1"/>
        </dgm:presLayoutVars>
      </dgm:prSet>
      <dgm:spPr/>
    </dgm:pt>
    <dgm:pt modelId="{A0DCCF1D-102B-457B-B1EF-23D9C7557B89}" type="pres">
      <dgm:prSet presAssocID="{B18E2AC5-A9C7-4BCD-88C1-F8302A8B284B}" presName="spacing" presStyleCnt="0"/>
      <dgm:spPr/>
    </dgm:pt>
    <dgm:pt modelId="{B0514452-3D43-45CF-B795-F1AB35DC234E}" type="pres">
      <dgm:prSet presAssocID="{2B4050D3-B65E-4373-8EA3-E51C60796B0F}" presName="composite" presStyleCnt="0"/>
      <dgm:spPr/>
    </dgm:pt>
    <dgm:pt modelId="{BCD1CC3D-2DDC-4329-B235-9A164A9B306B}" type="pres">
      <dgm:prSet presAssocID="{2B4050D3-B65E-4373-8EA3-E51C60796B0F}" presName="imgShp" presStyleLbl="fgImgPlace1" presStyleIdx="1" presStyleCnt="4"/>
      <dgm:spPr/>
    </dgm:pt>
    <dgm:pt modelId="{E486B0C6-8EAC-411E-B332-AAABF34FF57F}" type="pres">
      <dgm:prSet presAssocID="{2B4050D3-B65E-4373-8EA3-E51C60796B0F}" presName="txShp" presStyleLbl="node1" presStyleIdx="1" presStyleCnt="4">
        <dgm:presLayoutVars>
          <dgm:bulletEnabled val="1"/>
        </dgm:presLayoutVars>
      </dgm:prSet>
      <dgm:spPr/>
    </dgm:pt>
    <dgm:pt modelId="{77EA1383-7367-44D0-9DF6-906314F33FB1}" type="pres">
      <dgm:prSet presAssocID="{99A14ACB-1A7C-40F1-9387-1D2925E1CA8F}" presName="spacing" presStyleCnt="0"/>
      <dgm:spPr/>
    </dgm:pt>
    <dgm:pt modelId="{27E61F4D-AD1F-4B64-91FD-6EDF838432D8}" type="pres">
      <dgm:prSet presAssocID="{394A12AE-EAA2-4743-90F6-FCCB23DD2CC4}" presName="composite" presStyleCnt="0"/>
      <dgm:spPr/>
    </dgm:pt>
    <dgm:pt modelId="{D4B9BED8-E29A-40B4-BC67-0E3BB1DF1A8E}" type="pres">
      <dgm:prSet presAssocID="{394A12AE-EAA2-4743-90F6-FCCB23DD2CC4}" presName="imgShp" presStyleLbl="fgImgPlace1" presStyleIdx="2" presStyleCnt="4"/>
      <dgm:spPr/>
    </dgm:pt>
    <dgm:pt modelId="{61A968B8-D538-4542-AB58-D35FF5D9C692}" type="pres">
      <dgm:prSet presAssocID="{394A12AE-EAA2-4743-90F6-FCCB23DD2CC4}" presName="txShp" presStyleLbl="node1" presStyleIdx="2" presStyleCnt="4">
        <dgm:presLayoutVars>
          <dgm:bulletEnabled val="1"/>
        </dgm:presLayoutVars>
      </dgm:prSet>
      <dgm:spPr/>
    </dgm:pt>
    <dgm:pt modelId="{A07A85C2-12A7-4187-9D7F-E07083FE8E05}" type="pres">
      <dgm:prSet presAssocID="{A9FFDEE6-D8A5-475B-B468-3387350EF86C}" presName="spacing" presStyleCnt="0"/>
      <dgm:spPr/>
    </dgm:pt>
    <dgm:pt modelId="{4C4F3CBD-F598-4DBD-8A94-76792D458180}" type="pres">
      <dgm:prSet presAssocID="{4043E38C-E42F-407C-B4B6-3DC9A66FEE82}" presName="composite" presStyleCnt="0"/>
      <dgm:spPr/>
    </dgm:pt>
    <dgm:pt modelId="{93DFD414-2926-4986-86F3-C5601A62D1E6}" type="pres">
      <dgm:prSet presAssocID="{4043E38C-E42F-407C-B4B6-3DC9A66FEE82}" presName="imgShp" presStyleLbl="fgImgPlace1" presStyleIdx="3" presStyleCnt="4"/>
      <dgm:spPr/>
    </dgm:pt>
    <dgm:pt modelId="{70E9199C-935C-4AA0-9733-FAB601C080F9}" type="pres">
      <dgm:prSet presAssocID="{4043E38C-E42F-407C-B4B6-3DC9A66FEE82}" presName="txShp" presStyleLbl="node1" presStyleIdx="3" presStyleCnt="4">
        <dgm:presLayoutVars>
          <dgm:bulletEnabled val="1"/>
        </dgm:presLayoutVars>
      </dgm:prSet>
      <dgm:spPr/>
    </dgm:pt>
  </dgm:ptLst>
  <dgm:cxnLst>
    <dgm:cxn modelId="{D3C1B81C-88D6-4A7A-BB52-D0403761ACE7}" type="presOf" srcId="{D1211886-C856-473F-B43D-42D0AB42433F}" destId="{9603C5E4-7B0D-4B4E-84CE-50B004B41DA2}" srcOrd="0" destOrd="0" presId="urn:microsoft.com/office/officeart/2005/8/layout/vList3"/>
    <dgm:cxn modelId="{ED096D3F-5095-48FA-A4BE-9276F1A53772}" srcId="{C7690810-0ED2-45F5-BA7E-606A8076E6EE}" destId="{2B4050D3-B65E-4373-8EA3-E51C60796B0F}" srcOrd="1" destOrd="0" parTransId="{B99DC2F5-4BBB-4A56-BE1D-49C4E022C15C}" sibTransId="{99A14ACB-1A7C-40F1-9387-1D2925E1CA8F}"/>
    <dgm:cxn modelId="{388F764E-02F6-4888-8892-D5EAD1EBB992}" srcId="{C7690810-0ED2-45F5-BA7E-606A8076E6EE}" destId="{394A12AE-EAA2-4743-90F6-FCCB23DD2CC4}" srcOrd="2" destOrd="0" parTransId="{339C0EC0-5CB0-453F-BCB2-E78079311817}" sibTransId="{A9FFDEE6-D8A5-475B-B468-3387350EF86C}"/>
    <dgm:cxn modelId="{2CE29855-05D4-4432-8ED2-A355D581A7A4}" type="presOf" srcId="{2B4050D3-B65E-4373-8EA3-E51C60796B0F}" destId="{E486B0C6-8EAC-411E-B332-AAABF34FF57F}" srcOrd="0" destOrd="0" presId="urn:microsoft.com/office/officeart/2005/8/layout/vList3"/>
    <dgm:cxn modelId="{F42CE655-5E8C-469A-826A-5299D4CF224D}" type="presOf" srcId="{C7690810-0ED2-45F5-BA7E-606A8076E6EE}" destId="{C6DAF7D1-74A9-42EC-8A92-F7D6D5A58B1B}" srcOrd="0" destOrd="0" presId="urn:microsoft.com/office/officeart/2005/8/layout/vList3"/>
    <dgm:cxn modelId="{F443617B-EB42-4FAD-B6EF-213C2FF878B1}" srcId="{C7690810-0ED2-45F5-BA7E-606A8076E6EE}" destId="{4043E38C-E42F-407C-B4B6-3DC9A66FEE82}" srcOrd="3" destOrd="0" parTransId="{677675BD-7214-44FF-B56D-84884123DA98}" sibTransId="{65C17631-7069-4B9C-8D91-25CFB75E6CFF}"/>
    <dgm:cxn modelId="{D35F567F-F2E2-475E-9383-A52B184BD1EC}" srcId="{C7690810-0ED2-45F5-BA7E-606A8076E6EE}" destId="{D1211886-C856-473F-B43D-42D0AB42433F}" srcOrd="0" destOrd="0" parTransId="{EB1E7F6F-6C66-4DB6-8716-2EE1C5EB1998}" sibTransId="{B18E2AC5-A9C7-4BCD-88C1-F8302A8B284B}"/>
    <dgm:cxn modelId="{2623F494-03BD-489E-9BC0-87C476E3469C}" type="presOf" srcId="{394A12AE-EAA2-4743-90F6-FCCB23DD2CC4}" destId="{61A968B8-D538-4542-AB58-D35FF5D9C692}" srcOrd="0" destOrd="0" presId="urn:microsoft.com/office/officeart/2005/8/layout/vList3"/>
    <dgm:cxn modelId="{44711BD6-21BA-4745-8EC9-30D0FDBD8336}" type="presOf" srcId="{4043E38C-E42F-407C-B4B6-3DC9A66FEE82}" destId="{70E9199C-935C-4AA0-9733-FAB601C080F9}" srcOrd="0" destOrd="0" presId="urn:microsoft.com/office/officeart/2005/8/layout/vList3"/>
    <dgm:cxn modelId="{3C56B11D-FDD3-4A27-87C5-7AAB10A964B3}" type="presParOf" srcId="{C6DAF7D1-74A9-42EC-8A92-F7D6D5A58B1B}" destId="{ED5E3C96-D15E-4C53-84D4-8B0CB054B1F8}" srcOrd="0" destOrd="0" presId="urn:microsoft.com/office/officeart/2005/8/layout/vList3"/>
    <dgm:cxn modelId="{50138A2E-5F6E-4EE4-9453-0AF15FD79D8B}" type="presParOf" srcId="{ED5E3C96-D15E-4C53-84D4-8B0CB054B1F8}" destId="{E72E790E-05F3-4B61-8ECF-FB97F047C1A9}" srcOrd="0" destOrd="0" presId="urn:microsoft.com/office/officeart/2005/8/layout/vList3"/>
    <dgm:cxn modelId="{57E29CC5-A85B-475E-AFBE-817B74C67466}" type="presParOf" srcId="{ED5E3C96-D15E-4C53-84D4-8B0CB054B1F8}" destId="{9603C5E4-7B0D-4B4E-84CE-50B004B41DA2}" srcOrd="1" destOrd="0" presId="urn:microsoft.com/office/officeart/2005/8/layout/vList3"/>
    <dgm:cxn modelId="{B1F38698-3CAE-41C0-888B-737D4564F5DF}" type="presParOf" srcId="{C6DAF7D1-74A9-42EC-8A92-F7D6D5A58B1B}" destId="{A0DCCF1D-102B-457B-B1EF-23D9C7557B89}" srcOrd="1" destOrd="0" presId="urn:microsoft.com/office/officeart/2005/8/layout/vList3"/>
    <dgm:cxn modelId="{88F3A1FC-6B11-40C4-B253-94897530D6F2}" type="presParOf" srcId="{C6DAF7D1-74A9-42EC-8A92-F7D6D5A58B1B}" destId="{B0514452-3D43-45CF-B795-F1AB35DC234E}" srcOrd="2" destOrd="0" presId="urn:microsoft.com/office/officeart/2005/8/layout/vList3"/>
    <dgm:cxn modelId="{1E3F5373-2029-418C-A7B8-02A647007535}" type="presParOf" srcId="{B0514452-3D43-45CF-B795-F1AB35DC234E}" destId="{BCD1CC3D-2DDC-4329-B235-9A164A9B306B}" srcOrd="0" destOrd="0" presId="urn:microsoft.com/office/officeart/2005/8/layout/vList3"/>
    <dgm:cxn modelId="{4E4BCECB-FB1F-426A-8E72-22D136E76871}" type="presParOf" srcId="{B0514452-3D43-45CF-B795-F1AB35DC234E}" destId="{E486B0C6-8EAC-411E-B332-AAABF34FF57F}" srcOrd="1" destOrd="0" presId="urn:microsoft.com/office/officeart/2005/8/layout/vList3"/>
    <dgm:cxn modelId="{37D4A497-DFCF-476B-844F-5045A4E78057}" type="presParOf" srcId="{C6DAF7D1-74A9-42EC-8A92-F7D6D5A58B1B}" destId="{77EA1383-7367-44D0-9DF6-906314F33FB1}" srcOrd="3" destOrd="0" presId="urn:microsoft.com/office/officeart/2005/8/layout/vList3"/>
    <dgm:cxn modelId="{7A8DC7EF-3701-4506-9224-575E4251F66B}" type="presParOf" srcId="{C6DAF7D1-74A9-42EC-8A92-F7D6D5A58B1B}" destId="{27E61F4D-AD1F-4B64-91FD-6EDF838432D8}" srcOrd="4" destOrd="0" presId="urn:microsoft.com/office/officeart/2005/8/layout/vList3"/>
    <dgm:cxn modelId="{30E05192-87AC-4718-9EDD-87177D903CEE}" type="presParOf" srcId="{27E61F4D-AD1F-4B64-91FD-6EDF838432D8}" destId="{D4B9BED8-E29A-40B4-BC67-0E3BB1DF1A8E}" srcOrd="0" destOrd="0" presId="urn:microsoft.com/office/officeart/2005/8/layout/vList3"/>
    <dgm:cxn modelId="{56D4FFD5-8807-48E4-A1D3-10253428E13D}" type="presParOf" srcId="{27E61F4D-AD1F-4B64-91FD-6EDF838432D8}" destId="{61A968B8-D538-4542-AB58-D35FF5D9C692}" srcOrd="1" destOrd="0" presId="urn:microsoft.com/office/officeart/2005/8/layout/vList3"/>
    <dgm:cxn modelId="{1B24BF7E-EC2A-449B-9268-CEC24414ECB5}" type="presParOf" srcId="{C6DAF7D1-74A9-42EC-8A92-F7D6D5A58B1B}" destId="{A07A85C2-12A7-4187-9D7F-E07083FE8E05}" srcOrd="5" destOrd="0" presId="urn:microsoft.com/office/officeart/2005/8/layout/vList3"/>
    <dgm:cxn modelId="{F0A51F1D-123E-48D7-9EA4-74638CEB55B6}" type="presParOf" srcId="{C6DAF7D1-74A9-42EC-8A92-F7D6D5A58B1B}" destId="{4C4F3CBD-F598-4DBD-8A94-76792D458180}" srcOrd="6" destOrd="0" presId="urn:microsoft.com/office/officeart/2005/8/layout/vList3"/>
    <dgm:cxn modelId="{35DFEC3A-2E17-4222-B147-A8DE2837AA99}" type="presParOf" srcId="{4C4F3CBD-F598-4DBD-8A94-76792D458180}" destId="{93DFD414-2926-4986-86F3-C5601A62D1E6}" srcOrd="0" destOrd="0" presId="urn:microsoft.com/office/officeart/2005/8/layout/vList3"/>
    <dgm:cxn modelId="{67A1796D-4CDF-498E-B5EB-97A787E8D4D2}" type="presParOf" srcId="{4C4F3CBD-F598-4DBD-8A94-76792D458180}" destId="{70E9199C-935C-4AA0-9733-FAB601C080F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870FF91F-195D-4F47-9810-30B51B254A6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F119C62-925E-49C0-B83C-C6FB41912287}">
      <dgm:prSet/>
      <dgm:spPr/>
      <dgm:t>
        <a:bodyPr/>
        <a:lstStyle/>
        <a:p>
          <a:r>
            <a:rPr lang="uk-UA" b="0" i="0" dirty="0"/>
            <a:t>Австро-Угорщини.</a:t>
          </a:r>
          <a:endParaRPr lang="uk-UA" dirty="0"/>
        </a:p>
      </dgm:t>
    </dgm:pt>
    <dgm:pt modelId="{3C1C4BCF-1CAA-4464-AF23-01AD7C709EC3}" type="parTrans" cxnId="{54EA004E-E6A5-4446-BD43-7352C6C389F9}">
      <dgm:prSet/>
      <dgm:spPr/>
      <dgm:t>
        <a:bodyPr/>
        <a:lstStyle/>
        <a:p>
          <a:endParaRPr lang="uk-UA"/>
        </a:p>
      </dgm:t>
    </dgm:pt>
    <dgm:pt modelId="{EB05149C-B7BF-4963-BE54-41718144E791}" type="sibTrans" cxnId="{54EA004E-E6A5-4446-BD43-7352C6C389F9}">
      <dgm:prSet/>
      <dgm:spPr/>
      <dgm:t>
        <a:bodyPr/>
        <a:lstStyle/>
        <a:p>
          <a:endParaRPr lang="uk-UA"/>
        </a:p>
      </dgm:t>
    </dgm:pt>
    <dgm:pt modelId="{5373AA97-3016-467E-9999-F10833D2A810}">
      <dgm:prSet/>
      <dgm:spPr/>
      <dgm:t>
        <a:bodyPr/>
        <a:lstStyle/>
        <a:p>
          <a:r>
            <a:rPr lang="uk-UA" b="0" i="0" dirty="0"/>
            <a:t>Речі Посполитої.</a:t>
          </a:r>
          <a:endParaRPr lang="uk-UA" dirty="0"/>
        </a:p>
      </dgm:t>
    </dgm:pt>
    <dgm:pt modelId="{D82F9156-A01B-40C4-BB81-FF25A04E7E76}" type="parTrans" cxnId="{714707B2-8681-447A-9C0A-DB747B89D1FB}">
      <dgm:prSet/>
      <dgm:spPr/>
      <dgm:t>
        <a:bodyPr/>
        <a:lstStyle/>
        <a:p>
          <a:endParaRPr lang="uk-UA"/>
        </a:p>
      </dgm:t>
    </dgm:pt>
    <dgm:pt modelId="{1BEDAEBC-8A6E-4CDA-B82E-F159EFEA6B5A}" type="sibTrans" cxnId="{714707B2-8681-447A-9C0A-DB747B89D1FB}">
      <dgm:prSet/>
      <dgm:spPr/>
      <dgm:t>
        <a:bodyPr/>
        <a:lstStyle/>
        <a:p>
          <a:endParaRPr lang="uk-UA"/>
        </a:p>
      </dgm:t>
    </dgm:pt>
    <dgm:pt modelId="{256A4C4B-B4DD-4777-9997-F3F6C62C7262}">
      <dgm:prSet/>
      <dgm:spPr/>
      <dgm:t>
        <a:bodyPr/>
        <a:lstStyle/>
        <a:p>
          <a:r>
            <a:rPr lang="uk-UA" b="0" i="0"/>
            <a:t>Російської імперії.</a:t>
          </a:r>
          <a:endParaRPr lang="uk-UA"/>
        </a:p>
      </dgm:t>
    </dgm:pt>
    <dgm:pt modelId="{75359A22-64FB-4A66-ACF7-8642B1705D7C}" type="parTrans" cxnId="{1F92738C-2614-4B94-B5CB-D720BC7A5477}">
      <dgm:prSet/>
      <dgm:spPr/>
      <dgm:t>
        <a:bodyPr/>
        <a:lstStyle/>
        <a:p>
          <a:endParaRPr lang="uk-UA"/>
        </a:p>
      </dgm:t>
    </dgm:pt>
    <dgm:pt modelId="{DFD67960-1989-4185-824D-F9F4366F4288}" type="sibTrans" cxnId="{1F92738C-2614-4B94-B5CB-D720BC7A5477}">
      <dgm:prSet/>
      <dgm:spPr/>
      <dgm:t>
        <a:bodyPr/>
        <a:lstStyle/>
        <a:p>
          <a:endParaRPr lang="uk-UA"/>
        </a:p>
      </dgm:t>
    </dgm:pt>
    <dgm:pt modelId="{46D507D0-FF58-4BF1-9191-FFBA8BDC6792}">
      <dgm:prSet/>
      <dgm:spPr/>
      <dgm:t>
        <a:bodyPr/>
        <a:lstStyle/>
        <a:p>
          <a:r>
            <a:rPr lang="uk-UA" b="0" i="0" dirty="0"/>
            <a:t>Османської імперії.</a:t>
          </a:r>
          <a:endParaRPr lang="uk-UA" dirty="0"/>
        </a:p>
      </dgm:t>
    </dgm:pt>
    <dgm:pt modelId="{D7777664-314C-4AE2-8104-9C7DA3F0D095}" type="parTrans" cxnId="{CA826FFC-1F1F-454A-8A46-AC7F115872BC}">
      <dgm:prSet/>
      <dgm:spPr/>
      <dgm:t>
        <a:bodyPr/>
        <a:lstStyle/>
        <a:p>
          <a:endParaRPr lang="uk-UA"/>
        </a:p>
      </dgm:t>
    </dgm:pt>
    <dgm:pt modelId="{9B5D408B-C5FD-4E22-A8FE-45848FE59631}" type="sibTrans" cxnId="{CA826FFC-1F1F-454A-8A46-AC7F115872BC}">
      <dgm:prSet/>
      <dgm:spPr/>
      <dgm:t>
        <a:bodyPr/>
        <a:lstStyle/>
        <a:p>
          <a:endParaRPr lang="uk-UA"/>
        </a:p>
      </dgm:t>
    </dgm:pt>
    <dgm:pt modelId="{8CE042EA-7677-4409-8082-2DB2DA6BADA2}" type="pres">
      <dgm:prSet presAssocID="{870FF91F-195D-4F47-9810-30B51B254A6D}" presName="linearFlow" presStyleCnt="0">
        <dgm:presLayoutVars>
          <dgm:dir/>
          <dgm:resizeHandles val="exact"/>
        </dgm:presLayoutVars>
      </dgm:prSet>
      <dgm:spPr/>
    </dgm:pt>
    <dgm:pt modelId="{FE13E80A-D7CD-4CAB-A8A3-7C03BDBB1EC9}" type="pres">
      <dgm:prSet presAssocID="{9F119C62-925E-49C0-B83C-C6FB41912287}" presName="composite" presStyleCnt="0"/>
      <dgm:spPr/>
    </dgm:pt>
    <dgm:pt modelId="{D3507460-974D-4AB7-904C-E2091D77BFB8}" type="pres">
      <dgm:prSet presAssocID="{9F119C62-925E-49C0-B83C-C6FB41912287}" presName="imgShp" presStyleLbl="fgImgPlace1" presStyleIdx="0" presStyleCnt="4"/>
      <dgm:spPr/>
    </dgm:pt>
    <dgm:pt modelId="{59622C74-3B6B-41BD-BDEA-471B096B8AD2}" type="pres">
      <dgm:prSet presAssocID="{9F119C62-925E-49C0-B83C-C6FB41912287}" presName="txShp" presStyleLbl="node1" presStyleIdx="0" presStyleCnt="4">
        <dgm:presLayoutVars>
          <dgm:bulletEnabled val="1"/>
        </dgm:presLayoutVars>
      </dgm:prSet>
      <dgm:spPr/>
    </dgm:pt>
    <dgm:pt modelId="{D2187B1B-9514-4B48-8FE1-57DD3C9B5696}" type="pres">
      <dgm:prSet presAssocID="{EB05149C-B7BF-4963-BE54-41718144E791}" presName="spacing" presStyleCnt="0"/>
      <dgm:spPr/>
    </dgm:pt>
    <dgm:pt modelId="{2A9B5198-79C2-470F-9665-3ADCDADA6DF4}" type="pres">
      <dgm:prSet presAssocID="{5373AA97-3016-467E-9999-F10833D2A810}" presName="composite" presStyleCnt="0"/>
      <dgm:spPr/>
    </dgm:pt>
    <dgm:pt modelId="{6474D45F-AD8F-4996-826D-C73EFFEB8BD3}" type="pres">
      <dgm:prSet presAssocID="{5373AA97-3016-467E-9999-F10833D2A810}" presName="imgShp" presStyleLbl="fgImgPlace1" presStyleIdx="1" presStyleCnt="4"/>
      <dgm:spPr/>
    </dgm:pt>
    <dgm:pt modelId="{41B3D44B-D75F-43D2-B8F4-E615099441F6}" type="pres">
      <dgm:prSet presAssocID="{5373AA97-3016-467E-9999-F10833D2A810}" presName="txShp" presStyleLbl="node1" presStyleIdx="1" presStyleCnt="4">
        <dgm:presLayoutVars>
          <dgm:bulletEnabled val="1"/>
        </dgm:presLayoutVars>
      </dgm:prSet>
      <dgm:spPr/>
    </dgm:pt>
    <dgm:pt modelId="{46214C4D-D91E-450F-AF56-66D5D5F7D2BD}" type="pres">
      <dgm:prSet presAssocID="{1BEDAEBC-8A6E-4CDA-B82E-F159EFEA6B5A}" presName="spacing" presStyleCnt="0"/>
      <dgm:spPr/>
    </dgm:pt>
    <dgm:pt modelId="{0DC8791A-8C04-4040-8784-22E84CDC7DF9}" type="pres">
      <dgm:prSet presAssocID="{256A4C4B-B4DD-4777-9997-F3F6C62C7262}" presName="composite" presStyleCnt="0"/>
      <dgm:spPr/>
    </dgm:pt>
    <dgm:pt modelId="{13F619BD-F7A6-415C-AD62-90D86E77EF8A}" type="pres">
      <dgm:prSet presAssocID="{256A4C4B-B4DD-4777-9997-F3F6C62C7262}" presName="imgShp" presStyleLbl="fgImgPlace1" presStyleIdx="2" presStyleCnt="4"/>
      <dgm:spPr/>
    </dgm:pt>
    <dgm:pt modelId="{828C0903-B1B4-4CF8-A467-E64DE7E8B37C}" type="pres">
      <dgm:prSet presAssocID="{256A4C4B-B4DD-4777-9997-F3F6C62C7262}" presName="txShp" presStyleLbl="node1" presStyleIdx="2" presStyleCnt="4">
        <dgm:presLayoutVars>
          <dgm:bulletEnabled val="1"/>
        </dgm:presLayoutVars>
      </dgm:prSet>
      <dgm:spPr/>
    </dgm:pt>
    <dgm:pt modelId="{13EF224F-1DFC-4B10-8737-AAA2AB99FAB1}" type="pres">
      <dgm:prSet presAssocID="{DFD67960-1989-4185-824D-F9F4366F4288}" presName="spacing" presStyleCnt="0"/>
      <dgm:spPr/>
    </dgm:pt>
    <dgm:pt modelId="{7C7DE062-223A-48FF-9A93-D3BF333B1D77}" type="pres">
      <dgm:prSet presAssocID="{46D507D0-FF58-4BF1-9191-FFBA8BDC6792}" presName="composite" presStyleCnt="0"/>
      <dgm:spPr/>
    </dgm:pt>
    <dgm:pt modelId="{38D2B9F8-DD2E-4950-BE04-5F6B3AE870DD}" type="pres">
      <dgm:prSet presAssocID="{46D507D0-FF58-4BF1-9191-FFBA8BDC6792}" presName="imgShp" presStyleLbl="fgImgPlace1" presStyleIdx="3" presStyleCnt="4"/>
      <dgm:spPr/>
    </dgm:pt>
    <dgm:pt modelId="{619782FE-5409-47B0-B2AD-83773A1DED8F}" type="pres">
      <dgm:prSet presAssocID="{46D507D0-FF58-4BF1-9191-FFBA8BDC6792}" presName="txShp" presStyleLbl="node1" presStyleIdx="3" presStyleCnt="4">
        <dgm:presLayoutVars>
          <dgm:bulletEnabled val="1"/>
        </dgm:presLayoutVars>
      </dgm:prSet>
      <dgm:spPr/>
    </dgm:pt>
  </dgm:ptLst>
  <dgm:cxnLst>
    <dgm:cxn modelId="{AD9BA82D-A775-4385-9702-28ECECF9EF14}" type="presOf" srcId="{9F119C62-925E-49C0-B83C-C6FB41912287}" destId="{59622C74-3B6B-41BD-BDEA-471B096B8AD2}" srcOrd="0" destOrd="0" presId="urn:microsoft.com/office/officeart/2005/8/layout/vList3"/>
    <dgm:cxn modelId="{54EA004E-E6A5-4446-BD43-7352C6C389F9}" srcId="{870FF91F-195D-4F47-9810-30B51B254A6D}" destId="{9F119C62-925E-49C0-B83C-C6FB41912287}" srcOrd="0" destOrd="0" parTransId="{3C1C4BCF-1CAA-4464-AF23-01AD7C709EC3}" sibTransId="{EB05149C-B7BF-4963-BE54-41718144E791}"/>
    <dgm:cxn modelId="{1F92738C-2614-4B94-B5CB-D720BC7A5477}" srcId="{870FF91F-195D-4F47-9810-30B51B254A6D}" destId="{256A4C4B-B4DD-4777-9997-F3F6C62C7262}" srcOrd="2" destOrd="0" parTransId="{75359A22-64FB-4A66-ACF7-8642B1705D7C}" sibTransId="{DFD67960-1989-4185-824D-F9F4366F4288}"/>
    <dgm:cxn modelId="{714707B2-8681-447A-9C0A-DB747B89D1FB}" srcId="{870FF91F-195D-4F47-9810-30B51B254A6D}" destId="{5373AA97-3016-467E-9999-F10833D2A810}" srcOrd="1" destOrd="0" parTransId="{D82F9156-A01B-40C4-BB81-FF25A04E7E76}" sibTransId="{1BEDAEBC-8A6E-4CDA-B82E-F159EFEA6B5A}"/>
    <dgm:cxn modelId="{C7DBD6BE-6AD1-4DE2-8AC4-CA39A4F776DC}" type="presOf" srcId="{46D507D0-FF58-4BF1-9191-FFBA8BDC6792}" destId="{619782FE-5409-47B0-B2AD-83773A1DED8F}" srcOrd="0" destOrd="0" presId="urn:microsoft.com/office/officeart/2005/8/layout/vList3"/>
    <dgm:cxn modelId="{A7AAE7D3-E218-4EEE-98B8-51DB01E5EEA5}" type="presOf" srcId="{5373AA97-3016-467E-9999-F10833D2A810}" destId="{41B3D44B-D75F-43D2-B8F4-E615099441F6}" srcOrd="0" destOrd="0" presId="urn:microsoft.com/office/officeart/2005/8/layout/vList3"/>
    <dgm:cxn modelId="{B262D9DE-CBBB-4178-BFCE-06FCE8BA7FC3}" type="presOf" srcId="{256A4C4B-B4DD-4777-9997-F3F6C62C7262}" destId="{828C0903-B1B4-4CF8-A467-E64DE7E8B37C}" srcOrd="0" destOrd="0" presId="urn:microsoft.com/office/officeart/2005/8/layout/vList3"/>
    <dgm:cxn modelId="{560793FB-807C-4530-9B49-7516D286E271}" type="presOf" srcId="{870FF91F-195D-4F47-9810-30B51B254A6D}" destId="{8CE042EA-7677-4409-8082-2DB2DA6BADA2}" srcOrd="0" destOrd="0" presId="urn:microsoft.com/office/officeart/2005/8/layout/vList3"/>
    <dgm:cxn modelId="{CA826FFC-1F1F-454A-8A46-AC7F115872BC}" srcId="{870FF91F-195D-4F47-9810-30B51B254A6D}" destId="{46D507D0-FF58-4BF1-9191-FFBA8BDC6792}" srcOrd="3" destOrd="0" parTransId="{D7777664-314C-4AE2-8104-9C7DA3F0D095}" sibTransId="{9B5D408B-C5FD-4E22-A8FE-45848FE59631}"/>
    <dgm:cxn modelId="{BE7A3131-5EFE-4158-8549-2238CBA1654A}" type="presParOf" srcId="{8CE042EA-7677-4409-8082-2DB2DA6BADA2}" destId="{FE13E80A-D7CD-4CAB-A8A3-7C03BDBB1EC9}" srcOrd="0" destOrd="0" presId="urn:microsoft.com/office/officeart/2005/8/layout/vList3"/>
    <dgm:cxn modelId="{A7AD0DDB-391A-45E0-86DC-A7F5DC15F2CF}" type="presParOf" srcId="{FE13E80A-D7CD-4CAB-A8A3-7C03BDBB1EC9}" destId="{D3507460-974D-4AB7-904C-E2091D77BFB8}" srcOrd="0" destOrd="0" presId="urn:microsoft.com/office/officeart/2005/8/layout/vList3"/>
    <dgm:cxn modelId="{45E95792-F426-4ADE-B439-FE52BD8FC42E}" type="presParOf" srcId="{FE13E80A-D7CD-4CAB-A8A3-7C03BDBB1EC9}" destId="{59622C74-3B6B-41BD-BDEA-471B096B8AD2}" srcOrd="1" destOrd="0" presId="urn:microsoft.com/office/officeart/2005/8/layout/vList3"/>
    <dgm:cxn modelId="{7A3B674A-2FAE-4A5F-8EE5-E63DCD393B47}" type="presParOf" srcId="{8CE042EA-7677-4409-8082-2DB2DA6BADA2}" destId="{D2187B1B-9514-4B48-8FE1-57DD3C9B5696}" srcOrd="1" destOrd="0" presId="urn:microsoft.com/office/officeart/2005/8/layout/vList3"/>
    <dgm:cxn modelId="{FD719F4C-72A3-4EC8-9028-3DCCD90A7E47}" type="presParOf" srcId="{8CE042EA-7677-4409-8082-2DB2DA6BADA2}" destId="{2A9B5198-79C2-470F-9665-3ADCDADA6DF4}" srcOrd="2" destOrd="0" presId="urn:microsoft.com/office/officeart/2005/8/layout/vList3"/>
    <dgm:cxn modelId="{9C81F067-92E6-4FB8-9671-2898AE791021}" type="presParOf" srcId="{2A9B5198-79C2-470F-9665-3ADCDADA6DF4}" destId="{6474D45F-AD8F-4996-826D-C73EFFEB8BD3}" srcOrd="0" destOrd="0" presId="urn:microsoft.com/office/officeart/2005/8/layout/vList3"/>
    <dgm:cxn modelId="{9A17C7ED-5D92-42E4-9917-DBE7FF1DC740}" type="presParOf" srcId="{2A9B5198-79C2-470F-9665-3ADCDADA6DF4}" destId="{41B3D44B-D75F-43D2-B8F4-E615099441F6}" srcOrd="1" destOrd="0" presId="urn:microsoft.com/office/officeart/2005/8/layout/vList3"/>
    <dgm:cxn modelId="{05403017-B9E8-4DB2-9DF4-A7EB0D5613C7}" type="presParOf" srcId="{8CE042EA-7677-4409-8082-2DB2DA6BADA2}" destId="{46214C4D-D91E-450F-AF56-66D5D5F7D2BD}" srcOrd="3" destOrd="0" presId="urn:microsoft.com/office/officeart/2005/8/layout/vList3"/>
    <dgm:cxn modelId="{9C624D4A-038D-4F51-BCF3-5EAFF88F6B35}" type="presParOf" srcId="{8CE042EA-7677-4409-8082-2DB2DA6BADA2}" destId="{0DC8791A-8C04-4040-8784-22E84CDC7DF9}" srcOrd="4" destOrd="0" presId="urn:microsoft.com/office/officeart/2005/8/layout/vList3"/>
    <dgm:cxn modelId="{CA169AAB-5E4F-4965-A653-D2DD926847E2}" type="presParOf" srcId="{0DC8791A-8C04-4040-8784-22E84CDC7DF9}" destId="{13F619BD-F7A6-415C-AD62-90D86E77EF8A}" srcOrd="0" destOrd="0" presId="urn:microsoft.com/office/officeart/2005/8/layout/vList3"/>
    <dgm:cxn modelId="{760259C7-BEE4-43A3-AD44-3D01037F2C60}" type="presParOf" srcId="{0DC8791A-8C04-4040-8784-22E84CDC7DF9}" destId="{828C0903-B1B4-4CF8-A467-E64DE7E8B37C}" srcOrd="1" destOrd="0" presId="urn:microsoft.com/office/officeart/2005/8/layout/vList3"/>
    <dgm:cxn modelId="{B399B161-92C3-40BE-952A-A0C0377300C1}" type="presParOf" srcId="{8CE042EA-7677-4409-8082-2DB2DA6BADA2}" destId="{13EF224F-1DFC-4B10-8737-AAA2AB99FAB1}" srcOrd="5" destOrd="0" presId="urn:microsoft.com/office/officeart/2005/8/layout/vList3"/>
    <dgm:cxn modelId="{73867551-4FFC-4549-BDE3-2923E4A23C09}" type="presParOf" srcId="{8CE042EA-7677-4409-8082-2DB2DA6BADA2}" destId="{7C7DE062-223A-48FF-9A93-D3BF333B1D77}" srcOrd="6" destOrd="0" presId="urn:microsoft.com/office/officeart/2005/8/layout/vList3"/>
    <dgm:cxn modelId="{AB5CF75F-FC1E-41C8-9BFF-8780AAA537CA}" type="presParOf" srcId="{7C7DE062-223A-48FF-9A93-D3BF333B1D77}" destId="{38D2B9F8-DD2E-4950-BE04-5F6B3AE870DD}" srcOrd="0" destOrd="0" presId="urn:microsoft.com/office/officeart/2005/8/layout/vList3"/>
    <dgm:cxn modelId="{31E95435-F5BC-453A-8BE5-BDF2701F8277}" type="presParOf" srcId="{7C7DE062-223A-48FF-9A93-D3BF333B1D77}" destId="{619782FE-5409-47B0-B2AD-83773A1DED8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C97772D-5D2C-494E-B38F-F0F40FB4211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C6BAD93-9FD9-4240-ABDE-E2445EE3541C}">
      <dgm:prSet/>
      <dgm:spPr/>
      <dgm:t>
        <a:bodyPr/>
        <a:lstStyle/>
        <a:p>
          <a:r>
            <a:rPr lang="ru-RU" b="0" i="0"/>
            <a:t>«весну народів».</a:t>
          </a:r>
          <a:endParaRPr lang="uk-UA"/>
        </a:p>
      </dgm:t>
    </dgm:pt>
    <dgm:pt modelId="{D7A6EF8B-EF41-4AFC-8334-EB13EAC484BD}" type="parTrans" cxnId="{08AAE48C-A895-4A03-B905-E71B3148A2B1}">
      <dgm:prSet/>
      <dgm:spPr/>
      <dgm:t>
        <a:bodyPr/>
        <a:lstStyle/>
        <a:p>
          <a:endParaRPr lang="uk-UA"/>
        </a:p>
      </dgm:t>
    </dgm:pt>
    <dgm:pt modelId="{405C99E2-5408-4CCC-8CC7-DC75EC78A08E}" type="sibTrans" cxnId="{08AAE48C-A895-4A03-B905-E71B3148A2B1}">
      <dgm:prSet/>
      <dgm:spPr/>
      <dgm:t>
        <a:bodyPr/>
        <a:lstStyle/>
        <a:p>
          <a:endParaRPr lang="uk-UA"/>
        </a:p>
      </dgm:t>
    </dgm:pt>
    <dgm:pt modelId="{FDF3B626-5129-4C5F-A169-0249DA0FC38F}">
      <dgm:prSet/>
      <dgm:spPr/>
      <dgm:t>
        <a:bodyPr/>
        <a:lstStyle/>
        <a:p>
          <a:r>
            <a:rPr lang="ru-RU" b="0" i="0" dirty="0"/>
            <a:t>«рух </a:t>
          </a:r>
          <a:r>
            <a:rPr lang="ru-RU" b="0" i="0" dirty="0" err="1"/>
            <a:t>опришків</a:t>
          </a:r>
          <a:r>
            <a:rPr lang="ru-RU" b="0" i="0" dirty="0"/>
            <a:t>».</a:t>
          </a:r>
          <a:endParaRPr lang="uk-UA" dirty="0"/>
        </a:p>
      </dgm:t>
    </dgm:pt>
    <dgm:pt modelId="{090C4EF3-621E-401E-A482-EAD5AAF7F68F}" type="parTrans" cxnId="{9C640C4E-01FD-4F16-AC28-A2F0B191A162}">
      <dgm:prSet/>
      <dgm:spPr/>
      <dgm:t>
        <a:bodyPr/>
        <a:lstStyle/>
        <a:p>
          <a:endParaRPr lang="uk-UA"/>
        </a:p>
      </dgm:t>
    </dgm:pt>
    <dgm:pt modelId="{B9996F2D-6F70-4C3F-94B9-B727451FEDA9}" type="sibTrans" cxnId="{9C640C4E-01FD-4F16-AC28-A2F0B191A162}">
      <dgm:prSet/>
      <dgm:spPr/>
      <dgm:t>
        <a:bodyPr/>
        <a:lstStyle/>
        <a:p>
          <a:endParaRPr lang="uk-UA"/>
        </a:p>
      </dgm:t>
    </dgm:pt>
    <dgm:pt modelId="{EF41F335-370D-47BA-912A-7A7505462127}">
      <dgm:prSet/>
      <dgm:spPr/>
      <dgm:t>
        <a:bodyPr/>
        <a:lstStyle/>
        <a:p>
          <a:r>
            <a:rPr lang="ru-RU" b="0" i="0"/>
            <a:t>повстання під проводом С. Палія.</a:t>
          </a:r>
          <a:endParaRPr lang="uk-UA"/>
        </a:p>
      </dgm:t>
    </dgm:pt>
    <dgm:pt modelId="{7A9E6867-8310-4994-8897-25010D4240B6}" type="parTrans" cxnId="{6CF5304D-BBBD-45D3-AF80-F6D214065B0D}">
      <dgm:prSet/>
      <dgm:spPr/>
      <dgm:t>
        <a:bodyPr/>
        <a:lstStyle/>
        <a:p>
          <a:endParaRPr lang="uk-UA"/>
        </a:p>
      </dgm:t>
    </dgm:pt>
    <dgm:pt modelId="{0F957720-E845-491E-9084-A84D024EFA6D}" type="sibTrans" cxnId="{6CF5304D-BBBD-45D3-AF80-F6D214065B0D}">
      <dgm:prSet/>
      <dgm:spPr/>
      <dgm:t>
        <a:bodyPr/>
        <a:lstStyle/>
        <a:p>
          <a:endParaRPr lang="uk-UA"/>
        </a:p>
      </dgm:t>
    </dgm:pt>
    <dgm:pt modelId="{DC84DF46-8384-43A5-A5CD-3185216608F5}">
      <dgm:prSet/>
      <dgm:spPr/>
      <dgm:t>
        <a:bodyPr/>
        <a:lstStyle/>
        <a:p>
          <a:r>
            <a:rPr lang="ru-RU" b="0" i="0" dirty="0" err="1"/>
            <a:t>повстанський</a:t>
          </a:r>
          <a:r>
            <a:rPr lang="ru-RU" b="0" i="0" dirty="0"/>
            <a:t> рух </a:t>
          </a:r>
          <a:r>
            <a:rPr lang="ru-RU" b="0" i="0" dirty="0" err="1"/>
            <a:t>під</a:t>
          </a:r>
          <a:r>
            <a:rPr lang="ru-RU" b="0" i="0" dirty="0"/>
            <a:t> проводом У. </a:t>
          </a:r>
          <a:r>
            <a:rPr lang="ru-RU" b="0" i="0" dirty="0" err="1"/>
            <a:t>Кармалюка</a:t>
          </a:r>
          <a:r>
            <a:rPr lang="ru-RU" b="0" i="0" dirty="0"/>
            <a:t>.</a:t>
          </a:r>
          <a:endParaRPr lang="uk-UA" dirty="0"/>
        </a:p>
      </dgm:t>
    </dgm:pt>
    <dgm:pt modelId="{E27ACAC8-4111-4E15-818D-AD7E37FAD7C5}" type="parTrans" cxnId="{CADB2142-7899-4669-9244-1F693B64BE8D}">
      <dgm:prSet/>
      <dgm:spPr/>
      <dgm:t>
        <a:bodyPr/>
        <a:lstStyle/>
        <a:p>
          <a:endParaRPr lang="uk-UA"/>
        </a:p>
      </dgm:t>
    </dgm:pt>
    <dgm:pt modelId="{EA2B6AA1-470B-45BA-8F8A-198C5DC7C41C}" type="sibTrans" cxnId="{CADB2142-7899-4669-9244-1F693B64BE8D}">
      <dgm:prSet/>
      <dgm:spPr/>
      <dgm:t>
        <a:bodyPr/>
        <a:lstStyle/>
        <a:p>
          <a:endParaRPr lang="uk-UA"/>
        </a:p>
      </dgm:t>
    </dgm:pt>
    <dgm:pt modelId="{0169685C-DA55-491A-9816-13A4677E5037}" type="pres">
      <dgm:prSet presAssocID="{EC97772D-5D2C-494E-B38F-F0F40FB4211A}" presName="linear" presStyleCnt="0">
        <dgm:presLayoutVars>
          <dgm:animLvl val="lvl"/>
          <dgm:resizeHandles val="exact"/>
        </dgm:presLayoutVars>
      </dgm:prSet>
      <dgm:spPr/>
    </dgm:pt>
    <dgm:pt modelId="{8E547C08-610B-40C9-AEED-28F0EAA8877D}" type="pres">
      <dgm:prSet presAssocID="{EC6BAD93-9FD9-4240-ABDE-E2445EE354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7B7E0BD-4AAD-45F7-9A6A-A5D045D043A0}" type="pres">
      <dgm:prSet presAssocID="{405C99E2-5408-4CCC-8CC7-DC75EC78A08E}" presName="spacer" presStyleCnt="0"/>
      <dgm:spPr/>
    </dgm:pt>
    <dgm:pt modelId="{77B43754-7A75-4926-A447-CDC3C99AD27C}" type="pres">
      <dgm:prSet presAssocID="{FDF3B626-5129-4C5F-A169-0249DA0FC3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5B765EB-A33C-4EFE-BCC1-59E0CB34DB68}" type="pres">
      <dgm:prSet presAssocID="{B9996F2D-6F70-4C3F-94B9-B727451FEDA9}" presName="spacer" presStyleCnt="0"/>
      <dgm:spPr/>
    </dgm:pt>
    <dgm:pt modelId="{DCAA716A-20DA-4081-AFFF-AE8FA8869EE7}" type="pres">
      <dgm:prSet presAssocID="{EF41F335-370D-47BA-912A-7A750546212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300090-9510-4A0D-ADBB-7659DC4A93F9}" type="pres">
      <dgm:prSet presAssocID="{0F957720-E845-491E-9084-A84D024EFA6D}" presName="spacer" presStyleCnt="0"/>
      <dgm:spPr/>
    </dgm:pt>
    <dgm:pt modelId="{EB69D6CE-02AA-4E73-AC6A-DA185A59A8EF}" type="pres">
      <dgm:prSet presAssocID="{DC84DF46-8384-43A5-A5CD-3185216608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62EA41A-C9BB-4800-B27C-2DD80B2644D1}" type="presOf" srcId="{EC6BAD93-9FD9-4240-ABDE-E2445EE3541C}" destId="{8E547C08-610B-40C9-AEED-28F0EAA8877D}" srcOrd="0" destOrd="0" presId="urn:microsoft.com/office/officeart/2005/8/layout/vList2"/>
    <dgm:cxn modelId="{CADB2142-7899-4669-9244-1F693B64BE8D}" srcId="{EC97772D-5D2C-494E-B38F-F0F40FB4211A}" destId="{DC84DF46-8384-43A5-A5CD-3185216608F5}" srcOrd="3" destOrd="0" parTransId="{E27ACAC8-4111-4E15-818D-AD7E37FAD7C5}" sibTransId="{EA2B6AA1-470B-45BA-8F8A-198C5DC7C41C}"/>
    <dgm:cxn modelId="{92FE7C63-69FD-42E1-B1ED-9EABC4277262}" type="presOf" srcId="{EC97772D-5D2C-494E-B38F-F0F40FB4211A}" destId="{0169685C-DA55-491A-9816-13A4677E5037}" srcOrd="0" destOrd="0" presId="urn:microsoft.com/office/officeart/2005/8/layout/vList2"/>
    <dgm:cxn modelId="{921D506C-45CE-4801-AE75-DA555C8629F7}" type="presOf" srcId="{FDF3B626-5129-4C5F-A169-0249DA0FC38F}" destId="{77B43754-7A75-4926-A447-CDC3C99AD27C}" srcOrd="0" destOrd="0" presId="urn:microsoft.com/office/officeart/2005/8/layout/vList2"/>
    <dgm:cxn modelId="{6CF5304D-BBBD-45D3-AF80-F6D214065B0D}" srcId="{EC97772D-5D2C-494E-B38F-F0F40FB4211A}" destId="{EF41F335-370D-47BA-912A-7A7505462127}" srcOrd="2" destOrd="0" parTransId="{7A9E6867-8310-4994-8897-25010D4240B6}" sibTransId="{0F957720-E845-491E-9084-A84D024EFA6D}"/>
    <dgm:cxn modelId="{9C640C4E-01FD-4F16-AC28-A2F0B191A162}" srcId="{EC97772D-5D2C-494E-B38F-F0F40FB4211A}" destId="{FDF3B626-5129-4C5F-A169-0249DA0FC38F}" srcOrd="1" destOrd="0" parTransId="{090C4EF3-621E-401E-A482-EAD5AAF7F68F}" sibTransId="{B9996F2D-6F70-4C3F-94B9-B727451FEDA9}"/>
    <dgm:cxn modelId="{08AAE48C-A895-4A03-B905-E71B3148A2B1}" srcId="{EC97772D-5D2C-494E-B38F-F0F40FB4211A}" destId="{EC6BAD93-9FD9-4240-ABDE-E2445EE3541C}" srcOrd="0" destOrd="0" parTransId="{D7A6EF8B-EF41-4AFC-8334-EB13EAC484BD}" sibTransId="{405C99E2-5408-4CCC-8CC7-DC75EC78A08E}"/>
    <dgm:cxn modelId="{FF34A6C7-BC34-4B41-A54E-D97974B5629B}" type="presOf" srcId="{EF41F335-370D-47BA-912A-7A7505462127}" destId="{DCAA716A-20DA-4081-AFFF-AE8FA8869EE7}" srcOrd="0" destOrd="0" presId="urn:microsoft.com/office/officeart/2005/8/layout/vList2"/>
    <dgm:cxn modelId="{371910FF-9C75-470C-91FA-96F292238A31}" type="presOf" srcId="{DC84DF46-8384-43A5-A5CD-3185216608F5}" destId="{EB69D6CE-02AA-4E73-AC6A-DA185A59A8EF}" srcOrd="0" destOrd="0" presId="urn:microsoft.com/office/officeart/2005/8/layout/vList2"/>
    <dgm:cxn modelId="{253798B3-29EE-47C2-9496-1CDCCBCC48F6}" type="presParOf" srcId="{0169685C-DA55-491A-9816-13A4677E5037}" destId="{8E547C08-610B-40C9-AEED-28F0EAA8877D}" srcOrd="0" destOrd="0" presId="urn:microsoft.com/office/officeart/2005/8/layout/vList2"/>
    <dgm:cxn modelId="{23C3A26E-0243-4924-AAE5-C914FF45396A}" type="presParOf" srcId="{0169685C-DA55-491A-9816-13A4677E5037}" destId="{A7B7E0BD-4AAD-45F7-9A6A-A5D045D043A0}" srcOrd="1" destOrd="0" presId="urn:microsoft.com/office/officeart/2005/8/layout/vList2"/>
    <dgm:cxn modelId="{1BA808D5-E4B4-4210-903F-D712C3CD82D0}" type="presParOf" srcId="{0169685C-DA55-491A-9816-13A4677E5037}" destId="{77B43754-7A75-4926-A447-CDC3C99AD27C}" srcOrd="2" destOrd="0" presId="urn:microsoft.com/office/officeart/2005/8/layout/vList2"/>
    <dgm:cxn modelId="{02CA2276-87CC-4740-AD3C-656E75A59B2B}" type="presParOf" srcId="{0169685C-DA55-491A-9816-13A4677E5037}" destId="{45B765EB-A33C-4EFE-BCC1-59E0CB34DB68}" srcOrd="3" destOrd="0" presId="urn:microsoft.com/office/officeart/2005/8/layout/vList2"/>
    <dgm:cxn modelId="{47E45311-BD5F-4E85-BE6D-73A19B1F3B38}" type="presParOf" srcId="{0169685C-DA55-491A-9816-13A4677E5037}" destId="{DCAA716A-20DA-4081-AFFF-AE8FA8869EE7}" srcOrd="4" destOrd="0" presId="urn:microsoft.com/office/officeart/2005/8/layout/vList2"/>
    <dgm:cxn modelId="{2C168A62-E9AE-4758-9815-30F77BDA2AA9}" type="presParOf" srcId="{0169685C-DA55-491A-9816-13A4677E5037}" destId="{E5300090-9510-4A0D-ADBB-7659DC4A93F9}" srcOrd="5" destOrd="0" presId="urn:microsoft.com/office/officeart/2005/8/layout/vList2"/>
    <dgm:cxn modelId="{3D6713EB-1AD4-45B4-94AC-24AE72B33498}" type="presParOf" srcId="{0169685C-DA55-491A-9816-13A4677E5037}" destId="{EB69D6CE-02AA-4E73-AC6A-DA185A59A8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A9BFC132-D4B1-4B74-A4E9-234EEF190D2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65B46A4-137A-4A54-BAD3-6D840931E98C}">
      <dgm:prSet/>
      <dgm:spPr/>
      <dgm:t>
        <a:bodyPr/>
        <a:lstStyle/>
        <a:p>
          <a:r>
            <a:rPr lang="uk-UA" b="0" i="0" dirty="0"/>
            <a:t>сердюків.</a:t>
          </a:r>
          <a:endParaRPr lang="uk-UA" dirty="0"/>
        </a:p>
      </dgm:t>
    </dgm:pt>
    <dgm:pt modelId="{5F407B2E-B4C9-4ADD-B9D6-E9DC775F3F15}" type="parTrans" cxnId="{F559921F-C16C-4941-849B-59A05200F96B}">
      <dgm:prSet/>
      <dgm:spPr/>
      <dgm:t>
        <a:bodyPr/>
        <a:lstStyle/>
        <a:p>
          <a:endParaRPr lang="uk-UA"/>
        </a:p>
      </dgm:t>
    </dgm:pt>
    <dgm:pt modelId="{F09A11D7-87BD-4AFF-BD13-AE4B1016AD22}" type="sibTrans" cxnId="{F559921F-C16C-4941-849B-59A05200F96B}">
      <dgm:prSet/>
      <dgm:spPr/>
      <dgm:t>
        <a:bodyPr/>
        <a:lstStyle/>
        <a:p>
          <a:endParaRPr lang="uk-UA"/>
        </a:p>
      </dgm:t>
    </dgm:pt>
    <dgm:pt modelId="{28F86350-236F-4EC1-8F38-0DED4D6276C5}">
      <dgm:prSet/>
      <dgm:spPr/>
      <dgm:t>
        <a:bodyPr/>
        <a:lstStyle/>
        <a:p>
          <a:r>
            <a:rPr lang="uk-UA" b="0" i="0" dirty="0"/>
            <a:t>опришків.</a:t>
          </a:r>
          <a:endParaRPr lang="uk-UA" dirty="0"/>
        </a:p>
      </dgm:t>
    </dgm:pt>
    <dgm:pt modelId="{AF59542C-F8F7-46E9-B5CD-13C3B0E8B6CB}" type="parTrans" cxnId="{7E4D670B-40BF-423A-BBD8-BA0067955825}">
      <dgm:prSet/>
      <dgm:spPr/>
      <dgm:t>
        <a:bodyPr/>
        <a:lstStyle/>
        <a:p>
          <a:endParaRPr lang="uk-UA"/>
        </a:p>
      </dgm:t>
    </dgm:pt>
    <dgm:pt modelId="{A8E6A2AD-9E2C-471E-BEFF-378339AA6E5E}" type="sibTrans" cxnId="{7E4D670B-40BF-423A-BBD8-BA0067955825}">
      <dgm:prSet/>
      <dgm:spPr/>
      <dgm:t>
        <a:bodyPr/>
        <a:lstStyle/>
        <a:p>
          <a:endParaRPr lang="uk-UA"/>
        </a:p>
      </dgm:t>
    </dgm:pt>
    <dgm:pt modelId="{9CB6A9CA-EA19-4340-8107-21C90911B7F9}">
      <dgm:prSet/>
      <dgm:spPr/>
      <dgm:t>
        <a:bodyPr/>
        <a:lstStyle/>
        <a:p>
          <a:r>
            <a:rPr lang="uk-UA" b="0" i="0"/>
            <a:t>гайдамаків.</a:t>
          </a:r>
          <a:endParaRPr lang="uk-UA"/>
        </a:p>
      </dgm:t>
    </dgm:pt>
    <dgm:pt modelId="{D934C9BA-485F-475F-85DF-DD4382EDAE53}" type="parTrans" cxnId="{D3DCEAE1-F67F-4A1B-9E4D-F4814020940E}">
      <dgm:prSet/>
      <dgm:spPr/>
      <dgm:t>
        <a:bodyPr/>
        <a:lstStyle/>
        <a:p>
          <a:endParaRPr lang="uk-UA"/>
        </a:p>
      </dgm:t>
    </dgm:pt>
    <dgm:pt modelId="{FD51B750-EC6B-4047-895B-578D87D25729}" type="sibTrans" cxnId="{D3DCEAE1-F67F-4A1B-9E4D-F4814020940E}">
      <dgm:prSet/>
      <dgm:spPr/>
      <dgm:t>
        <a:bodyPr/>
        <a:lstStyle/>
        <a:p>
          <a:endParaRPr lang="uk-UA"/>
        </a:p>
      </dgm:t>
    </dgm:pt>
    <dgm:pt modelId="{7B3ED9C8-7AC9-49C0-AF4E-8A9BFB66F5FB}">
      <dgm:prSet/>
      <dgm:spPr/>
      <dgm:t>
        <a:bodyPr/>
        <a:lstStyle/>
        <a:p>
          <a:r>
            <a:rPr lang="uk-UA" b="0" i="0" dirty="0"/>
            <a:t>компанійців.</a:t>
          </a:r>
          <a:endParaRPr lang="uk-UA" dirty="0"/>
        </a:p>
      </dgm:t>
    </dgm:pt>
    <dgm:pt modelId="{ED993636-72F1-45B7-9F99-34A71FA978BF}" type="parTrans" cxnId="{59B4057E-840C-4877-BAD2-F2B75BB2E83F}">
      <dgm:prSet/>
      <dgm:spPr/>
      <dgm:t>
        <a:bodyPr/>
        <a:lstStyle/>
        <a:p>
          <a:endParaRPr lang="uk-UA"/>
        </a:p>
      </dgm:t>
    </dgm:pt>
    <dgm:pt modelId="{EB879513-02F2-4C2F-A09F-1375D5EF2BF1}" type="sibTrans" cxnId="{59B4057E-840C-4877-BAD2-F2B75BB2E83F}">
      <dgm:prSet/>
      <dgm:spPr/>
      <dgm:t>
        <a:bodyPr/>
        <a:lstStyle/>
        <a:p>
          <a:endParaRPr lang="uk-UA"/>
        </a:p>
      </dgm:t>
    </dgm:pt>
    <dgm:pt modelId="{F3055842-AA7C-454E-B402-6DB29BBB51EF}" type="pres">
      <dgm:prSet presAssocID="{A9BFC132-D4B1-4B74-A4E9-234EEF190D20}" presName="linearFlow" presStyleCnt="0">
        <dgm:presLayoutVars>
          <dgm:dir/>
          <dgm:resizeHandles val="exact"/>
        </dgm:presLayoutVars>
      </dgm:prSet>
      <dgm:spPr/>
    </dgm:pt>
    <dgm:pt modelId="{FEA9628A-E356-4EC2-8823-2028E437EF9F}" type="pres">
      <dgm:prSet presAssocID="{965B46A4-137A-4A54-BAD3-6D840931E98C}" presName="composite" presStyleCnt="0"/>
      <dgm:spPr/>
    </dgm:pt>
    <dgm:pt modelId="{1B233194-18F2-48B2-8844-D0836461BF5D}" type="pres">
      <dgm:prSet presAssocID="{965B46A4-137A-4A54-BAD3-6D840931E98C}" presName="imgShp" presStyleLbl="fgImgPlace1" presStyleIdx="0" presStyleCnt="4"/>
      <dgm:spPr/>
    </dgm:pt>
    <dgm:pt modelId="{2C5E49D2-3697-4CF4-BE3A-66FA869B9166}" type="pres">
      <dgm:prSet presAssocID="{965B46A4-137A-4A54-BAD3-6D840931E98C}" presName="txShp" presStyleLbl="node1" presStyleIdx="0" presStyleCnt="4">
        <dgm:presLayoutVars>
          <dgm:bulletEnabled val="1"/>
        </dgm:presLayoutVars>
      </dgm:prSet>
      <dgm:spPr/>
    </dgm:pt>
    <dgm:pt modelId="{41471CFA-A88C-4EE1-A3C3-8939AB8795E3}" type="pres">
      <dgm:prSet presAssocID="{F09A11D7-87BD-4AFF-BD13-AE4B1016AD22}" presName="spacing" presStyleCnt="0"/>
      <dgm:spPr/>
    </dgm:pt>
    <dgm:pt modelId="{EB837E4D-D59B-44BF-B551-AA7D06F2A68D}" type="pres">
      <dgm:prSet presAssocID="{28F86350-236F-4EC1-8F38-0DED4D6276C5}" presName="composite" presStyleCnt="0"/>
      <dgm:spPr/>
    </dgm:pt>
    <dgm:pt modelId="{58CCF214-5CA2-45C0-A40F-1BCA25AA176E}" type="pres">
      <dgm:prSet presAssocID="{28F86350-236F-4EC1-8F38-0DED4D6276C5}" presName="imgShp" presStyleLbl="fgImgPlace1" presStyleIdx="1" presStyleCnt="4"/>
      <dgm:spPr/>
    </dgm:pt>
    <dgm:pt modelId="{C4DA1705-10C8-44E5-B97F-470B7B19016E}" type="pres">
      <dgm:prSet presAssocID="{28F86350-236F-4EC1-8F38-0DED4D6276C5}" presName="txShp" presStyleLbl="node1" presStyleIdx="1" presStyleCnt="4">
        <dgm:presLayoutVars>
          <dgm:bulletEnabled val="1"/>
        </dgm:presLayoutVars>
      </dgm:prSet>
      <dgm:spPr/>
    </dgm:pt>
    <dgm:pt modelId="{61962242-2B65-4ABB-9EA4-370FD2626EE0}" type="pres">
      <dgm:prSet presAssocID="{A8E6A2AD-9E2C-471E-BEFF-378339AA6E5E}" presName="spacing" presStyleCnt="0"/>
      <dgm:spPr/>
    </dgm:pt>
    <dgm:pt modelId="{96233DD2-44BF-4AB0-A621-A086B61CECE5}" type="pres">
      <dgm:prSet presAssocID="{9CB6A9CA-EA19-4340-8107-21C90911B7F9}" presName="composite" presStyleCnt="0"/>
      <dgm:spPr/>
    </dgm:pt>
    <dgm:pt modelId="{8C70A55B-4C8C-424C-BEA0-78AA77E0B40A}" type="pres">
      <dgm:prSet presAssocID="{9CB6A9CA-EA19-4340-8107-21C90911B7F9}" presName="imgShp" presStyleLbl="fgImgPlace1" presStyleIdx="2" presStyleCnt="4"/>
      <dgm:spPr/>
    </dgm:pt>
    <dgm:pt modelId="{AC195D15-A628-4968-A1BD-E17BCE4E8023}" type="pres">
      <dgm:prSet presAssocID="{9CB6A9CA-EA19-4340-8107-21C90911B7F9}" presName="txShp" presStyleLbl="node1" presStyleIdx="2" presStyleCnt="4">
        <dgm:presLayoutVars>
          <dgm:bulletEnabled val="1"/>
        </dgm:presLayoutVars>
      </dgm:prSet>
      <dgm:spPr/>
    </dgm:pt>
    <dgm:pt modelId="{E9B945C2-EB37-4BF1-A2AA-0A5C24171389}" type="pres">
      <dgm:prSet presAssocID="{FD51B750-EC6B-4047-895B-578D87D25729}" presName="spacing" presStyleCnt="0"/>
      <dgm:spPr/>
    </dgm:pt>
    <dgm:pt modelId="{1EF302C8-45D2-42E4-8165-B1E9B7B7DAD6}" type="pres">
      <dgm:prSet presAssocID="{7B3ED9C8-7AC9-49C0-AF4E-8A9BFB66F5FB}" presName="composite" presStyleCnt="0"/>
      <dgm:spPr/>
    </dgm:pt>
    <dgm:pt modelId="{A511172C-0DED-4A43-AC7B-27AB33BFA7B5}" type="pres">
      <dgm:prSet presAssocID="{7B3ED9C8-7AC9-49C0-AF4E-8A9BFB66F5FB}" presName="imgShp" presStyleLbl="fgImgPlace1" presStyleIdx="3" presStyleCnt="4"/>
      <dgm:spPr/>
    </dgm:pt>
    <dgm:pt modelId="{1B77FB86-202E-4DF0-A430-BA3C809E04C6}" type="pres">
      <dgm:prSet presAssocID="{7B3ED9C8-7AC9-49C0-AF4E-8A9BFB66F5FB}" presName="txShp" presStyleLbl="node1" presStyleIdx="3" presStyleCnt="4">
        <dgm:presLayoutVars>
          <dgm:bulletEnabled val="1"/>
        </dgm:presLayoutVars>
      </dgm:prSet>
      <dgm:spPr/>
    </dgm:pt>
  </dgm:ptLst>
  <dgm:cxnLst>
    <dgm:cxn modelId="{7E4D670B-40BF-423A-BBD8-BA0067955825}" srcId="{A9BFC132-D4B1-4B74-A4E9-234EEF190D20}" destId="{28F86350-236F-4EC1-8F38-0DED4D6276C5}" srcOrd="1" destOrd="0" parTransId="{AF59542C-F8F7-46E9-B5CD-13C3B0E8B6CB}" sibTransId="{A8E6A2AD-9E2C-471E-BEFF-378339AA6E5E}"/>
    <dgm:cxn modelId="{F559921F-C16C-4941-849B-59A05200F96B}" srcId="{A9BFC132-D4B1-4B74-A4E9-234EEF190D20}" destId="{965B46A4-137A-4A54-BAD3-6D840931E98C}" srcOrd="0" destOrd="0" parTransId="{5F407B2E-B4C9-4ADD-B9D6-E9DC775F3F15}" sibTransId="{F09A11D7-87BD-4AFF-BD13-AE4B1016AD22}"/>
    <dgm:cxn modelId="{47EAD030-D1AC-4407-AA65-7A5AE57E897D}" type="presOf" srcId="{9CB6A9CA-EA19-4340-8107-21C90911B7F9}" destId="{AC195D15-A628-4968-A1BD-E17BCE4E8023}" srcOrd="0" destOrd="0" presId="urn:microsoft.com/office/officeart/2005/8/layout/vList3"/>
    <dgm:cxn modelId="{183B077B-FAEA-4310-A7F2-98568B4E91B6}" type="presOf" srcId="{965B46A4-137A-4A54-BAD3-6D840931E98C}" destId="{2C5E49D2-3697-4CF4-BE3A-66FA869B9166}" srcOrd="0" destOrd="0" presId="urn:microsoft.com/office/officeart/2005/8/layout/vList3"/>
    <dgm:cxn modelId="{59B4057E-840C-4877-BAD2-F2B75BB2E83F}" srcId="{A9BFC132-D4B1-4B74-A4E9-234EEF190D20}" destId="{7B3ED9C8-7AC9-49C0-AF4E-8A9BFB66F5FB}" srcOrd="3" destOrd="0" parTransId="{ED993636-72F1-45B7-9F99-34A71FA978BF}" sibTransId="{EB879513-02F2-4C2F-A09F-1375D5EF2BF1}"/>
    <dgm:cxn modelId="{8304FB94-11A0-47F7-AD09-E39E70CA2594}" type="presOf" srcId="{A9BFC132-D4B1-4B74-A4E9-234EEF190D20}" destId="{F3055842-AA7C-454E-B402-6DB29BBB51EF}" srcOrd="0" destOrd="0" presId="urn:microsoft.com/office/officeart/2005/8/layout/vList3"/>
    <dgm:cxn modelId="{D3DCEAE1-F67F-4A1B-9E4D-F4814020940E}" srcId="{A9BFC132-D4B1-4B74-A4E9-234EEF190D20}" destId="{9CB6A9CA-EA19-4340-8107-21C90911B7F9}" srcOrd="2" destOrd="0" parTransId="{D934C9BA-485F-475F-85DF-DD4382EDAE53}" sibTransId="{FD51B750-EC6B-4047-895B-578D87D25729}"/>
    <dgm:cxn modelId="{4A9EA2F1-6816-4D3C-8AB7-C2251C1FCDD5}" type="presOf" srcId="{28F86350-236F-4EC1-8F38-0DED4D6276C5}" destId="{C4DA1705-10C8-44E5-B97F-470B7B19016E}" srcOrd="0" destOrd="0" presId="urn:microsoft.com/office/officeart/2005/8/layout/vList3"/>
    <dgm:cxn modelId="{638723F2-2591-4C51-96F3-CE716A0520D5}" type="presOf" srcId="{7B3ED9C8-7AC9-49C0-AF4E-8A9BFB66F5FB}" destId="{1B77FB86-202E-4DF0-A430-BA3C809E04C6}" srcOrd="0" destOrd="0" presId="urn:microsoft.com/office/officeart/2005/8/layout/vList3"/>
    <dgm:cxn modelId="{6AA1C0B8-25C6-46BC-AE75-5E12F277F8F5}" type="presParOf" srcId="{F3055842-AA7C-454E-B402-6DB29BBB51EF}" destId="{FEA9628A-E356-4EC2-8823-2028E437EF9F}" srcOrd="0" destOrd="0" presId="urn:microsoft.com/office/officeart/2005/8/layout/vList3"/>
    <dgm:cxn modelId="{2E20139E-F9E0-415A-85CF-A521E8201C97}" type="presParOf" srcId="{FEA9628A-E356-4EC2-8823-2028E437EF9F}" destId="{1B233194-18F2-48B2-8844-D0836461BF5D}" srcOrd="0" destOrd="0" presId="urn:microsoft.com/office/officeart/2005/8/layout/vList3"/>
    <dgm:cxn modelId="{CEC655F2-C21F-484A-B191-A91318D98968}" type="presParOf" srcId="{FEA9628A-E356-4EC2-8823-2028E437EF9F}" destId="{2C5E49D2-3697-4CF4-BE3A-66FA869B9166}" srcOrd="1" destOrd="0" presId="urn:microsoft.com/office/officeart/2005/8/layout/vList3"/>
    <dgm:cxn modelId="{906C9551-5123-460E-B45C-84492D417800}" type="presParOf" srcId="{F3055842-AA7C-454E-B402-6DB29BBB51EF}" destId="{41471CFA-A88C-4EE1-A3C3-8939AB8795E3}" srcOrd="1" destOrd="0" presId="urn:microsoft.com/office/officeart/2005/8/layout/vList3"/>
    <dgm:cxn modelId="{A1021E6E-4730-45BC-8C58-4E36A45B113F}" type="presParOf" srcId="{F3055842-AA7C-454E-B402-6DB29BBB51EF}" destId="{EB837E4D-D59B-44BF-B551-AA7D06F2A68D}" srcOrd="2" destOrd="0" presId="urn:microsoft.com/office/officeart/2005/8/layout/vList3"/>
    <dgm:cxn modelId="{30A296C7-4B7E-4FC4-A133-AD077E787D6B}" type="presParOf" srcId="{EB837E4D-D59B-44BF-B551-AA7D06F2A68D}" destId="{58CCF214-5CA2-45C0-A40F-1BCA25AA176E}" srcOrd="0" destOrd="0" presId="urn:microsoft.com/office/officeart/2005/8/layout/vList3"/>
    <dgm:cxn modelId="{112F9D9E-4F8A-443C-8369-806580EB1CA9}" type="presParOf" srcId="{EB837E4D-D59B-44BF-B551-AA7D06F2A68D}" destId="{C4DA1705-10C8-44E5-B97F-470B7B19016E}" srcOrd="1" destOrd="0" presId="urn:microsoft.com/office/officeart/2005/8/layout/vList3"/>
    <dgm:cxn modelId="{14B7DCF1-56D9-4A21-9D8E-47F09B0F8406}" type="presParOf" srcId="{F3055842-AA7C-454E-B402-6DB29BBB51EF}" destId="{61962242-2B65-4ABB-9EA4-370FD2626EE0}" srcOrd="3" destOrd="0" presId="urn:microsoft.com/office/officeart/2005/8/layout/vList3"/>
    <dgm:cxn modelId="{B5174B80-136E-42EB-B41E-C9C536CF9660}" type="presParOf" srcId="{F3055842-AA7C-454E-B402-6DB29BBB51EF}" destId="{96233DD2-44BF-4AB0-A621-A086B61CECE5}" srcOrd="4" destOrd="0" presId="urn:microsoft.com/office/officeart/2005/8/layout/vList3"/>
    <dgm:cxn modelId="{3F684A4B-3C93-4033-A1E2-C2E218CB8D12}" type="presParOf" srcId="{96233DD2-44BF-4AB0-A621-A086B61CECE5}" destId="{8C70A55B-4C8C-424C-BEA0-78AA77E0B40A}" srcOrd="0" destOrd="0" presId="urn:microsoft.com/office/officeart/2005/8/layout/vList3"/>
    <dgm:cxn modelId="{FE485318-C33A-4594-8D0F-2A1EE08ADBB5}" type="presParOf" srcId="{96233DD2-44BF-4AB0-A621-A086B61CECE5}" destId="{AC195D15-A628-4968-A1BD-E17BCE4E8023}" srcOrd="1" destOrd="0" presId="urn:microsoft.com/office/officeart/2005/8/layout/vList3"/>
    <dgm:cxn modelId="{AA0BB1E4-EE95-4410-BE57-61A685F33377}" type="presParOf" srcId="{F3055842-AA7C-454E-B402-6DB29BBB51EF}" destId="{E9B945C2-EB37-4BF1-A2AA-0A5C24171389}" srcOrd="5" destOrd="0" presId="urn:microsoft.com/office/officeart/2005/8/layout/vList3"/>
    <dgm:cxn modelId="{A41B45F1-631F-41FA-9B0E-E2E02687C760}" type="presParOf" srcId="{F3055842-AA7C-454E-B402-6DB29BBB51EF}" destId="{1EF302C8-45D2-42E4-8165-B1E9B7B7DAD6}" srcOrd="6" destOrd="0" presId="urn:microsoft.com/office/officeart/2005/8/layout/vList3"/>
    <dgm:cxn modelId="{9A82B8EF-652A-44B1-BB62-E8800B8D2ADB}" type="presParOf" srcId="{1EF302C8-45D2-42E4-8165-B1E9B7B7DAD6}" destId="{A511172C-0DED-4A43-AC7B-27AB33BFA7B5}" srcOrd="0" destOrd="0" presId="urn:microsoft.com/office/officeart/2005/8/layout/vList3"/>
    <dgm:cxn modelId="{B7CF3C2A-2752-4418-976C-16F8074971AF}" type="presParOf" srcId="{1EF302C8-45D2-42E4-8165-B1E9B7B7DAD6}" destId="{1B77FB86-202E-4DF0-A430-BA3C809E04C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7456BF38-F708-49DA-A128-BFB67C89729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B2E4BE-C540-4BA0-999C-D5727E4F224F}">
      <dgm:prSet/>
      <dgm:spPr/>
      <dgm:t>
        <a:bodyPr/>
        <a:lstStyle/>
        <a:p>
          <a:r>
            <a:rPr lang="uk-UA" b="0" i="0"/>
            <a:t>Південної України.</a:t>
          </a:r>
          <a:endParaRPr lang="uk-UA"/>
        </a:p>
      </dgm:t>
    </dgm:pt>
    <dgm:pt modelId="{608F04AF-A89C-454B-9C6A-A97B41059E6F}" type="parTrans" cxnId="{3E2AF11E-EA2E-4C2C-90BB-BA6B61514194}">
      <dgm:prSet/>
      <dgm:spPr/>
      <dgm:t>
        <a:bodyPr/>
        <a:lstStyle/>
        <a:p>
          <a:endParaRPr lang="uk-UA"/>
        </a:p>
      </dgm:t>
    </dgm:pt>
    <dgm:pt modelId="{464D1BC5-A9C5-4783-8FCB-54501840E19E}" type="sibTrans" cxnId="{3E2AF11E-EA2E-4C2C-90BB-BA6B61514194}">
      <dgm:prSet/>
      <dgm:spPr/>
      <dgm:t>
        <a:bodyPr/>
        <a:lstStyle/>
        <a:p>
          <a:endParaRPr lang="uk-UA"/>
        </a:p>
      </dgm:t>
    </dgm:pt>
    <dgm:pt modelId="{820DD9C5-9C0E-49C8-BE9F-87EF66CB8C74}">
      <dgm:prSet/>
      <dgm:spPr/>
      <dgm:t>
        <a:bodyPr/>
        <a:lstStyle/>
        <a:p>
          <a:r>
            <a:rPr lang="uk-UA" b="0" i="0"/>
            <a:t>Слобідської України.</a:t>
          </a:r>
          <a:endParaRPr lang="uk-UA"/>
        </a:p>
      </dgm:t>
    </dgm:pt>
    <dgm:pt modelId="{CB7EF1DC-4008-4400-8D94-54B4BD0B4296}" type="parTrans" cxnId="{25832F4B-C725-42C9-923A-0D51BB480ECB}">
      <dgm:prSet/>
      <dgm:spPr/>
      <dgm:t>
        <a:bodyPr/>
        <a:lstStyle/>
        <a:p>
          <a:endParaRPr lang="uk-UA"/>
        </a:p>
      </dgm:t>
    </dgm:pt>
    <dgm:pt modelId="{8C532CAB-B1E2-411D-8811-0A4DDCC53B31}" type="sibTrans" cxnId="{25832F4B-C725-42C9-923A-0D51BB480ECB}">
      <dgm:prSet/>
      <dgm:spPr/>
      <dgm:t>
        <a:bodyPr/>
        <a:lstStyle/>
        <a:p>
          <a:endParaRPr lang="uk-UA"/>
        </a:p>
      </dgm:t>
    </dgm:pt>
    <dgm:pt modelId="{93A22987-6689-4D4C-A543-8B17D3834F7F}">
      <dgm:prSet/>
      <dgm:spPr/>
      <dgm:t>
        <a:bodyPr/>
        <a:lstStyle/>
        <a:p>
          <a:r>
            <a:rPr lang="uk-UA" b="0" i="0"/>
            <a:t>Лівобережної України.</a:t>
          </a:r>
          <a:endParaRPr lang="uk-UA"/>
        </a:p>
      </dgm:t>
    </dgm:pt>
    <dgm:pt modelId="{DE5DCAB5-E37B-44D5-A462-F5FA0611D2E4}" type="parTrans" cxnId="{0636D5BE-6C2F-452E-966D-9D02B5B4D719}">
      <dgm:prSet/>
      <dgm:spPr/>
      <dgm:t>
        <a:bodyPr/>
        <a:lstStyle/>
        <a:p>
          <a:endParaRPr lang="uk-UA"/>
        </a:p>
      </dgm:t>
    </dgm:pt>
    <dgm:pt modelId="{57A0070C-9635-4A93-98E5-16FD37E7DEAF}" type="sibTrans" cxnId="{0636D5BE-6C2F-452E-966D-9D02B5B4D719}">
      <dgm:prSet/>
      <dgm:spPr/>
      <dgm:t>
        <a:bodyPr/>
        <a:lstStyle/>
        <a:p>
          <a:endParaRPr lang="uk-UA"/>
        </a:p>
      </dgm:t>
    </dgm:pt>
    <dgm:pt modelId="{695366CE-6538-4423-960B-9177503BE9DA}">
      <dgm:prSet/>
      <dgm:spPr/>
      <dgm:t>
        <a:bodyPr/>
        <a:lstStyle/>
        <a:p>
          <a:r>
            <a:rPr lang="uk-UA" b="0" i="0" dirty="0"/>
            <a:t>Правобережної України.</a:t>
          </a:r>
          <a:endParaRPr lang="uk-UA" dirty="0"/>
        </a:p>
      </dgm:t>
    </dgm:pt>
    <dgm:pt modelId="{EBE38706-EFD5-411A-9763-DD9DF0B93A3D}" type="parTrans" cxnId="{83B9DF7D-A910-4F2F-9169-F307C6F7F402}">
      <dgm:prSet/>
      <dgm:spPr/>
      <dgm:t>
        <a:bodyPr/>
        <a:lstStyle/>
        <a:p>
          <a:endParaRPr lang="uk-UA"/>
        </a:p>
      </dgm:t>
    </dgm:pt>
    <dgm:pt modelId="{DBC8E254-D9BB-46A6-AE23-4DD730441F52}" type="sibTrans" cxnId="{83B9DF7D-A910-4F2F-9169-F307C6F7F402}">
      <dgm:prSet/>
      <dgm:spPr/>
      <dgm:t>
        <a:bodyPr/>
        <a:lstStyle/>
        <a:p>
          <a:endParaRPr lang="uk-UA"/>
        </a:p>
      </dgm:t>
    </dgm:pt>
    <dgm:pt modelId="{106BA324-FD84-4690-A946-16CB08D66AA2}" type="pres">
      <dgm:prSet presAssocID="{7456BF38-F708-49DA-A128-BFB67C897298}" presName="Name0" presStyleCnt="0">
        <dgm:presLayoutVars>
          <dgm:chMax val="7"/>
          <dgm:chPref val="7"/>
          <dgm:dir/>
        </dgm:presLayoutVars>
      </dgm:prSet>
      <dgm:spPr/>
    </dgm:pt>
    <dgm:pt modelId="{16CAAA49-E0AE-4B25-A936-3BD2C6D23C2A}" type="pres">
      <dgm:prSet presAssocID="{7456BF38-F708-49DA-A128-BFB67C897298}" presName="Name1" presStyleCnt="0"/>
      <dgm:spPr/>
    </dgm:pt>
    <dgm:pt modelId="{6F8D4B45-9067-44BC-B689-101226D3853C}" type="pres">
      <dgm:prSet presAssocID="{7456BF38-F708-49DA-A128-BFB67C897298}" presName="cycle" presStyleCnt="0"/>
      <dgm:spPr/>
    </dgm:pt>
    <dgm:pt modelId="{163ECF0B-D263-4A87-B3B2-04E54BB3B75A}" type="pres">
      <dgm:prSet presAssocID="{7456BF38-F708-49DA-A128-BFB67C897298}" presName="srcNode" presStyleLbl="node1" presStyleIdx="0" presStyleCnt="4"/>
      <dgm:spPr/>
    </dgm:pt>
    <dgm:pt modelId="{AD5DFCCE-AD34-4D68-9163-555BE7C226FC}" type="pres">
      <dgm:prSet presAssocID="{7456BF38-F708-49DA-A128-BFB67C897298}" presName="conn" presStyleLbl="parChTrans1D2" presStyleIdx="0" presStyleCnt="1"/>
      <dgm:spPr/>
    </dgm:pt>
    <dgm:pt modelId="{AF6C3EBA-1530-4382-99B3-EAF8D231C68D}" type="pres">
      <dgm:prSet presAssocID="{7456BF38-F708-49DA-A128-BFB67C897298}" presName="extraNode" presStyleLbl="node1" presStyleIdx="0" presStyleCnt="4"/>
      <dgm:spPr/>
    </dgm:pt>
    <dgm:pt modelId="{F945A1C2-286F-4F11-824E-42E535C53DA8}" type="pres">
      <dgm:prSet presAssocID="{7456BF38-F708-49DA-A128-BFB67C897298}" presName="dstNode" presStyleLbl="node1" presStyleIdx="0" presStyleCnt="4"/>
      <dgm:spPr/>
    </dgm:pt>
    <dgm:pt modelId="{6CEDD451-82FB-41E8-B789-E092339604CC}" type="pres">
      <dgm:prSet presAssocID="{9BB2E4BE-C540-4BA0-999C-D5727E4F224F}" presName="text_1" presStyleLbl="node1" presStyleIdx="0" presStyleCnt="4">
        <dgm:presLayoutVars>
          <dgm:bulletEnabled val="1"/>
        </dgm:presLayoutVars>
      </dgm:prSet>
      <dgm:spPr/>
    </dgm:pt>
    <dgm:pt modelId="{EA4C5DAD-712C-433C-885C-0E95463EFB11}" type="pres">
      <dgm:prSet presAssocID="{9BB2E4BE-C540-4BA0-999C-D5727E4F224F}" presName="accent_1" presStyleCnt="0"/>
      <dgm:spPr/>
    </dgm:pt>
    <dgm:pt modelId="{83446BDC-E8EB-4D29-A2C7-91E6EEB9DECF}" type="pres">
      <dgm:prSet presAssocID="{9BB2E4BE-C540-4BA0-999C-D5727E4F224F}" presName="accentRepeatNode" presStyleLbl="solidFgAcc1" presStyleIdx="0" presStyleCnt="4"/>
      <dgm:spPr/>
    </dgm:pt>
    <dgm:pt modelId="{9FE356E2-4647-4D44-BC4A-5DE227102687}" type="pres">
      <dgm:prSet presAssocID="{820DD9C5-9C0E-49C8-BE9F-87EF66CB8C74}" presName="text_2" presStyleLbl="node1" presStyleIdx="1" presStyleCnt="4">
        <dgm:presLayoutVars>
          <dgm:bulletEnabled val="1"/>
        </dgm:presLayoutVars>
      </dgm:prSet>
      <dgm:spPr/>
    </dgm:pt>
    <dgm:pt modelId="{78D1B8D0-13D6-43FD-BE32-E28A572D9A81}" type="pres">
      <dgm:prSet presAssocID="{820DD9C5-9C0E-49C8-BE9F-87EF66CB8C74}" presName="accent_2" presStyleCnt="0"/>
      <dgm:spPr/>
    </dgm:pt>
    <dgm:pt modelId="{DC8BE1E3-1947-4E3E-A44A-2909A2640293}" type="pres">
      <dgm:prSet presAssocID="{820DD9C5-9C0E-49C8-BE9F-87EF66CB8C74}" presName="accentRepeatNode" presStyleLbl="solidFgAcc1" presStyleIdx="1" presStyleCnt="4"/>
      <dgm:spPr/>
    </dgm:pt>
    <dgm:pt modelId="{636E8A29-2525-4563-BCF0-DEA2221B6604}" type="pres">
      <dgm:prSet presAssocID="{93A22987-6689-4D4C-A543-8B17D3834F7F}" presName="text_3" presStyleLbl="node1" presStyleIdx="2" presStyleCnt="4">
        <dgm:presLayoutVars>
          <dgm:bulletEnabled val="1"/>
        </dgm:presLayoutVars>
      </dgm:prSet>
      <dgm:spPr/>
    </dgm:pt>
    <dgm:pt modelId="{6D8B7B30-AC86-4289-BA42-2A013D499D89}" type="pres">
      <dgm:prSet presAssocID="{93A22987-6689-4D4C-A543-8B17D3834F7F}" presName="accent_3" presStyleCnt="0"/>
      <dgm:spPr/>
    </dgm:pt>
    <dgm:pt modelId="{871D65E7-C519-4C9D-AE83-6BEFDCC27414}" type="pres">
      <dgm:prSet presAssocID="{93A22987-6689-4D4C-A543-8B17D3834F7F}" presName="accentRepeatNode" presStyleLbl="solidFgAcc1" presStyleIdx="2" presStyleCnt="4"/>
      <dgm:spPr/>
    </dgm:pt>
    <dgm:pt modelId="{47899830-9212-40D9-A48E-7E06808468E1}" type="pres">
      <dgm:prSet presAssocID="{695366CE-6538-4423-960B-9177503BE9DA}" presName="text_4" presStyleLbl="node1" presStyleIdx="3" presStyleCnt="4">
        <dgm:presLayoutVars>
          <dgm:bulletEnabled val="1"/>
        </dgm:presLayoutVars>
      </dgm:prSet>
      <dgm:spPr/>
    </dgm:pt>
    <dgm:pt modelId="{ACF516E2-8D50-42CB-BF9D-7195C1D07636}" type="pres">
      <dgm:prSet presAssocID="{695366CE-6538-4423-960B-9177503BE9DA}" presName="accent_4" presStyleCnt="0"/>
      <dgm:spPr/>
    </dgm:pt>
    <dgm:pt modelId="{32510605-7D67-4D26-8C1D-DED0F430DBE7}" type="pres">
      <dgm:prSet presAssocID="{695366CE-6538-4423-960B-9177503BE9DA}" presName="accentRepeatNode" presStyleLbl="solidFgAcc1" presStyleIdx="3" presStyleCnt="4"/>
      <dgm:spPr/>
    </dgm:pt>
  </dgm:ptLst>
  <dgm:cxnLst>
    <dgm:cxn modelId="{492B5300-D84E-43E8-9C87-AA9F147038FA}" type="presOf" srcId="{93A22987-6689-4D4C-A543-8B17D3834F7F}" destId="{636E8A29-2525-4563-BCF0-DEA2221B6604}" srcOrd="0" destOrd="0" presId="urn:microsoft.com/office/officeart/2008/layout/VerticalCurvedList"/>
    <dgm:cxn modelId="{F9A5A80B-F957-4C44-B96B-EDB51B4186DA}" type="presOf" srcId="{7456BF38-F708-49DA-A128-BFB67C897298}" destId="{106BA324-FD84-4690-A946-16CB08D66AA2}" srcOrd="0" destOrd="0" presId="urn:microsoft.com/office/officeart/2008/layout/VerticalCurvedList"/>
    <dgm:cxn modelId="{D81D1B17-7692-4CED-A2ED-1C5295A7F07F}" type="presOf" srcId="{9BB2E4BE-C540-4BA0-999C-D5727E4F224F}" destId="{6CEDD451-82FB-41E8-B789-E092339604CC}" srcOrd="0" destOrd="0" presId="urn:microsoft.com/office/officeart/2008/layout/VerticalCurvedList"/>
    <dgm:cxn modelId="{3E2AF11E-EA2E-4C2C-90BB-BA6B61514194}" srcId="{7456BF38-F708-49DA-A128-BFB67C897298}" destId="{9BB2E4BE-C540-4BA0-999C-D5727E4F224F}" srcOrd="0" destOrd="0" parTransId="{608F04AF-A89C-454B-9C6A-A97B41059E6F}" sibTransId="{464D1BC5-A9C5-4783-8FCB-54501840E19E}"/>
    <dgm:cxn modelId="{48727929-C2A5-42BE-9305-B9CB63A632B8}" type="presOf" srcId="{695366CE-6538-4423-960B-9177503BE9DA}" destId="{47899830-9212-40D9-A48E-7E06808468E1}" srcOrd="0" destOrd="0" presId="urn:microsoft.com/office/officeart/2008/layout/VerticalCurvedList"/>
    <dgm:cxn modelId="{36DA1B2A-5701-4BD7-9ECA-03C4D3AEC6F0}" type="presOf" srcId="{464D1BC5-A9C5-4783-8FCB-54501840E19E}" destId="{AD5DFCCE-AD34-4D68-9163-555BE7C226FC}" srcOrd="0" destOrd="0" presId="urn:microsoft.com/office/officeart/2008/layout/VerticalCurvedList"/>
    <dgm:cxn modelId="{25832F4B-C725-42C9-923A-0D51BB480ECB}" srcId="{7456BF38-F708-49DA-A128-BFB67C897298}" destId="{820DD9C5-9C0E-49C8-BE9F-87EF66CB8C74}" srcOrd="1" destOrd="0" parTransId="{CB7EF1DC-4008-4400-8D94-54B4BD0B4296}" sibTransId="{8C532CAB-B1E2-411D-8811-0A4DDCC53B31}"/>
    <dgm:cxn modelId="{83B9DF7D-A910-4F2F-9169-F307C6F7F402}" srcId="{7456BF38-F708-49DA-A128-BFB67C897298}" destId="{695366CE-6538-4423-960B-9177503BE9DA}" srcOrd="3" destOrd="0" parTransId="{EBE38706-EFD5-411A-9763-DD9DF0B93A3D}" sibTransId="{DBC8E254-D9BB-46A6-AE23-4DD730441F52}"/>
    <dgm:cxn modelId="{8365D887-CCE2-403C-8B63-79961497EDDD}" type="presOf" srcId="{820DD9C5-9C0E-49C8-BE9F-87EF66CB8C74}" destId="{9FE356E2-4647-4D44-BC4A-5DE227102687}" srcOrd="0" destOrd="0" presId="urn:microsoft.com/office/officeart/2008/layout/VerticalCurvedList"/>
    <dgm:cxn modelId="{0636D5BE-6C2F-452E-966D-9D02B5B4D719}" srcId="{7456BF38-F708-49DA-A128-BFB67C897298}" destId="{93A22987-6689-4D4C-A543-8B17D3834F7F}" srcOrd="2" destOrd="0" parTransId="{DE5DCAB5-E37B-44D5-A462-F5FA0611D2E4}" sibTransId="{57A0070C-9635-4A93-98E5-16FD37E7DEAF}"/>
    <dgm:cxn modelId="{76DF6E55-FB71-4B6A-8D10-ED5943862C99}" type="presParOf" srcId="{106BA324-FD84-4690-A946-16CB08D66AA2}" destId="{16CAAA49-E0AE-4B25-A936-3BD2C6D23C2A}" srcOrd="0" destOrd="0" presId="urn:microsoft.com/office/officeart/2008/layout/VerticalCurvedList"/>
    <dgm:cxn modelId="{2E0CA9C6-3703-40B0-B7C2-7DE31BF034E6}" type="presParOf" srcId="{16CAAA49-E0AE-4B25-A936-3BD2C6D23C2A}" destId="{6F8D4B45-9067-44BC-B689-101226D3853C}" srcOrd="0" destOrd="0" presId="urn:microsoft.com/office/officeart/2008/layout/VerticalCurvedList"/>
    <dgm:cxn modelId="{6C222BBB-7EF9-4C22-BF34-17E31C64C85C}" type="presParOf" srcId="{6F8D4B45-9067-44BC-B689-101226D3853C}" destId="{163ECF0B-D263-4A87-B3B2-04E54BB3B75A}" srcOrd="0" destOrd="0" presId="urn:microsoft.com/office/officeart/2008/layout/VerticalCurvedList"/>
    <dgm:cxn modelId="{AA9A8D56-50EF-4D9D-836A-1404823F7E03}" type="presParOf" srcId="{6F8D4B45-9067-44BC-B689-101226D3853C}" destId="{AD5DFCCE-AD34-4D68-9163-555BE7C226FC}" srcOrd="1" destOrd="0" presId="urn:microsoft.com/office/officeart/2008/layout/VerticalCurvedList"/>
    <dgm:cxn modelId="{0175BBB8-C2D9-45E1-A18F-E5CEDDFB7F7D}" type="presParOf" srcId="{6F8D4B45-9067-44BC-B689-101226D3853C}" destId="{AF6C3EBA-1530-4382-99B3-EAF8D231C68D}" srcOrd="2" destOrd="0" presId="urn:microsoft.com/office/officeart/2008/layout/VerticalCurvedList"/>
    <dgm:cxn modelId="{E04F16CB-D9DE-4DD1-AF01-C1635FE17942}" type="presParOf" srcId="{6F8D4B45-9067-44BC-B689-101226D3853C}" destId="{F945A1C2-286F-4F11-824E-42E535C53DA8}" srcOrd="3" destOrd="0" presId="urn:microsoft.com/office/officeart/2008/layout/VerticalCurvedList"/>
    <dgm:cxn modelId="{307F8E3A-AA93-4B2F-A61F-4DA9FAC0B705}" type="presParOf" srcId="{16CAAA49-E0AE-4B25-A936-3BD2C6D23C2A}" destId="{6CEDD451-82FB-41E8-B789-E092339604CC}" srcOrd="1" destOrd="0" presId="urn:microsoft.com/office/officeart/2008/layout/VerticalCurvedList"/>
    <dgm:cxn modelId="{E77F81B4-1B1C-45A3-9A2B-43FF21B86396}" type="presParOf" srcId="{16CAAA49-E0AE-4B25-A936-3BD2C6D23C2A}" destId="{EA4C5DAD-712C-433C-885C-0E95463EFB11}" srcOrd="2" destOrd="0" presId="urn:microsoft.com/office/officeart/2008/layout/VerticalCurvedList"/>
    <dgm:cxn modelId="{E676DB6E-B428-4FBF-9241-3E68969FFFF6}" type="presParOf" srcId="{EA4C5DAD-712C-433C-885C-0E95463EFB11}" destId="{83446BDC-E8EB-4D29-A2C7-91E6EEB9DECF}" srcOrd="0" destOrd="0" presId="urn:microsoft.com/office/officeart/2008/layout/VerticalCurvedList"/>
    <dgm:cxn modelId="{03021C3D-6732-4B35-BCE5-FF49275CA4BC}" type="presParOf" srcId="{16CAAA49-E0AE-4B25-A936-3BD2C6D23C2A}" destId="{9FE356E2-4647-4D44-BC4A-5DE227102687}" srcOrd="3" destOrd="0" presId="urn:microsoft.com/office/officeart/2008/layout/VerticalCurvedList"/>
    <dgm:cxn modelId="{BDA178D1-F2A7-4D99-A45E-A973310D8DA6}" type="presParOf" srcId="{16CAAA49-E0AE-4B25-A936-3BD2C6D23C2A}" destId="{78D1B8D0-13D6-43FD-BE32-E28A572D9A81}" srcOrd="4" destOrd="0" presId="urn:microsoft.com/office/officeart/2008/layout/VerticalCurvedList"/>
    <dgm:cxn modelId="{F4CF8D59-8827-4958-924B-FE8E546900C1}" type="presParOf" srcId="{78D1B8D0-13D6-43FD-BE32-E28A572D9A81}" destId="{DC8BE1E3-1947-4E3E-A44A-2909A2640293}" srcOrd="0" destOrd="0" presId="urn:microsoft.com/office/officeart/2008/layout/VerticalCurvedList"/>
    <dgm:cxn modelId="{FAEB381A-2C3F-4F3C-AE0A-185B3D7C31B6}" type="presParOf" srcId="{16CAAA49-E0AE-4B25-A936-3BD2C6D23C2A}" destId="{636E8A29-2525-4563-BCF0-DEA2221B6604}" srcOrd="5" destOrd="0" presId="urn:microsoft.com/office/officeart/2008/layout/VerticalCurvedList"/>
    <dgm:cxn modelId="{9B1D6023-1D29-4E83-B804-E0205566C362}" type="presParOf" srcId="{16CAAA49-E0AE-4B25-A936-3BD2C6D23C2A}" destId="{6D8B7B30-AC86-4289-BA42-2A013D499D89}" srcOrd="6" destOrd="0" presId="urn:microsoft.com/office/officeart/2008/layout/VerticalCurvedList"/>
    <dgm:cxn modelId="{94457EE6-1EC4-43F1-A56C-1E4711C6CC73}" type="presParOf" srcId="{6D8B7B30-AC86-4289-BA42-2A013D499D89}" destId="{871D65E7-C519-4C9D-AE83-6BEFDCC27414}" srcOrd="0" destOrd="0" presId="urn:microsoft.com/office/officeart/2008/layout/VerticalCurvedList"/>
    <dgm:cxn modelId="{95E584A5-D193-4B55-86A7-9DE5F0DB502F}" type="presParOf" srcId="{16CAAA49-E0AE-4B25-A936-3BD2C6D23C2A}" destId="{47899830-9212-40D9-A48E-7E06808468E1}" srcOrd="7" destOrd="0" presId="urn:microsoft.com/office/officeart/2008/layout/VerticalCurvedList"/>
    <dgm:cxn modelId="{C011C447-B83B-405C-983C-E7C5E3CF65B6}" type="presParOf" srcId="{16CAAA49-E0AE-4B25-A936-3BD2C6D23C2A}" destId="{ACF516E2-8D50-42CB-BF9D-7195C1D07636}" srcOrd="8" destOrd="0" presId="urn:microsoft.com/office/officeart/2008/layout/VerticalCurvedList"/>
    <dgm:cxn modelId="{631D5CC5-1540-4606-9E3F-70A415974732}" type="presParOf" srcId="{ACF516E2-8D50-42CB-BF9D-7195C1D07636}" destId="{32510605-7D67-4D26-8C1D-DED0F430DBE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0A16BC82-D2D9-46CE-B106-A6E3E3346A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C752CE-F339-4D12-969F-DD2FF6BC50FF}">
      <dgm:prSet/>
      <dgm:spPr/>
      <dgm:t>
        <a:bodyPr/>
        <a:lstStyle/>
        <a:p>
          <a:r>
            <a:rPr lang="uk-UA" b="0" i="0"/>
            <a:t>конфедератами.</a:t>
          </a:r>
          <a:endParaRPr lang="uk-UA"/>
        </a:p>
      </dgm:t>
    </dgm:pt>
    <dgm:pt modelId="{44542D2C-FA6A-4608-BD8F-A40FAF25B668}" type="parTrans" cxnId="{60F0CCAA-0350-4035-99B3-2F2E004AC8F6}">
      <dgm:prSet/>
      <dgm:spPr/>
      <dgm:t>
        <a:bodyPr/>
        <a:lstStyle/>
        <a:p>
          <a:endParaRPr lang="uk-UA"/>
        </a:p>
      </dgm:t>
    </dgm:pt>
    <dgm:pt modelId="{E9BADC53-1C16-456B-B225-C2BB632B778B}" type="sibTrans" cxnId="{60F0CCAA-0350-4035-99B3-2F2E004AC8F6}">
      <dgm:prSet/>
      <dgm:spPr/>
      <dgm:t>
        <a:bodyPr/>
        <a:lstStyle/>
        <a:p>
          <a:endParaRPr lang="uk-UA"/>
        </a:p>
      </dgm:t>
    </dgm:pt>
    <dgm:pt modelId="{7BB892D0-56DF-4BA0-8D22-99AF289CF0E8}">
      <dgm:prSet/>
      <dgm:spPr/>
      <dgm:t>
        <a:bodyPr/>
        <a:lstStyle/>
        <a:p>
          <a:r>
            <a:rPr lang="uk-UA" b="0" i="0" dirty="0"/>
            <a:t>гайдамаками.</a:t>
          </a:r>
          <a:endParaRPr lang="uk-UA" dirty="0"/>
        </a:p>
      </dgm:t>
    </dgm:pt>
    <dgm:pt modelId="{50E35B68-0F00-4B91-988E-54253134C220}" type="parTrans" cxnId="{855973DE-7E4C-42AE-A221-DB275C1F5393}">
      <dgm:prSet/>
      <dgm:spPr/>
      <dgm:t>
        <a:bodyPr/>
        <a:lstStyle/>
        <a:p>
          <a:endParaRPr lang="uk-UA"/>
        </a:p>
      </dgm:t>
    </dgm:pt>
    <dgm:pt modelId="{7D12AB1D-A035-46EB-90A3-8D0DEA0242A5}" type="sibTrans" cxnId="{855973DE-7E4C-42AE-A221-DB275C1F5393}">
      <dgm:prSet/>
      <dgm:spPr/>
      <dgm:t>
        <a:bodyPr/>
        <a:lstStyle/>
        <a:p>
          <a:endParaRPr lang="uk-UA"/>
        </a:p>
      </dgm:t>
    </dgm:pt>
    <dgm:pt modelId="{F55B96DD-BB9F-42DE-AFC9-B05B62063447}">
      <dgm:prSet/>
      <dgm:spPr/>
      <dgm:t>
        <a:bodyPr/>
        <a:lstStyle/>
        <a:p>
          <a:r>
            <a:rPr lang="uk-UA" b="0" i="0"/>
            <a:t>опришками.</a:t>
          </a:r>
          <a:endParaRPr lang="uk-UA"/>
        </a:p>
      </dgm:t>
    </dgm:pt>
    <dgm:pt modelId="{B8FC6D38-AE26-43B7-8792-326371C1CB37}" type="parTrans" cxnId="{70277FDB-0112-41B4-9E6E-72242B7AE039}">
      <dgm:prSet/>
      <dgm:spPr/>
      <dgm:t>
        <a:bodyPr/>
        <a:lstStyle/>
        <a:p>
          <a:endParaRPr lang="uk-UA"/>
        </a:p>
      </dgm:t>
    </dgm:pt>
    <dgm:pt modelId="{3D0C1654-C484-477B-9D3E-4B58B2EF1EA9}" type="sibTrans" cxnId="{70277FDB-0112-41B4-9E6E-72242B7AE039}">
      <dgm:prSet/>
      <dgm:spPr/>
      <dgm:t>
        <a:bodyPr/>
        <a:lstStyle/>
        <a:p>
          <a:endParaRPr lang="uk-UA"/>
        </a:p>
      </dgm:t>
    </dgm:pt>
    <dgm:pt modelId="{656AEA5F-5A23-4102-9636-A955F30E571D}">
      <dgm:prSet/>
      <dgm:spPr/>
      <dgm:t>
        <a:bodyPr/>
        <a:lstStyle/>
        <a:p>
          <a:r>
            <a:rPr lang="uk-UA" b="0" i="0" dirty="0"/>
            <a:t>сердюками.</a:t>
          </a:r>
          <a:endParaRPr lang="uk-UA" dirty="0"/>
        </a:p>
      </dgm:t>
    </dgm:pt>
    <dgm:pt modelId="{7B7C9F2D-92BE-4BD1-86E5-1B99F1DCA2C4}" type="parTrans" cxnId="{EC347546-0D12-4576-B4FF-367EC99CD407}">
      <dgm:prSet/>
      <dgm:spPr/>
      <dgm:t>
        <a:bodyPr/>
        <a:lstStyle/>
        <a:p>
          <a:endParaRPr lang="uk-UA"/>
        </a:p>
      </dgm:t>
    </dgm:pt>
    <dgm:pt modelId="{ACC88F2E-9FF6-40A9-8D4B-51EB33D1BF7C}" type="sibTrans" cxnId="{EC347546-0D12-4576-B4FF-367EC99CD407}">
      <dgm:prSet/>
      <dgm:spPr/>
      <dgm:t>
        <a:bodyPr/>
        <a:lstStyle/>
        <a:p>
          <a:endParaRPr lang="uk-UA"/>
        </a:p>
      </dgm:t>
    </dgm:pt>
    <dgm:pt modelId="{63E5697F-F34F-4008-91DF-E585C75D1A76}" type="pres">
      <dgm:prSet presAssocID="{0A16BC82-D2D9-46CE-B106-A6E3E3346AB0}" presName="linear" presStyleCnt="0">
        <dgm:presLayoutVars>
          <dgm:animLvl val="lvl"/>
          <dgm:resizeHandles val="exact"/>
        </dgm:presLayoutVars>
      </dgm:prSet>
      <dgm:spPr/>
    </dgm:pt>
    <dgm:pt modelId="{92AA21A0-D148-4FC6-8BA7-77F34930938E}" type="pres">
      <dgm:prSet presAssocID="{9DC752CE-F339-4D12-969F-DD2FF6BC50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7FBA7A-3AB2-44E1-B732-D589577BFDE8}" type="pres">
      <dgm:prSet presAssocID="{E9BADC53-1C16-456B-B225-C2BB632B778B}" presName="spacer" presStyleCnt="0"/>
      <dgm:spPr/>
    </dgm:pt>
    <dgm:pt modelId="{570AC489-02A6-4156-8E11-9795E9A18C52}" type="pres">
      <dgm:prSet presAssocID="{7BB892D0-56DF-4BA0-8D22-99AF289CF0E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40B879-0852-4FEF-8B3B-0AA313342B8A}" type="pres">
      <dgm:prSet presAssocID="{7D12AB1D-A035-46EB-90A3-8D0DEA0242A5}" presName="spacer" presStyleCnt="0"/>
      <dgm:spPr/>
    </dgm:pt>
    <dgm:pt modelId="{B984F4E5-0F48-4CAC-8066-4364F3DA0C60}" type="pres">
      <dgm:prSet presAssocID="{F55B96DD-BB9F-42DE-AFC9-B05B620634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6228136-B88B-4E22-AB28-5D0BDE4AE187}" type="pres">
      <dgm:prSet presAssocID="{3D0C1654-C484-477B-9D3E-4B58B2EF1EA9}" presName="spacer" presStyleCnt="0"/>
      <dgm:spPr/>
    </dgm:pt>
    <dgm:pt modelId="{B9EDA276-6F09-4F29-A94D-D3A9140A87EA}" type="pres">
      <dgm:prSet presAssocID="{656AEA5F-5A23-4102-9636-A955F30E571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36F140E-A114-4828-A109-B14FA9CB9813}" type="presOf" srcId="{0A16BC82-D2D9-46CE-B106-A6E3E3346AB0}" destId="{63E5697F-F34F-4008-91DF-E585C75D1A76}" srcOrd="0" destOrd="0" presId="urn:microsoft.com/office/officeart/2005/8/layout/vList2"/>
    <dgm:cxn modelId="{EFF8FC65-8595-4BFB-A7EC-41A72ABBC8BF}" type="presOf" srcId="{7BB892D0-56DF-4BA0-8D22-99AF289CF0E8}" destId="{570AC489-02A6-4156-8E11-9795E9A18C52}" srcOrd="0" destOrd="0" presId="urn:microsoft.com/office/officeart/2005/8/layout/vList2"/>
    <dgm:cxn modelId="{EC347546-0D12-4576-B4FF-367EC99CD407}" srcId="{0A16BC82-D2D9-46CE-B106-A6E3E3346AB0}" destId="{656AEA5F-5A23-4102-9636-A955F30E571D}" srcOrd="3" destOrd="0" parTransId="{7B7C9F2D-92BE-4BD1-86E5-1B99F1DCA2C4}" sibTransId="{ACC88F2E-9FF6-40A9-8D4B-51EB33D1BF7C}"/>
    <dgm:cxn modelId="{55715D87-E015-4C69-9FEE-1C49091640A0}" type="presOf" srcId="{656AEA5F-5A23-4102-9636-A955F30E571D}" destId="{B9EDA276-6F09-4F29-A94D-D3A9140A87EA}" srcOrd="0" destOrd="0" presId="urn:microsoft.com/office/officeart/2005/8/layout/vList2"/>
    <dgm:cxn modelId="{37C62A95-FFC7-4170-8F2E-84F53434B90E}" type="presOf" srcId="{9DC752CE-F339-4D12-969F-DD2FF6BC50FF}" destId="{92AA21A0-D148-4FC6-8BA7-77F34930938E}" srcOrd="0" destOrd="0" presId="urn:microsoft.com/office/officeart/2005/8/layout/vList2"/>
    <dgm:cxn modelId="{60F0CCAA-0350-4035-99B3-2F2E004AC8F6}" srcId="{0A16BC82-D2D9-46CE-B106-A6E3E3346AB0}" destId="{9DC752CE-F339-4D12-969F-DD2FF6BC50FF}" srcOrd="0" destOrd="0" parTransId="{44542D2C-FA6A-4608-BD8F-A40FAF25B668}" sibTransId="{E9BADC53-1C16-456B-B225-C2BB632B778B}"/>
    <dgm:cxn modelId="{C28C9ED3-B299-4346-A993-999518675F11}" type="presOf" srcId="{F55B96DD-BB9F-42DE-AFC9-B05B62063447}" destId="{B984F4E5-0F48-4CAC-8066-4364F3DA0C60}" srcOrd="0" destOrd="0" presId="urn:microsoft.com/office/officeart/2005/8/layout/vList2"/>
    <dgm:cxn modelId="{70277FDB-0112-41B4-9E6E-72242B7AE039}" srcId="{0A16BC82-D2D9-46CE-B106-A6E3E3346AB0}" destId="{F55B96DD-BB9F-42DE-AFC9-B05B62063447}" srcOrd="2" destOrd="0" parTransId="{B8FC6D38-AE26-43B7-8792-326371C1CB37}" sibTransId="{3D0C1654-C484-477B-9D3E-4B58B2EF1EA9}"/>
    <dgm:cxn modelId="{855973DE-7E4C-42AE-A221-DB275C1F5393}" srcId="{0A16BC82-D2D9-46CE-B106-A6E3E3346AB0}" destId="{7BB892D0-56DF-4BA0-8D22-99AF289CF0E8}" srcOrd="1" destOrd="0" parTransId="{50E35B68-0F00-4B91-988E-54253134C220}" sibTransId="{7D12AB1D-A035-46EB-90A3-8D0DEA0242A5}"/>
    <dgm:cxn modelId="{20F8CC3F-984E-4D67-9A97-8FED13565666}" type="presParOf" srcId="{63E5697F-F34F-4008-91DF-E585C75D1A76}" destId="{92AA21A0-D148-4FC6-8BA7-77F34930938E}" srcOrd="0" destOrd="0" presId="urn:microsoft.com/office/officeart/2005/8/layout/vList2"/>
    <dgm:cxn modelId="{1BCEBCAD-703D-437B-BD49-A5E2FA59B138}" type="presParOf" srcId="{63E5697F-F34F-4008-91DF-E585C75D1A76}" destId="{B57FBA7A-3AB2-44E1-B732-D589577BFDE8}" srcOrd="1" destOrd="0" presId="urn:microsoft.com/office/officeart/2005/8/layout/vList2"/>
    <dgm:cxn modelId="{229A2FBB-7D7E-429D-87D9-45640EBDBC75}" type="presParOf" srcId="{63E5697F-F34F-4008-91DF-E585C75D1A76}" destId="{570AC489-02A6-4156-8E11-9795E9A18C52}" srcOrd="2" destOrd="0" presId="urn:microsoft.com/office/officeart/2005/8/layout/vList2"/>
    <dgm:cxn modelId="{86B8B965-C86C-41E3-972E-63A2E9D62859}" type="presParOf" srcId="{63E5697F-F34F-4008-91DF-E585C75D1A76}" destId="{0840B879-0852-4FEF-8B3B-0AA313342B8A}" srcOrd="3" destOrd="0" presId="urn:microsoft.com/office/officeart/2005/8/layout/vList2"/>
    <dgm:cxn modelId="{D1778CE8-9324-4BB2-A09C-F7AF9F69CB38}" type="presParOf" srcId="{63E5697F-F34F-4008-91DF-E585C75D1A76}" destId="{B984F4E5-0F48-4CAC-8066-4364F3DA0C60}" srcOrd="4" destOrd="0" presId="urn:microsoft.com/office/officeart/2005/8/layout/vList2"/>
    <dgm:cxn modelId="{0B231381-E99C-4EA8-8CF4-D06B6EB91455}" type="presParOf" srcId="{63E5697F-F34F-4008-91DF-E585C75D1A76}" destId="{16228136-B88B-4E22-AB28-5D0BDE4AE187}" srcOrd="5" destOrd="0" presId="urn:microsoft.com/office/officeart/2005/8/layout/vList2"/>
    <dgm:cxn modelId="{B155D4BE-9213-41A0-B293-10599F539ACE}" type="presParOf" srcId="{63E5697F-F34F-4008-91DF-E585C75D1A76}" destId="{B9EDA276-6F09-4F29-A94D-D3A9140A87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02DE991-E59B-4431-A61F-E6743A20F3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55A9B88-A3AF-4FDA-976E-61EDE15C9CC2}">
      <dgm:prSet/>
      <dgm:spPr/>
      <dgm:t>
        <a:bodyPr/>
        <a:lstStyle/>
        <a:p>
          <a:r>
            <a:rPr lang="ru-RU" b="0" i="0"/>
            <a:t>Коліївщина</a:t>
          </a:r>
          <a:endParaRPr lang="uk-UA"/>
        </a:p>
      </dgm:t>
    </dgm:pt>
    <dgm:pt modelId="{C5F801CA-7F04-4325-AC4E-9E37B50672C8}" type="parTrans" cxnId="{CD005BBD-63A3-49CF-B35F-90C08833C773}">
      <dgm:prSet/>
      <dgm:spPr/>
      <dgm:t>
        <a:bodyPr/>
        <a:lstStyle/>
        <a:p>
          <a:endParaRPr lang="uk-UA"/>
        </a:p>
      </dgm:t>
    </dgm:pt>
    <dgm:pt modelId="{33C926DB-5BBF-4437-BC01-23F7CFEE51BE}" type="sibTrans" cxnId="{CD005BBD-63A3-49CF-B35F-90C08833C773}">
      <dgm:prSet/>
      <dgm:spPr/>
      <dgm:t>
        <a:bodyPr/>
        <a:lstStyle/>
        <a:p>
          <a:endParaRPr lang="uk-UA"/>
        </a:p>
      </dgm:t>
    </dgm:pt>
    <dgm:pt modelId="{2B6EAA0A-AC97-4718-8FB0-1EF2833BF2E7}">
      <dgm:prSet/>
      <dgm:spPr/>
      <dgm:t>
        <a:bodyPr/>
        <a:lstStyle/>
        <a:p>
          <a:r>
            <a:rPr lang="ru-RU" b="0" i="0" dirty="0" err="1"/>
            <a:t>повстання</a:t>
          </a:r>
          <a:r>
            <a:rPr lang="ru-RU" b="0" i="0" dirty="0"/>
            <a:t> </a:t>
          </a:r>
          <a:r>
            <a:rPr lang="ru-RU" b="0" i="0" dirty="0" err="1"/>
            <a:t>під</a:t>
          </a:r>
          <a:r>
            <a:rPr lang="ru-RU" b="0" i="0" dirty="0"/>
            <a:t> проводом У. </a:t>
          </a:r>
          <a:r>
            <a:rPr lang="ru-RU" b="0" i="0" dirty="0" err="1"/>
            <a:t>Кармелюка</a:t>
          </a:r>
          <a:endParaRPr lang="uk-UA" dirty="0"/>
        </a:p>
      </dgm:t>
    </dgm:pt>
    <dgm:pt modelId="{9026469F-1F05-4803-95CE-0CFE892C76D5}" type="parTrans" cxnId="{36A35827-9084-4A3B-AB40-6950AA55B6D4}">
      <dgm:prSet/>
      <dgm:spPr/>
      <dgm:t>
        <a:bodyPr/>
        <a:lstStyle/>
        <a:p>
          <a:endParaRPr lang="uk-UA"/>
        </a:p>
      </dgm:t>
    </dgm:pt>
    <dgm:pt modelId="{FF929A6D-BC59-439A-96FC-430C75A32DBA}" type="sibTrans" cxnId="{36A35827-9084-4A3B-AB40-6950AA55B6D4}">
      <dgm:prSet/>
      <dgm:spPr/>
      <dgm:t>
        <a:bodyPr/>
        <a:lstStyle/>
        <a:p>
          <a:endParaRPr lang="uk-UA"/>
        </a:p>
      </dgm:t>
    </dgm:pt>
    <dgm:pt modelId="{A12E25AE-2DCC-4200-BE60-22DEB7CD3603}">
      <dgm:prSet/>
      <dgm:spPr/>
      <dgm:t>
        <a:bodyPr/>
        <a:lstStyle/>
        <a:p>
          <a:r>
            <a:rPr lang="ru-RU" b="0" i="0"/>
            <a:t>повстання Чернігівського полку</a:t>
          </a:r>
          <a:endParaRPr lang="uk-UA"/>
        </a:p>
      </dgm:t>
    </dgm:pt>
    <dgm:pt modelId="{641B1971-79A4-4B58-9ABB-DC1C98B4E72F}" type="parTrans" cxnId="{83A9AE09-1CBC-482A-8463-57AAFD730F13}">
      <dgm:prSet/>
      <dgm:spPr/>
      <dgm:t>
        <a:bodyPr/>
        <a:lstStyle/>
        <a:p>
          <a:endParaRPr lang="uk-UA"/>
        </a:p>
      </dgm:t>
    </dgm:pt>
    <dgm:pt modelId="{64396758-DBEA-4D07-B7BE-73510EED7A84}" type="sibTrans" cxnId="{83A9AE09-1CBC-482A-8463-57AAFD730F13}">
      <dgm:prSet/>
      <dgm:spPr/>
      <dgm:t>
        <a:bodyPr/>
        <a:lstStyle/>
        <a:p>
          <a:endParaRPr lang="uk-UA"/>
        </a:p>
      </dgm:t>
    </dgm:pt>
    <dgm:pt modelId="{D668734E-9DC5-46DA-BD5B-FFD7771FDA78}">
      <dgm:prSet/>
      <dgm:spPr/>
      <dgm:t>
        <a:bodyPr/>
        <a:lstStyle/>
        <a:p>
          <a:r>
            <a:rPr lang="ru-RU" b="0" i="0" dirty="0" err="1"/>
            <a:t>Польське</a:t>
          </a:r>
          <a:r>
            <a:rPr lang="ru-RU" b="0" i="0" dirty="0"/>
            <a:t> </a:t>
          </a:r>
          <a:r>
            <a:rPr lang="ru-RU" b="0" i="0" dirty="0" err="1"/>
            <a:t>повстання</a:t>
          </a:r>
          <a:endParaRPr lang="uk-UA" dirty="0"/>
        </a:p>
      </dgm:t>
    </dgm:pt>
    <dgm:pt modelId="{411A2FE6-CB47-481B-9113-5EC9AD9C9B4B}" type="parTrans" cxnId="{1644D1C3-DCD4-428B-9380-8BD2ECC71596}">
      <dgm:prSet/>
      <dgm:spPr/>
      <dgm:t>
        <a:bodyPr/>
        <a:lstStyle/>
        <a:p>
          <a:endParaRPr lang="uk-UA"/>
        </a:p>
      </dgm:t>
    </dgm:pt>
    <dgm:pt modelId="{43E610D9-EC63-43F6-812C-1010B875F555}" type="sibTrans" cxnId="{1644D1C3-DCD4-428B-9380-8BD2ECC71596}">
      <dgm:prSet/>
      <dgm:spPr/>
      <dgm:t>
        <a:bodyPr/>
        <a:lstStyle/>
        <a:p>
          <a:endParaRPr lang="uk-UA"/>
        </a:p>
      </dgm:t>
    </dgm:pt>
    <dgm:pt modelId="{5AC1E4F4-F751-429B-AD90-E87D358E3D16}" type="pres">
      <dgm:prSet presAssocID="{102DE991-E59B-4431-A61F-E6743A20F3B0}" presName="linear" presStyleCnt="0">
        <dgm:presLayoutVars>
          <dgm:animLvl val="lvl"/>
          <dgm:resizeHandles val="exact"/>
        </dgm:presLayoutVars>
      </dgm:prSet>
      <dgm:spPr/>
    </dgm:pt>
    <dgm:pt modelId="{019D7C5E-8392-40ED-8753-C7A2D153D04B}" type="pres">
      <dgm:prSet presAssocID="{655A9B88-A3AF-4FDA-976E-61EDE15C9C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8465A81-A650-478B-A35A-7E35B265ED96}" type="pres">
      <dgm:prSet presAssocID="{33C926DB-5BBF-4437-BC01-23F7CFEE51BE}" presName="spacer" presStyleCnt="0"/>
      <dgm:spPr/>
    </dgm:pt>
    <dgm:pt modelId="{5C9D8BAB-8D57-4199-8ACD-9BF214F72E2A}" type="pres">
      <dgm:prSet presAssocID="{2B6EAA0A-AC97-4718-8FB0-1EF2833BF2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4F1B9E0-B71E-4A68-88C8-25391500B4A7}" type="pres">
      <dgm:prSet presAssocID="{FF929A6D-BC59-439A-96FC-430C75A32DBA}" presName="spacer" presStyleCnt="0"/>
      <dgm:spPr/>
    </dgm:pt>
    <dgm:pt modelId="{7FB6B36A-4530-4DDE-BA3B-1A19BE1F3B1F}" type="pres">
      <dgm:prSet presAssocID="{A12E25AE-2DCC-4200-BE60-22DEB7CD360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736763-4994-409E-AC14-2B825C6754EA}" type="pres">
      <dgm:prSet presAssocID="{64396758-DBEA-4D07-B7BE-73510EED7A84}" presName="spacer" presStyleCnt="0"/>
      <dgm:spPr/>
    </dgm:pt>
    <dgm:pt modelId="{01DDD433-8B5E-45C0-99A7-02FCD16BDE8D}" type="pres">
      <dgm:prSet presAssocID="{D668734E-9DC5-46DA-BD5B-FFD7771FDA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3A9AE09-1CBC-482A-8463-57AAFD730F13}" srcId="{102DE991-E59B-4431-A61F-E6743A20F3B0}" destId="{A12E25AE-2DCC-4200-BE60-22DEB7CD3603}" srcOrd="2" destOrd="0" parTransId="{641B1971-79A4-4B58-9ABB-DC1C98B4E72F}" sibTransId="{64396758-DBEA-4D07-B7BE-73510EED7A84}"/>
    <dgm:cxn modelId="{57E3E322-62B3-42DF-9C19-92B566E49FAB}" type="presOf" srcId="{2B6EAA0A-AC97-4718-8FB0-1EF2833BF2E7}" destId="{5C9D8BAB-8D57-4199-8ACD-9BF214F72E2A}" srcOrd="0" destOrd="0" presId="urn:microsoft.com/office/officeart/2005/8/layout/vList2"/>
    <dgm:cxn modelId="{36A35827-9084-4A3B-AB40-6950AA55B6D4}" srcId="{102DE991-E59B-4431-A61F-E6743A20F3B0}" destId="{2B6EAA0A-AC97-4718-8FB0-1EF2833BF2E7}" srcOrd="1" destOrd="0" parTransId="{9026469F-1F05-4803-95CE-0CFE892C76D5}" sibTransId="{FF929A6D-BC59-439A-96FC-430C75A32DBA}"/>
    <dgm:cxn modelId="{6EBE685B-9F7F-49DF-A59D-3D93E49F3B4A}" type="presOf" srcId="{102DE991-E59B-4431-A61F-E6743A20F3B0}" destId="{5AC1E4F4-F751-429B-AD90-E87D358E3D16}" srcOrd="0" destOrd="0" presId="urn:microsoft.com/office/officeart/2005/8/layout/vList2"/>
    <dgm:cxn modelId="{F1E95744-6534-4C2A-B36C-FE49966EFA1A}" type="presOf" srcId="{A12E25AE-2DCC-4200-BE60-22DEB7CD3603}" destId="{7FB6B36A-4530-4DDE-BA3B-1A19BE1F3B1F}" srcOrd="0" destOrd="0" presId="urn:microsoft.com/office/officeart/2005/8/layout/vList2"/>
    <dgm:cxn modelId="{115A574C-245A-4C1D-99FF-05A67FAD86EA}" type="presOf" srcId="{655A9B88-A3AF-4FDA-976E-61EDE15C9CC2}" destId="{019D7C5E-8392-40ED-8753-C7A2D153D04B}" srcOrd="0" destOrd="0" presId="urn:microsoft.com/office/officeart/2005/8/layout/vList2"/>
    <dgm:cxn modelId="{CD005BBD-63A3-49CF-B35F-90C08833C773}" srcId="{102DE991-E59B-4431-A61F-E6743A20F3B0}" destId="{655A9B88-A3AF-4FDA-976E-61EDE15C9CC2}" srcOrd="0" destOrd="0" parTransId="{C5F801CA-7F04-4325-AC4E-9E37B50672C8}" sibTransId="{33C926DB-5BBF-4437-BC01-23F7CFEE51BE}"/>
    <dgm:cxn modelId="{1644D1C3-DCD4-428B-9380-8BD2ECC71596}" srcId="{102DE991-E59B-4431-A61F-E6743A20F3B0}" destId="{D668734E-9DC5-46DA-BD5B-FFD7771FDA78}" srcOrd="3" destOrd="0" parTransId="{411A2FE6-CB47-481B-9113-5EC9AD9C9B4B}" sibTransId="{43E610D9-EC63-43F6-812C-1010B875F555}"/>
    <dgm:cxn modelId="{FEFE0DD1-84CA-43C5-A5F2-09F954F16C8E}" type="presOf" srcId="{D668734E-9DC5-46DA-BD5B-FFD7771FDA78}" destId="{01DDD433-8B5E-45C0-99A7-02FCD16BDE8D}" srcOrd="0" destOrd="0" presId="urn:microsoft.com/office/officeart/2005/8/layout/vList2"/>
    <dgm:cxn modelId="{4CD9D7F2-9EBE-4D03-86CE-5793497076E4}" type="presParOf" srcId="{5AC1E4F4-F751-429B-AD90-E87D358E3D16}" destId="{019D7C5E-8392-40ED-8753-C7A2D153D04B}" srcOrd="0" destOrd="0" presId="urn:microsoft.com/office/officeart/2005/8/layout/vList2"/>
    <dgm:cxn modelId="{F54EEDFD-5424-4071-98B8-6C999B9A7B0D}" type="presParOf" srcId="{5AC1E4F4-F751-429B-AD90-E87D358E3D16}" destId="{F8465A81-A650-478B-A35A-7E35B265ED96}" srcOrd="1" destOrd="0" presId="urn:microsoft.com/office/officeart/2005/8/layout/vList2"/>
    <dgm:cxn modelId="{26B66292-D1A9-4970-8ACD-47EC9ED013D9}" type="presParOf" srcId="{5AC1E4F4-F751-429B-AD90-E87D358E3D16}" destId="{5C9D8BAB-8D57-4199-8ACD-9BF214F72E2A}" srcOrd="2" destOrd="0" presId="urn:microsoft.com/office/officeart/2005/8/layout/vList2"/>
    <dgm:cxn modelId="{79F16947-5E1E-4762-81B7-99D700D45956}" type="presParOf" srcId="{5AC1E4F4-F751-429B-AD90-E87D358E3D16}" destId="{34F1B9E0-B71E-4A68-88C8-25391500B4A7}" srcOrd="3" destOrd="0" presId="urn:microsoft.com/office/officeart/2005/8/layout/vList2"/>
    <dgm:cxn modelId="{143EBF5A-BCA3-4062-8898-148E38C89FC7}" type="presParOf" srcId="{5AC1E4F4-F751-429B-AD90-E87D358E3D16}" destId="{7FB6B36A-4530-4DDE-BA3B-1A19BE1F3B1F}" srcOrd="4" destOrd="0" presId="urn:microsoft.com/office/officeart/2005/8/layout/vList2"/>
    <dgm:cxn modelId="{FDAA3954-C2E7-41A3-A1D0-EA8CC2617BB2}" type="presParOf" srcId="{5AC1E4F4-F751-429B-AD90-E87D358E3D16}" destId="{3D736763-4994-409E-AC14-2B825C6754EA}" srcOrd="5" destOrd="0" presId="urn:microsoft.com/office/officeart/2005/8/layout/vList2"/>
    <dgm:cxn modelId="{6B85148B-BA17-418B-8ED6-D628AAA463E1}" type="presParOf" srcId="{5AC1E4F4-F751-429B-AD90-E87D358E3D16}" destId="{01DDD433-8B5E-45C0-99A7-02FCD16BDE8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BA5246F7-0B84-4B23-B580-3EC4179531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FFD023-7726-4434-AE4A-11F359C329A1}">
      <dgm:prSet/>
      <dgm:spPr/>
      <dgm:t>
        <a:bodyPr/>
        <a:lstStyle/>
        <a:p>
          <a:r>
            <a:rPr lang="ru-RU" b="0" i="0"/>
            <a:t>причини опришківського руху.</a:t>
          </a:r>
          <a:endParaRPr lang="uk-UA"/>
        </a:p>
      </dgm:t>
    </dgm:pt>
    <dgm:pt modelId="{47290E22-2460-4012-AEE7-398C0E3B7D97}" type="parTrans" cxnId="{AA7A9B49-7F5D-4F24-9678-9FFB685CD7F7}">
      <dgm:prSet/>
      <dgm:spPr/>
      <dgm:t>
        <a:bodyPr/>
        <a:lstStyle/>
        <a:p>
          <a:endParaRPr lang="uk-UA"/>
        </a:p>
      </dgm:t>
    </dgm:pt>
    <dgm:pt modelId="{09483562-BB5C-4982-8EB3-10D17C13A1E5}" type="sibTrans" cxnId="{AA7A9B49-7F5D-4F24-9678-9FFB685CD7F7}">
      <dgm:prSet/>
      <dgm:spPr/>
      <dgm:t>
        <a:bodyPr/>
        <a:lstStyle/>
        <a:p>
          <a:endParaRPr lang="uk-UA"/>
        </a:p>
      </dgm:t>
    </dgm:pt>
    <dgm:pt modelId="{FBBF8BB6-F1EE-4AD6-8CC3-5D072240F35E}">
      <dgm:prSet/>
      <dgm:spPr/>
      <dgm:t>
        <a:bodyPr/>
        <a:lstStyle/>
        <a:p>
          <a:r>
            <a:rPr lang="ru-RU" b="0" i="0" dirty="0" err="1"/>
            <a:t>наслідки</a:t>
          </a:r>
          <a:r>
            <a:rPr lang="ru-RU" b="0" i="0" dirty="0"/>
            <a:t> </a:t>
          </a:r>
          <a:r>
            <a:rPr lang="ru-RU" b="0" i="0" dirty="0" err="1"/>
            <a:t>дій</a:t>
          </a:r>
          <a:r>
            <a:rPr lang="ru-RU" b="0" i="0" dirty="0"/>
            <a:t> </a:t>
          </a:r>
          <a:r>
            <a:rPr lang="ru-RU" b="0" i="0" dirty="0" err="1"/>
            <a:t>загонів</a:t>
          </a:r>
          <a:r>
            <a:rPr lang="ru-RU" b="0" i="0" dirty="0"/>
            <a:t> </a:t>
          </a:r>
          <a:r>
            <a:rPr lang="ru-RU" b="0" i="0" dirty="0" err="1"/>
            <a:t>опришків</a:t>
          </a:r>
          <a:r>
            <a:rPr lang="ru-RU" b="0" i="0" dirty="0"/>
            <a:t>.</a:t>
          </a:r>
          <a:endParaRPr lang="uk-UA" dirty="0"/>
        </a:p>
      </dgm:t>
    </dgm:pt>
    <dgm:pt modelId="{6CEBBA46-DF0D-40F1-BFDA-63D94AE345D7}" type="parTrans" cxnId="{48423E65-8A57-4CCB-9445-F1CCF3D9E34E}">
      <dgm:prSet/>
      <dgm:spPr/>
      <dgm:t>
        <a:bodyPr/>
        <a:lstStyle/>
        <a:p>
          <a:endParaRPr lang="uk-UA"/>
        </a:p>
      </dgm:t>
    </dgm:pt>
    <dgm:pt modelId="{14C806DE-E85A-46D3-B7A2-A8D29541E618}" type="sibTrans" cxnId="{48423E65-8A57-4CCB-9445-F1CCF3D9E34E}">
      <dgm:prSet/>
      <dgm:spPr/>
      <dgm:t>
        <a:bodyPr/>
        <a:lstStyle/>
        <a:p>
          <a:endParaRPr lang="uk-UA"/>
        </a:p>
      </dgm:t>
    </dgm:pt>
    <dgm:pt modelId="{093526CC-FC10-4F9F-8B10-0E62CC0F6470}">
      <dgm:prSet/>
      <dgm:spPr/>
      <dgm:t>
        <a:bodyPr/>
        <a:lstStyle/>
        <a:p>
          <a:r>
            <a:rPr lang="ru-RU" b="0" i="0"/>
            <a:t>розмах опришківського руху.</a:t>
          </a:r>
          <a:endParaRPr lang="uk-UA"/>
        </a:p>
      </dgm:t>
    </dgm:pt>
    <dgm:pt modelId="{1CAB99FD-B179-4ACF-9AB5-4D178E91B713}" type="parTrans" cxnId="{9945A746-9073-446D-8506-2C4EAB52A11F}">
      <dgm:prSet/>
      <dgm:spPr/>
      <dgm:t>
        <a:bodyPr/>
        <a:lstStyle/>
        <a:p>
          <a:endParaRPr lang="uk-UA"/>
        </a:p>
      </dgm:t>
    </dgm:pt>
    <dgm:pt modelId="{4B9C13C2-991B-4778-89F6-EE71FA7256BF}" type="sibTrans" cxnId="{9945A746-9073-446D-8506-2C4EAB52A11F}">
      <dgm:prSet/>
      <dgm:spPr/>
      <dgm:t>
        <a:bodyPr/>
        <a:lstStyle/>
        <a:p>
          <a:endParaRPr lang="uk-UA"/>
        </a:p>
      </dgm:t>
    </dgm:pt>
    <dgm:pt modelId="{532E618B-7E5F-4659-A7D2-09C4AE48C926}">
      <dgm:prSet/>
      <dgm:spPr/>
      <dgm:t>
        <a:bodyPr/>
        <a:lstStyle/>
        <a:p>
          <a:r>
            <a:rPr lang="ru-RU" b="0" i="0" dirty="0"/>
            <a:t>мету </a:t>
          </a:r>
          <a:r>
            <a:rPr lang="ru-RU" b="0" i="0" dirty="0" err="1"/>
            <a:t>дій</a:t>
          </a:r>
          <a:r>
            <a:rPr lang="ru-RU" b="0" i="0" dirty="0"/>
            <a:t> </a:t>
          </a:r>
          <a:r>
            <a:rPr lang="ru-RU" b="0" i="0" dirty="0" err="1"/>
            <a:t>опришківських</a:t>
          </a:r>
          <a:r>
            <a:rPr lang="ru-RU" b="0" i="0" dirty="0"/>
            <a:t> </a:t>
          </a:r>
          <a:r>
            <a:rPr lang="ru-RU" b="0" i="0" dirty="0" err="1"/>
            <a:t>загонів</a:t>
          </a:r>
          <a:r>
            <a:rPr lang="ru-RU" b="0" i="0" dirty="0"/>
            <a:t>.</a:t>
          </a:r>
          <a:endParaRPr lang="uk-UA" dirty="0"/>
        </a:p>
      </dgm:t>
    </dgm:pt>
    <dgm:pt modelId="{1CA07E60-A68F-4740-B9F6-B21D57E3205F}" type="parTrans" cxnId="{9B587788-4476-4A92-8884-A62E05E6D702}">
      <dgm:prSet/>
      <dgm:spPr/>
      <dgm:t>
        <a:bodyPr/>
        <a:lstStyle/>
        <a:p>
          <a:endParaRPr lang="uk-UA"/>
        </a:p>
      </dgm:t>
    </dgm:pt>
    <dgm:pt modelId="{86DC8666-607F-4FFE-AEFD-0937909736FF}" type="sibTrans" cxnId="{9B587788-4476-4A92-8884-A62E05E6D702}">
      <dgm:prSet/>
      <dgm:spPr/>
      <dgm:t>
        <a:bodyPr/>
        <a:lstStyle/>
        <a:p>
          <a:endParaRPr lang="uk-UA"/>
        </a:p>
      </dgm:t>
    </dgm:pt>
    <dgm:pt modelId="{D36DB00C-DBD3-4101-8669-E46D54A77887}" type="pres">
      <dgm:prSet presAssocID="{BA5246F7-0B84-4B23-B580-3EC41795311D}" presName="linear" presStyleCnt="0">
        <dgm:presLayoutVars>
          <dgm:animLvl val="lvl"/>
          <dgm:resizeHandles val="exact"/>
        </dgm:presLayoutVars>
      </dgm:prSet>
      <dgm:spPr/>
    </dgm:pt>
    <dgm:pt modelId="{DAD3A0EA-FF46-413F-952A-3A51D2773302}" type="pres">
      <dgm:prSet presAssocID="{05FFD023-7726-4434-AE4A-11F359C329A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9DC2AC-0BF0-45B9-8225-48B8EF122F29}" type="pres">
      <dgm:prSet presAssocID="{09483562-BB5C-4982-8EB3-10D17C13A1E5}" presName="spacer" presStyleCnt="0"/>
      <dgm:spPr/>
    </dgm:pt>
    <dgm:pt modelId="{58B02786-7076-4E16-A8E2-F5499387EC5B}" type="pres">
      <dgm:prSet presAssocID="{FBBF8BB6-F1EE-4AD6-8CC3-5D072240F3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FC5281-815F-4377-BBB8-76184AC35C9A}" type="pres">
      <dgm:prSet presAssocID="{14C806DE-E85A-46D3-B7A2-A8D29541E618}" presName="spacer" presStyleCnt="0"/>
      <dgm:spPr/>
    </dgm:pt>
    <dgm:pt modelId="{3658462D-89F2-4FE7-B99F-4A58C1BE8FE2}" type="pres">
      <dgm:prSet presAssocID="{093526CC-FC10-4F9F-8B10-0E62CC0F64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D36109-A04A-4901-862D-26DCD21F2749}" type="pres">
      <dgm:prSet presAssocID="{4B9C13C2-991B-4778-89F6-EE71FA7256BF}" presName="spacer" presStyleCnt="0"/>
      <dgm:spPr/>
    </dgm:pt>
    <dgm:pt modelId="{4A6337A4-ACC1-459D-A067-E6358C9FD1F2}" type="pres">
      <dgm:prSet presAssocID="{532E618B-7E5F-4659-A7D2-09C4AE48C9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F405C2E-5828-41E1-8AB4-994C10AC46E0}" type="presOf" srcId="{532E618B-7E5F-4659-A7D2-09C4AE48C926}" destId="{4A6337A4-ACC1-459D-A067-E6358C9FD1F2}" srcOrd="0" destOrd="0" presId="urn:microsoft.com/office/officeart/2005/8/layout/vList2"/>
    <dgm:cxn modelId="{48423E65-8A57-4CCB-9445-F1CCF3D9E34E}" srcId="{BA5246F7-0B84-4B23-B580-3EC41795311D}" destId="{FBBF8BB6-F1EE-4AD6-8CC3-5D072240F35E}" srcOrd="1" destOrd="0" parTransId="{6CEBBA46-DF0D-40F1-BFDA-63D94AE345D7}" sibTransId="{14C806DE-E85A-46D3-B7A2-A8D29541E618}"/>
    <dgm:cxn modelId="{9945A746-9073-446D-8506-2C4EAB52A11F}" srcId="{BA5246F7-0B84-4B23-B580-3EC41795311D}" destId="{093526CC-FC10-4F9F-8B10-0E62CC0F6470}" srcOrd="2" destOrd="0" parTransId="{1CAB99FD-B179-4ACF-9AB5-4D178E91B713}" sibTransId="{4B9C13C2-991B-4778-89F6-EE71FA7256BF}"/>
    <dgm:cxn modelId="{AA7A9B49-7F5D-4F24-9678-9FFB685CD7F7}" srcId="{BA5246F7-0B84-4B23-B580-3EC41795311D}" destId="{05FFD023-7726-4434-AE4A-11F359C329A1}" srcOrd="0" destOrd="0" parTransId="{47290E22-2460-4012-AEE7-398C0E3B7D97}" sibTransId="{09483562-BB5C-4982-8EB3-10D17C13A1E5}"/>
    <dgm:cxn modelId="{A2E95B4C-2538-4E93-96E1-702CA50B699F}" type="presOf" srcId="{FBBF8BB6-F1EE-4AD6-8CC3-5D072240F35E}" destId="{58B02786-7076-4E16-A8E2-F5499387EC5B}" srcOrd="0" destOrd="0" presId="urn:microsoft.com/office/officeart/2005/8/layout/vList2"/>
    <dgm:cxn modelId="{1484DF79-7628-488C-A231-CB1E8C480FBC}" type="presOf" srcId="{05FFD023-7726-4434-AE4A-11F359C329A1}" destId="{DAD3A0EA-FF46-413F-952A-3A51D2773302}" srcOrd="0" destOrd="0" presId="urn:microsoft.com/office/officeart/2005/8/layout/vList2"/>
    <dgm:cxn modelId="{9B587788-4476-4A92-8884-A62E05E6D702}" srcId="{BA5246F7-0B84-4B23-B580-3EC41795311D}" destId="{532E618B-7E5F-4659-A7D2-09C4AE48C926}" srcOrd="3" destOrd="0" parTransId="{1CA07E60-A68F-4740-B9F6-B21D57E3205F}" sibTransId="{86DC8666-607F-4FFE-AEFD-0937909736FF}"/>
    <dgm:cxn modelId="{F51D23A7-D496-4DE1-93EE-B68160B82068}" type="presOf" srcId="{093526CC-FC10-4F9F-8B10-0E62CC0F6470}" destId="{3658462D-89F2-4FE7-B99F-4A58C1BE8FE2}" srcOrd="0" destOrd="0" presId="urn:microsoft.com/office/officeart/2005/8/layout/vList2"/>
    <dgm:cxn modelId="{514082D2-A6FA-40B4-BDFB-E7DEC5E8B4C6}" type="presOf" srcId="{BA5246F7-0B84-4B23-B580-3EC41795311D}" destId="{D36DB00C-DBD3-4101-8669-E46D54A77887}" srcOrd="0" destOrd="0" presId="urn:microsoft.com/office/officeart/2005/8/layout/vList2"/>
    <dgm:cxn modelId="{D0757FDE-0181-4A2A-85B8-8342750C3497}" type="presParOf" srcId="{D36DB00C-DBD3-4101-8669-E46D54A77887}" destId="{DAD3A0EA-FF46-413F-952A-3A51D2773302}" srcOrd="0" destOrd="0" presId="urn:microsoft.com/office/officeart/2005/8/layout/vList2"/>
    <dgm:cxn modelId="{8D80A3EA-1941-461B-A880-56FF03F75630}" type="presParOf" srcId="{D36DB00C-DBD3-4101-8669-E46D54A77887}" destId="{D19DC2AC-0BF0-45B9-8225-48B8EF122F29}" srcOrd="1" destOrd="0" presId="urn:microsoft.com/office/officeart/2005/8/layout/vList2"/>
    <dgm:cxn modelId="{3AE1BBB0-8F23-43D4-87C6-5057D2388B35}" type="presParOf" srcId="{D36DB00C-DBD3-4101-8669-E46D54A77887}" destId="{58B02786-7076-4E16-A8E2-F5499387EC5B}" srcOrd="2" destOrd="0" presId="urn:microsoft.com/office/officeart/2005/8/layout/vList2"/>
    <dgm:cxn modelId="{5FD8190A-33DC-49DA-8789-C3192DDD8747}" type="presParOf" srcId="{D36DB00C-DBD3-4101-8669-E46D54A77887}" destId="{B3FC5281-815F-4377-BBB8-76184AC35C9A}" srcOrd="3" destOrd="0" presId="urn:microsoft.com/office/officeart/2005/8/layout/vList2"/>
    <dgm:cxn modelId="{A3EDD515-68EB-4970-B762-F825D788678C}" type="presParOf" srcId="{D36DB00C-DBD3-4101-8669-E46D54A77887}" destId="{3658462D-89F2-4FE7-B99F-4A58C1BE8FE2}" srcOrd="4" destOrd="0" presId="urn:microsoft.com/office/officeart/2005/8/layout/vList2"/>
    <dgm:cxn modelId="{9D6D7113-5820-49BC-9790-D066622C9386}" type="presParOf" srcId="{D36DB00C-DBD3-4101-8669-E46D54A77887}" destId="{8FD36109-A04A-4901-862D-26DCD21F2749}" srcOrd="5" destOrd="0" presId="urn:microsoft.com/office/officeart/2005/8/layout/vList2"/>
    <dgm:cxn modelId="{70C4B847-5C7B-4CED-A6B1-15BBAE909E34}" type="presParOf" srcId="{D36DB00C-DBD3-4101-8669-E46D54A77887}" destId="{4A6337A4-ACC1-459D-A067-E6358C9FD1F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65A68534-C4B3-45BB-93E1-D6520DC1690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5EE37A-D5AB-4B2F-A845-3A7EBA6DBCE0}">
      <dgm:prSet/>
      <dgm:spPr/>
      <dgm:t>
        <a:bodyPr/>
        <a:lstStyle/>
        <a:p>
          <a:r>
            <a:rPr lang="uk-UA" b="0" i="0" dirty="0"/>
            <a:t>Правобережної України</a:t>
          </a:r>
          <a:endParaRPr lang="uk-UA" dirty="0"/>
        </a:p>
      </dgm:t>
    </dgm:pt>
    <dgm:pt modelId="{0CE22303-0AD8-45E6-90CB-B7C811D4D58F}" type="parTrans" cxnId="{887D880E-A709-4CA6-8580-9D2447BB98E1}">
      <dgm:prSet/>
      <dgm:spPr/>
      <dgm:t>
        <a:bodyPr/>
        <a:lstStyle/>
        <a:p>
          <a:endParaRPr lang="uk-UA"/>
        </a:p>
      </dgm:t>
    </dgm:pt>
    <dgm:pt modelId="{462118C6-C045-448B-B0E7-6844E0BDDC5C}" type="sibTrans" cxnId="{887D880E-A709-4CA6-8580-9D2447BB98E1}">
      <dgm:prSet/>
      <dgm:spPr/>
      <dgm:t>
        <a:bodyPr/>
        <a:lstStyle/>
        <a:p>
          <a:endParaRPr lang="uk-UA"/>
        </a:p>
      </dgm:t>
    </dgm:pt>
    <dgm:pt modelId="{B322A2A2-34BC-4D2E-BDF6-0DCE6F30430D}">
      <dgm:prSet/>
      <dgm:spPr/>
      <dgm:t>
        <a:bodyPr/>
        <a:lstStyle/>
        <a:p>
          <a:r>
            <a:rPr lang="uk-UA" b="0" i="0"/>
            <a:t>Лівобережної України</a:t>
          </a:r>
          <a:endParaRPr lang="uk-UA"/>
        </a:p>
      </dgm:t>
    </dgm:pt>
    <dgm:pt modelId="{CAF11B07-97C7-4B1C-9E7F-3F302BD081B1}" type="parTrans" cxnId="{322DD539-4198-450B-B669-778F4E0C9798}">
      <dgm:prSet/>
      <dgm:spPr/>
      <dgm:t>
        <a:bodyPr/>
        <a:lstStyle/>
        <a:p>
          <a:endParaRPr lang="uk-UA"/>
        </a:p>
      </dgm:t>
    </dgm:pt>
    <dgm:pt modelId="{B529B52D-8502-4F60-A672-8AFD7D269BE8}" type="sibTrans" cxnId="{322DD539-4198-450B-B669-778F4E0C9798}">
      <dgm:prSet/>
      <dgm:spPr/>
      <dgm:t>
        <a:bodyPr/>
        <a:lstStyle/>
        <a:p>
          <a:endParaRPr lang="uk-UA"/>
        </a:p>
      </dgm:t>
    </dgm:pt>
    <dgm:pt modelId="{F3B389AC-2DA7-4782-B7D6-7395AB8F7D7B}">
      <dgm:prSet/>
      <dgm:spPr/>
      <dgm:t>
        <a:bodyPr/>
        <a:lstStyle/>
        <a:p>
          <a:r>
            <a:rPr lang="uk-UA" b="0" i="0"/>
            <a:t>Слобідської України</a:t>
          </a:r>
          <a:endParaRPr lang="uk-UA"/>
        </a:p>
      </dgm:t>
    </dgm:pt>
    <dgm:pt modelId="{3AA3C71E-5D1F-41EF-B2BC-DF6AB859BE33}" type="parTrans" cxnId="{EE650001-1303-43E0-B68B-079914F5BF07}">
      <dgm:prSet/>
      <dgm:spPr/>
      <dgm:t>
        <a:bodyPr/>
        <a:lstStyle/>
        <a:p>
          <a:endParaRPr lang="uk-UA"/>
        </a:p>
      </dgm:t>
    </dgm:pt>
    <dgm:pt modelId="{E3C450AD-42CC-4D78-9B6A-5AB66E8C1D30}" type="sibTrans" cxnId="{EE650001-1303-43E0-B68B-079914F5BF07}">
      <dgm:prSet/>
      <dgm:spPr/>
      <dgm:t>
        <a:bodyPr/>
        <a:lstStyle/>
        <a:p>
          <a:endParaRPr lang="uk-UA"/>
        </a:p>
      </dgm:t>
    </dgm:pt>
    <dgm:pt modelId="{751D868A-F54F-40A1-ABF7-26D5CEF08FBE}">
      <dgm:prSet/>
      <dgm:spPr/>
      <dgm:t>
        <a:bodyPr/>
        <a:lstStyle/>
        <a:p>
          <a:r>
            <a:rPr lang="uk-UA" b="0" i="0" dirty="0"/>
            <a:t>Південної України</a:t>
          </a:r>
          <a:endParaRPr lang="uk-UA" dirty="0"/>
        </a:p>
      </dgm:t>
    </dgm:pt>
    <dgm:pt modelId="{951BF32C-B71E-450C-88FA-EDEAF09DD6AE}" type="parTrans" cxnId="{F28CB442-8E1F-45CE-B527-B1E7B09DBE53}">
      <dgm:prSet/>
      <dgm:spPr/>
      <dgm:t>
        <a:bodyPr/>
        <a:lstStyle/>
        <a:p>
          <a:endParaRPr lang="uk-UA"/>
        </a:p>
      </dgm:t>
    </dgm:pt>
    <dgm:pt modelId="{E5FF2E05-A983-4191-AF64-727DEC5C92DE}" type="sibTrans" cxnId="{F28CB442-8E1F-45CE-B527-B1E7B09DBE53}">
      <dgm:prSet/>
      <dgm:spPr/>
      <dgm:t>
        <a:bodyPr/>
        <a:lstStyle/>
        <a:p>
          <a:endParaRPr lang="uk-UA"/>
        </a:p>
      </dgm:t>
    </dgm:pt>
    <dgm:pt modelId="{0E68D7B4-73B4-4B5A-9FF7-5B50C8E654E6}" type="pres">
      <dgm:prSet presAssocID="{65A68534-C4B3-45BB-93E1-D6520DC16909}" presName="Name0" presStyleCnt="0">
        <dgm:presLayoutVars>
          <dgm:chMax val="7"/>
          <dgm:chPref val="7"/>
          <dgm:dir/>
        </dgm:presLayoutVars>
      </dgm:prSet>
      <dgm:spPr/>
    </dgm:pt>
    <dgm:pt modelId="{906CE7D2-6F30-4CD3-BE4F-1750ABE5EBB9}" type="pres">
      <dgm:prSet presAssocID="{65A68534-C4B3-45BB-93E1-D6520DC16909}" presName="Name1" presStyleCnt="0"/>
      <dgm:spPr/>
    </dgm:pt>
    <dgm:pt modelId="{8AF08B9D-2455-4F3C-A653-4ADFE081FB61}" type="pres">
      <dgm:prSet presAssocID="{65A68534-C4B3-45BB-93E1-D6520DC16909}" presName="cycle" presStyleCnt="0"/>
      <dgm:spPr/>
    </dgm:pt>
    <dgm:pt modelId="{1CF97D5E-E7B3-4075-A5D7-9785600B8031}" type="pres">
      <dgm:prSet presAssocID="{65A68534-C4B3-45BB-93E1-D6520DC16909}" presName="srcNode" presStyleLbl="node1" presStyleIdx="0" presStyleCnt="4"/>
      <dgm:spPr/>
    </dgm:pt>
    <dgm:pt modelId="{A0C8A1AC-A535-45D0-A3E3-2A7393540B99}" type="pres">
      <dgm:prSet presAssocID="{65A68534-C4B3-45BB-93E1-D6520DC16909}" presName="conn" presStyleLbl="parChTrans1D2" presStyleIdx="0" presStyleCnt="1"/>
      <dgm:spPr/>
    </dgm:pt>
    <dgm:pt modelId="{4FE7E140-9B6C-40A5-AEB5-FBD31773B6CB}" type="pres">
      <dgm:prSet presAssocID="{65A68534-C4B3-45BB-93E1-D6520DC16909}" presName="extraNode" presStyleLbl="node1" presStyleIdx="0" presStyleCnt="4"/>
      <dgm:spPr/>
    </dgm:pt>
    <dgm:pt modelId="{9D2BA2DC-A82F-4C3F-ACB3-B0BAA41CA5D7}" type="pres">
      <dgm:prSet presAssocID="{65A68534-C4B3-45BB-93E1-D6520DC16909}" presName="dstNode" presStyleLbl="node1" presStyleIdx="0" presStyleCnt="4"/>
      <dgm:spPr/>
    </dgm:pt>
    <dgm:pt modelId="{5B4BD052-D0F2-44F0-8493-957A34F11EB6}" type="pres">
      <dgm:prSet presAssocID="{A55EE37A-D5AB-4B2F-A845-3A7EBA6DBCE0}" presName="text_1" presStyleLbl="node1" presStyleIdx="0" presStyleCnt="4">
        <dgm:presLayoutVars>
          <dgm:bulletEnabled val="1"/>
        </dgm:presLayoutVars>
      </dgm:prSet>
      <dgm:spPr/>
    </dgm:pt>
    <dgm:pt modelId="{D601D1C5-AAE2-4F72-95B7-C696ADD83610}" type="pres">
      <dgm:prSet presAssocID="{A55EE37A-D5AB-4B2F-A845-3A7EBA6DBCE0}" presName="accent_1" presStyleCnt="0"/>
      <dgm:spPr/>
    </dgm:pt>
    <dgm:pt modelId="{EB577697-8004-4A3E-8828-F2D216FA230E}" type="pres">
      <dgm:prSet presAssocID="{A55EE37A-D5AB-4B2F-A845-3A7EBA6DBCE0}" presName="accentRepeatNode" presStyleLbl="solidFgAcc1" presStyleIdx="0" presStyleCnt="4"/>
      <dgm:spPr/>
    </dgm:pt>
    <dgm:pt modelId="{BA8A77DB-F191-42CD-923B-1DB1A0C8D56A}" type="pres">
      <dgm:prSet presAssocID="{B322A2A2-34BC-4D2E-BDF6-0DCE6F30430D}" presName="text_2" presStyleLbl="node1" presStyleIdx="1" presStyleCnt="4">
        <dgm:presLayoutVars>
          <dgm:bulletEnabled val="1"/>
        </dgm:presLayoutVars>
      </dgm:prSet>
      <dgm:spPr/>
    </dgm:pt>
    <dgm:pt modelId="{816DBEB9-CE96-4177-97AE-2C5CDA23B20F}" type="pres">
      <dgm:prSet presAssocID="{B322A2A2-34BC-4D2E-BDF6-0DCE6F30430D}" presName="accent_2" presStyleCnt="0"/>
      <dgm:spPr/>
    </dgm:pt>
    <dgm:pt modelId="{6752E56E-E3B4-44C6-AC48-3B214B70BF38}" type="pres">
      <dgm:prSet presAssocID="{B322A2A2-34BC-4D2E-BDF6-0DCE6F30430D}" presName="accentRepeatNode" presStyleLbl="solidFgAcc1" presStyleIdx="1" presStyleCnt="4"/>
      <dgm:spPr/>
    </dgm:pt>
    <dgm:pt modelId="{2F06F697-82FD-4838-AA31-9CFC2C91089D}" type="pres">
      <dgm:prSet presAssocID="{F3B389AC-2DA7-4782-B7D6-7395AB8F7D7B}" presName="text_3" presStyleLbl="node1" presStyleIdx="2" presStyleCnt="4">
        <dgm:presLayoutVars>
          <dgm:bulletEnabled val="1"/>
        </dgm:presLayoutVars>
      </dgm:prSet>
      <dgm:spPr/>
    </dgm:pt>
    <dgm:pt modelId="{5EAB9099-63E8-4B2F-8822-88C3FEAAF429}" type="pres">
      <dgm:prSet presAssocID="{F3B389AC-2DA7-4782-B7D6-7395AB8F7D7B}" presName="accent_3" presStyleCnt="0"/>
      <dgm:spPr/>
    </dgm:pt>
    <dgm:pt modelId="{EFFF2711-A391-4EA6-A759-46B47C51D7F0}" type="pres">
      <dgm:prSet presAssocID="{F3B389AC-2DA7-4782-B7D6-7395AB8F7D7B}" presName="accentRepeatNode" presStyleLbl="solidFgAcc1" presStyleIdx="2" presStyleCnt="4"/>
      <dgm:spPr/>
    </dgm:pt>
    <dgm:pt modelId="{A4562F9B-1D1F-42EA-A91E-440F2833E9AD}" type="pres">
      <dgm:prSet presAssocID="{751D868A-F54F-40A1-ABF7-26D5CEF08FBE}" presName="text_4" presStyleLbl="node1" presStyleIdx="3" presStyleCnt="4">
        <dgm:presLayoutVars>
          <dgm:bulletEnabled val="1"/>
        </dgm:presLayoutVars>
      </dgm:prSet>
      <dgm:spPr/>
    </dgm:pt>
    <dgm:pt modelId="{C26B33FB-530D-4CBD-845C-4E0C56ACBFB5}" type="pres">
      <dgm:prSet presAssocID="{751D868A-F54F-40A1-ABF7-26D5CEF08FBE}" presName="accent_4" presStyleCnt="0"/>
      <dgm:spPr/>
    </dgm:pt>
    <dgm:pt modelId="{4A4DE931-5AD1-41E0-8FC1-DAB012F19901}" type="pres">
      <dgm:prSet presAssocID="{751D868A-F54F-40A1-ABF7-26D5CEF08FBE}" presName="accentRepeatNode" presStyleLbl="solidFgAcc1" presStyleIdx="3" presStyleCnt="4"/>
      <dgm:spPr/>
    </dgm:pt>
  </dgm:ptLst>
  <dgm:cxnLst>
    <dgm:cxn modelId="{EE650001-1303-43E0-B68B-079914F5BF07}" srcId="{65A68534-C4B3-45BB-93E1-D6520DC16909}" destId="{F3B389AC-2DA7-4782-B7D6-7395AB8F7D7B}" srcOrd="2" destOrd="0" parTransId="{3AA3C71E-5D1F-41EF-B2BC-DF6AB859BE33}" sibTransId="{E3C450AD-42CC-4D78-9B6A-5AB66E8C1D30}"/>
    <dgm:cxn modelId="{5BD53C0B-4F45-4AD9-A098-9F34773EF802}" type="presOf" srcId="{462118C6-C045-448B-B0E7-6844E0BDDC5C}" destId="{A0C8A1AC-A535-45D0-A3E3-2A7393540B99}" srcOrd="0" destOrd="0" presId="urn:microsoft.com/office/officeart/2008/layout/VerticalCurvedList"/>
    <dgm:cxn modelId="{887D880E-A709-4CA6-8580-9D2447BB98E1}" srcId="{65A68534-C4B3-45BB-93E1-D6520DC16909}" destId="{A55EE37A-D5AB-4B2F-A845-3A7EBA6DBCE0}" srcOrd="0" destOrd="0" parTransId="{0CE22303-0AD8-45E6-90CB-B7C811D4D58F}" sibTransId="{462118C6-C045-448B-B0E7-6844E0BDDC5C}"/>
    <dgm:cxn modelId="{79AB5E30-AD5A-49D8-AEB8-035BB9891B6E}" type="presOf" srcId="{F3B389AC-2DA7-4782-B7D6-7395AB8F7D7B}" destId="{2F06F697-82FD-4838-AA31-9CFC2C91089D}" srcOrd="0" destOrd="0" presId="urn:microsoft.com/office/officeart/2008/layout/VerticalCurvedList"/>
    <dgm:cxn modelId="{322DD539-4198-450B-B669-778F4E0C9798}" srcId="{65A68534-C4B3-45BB-93E1-D6520DC16909}" destId="{B322A2A2-34BC-4D2E-BDF6-0DCE6F30430D}" srcOrd="1" destOrd="0" parTransId="{CAF11B07-97C7-4B1C-9E7F-3F302BD081B1}" sibTransId="{B529B52D-8502-4F60-A672-8AFD7D269BE8}"/>
    <dgm:cxn modelId="{F28CB442-8E1F-45CE-B527-B1E7B09DBE53}" srcId="{65A68534-C4B3-45BB-93E1-D6520DC16909}" destId="{751D868A-F54F-40A1-ABF7-26D5CEF08FBE}" srcOrd="3" destOrd="0" parTransId="{951BF32C-B71E-450C-88FA-EDEAF09DD6AE}" sibTransId="{E5FF2E05-A983-4191-AF64-727DEC5C92DE}"/>
    <dgm:cxn modelId="{1315EC7C-3B9C-4800-8165-1987DE2E638D}" type="presOf" srcId="{751D868A-F54F-40A1-ABF7-26D5CEF08FBE}" destId="{A4562F9B-1D1F-42EA-A91E-440F2833E9AD}" srcOrd="0" destOrd="0" presId="urn:microsoft.com/office/officeart/2008/layout/VerticalCurvedList"/>
    <dgm:cxn modelId="{A7218699-7B41-497C-B356-D2982D0AE58A}" type="presOf" srcId="{65A68534-C4B3-45BB-93E1-D6520DC16909}" destId="{0E68D7B4-73B4-4B5A-9FF7-5B50C8E654E6}" srcOrd="0" destOrd="0" presId="urn:microsoft.com/office/officeart/2008/layout/VerticalCurvedList"/>
    <dgm:cxn modelId="{A38D51A4-4BBA-403E-8FDC-ECBDAD37FF97}" type="presOf" srcId="{A55EE37A-D5AB-4B2F-A845-3A7EBA6DBCE0}" destId="{5B4BD052-D0F2-44F0-8493-957A34F11EB6}" srcOrd="0" destOrd="0" presId="urn:microsoft.com/office/officeart/2008/layout/VerticalCurvedList"/>
    <dgm:cxn modelId="{721E88EB-FD51-433F-B1B8-999434A8CE76}" type="presOf" srcId="{B322A2A2-34BC-4D2E-BDF6-0DCE6F30430D}" destId="{BA8A77DB-F191-42CD-923B-1DB1A0C8D56A}" srcOrd="0" destOrd="0" presId="urn:microsoft.com/office/officeart/2008/layout/VerticalCurvedList"/>
    <dgm:cxn modelId="{3B83C7D6-15D6-42D3-9067-F335170D4121}" type="presParOf" srcId="{0E68D7B4-73B4-4B5A-9FF7-5B50C8E654E6}" destId="{906CE7D2-6F30-4CD3-BE4F-1750ABE5EBB9}" srcOrd="0" destOrd="0" presId="urn:microsoft.com/office/officeart/2008/layout/VerticalCurvedList"/>
    <dgm:cxn modelId="{48302866-8959-41B9-B5F3-EC900B8B9A74}" type="presParOf" srcId="{906CE7D2-6F30-4CD3-BE4F-1750ABE5EBB9}" destId="{8AF08B9D-2455-4F3C-A653-4ADFE081FB61}" srcOrd="0" destOrd="0" presId="urn:microsoft.com/office/officeart/2008/layout/VerticalCurvedList"/>
    <dgm:cxn modelId="{C4FD601D-F106-42C3-871D-B8D93E603F44}" type="presParOf" srcId="{8AF08B9D-2455-4F3C-A653-4ADFE081FB61}" destId="{1CF97D5E-E7B3-4075-A5D7-9785600B8031}" srcOrd="0" destOrd="0" presId="urn:microsoft.com/office/officeart/2008/layout/VerticalCurvedList"/>
    <dgm:cxn modelId="{8F177926-BEC2-41C0-800D-4A2989E3668C}" type="presParOf" srcId="{8AF08B9D-2455-4F3C-A653-4ADFE081FB61}" destId="{A0C8A1AC-A535-45D0-A3E3-2A7393540B99}" srcOrd="1" destOrd="0" presId="urn:microsoft.com/office/officeart/2008/layout/VerticalCurvedList"/>
    <dgm:cxn modelId="{C543A403-E499-46E4-A6EA-A0912821DAE9}" type="presParOf" srcId="{8AF08B9D-2455-4F3C-A653-4ADFE081FB61}" destId="{4FE7E140-9B6C-40A5-AEB5-FBD31773B6CB}" srcOrd="2" destOrd="0" presId="urn:microsoft.com/office/officeart/2008/layout/VerticalCurvedList"/>
    <dgm:cxn modelId="{88146B0B-7928-45A9-9D64-EA580E14FD4D}" type="presParOf" srcId="{8AF08B9D-2455-4F3C-A653-4ADFE081FB61}" destId="{9D2BA2DC-A82F-4C3F-ACB3-B0BAA41CA5D7}" srcOrd="3" destOrd="0" presId="urn:microsoft.com/office/officeart/2008/layout/VerticalCurvedList"/>
    <dgm:cxn modelId="{6CD95429-C71C-40EA-9359-A3F9EA5589A1}" type="presParOf" srcId="{906CE7D2-6F30-4CD3-BE4F-1750ABE5EBB9}" destId="{5B4BD052-D0F2-44F0-8493-957A34F11EB6}" srcOrd="1" destOrd="0" presId="urn:microsoft.com/office/officeart/2008/layout/VerticalCurvedList"/>
    <dgm:cxn modelId="{6A7C6DC3-AA5E-4C90-BEB7-9586F34DD1F1}" type="presParOf" srcId="{906CE7D2-6F30-4CD3-BE4F-1750ABE5EBB9}" destId="{D601D1C5-AAE2-4F72-95B7-C696ADD83610}" srcOrd="2" destOrd="0" presId="urn:microsoft.com/office/officeart/2008/layout/VerticalCurvedList"/>
    <dgm:cxn modelId="{7D533780-2921-44FF-8A77-127F2C4238F1}" type="presParOf" srcId="{D601D1C5-AAE2-4F72-95B7-C696ADD83610}" destId="{EB577697-8004-4A3E-8828-F2D216FA230E}" srcOrd="0" destOrd="0" presId="urn:microsoft.com/office/officeart/2008/layout/VerticalCurvedList"/>
    <dgm:cxn modelId="{80303E99-0273-4E89-8A99-7789CE7A64DB}" type="presParOf" srcId="{906CE7D2-6F30-4CD3-BE4F-1750ABE5EBB9}" destId="{BA8A77DB-F191-42CD-923B-1DB1A0C8D56A}" srcOrd="3" destOrd="0" presId="urn:microsoft.com/office/officeart/2008/layout/VerticalCurvedList"/>
    <dgm:cxn modelId="{1CFD32FE-460B-4591-92A6-46C7937924A3}" type="presParOf" srcId="{906CE7D2-6F30-4CD3-BE4F-1750ABE5EBB9}" destId="{816DBEB9-CE96-4177-97AE-2C5CDA23B20F}" srcOrd="4" destOrd="0" presId="urn:microsoft.com/office/officeart/2008/layout/VerticalCurvedList"/>
    <dgm:cxn modelId="{320BFCD1-CEEB-412E-8E7D-886A6EEB8EB2}" type="presParOf" srcId="{816DBEB9-CE96-4177-97AE-2C5CDA23B20F}" destId="{6752E56E-E3B4-44C6-AC48-3B214B70BF38}" srcOrd="0" destOrd="0" presId="urn:microsoft.com/office/officeart/2008/layout/VerticalCurvedList"/>
    <dgm:cxn modelId="{6C37AEFE-4267-4533-AA63-6F10F9BA7B05}" type="presParOf" srcId="{906CE7D2-6F30-4CD3-BE4F-1750ABE5EBB9}" destId="{2F06F697-82FD-4838-AA31-9CFC2C91089D}" srcOrd="5" destOrd="0" presId="urn:microsoft.com/office/officeart/2008/layout/VerticalCurvedList"/>
    <dgm:cxn modelId="{2C20B043-8F9A-4FFF-9E1C-0F8F2C3ECA03}" type="presParOf" srcId="{906CE7D2-6F30-4CD3-BE4F-1750ABE5EBB9}" destId="{5EAB9099-63E8-4B2F-8822-88C3FEAAF429}" srcOrd="6" destOrd="0" presId="urn:microsoft.com/office/officeart/2008/layout/VerticalCurvedList"/>
    <dgm:cxn modelId="{152E6E79-7B04-43F2-BF1B-819B62A1997D}" type="presParOf" srcId="{5EAB9099-63E8-4B2F-8822-88C3FEAAF429}" destId="{EFFF2711-A391-4EA6-A759-46B47C51D7F0}" srcOrd="0" destOrd="0" presId="urn:microsoft.com/office/officeart/2008/layout/VerticalCurvedList"/>
    <dgm:cxn modelId="{5D73F534-E568-42D0-B81D-5EF4FF68B729}" type="presParOf" srcId="{906CE7D2-6F30-4CD3-BE4F-1750ABE5EBB9}" destId="{A4562F9B-1D1F-42EA-A91E-440F2833E9AD}" srcOrd="7" destOrd="0" presId="urn:microsoft.com/office/officeart/2008/layout/VerticalCurvedList"/>
    <dgm:cxn modelId="{6882592D-96C7-4690-B0AA-68EC3B03B06D}" type="presParOf" srcId="{906CE7D2-6F30-4CD3-BE4F-1750ABE5EBB9}" destId="{C26B33FB-530D-4CBD-845C-4E0C56ACBFB5}" srcOrd="8" destOrd="0" presId="urn:microsoft.com/office/officeart/2008/layout/VerticalCurvedList"/>
    <dgm:cxn modelId="{F1DF2539-4797-410B-A3B1-C3857E455EF0}" type="presParOf" srcId="{C26B33FB-530D-4CBD-845C-4E0C56ACBFB5}" destId="{4A4DE931-5AD1-41E0-8FC1-DAB012F1990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E50A44E2-3BA3-4AF8-8194-1C23ABEB80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2D0DC3-784D-44E1-B72E-28722AC547C7}">
      <dgm:prSet/>
      <dgm:spPr/>
      <dgm:t>
        <a:bodyPr/>
        <a:lstStyle/>
        <a:p>
          <a:r>
            <a:rPr lang="ru-RU" b="0" i="0"/>
            <a:t>російським дворянством.</a:t>
          </a:r>
          <a:endParaRPr lang="uk-UA"/>
        </a:p>
      </dgm:t>
    </dgm:pt>
    <dgm:pt modelId="{B65442B8-D6C7-49BB-B56E-4FF8DFB00D49}" type="parTrans" cxnId="{32FA025B-E3CA-4C55-9BAE-69B09DDDA145}">
      <dgm:prSet/>
      <dgm:spPr/>
      <dgm:t>
        <a:bodyPr/>
        <a:lstStyle/>
        <a:p>
          <a:endParaRPr lang="uk-UA"/>
        </a:p>
      </dgm:t>
    </dgm:pt>
    <dgm:pt modelId="{BB8EA9C9-CC4C-488F-9C1D-162ACBDFA9FC}" type="sibTrans" cxnId="{32FA025B-E3CA-4C55-9BAE-69B09DDDA145}">
      <dgm:prSet/>
      <dgm:spPr/>
      <dgm:t>
        <a:bodyPr/>
        <a:lstStyle/>
        <a:p>
          <a:endParaRPr lang="uk-UA"/>
        </a:p>
      </dgm:t>
    </dgm:pt>
    <dgm:pt modelId="{611F84BE-EA1D-4D4E-9218-A45F6079315D}">
      <dgm:prSet/>
      <dgm:spPr/>
      <dgm:t>
        <a:bodyPr/>
        <a:lstStyle/>
        <a:p>
          <a:r>
            <a:rPr lang="ru-RU" b="0" i="0" dirty="0" err="1"/>
            <a:t>кримськотатарськими</a:t>
          </a:r>
          <a:r>
            <a:rPr lang="ru-RU" b="0" i="0" dirty="0"/>
            <a:t> ханами.</a:t>
          </a:r>
          <a:endParaRPr lang="uk-UA" dirty="0"/>
        </a:p>
      </dgm:t>
    </dgm:pt>
    <dgm:pt modelId="{BBB4AB49-4353-437A-90DA-53E65F42B6C5}" type="parTrans" cxnId="{DA348956-4E2E-48D0-8F2F-27C80E8C536E}">
      <dgm:prSet/>
      <dgm:spPr/>
      <dgm:t>
        <a:bodyPr/>
        <a:lstStyle/>
        <a:p>
          <a:endParaRPr lang="uk-UA"/>
        </a:p>
      </dgm:t>
    </dgm:pt>
    <dgm:pt modelId="{7EB98EE7-19DF-47D4-9CFC-59DC45340C4E}" type="sibTrans" cxnId="{DA348956-4E2E-48D0-8F2F-27C80E8C536E}">
      <dgm:prSet/>
      <dgm:spPr/>
      <dgm:t>
        <a:bodyPr/>
        <a:lstStyle/>
        <a:p>
          <a:endParaRPr lang="uk-UA"/>
        </a:p>
      </dgm:t>
    </dgm:pt>
    <dgm:pt modelId="{2DA91192-4B1F-47B4-B8BA-FE0090076DD3}">
      <dgm:prSet/>
      <dgm:spPr/>
      <dgm:t>
        <a:bodyPr/>
        <a:lstStyle/>
        <a:p>
          <a:r>
            <a:rPr lang="ru-RU" b="0" i="0"/>
            <a:t>козацькою старшиною.</a:t>
          </a:r>
          <a:endParaRPr lang="uk-UA"/>
        </a:p>
      </dgm:t>
    </dgm:pt>
    <dgm:pt modelId="{31E414D2-42FB-43F8-8679-F4DDF2A8EF66}" type="parTrans" cxnId="{114F7F5E-2A63-4672-859A-68105B37B282}">
      <dgm:prSet/>
      <dgm:spPr/>
      <dgm:t>
        <a:bodyPr/>
        <a:lstStyle/>
        <a:p>
          <a:endParaRPr lang="uk-UA"/>
        </a:p>
      </dgm:t>
    </dgm:pt>
    <dgm:pt modelId="{438365BA-665C-4FB5-9C47-D98F4F0A4055}" type="sibTrans" cxnId="{114F7F5E-2A63-4672-859A-68105B37B282}">
      <dgm:prSet/>
      <dgm:spPr/>
      <dgm:t>
        <a:bodyPr/>
        <a:lstStyle/>
        <a:p>
          <a:endParaRPr lang="uk-UA"/>
        </a:p>
      </dgm:t>
    </dgm:pt>
    <dgm:pt modelId="{EECB3B56-DB4B-4F7D-9D24-9CA8DE6AAD3B}">
      <dgm:prSet/>
      <dgm:spPr/>
      <dgm:t>
        <a:bodyPr/>
        <a:lstStyle/>
        <a:p>
          <a:r>
            <a:rPr lang="ru-RU" b="0" i="0" dirty="0" err="1"/>
            <a:t>польською</a:t>
          </a:r>
          <a:r>
            <a:rPr lang="ru-RU" b="0" i="0" dirty="0"/>
            <a:t> шляхтою.</a:t>
          </a:r>
          <a:endParaRPr lang="uk-UA" dirty="0"/>
        </a:p>
      </dgm:t>
    </dgm:pt>
    <dgm:pt modelId="{D16A8791-B7EF-455E-9BD9-9B39AC982148}" type="parTrans" cxnId="{36744E5E-AFE7-41AC-B642-1ED683A7AD19}">
      <dgm:prSet/>
      <dgm:spPr/>
      <dgm:t>
        <a:bodyPr/>
        <a:lstStyle/>
        <a:p>
          <a:endParaRPr lang="uk-UA"/>
        </a:p>
      </dgm:t>
    </dgm:pt>
    <dgm:pt modelId="{BE7DE225-5C10-488E-A7A2-A297E686052D}" type="sibTrans" cxnId="{36744E5E-AFE7-41AC-B642-1ED683A7AD19}">
      <dgm:prSet/>
      <dgm:spPr/>
      <dgm:t>
        <a:bodyPr/>
        <a:lstStyle/>
        <a:p>
          <a:endParaRPr lang="uk-UA"/>
        </a:p>
      </dgm:t>
    </dgm:pt>
    <dgm:pt modelId="{4F998349-FD78-4DF9-AE6D-A7F0A2507D77}" type="pres">
      <dgm:prSet presAssocID="{E50A44E2-3BA3-4AF8-8194-1C23ABEB8071}" presName="linear" presStyleCnt="0">
        <dgm:presLayoutVars>
          <dgm:animLvl val="lvl"/>
          <dgm:resizeHandles val="exact"/>
        </dgm:presLayoutVars>
      </dgm:prSet>
      <dgm:spPr/>
    </dgm:pt>
    <dgm:pt modelId="{AC685E80-DC99-4D2F-B079-7A4ADA5C3C98}" type="pres">
      <dgm:prSet presAssocID="{9E2D0DC3-784D-44E1-B72E-28722AC547C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958B0B-86E8-4ED2-A282-075EC9B6C506}" type="pres">
      <dgm:prSet presAssocID="{BB8EA9C9-CC4C-488F-9C1D-162ACBDFA9FC}" presName="spacer" presStyleCnt="0"/>
      <dgm:spPr/>
    </dgm:pt>
    <dgm:pt modelId="{D75AEC91-78CC-4EC6-8318-382A4F6FD876}" type="pres">
      <dgm:prSet presAssocID="{611F84BE-EA1D-4D4E-9218-A45F6079315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5415A8F-7D2A-4FA7-A078-6ACD4C7D5E3D}" type="pres">
      <dgm:prSet presAssocID="{7EB98EE7-19DF-47D4-9CFC-59DC45340C4E}" presName="spacer" presStyleCnt="0"/>
      <dgm:spPr/>
    </dgm:pt>
    <dgm:pt modelId="{899E8EEA-5233-4C5B-8E1B-BEA85567570B}" type="pres">
      <dgm:prSet presAssocID="{2DA91192-4B1F-47B4-B8BA-FE0090076DD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A4D87A-5179-42C8-8C11-9C6064A57D5C}" type="pres">
      <dgm:prSet presAssocID="{438365BA-665C-4FB5-9C47-D98F4F0A4055}" presName="spacer" presStyleCnt="0"/>
      <dgm:spPr/>
    </dgm:pt>
    <dgm:pt modelId="{398A4228-1D55-45DD-8058-7142C202BE6E}" type="pres">
      <dgm:prSet presAssocID="{EECB3B56-DB4B-4F7D-9D24-9CA8DE6AAD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E58D2E-AB86-459D-ACC1-671B551472EF}" type="presOf" srcId="{611F84BE-EA1D-4D4E-9218-A45F6079315D}" destId="{D75AEC91-78CC-4EC6-8318-382A4F6FD876}" srcOrd="0" destOrd="0" presId="urn:microsoft.com/office/officeart/2005/8/layout/vList2"/>
    <dgm:cxn modelId="{B273843F-5AF0-4DA8-A68C-7DA157004081}" type="presOf" srcId="{EECB3B56-DB4B-4F7D-9D24-9CA8DE6AAD3B}" destId="{398A4228-1D55-45DD-8058-7142C202BE6E}" srcOrd="0" destOrd="0" presId="urn:microsoft.com/office/officeart/2005/8/layout/vList2"/>
    <dgm:cxn modelId="{32FA025B-E3CA-4C55-9BAE-69B09DDDA145}" srcId="{E50A44E2-3BA3-4AF8-8194-1C23ABEB8071}" destId="{9E2D0DC3-784D-44E1-B72E-28722AC547C7}" srcOrd="0" destOrd="0" parTransId="{B65442B8-D6C7-49BB-B56E-4FF8DFB00D49}" sibTransId="{BB8EA9C9-CC4C-488F-9C1D-162ACBDFA9FC}"/>
    <dgm:cxn modelId="{36744E5E-AFE7-41AC-B642-1ED683A7AD19}" srcId="{E50A44E2-3BA3-4AF8-8194-1C23ABEB8071}" destId="{EECB3B56-DB4B-4F7D-9D24-9CA8DE6AAD3B}" srcOrd="3" destOrd="0" parTransId="{D16A8791-B7EF-455E-9BD9-9B39AC982148}" sibTransId="{BE7DE225-5C10-488E-A7A2-A297E686052D}"/>
    <dgm:cxn modelId="{114F7F5E-2A63-4672-859A-68105B37B282}" srcId="{E50A44E2-3BA3-4AF8-8194-1C23ABEB8071}" destId="{2DA91192-4B1F-47B4-B8BA-FE0090076DD3}" srcOrd="2" destOrd="0" parTransId="{31E414D2-42FB-43F8-8679-F4DDF2A8EF66}" sibTransId="{438365BA-665C-4FB5-9C47-D98F4F0A4055}"/>
    <dgm:cxn modelId="{DA348956-4E2E-48D0-8F2F-27C80E8C536E}" srcId="{E50A44E2-3BA3-4AF8-8194-1C23ABEB8071}" destId="{611F84BE-EA1D-4D4E-9218-A45F6079315D}" srcOrd="1" destOrd="0" parTransId="{BBB4AB49-4353-437A-90DA-53E65F42B6C5}" sibTransId="{7EB98EE7-19DF-47D4-9CFC-59DC45340C4E}"/>
    <dgm:cxn modelId="{5F6E3F8C-121F-4D71-BFFD-2CFD36E05C23}" type="presOf" srcId="{E50A44E2-3BA3-4AF8-8194-1C23ABEB8071}" destId="{4F998349-FD78-4DF9-AE6D-A7F0A2507D77}" srcOrd="0" destOrd="0" presId="urn:microsoft.com/office/officeart/2005/8/layout/vList2"/>
    <dgm:cxn modelId="{78257CEA-9C9E-4776-B31F-76A7B52DDE7B}" type="presOf" srcId="{2DA91192-4B1F-47B4-B8BA-FE0090076DD3}" destId="{899E8EEA-5233-4C5B-8E1B-BEA85567570B}" srcOrd="0" destOrd="0" presId="urn:microsoft.com/office/officeart/2005/8/layout/vList2"/>
    <dgm:cxn modelId="{A21298F2-3BD6-4B23-B3F1-5E380CFCA8D2}" type="presOf" srcId="{9E2D0DC3-784D-44E1-B72E-28722AC547C7}" destId="{AC685E80-DC99-4D2F-B079-7A4ADA5C3C98}" srcOrd="0" destOrd="0" presId="urn:microsoft.com/office/officeart/2005/8/layout/vList2"/>
    <dgm:cxn modelId="{E9CF77CF-A156-463E-AD91-E1A5910D3026}" type="presParOf" srcId="{4F998349-FD78-4DF9-AE6D-A7F0A2507D77}" destId="{AC685E80-DC99-4D2F-B079-7A4ADA5C3C98}" srcOrd="0" destOrd="0" presId="urn:microsoft.com/office/officeart/2005/8/layout/vList2"/>
    <dgm:cxn modelId="{D2E68041-9D94-4DBA-A429-F9C58932C111}" type="presParOf" srcId="{4F998349-FD78-4DF9-AE6D-A7F0A2507D77}" destId="{12958B0B-86E8-4ED2-A282-075EC9B6C506}" srcOrd="1" destOrd="0" presId="urn:microsoft.com/office/officeart/2005/8/layout/vList2"/>
    <dgm:cxn modelId="{EF0BE470-65C9-48D7-83F2-0A2FAE7F66DA}" type="presParOf" srcId="{4F998349-FD78-4DF9-AE6D-A7F0A2507D77}" destId="{D75AEC91-78CC-4EC6-8318-382A4F6FD876}" srcOrd="2" destOrd="0" presId="urn:microsoft.com/office/officeart/2005/8/layout/vList2"/>
    <dgm:cxn modelId="{688493B8-7B37-44C4-BD68-D1FF1AB60AB2}" type="presParOf" srcId="{4F998349-FD78-4DF9-AE6D-A7F0A2507D77}" destId="{45415A8F-7D2A-4FA7-A078-6ACD4C7D5E3D}" srcOrd="3" destOrd="0" presId="urn:microsoft.com/office/officeart/2005/8/layout/vList2"/>
    <dgm:cxn modelId="{775D44CE-AAEF-4F0D-8639-D5D89385C692}" type="presParOf" srcId="{4F998349-FD78-4DF9-AE6D-A7F0A2507D77}" destId="{899E8EEA-5233-4C5B-8E1B-BEA85567570B}" srcOrd="4" destOrd="0" presId="urn:microsoft.com/office/officeart/2005/8/layout/vList2"/>
    <dgm:cxn modelId="{776FDDD3-6460-4A6B-AA56-96F8F69B23FB}" type="presParOf" srcId="{4F998349-FD78-4DF9-AE6D-A7F0A2507D77}" destId="{57A4D87A-5179-42C8-8C11-9C6064A57D5C}" srcOrd="5" destOrd="0" presId="urn:microsoft.com/office/officeart/2005/8/layout/vList2"/>
    <dgm:cxn modelId="{327829B3-F825-4E32-A835-670545534909}" type="presParOf" srcId="{4F998349-FD78-4DF9-AE6D-A7F0A2507D77}" destId="{398A4228-1D55-45DD-8058-7142C202BE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E124175E-1F3C-4BE9-92F3-D72225198B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CA6C9A-C10C-4A3A-AFEA-65F3090B6D05}">
      <dgm:prSet/>
      <dgm:spPr/>
      <dgm:t>
        <a:bodyPr/>
        <a:lstStyle/>
        <a:p>
          <a:r>
            <a:rPr lang="ru-RU" b="0" i="0"/>
            <a:t>кримськотатарських ханів.</a:t>
          </a:r>
          <a:endParaRPr lang="uk-UA"/>
        </a:p>
      </dgm:t>
    </dgm:pt>
    <dgm:pt modelId="{D95B6560-FE5F-4E49-A1D3-9D150ACE9E4F}" type="parTrans" cxnId="{90F55761-DFB1-4863-A550-24DC32F4D1BD}">
      <dgm:prSet/>
      <dgm:spPr/>
      <dgm:t>
        <a:bodyPr/>
        <a:lstStyle/>
        <a:p>
          <a:endParaRPr lang="uk-UA"/>
        </a:p>
      </dgm:t>
    </dgm:pt>
    <dgm:pt modelId="{1D392607-CD0E-483B-8435-8EDB230D00E7}" type="sibTrans" cxnId="{90F55761-DFB1-4863-A550-24DC32F4D1BD}">
      <dgm:prSet/>
      <dgm:spPr/>
      <dgm:t>
        <a:bodyPr/>
        <a:lstStyle/>
        <a:p>
          <a:endParaRPr lang="uk-UA"/>
        </a:p>
      </dgm:t>
    </dgm:pt>
    <dgm:pt modelId="{27E0588F-C420-4D90-B97C-8E0B53A8847D}">
      <dgm:prSet/>
      <dgm:spPr/>
      <dgm:t>
        <a:bodyPr/>
        <a:lstStyle/>
        <a:p>
          <a:r>
            <a:rPr lang="ru-RU" b="0" i="0" dirty="0" err="1"/>
            <a:t>російського</a:t>
          </a:r>
          <a:r>
            <a:rPr lang="ru-RU" b="0" i="0" dirty="0"/>
            <a:t> дворянства.</a:t>
          </a:r>
          <a:endParaRPr lang="uk-UA" dirty="0"/>
        </a:p>
      </dgm:t>
    </dgm:pt>
    <dgm:pt modelId="{BD76BD92-9B9A-4291-A9F1-033338F2AB64}" type="parTrans" cxnId="{48D1D818-A40D-438E-964F-818D6BE5023F}">
      <dgm:prSet/>
      <dgm:spPr/>
      <dgm:t>
        <a:bodyPr/>
        <a:lstStyle/>
        <a:p>
          <a:endParaRPr lang="uk-UA"/>
        </a:p>
      </dgm:t>
    </dgm:pt>
    <dgm:pt modelId="{784EADE0-2CCA-4555-9D14-044D842F50E1}" type="sibTrans" cxnId="{48D1D818-A40D-438E-964F-818D6BE5023F}">
      <dgm:prSet/>
      <dgm:spPr/>
      <dgm:t>
        <a:bodyPr/>
        <a:lstStyle/>
        <a:p>
          <a:endParaRPr lang="uk-UA"/>
        </a:p>
      </dgm:t>
    </dgm:pt>
    <dgm:pt modelId="{740712F4-0DE9-4A46-9531-623AED888BBD}">
      <dgm:prSet/>
      <dgm:spPr/>
      <dgm:t>
        <a:bodyPr/>
        <a:lstStyle/>
        <a:p>
          <a:r>
            <a:rPr lang="ru-RU" b="0" i="0"/>
            <a:t>козацької старшини.</a:t>
          </a:r>
          <a:endParaRPr lang="uk-UA"/>
        </a:p>
      </dgm:t>
    </dgm:pt>
    <dgm:pt modelId="{2C015BE1-6C5F-43B9-932F-A96C8BCCDB01}" type="parTrans" cxnId="{F53A5BD5-FD6B-468A-9F51-3C4201D810FE}">
      <dgm:prSet/>
      <dgm:spPr/>
      <dgm:t>
        <a:bodyPr/>
        <a:lstStyle/>
        <a:p>
          <a:endParaRPr lang="uk-UA"/>
        </a:p>
      </dgm:t>
    </dgm:pt>
    <dgm:pt modelId="{4B9E0E9C-05D3-466E-8756-5FD3FD95ED94}" type="sibTrans" cxnId="{F53A5BD5-FD6B-468A-9F51-3C4201D810FE}">
      <dgm:prSet/>
      <dgm:spPr/>
      <dgm:t>
        <a:bodyPr/>
        <a:lstStyle/>
        <a:p>
          <a:endParaRPr lang="uk-UA"/>
        </a:p>
      </dgm:t>
    </dgm:pt>
    <dgm:pt modelId="{05DA1AA9-E99A-45E0-8535-A9033CC64C93}">
      <dgm:prSet/>
      <dgm:spPr/>
      <dgm:t>
        <a:bodyPr/>
        <a:lstStyle/>
        <a:p>
          <a:r>
            <a:rPr lang="ru-RU" b="0" i="0" dirty="0" err="1"/>
            <a:t>польської</a:t>
          </a:r>
          <a:r>
            <a:rPr lang="ru-RU" b="0" i="0" dirty="0"/>
            <a:t> </a:t>
          </a:r>
          <a:r>
            <a:rPr lang="ru-RU" b="0" i="0" dirty="0" err="1"/>
            <a:t>шляхти</a:t>
          </a:r>
          <a:r>
            <a:rPr lang="ru-RU" b="0" i="0" dirty="0"/>
            <a:t>.</a:t>
          </a:r>
          <a:endParaRPr lang="uk-UA" dirty="0"/>
        </a:p>
      </dgm:t>
    </dgm:pt>
    <dgm:pt modelId="{84B525CB-0B80-456F-9198-08DE925883C6}" type="parTrans" cxnId="{64F5EA53-05DE-4A5A-B97F-C69A1A602839}">
      <dgm:prSet/>
      <dgm:spPr/>
      <dgm:t>
        <a:bodyPr/>
        <a:lstStyle/>
        <a:p>
          <a:endParaRPr lang="uk-UA"/>
        </a:p>
      </dgm:t>
    </dgm:pt>
    <dgm:pt modelId="{5386CEED-2937-401A-8B2A-10AB08597249}" type="sibTrans" cxnId="{64F5EA53-05DE-4A5A-B97F-C69A1A602839}">
      <dgm:prSet/>
      <dgm:spPr/>
      <dgm:t>
        <a:bodyPr/>
        <a:lstStyle/>
        <a:p>
          <a:endParaRPr lang="uk-UA"/>
        </a:p>
      </dgm:t>
    </dgm:pt>
    <dgm:pt modelId="{572B5475-AE1F-4F64-8655-B643ED6F898A}" type="pres">
      <dgm:prSet presAssocID="{E124175E-1F3C-4BE9-92F3-D72225198BE5}" presName="linear" presStyleCnt="0">
        <dgm:presLayoutVars>
          <dgm:animLvl val="lvl"/>
          <dgm:resizeHandles val="exact"/>
        </dgm:presLayoutVars>
      </dgm:prSet>
      <dgm:spPr/>
    </dgm:pt>
    <dgm:pt modelId="{0693EB54-A955-487C-9122-3F636F5E0F3E}" type="pres">
      <dgm:prSet presAssocID="{1ACA6C9A-C10C-4A3A-AFEA-65F3090B6D0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4494F7-1C44-47F2-AC1B-637C2B6E725D}" type="pres">
      <dgm:prSet presAssocID="{1D392607-CD0E-483B-8435-8EDB230D00E7}" presName="spacer" presStyleCnt="0"/>
      <dgm:spPr/>
    </dgm:pt>
    <dgm:pt modelId="{FB2082EB-CA33-4C93-AEF7-F31DE3CFDE73}" type="pres">
      <dgm:prSet presAssocID="{27E0588F-C420-4D90-B97C-8E0B53A8847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695B9F8-4842-498F-B550-6D82B94BD617}" type="pres">
      <dgm:prSet presAssocID="{784EADE0-2CCA-4555-9D14-044D842F50E1}" presName="spacer" presStyleCnt="0"/>
      <dgm:spPr/>
    </dgm:pt>
    <dgm:pt modelId="{E39555A6-3D78-4D68-9D4F-0EE7219C43D3}" type="pres">
      <dgm:prSet presAssocID="{740712F4-0DE9-4A46-9531-623AED888B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CB1D310-0F42-4DAA-B840-3FD64C4EE73B}" type="pres">
      <dgm:prSet presAssocID="{4B9E0E9C-05D3-466E-8756-5FD3FD95ED94}" presName="spacer" presStyleCnt="0"/>
      <dgm:spPr/>
    </dgm:pt>
    <dgm:pt modelId="{F92BBC8C-EE46-4FA6-8EDD-63510BBF93E3}" type="pres">
      <dgm:prSet presAssocID="{05DA1AA9-E99A-45E0-8535-A9033CC64C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8D1D818-A40D-438E-964F-818D6BE5023F}" srcId="{E124175E-1F3C-4BE9-92F3-D72225198BE5}" destId="{27E0588F-C420-4D90-B97C-8E0B53A8847D}" srcOrd="1" destOrd="0" parTransId="{BD76BD92-9B9A-4291-A9F1-033338F2AB64}" sibTransId="{784EADE0-2CCA-4555-9D14-044D842F50E1}"/>
    <dgm:cxn modelId="{C1CC3C30-81D3-4E89-ACF6-F3B03E58ABF1}" type="presOf" srcId="{05DA1AA9-E99A-45E0-8535-A9033CC64C93}" destId="{F92BBC8C-EE46-4FA6-8EDD-63510BBF93E3}" srcOrd="0" destOrd="0" presId="urn:microsoft.com/office/officeart/2005/8/layout/vList2"/>
    <dgm:cxn modelId="{90F55761-DFB1-4863-A550-24DC32F4D1BD}" srcId="{E124175E-1F3C-4BE9-92F3-D72225198BE5}" destId="{1ACA6C9A-C10C-4A3A-AFEA-65F3090B6D05}" srcOrd="0" destOrd="0" parTransId="{D95B6560-FE5F-4E49-A1D3-9D150ACE9E4F}" sibTransId="{1D392607-CD0E-483B-8435-8EDB230D00E7}"/>
    <dgm:cxn modelId="{32278D51-1AD6-4B5E-AAE7-87962B1A9AB2}" type="presOf" srcId="{740712F4-0DE9-4A46-9531-623AED888BBD}" destId="{E39555A6-3D78-4D68-9D4F-0EE7219C43D3}" srcOrd="0" destOrd="0" presId="urn:microsoft.com/office/officeart/2005/8/layout/vList2"/>
    <dgm:cxn modelId="{64F5EA53-05DE-4A5A-B97F-C69A1A602839}" srcId="{E124175E-1F3C-4BE9-92F3-D72225198BE5}" destId="{05DA1AA9-E99A-45E0-8535-A9033CC64C93}" srcOrd="3" destOrd="0" parTransId="{84B525CB-0B80-456F-9198-08DE925883C6}" sibTransId="{5386CEED-2937-401A-8B2A-10AB08597249}"/>
    <dgm:cxn modelId="{98E54D77-0E7D-401F-8F7C-59B8A19B57B2}" type="presOf" srcId="{E124175E-1F3C-4BE9-92F3-D72225198BE5}" destId="{572B5475-AE1F-4F64-8655-B643ED6F898A}" srcOrd="0" destOrd="0" presId="urn:microsoft.com/office/officeart/2005/8/layout/vList2"/>
    <dgm:cxn modelId="{B4CB72B8-C90B-4E26-850A-A950E4047C69}" type="presOf" srcId="{27E0588F-C420-4D90-B97C-8E0B53A8847D}" destId="{FB2082EB-CA33-4C93-AEF7-F31DE3CFDE73}" srcOrd="0" destOrd="0" presId="urn:microsoft.com/office/officeart/2005/8/layout/vList2"/>
    <dgm:cxn modelId="{F53A5BD5-FD6B-468A-9F51-3C4201D810FE}" srcId="{E124175E-1F3C-4BE9-92F3-D72225198BE5}" destId="{740712F4-0DE9-4A46-9531-623AED888BBD}" srcOrd="2" destOrd="0" parTransId="{2C015BE1-6C5F-43B9-932F-A96C8BCCDB01}" sibTransId="{4B9E0E9C-05D3-466E-8756-5FD3FD95ED94}"/>
    <dgm:cxn modelId="{E2D020E4-D56C-4DF9-82A6-71CA0704998A}" type="presOf" srcId="{1ACA6C9A-C10C-4A3A-AFEA-65F3090B6D05}" destId="{0693EB54-A955-487C-9122-3F636F5E0F3E}" srcOrd="0" destOrd="0" presId="urn:microsoft.com/office/officeart/2005/8/layout/vList2"/>
    <dgm:cxn modelId="{BC870BED-5F0C-4B8F-9CA5-C3E80E28DDE2}" type="presParOf" srcId="{572B5475-AE1F-4F64-8655-B643ED6F898A}" destId="{0693EB54-A955-487C-9122-3F636F5E0F3E}" srcOrd="0" destOrd="0" presId="urn:microsoft.com/office/officeart/2005/8/layout/vList2"/>
    <dgm:cxn modelId="{0B43F7C1-67E6-4DE1-8C34-149BF563CCC5}" type="presParOf" srcId="{572B5475-AE1F-4F64-8655-B643ED6F898A}" destId="{854494F7-1C44-47F2-AC1B-637C2B6E725D}" srcOrd="1" destOrd="0" presId="urn:microsoft.com/office/officeart/2005/8/layout/vList2"/>
    <dgm:cxn modelId="{75309193-8D24-4A88-885F-3C256E5D34AA}" type="presParOf" srcId="{572B5475-AE1F-4F64-8655-B643ED6F898A}" destId="{FB2082EB-CA33-4C93-AEF7-F31DE3CFDE73}" srcOrd="2" destOrd="0" presId="urn:microsoft.com/office/officeart/2005/8/layout/vList2"/>
    <dgm:cxn modelId="{017B2E1C-9A71-4F88-97A0-9D4A34E8168A}" type="presParOf" srcId="{572B5475-AE1F-4F64-8655-B643ED6F898A}" destId="{9695B9F8-4842-498F-B550-6D82B94BD617}" srcOrd="3" destOrd="0" presId="urn:microsoft.com/office/officeart/2005/8/layout/vList2"/>
    <dgm:cxn modelId="{F79930C7-79EF-4E15-B4E3-90C36875EC14}" type="presParOf" srcId="{572B5475-AE1F-4F64-8655-B643ED6F898A}" destId="{E39555A6-3D78-4D68-9D4F-0EE7219C43D3}" srcOrd="4" destOrd="0" presId="urn:microsoft.com/office/officeart/2005/8/layout/vList2"/>
    <dgm:cxn modelId="{54513F78-9AE1-4A67-8244-D9DE8BBB26EC}" type="presParOf" srcId="{572B5475-AE1F-4F64-8655-B643ED6F898A}" destId="{ACB1D310-0F42-4DAA-B840-3FD64C4EE73B}" srcOrd="5" destOrd="0" presId="urn:microsoft.com/office/officeart/2005/8/layout/vList2"/>
    <dgm:cxn modelId="{ECF55283-C1C1-4C0C-9403-A8E40DEF8BAB}" type="presParOf" srcId="{572B5475-AE1F-4F64-8655-B643ED6F898A}" destId="{F92BBC8C-EE46-4FA6-8EDD-63510BBF93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07EAACB7-D398-448A-9C4C-F7E4FFB5B1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F13A1F8-6DBD-46F2-B231-0463D52A0628}">
      <dgm:prSet/>
      <dgm:spPr/>
      <dgm:t>
        <a:bodyPr/>
        <a:lstStyle/>
        <a:p>
          <a:r>
            <a:rPr lang="uk-UA" b="0" i="0" dirty="0"/>
            <a:t>опришківського руху на чолі з О. </a:t>
          </a:r>
          <a:r>
            <a:rPr lang="uk-UA" b="0" i="0" dirty="0" err="1"/>
            <a:t>Довбушем</a:t>
          </a:r>
          <a:r>
            <a:rPr lang="uk-UA" b="0" i="0" dirty="0"/>
            <a:t> (1738 — 1745 рр.).</a:t>
          </a:r>
          <a:endParaRPr lang="uk-UA" dirty="0"/>
        </a:p>
      </dgm:t>
    </dgm:pt>
    <dgm:pt modelId="{6DC8DAB4-C5BE-49CF-86F7-FB0DCA6B10B5}" type="parTrans" cxnId="{0A7B4F3A-B928-440A-97BE-4046639565CC}">
      <dgm:prSet/>
      <dgm:spPr/>
      <dgm:t>
        <a:bodyPr/>
        <a:lstStyle/>
        <a:p>
          <a:endParaRPr lang="uk-UA"/>
        </a:p>
      </dgm:t>
    </dgm:pt>
    <dgm:pt modelId="{B67575BD-EE59-49E3-B572-EFAB7834198C}" type="sibTrans" cxnId="{0A7B4F3A-B928-440A-97BE-4046639565CC}">
      <dgm:prSet/>
      <dgm:spPr/>
      <dgm:t>
        <a:bodyPr/>
        <a:lstStyle/>
        <a:p>
          <a:endParaRPr lang="uk-UA"/>
        </a:p>
      </dgm:t>
    </dgm:pt>
    <dgm:pt modelId="{4CEFBCA0-B180-4A1F-AAAB-3671403EE2DF}">
      <dgm:prSet/>
      <dgm:spPr/>
      <dgm:t>
        <a:bodyPr/>
        <a:lstStyle/>
        <a:p>
          <a:r>
            <a:rPr lang="uk-UA" b="0" i="0"/>
            <a:t>гайдамацького руху «Коліївщина» (1768 р.).</a:t>
          </a:r>
          <a:endParaRPr lang="uk-UA"/>
        </a:p>
      </dgm:t>
    </dgm:pt>
    <dgm:pt modelId="{4B2FD73E-DC76-4FD5-B2F8-970FF4B5D94F}" type="parTrans" cxnId="{DBD5F8E4-6A7A-4B22-BAFB-013AED6E99B4}">
      <dgm:prSet/>
      <dgm:spPr/>
      <dgm:t>
        <a:bodyPr/>
        <a:lstStyle/>
        <a:p>
          <a:endParaRPr lang="uk-UA"/>
        </a:p>
      </dgm:t>
    </dgm:pt>
    <dgm:pt modelId="{CF312DB0-96FB-4E65-A85E-B2ADCFDA47B0}" type="sibTrans" cxnId="{DBD5F8E4-6A7A-4B22-BAFB-013AED6E99B4}">
      <dgm:prSet/>
      <dgm:spPr/>
      <dgm:t>
        <a:bodyPr/>
        <a:lstStyle/>
        <a:p>
          <a:endParaRPr lang="uk-UA"/>
        </a:p>
      </dgm:t>
    </dgm:pt>
    <dgm:pt modelId="{B325CF9B-2584-4D40-BFF8-C2491BE3BDBB}">
      <dgm:prSet/>
      <dgm:spPr/>
      <dgm:t>
        <a:bodyPr/>
        <a:lstStyle/>
        <a:p>
          <a:r>
            <a:rPr lang="uk-UA" b="0" i="0"/>
            <a:t>дій прихильників Барської конфедерації (1768 — 1769 р.).</a:t>
          </a:r>
          <a:endParaRPr lang="uk-UA"/>
        </a:p>
      </dgm:t>
    </dgm:pt>
    <dgm:pt modelId="{A742806B-B1D2-459F-9C7E-E758F89DFCBB}" type="parTrans" cxnId="{57D8114D-D36F-4B7E-AFCE-ADCC06CFC1D3}">
      <dgm:prSet/>
      <dgm:spPr/>
      <dgm:t>
        <a:bodyPr/>
        <a:lstStyle/>
        <a:p>
          <a:endParaRPr lang="uk-UA"/>
        </a:p>
      </dgm:t>
    </dgm:pt>
    <dgm:pt modelId="{18DFFEDC-4646-4774-9426-2A0CF9DEE353}" type="sibTrans" cxnId="{57D8114D-D36F-4B7E-AFCE-ADCC06CFC1D3}">
      <dgm:prSet/>
      <dgm:spPr/>
      <dgm:t>
        <a:bodyPr/>
        <a:lstStyle/>
        <a:p>
          <a:endParaRPr lang="uk-UA"/>
        </a:p>
      </dgm:t>
    </dgm:pt>
    <dgm:pt modelId="{2972EC60-3729-46A3-953F-C642F209C1BB}">
      <dgm:prSet/>
      <dgm:spPr/>
      <dgm:t>
        <a:bodyPr/>
        <a:lstStyle/>
        <a:p>
          <a:r>
            <a:rPr lang="uk-UA" b="0" i="0" dirty="0"/>
            <a:t>повстанського руху під проводом У. Кармелюка (1813 — 1835 рр.).</a:t>
          </a:r>
          <a:endParaRPr lang="uk-UA" dirty="0"/>
        </a:p>
      </dgm:t>
    </dgm:pt>
    <dgm:pt modelId="{E910D090-9BC1-44D1-9E29-CD7B24AE9A29}" type="parTrans" cxnId="{6B4D08A2-9D86-4E2E-8320-83D6D73C27BA}">
      <dgm:prSet/>
      <dgm:spPr/>
      <dgm:t>
        <a:bodyPr/>
        <a:lstStyle/>
        <a:p>
          <a:endParaRPr lang="uk-UA"/>
        </a:p>
      </dgm:t>
    </dgm:pt>
    <dgm:pt modelId="{3C572159-3FE9-4479-A4FD-36F4A6C0EAF2}" type="sibTrans" cxnId="{6B4D08A2-9D86-4E2E-8320-83D6D73C27BA}">
      <dgm:prSet/>
      <dgm:spPr/>
      <dgm:t>
        <a:bodyPr/>
        <a:lstStyle/>
        <a:p>
          <a:endParaRPr lang="uk-UA"/>
        </a:p>
      </dgm:t>
    </dgm:pt>
    <dgm:pt modelId="{9349873A-7EE6-4881-85B4-946BC22FE4E8}" type="pres">
      <dgm:prSet presAssocID="{07EAACB7-D398-448A-9C4C-F7E4FFB5B17A}" presName="linear" presStyleCnt="0">
        <dgm:presLayoutVars>
          <dgm:animLvl val="lvl"/>
          <dgm:resizeHandles val="exact"/>
        </dgm:presLayoutVars>
      </dgm:prSet>
      <dgm:spPr/>
    </dgm:pt>
    <dgm:pt modelId="{A461EBF8-3462-4D46-AB56-722084D72423}" type="pres">
      <dgm:prSet presAssocID="{7F13A1F8-6DBD-46F2-B231-0463D52A06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E5EE33-848D-4CE1-92A5-CA00936AE3EF}" type="pres">
      <dgm:prSet presAssocID="{B67575BD-EE59-49E3-B572-EFAB7834198C}" presName="spacer" presStyleCnt="0"/>
      <dgm:spPr/>
    </dgm:pt>
    <dgm:pt modelId="{097BB90A-1D63-4469-B970-14EB42E9C85F}" type="pres">
      <dgm:prSet presAssocID="{4CEFBCA0-B180-4A1F-AAAB-3671403EE2D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3CC8DA-E210-4078-8C8B-709EC066D7B2}" type="pres">
      <dgm:prSet presAssocID="{CF312DB0-96FB-4E65-A85E-B2ADCFDA47B0}" presName="spacer" presStyleCnt="0"/>
      <dgm:spPr/>
    </dgm:pt>
    <dgm:pt modelId="{CBEA77F1-B61C-4197-B01B-17064110F5E5}" type="pres">
      <dgm:prSet presAssocID="{B325CF9B-2584-4D40-BFF8-C2491BE3BD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1E8159-0B37-4F6B-863E-F65898B0645B}" type="pres">
      <dgm:prSet presAssocID="{18DFFEDC-4646-4774-9426-2A0CF9DEE353}" presName="spacer" presStyleCnt="0"/>
      <dgm:spPr/>
    </dgm:pt>
    <dgm:pt modelId="{EE92471B-EF0C-4BAA-8C6E-88EA0C47375D}" type="pres">
      <dgm:prSet presAssocID="{2972EC60-3729-46A3-953F-C642F209C1B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6BCC16-EEF9-4C31-8D07-123449196CFC}" type="presOf" srcId="{07EAACB7-D398-448A-9C4C-F7E4FFB5B17A}" destId="{9349873A-7EE6-4881-85B4-946BC22FE4E8}" srcOrd="0" destOrd="0" presId="urn:microsoft.com/office/officeart/2005/8/layout/vList2"/>
    <dgm:cxn modelId="{0A7B4F3A-B928-440A-97BE-4046639565CC}" srcId="{07EAACB7-D398-448A-9C4C-F7E4FFB5B17A}" destId="{7F13A1F8-6DBD-46F2-B231-0463D52A0628}" srcOrd="0" destOrd="0" parTransId="{6DC8DAB4-C5BE-49CF-86F7-FB0DCA6B10B5}" sibTransId="{B67575BD-EE59-49E3-B572-EFAB7834198C}"/>
    <dgm:cxn modelId="{57D8114D-D36F-4B7E-AFCE-ADCC06CFC1D3}" srcId="{07EAACB7-D398-448A-9C4C-F7E4FFB5B17A}" destId="{B325CF9B-2584-4D40-BFF8-C2491BE3BDBB}" srcOrd="2" destOrd="0" parTransId="{A742806B-B1D2-459F-9C7E-E758F89DFCBB}" sibTransId="{18DFFEDC-4646-4774-9426-2A0CF9DEE353}"/>
    <dgm:cxn modelId="{54F7E852-827A-4AD7-82F7-FFB68E0908E8}" type="presOf" srcId="{2972EC60-3729-46A3-953F-C642F209C1BB}" destId="{EE92471B-EF0C-4BAA-8C6E-88EA0C47375D}" srcOrd="0" destOrd="0" presId="urn:microsoft.com/office/officeart/2005/8/layout/vList2"/>
    <dgm:cxn modelId="{2E19408E-11B0-4F36-A856-EAB07E7E741B}" type="presOf" srcId="{7F13A1F8-6DBD-46F2-B231-0463D52A0628}" destId="{A461EBF8-3462-4D46-AB56-722084D72423}" srcOrd="0" destOrd="0" presId="urn:microsoft.com/office/officeart/2005/8/layout/vList2"/>
    <dgm:cxn modelId="{6B4D08A2-9D86-4E2E-8320-83D6D73C27BA}" srcId="{07EAACB7-D398-448A-9C4C-F7E4FFB5B17A}" destId="{2972EC60-3729-46A3-953F-C642F209C1BB}" srcOrd="3" destOrd="0" parTransId="{E910D090-9BC1-44D1-9E29-CD7B24AE9A29}" sibTransId="{3C572159-3FE9-4479-A4FD-36F4A6C0EAF2}"/>
    <dgm:cxn modelId="{D12DA5A9-D011-4FBE-A4CE-4B70F03D1DA0}" type="presOf" srcId="{4CEFBCA0-B180-4A1F-AAAB-3671403EE2DF}" destId="{097BB90A-1D63-4469-B970-14EB42E9C85F}" srcOrd="0" destOrd="0" presId="urn:microsoft.com/office/officeart/2005/8/layout/vList2"/>
    <dgm:cxn modelId="{8EA8B3E2-18DB-4BFA-8452-1E106010A9CA}" type="presOf" srcId="{B325CF9B-2584-4D40-BFF8-C2491BE3BDBB}" destId="{CBEA77F1-B61C-4197-B01B-17064110F5E5}" srcOrd="0" destOrd="0" presId="urn:microsoft.com/office/officeart/2005/8/layout/vList2"/>
    <dgm:cxn modelId="{DBD5F8E4-6A7A-4B22-BAFB-013AED6E99B4}" srcId="{07EAACB7-D398-448A-9C4C-F7E4FFB5B17A}" destId="{4CEFBCA0-B180-4A1F-AAAB-3671403EE2DF}" srcOrd="1" destOrd="0" parTransId="{4B2FD73E-DC76-4FD5-B2F8-970FF4B5D94F}" sibTransId="{CF312DB0-96FB-4E65-A85E-B2ADCFDA47B0}"/>
    <dgm:cxn modelId="{EA701F7E-125F-4DC1-A2EF-C724E24559E4}" type="presParOf" srcId="{9349873A-7EE6-4881-85B4-946BC22FE4E8}" destId="{A461EBF8-3462-4D46-AB56-722084D72423}" srcOrd="0" destOrd="0" presId="urn:microsoft.com/office/officeart/2005/8/layout/vList2"/>
    <dgm:cxn modelId="{80942E3F-6452-418F-8ABF-9D6BE6A55D19}" type="presParOf" srcId="{9349873A-7EE6-4881-85B4-946BC22FE4E8}" destId="{90E5EE33-848D-4CE1-92A5-CA00936AE3EF}" srcOrd="1" destOrd="0" presId="urn:microsoft.com/office/officeart/2005/8/layout/vList2"/>
    <dgm:cxn modelId="{D1695A91-1EC3-4838-A04E-C4083CC4C76F}" type="presParOf" srcId="{9349873A-7EE6-4881-85B4-946BC22FE4E8}" destId="{097BB90A-1D63-4469-B970-14EB42E9C85F}" srcOrd="2" destOrd="0" presId="urn:microsoft.com/office/officeart/2005/8/layout/vList2"/>
    <dgm:cxn modelId="{077B88F9-3903-4A0D-9BC5-36CCC707B1F8}" type="presParOf" srcId="{9349873A-7EE6-4881-85B4-946BC22FE4E8}" destId="{153CC8DA-E210-4078-8C8B-709EC066D7B2}" srcOrd="3" destOrd="0" presId="urn:microsoft.com/office/officeart/2005/8/layout/vList2"/>
    <dgm:cxn modelId="{AE17D94A-1628-4E2F-8175-79DA10D2B52C}" type="presParOf" srcId="{9349873A-7EE6-4881-85B4-946BC22FE4E8}" destId="{CBEA77F1-B61C-4197-B01B-17064110F5E5}" srcOrd="4" destOrd="0" presId="urn:microsoft.com/office/officeart/2005/8/layout/vList2"/>
    <dgm:cxn modelId="{F6F0B4B0-2677-4582-BA74-A8FC6680B153}" type="presParOf" srcId="{9349873A-7EE6-4881-85B4-946BC22FE4E8}" destId="{8B1E8159-0B37-4F6B-863E-F65898B0645B}" srcOrd="5" destOrd="0" presId="urn:microsoft.com/office/officeart/2005/8/layout/vList2"/>
    <dgm:cxn modelId="{7FECD1C0-5F1B-4223-8F24-9273257CD8B9}" type="presParOf" srcId="{9349873A-7EE6-4881-85B4-946BC22FE4E8}" destId="{EE92471B-EF0C-4BAA-8C6E-88EA0C47375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9F783C25-4F3B-4288-9491-B715D4D9266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3AA863-CFA3-4CDF-B201-80963CE4EDD8}">
      <dgm:prSet/>
      <dgm:spPr/>
      <dgm:t>
        <a:bodyPr/>
        <a:lstStyle/>
        <a:p>
          <a:r>
            <a:rPr lang="ru-RU" b="0" i="0"/>
            <a:t>Коліївщина</a:t>
          </a:r>
          <a:endParaRPr lang="uk-UA"/>
        </a:p>
      </dgm:t>
    </dgm:pt>
    <dgm:pt modelId="{66C78CA8-04FD-4EC5-9C03-9AF70EED2ABC}" type="parTrans" cxnId="{C5768AA9-D08C-437C-B631-7B41BB00A537}">
      <dgm:prSet/>
      <dgm:spPr/>
      <dgm:t>
        <a:bodyPr/>
        <a:lstStyle/>
        <a:p>
          <a:endParaRPr lang="uk-UA"/>
        </a:p>
      </dgm:t>
    </dgm:pt>
    <dgm:pt modelId="{46127966-8AA8-417F-A71C-5B8178235665}" type="sibTrans" cxnId="{C5768AA9-D08C-437C-B631-7B41BB00A537}">
      <dgm:prSet/>
      <dgm:spPr/>
      <dgm:t>
        <a:bodyPr/>
        <a:lstStyle/>
        <a:p>
          <a:endParaRPr lang="uk-UA"/>
        </a:p>
      </dgm:t>
    </dgm:pt>
    <dgm:pt modelId="{CCF7B8AC-F1FA-4B94-9C25-87E76B7AEC33}">
      <dgm:prSet/>
      <dgm:spPr/>
      <dgm:t>
        <a:bodyPr/>
        <a:lstStyle/>
        <a:p>
          <a:r>
            <a:rPr lang="ru-RU" b="0" i="0" dirty="0"/>
            <a:t>Рух </a:t>
          </a:r>
          <a:r>
            <a:rPr lang="ru-RU" b="0" i="0" dirty="0" err="1"/>
            <a:t>опришків</a:t>
          </a:r>
          <a:endParaRPr lang="uk-UA" dirty="0"/>
        </a:p>
      </dgm:t>
    </dgm:pt>
    <dgm:pt modelId="{0A433562-CAE2-49C6-BD4F-AD8CD3C51477}" type="parTrans" cxnId="{A162E150-0360-427C-B0FB-27A507A886CB}">
      <dgm:prSet/>
      <dgm:spPr/>
      <dgm:t>
        <a:bodyPr/>
        <a:lstStyle/>
        <a:p>
          <a:endParaRPr lang="uk-UA"/>
        </a:p>
      </dgm:t>
    </dgm:pt>
    <dgm:pt modelId="{A00F7431-2553-4369-8247-B40713D91993}" type="sibTrans" cxnId="{A162E150-0360-427C-B0FB-27A507A886CB}">
      <dgm:prSet/>
      <dgm:spPr/>
      <dgm:t>
        <a:bodyPr/>
        <a:lstStyle/>
        <a:p>
          <a:endParaRPr lang="uk-UA"/>
        </a:p>
      </dgm:t>
    </dgm:pt>
    <dgm:pt modelId="{E43A7AE6-DE54-4E2A-93AD-71097211FE1F}">
      <dgm:prSet/>
      <dgm:spPr/>
      <dgm:t>
        <a:bodyPr/>
        <a:lstStyle/>
        <a:p>
          <a:r>
            <a:rPr lang="ru-RU" b="0" i="0"/>
            <a:t>«Холерні бунти»</a:t>
          </a:r>
          <a:endParaRPr lang="uk-UA"/>
        </a:p>
      </dgm:t>
    </dgm:pt>
    <dgm:pt modelId="{3D8AC3B6-EC2F-4F89-A123-B90AC60DF15A}" type="parTrans" cxnId="{6F6C04F8-1D62-40AD-9718-758058EB521E}">
      <dgm:prSet/>
      <dgm:spPr/>
      <dgm:t>
        <a:bodyPr/>
        <a:lstStyle/>
        <a:p>
          <a:endParaRPr lang="uk-UA"/>
        </a:p>
      </dgm:t>
    </dgm:pt>
    <dgm:pt modelId="{2477A850-6C3E-45C3-8C36-02583172BB29}" type="sibTrans" cxnId="{6F6C04F8-1D62-40AD-9718-758058EB521E}">
      <dgm:prSet/>
      <dgm:spPr/>
      <dgm:t>
        <a:bodyPr/>
        <a:lstStyle/>
        <a:p>
          <a:endParaRPr lang="uk-UA"/>
        </a:p>
      </dgm:t>
    </dgm:pt>
    <dgm:pt modelId="{37B1E18B-A9B4-4051-86CF-A908F7197EAC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Ходіння</a:t>
          </a:r>
          <a:r>
            <a:rPr lang="ru-RU" b="0" i="0" dirty="0"/>
            <a:t> в народ»</a:t>
          </a:r>
          <a:endParaRPr lang="uk-UA" dirty="0"/>
        </a:p>
      </dgm:t>
    </dgm:pt>
    <dgm:pt modelId="{81FBC23E-02B2-42C5-86EC-82EEE433B979}" type="parTrans" cxnId="{7FF56693-572C-4F45-8C7D-3A9BFE961128}">
      <dgm:prSet/>
      <dgm:spPr/>
      <dgm:t>
        <a:bodyPr/>
        <a:lstStyle/>
        <a:p>
          <a:endParaRPr lang="uk-UA"/>
        </a:p>
      </dgm:t>
    </dgm:pt>
    <dgm:pt modelId="{239BD4C8-7EFE-4F14-8023-BD2E7D59E2B9}" type="sibTrans" cxnId="{7FF56693-572C-4F45-8C7D-3A9BFE961128}">
      <dgm:prSet/>
      <dgm:spPr/>
      <dgm:t>
        <a:bodyPr/>
        <a:lstStyle/>
        <a:p>
          <a:endParaRPr lang="uk-UA"/>
        </a:p>
      </dgm:t>
    </dgm:pt>
    <dgm:pt modelId="{55A89B87-EEB8-4821-B63A-062EF4438CA3}" type="pres">
      <dgm:prSet presAssocID="{9F783C25-4F3B-4288-9491-B715D4D9266B}" presName="linearFlow" presStyleCnt="0">
        <dgm:presLayoutVars>
          <dgm:dir/>
          <dgm:resizeHandles val="exact"/>
        </dgm:presLayoutVars>
      </dgm:prSet>
      <dgm:spPr/>
    </dgm:pt>
    <dgm:pt modelId="{2FD2822F-34FF-404F-A428-801E60E18B18}" type="pres">
      <dgm:prSet presAssocID="{7E3AA863-CFA3-4CDF-B201-80963CE4EDD8}" presName="composite" presStyleCnt="0"/>
      <dgm:spPr/>
    </dgm:pt>
    <dgm:pt modelId="{CF217623-9182-4D2E-A49A-74AF235B4483}" type="pres">
      <dgm:prSet presAssocID="{7E3AA863-CFA3-4CDF-B201-80963CE4EDD8}" presName="imgShp" presStyleLbl="fgImgPlace1" presStyleIdx="0" presStyleCnt="4"/>
      <dgm:spPr/>
    </dgm:pt>
    <dgm:pt modelId="{836659F7-5CF9-4448-A217-3E088EF7BE39}" type="pres">
      <dgm:prSet presAssocID="{7E3AA863-CFA3-4CDF-B201-80963CE4EDD8}" presName="txShp" presStyleLbl="node1" presStyleIdx="0" presStyleCnt="4">
        <dgm:presLayoutVars>
          <dgm:bulletEnabled val="1"/>
        </dgm:presLayoutVars>
      </dgm:prSet>
      <dgm:spPr/>
    </dgm:pt>
    <dgm:pt modelId="{8F4A135C-E89D-4A9F-898F-18DE9BB9543D}" type="pres">
      <dgm:prSet presAssocID="{46127966-8AA8-417F-A71C-5B8178235665}" presName="spacing" presStyleCnt="0"/>
      <dgm:spPr/>
    </dgm:pt>
    <dgm:pt modelId="{3E27A89E-AD7D-48DB-8ABB-471E07E69393}" type="pres">
      <dgm:prSet presAssocID="{CCF7B8AC-F1FA-4B94-9C25-87E76B7AEC33}" presName="composite" presStyleCnt="0"/>
      <dgm:spPr/>
    </dgm:pt>
    <dgm:pt modelId="{8D6578A6-8992-4B7B-9FF5-44006179AF62}" type="pres">
      <dgm:prSet presAssocID="{CCF7B8AC-F1FA-4B94-9C25-87E76B7AEC33}" presName="imgShp" presStyleLbl="fgImgPlace1" presStyleIdx="1" presStyleCnt="4"/>
      <dgm:spPr/>
    </dgm:pt>
    <dgm:pt modelId="{2C8CC6ED-4F44-4615-B0F1-3D95645BD74A}" type="pres">
      <dgm:prSet presAssocID="{CCF7B8AC-F1FA-4B94-9C25-87E76B7AEC33}" presName="txShp" presStyleLbl="node1" presStyleIdx="1" presStyleCnt="4">
        <dgm:presLayoutVars>
          <dgm:bulletEnabled val="1"/>
        </dgm:presLayoutVars>
      </dgm:prSet>
      <dgm:spPr/>
    </dgm:pt>
    <dgm:pt modelId="{97E48D6F-DBED-4C24-A21B-04E2404996D8}" type="pres">
      <dgm:prSet presAssocID="{A00F7431-2553-4369-8247-B40713D91993}" presName="spacing" presStyleCnt="0"/>
      <dgm:spPr/>
    </dgm:pt>
    <dgm:pt modelId="{838D0913-511C-4E2E-876A-78167A1DB32C}" type="pres">
      <dgm:prSet presAssocID="{E43A7AE6-DE54-4E2A-93AD-71097211FE1F}" presName="composite" presStyleCnt="0"/>
      <dgm:spPr/>
    </dgm:pt>
    <dgm:pt modelId="{DC963932-B67D-4777-9F55-12EEAC4BAF67}" type="pres">
      <dgm:prSet presAssocID="{E43A7AE6-DE54-4E2A-93AD-71097211FE1F}" presName="imgShp" presStyleLbl="fgImgPlace1" presStyleIdx="2" presStyleCnt="4"/>
      <dgm:spPr/>
    </dgm:pt>
    <dgm:pt modelId="{AAF5E3E8-5B9B-4ADC-BB98-25C93150C972}" type="pres">
      <dgm:prSet presAssocID="{E43A7AE6-DE54-4E2A-93AD-71097211FE1F}" presName="txShp" presStyleLbl="node1" presStyleIdx="2" presStyleCnt="4">
        <dgm:presLayoutVars>
          <dgm:bulletEnabled val="1"/>
        </dgm:presLayoutVars>
      </dgm:prSet>
      <dgm:spPr/>
    </dgm:pt>
    <dgm:pt modelId="{B82D044F-D3C8-4C46-84BF-4582E347F008}" type="pres">
      <dgm:prSet presAssocID="{2477A850-6C3E-45C3-8C36-02583172BB29}" presName="spacing" presStyleCnt="0"/>
      <dgm:spPr/>
    </dgm:pt>
    <dgm:pt modelId="{2E7FBB8A-829B-4BB2-B01A-86DB3D933DAA}" type="pres">
      <dgm:prSet presAssocID="{37B1E18B-A9B4-4051-86CF-A908F7197EAC}" presName="composite" presStyleCnt="0"/>
      <dgm:spPr/>
    </dgm:pt>
    <dgm:pt modelId="{446E62FA-1B33-41AD-9BC9-0DB426AD513C}" type="pres">
      <dgm:prSet presAssocID="{37B1E18B-A9B4-4051-86CF-A908F7197EAC}" presName="imgShp" presStyleLbl="fgImgPlace1" presStyleIdx="3" presStyleCnt="4"/>
      <dgm:spPr/>
    </dgm:pt>
    <dgm:pt modelId="{EF44288F-47D4-47C2-917C-C561D735C0F3}" type="pres">
      <dgm:prSet presAssocID="{37B1E18B-A9B4-4051-86CF-A908F7197EAC}" presName="txShp" presStyleLbl="node1" presStyleIdx="3" presStyleCnt="4">
        <dgm:presLayoutVars>
          <dgm:bulletEnabled val="1"/>
        </dgm:presLayoutVars>
      </dgm:prSet>
      <dgm:spPr/>
    </dgm:pt>
  </dgm:ptLst>
  <dgm:cxnLst>
    <dgm:cxn modelId="{3124B606-7C42-4C46-B012-DB4BB7046063}" type="presOf" srcId="{37B1E18B-A9B4-4051-86CF-A908F7197EAC}" destId="{EF44288F-47D4-47C2-917C-C561D735C0F3}" srcOrd="0" destOrd="0" presId="urn:microsoft.com/office/officeart/2005/8/layout/vList3"/>
    <dgm:cxn modelId="{2C834123-F455-4DAF-9BB0-CA01F42D19F8}" type="presOf" srcId="{CCF7B8AC-F1FA-4B94-9C25-87E76B7AEC33}" destId="{2C8CC6ED-4F44-4615-B0F1-3D95645BD74A}" srcOrd="0" destOrd="0" presId="urn:microsoft.com/office/officeart/2005/8/layout/vList3"/>
    <dgm:cxn modelId="{3421C529-403A-4C2B-9130-7E8B0A28B240}" type="presOf" srcId="{7E3AA863-CFA3-4CDF-B201-80963CE4EDD8}" destId="{836659F7-5CF9-4448-A217-3E088EF7BE39}" srcOrd="0" destOrd="0" presId="urn:microsoft.com/office/officeart/2005/8/layout/vList3"/>
    <dgm:cxn modelId="{A162E150-0360-427C-B0FB-27A507A886CB}" srcId="{9F783C25-4F3B-4288-9491-B715D4D9266B}" destId="{CCF7B8AC-F1FA-4B94-9C25-87E76B7AEC33}" srcOrd="1" destOrd="0" parTransId="{0A433562-CAE2-49C6-BD4F-AD8CD3C51477}" sibTransId="{A00F7431-2553-4369-8247-B40713D91993}"/>
    <dgm:cxn modelId="{7FF56693-572C-4F45-8C7D-3A9BFE961128}" srcId="{9F783C25-4F3B-4288-9491-B715D4D9266B}" destId="{37B1E18B-A9B4-4051-86CF-A908F7197EAC}" srcOrd="3" destOrd="0" parTransId="{81FBC23E-02B2-42C5-86EC-82EEE433B979}" sibTransId="{239BD4C8-7EFE-4F14-8023-BD2E7D59E2B9}"/>
    <dgm:cxn modelId="{C5768AA9-D08C-437C-B631-7B41BB00A537}" srcId="{9F783C25-4F3B-4288-9491-B715D4D9266B}" destId="{7E3AA863-CFA3-4CDF-B201-80963CE4EDD8}" srcOrd="0" destOrd="0" parTransId="{66C78CA8-04FD-4EC5-9C03-9AF70EED2ABC}" sibTransId="{46127966-8AA8-417F-A71C-5B8178235665}"/>
    <dgm:cxn modelId="{930506B2-0B09-474D-9A3F-E8FFC63CA68F}" type="presOf" srcId="{9F783C25-4F3B-4288-9491-B715D4D9266B}" destId="{55A89B87-EEB8-4821-B63A-062EF4438CA3}" srcOrd="0" destOrd="0" presId="urn:microsoft.com/office/officeart/2005/8/layout/vList3"/>
    <dgm:cxn modelId="{44B60EE4-01BB-4493-A2AE-A284280B9149}" type="presOf" srcId="{E43A7AE6-DE54-4E2A-93AD-71097211FE1F}" destId="{AAF5E3E8-5B9B-4ADC-BB98-25C93150C972}" srcOrd="0" destOrd="0" presId="urn:microsoft.com/office/officeart/2005/8/layout/vList3"/>
    <dgm:cxn modelId="{6F6C04F8-1D62-40AD-9718-758058EB521E}" srcId="{9F783C25-4F3B-4288-9491-B715D4D9266B}" destId="{E43A7AE6-DE54-4E2A-93AD-71097211FE1F}" srcOrd="2" destOrd="0" parTransId="{3D8AC3B6-EC2F-4F89-A123-B90AC60DF15A}" sibTransId="{2477A850-6C3E-45C3-8C36-02583172BB29}"/>
    <dgm:cxn modelId="{6D078A94-2625-4667-AE51-C358074E49BF}" type="presParOf" srcId="{55A89B87-EEB8-4821-B63A-062EF4438CA3}" destId="{2FD2822F-34FF-404F-A428-801E60E18B18}" srcOrd="0" destOrd="0" presId="urn:microsoft.com/office/officeart/2005/8/layout/vList3"/>
    <dgm:cxn modelId="{C735D592-3DAD-4889-A569-179BC80E445D}" type="presParOf" srcId="{2FD2822F-34FF-404F-A428-801E60E18B18}" destId="{CF217623-9182-4D2E-A49A-74AF235B4483}" srcOrd="0" destOrd="0" presId="urn:microsoft.com/office/officeart/2005/8/layout/vList3"/>
    <dgm:cxn modelId="{B7AB45B7-D288-4384-97B9-507B5C918CD6}" type="presParOf" srcId="{2FD2822F-34FF-404F-A428-801E60E18B18}" destId="{836659F7-5CF9-4448-A217-3E088EF7BE39}" srcOrd="1" destOrd="0" presId="urn:microsoft.com/office/officeart/2005/8/layout/vList3"/>
    <dgm:cxn modelId="{5253BB27-FC57-4CFA-9408-F6D5658D19DA}" type="presParOf" srcId="{55A89B87-EEB8-4821-B63A-062EF4438CA3}" destId="{8F4A135C-E89D-4A9F-898F-18DE9BB9543D}" srcOrd="1" destOrd="0" presId="urn:microsoft.com/office/officeart/2005/8/layout/vList3"/>
    <dgm:cxn modelId="{054A93A3-4D19-4ACA-B729-DB8239DE3857}" type="presParOf" srcId="{55A89B87-EEB8-4821-B63A-062EF4438CA3}" destId="{3E27A89E-AD7D-48DB-8ABB-471E07E69393}" srcOrd="2" destOrd="0" presId="urn:microsoft.com/office/officeart/2005/8/layout/vList3"/>
    <dgm:cxn modelId="{22E5DC22-FA5F-4FF8-9C92-BE39CDB2E7B2}" type="presParOf" srcId="{3E27A89E-AD7D-48DB-8ABB-471E07E69393}" destId="{8D6578A6-8992-4B7B-9FF5-44006179AF62}" srcOrd="0" destOrd="0" presId="urn:microsoft.com/office/officeart/2005/8/layout/vList3"/>
    <dgm:cxn modelId="{157A7C32-74EC-4FBB-8959-E20D26ACD42B}" type="presParOf" srcId="{3E27A89E-AD7D-48DB-8ABB-471E07E69393}" destId="{2C8CC6ED-4F44-4615-B0F1-3D95645BD74A}" srcOrd="1" destOrd="0" presId="urn:microsoft.com/office/officeart/2005/8/layout/vList3"/>
    <dgm:cxn modelId="{6CA7384A-C998-4033-A1D5-7A6FA675CEFD}" type="presParOf" srcId="{55A89B87-EEB8-4821-B63A-062EF4438CA3}" destId="{97E48D6F-DBED-4C24-A21B-04E2404996D8}" srcOrd="3" destOrd="0" presId="urn:microsoft.com/office/officeart/2005/8/layout/vList3"/>
    <dgm:cxn modelId="{24E002DA-10C7-4F2B-B250-2733EA45B56E}" type="presParOf" srcId="{55A89B87-EEB8-4821-B63A-062EF4438CA3}" destId="{838D0913-511C-4E2E-876A-78167A1DB32C}" srcOrd="4" destOrd="0" presId="urn:microsoft.com/office/officeart/2005/8/layout/vList3"/>
    <dgm:cxn modelId="{0F913A51-E921-488E-AF2D-22591CEEB638}" type="presParOf" srcId="{838D0913-511C-4E2E-876A-78167A1DB32C}" destId="{DC963932-B67D-4777-9F55-12EEAC4BAF67}" srcOrd="0" destOrd="0" presId="urn:microsoft.com/office/officeart/2005/8/layout/vList3"/>
    <dgm:cxn modelId="{C7931DE2-3726-4349-8AC3-242F7B14F285}" type="presParOf" srcId="{838D0913-511C-4E2E-876A-78167A1DB32C}" destId="{AAF5E3E8-5B9B-4ADC-BB98-25C93150C972}" srcOrd="1" destOrd="0" presId="urn:microsoft.com/office/officeart/2005/8/layout/vList3"/>
    <dgm:cxn modelId="{A7CCF809-084F-489D-BAC7-77FF6753409E}" type="presParOf" srcId="{55A89B87-EEB8-4821-B63A-062EF4438CA3}" destId="{B82D044F-D3C8-4C46-84BF-4582E347F008}" srcOrd="5" destOrd="0" presId="urn:microsoft.com/office/officeart/2005/8/layout/vList3"/>
    <dgm:cxn modelId="{B36638CD-CA9A-457E-94B7-0B0054F298B9}" type="presParOf" srcId="{55A89B87-EEB8-4821-B63A-062EF4438CA3}" destId="{2E7FBB8A-829B-4BB2-B01A-86DB3D933DAA}" srcOrd="6" destOrd="0" presId="urn:microsoft.com/office/officeart/2005/8/layout/vList3"/>
    <dgm:cxn modelId="{44B9C391-3626-4843-8585-EDED468AD644}" type="presParOf" srcId="{2E7FBB8A-829B-4BB2-B01A-86DB3D933DAA}" destId="{446E62FA-1B33-41AD-9BC9-0DB426AD513C}" srcOrd="0" destOrd="0" presId="urn:microsoft.com/office/officeart/2005/8/layout/vList3"/>
    <dgm:cxn modelId="{9BF87BAD-E036-40DD-98EE-0D904196EFE5}" type="presParOf" srcId="{2E7FBB8A-829B-4BB2-B01A-86DB3D933DAA}" destId="{EF44288F-47D4-47C2-917C-C561D735C0F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9D0A9889-9C6E-45DD-84D1-D9246248FF9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33203B-C235-437A-8D69-4395B9598648}">
      <dgm:prSet/>
      <dgm:spPr/>
      <dgm:t>
        <a:bodyPr/>
        <a:lstStyle/>
        <a:p>
          <a:r>
            <a:rPr lang="ru-RU" b="0" i="0"/>
            <a:t>«ходіння в народ»</a:t>
          </a:r>
          <a:endParaRPr lang="uk-UA"/>
        </a:p>
      </dgm:t>
    </dgm:pt>
    <dgm:pt modelId="{199D7032-F67D-4F76-AFAB-201C6C3BFB6D}" type="parTrans" cxnId="{7C358526-F6DD-46CE-8C8B-0820E19A3198}">
      <dgm:prSet/>
      <dgm:spPr/>
      <dgm:t>
        <a:bodyPr/>
        <a:lstStyle/>
        <a:p>
          <a:endParaRPr lang="uk-UA"/>
        </a:p>
      </dgm:t>
    </dgm:pt>
    <dgm:pt modelId="{ECDA5849-5987-407F-939E-8173FCD7ADC0}" type="sibTrans" cxnId="{7C358526-F6DD-46CE-8C8B-0820E19A3198}">
      <dgm:prSet/>
      <dgm:spPr/>
      <dgm:t>
        <a:bodyPr/>
        <a:lstStyle/>
        <a:p>
          <a:endParaRPr lang="uk-UA"/>
        </a:p>
      </dgm:t>
    </dgm:pt>
    <dgm:pt modelId="{D205BE1F-87CF-441C-ADC2-59085755870A}">
      <dgm:prSet/>
      <dgm:spPr/>
      <dgm:t>
        <a:bodyPr/>
        <a:lstStyle/>
        <a:p>
          <a:r>
            <a:rPr lang="ru-RU" b="0" i="0"/>
            <a:t>«рух опришків»</a:t>
          </a:r>
          <a:endParaRPr lang="uk-UA"/>
        </a:p>
      </dgm:t>
    </dgm:pt>
    <dgm:pt modelId="{0F20B8D5-CF86-4E5A-8FA1-F184B7AE78DF}" type="parTrans" cxnId="{611F3999-901B-4DE3-957C-90C6D18E56CD}">
      <dgm:prSet/>
      <dgm:spPr/>
      <dgm:t>
        <a:bodyPr/>
        <a:lstStyle/>
        <a:p>
          <a:endParaRPr lang="uk-UA"/>
        </a:p>
      </dgm:t>
    </dgm:pt>
    <dgm:pt modelId="{4F0DBF00-9861-4CC1-990B-A7F93EC243F4}" type="sibTrans" cxnId="{611F3999-901B-4DE3-957C-90C6D18E56CD}">
      <dgm:prSet/>
      <dgm:spPr/>
      <dgm:t>
        <a:bodyPr/>
        <a:lstStyle/>
        <a:p>
          <a:endParaRPr lang="uk-UA"/>
        </a:p>
      </dgm:t>
    </dgm:pt>
    <dgm:pt modelId="{6FAC168B-2A55-4B37-A9CA-CC1A46B6115F}">
      <dgm:prSet/>
      <dgm:spPr/>
      <dgm:t>
        <a:bodyPr/>
        <a:lstStyle/>
        <a:p>
          <a:r>
            <a:rPr lang="ru-RU" b="0" i="0"/>
            <a:t>«холерні бунти»</a:t>
          </a:r>
          <a:endParaRPr lang="uk-UA"/>
        </a:p>
      </dgm:t>
    </dgm:pt>
    <dgm:pt modelId="{4157B9BD-FC03-4CAD-9A5F-67B46EA709F4}" type="parTrans" cxnId="{C5B3A020-611C-467D-A74B-83B29AB437B3}">
      <dgm:prSet/>
      <dgm:spPr/>
      <dgm:t>
        <a:bodyPr/>
        <a:lstStyle/>
        <a:p>
          <a:endParaRPr lang="uk-UA"/>
        </a:p>
      </dgm:t>
    </dgm:pt>
    <dgm:pt modelId="{121F82F0-61C5-482E-87F7-824BE4BDDA2B}" type="sibTrans" cxnId="{C5B3A020-611C-467D-A74B-83B29AB437B3}">
      <dgm:prSet/>
      <dgm:spPr/>
      <dgm:t>
        <a:bodyPr/>
        <a:lstStyle/>
        <a:p>
          <a:endParaRPr lang="uk-UA"/>
        </a:p>
      </dgm:t>
    </dgm:pt>
    <dgm:pt modelId="{D7F844F8-AEE8-466C-B612-4A337B49D5C9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похід</a:t>
          </a:r>
          <a:r>
            <a:rPr lang="ru-RU" b="0" i="0" dirty="0"/>
            <a:t> у </a:t>
          </a:r>
          <a:r>
            <a:rPr lang="ru-RU" b="0" i="0" dirty="0" err="1"/>
            <a:t>Таврію</a:t>
          </a:r>
          <a:r>
            <a:rPr lang="ru-RU" b="0" i="0" dirty="0"/>
            <a:t> за волею»</a:t>
          </a:r>
          <a:endParaRPr lang="uk-UA" dirty="0"/>
        </a:p>
      </dgm:t>
    </dgm:pt>
    <dgm:pt modelId="{007B2980-1AFF-41CA-A797-82B5812CD9B1}" type="parTrans" cxnId="{62962152-D111-4F3F-AB6A-1A833B1107A2}">
      <dgm:prSet/>
      <dgm:spPr/>
      <dgm:t>
        <a:bodyPr/>
        <a:lstStyle/>
        <a:p>
          <a:endParaRPr lang="uk-UA"/>
        </a:p>
      </dgm:t>
    </dgm:pt>
    <dgm:pt modelId="{12A06635-FB2F-4D05-976A-A0D0D5075F15}" type="sibTrans" cxnId="{62962152-D111-4F3F-AB6A-1A833B1107A2}">
      <dgm:prSet/>
      <dgm:spPr/>
      <dgm:t>
        <a:bodyPr/>
        <a:lstStyle/>
        <a:p>
          <a:endParaRPr lang="uk-UA"/>
        </a:p>
      </dgm:t>
    </dgm:pt>
    <dgm:pt modelId="{07DF4031-4362-4B15-98CB-9A96E9148A8A}" type="pres">
      <dgm:prSet presAssocID="{9D0A9889-9C6E-45DD-84D1-D9246248FF90}" presName="linear" presStyleCnt="0">
        <dgm:presLayoutVars>
          <dgm:animLvl val="lvl"/>
          <dgm:resizeHandles val="exact"/>
        </dgm:presLayoutVars>
      </dgm:prSet>
      <dgm:spPr/>
    </dgm:pt>
    <dgm:pt modelId="{49741635-549B-490F-A32F-2A98D0E49888}" type="pres">
      <dgm:prSet presAssocID="{FD33203B-C235-437A-8D69-4395B95986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0247394-4D76-481C-975B-F6A0E0371CBB}" type="pres">
      <dgm:prSet presAssocID="{ECDA5849-5987-407F-939E-8173FCD7ADC0}" presName="spacer" presStyleCnt="0"/>
      <dgm:spPr/>
    </dgm:pt>
    <dgm:pt modelId="{AB23E9AF-1B94-4BDF-AE30-62C5D8E5AAC9}" type="pres">
      <dgm:prSet presAssocID="{D205BE1F-87CF-441C-ADC2-59085755870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A97104-F86F-4AEC-BB32-86ABEA974B5E}" type="pres">
      <dgm:prSet presAssocID="{4F0DBF00-9861-4CC1-990B-A7F93EC243F4}" presName="spacer" presStyleCnt="0"/>
      <dgm:spPr/>
    </dgm:pt>
    <dgm:pt modelId="{B0A27034-322A-475E-997B-BF5AB5594412}" type="pres">
      <dgm:prSet presAssocID="{6FAC168B-2A55-4B37-A9CA-CC1A46B611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146055B-11C8-4BD6-919B-A56139441369}" type="pres">
      <dgm:prSet presAssocID="{121F82F0-61C5-482E-87F7-824BE4BDDA2B}" presName="spacer" presStyleCnt="0"/>
      <dgm:spPr/>
    </dgm:pt>
    <dgm:pt modelId="{96B3B577-1C57-486B-9252-A5B3BCEA50E8}" type="pres">
      <dgm:prSet presAssocID="{D7F844F8-AEE8-466C-B612-4A337B49D5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5B3A020-611C-467D-A74B-83B29AB437B3}" srcId="{9D0A9889-9C6E-45DD-84D1-D9246248FF90}" destId="{6FAC168B-2A55-4B37-A9CA-CC1A46B6115F}" srcOrd="2" destOrd="0" parTransId="{4157B9BD-FC03-4CAD-9A5F-67B46EA709F4}" sibTransId="{121F82F0-61C5-482E-87F7-824BE4BDDA2B}"/>
    <dgm:cxn modelId="{7C358526-F6DD-46CE-8C8B-0820E19A3198}" srcId="{9D0A9889-9C6E-45DD-84D1-D9246248FF90}" destId="{FD33203B-C235-437A-8D69-4395B9598648}" srcOrd="0" destOrd="0" parTransId="{199D7032-F67D-4F76-AFAB-201C6C3BFB6D}" sibTransId="{ECDA5849-5987-407F-939E-8173FCD7ADC0}"/>
    <dgm:cxn modelId="{DBD37E2D-DC4E-48ED-881E-5749DC1DC071}" type="presOf" srcId="{D7F844F8-AEE8-466C-B612-4A337B49D5C9}" destId="{96B3B577-1C57-486B-9252-A5B3BCEA50E8}" srcOrd="0" destOrd="0" presId="urn:microsoft.com/office/officeart/2005/8/layout/vList2"/>
    <dgm:cxn modelId="{4098575F-8870-4538-B05E-2FFE1F9F6C92}" type="presOf" srcId="{D205BE1F-87CF-441C-ADC2-59085755870A}" destId="{AB23E9AF-1B94-4BDF-AE30-62C5D8E5AAC9}" srcOrd="0" destOrd="0" presId="urn:microsoft.com/office/officeart/2005/8/layout/vList2"/>
    <dgm:cxn modelId="{62962152-D111-4F3F-AB6A-1A833B1107A2}" srcId="{9D0A9889-9C6E-45DD-84D1-D9246248FF90}" destId="{D7F844F8-AEE8-466C-B612-4A337B49D5C9}" srcOrd="3" destOrd="0" parTransId="{007B2980-1AFF-41CA-A797-82B5812CD9B1}" sibTransId="{12A06635-FB2F-4D05-976A-A0D0D5075F15}"/>
    <dgm:cxn modelId="{611F3999-901B-4DE3-957C-90C6D18E56CD}" srcId="{9D0A9889-9C6E-45DD-84D1-D9246248FF90}" destId="{D205BE1F-87CF-441C-ADC2-59085755870A}" srcOrd="1" destOrd="0" parTransId="{0F20B8D5-CF86-4E5A-8FA1-F184B7AE78DF}" sibTransId="{4F0DBF00-9861-4CC1-990B-A7F93EC243F4}"/>
    <dgm:cxn modelId="{F6A3CFA9-4F04-4267-822A-5508EC11E39B}" type="presOf" srcId="{FD33203B-C235-437A-8D69-4395B9598648}" destId="{49741635-549B-490F-A32F-2A98D0E49888}" srcOrd="0" destOrd="0" presId="urn:microsoft.com/office/officeart/2005/8/layout/vList2"/>
    <dgm:cxn modelId="{D174EEC2-8629-40AD-8B6F-6AC4D4B6E430}" type="presOf" srcId="{6FAC168B-2A55-4B37-A9CA-CC1A46B6115F}" destId="{B0A27034-322A-475E-997B-BF5AB5594412}" srcOrd="0" destOrd="0" presId="urn:microsoft.com/office/officeart/2005/8/layout/vList2"/>
    <dgm:cxn modelId="{CAC3A6E7-86F4-4BB9-A1E9-225E42672E06}" type="presOf" srcId="{9D0A9889-9C6E-45DD-84D1-D9246248FF90}" destId="{07DF4031-4362-4B15-98CB-9A96E9148A8A}" srcOrd="0" destOrd="0" presId="urn:microsoft.com/office/officeart/2005/8/layout/vList2"/>
    <dgm:cxn modelId="{8A739D6A-78C9-41AC-B343-EB5F2284171E}" type="presParOf" srcId="{07DF4031-4362-4B15-98CB-9A96E9148A8A}" destId="{49741635-549B-490F-A32F-2A98D0E49888}" srcOrd="0" destOrd="0" presId="urn:microsoft.com/office/officeart/2005/8/layout/vList2"/>
    <dgm:cxn modelId="{D48955FF-C5E8-49EA-B250-6B2E200C7AE6}" type="presParOf" srcId="{07DF4031-4362-4B15-98CB-9A96E9148A8A}" destId="{40247394-4D76-481C-975B-F6A0E0371CBB}" srcOrd="1" destOrd="0" presId="urn:microsoft.com/office/officeart/2005/8/layout/vList2"/>
    <dgm:cxn modelId="{3BA7272A-9035-4DDF-93B9-D34896FD2CD5}" type="presParOf" srcId="{07DF4031-4362-4B15-98CB-9A96E9148A8A}" destId="{AB23E9AF-1B94-4BDF-AE30-62C5D8E5AAC9}" srcOrd="2" destOrd="0" presId="urn:microsoft.com/office/officeart/2005/8/layout/vList2"/>
    <dgm:cxn modelId="{9C415B99-777F-4170-AAB8-8D6A7E1B4F68}" type="presParOf" srcId="{07DF4031-4362-4B15-98CB-9A96E9148A8A}" destId="{BCA97104-F86F-4AEC-BB32-86ABEA974B5E}" srcOrd="3" destOrd="0" presId="urn:microsoft.com/office/officeart/2005/8/layout/vList2"/>
    <dgm:cxn modelId="{3709F579-D474-4BAC-BE2E-C0053D0F198F}" type="presParOf" srcId="{07DF4031-4362-4B15-98CB-9A96E9148A8A}" destId="{B0A27034-322A-475E-997B-BF5AB5594412}" srcOrd="4" destOrd="0" presId="urn:microsoft.com/office/officeart/2005/8/layout/vList2"/>
    <dgm:cxn modelId="{311FA06D-A2BA-4913-8B1E-545CD0848C3F}" type="presParOf" srcId="{07DF4031-4362-4B15-98CB-9A96E9148A8A}" destId="{2146055B-11C8-4BD6-919B-A56139441369}" srcOrd="5" destOrd="0" presId="urn:microsoft.com/office/officeart/2005/8/layout/vList2"/>
    <dgm:cxn modelId="{DED0B417-2C48-478E-861D-1FAA74D69873}" type="presParOf" srcId="{07DF4031-4362-4B15-98CB-9A96E9148A8A}" destId="{96B3B577-1C57-486B-9252-A5B3BCEA50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91A1EC3A-7936-4865-9ADB-27C268B986A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FB385F-6274-4878-8D2B-809D456B85C5}">
      <dgm:prSet/>
      <dgm:spPr/>
      <dgm:t>
        <a:bodyPr/>
        <a:lstStyle/>
        <a:p>
          <a:r>
            <a:rPr lang="ru-RU" b="0" i="0"/>
            <a:t>«Руїни».</a:t>
          </a:r>
          <a:endParaRPr lang="uk-UA"/>
        </a:p>
      </dgm:t>
    </dgm:pt>
    <dgm:pt modelId="{C8324C54-07D6-4387-8574-DB454CA843BD}" type="parTrans" cxnId="{FF5DDB46-5504-4186-A7F1-BC7ABC660133}">
      <dgm:prSet/>
      <dgm:spPr/>
      <dgm:t>
        <a:bodyPr/>
        <a:lstStyle/>
        <a:p>
          <a:endParaRPr lang="uk-UA"/>
        </a:p>
      </dgm:t>
    </dgm:pt>
    <dgm:pt modelId="{739CFE18-821B-49F2-9842-407E2582671C}" type="sibTrans" cxnId="{FF5DDB46-5504-4186-A7F1-BC7ABC660133}">
      <dgm:prSet/>
      <dgm:spPr/>
      <dgm:t>
        <a:bodyPr/>
        <a:lstStyle/>
        <a:p>
          <a:endParaRPr lang="uk-UA"/>
        </a:p>
      </dgm:t>
    </dgm:pt>
    <dgm:pt modelId="{85C61EEA-78D9-4849-965A-E0550235494E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Паліївщини</a:t>
          </a:r>
          <a:r>
            <a:rPr lang="ru-RU" b="0" i="0" dirty="0"/>
            <a:t>».</a:t>
          </a:r>
          <a:endParaRPr lang="uk-UA" dirty="0"/>
        </a:p>
      </dgm:t>
    </dgm:pt>
    <dgm:pt modelId="{3C714A16-EF78-40D4-A445-AA9F1853D14D}" type="parTrans" cxnId="{882D18AE-3C68-4A2B-BFDD-EC5C3BC02E90}">
      <dgm:prSet/>
      <dgm:spPr/>
      <dgm:t>
        <a:bodyPr/>
        <a:lstStyle/>
        <a:p>
          <a:endParaRPr lang="uk-UA"/>
        </a:p>
      </dgm:t>
    </dgm:pt>
    <dgm:pt modelId="{D4152FE9-AEC4-4BD3-B866-81B45F658B3D}" type="sibTrans" cxnId="{882D18AE-3C68-4A2B-BFDD-EC5C3BC02E90}">
      <dgm:prSet/>
      <dgm:spPr/>
      <dgm:t>
        <a:bodyPr/>
        <a:lstStyle/>
        <a:p>
          <a:endParaRPr lang="uk-UA"/>
        </a:p>
      </dgm:t>
    </dgm:pt>
    <dgm:pt modelId="{FCCB15BE-F856-4639-A09A-06EF287C5659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Коліївщини</a:t>
          </a:r>
          <a:r>
            <a:rPr lang="ru-RU" b="0" i="0" dirty="0"/>
            <a:t>».</a:t>
          </a:r>
          <a:endParaRPr lang="uk-UA" dirty="0"/>
        </a:p>
      </dgm:t>
    </dgm:pt>
    <dgm:pt modelId="{04A8C217-4B02-4C1D-8A9D-3DF2B2C5ADF0}" type="parTrans" cxnId="{D4984A8F-23CC-4D45-8668-7FAF85906E89}">
      <dgm:prSet/>
      <dgm:spPr/>
      <dgm:t>
        <a:bodyPr/>
        <a:lstStyle/>
        <a:p>
          <a:endParaRPr lang="uk-UA"/>
        </a:p>
      </dgm:t>
    </dgm:pt>
    <dgm:pt modelId="{864D220B-47B1-4862-80D9-F5087D022BE6}" type="sibTrans" cxnId="{D4984A8F-23CC-4D45-8668-7FAF85906E89}">
      <dgm:prSet/>
      <dgm:spPr/>
      <dgm:t>
        <a:bodyPr/>
        <a:lstStyle/>
        <a:p>
          <a:endParaRPr lang="uk-UA"/>
        </a:p>
      </dgm:t>
    </dgm:pt>
    <dgm:pt modelId="{5695BA2D-C62B-41E1-9ECD-5762C60E9362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Хмельниччини</a:t>
          </a:r>
          <a:r>
            <a:rPr lang="ru-RU" b="0" i="0" dirty="0"/>
            <a:t>»</a:t>
          </a:r>
          <a:endParaRPr lang="uk-UA" dirty="0"/>
        </a:p>
      </dgm:t>
    </dgm:pt>
    <dgm:pt modelId="{7909F045-3F02-406B-8BEC-2F63A462AE03}" type="parTrans" cxnId="{064D5151-E63A-4FCF-A07E-46C979A217CF}">
      <dgm:prSet/>
      <dgm:spPr/>
      <dgm:t>
        <a:bodyPr/>
        <a:lstStyle/>
        <a:p>
          <a:endParaRPr lang="uk-UA"/>
        </a:p>
      </dgm:t>
    </dgm:pt>
    <dgm:pt modelId="{129A73FE-F858-4FE9-B914-83A441772E66}" type="sibTrans" cxnId="{064D5151-E63A-4FCF-A07E-46C979A217CF}">
      <dgm:prSet/>
      <dgm:spPr/>
      <dgm:t>
        <a:bodyPr/>
        <a:lstStyle/>
        <a:p>
          <a:endParaRPr lang="uk-UA"/>
        </a:p>
      </dgm:t>
    </dgm:pt>
    <dgm:pt modelId="{677FC337-8D35-46C5-AB2D-EC7BD40CE151}" type="pres">
      <dgm:prSet presAssocID="{91A1EC3A-7936-4865-9ADB-27C268B986A7}" presName="linearFlow" presStyleCnt="0">
        <dgm:presLayoutVars>
          <dgm:dir/>
          <dgm:resizeHandles val="exact"/>
        </dgm:presLayoutVars>
      </dgm:prSet>
      <dgm:spPr/>
    </dgm:pt>
    <dgm:pt modelId="{0E71FAFA-E0E2-43BB-AB25-7B6B3089F043}" type="pres">
      <dgm:prSet presAssocID="{2BFB385F-6274-4878-8D2B-809D456B85C5}" presName="composite" presStyleCnt="0"/>
      <dgm:spPr/>
    </dgm:pt>
    <dgm:pt modelId="{654D9AA9-3E9D-4B13-9B8A-976CEC4A6FB7}" type="pres">
      <dgm:prSet presAssocID="{2BFB385F-6274-4878-8D2B-809D456B85C5}" presName="imgShp" presStyleLbl="fgImgPlace1" presStyleIdx="0" presStyleCnt="4"/>
      <dgm:spPr/>
    </dgm:pt>
    <dgm:pt modelId="{502B6B00-BE78-42C1-851B-A96CE2561B2A}" type="pres">
      <dgm:prSet presAssocID="{2BFB385F-6274-4878-8D2B-809D456B85C5}" presName="txShp" presStyleLbl="node1" presStyleIdx="0" presStyleCnt="4">
        <dgm:presLayoutVars>
          <dgm:bulletEnabled val="1"/>
        </dgm:presLayoutVars>
      </dgm:prSet>
      <dgm:spPr/>
    </dgm:pt>
    <dgm:pt modelId="{751AFDDE-9C4B-43E0-B2FA-D9A1F859D7C8}" type="pres">
      <dgm:prSet presAssocID="{739CFE18-821B-49F2-9842-407E2582671C}" presName="spacing" presStyleCnt="0"/>
      <dgm:spPr/>
    </dgm:pt>
    <dgm:pt modelId="{5721AD22-5416-464F-9CC9-53B072B0D709}" type="pres">
      <dgm:prSet presAssocID="{85C61EEA-78D9-4849-965A-E0550235494E}" presName="composite" presStyleCnt="0"/>
      <dgm:spPr/>
    </dgm:pt>
    <dgm:pt modelId="{CCD48A43-23FD-42EE-8D61-77BD380D1595}" type="pres">
      <dgm:prSet presAssocID="{85C61EEA-78D9-4849-965A-E0550235494E}" presName="imgShp" presStyleLbl="fgImgPlace1" presStyleIdx="1" presStyleCnt="4"/>
      <dgm:spPr/>
    </dgm:pt>
    <dgm:pt modelId="{095E69B2-19AA-432A-9EBA-BE31D01123C6}" type="pres">
      <dgm:prSet presAssocID="{85C61EEA-78D9-4849-965A-E0550235494E}" presName="txShp" presStyleLbl="node1" presStyleIdx="1" presStyleCnt="4">
        <dgm:presLayoutVars>
          <dgm:bulletEnabled val="1"/>
        </dgm:presLayoutVars>
      </dgm:prSet>
      <dgm:spPr/>
    </dgm:pt>
    <dgm:pt modelId="{C5C59A24-6C1A-45B6-BDE4-8BCCACDC3A22}" type="pres">
      <dgm:prSet presAssocID="{D4152FE9-AEC4-4BD3-B866-81B45F658B3D}" presName="spacing" presStyleCnt="0"/>
      <dgm:spPr/>
    </dgm:pt>
    <dgm:pt modelId="{81006CCE-EAE0-4CA3-B9CB-804E03C33440}" type="pres">
      <dgm:prSet presAssocID="{FCCB15BE-F856-4639-A09A-06EF287C5659}" presName="composite" presStyleCnt="0"/>
      <dgm:spPr/>
    </dgm:pt>
    <dgm:pt modelId="{9403495C-7EB3-4C61-984A-7D25BA88B17F}" type="pres">
      <dgm:prSet presAssocID="{FCCB15BE-F856-4639-A09A-06EF287C5659}" presName="imgShp" presStyleLbl="fgImgPlace1" presStyleIdx="2" presStyleCnt="4"/>
      <dgm:spPr/>
    </dgm:pt>
    <dgm:pt modelId="{B045296F-6C2F-475D-8C3A-EAF11D0E4151}" type="pres">
      <dgm:prSet presAssocID="{FCCB15BE-F856-4639-A09A-06EF287C5659}" presName="txShp" presStyleLbl="node1" presStyleIdx="2" presStyleCnt="4">
        <dgm:presLayoutVars>
          <dgm:bulletEnabled val="1"/>
        </dgm:presLayoutVars>
      </dgm:prSet>
      <dgm:spPr/>
    </dgm:pt>
    <dgm:pt modelId="{A23954F0-A264-4A5B-A73D-D6DEF7C5C25C}" type="pres">
      <dgm:prSet presAssocID="{864D220B-47B1-4862-80D9-F5087D022BE6}" presName="spacing" presStyleCnt="0"/>
      <dgm:spPr/>
    </dgm:pt>
    <dgm:pt modelId="{04408A25-6E78-4AC7-8ADA-86A78F69C831}" type="pres">
      <dgm:prSet presAssocID="{5695BA2D-C62B-41E1-9ECD-5762C60E9362}" presName="composite" presStyleCnt="0"/>
      <dgm:spPr/>
    </dgm:pt>
    <dgm:pt modelId="{05CC31A8-C822-4F57-AB53-CFA4BA533A87}" type="pres">
      <dgm:prSet presAssocID="{5695BA2D-C62B-41E1-9ECD-5762C60E9362}" presName="imgShp" presStyleLbl="fgImgPlace1" presStyleIdx="3" presStyleCnt="4"/>
      <dgm:spPr/>
    </dgm:pt>
    <dgm:pt modelId="{3BDB1D09-0089-4B7A-ACCC-D78D9165B361}" type="pres">
      <dgm:prSet presAssocID="{5695BA2D-C62B-41E1-9ECD-5762C60E9362}" presName="txShp" presStyleLbl="node1" presStyleIdx="3" presStyleCnt="4">
        <dgm:presLayoutVars>
          <dgm:bulletEnabled val="1"/>
        </dgm:presLayoutVars>
      </dgm:prSet>
      <dgm:spPr/>
    </dgm:pt>
  </dgm:ptLst>
  <dgm:cxnLst>
    <dgm:cxn modelId="{5C7AB322-1D9A-4D64-9801-F19916182944}" type="presOf" srcId="{85C61EEA-78D9-4849-965A-E0550235494E}" destId="{095E69B2-19AA-432A-9EBA-BE31D01123C6}" srcOrd="0" destOrd="0" presId="urn:microsoft.com/office/officeart/2005/8/layout/vList3"/>
    <dgm:cxn modelId="{FF5DDB46-5504-4186-A7F1-BC7ABC660133}" srcId="{91A1EC3A-7936-4865-9ADB-27C268B986A7}" destId="{2BFB385F-6274-4878-8D2B-809D456B85C5}" srcOrd="0" destOrd="0" parTransId="{C8324C54-07D6-4387-8574-DB454CA843BD}" sibTransId="{739CFE18-821B-49F2-9842-407E2582671C}"/>
    <dgm:cxn modelId="{064D5151-E63A-4FCF-A07E-46C979A217CF}" srcId="{91A1EC3A-7936-4865-9ADB-27C268B986A7}" destId="{5695BA2D-C62B-41E1-9ECD-5762C60E9362}" srcOrd="3" destOrd="0" parTransId="{7909F045-3F02-406B-8BEC-2F63A462AE03}" sibTransId="{129A73FE-F858-4FE9-B914-83A441772E66}"/>
    <dgm:cxn modelId="{D4984A8F-23CC-4D45-8668-7FAF85906E89}" srcId="{91A1EC3A-7936-4865-9ADB-27C268B986A7}" destId="{FCCB15BE-F856-4639-A09A-06EF287C5659}" srcOrd="2" destOrd="0" parTransId="{04A8C217-4B02-4C1D-8A9D-3DF2B2C5ADF0}" sibTransId="{864D220B-47B1-4862-80D9-F5087D022BE6}"/>
    <dgm:cxn modelId="{0851E993-DF86-48EF-B805-CD3CC9B9B923}" type="presOf" srcId="{91A1EC3A-7936-4865-9ADB-27C268B986A7}" destId="{677FC337-8D35-46C5-AB2D-EC7BD40CE151}" srcOrd="0" destOrd="0" presId="urn:microsoft.com/office/officeart/2005/8/layout/vList3"/>
    <dgm:cxn modelId="{882D18AE-3C68-4A2B-BFDD-EC5C3BC02E90}" srcId="{91A1EC3A-7936-4865-9ADB-27C268B986A7}" destId="{85C61EEA-78D9-4849-965A-E0550235494E}" srcOrd="1" destOrd="0" parTransId="{3C714A16-EF78-40D4-A445-AA9F1853D14D}" sibTransId="{D4152FE9-AEC4-4BD3-B866-81B45F658B3D}"/>
    <dgm:cxn modelId="{3DCD00B0-CE22-4EEF-93E4-4E87B403A3EF}" type="presOf" srcId="{FCCB15BE-F856-4639-A09A-06EF287C5659}" destId="{B045296F-6C2F-475D-8C3A-EAF11D0E4151}" srcOrd="0" destOrd="0" presId="urn:microsoft.com/office/officeart/2005/8/layout/vList3"/>
    <dgm:cxn modelId="{B2DBB8BC-73CE-49E2-AB84-A59A7EA64669}" type="presOf" srcId="{2BFB385F-6274-4878-8D2B-809D456B85C5}" destId="{502B6B00-BE78-42C1-851B-A96CE2561B2A}" srcOrd="0" destOrd="0" presId="urn:microsoft.com/office/officeart/2005/8/layout/vList3"/>
    <dgm:cxn modelId="{486862EC-E602-4F0D-9B94-3A322158E4E8}" type="presOf" srcId="{5695BA2D-C62B-41E1-9ECD-5762C60E9362}" destId="{3BDB1D09-0089-4B7A-ACCC-D78D9165B361}" srcOrd="0" destOrd="0" presId="urn:microsoft.com/office/officeart/2005/8/layout/vList3"/>
    <dgm:cxn modelId="{F70F4299-22C4-4CD0-8898-ABC903A22FD5}" type="presParOf" srcId="{677FC337-8D35-46C5-AB2D-EC7BD40CE151}" destId="{0E71FAFA-E0E2-43BB-AB25-7B6B3089F043}" srcOrd="0" destOrd="0" presId="urn:microsoft.com/office/officeart/2005/8/layout/vList3"/>
    <dgm:cxn modelId="{7F2E1594-0030-4FFD-9FAE-DC903510B565}" type="presParOf" srcId="{0E71FAFA-E0E2-43BB-AB25-7B6B3089F043}" destId="{654D9AA9-3E9D-4B13-9B8A-976CEC4A6FB7}" srcOrd="0" destOrd="0" presId="urn:microsoft.com/office/officeart/2005/8/layout/vList3"/>
    <dgm:cxn modelId="{09D06D17-A920-4375-817F-CFAE4FE03583}" type="presParOf" srcId="{0E71FAFA-E0E2-43BB-AB25-7B6B3089F043}" destId="{502B6B00-BE78-42C1-851B-A96CE2561B2A}" srcOrd="1" destOrd="0" presId="urn:microsoft.com/office/officeart/2005/8/layout/vList3"/>
    <dgm:cxn modelId="{03FB1278-219C-4FD6-A8FC-2D7E6BBD428A}" type="presParOf" srcId="{677FC337-8D35-46C5-AB2D-EC7BD40CE151}" destId="{751AFDDE-9C4B-43E0-B2FA-D9A1F859D7C8}" srcOrd="1" destOrd="0" presId="urn:microsoft.com/office/officeart/2005/8/layout/vList3"/>
    <dgm:cxn modelId="{1C2F8053-7979-4FED-ABC5-9220997811FC}" type="presParOf" srcId="{677FC337-8D35-46C5-AB2D-EC7BD40CE151}" destId="{5721AD22-5416-464F-9CC9-53B072B0D709}" srcOrd="2" destOrd="0" presId="urn:microsoft.com/office/officeart/2005/8/layout/vList3"/>
    <dgm:cxn modelId="{E256175C-893E-4549-8807-95B330A24749}" type="presParOf" srcId="{5721AD22-5416-464F-9CC9-53B072B0D709}" destId="{CCD48A43-23FD-42EE-8D61-77BD380D1595}" srcOrd="0" destOrd="0" presId="urn:microsoft.com/office/officeart/2005/8/layout/vList3"/>
    <dgm:cxn modelId="{C9C31110-82F6-449E-8CF6-B7C10C4AE3D1}" type="presParOf" srcId="{5721AD22-5416-464F-9CC9-53B072B0D709}" destId="{095E69B2-19AA-432A-9EBA-BE31D01123C6}" srcOrd="1" destOrd="0" presId="urn:microsoft.com/office/officeart/2005/8/layout/vList3"/>
    <dgm:cxn modelId="{01E6547D-D5B2-4F26-AE80-5FB106350209}" type="presParOf" srcId="{677FC337-8D35-46C5-AB2D-EC7BD40CE151}" destId="{C5C59A24-6C1A-45B6-BDE4-8BCCACDC3A22}" srcOrd="3" destOrd="0" presId="urn:microsoft.com/office/officeart/2005/8/layout/vList3"/>
    <dgm:cxn modelId="{55E38A0D-0C1B-47D7-83C3-500D9DE49A40}" type="presParOf" srcId="{677FC337-8D35-46C5-AB2D-EC7BD40CE151}" destId="{81006CCE-EAE0-4CA3-B9CB-804E03C33440}" srcOrd="4" destOrd="0" presId="urn:microsoft.com/office/officeart/2005/8/layout/vList3"/>
    <dgm:cxn modelId="{4178A191-D914-4504-8388-62B0D97A9AB5}" type="presParOf" srcId="{81006CCE-EAE0-4CA3-B9CB-804E03C33440}" destId="{9403495C-7EB3-4C61-984A-7D25BA88B17F}" srcOrd="0" destOrd="0" presId="urn:microsoft.com/office/officeart/2005/8/layout/vList3"/>
    <dgm:cxn modelId="{A0B00BAA-B4A8-410D-A2C5-E015CDD0CDCF}" type="presParOf" srcId="{81006CCE-EAE0-4CA3-B9CB-804E03C33440}" destId="{B045296F-6C2F-475D-8C3A-EAF11D0E4151}" srcOrd="1" destOrd="0" presId="urn:microsoft.com/office/officeart/2005/8/layout/vList3"/>
    <dgm:cxn modelId="{C14D0281-04C0-4A6E-9B92-0B2C0BD91DF6}" type="presParOf" srcId="{677FC337-8D35-46C5-AB2D-EC7BD40CE151}" destId="{A23954F0-A264-4A5B-A73D-D6DEF7C5C25C}" srcOrd="5" destOrd="0" presId="urn:microsoft.com/office/officeart/2005/8/layout/vList3"/>
    <dgm:cxn modelId="{E54833CC-90FB-49D9-97C5-13666B0CBBE1}" type="presParOf" srcId="{677FC337-8D35-46C5-AB2D-EC7BD40CE151}" destId="{04408A25-6E78-4AC7-8ADA-86A78F69C831}" srcOrd="6" destOrd="0" presId="urn:microsoft.com/office/officeart/2005/8/layout/vList3"/>
    <dgm:cxn modelId="{CAF9E112-7C21-4C53-9EF3-EE73388131E0}" type="presParOf" srcId="{04408A25-6E78-4AC7-8ADA-86A78F69C831}" destId="{05CC31A8-C822-4F57-AB53-CFA4BA533A87}" srcOrd="0" destOrd="0" presId="urn:microsoft.com/office/officeart/2005/8/layout/vList3"/>
    <dgm:cxn modelId="{BE659601-6ED6-4AB6-9E6E-89DAF49E066D}" type="presParOf" srcId="{04408A25-6E78-4AC7-8ADA-86A78F69C831}" destId="{3BDB1D09-0089-4B7A-ACCC-D78D9165B36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42F59F11-8F79-4523-8B94-FCF21997C01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989D39-CE80-4443-BBAD-0D6D3E4CEC38}">
      <dgm:prSet/>
      <dgm:spPr/>
      <dgm:t>
        <a:bodyPr/>
        <a:lstStyle/>
        <a:p>
          <a:r>
            <a:rPr lang="uk-UA" b="0" i="0" dirty="0"/>
            <a:t>Лівобережної України.</a:t>
          </a:r>
          <a:endParaRPr lang="uk-UA" dirty="0"/>
        </a:p>
      </dgm:t>
    </dgm:pt>
    <dgm:pt modelId="{882F9DE6-9CE4-42B4-8B4A-2F19B94781B3}" type="parTrans" cxnId="{9FC12458-9FD4-48E1-9D36-C7B672C39ABA}">
      <dgm:prSet/>
      <dgm:spPr/>
      <dgm:t>
        <a:bodyPr/>
        <a:lstStyle/>
        <a:p>
          <a:endParaRPr lang="uk-UA"/>
        </a:p>
      </dgm:t>
    </dgm:pt>
    <dgm:pt modelId="{A13E8383-24AA-41A6-91A7-33D02876D248}" type="sibTrans" cxnId="{9FC12458-9FD4-48E1-9D36-C7B672C39ABA}">
      <dgm:prSet/>
      <dgm:spPr/>
      <dgm:t>
        <a:bodyPr/>
        <a:lstStyle/>
        <a:p>
          <a:endParaRPr lang="uk-UA"/>
        </a:p>
      </dgm:t>
    </dgm:pt>
    <dgm:pt modelId="{0C885DFD-C26D-4B80-9122-982D50FB64D2}">
      <dgm:prSet/>
      <dgm:spPr/>
      <dgm:t>
        <a:bodyPr/>
        <a:lstStyle/>
        <a:p>
          <a:r>
            <a:rPr lang="uk-UA" b="0" i="0" dirty="0"/>
            <a:t>Правобережної України.</a:t>
          </a:r>
          <a:endParaRPr lang="uk-UA" dirty="0"/>
        </a:p>
      </dgm:t>
    </dgm:pt>
    <dgm:pt modelId="{862395DF-BAEF-43CC-9776-14F327EF0691}" type="parTrans" cxnId="{9304E2DF-3A6D-4670-907D-D40E1B2571F8}">
      <dgm:prSet/>
      <dgm:spPr/>
      <dgm:t>
        <a:bodyPr/>
        <a:lstStyle/>
        <a:p>
          <a:endParaRPr lang="uk-UA"/>
        </a:p>
      </dgm:t>
    </dgm:pt>
    <dgm:pt modelId="{B2177166-BC2D-4DA7-A6F0-2EA5649DC157}" type="sibTrans" cxnId="{9304E2DF-3A6D-4670-907D-D40E1B2571F8}">
      <dgm:prSet/>
      <dgm:spPr/>
      <dgm:t>
        <a:bodyPr/>
        <a:lstStyle/>
        <a:p>
          <a:endParaRPr lang="uk-UA"/>
        </a:p>
      </dgm:t>
    </dgm:pt>
    <dgm:pt modelId="{EAE17A23-DE4C-4521-8E8A-44E573966681}">
      <dgm:prSet/>
      <dgm:spPr/>
      <dgm:t>
        <a:bodyPr/>
        <a:lstStyle/>
        <a:p>
          <a:r>
            <a:rPr lang="uk-UA" b="0" i="0"/>
            <a:t>Слобідської України.</a:t>
          </a:r>
          <a:endParaRPr lang="uk-UA"/>
        </a:p>
      </dgm:t>
    </dgm:pt>
    <dgm:pt modelId="{EB07D533-AEAC-4A9E-B48B-6539DF366961}" type="parTrans" cxnId="{DE79AB24-D9EB-4210-90F4-0BA1B3CCF94C}">
      <dgm:prSet/>
      <dgm:spPr/>
      <dgm:t>
        <a:bodyPr/>
        <a:lstStyle/>
        <a:p>
          <a:endParaRPr lang="uk-UA"/>
        </a:p>
      </dgm:t>
    </dgm:pt>
    <dgm:pt modelId="{AE6E104B-6828-49DC-8D2A-066E93685D39}" type="sibTrans" cxnId="{DE79AB24-D9EB-4210-90F4-0BA1B3CCF94C}">
      <dgm:prSet/>
      <dgm:spPr/>
      <dgm:t>
        <a:bodyPr/>
        <a:lstStyle/>
        <a:p>
          <a:endParaRPr lang="uk-UA"/>
        </a:p>
      </dgm:t>
    </dgm:pt>
    <dgm:pt modelId="{FF367C93-C245-44E0-BD3C-86EFBD7FE242}">
      <dgm:prSet/>
      <dgm:spPr/>
      <dgm:t>
        <a:bodyPr/>
        <a:lstStyle/>
        <a:p>
          <a:r>
            <a:rPr lang="uk-UA" b="0" i="0" dirty="0"/>
            <a:t>Південної України.</a:t>
          </a:r>
          <a:endParaRPr lang="uk-UA" dirty="0"/>
        </a:p>
      </dgm:t>
    </dgm:pt>
    <dgm:pt modelId="{4443F824-4771-4F6B-AC33-46DDD81AF500}" type="parTrans" cxnId="{123BC2A9-3B74-4E24-BE57-3A8D69D7AC31}">
      <dgm:prSet/>
      <dgm:spPr/>
      <dgm:t>
        <a:bodyPr/>
        <a:lstStyle/>
        <a:p>
          <a:endParaRPr lang="uk-UA"/>
        </a:p>
      </dgm:t>
    </dgm:pt>
    <dgm:pt modelId="{8049F9E5-A11F-4550-8180-3EB063895D10}" type="sibTrans" cxnId="{123BC2A9-3B74-4E24-BE57-3A8D69D7AC31}">
      <dgm:prSet/>
      <dgm:spPr/>
      <dgm:t>
        <a:bodyPr/>
        <a:lstStyle/>
        <a:p>
          <a:endParaRPr lang="uk-UA"/>
        </a:p>
      </dgm:t>
    </dgm:pt>
    <dgm:pt modelId="{78F40B38-F58B-43B0-9651-127289098FD5}" type="pres">
      <dgm:prSet presAssocID="{42F59F11-8F79-4523-8B94-FCF21997C013}" presName="linearFlow" presStyleCnt="0">
        <dgm:presLayoutVars>
          <dgm:dir/>
          <dgm:resizeHandles val="exact"/>
        </dgm:presLayoutVars>
      </dgm:prSet>
      <dgm:spPr/>
    </dgm:pt>
    <dgm:pt modelId="{77ED94FE-CABD-486E-AA2B-15F3B8C99EE9}" type="pres">
      <dgm:prSet presAssocID="{F9989D39-CE80-4443-BBAD-0D6D3E4CEC38}" presName="composite" presStyleCnt="0"/>
      <dgm:spPr/>
    </dgm:pt>
    <dgm:pt modelId="{C9BBAEDD-7356-42D0-9C95-473AFF2E98FF}" type="pres">
      <dgm:prSet presAssocID="{F9989D39-CE80-4443-BBAD-0D6D3E4CEC38}" presName="imgShp" presStyleLbl="fgImgPlace1" presStyleIdx="0" presStyleCnt="4"/>
      <dgm:spPr/>
    </dgm:pt>
    <dgm:pt modelId="{7017BDE1-68A4-4058-A3BD-4585E997805A}" type="pres">
      <dgm:prSet presAssocID="{F9989D39-CE80-4443-BBAD-0D6D3E4CEC38}" presName="txShp" presStyleLbl="node1" presStyleIdx="0" presStyleCnt="4">
        <dgm:presLayoutVars>
          <dgm:bulletEnabled val="1"/>
        </dgm:presLayoutVars>
      </dgm:prSet>
      <dgm:spPr/>
    </dgm:pt>
    <dgm:pt modelId="{90FE564B-370B-406F-B810-35D99B211614}" type="pres">
      <dgm:prSet presAssocID="{A13E8383-24AA-41A6-91A7-33D02876D248}" presName="spacing" presStyleCnt="0"/>
      <dgm:spPr/>
    </dgm:pt>
    <dgm:pt modelId="{A046D3EC-3489-4987-BBDE-342C852B6D6B}" type="pres">
      <dgm:prSet presAssocID="{0C885DFD-C26D-4B80-9122-982D50FB64D2}" presName="composite" presStyleCnt="0"/>
      <dgm:spPr/>
    </dgm:pt>
    <dgm:pt modelId="{0F7F28BA-D094-4B7E-9A08-50FAFB2905C6}" type="pres">
      <dgm:prSet presAssocID="{0C885DFD-C26D-4B80-9122-982D50FB64D2}" presName="imgShp" presStyleLbl="fgImgPlace1" presStyleIdx="1" presStyleCnt="4"/>
      <dgm:spPr/>
    </dgm:pt>
    <dgm:pt modelId="{CC2DE164-C422-453C-9F52-488425360990}" type="pres">
      <dgm:prSet presAssocID="{0C885DFD-C26D-4B80-9122-982D50FB64D2}" presName="txShp" presStyleLbl="node1" presStyleIdx="1" presStyleCnt="4">
        <dgm:presLayoutVars>
          <dgm:bulletEnabled val="1"/>
        </dgm:presLayoutVars>
      </dgm:prSet>
      <dgm:spPr/>
    </dgm:pt>
    <dgm:pt modelId="{BE8864C4-9405-4117-9D7D-B2B25E6A5ED1}" type="pres">
      <dgm:prSet presAssocID="{B2177166-BC2D-4DA7-A6F0-2EA5649DC157}" presName="spacing" presStyleCnt="0"/>
      <dgm:spPr/>
    </dgm:pt>
    <dgm:pt modelId="{1019DC99-F321-4889-87A2-25544B506686}" type="pres">
      <dgm:prSet presAssocID="{EAE17A23-DE4C-4521-8E8A-44E573966681}" presName="composite" presStyleCnt="0"/>
      <dgm:spPr/>
    </dgm:pt>
    <dgm:pt modelId="{A1FB71D2-598C-4DB2-8008-92555471D3C9}" type="pres">
      <dgm:prSet presAssocID="{EAE17A23-DE4C-4521-8E8A-44E573966681}" presName="imgShp" presStyleLbl="fgImgPlace1" presStyleIdx="2" presStyleCnt="4"/>
      <dgm:spPr/>
    </dgm:pt>
    <dgm:pt modelId="{93B4467B-B76D-4F65-833E-B30A770BD5DC}" type="pres">
      <dgm:prSet presAssocID="{EAE17A23-DE4C-4521-8E8A-44E573966681}" presName="txShp" presStyleLbl="node1" presStyleIdx="2" presStyleCnt="4">
        <dgm:presLayoutVars>
          <dgm:bulletEnabled val="1"/>
        </dgm:presLayoutVars>
      </dgm:prSet>
      <dgm:spPr/>
    </dgm:pt>
    <dgm:pt modelId="{1A8FFB2F-8D5B-49F6-A88D-BD4C66533CCF}" type="pres">
      <dgm:prSet presAssocID="{AE6E104B-6828-49DC-8D2A-066E93685D39}" presName="spacing" presStyleCnt="0"/>
      <dgm:spPr/>
    </dgm:pt>
    <dgm:pt modelId="{485F3407-2F9B-49C2-BBA0-2FDED9527D92}" type="pres">
      <dgm:prSet presAssocID="{FF367C93-C245-44E0-BD3C-86EFBD7FE242}" presName="composite" presStyleCnt="0"/>
      <dgm:spPr/>
    </dgm:pt>
    <dgm:pt modelId="{4A992A6E-E9A7-4D54-ADD3-4FFE1CFA28BA}" type="pres">
      <dgm:prSet presAssocID="{FF367C93-C245-44E0-BD3C-86EFBD7FE242}" presName="imgShp" presStyleLbl="fgImgPlace1" presStyleIdx="3" presStyleCnt="4"/>
      <dgm:spPr/>
    </dgm:pt>
    <dgm:pt modelId="{93D7FA39-090F-4D95-8296-250D9A9AAAF1}" type="pres">
      <dgm:prSet presAssocID="{FF367C93-C245-44E0-BD3C-86EFBD7FE242}" presName="txShp" presStyleLbl="node1" presStyleIdx="3" presStyleCnt="4">
        <dgm:presLayoutVars>
          <dgm:bulletEnabled val="1"/>
        </dgm:presLayoutVars>
      </dgm:prSet>
      <dgm:spPr/>
    </dgm:pt>
  </dgm:ptLst>
  <dgm:cxnLst>
    <dgm:cxn modelId="{DE79AB24-D9EB-4210-90F4-0BA1B3CCF94C}" srcId="{42F59F11-8F79-4523-8B94-FCF21997C013}" destId="{EAE17A23-DE4C-4521-8E8A-44E573966681}" srcOrd="2" destOrd="0" parTransId="{EB07D533-AEAC-4A9E-B48B-6539DF366961}" sibTransId="{AE6E104B-6828-49DC-8D2A-066E93685D39}"/>
    <dgm:cxn modelId="{0DBBAB76-886C-4139-B8C3-548E2B209320}" type="presOf" srcId="{EAE17A23-DE4C-4521-8E8A-44E573966681}" destId="{93B4467B-B76D-4F65-833E-B30A770BD5DC}" srcOrd="0" destOrd="0" presId="urn:microsoft.com/office/officeart/2005/8/layout/vList3"/>
    <dgm:cxn modelId="{E8A0BE57-58CF-40FB-9A56-EF1DE42C51B6}" type="presOf" srcId="{F9989D39-CE80-4443-BBAD-0D6D3E4CEC38}" destId="{7017BDE1-68A4-4058-A3BD-4585E997805A}" srcOrd="0" destOrd="0" presId="urn:microsoft.com/office/officeart/2005/8/layout/vList3"/>
    <dgm:cxn modelId="{9FC12458-9FD4-48E1-9D36-C7B672C39ABA}" srcId="{42F59F11-8F79-4523-8B94-FCF21997C013}" destId="{F9989D39-CE80-4443-BBAD-0D6D3E4CEC38}" srcOrd="0" destOrd="0" parTransId="{882F9DE6-9CE4-42B4-8B4A-2F19B94781B3}" sibTransId="{A13E8383-24AA-41A6-91A7-33D02876D248}"/>
    <dgm:cxn modelId="{E3C22A8C-D307-4AA2-9B3B-EA2FDC250E94}" type="presOf" srcId="{42F59F11-8F79-4523-8B94-FCF21997C013}" destId="{78F40B38-F58B-43B0-9651-127289098FD5}" srcOrd="0" destOrd="0" presId="urn:microsoft.com/office/officeart/2005/8/layout/vList3"/>
    <dgm:cxn modelId="{1415AF9F-2C71-47C3-8472-A1B0993BDC09}" type="presOf" srcId="{FF367C93-C245-44E0-BD3C-86EFBD7FE242}" destId="{93D7FA39-090F-4D95-8296-250D9A9AAAF1}" srcOrd="0" destOrd="0" presId="urn:microsoft.com/office/officeart/2005/8/layout/vList3"/>
    <dgm:cxn modelId="{123BC2A9-3B74-4E24-BE57-3A8D69D7AC31}" srcId="{42F59F11-8F79-4523-8B94-FCF21997C013}" destId="{FF367C93-C245-44E0-BD3C-86EFBD7FE242}" srcOrd="3" destOrd="0" parTransId="{4443F824-4771-4F6B-AC33-46DDD81AF500}" sibTransId="{8049F9E5-A11F-4550-8180-3EB063895D10}"/>
    <dgm:cxn modelId="{9304E2DF-3A6D-4670-907D-D40E1B2571F8}" srcId="{42F59F11-8F79-4523-8B94-FCF21997C013}" destId="{0C885DFD-C26D-4B80-9122-982D50FB64D2}" srcOrd="1" destOrd="0" parTransId="{862395DF-BAEF-43CC-9776-14F327EF0691}" sibTransId="{B2177166-BC2D-4DA7-A6F0-2EA5649DC157}"/>
    <dgm:cxn modelId="{B56B02FA-D6FA-4631-B478-339E690A2151}" type="presOf" srcId="{0C885DFD-C26D-4B80-9122-982D50FB64D2}" destId="{CC2DE164-C422-453C-9F52-488425360990}" srcOrd="0" destOrd="0" presId="urn:microsoft.com/office/officeart/2005/8/layout/vList3"/>
    <dgm:cxn modelId="{BB85F4E5-B2DB-42AC-915A-34075BF0DAAF}" type="presParOf" srcId="{78F40B38-F58B-43B0-9651-127289098FD5}" destId="{77ED94FE-CABD-486E-AA2B-15F3B8C99EE9}" srcOrd="0" destOrd="0" presId="urn:microsoft.com/office/officeart/2005/8/layout/vList3"/>
    <dgm:cxn modelId="{F917C2B6-6952-4C84-8536-A348D7681A92}" type="presParOf" srcId="{77ED94FE-CABD-486E-AA2B-15F3B8C99EE9}" destId="{C9BBAEDD-7356-42D0-9C95-473AFF2E98FF}" srcOrd="0" destOrd="0" presId="urn:microsoft.com/office/officeart/2005/8/layout/vList3"/>
    <dgm:cxn modelId="{3F917513-E891-4D69-BC42-3611CF340575}" type="presParOf" srcId="{77ED94FE-CABD-486E-AA2B-15F3B8C99EE9}" destId="{7017BDE1-68A4-4058-A3BD-4585E997805A}" srcOrd="1" destOrd="0" presId="urn:microsoft.com/office/officeart/2005/8/layout/vList3"/>
    <dgm:cxn modelId="{EF8DEB24-ADF3-4425-8B6E-309365247F6B}" type="presParOf" srcId="{78F40B38-F58B-43B0-9651-127289098FD5}" destId="{90FE564B-370B-406F-B810-35D99B211614}" srcOrd="1" destOrd="0" presId="urn:microsoft.com/office/officeart/2005/8/layout/vList3"/>
    <dgm:cxn modelId="{312E45CC-2327-4457-98FA-D6D6E4B08C2F}" type="presParOf" srcId="{78F40B38-F58B-43B0-9651-127289098FD5}" destId="{A046D3EC-3489-4987-BBDE-342C852B6D6B}" srcOrd="2" destOrd="0" presId="urn:microsoft.com/office/officeart/2005/8/layout/vList3"/>
    <dgm:cxn modelId="{DB6A04D4-C867-43D6-B63A-7AAA50406128}" type="presParOf" srcId="{A046D3EC-3489-4987-BBDE-342C852B6D6B}" destId="{0F7F28BA-D094-4B7E-9A08-50FAFB2905C6}" srcOrd="0" destOrd="0" presId="urn:microsoft.com/office/officeart/2005/8/layout/vList3"/>
    <dgm:cxn modelId="{6C3B560B-ACD9-4FB5-9766-22C6C02516AA}" type="presParOf" srcId="{A046D3EC-3489-4987-BBDE-342C852B6D6B}" destId="{CC2DE164-C422-453C-9F52-488425360990}" srcOrd="1" destOrd="0" presId="urn:microsoft.com/office/officeart/2005/8/layout/vList3"/>
    <dgm:cxn modelId="{99D8F0F1-7DF7-4E8F-BB75-CA6DFD7FA4E8}" type="presParOf" srcId="{78F40B38-F58B-43B0-9651-127289098FD5}" destId="{BE8864C4-9405-4117-9D7D-B2B25E6A5ED1}" srcOrd="3" destOrd="0" presId="urn:microsoft.com/office/officeart/2005/8/layout/vList3"/>
    <dgm:cxn modelId="{0631442E-36BA-4CA3-BFC9-404B8BC52B7F}" type="presParOf" srcId="{78F40B38-F58B-43B0-9651-127289098FD5}" destId="{1019DC99-F321-4889-87A2-25544B506686}" srcOrd="4" destOrd="0" presId="urn:microsoft.com/office/officeart/2005/8/layout/vList3"/>
    <dgm:cxn modelId="{790959D6-03A4-423D-BB1E-BAC83041BE38}" type="presParOf" srcId="{1019DC99-F321-4889-87A2-25544B506686}" destId="{A1FB71D2-598C-4DB2-8008-92555471D3C9}" srcOrd="0" destOrd="0" presId="urn:microsoft.com/office/officeart/2005/8/layout/vList3"/>
    <dgm:cxn modelId="{B855961D-BA3B-4601-8939-B099B057A621}" type="presParOf" srcId="{1019DC99-F321-4889-87A2-25544B506686}" destId="{93B4467B-B76D-4F65-833E-B30A770BD5DC}" srcOrd="1" destOrd="0" presId="urn:microsoft.com/office/officeart/2005/8/layout/vList3"/>
    <dgm:cxn modelId="{323AFAEB-29EA-49E7-989D-07F66ADD38B6}" type="presParOf" srcId="{78F40B38-F58B-43B0-9651-127289098FD5}" destId="{1A8FFB2F-8D5B-49F6-A88D-BD4C66533CCF}" srcOrd="5" destOrd="0" presId="urn:microsoft.com/office/officeart/2005/8/layout/vList3"/>
    <dgm:cxn modelId="{EB4C9509-CC05-4A97-8112-3B2DEE8A06FA}" type="presParOf" srcId="{78F40B38-F58B-43B0-9651-127289098FD5}" destId="{485F3407-2F9B-49C2-BBA0-2FDED9527D92}" srcOrd="6" destOrd="0" presId="urn:microsoft.com/office/officeart/2005/8/layout/vList3"/>
    <dgm:cxn modelId="{044F0B95-A502-42D0-863E-9E03D5329726}" type="presParOf" srcId="{485F3407-2F9B-49C2-BBA0-2FDED9527D92}" destId="{4A992A6E-E9A7-4D54-ADD3-4FFE1CFA28BA}" srcOrd="0" destOrd="0" presId="urn:microsoft.com/office/officeart/2005/8/layout/vList3"/>
    <dgm:cxn modelId="{D0CA3D4F-450E-43EA-B73A-4310C5DE3E82}" type="presParOf" srcId="{485F3407-2F9B-49C2-BBA0-2FDED9527D92}" destId="{93D7FA39-090F-4D95-8296-250D9A9AAA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6E967092-B167-42B1-9FAE-2D85EE1C46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9C16A5-91E3-4DBC-87A9-C30228C2829D}">
      <dgm:prSet/>
      <dgm:spPr/>
      <dgm:t>
        <a:bodyPr/>
        <a:lstStyle/>
        <a:p>
          <a:r>
            <a:rPr lang="ru-RU" b="0" i="0"/>
            <a:t>Іван Мазепа</a:t>
          </a:r>
          <a:endParaRPr lang="uk-UA"/>
        </a:p>
      </dgm:t>
    </dgm:pt>
    <dgm:pt modelId="{87F7083E-11B2-4403-8E1D-6AFDE65D07B6}" type="parTrans" cxnId="{259D2FEC-4E4D-4126-A5F7-FC3EF9008525}">
      <dgm:prSet/>
      <dgm:spPr/>
      <dgm:t>
        <a:bodyPr/>
        <a:lstStyle/>
        <a:p>
          <a:endParaRPr lang="uk-UA"/>
        </a:p>
      </dgm:t>
    </dgm:pt>
    <dgm:pt modelId="{F83B025C-9868-491F-8600-B39E3D90B808}" type="sibTrans" cxnId="{259D2FEC-4E4D-4126-A5F7-FC3EF9008525}">
      <dgm:prSet/>
      <dgm:spPr/>
      <dgm:t>
        <a:bodyPr/>
        <a:lstStyle/>
        <a:p>
          <a:endParaRPr lang="uk-UA"/>
        </a:p>
      </dgm:t>
    </dgm:pt>
    <dgm:pt modelId="{4879A15C-BB9A-4F9C-B867-58416F2B7C25}">
      <dgm:prSet/>
      <dgm:spPr/>
      <dgm:t>
        <a:bodyPr/>
        <a:lstStyle/>
        <a:p>
          <a:r>
            <a:rPr lang="ru-RU" b="0" i="0" dirty="0" err="1"/>
            <a:t>Кирило</a:t>
          </a:r>
          <a:r>
            <a:rPr lang="ru-RU" b="0" i="0" dirty="0"/>
            <a:t> </a:t>
          </a:r>
          <a:r>
            <a:rPr lang="ru-RU" b="0" i="0" dirty="0" err="1"/>
            <a:t>Розумовський</a:t>
          </a:r>
          <a:endParaRPr lang="uk-UA" dirty="0"/>
        </a:p>
      </dgm:t>
    </dgm:pt>
    <dgm:pt modelId="{F63F6AD3-1DA2-428D-AB39-9E52690386CA}" type="parTrans" cxnId="{51FD46B5-15A5-49DD-8C4C-039DCF84C80D}">
      <dgm:prSet/>
      <dgm:spPr/>
      <dgm:t>
        <a:bodyPr/>
        <a:lstStyle/>
        <a:p>
          <a:endParaRPr lang="uk-UA"/>
        </a:p>
      </dgm:t>
    </dgm:pt>
    <dgm:pt modelId="{953E4A00-6A22-43D6-9B58-539E103E2315}" type="sibTrans" cxnId="{51FD46B5-15A5-49DD-8C4C-039DCF84C80D}">
      <dgm:prSet/>
      <dgm:spPr/>
      <dgm:t>
        <a:bodyPr/>
        <a:lstStyle/>
        <a:p>
          <a:endParaRPr lang="uk-UA"/>
        </a:p>
      </dgm:t>
    </dgm:pt>
    <dgm:pt modelId="{3AFC147E-FBF9-4479-B9FA-FBC2AF317F39}">
      <dgm:prSet/>
      <dgm:spPr/>
      <dgm:t>
        <a:bodyPr/>
        <a:lstStyle/>
        <a:p>
          <a:r>
            <a:rPr lang="ru-RU" b="0" i="0" dirty="0"/>
            <a:t>Данило Апостол</a:t>
          </a:r>
          <a:endParaRPr lang="uk-UA" dirty="0"/>
        </a:p>
      </dgm:t>
    </dgm:pt>
    <dgm:pt modelId="{077BF8E2-034A-4F5F-A382-620AC00CA910}" type="parTrans" cxnId="{99E892AC-18EB-4FF3-B9FA-9DA246C46CAF}">
      <dgm:prSet/>
      <dgm:spPr/>
      <dgm:t>
        <a:bodyPr/>
        <a:lstStyle/>
        <a:p>
          <a:endParaRPr lang="uk-UA"/>
        </a:p>
      </dgm:t>
    </dgm:pt>
    <dgm:pt modelId="{C3F52D8C-3609-4922-8FEC-BDD6971F7A52}" type="sibTrans" cxnId="{99E892AC-18EB-4FF3-B9FA-9DA246C46CAF}">
      <dgm:prSet/>
      <dgm:spPr/>
      <dgm:t>
        <a:bodyPr/>
        <a:lstStyle/>
        <a:p>
          <a:endParaRPr lang="uk-UA"/>
        </a:p>
      </dgm:t>
    </dgm:pt>
    <dgm:pt modelId="{903AC2FE-57F8-4CBE-99F1-8D6FC875E11B}">
      <dgm:prSet/>
      <dgm:spPr/>
      <dgm:t>
        <a:bodyPr/>
        <a:lstStyle/>
        <a:p>
          <a:r>
            <a:rPr lang="ru-RU" b="0" i="0" dirty="0" err="1"/>
            <a:t>Дем’ян</a:t>
          </a:r>
          <a:r>
            <a:rPr lang="ru-RU" b="0" i="0" dirty="0"/>
            <a:t> </a:t>
          </a:r>
          <a:r>
            <a:rPr lang="ru-RU" b="0" i="0" dirty="0" err="1"/>
            <a:t>Многогрішний</a:t>
          </a:r>
          <a:endParaRPr lang="uk-UA" dirty="0"/>
        </a:p>
      </dgm:t>
    </dgm:pt>
    <dgm:pt modelId="{3B9BA14E-93A0-4A56-8AA8-C37BC37E2708}" type="parTrans" cxnId="{C24BADC1-0121-4219-827F-38902B057867}">
      <dgm:prSet/>
      <dgm:spPr/>
      <dgm:t>
        <a:bodyPr/>
        <a:lstStyle/>
        <a:p>
          <a:endParaRPr lang="uk-UA"/>
        </a:p>
      </dgm:t>
    </dgm:pt>
    <dgm:pt modelId="{CC66A054-EF3A-4C5F-8030-B3B025BFEAC4}" type="sibTrans" cxnId="{C24BADC1-0121-4219-827F-38902B057867}">
      <dgm:prSet/>
      <dgm:spPr/>
      <dgm:t>
        <a:bodyPr/>
        <a:lstStyle/>
        <a:p>
          <a:endParaRPr lang="uk-UA"/>
        </a:p>
      </dgm:t>
    </dgm:pt>
    <dgm:pt modelId="{6D44916B-A64C-44EE-939E-F514D4C3984F}" type="pres">
      <dgm:prSet presAssocID="{6E967092-B167-42B1-9FAE-2D85EE1C46FD}" presName="linear" presStyleCnt="0">
        <dgm:presLayoutVars>
          <dgm:animLvl val="lvl"/>
          <dgm:resizeHandles val="exact"/>
        </dgm:presLayoutVars>
      </dgm:prSet>
      <dgm:spPr/>
    </dgm:pt>
    <dgm:pt modelId="{8710BBCD-7BF2-44B6-8103-96904DDC2911}" type="pres">
      <dgm:prSet presAssocID="{D99C16A5-91E3-4DBC-87A9-C30228C282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B19198B-E487-4BC5-AB34-049FCEB4D89E}" type="pres">
      <dgm:prSet presAssocID="{F83B025C-9868-491F-8600-B39E3D90B808}" presName="spacer" presStyleCnt="0"/>
      <dgm:spPr/>
    </dgm:pt>
    <dgm:pt modelId="{9965CBCB-FBE2-4BD8-B5C6-D47D2F7CE954}" type="pres">
      <dgm:prSet presAssocID="{4879A15C-BB9A-4F9C-B867-58416F2B7C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96733A-D167-4330-B625-1EF1872446CB}" type="pres">
      <dgm:prSet presAssocID="{953E4A00-6A22-43D6-9B58-539E103E2315}" presName="spacer" presStyleCnt="0"/>
      <dgm:spPr/>
    </dgm:pt>
    <dgm:pt modelId="{83D0DDAF-16D7-4B90-9578-0B8247657F58}" type="pres">
      <dgm:prSet presAssocID="{3AFC147E-FBF9-4479-B9FA-FBC2AF317F3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1832C2-EF78-4EF0-B940-FB8E8272E5F0}" type="pres">
      <dgm:prSet presAssocID="{C3F52D8C-3609-4922-8FEC-BDD6971F7A52}" presName="spacer" presStyleCnt="0"/>
      <dgm:spPr/>
    </dgm:pt>
    <dgm:pt modelId="{BA14886A-D1BF-45B0-A151-20548789F9BF}" type="pres">
      <dgm:prSet presAssocID="{903AC2FE-57F8-4CBE-99F1-8D6FC875E11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2E1067-CE13-430E-B64A-817A87520621}" type="presOf" srcId="{6E967092-B167-42B1-9FAE-2D85EE1C46FD}" destId="{6D44916B-A64C-44EE-939E-F514D4C3984F}" srcOrd="0" destOrd="0" presId="urn:microsoft.com/office/officeart/2005/8/layout/vList2"/>
    <dgm:cxn modelId="{72C6BF6F-AEDC-45F2-984A-715A588973F2}" type="presOf" srcId="{903AC2FE-57F8-4CBE-99F1-8D6FC875E11B}" destId="{BA14886A-D1BF-45B0-A151-20548789F9BF}" srcOrd="0" destOrd="0" presId="urn:microsoft.com/office/officeart/2005/8/layout/vList2"/>
    <dgm:cxn modelId="{F1CB0AA1-2AAD-49F1-9C0F-CDAC66CFEB7C}" type="presOf" srcId="{D99C16A5-91E3-4DBC-87A9-C30228C2829D}" destId="{8710BBCD-7BF2-44B6-8103-96904DDC2911}" srcOrd="0" destOrd="0" presId="urn:microsoft.com/office/officeart/2005/8/layout/vList2"/>
    <dgm:cxn modelId="{CFF81AA5-D673-4231-9B4F-2A6245507AA9}" type="presOf" srcId="{4879A15C-BB9A-4F9C-B867-58416F2B7C25}" destId="{9965CBCB-FBE2-4BD8-B5C6-D47D2F7CE954}" srcOrd="0" destOrd="0" presId="urn:microsoft.com/office/officeart/2005/8/layout/vList2"/>
    <dgm:cxn modelId="{B6B080A8-F88B-4BD3-AB31-81E0E5103904}" type="presOf" srcId="{3AFC147E-FBF9-4479-B9FA-FBC2AF317F39}" destId="{83D0DDAF-16D7-4B90-9578-0B8247657F58}" srcOrd="0" destOrd="0" presId="urn:microsoft.com/office/officeart/2005/8/layout/vList2"/>
    <dgm:cxn modelId="{99E892AC-18EB-4FF3-B9FA-9DA246C46CAF}" srcId="{6E967092-B167-42B1-9FAE-2D85EE1C46FD}" destId="{3AFC147E-FBF9-4479-B9FA-FBC2AF317F39}" srcOrd="2" destOrd="0" parTransId="{077BF8E2-034A-4F5F-A382-620AC00CA910}" sibTransId="{C3F52D8C-3609-4922-8FEC-BDD6971F7A52}"/>
    <dgm:cxn modelId="{51FD46B5-15A5-49DD-8C4C-039DCF84C80D}" srcId="{6E967092-B167-42B1-9FAE-2D85EE1C46FD}" destId="{4879A15C-BB9A-4F9C-B867-58416F2B7C25}" srcOrd="1" destOrd="0" parTransId="{F63F6AD3-1DA2-428D-AB39-9E52690386CA}" sibTransId="{953E4A00-6A22-43D6-9B58-539E103E2315}"/>
    <dgm:cxn modelId="{C24BADC1-0121-4219-827F-38902B057867}" srcId="{6E967092-B167-42B1-9FAE-2D85EE1C46FD}" destId="{903AC2FE-57F8-4CBE-99F1-8D6FC875E11B}" srcOrd="3" destOrd="0" parTransId="{3B9BA14E-93A0-4A56-8AA8-C37BC37E2708}" sibTransId="{CC66A054-EF3A-4C5F-8030-B3B025BFEAC4}"/>
    <dgm:cxn modelId="{259D2FEC-4E4D-4126-A5F7-FC3EF9008525}" srcId="{6E967092-B167-42B1-9FAE-2D85EE1C46FD}" destId="{D99C16A5-91E3-4DBC-87A9-C30228C2829D}" srcOrd="0" destOrd="0" parTransId="{87F7083E-11B2-4403-8E1D-6AFDE65D07B6}" sibTransId="{F83B025C-9868-491F-8600-B39E3D90B808}"/>
    <dgm:cxn modelId="{0A991DA4-C569-477A-A97A-056741C8B1AA}" type="presParOf" srcId="{6D44916B-A64C-44EE-939E-F514D4C3984F}" destId="{8710BBCD-7BF2-44B6-8103-96904DDC2911}" srcOrd="0" destOrd="0" presId="urn:microsoft.com/office/officeart/2005/8/layout/vList2"/>
    <dgm:cxn modelId="{27224649-C9AB-4D9B-A826-306C2A03D89A}" type="presParOf" srcId="{6D44916B-A64C-44EE-939E-F514D4C3984F}" destId="{FB19198B-E487-4BC5-AB34-049FCEB4D89E}" srcOrd="1" destOrd="0" presId="urn:microsoft.com/office/officeart/2005/8/layout/vList2"/>
    <dgm:cxn modelId="{0C861161-FC73-43D2-9211-6F7617445796}" type="presParOf" srcId="{6D44916B-A64C-44EE-939E-F514D4C3984F}" destId="{9965CBCB-FBE2-4BD8-B5C6-D47D2F7CE954}" srcOrd="2" destOrd="0" presId="urn:microsoft.com/office/officeart/2005/8/layout/vList2"/>
    <dgm:cxn modelId="{15C1F615-7BDF-43E0-929E-0D28B0F5E629}" type="presParOf" srcId="{6D44916B-A64C-44EE-939E-F514D4C3984F}" destId="{6996733A-D167-4330-B625-1EF1872446CB}" srcOrd="3" destOrd="0" presId="urn:microsoft.com/office/officeart/2005/8/layout/vList2"/>
    <dgm:cxn modelId="{50C74076-1FC4-427B-BFED-51E734080964}" type="presParOf" srcId="{6D44916B-A64C-44EE-939E-F514D4C3984F}" destId="{83D0DDAF-16D7-4B90-9578-0B8247657F58}" srcOrd="4" destOrd="0" presId="urn:microsoft.com/office/officeart/2005/8/layout/vList2"/>
    <dgm:cxn modelId="{218ABD65-B54A-4A19-8A26-62429FAD1B11}" type="presParOf" srcId="{6D44916B-A64C-44EE-939E-F514D4C3984F}" destId="{2E1832C2-EF78-4EF0-B940-FB8E8272E5F0}" srcOrd="5" destOrd="0" presId="urn:microsoft.com/office/officeart/2005/8/layout/vList2"/>
    <dgm:cxn modelId="{B50AF105-28BF-439D-B13C-EC1EA3CB70FC}" type="presParOf" srcId="{6D44916B-A64C-44EE-939E-F514D4C3984F}" destId="{BA14886A-D1BF-45B0-A151-20548789F9B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F5DC8A02-B8BD-42D2-8AD9-54C3A68405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43F4317-F1C5-49D7-81E3-12043FA79677}">
      <dgm:prSet/>
      <dgm:spPr/>
      <dgm:t>
        <a:bodyPr/>
        <a:lstStyle/>
        <a:p>
          <a:r>
            <a:rPr lang="uk-UA" b="0" i="0" dirty="0"/>
            <a:t>утворення коронного краю Королівства Галіції та Лодомерії</a:t>
          </a:r>
          <a:endParaRPr lang="uk-UA" dirty="0"/>
        </a:p>
      </dgm:t>
    </dgm:pt>
    <dgm:pt modelId="{FC1BAF38-835A-4A40-989F-C43FB112A1CD}" type="parTrans" cxnId="{74B3A32D-94B5-4B83-9380-1A357823827B}">
      <dgm:prSet/>
      <dgm:spPr/>
      <dgm:t>
        <a:bodyPr/>
        <a:lstStyle/>
        <a:p>
          <a:endParaRPr lang="uk-UA"/>
        </a:p>
      </dgm:t>
    </dgm:pt>
    <dgm:pt modelId="{21CF04D3-68C4-4CF3-82D3-AB485B3B8E87}" type="sibTrans" cxnId="{74B3A32D-94B5-4B83-9380-1A357823827B}">
      <dgm:prSet/>
      <dgm:spPr/>
      <dgm:t>
        <a:bodyPr/>
        <a:lstStyle/>
        <a:p>
          <a:endParaRPr lang="uk-UA"/>
        </a:p>
      </dgm:t>
    </dgm:pt>
    <dgm:pt modelId="{F3C9002C-FB8D-4D84-B65F-10354B299F54}">
      <dgm:prSet/>
      <dgm:spPr/>
      <dgm:t>
        <a:bodyPr/>
        <a:lstStyle/>
        <a:p>
          <a:r>
            <a:rPr lang="uk-UA" b="0" i="0" dirty="0"/>
            <a:t>розгортання гайдамацького повстанського руху на Правобережній Україні</a:t>
          </a:r>
          <a:endParaRPr lang="uk-UA" dirty="0"/>
        </a:p>
      </dgm:t>
    </dgm:pt>
    <dgm:pt modelId="{72FD6E69-5735-435F-9209-7825D206C16D}" type="parTrans" cxnId="{C551C7A0-AB3D-459E-8507-778E37C69030}">
      <dgm:prSet/>
      <dgm:spPr/>
      <dgm:t>
        <a:bodyPr/>
        <a:lstStyle/>
        <a:p>
          <a:endParaRPr lang="uk-UA"/>
        </a:p>
      </dgm:t>
    </dgm:pt>
    <dgm:pt modelId="{3377E97D-9170-4B8E-BC3C-67BE5CB752E3}" type="sibTrans" cxnId="{C551C7A0-AB3D-459E-8507-778E37C69030}">
      <dgm:prSet/>
      <dgm:spPr/>
      <dgm:t>
        <a:bodyPr/>
        <a:lstStyle/>
        <a:p>
          <a:endParaRPr lang="uk-UA"/>
        </a:p>
      </dgm:t>
    </dgm:pt>
    <dgm:pt modelId="{ACA57369-D960-4325-81DC-B4426CF8326B}" type="pres">
      <dgm:prSet presAssocID="{F5DC8A02-B8BD-42D2-8AD9-54C3A68405A1}" presName="linear" presStyleCnt="0">
        <dgm:presLayoutVars>
          <dgm:animLvl val="lvl"/>
          <dgm:resizeHandles val="exact"/>
        </dgm:presLayoutVars>
      </dgm:prSet>
      <dgm:spPr/>
    </dgm:pt>
    <dgm:pt modelId="{A32669B0-0FD3-434F-9BEB-8F5F16E4C7BD}" type="pres">
      <dgm:prSet presAssocID="{043F4317-F1C5-49D7-81E3-12043FA7967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BCE9586-5E40-42DE-9777-5953297EA313}" type="pres">
      <dgm:prSet presAssocID="{21CF04D3-68C4-4CF3-82D3-AB485B3B8E87}" presName="spacer" presStyleCnt="0"/>
      <dgm:spPr/>
    </dgm:pt>
    <dgm:pt modelId="{C38365BA-6FA9-4619-96BD-4EFC4F37B93F}" type="pres">
      <dgm:prSet presAssocID="{F3C9002C-FB8D-4D84-B65F-10354B299F5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4B3A32D-94B5-4B83-9380-1A357823827B}" srcId="{F5DC8A02-B8BD-42D2-8AD9-54C3A68405A1}" destId="{043F4317-F1C5-49D7-81E3-12043FA79677}" srcOrd="0" destOrd="0" parTransId="{FC1BAF38-835A-4A40-989F-C43FB112A1CD}" sibTransId="{21CF04D3-68C4-4CF3-82D3-AB485B3B8E87}"/>
    <dgm:cxn modelId="{69900A50-9DDF-45C5-BC19-1034A3DCC7E3}" type="presOf" srcId="{F5DC8A02-B8BD-42D2-8AD9-54C3A68405A1}" destId="{ACA57369-D960-4325-81DC-B4426CF8326B}" srcOrd="0" destOrd="0" presId="urn:microsoft.com/office/officeart/2005/8/layout/vList2"/>
    <dgm:cxn modelId="{DE90067E-7F49-477D-AD21-5D1D386905E5}" type="presOf" srcId="{043F4317-F1C5-49D7-81E3-12043FA79677}" destId="{A32669B0-0FD3-434F-9BEB-8F5F16E4C7BD}" srcOrd="0" destOrd="0" presId="urn:microsoft.com/office/officeart/2005/8/layout/vList2"/>
    <dgm:cxn modelId="{352C5398-198D-4ABE-93A3-FDF5F8A042ED}" type="presOf" srcId="{F3C9002C-FB8D-4D84-B65F-10354B299F54}" destId="{C38365BA-6FA9-4619-96BD-4EFC4F37B93F}" srcOrd="0" destOrd="0" presId="urn:microsoft.com/office/officeart/2005/8/layout/vList2"/>
    <dgm:cxn modelId="{C551C7A0-AB3D-459E-8507-778E37C69030}" srcId="{F5DC8A02-B8BD-42D2-8AD9-54C3A68405A1}" destId="{F3C9002C-FB8D-4D84-B65F-10354B299F54}" srcOrd="1" destOrd="0" parTransId="{72FD6E69-5735-435F-9209-7825D206C16D}" sibTransId="{3377E97D-9170-4B8E-BC3C-67BE5CB752E3}"/>
    <dgm:cxn modelId="{22E34E07-1735-4D53-BC89-B7BF1DFFCAC5}" type="presParOf" srcId="{ACA57369-D960-4325-81DC-B4426CF8326B}" destId="{A32669B0-0FD3-434F-9BEB-8F5F16E4C7BD}" srcOrd="0" destOrd="0" presId="urn:microsoft.com/office/officeart/2005/8/layout/vList2"/>
    <dgm:cxn modelId="{06B117CD-E12B-44E4-8073-02D0ADCC777D}" type="presParOf" srcId="{ACA57369-D960-4325-81DC-B4426CF8326B}" destId="{5BCE9586-5E40-42DE-9777-5953297EA313}" srcOrd="1" destOrd="0" presId="urn:microsoft.com/office/officeart/2005/8/layout/vList2"/>
    <dgm:cxn modelId="{952CD23F-463C-4E83-A9FA-B5982DE62EA8}" type="presParOf" srcId="{ACA57369-D960-4325-81DC-B4426CF8326B}" destId="{C38365BA-6FA9-4619-96BD-4EFC4F37B93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C9552D14-44AB-4107-A732-02A024FF78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F6EE7B-8C7D-42FE-B2DA-0D39D02DC0A2}">
      <dgm:prSet/>
      <dgm:spPr/>
      <dgm:t>
        <a:bodyPr/>
        <a:lstStyle/>
        <a:p>
          <a:r>
            <a:rPr lang="uk-UA" dirty="0" err="1"/>
            <a:t>уключення</a:t>
          </a:r>
          <a:r>
            <a:rPr lang="uk-UA" dirty="0"/>
            <a:t> Київщини, Східної Волині, Поділля до складу Російської імперії</a:t>
          </a:r>
        </a:p>
      </dgm:t>
    </dgm:pt>
    <dgm:pt modelId="{8EEE4B5E-5718-471E-B466-CA2D17F6E267}" type="parTrans" cxnId="{30583567-94E9-4930-B755-50CCF651D598}">
      <dgm:prSet/>
      <dgm:spPr/>
      <dgm:t>
        <a:bodyPr/>
        <a:lstStyle/>
        <a:p>
          <a:endParaRPr lang="uk-UA"/>
        </a:p>
      </dgm:t>
    </dgm:pt>
    <dgm:pt modelId="{ADFE58EA-6AC5-4CB5-9FA0-B9EE9236CBB1}" type="sibTrans" cxnId="{30583567-94E9-4930-B755-50CCF651D598}">
      <dgm:prSet/>
      <dgm:spPr/>
      <dgm:t>
        <a:bodyPr/>
        <a:lstStyle/>
        <a:p>
          <a:endParaRPr lang="uk-UA"/>
        </a:p>
      </dgm:t>
    </dgm:pt>
    <dgm:pt modelId="{A81A991E-3B6D-42BD-84BC-2DAE25AD3CEE}">
      <dgm:prSet/>
      <dgm:spPr/>
      <dgm:t>
        <a:bodyPr/>
        <a:lstStyle/>
        <a:p>
          <a:r>
            <a:rPr lang="uk-UA" dirty="0"/>
            <a:t>придушення опришківського руху в Галичині, на Буковині та Закарпатті</a:t>
          </a:r>
        </a:p>
      </dgm:t>
    </dgm:pt>
    <dgm:pt modelId="{DB2DB69A-5EEE-47E1-880A-E4F896EA1230}" type="parTrans" cxnId="{1933EB29-7E18-48CD-8C35-6862486F1762}">
      <dgm:prSet/>
      <dgm:spPr/>
      <dgm:t>
        <a:bodyPr/>
        <a:lstStyle/>
        <a:p>
          <a:endParaRPr lang="uk-UA"/>
        </a:p>
      </dgm:t>
    </dgm:pt>
    <dgm:pt modelId="{22E58848-7A68-482D-9BE6-2D8AFC443FFC}" type="sibTrans" cxnId="{1933EB29-7E18-48CD-8C35-6862486F1762}">
      <dgm:prSet/>
      <dgm:spPr/>
      <dgm:t>
        <a:bodyPr/>
        <a:lstStyle/>
        <a:p>
          <a:endParaRPr lang="uk-UA"/>
        </a:p>
      </dgm:t>
    </dgm:pt>
    <dgm:pt modelId="{67377107-3C5A-4EA0-AB68-FC39D8B4EC50}" type="pres">
      <dgm:prSet presAssocID="{C9552D14-44AB-4107-A732-02A024FF781E}" presName="linear" presStyleCnt="0">
        <dgm:presLayoutVars>
          <dgm:animLvl val="lvl"/>
          <dgm:resizeHandles val="exact"/>
        </dgm:presLayoutVars>
      </dgm:prSet>
      <dgm:spPr/>
    </dgm:pt>
    <dgm:pt modelId="{8A45C4A2-9A0F-4AE9-823B-40EE9BC02518}" type="pres">
      <dgm:prSet presAssocID="{E1F6EE7B-8C7D-42FE-B2DA-0D39D02DC0A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9679AFA-4E8A-4D5D-AEB8-D41600AA484E}" type="pres">
      <dgm:prSet presAssocID="{ADFE58EA-6AC5-4CB5-9FA0-B9EE9236CBB1}" presName="spacer" presStyleCnt="0"/>
      <dgm:spPr/>
    </dgm:pt>
    <dgm:pt modelId="{491196A5-2825-4FD7-80E1-2AE2142AFC67}" type="pres">
      <dgm:prSet presAssocID="{A81A991E-3B6D-42BD-84BC-2DAE25AD3CE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BAA8A0C-4CF5-4EE7-B72C-A3657C897477}" type="presOf" srcId="{C9552D14-44AB-4107-A732-02A024FF781E}" destId="{67377107-3C5A-4EA0-AB68-FC39D8B4EC50}" srcOrd="0" destOrd="0" presId="urn:microsoft.com/office/officeart/2005/8/layout/vList2"/>
    <dgm:cxn modelId="{1933EB29-7E18-48CD-8C35-6862486F1762}" srcId="{C9552D14-44AB-4107-A732-02A024FF781E}" destId="{A81A991E-3B6D-42BD-84BC-2DAE25AD3CEE}" srcOrd="1" destOrd="0" parTransId="{DB2DB69A-5EEE-47E1-880A-E4F896EA1230}" sibTransId="{22E58848-7A68-482D-9BE6-2D8AFC443FFC}"/>
    <dgm:cxn modelId="{30583567-94E9-4930-B755-50CCF651D598}" srcId="{C9552D14-44AB-4107-A732-02A024FF781E}" destId="{E1F6EE7B-8C7D-42FE-B2DA-0D39D02DC0A2}" srcOrd="0" destOrd="0" parTransId="{8EEE4B5E-5718-471E-B466-CA2D17F6E267}" sibTransId="{ADFE58EA-6AC5-4CB5-9FA0-B9EE9236CBB1}"/>
    <dgm:cxn modelId="{A36CA26A-48D0-4BCE-A3CE-7102F47F915A}" type="presOf" srcId="{A81A991E-3B6D-42BD-84BC-2DAE25AD3CEE}" destId="{491196A5-2825-4FD7-80E1-2AE2142AFC67}" srcOrd="0" destOrd="0" presId="urn:microsoft.com/office/officeart/2005/8/layout/vList2"/>
    <dgm:cxn modelId="{B2AB589A-040E-4672-BD38-C54BDDC5D45D}" type="presOf" srcId="{E1F6EE7B-8C7D-42FE-B2DA-0D39D02DC0A2}" destId="{8A45C4A2-9A0F-4AE9-823B-40EE9BC02518}" srcOrd="0" destOrd="0" presId="urn:microsoft.com/office/officeart/2005/8/layout/vList2"/>
    <dgm:cxn modelId="{2E7098FF-4C41-4470-A559-625B9E7635FF}" type="presParOf" srcId="{67377107-3C5A-4EA0-AB68-FC39D8B4EC50}" destId="{8A45C4A2-9A0F-4AE9-823B-40EE9BC02518}" srcOrd="0" destOrd="0" presId="urn:microsoft.com/office/officeart/2005/8/layout/vList2"/>
    <dgm:cxn modelId="{FA5335A4-B985-4A95-86B1-5EF402D1641E}" type="presParOf" srcId="{67377107-3C5A-4EA0-AB68-FC39D8B4EC50}" destId="{C9679AFA-4E8A-4D5D-AEB8-D41600AA484E}" srcOrd="1" destOrd="0" presId="urn:microsoft.com/office/officeart/2005/8/layout/vList2"/>
    <dgm:cxn modelId="{68446489-2646-44CC-9DC8-D004811DD2F0}" type="presParOf" srcId="{67377107-3C5A-4EA0-AB68-FC39D8B4EC50}" destId="{491196A5-2825-4FD7-80E1-2AE2142AFC6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A079A7A0-CBE5-4652-93D1-8E4AF3AC59C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C68CC2E-C508-459B-B1F6-89EB0636983F}">
      <dgm:prSet/>
      <dgm:spPr/>
      <dgm:t>
        <a:bodyPr/>
        <a:lstStyle/>
        <a:p>
          <a:r>
            <a:rPr lang="ru-RU" b="0" i="0"/>
            <a:t>ліквідація общинного землеволодіння</a:t>
          </a:r>
          <a:endParaRPr lang="uk-UA"/>
        </a:p>
      </dgm:t>
    </dgm:pt>
    <dgm:pt modelId="{2B34D29F-A4D2-405B-A40B-F30CE46291F8}" type="parTrans" cxnId="{45A2D549-FDCB-46D7-9F04-078DF462B51D}">
      <dgm:prSet/>
      <dgm:spPr/>
      <dgm:t>
        <a:bodyPr/>
        <a:lstStyle/>
        <a:p>
          <a:endParaRPr lang="uk-UA"/>
        </a:p>
      </dgm:t>
    </dgm:pt>
    <dgm:pt modelId="{0E3A1A48-D0DB-46BA-AAE7-173FEF338CBB}" type="sibTrans" cxnId="{45A2D549-FDCB-46D7-9F04-078DF462B51D}">
      <dgm:prSet/>
      <dgm:spPr/>
      <dgm:t>
        <a:bodyPr/>
        <a:lstStyle/>
        <a:p>
          <a:endParaRPr lang="uk-UA"/>
        </a:p>
      </dgm:t>
    </dgm:pt>
    <dgm:pt modelId="{AD4E4397-3DDA-4D3C-B6EA-43DF41AD2ECF}">
      <dgm:prSet/>
      <dgm:spPr/>
      <dgm:t>
        <a:bodyPr/>
        <a:lstStyle/>
        <a:p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кріпацтва</a:t>
          </a:r>
          <a:endParaRPr lang="uk-UA" dirty="0"/>
        </a:p>
      </dgm:t>
    </dgm:pt>
    <dgm:pt modelId="{85CAEE77-B8A1-47D8-A764-9F3165115776}" type="parTrans" cxnId="{3B8EA500-1A87-4EC0-A8C8-6E970927998F}">
      <dgm:prSet/>
      <dgm:spPr/>
      <dgm:t>
        <a:bodyPr/>
        <a:lstStyle/>
        <a:p>
          <a:endParaRPr lang="uk-UA"/>
        </a:p>
      </dgm:t>
    </dgm:pt>
    <dgm:pt modelId="{C94C7582-DFD7-4F3B-A10D-E753B135648E}" type="sibTrans" cxnId="{3B8EA500-1A87-4EC0-A8C8-6E970927998F}">
      <dgm:prSet/>
      <dgm:spPr/>
      <dgm:t>
        <a:bodyPr/>
        <a:lstStyle/>
        <a:p>
          <a:endParaRPr lang="uk-UA"/>
        </a:p>
      </dgm:t>
    </dgm:pt>
    <dgm:pt modelId="{C80EA0DF-EA3E-4150-AEAA-C3092A3AADD3}">
      <dgm:prSet/>
      <dgm:spPr/>
      <dgm:t>
        <a:bodyPr/>
        <a:lstStyle/>
        <a:p>
          <a:r>
            <a:rPr lang="ru-RU" b="0" i="0"/>
            <a:t>початок промислового перевороту</a:t>
          </a:r>
          <a:endParaRPr lang="uk-UA"/>
        </a:p>
      </dgm:t>
    </dgm:pt>
    <dgm:pt modelId="{CF8A45E8-4204-413D-BFA4-DE4301115840}" type="parTrans" cxnId="{7E3AC2D0-33E8-49A5-9C7E-5842182FE74D}">
      <dgm:prSet/>
      <dgm:spPr/>
      <dgm:t>
        <a:bodyPr/>
        <a:lstStyle/>
        <a:p>
          <a:endParaRPr lang="uk-UA"/>
        </a:p>
      </dgm:t>
    </dgm:pt>
    <dgm:pt modelId="{949C37D1-1366-472D-B4E7-2598816675D4}" type="sibTrans" cxnId="{7E3AC2D0-33E8-49A5-9C7E-5842182FE74D}">
      <dgm:prSet/>
      <dgm:spPr/>
      <dgm:t>
        <a:bodyPr/>
        <a:lstStyle/>
        <a:p>
          <a:endParaRPr lang="uk-UA"/>
        </a:p>
      </dgm:t>
    </dgm:pt>
    <dgm:pt modelId="{2B18B45A-7F8E-4C2E-8C0D-07E152AC9C25}">
      <dgm:prSet/>
      <dgm:spPr/>
      <dgm:t>
        <a:bodyPr/>
        <a:lstStyle/>
        <a:p>
          <a:r>
            <a:rPr lang="ru-RU" b="0" i="0" dirty="0" err="1"/>
            <a:t>роздавання</a:t>
          </a:r>
          <a:r>
            <a:rPr lang="ru-RU" b="0" i="0" dirty="0"/>
            <a:t> </a:t>
          </a:r>
          <a:r>
            <a:rPr lang="ru-RU" b="0" i="0" dirty="0" err="1"/>
            <a:t>російському</a:t>
          </a:r>
          <a:r>
            <a:rPr lang="ru-RU" b="0" i="0" dirty="0"/>
            <a:t> дворянству земель </a:t>
          </a:r>
          <a:r>
            <a:rPr lang="ru-RU" b="0" i="0" dirty="0" err="1"/>
            <a:t>Війська</a:t>
          </a:r>
          <a:r>
            <a:rPr lang="ru-RU" b="0" i="0" dirty="0"/>
            <a:t> </a:t>
          </a:r>
          <a:r>
            <a:rPr lang="ru-RU" b="0" i="0" dirty="0" err="1"/>
            <a:t>Запорозьког</a:t>
          </a:r>
          <a:endParaRPr lang="uk-UA" dirty="0"/>
        </a:p>
      </dgm:t>
    </dgm:pt>
    <dgm:pt modelId="{DCCA7610-23C4-4B96-9B6F-4EB2E4CB9987}" type="parTrans" cxnId="{21EC969C-DA0C-4663-921E-4445A703A99F}">
      <dgm:prSet/>
      <dgm:spPr/>
      <dgm:t>
        <a:bodyPr/>
        <a:lstStyle/>
        <a:p>
          <a:endParaRPr lang="uk-UA"/>
        </a:p>
      </dgm:t>
    </dgm:pt>
    <dgm:pt modelId="{38D5E5DD-4CA6-4417-AFD9-E830EAE7F7DE}" type="sibTrans" cxnId="{21EC969C-DA0C-4663-921E-4445A703A99F}">
      <dgm:prSet/>
      <dgm:spPr/>
      <dgm:t>
        <a:bodyPr/>
        <a:lstStyle/>
        <a:p>
          <a:endParaRPr lang="uk-UA"/>
        </a:p>
      </dgm:t>
    </dgm:pt>
    <dgm:pt modelId="{52918A48-DB76-4E44-9BE2-D7CC28AE777E}" type="pres">
      <dgm:prSet presAssocID="{A079A7A0-CBE5-4652-93D1-8E4AF3AC59CB}" presName="linear" presStyleCnt="0">
        <dgm:presLayoutVars>
          <dgm:animLvl val="lvl"/>
          <dgm:resizeHandles val="exact"/>
        </dgm:presLayoutVars>
      </dgm:prSet>
      <dgm:spPr/>
    </dgm:pt>
    <dgm:pt modelId="{4ED91BD1-5AF6-4F62-B929-239A8AE6F4A5}" type="pres">
      <dgm:prSet presAssocID="{2C68CC2E-C508-459B-B1F6-89EB0636983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267663-86D1-425A-9EE8-16DFD918C676}" type="pres">
      <dgm:prSet presAssocID="{0E3A1A48-D0DB-46BA-AAE7-173FEF338CBB}" presName="spacer" presStyleCnt="0"/>
      <dgm:spPr/>
    </dgm:pt>
    <dgm:pt modelId="{4F11B26C-A135-424B-9F61-9C56B03548BA}" type="pres">
      <dgm:prSet presAssocID="{AD4E4397-3DDA-4D3C-B6EA-43DF41AD2EC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DB0CD1-4D8B-47AC-8A4A-5BB1F82B5D87}" type="pres">
      <dgm:prSet presAssocID="{C94C7582-DFD7-4F3B-A10D-E753B135648E}" presName="spacer" presStyleCnt="0"/>
      <dgm:spPr/>
    </dgm:pt>
    <dgm:pt modelId="{1ADD5F9F-FAE9-490D-B2DA-B0B5D642DA82}" type="pres">
      <dgm:prSet presAssocID="{C80EA0DF-EA3E-4150-AEAA-C3092A3AADD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6A7CB2-6142-460F-9629-B59402183064}" type="pres">
      <dgm:prSet presAssocID="{949C37D1-1366-472D-B4E7-2598816675D4}" presName="spacer" presStyleCnt="0"/>
      <dgm:spPr/>
    </dgm:pt>
    <dgm:pt modelId="{1B244851-3EF6-4DC8-A421-7667AFD71FA4}" type="pres">
      <dgm:prSet presAssocID="{2B18B45A-7F8E-4C2E-8C0D-07E152AC9C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B8EA500-1A87-4EC0-A8C8-6E970927998F}" srcId="{A079A7A0-CBE5-4652-93D1-8E4AF3AC59CB}" destId="{AD4E4397-3DDA-4D3C-B6EA-43DF41AD2ECF}" srcOrd="1" destOrd="0" parTransId="{85CAEE77-B8A1-47D8-A764-9F3165115776}" sibTransId="{C94C7582-DFD7-4F3B-A10D-E753B135648E}"/>
    <dgm:cxn modelId="{1EF8A022-63B8-4751-B35C-1C24B69D36A3}" type="presOf" srcId="{2C68CC2E-C508-459B-B1F6-89EB0636983F}" destId="{4ED91BD1-5AF6-4F62-B929-239A8AE6F4A5}" srcOrd="0" destOrd="0" presId="urn:microsoft.com/office/officeart/2005/8/layout/vList2"/>
    <dgm:cxn modelId="{8EF16960-10BB-473A-9218-7E6CC4BC6794}" type="presOf" srcId="{A079A7A0-CBE5-4652-93D1-8E4AF3AC59CB}" destId="{52918A48-DB76-4E44-9BE2-D7CC28AE777E}" srcOrd="0" destOrd="0" presId="urn:microsoft.com/office/officeart/2005/8/layout/vList2"/>
    <dgm:cxn modelId="{6DEBE245-2163-4005-87BB-047D616F4E2A}" type="presOf" srcId="{AD4E4397-3DDA-4D3C-B6EA-43DF41AD2ECF}" destId="{4F11B26C-A135-424B-9F61-9C56B03548BA}" srcOrd="0" destOrd="0" presId="urn:microsoft.com/office/officeart/2005/8/layout/vList2"/>
    <dgm:cxn modelId="{45A2D549-FDCB-46D7-9F04-078DF462B51D}" srcId="{A079A7A0-CBE5-4652-93D1-8E4AF3AC59CB}" destId="{2C68CC2E-C508-459B-B1F6-89EB0636983F}" srcOrd="0" destOrd="0" parTransId="{2B34D29F-A4D2-405B-A40B-F30CE46291F8}" sibTransId="{0E3A1A48-D0DB-46BA-AAE7-173FEF338CBB}"/>
    <dgm:cxn modelId="{21EC969C-DA0C-4663-921E-4445A703A99F}" srcId="{A079A7A0-CBE5-4652-93D1-8E4AF3AC59CB}" destId="{2B18B45A-7F8E-4C2E-8C0D-07E152AC9C25}" srcOrd="3" destOrd="0" parTransId="{DCCA7610-23C4-4B96-9B6F-4EB2E4CB9987}" sibTransId="{38D5E5DD-4CA6-4417-AFD9-E830EAE7F7DE}"/>
    <dgm:cxn modelId="{5BDE499D-D09C-4372-B91D-D3462A70FB76}" type="presOf" srcId="{C80EA0DF-EA3E-4150-AEAA-C3092A3AADD3}" destId="{1ADD5F9F-FAE9-490D-B2DA-B0B5D642DA82}" srcOrd="0" destOrd="0" presId="urn:microsoft.com/office/officeart/2005/8/layout/vList2"/>
    <dgm:cxn modelId="{D73AFBBA-8433-4D04-ADFF-2B3615831E68}" type="presOf" srcId="{2B18B45A-7F8E-4C2E-8C0D-07E152AC9C25}" destId="{1B244851-3EF6-4DC8-A421-7667AFD71FA4}" srcOrd="0" destOrd="0" presId="urn:microsoft.com/office/officeart/2005/8/layout/vList2"/>
    <dgm:cxn modelId="{7E3AC2D0-33E8-49A5-9C7E-5842182FE74D}" srcId="{A079A7A0-CBE5-4652-93D1-8E4AF3AC59CB}" destId="{C80EA0DF-EA3E-4150-AEAA-C3092A3AADD3}" srcOrd="2" destOrd="0" parTransId="{CF8A45E8-4204-413D-BFA4-DE4301115840}" sibTransId="{949C37D1-1366-472D-B4E7-2598816675D4}"/>
    <dgm:cxn modelId="{C56EE10D-6E53-44FD-B974-6B7A8A10E0E5}" type="presParOf" srcId="{52918A48-DB76-4E44-9BE2-D7CC28AE777E}" destId="{4ED91BD1-5AF6-4F62-B929-239A8AE6F4A5}" srcOrd="0" destOrd="0" presId="urn:microsoft.com/office/officeart/2005/8/layout/vList2"/>
    <dgm:cxn modelId="{FF4C8087-F50C-47A9-BC03-58D904ECB700}" type="presParOf" srcId="{52918A48-DB76-4E44-9BE2-D7CC28AE777E}" destId="{19267663-86D1-425A-9EE8-16DFD918C676}" srcOrd="1" destOrd="0" presId="urn:microsoft.com/office/officeart/2005/8/layout/vList2"/>
    <dgm:cxn modelId="{9CEC0F28-AD8B-463F-B272-8C06D857AC05}" type="presParOf" srcId="{52918A48-DB76-4E44-9BE2-D7CC28AE777E}" destId="{4F11B26C-A135-424B-9F61-9C56B03548BA}" srcOrd="2" destOrd="0" presId="urn:microsoft.com/office/officeart/2005/8/layout/vList2"/>
    <dgm:cxn modelId="{E6CBDBD7-1368-4EAE-B85D-A771BCD9C721}" type="presParOf" srcId="{52918A48-DB76-4E44-9BE2-D7CC28AE777E}" destId="{83DB0CD1-4D8B-47AC-8A4A-5BB1F82B5D87}" srcOrd="3" destOrd="0" presId="urn:microsoft.com/office/officeart/2005/8/layout/vList2"/>
    <dgm:cxn modelId="{8E945B79-DECB-4C7B-AEE0-A6213E5D1CF1}" type="presParOf" srcId="{52918A48-DB76-4E44-9BE2-D7CC28AE777E}" destId="{1ADD5F9F-FAE9-490D-B2DA-B0B5D642DA82}" srcOrd="4" destOrd="0" presId="urn:microsoft.com/office/officeart/2005/8/layout/vList2"/>
    <dgm:cxn modelId="{92576340-2584-4155-9C62-3C8157C36D40}" type="presParOf" srcId="{52918A48-DB76-4E44-9BE2-D7CC28AE777E}" destId="{1D6A7CB2-6142-460F-9629-B59402183064}" srcOrd="5" destOrd="0" presId="urn:microsoft.com/office/officeart/2005/8/layout/vList2"/>
    <dgm:cxn modelId="{75EB19B3-D108-4B18-852F-873DEFCD29C9}" type="presParOf" srcId="{52918A48-DB76-4E44-9BE2-D7CC28AE777E}" destId="{1B244851-3EF6-4DC8-A421-7667AFD71F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47C874CE-8C4E-479A-9461-E56B42722A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A57FA6-C52B-432D-B7D7-319A1EA88E8D}">
      <dgm:prSet/>
      <dgm:spPr/>
      <dgm:t>
        <a:bodyPr/>
        <a:lstStyle/>
        <a:p>
          <a:r>
            <a:rPr lang="ru-RU" b="0" i="0" dirty="0" err="1"/>
            <a:t>створення</a:t>
          </a:r>
          <a:r>
            <a:rPr lang="ru-RU" b="0" i="0" dirty="0"/>
            <a:t> </a:t>
          </a:r>
          <a:r>
            <a:rPr lang="ru-RU" b="0" i="0" dirty="0" err="1"/>
            <a:t>військових</a:t>
          </a:r>
          <a:r>
            <a:rPr lang="ru-RU" b="0" i="0" dirty="0"/>
            <a:t> </a:t>
          </a:r>
          <a:r>
            <a:rPr lang="ru-RU" b="0" i="0" dirty="0" err="1"/>
            <a:t>поселень</a:t>
          </a:r>
          <a:endParaRPr lang="uk-UA" dirty="0"/>
        </a:p>
      </dgm:t>
    </dgm:pt>
    <dgm:pt modelId="{6AA3CE94-C1ED-4CA6-9D5B-E1E53F8FFFFC}" type="parTrans" cxnId="{14BAC3CE-A808-48AE-BDF3-99B1005639D8}">
      <dgm:prSet/>
      <dgm:spPr/>
      <dgm:t>
        <a:bodyPr/>
        <a:lstStyle/>
        <a:p>
          <a:endParaRPr lang="uk-UA"/>
        </a:p>
      </dgm:t>
    </dgm:pt>
    <dgm:pt modelId="{05D213A3-5486-4103-AA9E-393EEF1449F9}" type="sibTrans" cxnId="{14BAC3CE-A808-48AE-BDF3-99B1005639D8}">
      <dgm:prSet/>
      <dgm:spPr/>
      <dgm:t>
        <a:bodyPr/>
        <a:lstStyle/>
        <a:p>
          <a:endParaRPr lang="uk-UA"/>
        </a:p>
      </dgm:t>
    </dgm:pt>
    <dgm:pt modelId="{44045A4F-3760-4866-83B2-47EBF4D5B43E}">
      <dgm:prSet/>
      <dgm:spPr/>
      <dgm:t>
        <a:bodyPr/>
        <a:lstStyle/>
        <a:p>
          <a:r>
            <a:rPr lang="ru-RU" b="0" i="0" dirty="0" err="1"/>
            <a:t>ліквідація</a:t>
          </a:r>
          <a:r>
            <a:rPr lang="ru-RU" b="0" i="0" dirty="0"/>
            <a:t> </a:t>
          </a:r>
          <a:r>
            <a:rPr lang="ru-RU" b="0" i="0" dirty="0" err="1"/>
            <a:t>чумацьких</a:t>
          </a:r>
          <a:r>
            <a:rPr lang="ru-RU" b="0" i="0" dirty="0"/>
            <a:t> </a:t>
          </a:r>
          <a:r>
            <a:rPr lang="ru-RU" b="0" i="0" dirty="0" err="1"/>
            <a:t>промислів</a:t>
          </a:r>
          <a:endParaRPr lang="uk-UA" dirty="0"/>
        </a:p>
      </dgm:t>
    </dgm:pt>
    <dgm:pt modelId="{41E26430-26EC-42D4-872E-94DB377F6B81}" type="parTrans" cxnId="{5ACFF4A7-D120-4BE2-BD46-19823E9D7FBE}">
      <dgm:prSet/>
      <dgm:spPr/>
      <dgm:t>
        <a:bodyPr/>
        <a:lstStyle/>
        <a:p>
          <a:endParaRPr lang="uk-UA"/>
        </a:p>
      </dgm:t>
    </dgm:pt>
    <dgm:pt modelId="{D680C5B7-0362-4D92-A1D9-26B7E21373EC}" type="sibTrans" cxnId="{5ACFF4A7-D120-4BE2-BD46-19823E9D7FBE}">
      <dgm:prSet/>
      <dgm:spPr/>
      <dgm:t>
        <a:bodyPr/>
        <a:lstStyle/>
        <a:p>
          <a:endParaRPr lang="uk-UA"/>
        </a:p>
      </dgm:t>
    </dgm:pt>
    <dgm:pt modelId="{EE749100-2F40-423C-B525-6806B08D3E3C}">
      <dgm:prSet/>
      <dgm:spPr/>
      <dgm:t>
        <a:bodyPr/>
        <a:lstStyle/>
        <a:p>
          <a:r>
            <a:rPr lang="ru-RU" b="0" i="0" dirty="0" err="1"/>
            <a:t>зрівняння</a:t>
          </a:r>
          <a:r>
            <a:rPr lang="ru-RU" b="0" i="0" dirty="0"/>
            <a:t> в правах </a:t>
          </a:r>
          <a:r>
            <a:rPr lang="ru-RU" b="0" i="0" dirty="0" err="1"/>
            <a:t>козацької</a:t>
          </a:r>
          <a:r>
            <a:rPr lang="ru-RU" b="0" i="0" dirty="0"/>
            <a:t> </a:t>
          </a:r>
          <a:r>
            <a:rPr lang="ru-RU" b="0" i="0" dirty="0" err="1"/>
            <a:t>старшини</a:t>
          </a:r>
          <a:r>
            <a:rPr lang="ru-RU" b="0" i="0" dirty="0"/>
            <a:t> з </a:t>
          </a:r>
          <a:r>
            <a:rPr lang="ru-RU" b="0" i="0" dirty="0" err="1"/>
            <a:t>російським</a:t>
          </a:r>
          <a:r>
            <a:rPr lang="ru-RU" b="0" i="0" dirty="0"/>
            <a:t> дворянством</a:t>
          </a:r>
          <a:endParaRPr lang="uk-UA" dirty="0"/>
        </a:p>
      </dgm:t>
    </dgm:pt>
    <dgm:pt modelId="{A197555E-9C35-4317-9533-55807A406939}" type="parTrans" cxnId="{C542BA6E-545D-4CA7-B038-5106F9EB224E}">
      <dgm:prSet/>
      <dgm:spPr/>
      <dgm:t>
        <a:bodyPr/>
        <a:lstStyle/>
        <a:p>
          <a:endParaRPr lang="uk-UA"/>
        </a:p>
      </dgm:t>
    </dgm:pt>
    <dgm:pt modelId="{38BB3B16-9A2F-4C2F-B2A4-391E3951A215}" type="sibTrans" cxnId="{C542BA6E-545D-4CA7-B038-5106F9EB224E}">
      <dgm:prSet/>
      <dgm:spPr/>
      <dgm:t>
        <a:bodyPr/>
        <a:lstStyle/>
        <a:p>
          <a:endParaRPr lang="uk-UA"/>
        </a:p>
      </dgm:t>
    </dgm:pt>
    <dgm:pt modelId="{B0F7B12D-769B-4130-B790-14DAFB93142B}" type="pres">
      <dgm:prSet presAssocID="{47C874CE-8C4E-479A-9461-E56B42722A87}" presName="linear" presStyleCnt="0">
        <dgm:presLayoutVars>
          <dgm:animLvl val="lvl"/>
          <dgm:resizeHandles val="exact"/>
        </dgm:presLayoutVars>
      </dgm:prSet>
      <dgm:spPr/>
    </dgm:pt>
    <dgm:pt modelId="{91E583E3-D803-4C37-B690-C4BE77D4A8A3}" type="pres">
      <dgm:prSet presAssocID="{82A57FA6-C52B-432D-B7D7-319A1EA88E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52F8660-3043-4A10-AD7F-68593E733EA0}" type="pres">
      <dgm:prSet presAssocID="{05D213A3-5486-4103-AA9E-393EEF1449F9}" presName="spacer" presStyleCnt="0"/>
      <dgm:spPr/>
    </dgm:pt>
    <dgm:pt modelId="{EC1B09A7-E529-4FD0-A254-720D45375964}" type="pres">
      <dgm:prSet presAssocID="{44045A4F-3760-4866-83B2-47EBF4D5B43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CAD87F7-F561-45E1-AC11-18BF0DF71372}" type="pres">
      <dgm:prSet presAssocID="{D680C5B7-0362-4D92-A1D9-26B7E21373EC}" presName="spacer" presStyleCnt="0"/>
      <dgm:spPr/>
    </dgm:pt>
    <dgm:pt modelId="{5350B16C-6E49-4D67-86C1-794E31B85C98}" type="pres">
      <dgm:prSet presAssocID="{EE749100-2F40-423C-B525-6806B08D3E3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542BA6E-545D-4CA7-B038-5106F9EB224E}" srcId="{47C874CE-8C4E-479A-9461-E56B42722A87}" destId="{EE749100-2F40-423C-B525-6806B08D3E3C}" srcOrd="2" destOrd="0" parTransId="{A197555E-9C35-4317-9533-55807A406939}" sibTransId="{38BB3B16-9A2F-4C2F-B2A4-391E3951A215}"/>
    <dgm:cxn modelId="{C4480179-BF8B-4AD6-95B9-1A6AA5CF18C6}" type="presOf" srcId="{47C874CE-8C4E-479A-9461-E56B42722A87}" destId="{B0F7B12D-769B-4130-B790-14DAFB93142B}" srcOrd="0" destOrd="0" presId="urn:microsoft.com/office/officeart/2005/8/layout/vList2"/>
    <dgm:cxn modelId="{8CE62B7A-D9A1-401F-827D-ED049AFC4235}" type="presOf" srcId="{44045A4F-3760-4866-83B2-47EBF4D5B43E}" destId="{EC1B09A7-E529-4FD0-A254-720D45375964}" srcOrd="0" destOrd="0" presId="urn:microsoft.com/office/officeart/2005/8/layout/vList2"/>
    <dgm:cxn modelId="{EFB8C77B-9DCE-4D5A-8B2D-025AE715A48B}" type="presOf" srcId="{EE749100-2F40-423C-B525-6806B08D3E3C}" destId="{5350B16C-6E49-4D67-86C1-794E31B85C98}" srcOrd="0" destOrd="0" presId="urn:microsoft.com/office/officeart/2005/8/layout/vList2"/>
    <dgm:cxn modelId="{5ACFF4A7-D120-4BE2-BD46-19823E9D7FBE}" srcId="{47C874CE-8C4E-479A-9461-E56B42722A87}" destId="{44045A4F-3760-4866-83B2-47EBF4D5B43E}" srcOrd="1" destOrd="0" parTransId="{41E26430-26EC-42D4-872E-94DB377F6B81}" sibTransId="{D680C5B7-0362-4D92-A1D9-26B7E21373EC}"/>
    <dgm:cxn modelId="{14BAC3CE-A808-48AE-BDF3-99B1005639D8}" srcId="{47C874CE-8C4E-479A-9461-E56B42722A87}" destId="{82A57FA6-C52B-432D-B7D7-319A1EA88E8D}" srcOrd="0" destOrd="0" parTransId="{6AA3CE94-C1ED-4CA6-9D5B-E1E53F8FFFFC}" sibTransId="{05D213A3-5486-4103-AA9E-393EEF1449F9}"/>
    <dgm:cxn modelId="{42A1EAD6-E141-4EEF-9C84-835FC25B771D}" type="presOf" srcId="{82A57FA6-C52B-432D-B7D7-319A1EA88E8D}" destId="{91E583E3-D803-4C37-B690-C4BE77D4A8A3}" srcOrd="0" destOrd="0" presId="urn:microsoft.com/office/officeart/2005/8/layout/vList2"/>
    <dgm:cxn modelId="{C8BDAA47-65D3-4F9F-B8D4-A080FEACE001}" type="presParOf" srcId="{B0F7B12D-769B-4130-B790-14DAFB93142B}" destId="{91E583E3-D803-4C37-B690-C4BE77D4A8A3}" srcOrd="0" destOrd="0" presId="urn:microsoft.com/office/officeart/2005/8/layout/vList2"/>
    <dgm:cxn modelId="{0F2F80A3-9C23-4700-88CC-BC04270EFC7A}" type="presParOf" srcId="{B0F7B12D-769B-4130-B790-14DAFB93142B}" destId="{F52F8660-3043-4A10-AD7F-68593E733EA0}" srcOrd="1" destOrd="0" presId="urn:microsoft.com/office/officeart/2005/8/layout/vList2"/>
    <dgm:cxn modelId="{FD0F5397-5475-48CB-8133-B9BB91C55C1A}" type="presParOf" srcId="{B0F7B12D-769B-4130-B790-14DAFB93142B}" destId="{EC1B09A7-E529-4FD0-A254-720D45375964}" srcOrd="2" destOrd="0" presId="urn:microsoft.com/office/officeart/2005/8/layout/vList2"/>
    <dgm:cxn modelId="{32DFDA41-21EA-47ED-B6D2-2D4C11044A29}" type="presParOf" srcId="{B0F7B12D-769B-4130-B790-14DAFB93142B}" destId="{6CAD87F7-F561-45E1-AC11-18BF0DF71372}" srcOrd="3" destOrd="0" presId="urn:microsoft.com/office/officeart/2005/8/layout/vList2"/>
    <dgm:cxn modelId="{00C5253C-23E0-44D0-B342-65A59FF42C4C}" type="presParOf" srcId="{B0F7B12D-769B-4130-B790-14DAFB93142B}" destId="{5350B16C-6E49-4D67-86C1-794E31B85C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5BC89AAB-F67E-4E4B-97AB-84E37A7A59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625499-2A7C-474F-984E-9821CBD3E7DC}">
      <dgm:prSet/>
      <dgm:spPr/>
      <dgm:t>
        <a:bodyPr/>
        <a:lstStyle/>
        <a:p>
          <a:r>
            <a:rPr lang="uk-UA" b="0" i="0"/>
            <a:t>Лівобережжя</a:t>
          </a:r>
          <a:endParaRPr lang="uk-UA"/>
        </a:p>
      </dgm:t>
    </dgm:pt>
    <dgm:pt modelId="{935BEF69-251C-40C7-AC6F-D09FA36CEE48}" type="parTrans" cxnId="{CCC27553-F717-458F-879B-13F085EF87B9}">
      <dgm:prSet/>
      <dgm:spPr/>
      <dgm:t>
        <a:bodyPr/>
        <a:lstStyle/>
        <a:p>
          <a:endParaRPr lang="uk-UA"/>
        </a:p>
      </dgm:t>
    </dgm:pt>
    <dgm:pt modelId="{366DE5F7-1450-481C-A744-BBE31D0D532A}" type="sibTrans" cxnId="{CCC27553-F717-458F-879B-13F085EF87B9}">
      <dgm:prSet/>
      <dgm:spPr/>
      <dgm:t>
        <a:bodyPr/>
        <a:lstStyle/>
        <a:p>
          <a:endParaRPr lang="uk-UA"/>
        </a:p>
      </dgm:t>
    </dgm:pt>
    <dgm:pt modelId="{4359E084-E4A6-4973-AB05-CD82877C5161}">
      <dgm:prSet/>
      <dgm:spPr/>
      <dgm:t>
        <a:bodyPr/>
        <a:lstStyle/>
        <a:p>
          <a:r>
            <a:rPr lang="uk-UA" b="0" i="0"/>
            <a:t>Галичину</a:t>
          </a:r>
          <a:endParaRPr lang="uk-UA"/>
        </a:p>
      </dgm:t>
    </dgm:pt>
    <dgm:pt modelId="{6DBB2759-F2B2-4E0C-9108-75AC3AF5FC78}" type="parTrans" cxnId="{D60627CA-E570-4897-B5AF-220E98D342D7}">
      <dgm:prSet/>
      <dgm:spPr/>
      <dgm:t>
        <a:bodyPr/>
        <a:lstStyle/>
        <a:p>
          <a:endParaRPr lang="uk-UA"/>
        </a:p>
      </dgm:t>
    </dgm:pt>
    <dgm:pt modelId="{4FF88FD8-5C71-44B3-BCDE-4ADC3FC322C3}" type="sibTrans" cxnId="{D60627CA-E570-4897-B5AF-220E98D342D7}">
      <dgm:prSet/>
      <dgm:spPr/>
      <dgm:t>
        <a:bodyPr/>
        <a:lstStyle/>
        <a:p>
          <a:endParaRPr lang="uk-UA"/>
        </a:p>
      </dgm:t>
    </dgm:pt>
    <dgm:pt modelId="{2F5EC23D-965A-481F-BAC6-83D1EF420195}">
      <dgm:prSet/>
      <dgm:spPr/>
      <dgm:t>
        <a:bodyPr/>
        <a:lstStyle/>
        <a:p>
          <a:r>
            <a:rPr lang="uk-UA" b="0" i="0" dirty="0"/>
            <a:t>Поділля</a:t>
          </a:r>
          <a:endParaRPr lang="uk-UA" dirty="0"/>
        </a:p>
      </dgm:t>
    </dgm:pt>
    <dgm:pt modelId="{AA782046-BEB2-44C6-B35A-F90B7988AA21}" type="parTrans" cxnId="{6539109A-7D62-4B5C-91BE-B69ED322B7EE}">
      <dgm:prSet/>
      <dgm:spPr/>
      <dgm:t>
        <a:bodyPr/>
        <a:lstStyle/>
        <a:p>
          <a:endParaRPr lang="uk-UA"/>
        </a:p>
      </dgm:t>
    </dgm:pt>
    <dgm:pt modelId="{10B1661D-F881-4A39-8954-C6A0A50D3FFC}" type="sibTrans" cxnId="{6539109A-7D62-4B5C-91BE-B69ED322B7EE}">
      <dgm:prSet/>
      <dgm:spPr/>
      <dgm:t>
        <a:bodyPr/>
        <a:lstStyle/>
        <a:p>
          <a:endParaRPr lang="uk-UA"/>
        </a:p>
      </dgm:t>
    </dgm:pt>
    <dgm:pt modelId="{95CE9021-2265-42CA-A089-C53688988FF0}">
      <dgm:prSet/>
      <dgm:spPr/>
      <dgm:t>
        <a:bodyPr/>
        <a:lstStyle/>
        <a:p>
          <a:r>
            <a:rPr lang="uk-UA" b="0" i="0" dirty="0"/>
            <a:t>Волинь</a:t>
          </a:r>
          <a:endParaRPr lang="uk-UA" dirty="0"/>
        </a:p>
      </dgm:t>
    </dgm:pt>
    <dgm:pt modelId="{28FA56F5-0563-482D-9EA6-5C1758B28A46}" type="parTrans" cxnId="{67BB253E-B3E8-437D-8299-7403817AF00B}">
      <dgm:prSet/>
      <dgm:spPr/>
      <dgm:t>
        <a:bodyPr/>
        <a:lstStyle/>
        <a:p>
          <a:endParaRPr lang="uk-UA"/>
        </a:p>
      </dgm:t>
    </dgm:pt>
    <dgm:pt modelId="{B936FF75-1A8C-4D2E-ABBB-34291E28A26E}" type="sibTrans" cxnId="{67BB253E-B3E8-437D-8299-7403817AF00B}">
      <dgm:prSet/>
      <dgm:spPr/>
      <dgm:t>
        <a:bodyPr/>
        <a:lstStyle/>
        <a:p>
          <a:endParaRPr lang="uk-UA"/>
        </a:p>
      </dgm:t>
    </dgm:pt>
    <dgm:pt modelId="{9F855247-C8D2-4823-98C0-7D27E523C09B}" type="pres">
      <dgm:prSet presAssocID="{5BC89AAB-F67E-4E4B-97AB-84E37A7A5953}" presName="linear" presStyleCnt="0">
        <dgm:presLayoutVars>
          <dgm:animLvl val="lvl"/>
          <dgm:resizeHandles val="exact"/>
        </dgm:presLayoutVars>
      </dgm:prSet>
      <dgm:spPr/>
    </dgm:pt>
    <dgm:pt modelId="{D1D6B7E0-2450-4392-8137-27307D7B15A0}" type="pres">
      <dgm:prSet presAssocID="{FD625499-2A7C-474F-984E-9821CBD3E7D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76D0991-58E9-47AE-907F-F420B82017D0}" type="pres">
      <dgm:prSet presAssocID="{366DE5F7-1450-481C-A744-BBE31D0D532A}" presName="spacer" presStyleCnt="0"/>
      <dgm:spPr/>
    </dgm:pt>
    <dgm:pt modelId="{96DD9A42-2690-4272-97A1-F4506B06B12C}" type="pres">
      <dgm:prSet presAssocID="{4359E084-E4A6-4973-AB05-CD82877C51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B5D675-8CD0-451C-9960-9FD80336965F}" type="pres">
      <dgm:prSet presAssocID="{4FF88FD8-5C71-44B3-BCDE-4ADC3FC322C3}" presName="spacer" presStyleCnt="0"/>
      <dgm:spPr/>
    </dgm:pt>
    <dgm:pt modelId="{34681F80-DCDF-4DF4-90D3-ABDDCE51F35E}" type="pres">
      <dgm:prSet presAssocID="{2F5EC23D-965A-481F-BAC6-83D1EF4201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93F9F9D-033F-4A72-93F2-9D1A6030358D}" type="pres">
      <dgm:prSet presAssocID="{10B1661D-F881-4A39-8954-C6A0A50D3FFC}" presName="spacer" presStyleCnt="0"/>
      <dgm:spPr/>
    </dgm:pt>
    <dgm:pt modelId="{6F8056B8-211B-4DC3-8BA7-0417CC2C7E6E}" type="pres">
      <dgm:prSet presAssocID="{95CE9021-2265-42CA-A089-C53688988FF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B3BF529-6DF9-4E58-8349-80CFBA03A0E8}" type="presOf" srcId="{4359E084-E4A6-4973-AB05-CD82877C5161}" destId="{96DD9A42-2690-4272-97A1-F4506B06B12C}" srcOrd="0" destOrd="0" presId="urn:microsoft.com/office/officeart/2005/8/layout/vList2"/>
    <dgm:cxn modelId="{67BB253E-B3E8-437D-8299-7403817AF00B}" srcId="{5BC89AAB-F67E-4E4B-97AB-84E37A7A5953}" destId="{95CE9021-2265-42CA-A089-C53688988FF0}" srcOrd="3" destOrd="0" parTransId="{28FA56F5-0563-482D-9EA6-5C1758B28A46}" sibTransId="{B936FF75-1A8C-4D2E-ABBB-34291E28A26E}"/>
    <dgm:cxn modelId="{CCC27553-F717-458F-879B-13F085EF87B9}" srcId="{5BC89AAB-F67E-4E4B-97AB-84E37A7A5953}" destId="{FD625499-2A7C-474F-984E-9821CBD3E7DC}" srcOrd="0" destOrd="0" parTransId="{935BEF69-251C-40C7-AC6F-D09FA36CEE48}" sibTransId="{366DE5F7-1450-481C-A744-BBE31D0D532A}"/>
    <dgm:cxn modelId="{9C3D9680-BB99-44F3-9FC4-531E1C1E81BD}" type="presOf" srcId="{FD625499-2A7C-474F-984E-9821CBD3E7DC}" destId="{D1D6B7E0-2450-4392-8137-27307D7B15A0}" srcOrd="0" destOrd="0" presId="urn:microsoft.com/office/officeart/2005/8/layout/vList2"/>
    <dgm:cxn modelId="{6539109A-7D62-4B5C-91BE-B69ED322B7EE}" srcId="{5BC89AAB-F67E-4E4B-97AB-84E37A7A5953}" destId="{2F5EC23D-965A-481F-BAC6-83D1EF420195}" srcOrd="2" destOrd="0" parTransId="{AA782046-BEB2-44C6-B35A-F90B7988AA21}" sibTransId="{10B1661D-F881-4A39-8954-C6A0A50D3FFC}"/>
    <dgm:cxn modelId="{6CFB199A-CA6D-42B3-81E6-C2C4A5DA4009}" type="presOf" srcId="{5BC89AAB-F67E-4E4B-97AB-84E37A7A5953}" destId="{9F855247-C8D2-4823-98C0-7D27E523C09B}" srcOrd="0" destOrd="0" presId="urn:microsoft.com/office/officeart/2005/8/layout/vList2"/>
    <dgm:cxn modelId="{D60627CA-E570-4897-B5AF-220E98D342D7}" srcId="{5BC89AAB-F67E-4E4B-97AB-84E37A7A5953}" destId="{4359E084-E4A6-4973-AB05-CD82877C5161}" srcOrd="1" destOrd="0" parTransId="{6DBB2759-F2B2-4E0C-9108-75AC3AF5FC78}" sibTransId="{4FF88FD8-5C71-44B3-BCDE-4ADC3FC322C3}"/>
    <dgm:cxn modelId="{6101A0D4-DD89-4BEB-811A-415FE0D32A4E}" type="presOf" srcId="{2F5EC23D-965A-481F-BAC6-83D1EF420195}" destId="{34681F80-DCDF-4DF4-90D3-ABDDCE51F35E}" srcOrd="0" destOrd="0" presId="urn:microsoft.com/office/officeart/2005/8/layout/vList2"/>
    <dgm:cxn modelId="{3B1369FD-7B22-401A-A0BE-C5FDFA789C50}" type="presOf" srcId="{95CE9021-2265-42CA-A089-C53688988FF0}" destId="{6F8056B8-211B-4DC3-8BA7-0417CC2C7E6E}" srcOrd="0" destOrd="0" presId="urn:microsoft.com/office/officeart/2005/8/layout/vList2"/>
    <dgm:cxn modelId="{EA881578-456E-427C-8944-BE287973220D}" type="presParOf" srcId="{9F855247-C8D2-4823-98C0-7D27E523C09B}" destId="{D1D6B7E0-2450-4392-8137-27307D7B15A0}" srcOrd="0" destOrd="0" presId="urn:microsoft.com/office/officeart/2005/8/layout/vList2"/>
    <dgm:cxn modelId="{CC68C439-FC2D-41BE-B2B7-14F19BA110F6}" type="presParOf" srcId="{9F855247-C8D2-4823-98C0-7D27E523C09B}" destId="{476D0991-58E9-47AE-907F-F420B82017D0}" srcOrd="1" destOrd="0" presId="urn:microsoft.com/office/officeart/2005/8/layout/vList2"/>
    <dgm:cxn modelId="{37E0122B-9620-4B37-9437-1550FF4E1E13}" type="presParOf" srcId="{9F855247-C8D2-4823-98C0-7D27E523C09B}" destId="{96DD9A42-2690-4272-97A1-F4506B06B12C}" srcOrd="2" destOrd="0" presId="urn:microsoft.com/office/officeart/2005/8/layout/vList2"/>
    <dgm:cxn modelId="{A6A44A9A-2F1B-4EDF-95CB-B30C3AB3B58C}" type="presParOf" srcId="{9F855247-C8D2-4823-98C0-7D27E523C09B}" destId="{C6B5D675-8CD0-451C-9960-9FD80336965F}" srcOrd="3" destOrd="0" presId="urn:microsoft.com/office/officeart/2005/8/layout/vList2"/>
    <dgm:cxn modelId="{84CF2F00-A50D-4CFE-886A-ED998FD8951D}" type="presParOf" srcId="{9F855247-C8D2-4823-98C0-7D27E523C09B}" destId="{34681F80-DCDF-4DF4-90D3-ABDDCE51F35E}" srcOrd="4" destOrd="0" presId="urn:microsoft.com/office/officeart/2005/8/layout/vList2"/>
    <dgm:cxn modelId="{52A6780F-7082-437A-9D3E-796B5888A72A}" type="presParOf" srcId="{9F855247-C8D2-4823-98C0-7D27E523C09B}" destId="{493F9F9D-033F-4A72-93F2-9D1A6030358D}" srcOrd="5" destOrd="0" presId="urn:microsoft.com/office/officeart/2005/8/layout/vList2"/>
    <dgm:cxn modelId="{5EC93B67-9193-4984-9C54-4ED4DF9E3BBB}" type="presParOf" srcId="{9F855247-C8D2-4823-98C0-7D27E523C09B}" destId="{6F8056B8-211B-4DC3-8BA7-0417CC2C7E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76F50DF9-452E-4561-890A-8815D991E64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FEF5737-9278-4A7C-920A-A0F8191FF70A}">
      <dgm:prSet/>
      <dgm:spPr/>
      <dgm:t>
        <a:bodyPr/>
        <a:lstStyle/>
        <a:p>
          <a:r>
            <a:rPr lang="uk-UA"/>
            <a:t>І. Сірко</a:t>
          </a:r>
        </a:p>
      </dgm:t>
    </dgm:pt>
    <dgm:pt modelId="{32859D1D-35EF-48B0-999A-FE60E29240C9}" type="parTrans" cxnId="{6592045D-DAF5-4347-AD03-27F85318EBA8}">
      <dgm:prSet/>
      <dgm:spPr/>
      <dgm:t>
        <a:bodyPr/>
        <a:lstStyle/>
        <a:p>
          <a:endParaRPr lang="uk-UA"/>
        </a:p>
      </dgm:t>
    </dgm:pt>
    <dgm:pt modelId="{AD9419DD-434A-40FE-971C-5B440E629C6E}" type="sibTrans" cxnId="{6592045D-DAF5-4347-AD03-27F85318EBA8}">
      <dgm:prSet/>
      <dgm:spPr/>
      <dgm:t>
        <a:bodyPr/>
        <a:lstStyle/>
        <a:p>
          <a:endParaRPr lang="uk-UA"/>
        </a:p>
      </dgm:t>
    </dgm:pt>
    <dgm:pt modelId="{436131F0-5DD5-403A-9E47-00BA2FE6A5C4}">
      <dgm:prSet/>
      <dgm:spPr/>
      <dgm:t>
        <a:bodyPr/>
        <a:lstStyle/>
        <a:p>
          <a:r>
            <a:rPr lang="uk-UA" dirty="0"/>
            <a:t>Д. Вишневецький</a:t>
          </a:r>
        </a:p>
      </dgm:t>
    </dgm:pt>
    <dgm:pt modelId="{4A448807-4049-40DC-B6CE-8C6ED34F852E}" type="parTrans" cxnId="{2CFE7E56-AA9C-46E2-8E2F-56565F44FA7E}">
      <dgm:prSet/>
      <dgm:spPr/>
      <dgm:t>
        <a:bodyPr/>
        <a:lstStyle/>
        <a:p>
          <a:endParaRPr lang="uk-UA"/>
        </a:p>
      </dgm:t>
    </dgm:pt>
    <dgm:pt modelId="{57FD36DE-C473-437C-A99E-D8CE92686D72}" type="sibTrans" cxnId="{2CFE7E56-AA9C-46E2-8E2F-56565F44FA7E}">
      <dgm:prSet/>
      <dgm:spPr/>
      <dgm:t>
        <a:bodyPr/>
        <a:lstStyle/>
        <a:p>
          <a:endParaRPr lang="uk-UA"/>
        </a:p>
      </dgm:t>
    </dgm:pt>
    <dgm:pt modelId="{A7876657-FF45-4689-A84A-0F3ECE517138}">
      <dgm:prSet/>
      <dgm:spPr/>
      <dgm:t>
        <a:bodyPr/>
        <a:lstStyle/>
        <a:p>
          <a:r>
            <a:rPr lang="uk-UA"/>
            <a:t>П. Калнишевський</a:t>
          </a:r>
        </a:p>
      </dgm:t>
    </dgm:pt>
    <dgm:pt modelId="{1C7EEFF1-548B-4C4E-896C-B588EBE1D817}" type="parTrans" cxnId="{50ADC493-B3C3-41F2-B504-04818FEC0B69}">
      <dgm:prSet/>
      <dgm:spPr/>
      <dgm:t>
        <a:bodyPr/>
        <a:lstStyle/>
        <a:p>
          <a:endParaRPr lang="uk-UA"/>
        </a:p>
      </dgm:t>
    </dgm:pt>
    <dgm:pt modelId="{AD64BF17-D790-483B-9888-B4513F124DFF}" type="sibTrans" cxnId="{50ADC493-B3C3-41F2-B504-04818FEC0B69}">
      <dgm:prSet/>
      <dgm:spPr/>
      <dgm:t>
        <a:bodyPr/>
        <a:lstStyle/>
        <a:p>
          <a:endParaRPr lang="uk-UA"/>
        </a:p>
      </dgm:t>
    </dgm:pt>
    <dgm:pt modelId="{7C18EC91-6F35-4993-81E1-69823EAD5858}">
      <dgm:prSet/>
      <dgm:spPr/>
      <dgm:t>
        <a:bodyPr/>
        <a:lstStyle/>
        <a:p>
          <a:r>
            <a:rPr lang="uk-UA" dirty="0"/>
            <a:t>П. Конашевич-Сагайдачний</a:t>
          </a:r>
        </a:p>
      </dgm:t>
    </dgm:pt>
    <dgm:pt modelId="{E10A2297-DA32-4779-880E-E8B3E1061EB0}" type="parTrans" cxnId="{05450E8C-4CEC-4DC5-9DC0-4758FF3A0483}">
      <dgm:prSet/>
      <dgm:spPr/>
      <dgm:t>
        <a:bodyPr/>
        <a:lstStyle/>
        <a:p>
          <a:endParaRPr lang="uk-UA"/>
        </a:p>
      </dgm:t>
    </dgm:pt>
    <dgm:pt modelId="{86BD3EC2-BD9E-43C6-9100-4EF040415D9C}" type="sibTrans" cxnId="{05450E8C-4CEC-4DC5-9DC0-4758FF3A0483}">
      <dgm:prSet/>
      <dgm:spPr/>
      <dgm:t>
        <a:bodyPr/>
        <a:lstStyle/>
        <a:p>
          <a:endParaRPr lang="uk-UA"/>
        </a:p>
      </dgm:t>
    </dgm:pt>
    <dgm:pt modelId="{E5BC0DCE-1768-4E3F-87E6-6F0694A21E2D}" type="pres">
      <dgm:prSet presAssocID="{76F50DF9-452E-4561-890A-8815D991E645}" presName="linearFlow" presStyleCnt="0">
        <dgm:presLayoutVars>
          <dgm:dir/>
          <dgm:resizeHandles val="exact"/>
        </dgm:presLayoutVars>
      </dgm:prSet>
      <dgm:spPr/>
    </dgm:pt>
    <dgm:pt modelId="{311D67AF-CE1D-4679-A510-8E8B6D843349}" type="pres">
      <dgm:prSet presAssocID="{AFEF5737-9278-4A7C-920A-A0F8191FF70A}" presName="composite" presStyleCnt="0"/>
      <dgm:spPr/>
    </dgm:pt>
    <dgm:pt modelId="{4377DAB5-75BB-4C59-A905-796EB5F77955}" type="pres">
      <dgm:prSet presAssocID="{AFEF5737-9278-4A7C-920A-A0F8191FF70A}" presName="imgShp" presStyleLbl="fgImgPlace1" presStyleIdx="0" presStyleCnt="4"/>
      <dgm:spPr/>
    </dgm:pt>
    <dgm:pt modelId="{1500EBD2-867A-4DCF-AB77-BCC1DE6F212D}" type="pres">
      <dgm:prSet presAssocID="{AFEF5737-9278-4A7C-920A-A0F8191FF70A}" presName="txShp" presStyleLbl="node1" presStyleIdx="0" presStyleCnt="4">
        <dgm:presLayoutVars>
          <dgm:bulletEnabled val="1"/>
        </dgm:presLayoutVars>
      </dgm:prSet>
      <dgm:spPr/>
    </dgm:pt>
    <dgm:pt modelId="{10977D5E-83FE-4B19-9687-97EBF4CB8D3F}" type="pres">
      <dgm:prSet presAssocID="{AD9419DD-434A-40FE-971C-5B440E629C6E}" presName="spacing" presStyleCnt="0"/>
      <dgm:spPr/>
    </dgm:pt>
    <dgm:pt modelId="{0EC60933-548F-4999-B2EB-28CE3DA91AA7}" type="pres">
      <dgm:prSet presAssocID="{436131F0-5DD5-403A-9E47-00BA2FE6A5C4}" presName="composite" presStyleCnt="0"/>
      <dgm:spPr/>
    </dgm:pt>
    <dgm:pt modelId="{D2B16C04-7AD5-4930-8EDD-92902196FCBC}" type="pres">
      <dgm:prSet presAssocID="{436131F0-5DD5-403A-9E47-00BA2FE6A5C4}" presName="imgShp" presStyleLbl="fgImgPlace1" presStyleIdx="1" presStyleCnt="4"/>
      <dgm:spPr/>
    </dgm:pt>
    <dgm:pt modelId="{B53CA467-52CF-4675-9F1B-D15877911E96}" type="pres">
      <dgm:prSet presAssocID="{436131F0-5DD5-403A-9E47-00BA2FE6A5C4}" presName="txShp" presStyleLbl="node1" presStyleIdx="1" presStyleCnt="4">
        <dgm:presLayoutVars>
          <dgm:bulletEnabled val="1"/>
        </dgm:presLayoutVars>
      </dgm:prSet>
      <dgm:spPr/>
    </dgm:pt>
    <dgm:pt modelId="{B7591A6E-0561-49C5-A352-CB29676B6C75}" type="pres">
      <dgm:prSet presAssocID="{57FD36DE-C473-437C-A99E-D8CE92686D72}" presName="spacing" presStyleCnt="0"/>
      <dgm:spPr/>
    </dgm:pt>
    <dgm:pt modelId="{969B208E-DDB6-4E0A-A2AD-33D839A26FBB}" type="pres">
      <dgm:prSet presAssocID="{A7876657-FF45-4689-A84A-0F3ECE517138}" presName="composite" presStyleCnt="0"/>
      <dgm:spPr/>
    </dgm:pt>
    <dgm:pt modelId="{979DDA83-0A43-4B30-95D8-2A2A0E1732B9}" type="pres">
      <dgm:prSet presAssocID="{A7876657-FF45-4689-A84A-0F3ECE517138}" presName="imgShp" presStyleLbl="fgImgPlace1" presStyleIdx="2" presStyleCnt="4"/>
      <dgm:spPr/>
    </dgm:pt>
    <dgm:pt modelId="{E52F3D35-EB27-414F-A620-A91760D52017}" type="pres">
      <dgm:prSet presAssocID="{A7876657-FF45-4689-A84A-0F3ECE517138}" presName="txShp" presStyleLbl="node1" presStyleIdx="2" presStyleCnt="4">
        <dgm:presLayoutVars>
          <dgm:bulletEnabled val="1"/>
        </dgm:presLayoutVars>
      </dgm:prSet>
      <dgm:spPr/>
    </dgm:pt>
    <dgm:pt modelId="{B6F06B9C-D815-4D3E-8414-75112825DD91}" type="pres">
      <dgm:prSet presAssocID="{AD64BF17-D790-483B-9888-B4513F124DFF}" presName="spacing" presStyleCnt="0"/>
      <dgm:spPr/>
    </dgm:pt>
    <dgm:pt modelId="{6A943D58-CA30-4A0E-86C6-25BA0587BA12}" type="pres">
      <dgm:prSet presAssocID="{7C18EC91-6F35-4993-81E1-69823EAD5858}" presName="composite" presStyleCnt="0"/>
      <dgm:spPr/>
    </dgm:pt>
    <dgm:pt modelId="{90DA791B-6D29-4264-95EA-57E10CB24003}" type="pres">
      <dgm:prSet presAssocID="{7C18EC91-6F35-4993-81E1-69823EAD5858}" presName="imgShp" presStyleLbl="fgImgPlace1" presStyleIdx="3" presStyleCnt="4"/>
      <dgm:spPr/>
    </dgm:pt>
    <dgm:pt modelId="{B43C7ECD-E4EB-45C5-8D93-D8FD359F742F}" type="pres">
      <dgm:prSet presAssocID="{7C18EC91-6F35-4993-81E1-69823EAD5858}" presName="txShp" presStyleLbl="node1" presStyleIdx="3" presStyleCnt="4">
        <dgm:presLayoutVars>
          <dgm:bulletEnabled val="1"/>
        </dgm:presLayoutVars>
      </dgm:prSet>
      <dgm:spPr/>
    </dgm:pt>
  </dgm:ptLst>
  <dgm:cxnLst>
    <dgm:cxn modelId="{833EEC16-0D49-4895-BFFA-CFD8A5C0622D}" type="presOf" srcId="{AFEF5737-9278-4A7C-920A-A0F8191FF70A}" destId="{1500EBD2-867A-4DCF-AB77-BCC1DE6F212D}" srcOrd="0" destOrd="0" presId="urn:microsoft.com/office/officeart/2005/8/layout/vList3"/>
    <dgm:cxn modelId="{6592045D-DAF5-4347-AD03-27F85318EBA8}" srcId="{76F50DF9-452E-4561-890A-8815D991E645}" destId="{AFEF5737-9278-4A7C-920A-A0F8191FF70A}" srcOrd="0" destOrd="0" parTransId="{32859D1D-35EF-48B0-999A-FE60E29240C9}" sibTransId="{AD9419DD-434A-40FE-971C-5B440E629C6E}"/>
    <dgm:cxn modelId="{4B919F6B-EA83-4E58-9366-0BCE1EDE5A66}" type="presOf" srcId="{7C18EC91-6F35-4993-81E1-69823EAD5858}" destId="{B43C7ECD-E4EB-45C5-8D93-D8FD359F742F}" srcOrd="0" destOrd="0" presId="urn:microsoft.com/office/officeart/2005/8/layout/vList3"/>
    <dgm:cxn modelId="{2CFE7E56-AA9C-46E2-8E2F-56565F44FA7E}" srcId="{76F50DF9-452E-4561-890A-8815D991E645}" destId="{436131F0-5DD5-403A-9E47-00BA2FE6A5C4}" srcOrd="1" destOrd="0" parTransId="{4A448807-4049-40DC-B6CE-8C6ED34F852E}" sibTransId="{57FD36DE-C473-437C-A99E-D8CE92686D72}"/>
    <dgm:cxn modelId="{05450E8C-4CEC-4DC5-9DC0-4758FF3A0483}" srcId="{76F50DF9-452E-4561-890A-8815D991E645}" destId="{7C18EC91-6F35-4993-81E1-69823EAD5858}" srcOrd="3" destOrd="0" parTransId="{E10A2297-DA32-4779-880E-E8B3E1061EB0}" sibTransId="{86BD3EC2-BD9E-43C6-9100-4EF040415D9C}"/>
    <dgm:cxn modelId="{4DB2BB92-1F9F-4AB0-9784-FB6857D7D07C}" type="presOf" srcId="{76F50DF9-452E-4561-890A-8815D991E645}" destId="{E5BC0DCE-1768-4E3F-87E6-6F0694A21E2D}" srcOrd="0" destOrd="0" presId="urn:microsoft.com/office/officeart/2005/8/layout/vList3"/>
    <dgm:cxn modelId="{50ADC493-B3C3-41F2-B504-04818FEC0B69}" srcId="{76F50DF9-452E-4561-890A-8815D991E645}" destId="{A7876657-FF45-4689-A84A-0F3ECE517138}" srcOrd="2" destOrd="0" parTransId="{1C7EEFF1-548B-4C4E-896C-B588EBE1D817}" sibTransId="{AD64BF17-D790-483B-9888-B4513F124DFF}"/>
    <dgm:cxn modelId="{7FD3AFAE-3DA1-4E4F-A025-14A5EE2C5CF8}" type="presOf" srcId="{436131F0-5DD5-403A-9E47-00BA2FE6A5C4}" destId="{B53CA467-52CF-4675-9F1B-D15877911E96}" srcOrd="0" destOrd="0" presId="urn:microsoft.com/office/officeart/2005/8/layout/vList3"/>
    <dgm:cxn modelId="{A91BA7D4-EC47-4067-979B-0BF6961BEE3F}" type="presOf" srcId="{A7876657-FF45-4689-A84A-0F3ECE517138}" destId="{E52F3D35-EB27-414F-A620-A91760D52017}" srcOrd="0" destOrd="0" presId="urn:microsoft.com/office/officeart/2005/8/layout/vList3"/>
    <dgm:cxn modelId="{1E0A9B04-A209-43E9-BC0A-BDBBA624A4BC}" type="presParOf" srcId="{E5BC0DCE-1768-4E3F-87E6-6F0694A21E2D}" destId="{311D67AF-CE1D-4679-A510-8E8B6D843349}" srcOrd="0" destOrd="0" presId="urn:microsoft.com/office/officeart/2005/8/layout/vList3"/>
    <dgm:cxn modelId="{EF884DB3-299E-4B99-81E4-F836AFA7C68D}" type="presParOf" srcId="{311D67AF-CE1D-4679-A510-8E8B6D843349}" destId="{4377DAB5-75BB-4C59-A905-796EB5F77955}" srcOrd="0" destOrd="0" presId="urn:microsoft.com/office/officeart/2005/8/layout/vList3"/>
    <dgm:cxn modelId="{8E43E1CC-D7A3-4500-BFB2-06B71D7D535F}" type="presParOf" srcId="{311D67AF-CE1D-4679-A510-8E8B6D843349}" destId="{1500EBD2-867A-4DCF-AB77-BCC1DE6F212D}" srcOrd="1" destOrd="0" presId="urn:microsoft.com/office/officeart/2005/8/layout/vList3"/>
    <dgm:cxn modelId="{B939FCCF-EE13-4F02-9B45-F99B30C58B69}" type="presParOf" srcId="{E5BC0DCE-1768-4E3F-87E6-6F0694A21E2D}" destId="{10977D5E-83FE-4B19-9687-97EBF4CB8D3F}" srcOrd="1" destOrd="0" presId="urn:microsoft.com/office/officeart/2005/8/layout/vList3"/>
    <dgm:cxn modelId="{1D7D4F81-1391-4A4A-B118-A066B840D611}" type="presParOf" srcId="{E5BC0DCE-1768-4E3F-87E6-6F0694A21E2D}" destId="{0EC60933-548F-4999-B2EB-28CE3DA91AA7}" srcOrd="2" destOrd="0" presId="urn:microsoft.com/office/officeart/2005/8/layout/vList3"/>
    <dgm:cxn modelId="{89EDBCF3-DF8B-4C3B-9F0D-0263494AFE30}" type="presParOf" srcId="{0EC60933-548F-4999-B2EB-28CE3DA91AA7}" destId="{D2B16C04-7AD5-4930-8EDD-92902196FCBC}" srcOrd="0" destOrd="0" presId="urn:microsoft.com/office/officeart/2005/8/layout/vList3"/>
    <dgm:cxn modelId="{AAB2EC85-D38D-40CD-B9E2-929BD8C5CEF0}" type="presParOf" srcId="{0EC60933-548F-4999-B2EB-28CE3DA91AA7}" destId="{B53CA467-52CF-4675-9F1B-D15877911E96}" srcOrd="1" destOrd="0" presId="urn:microsoft.com/office/officeart/2005/8/layout/vList3"/>
    <dgm:cxn modelId="{68FBD481-E102-4284-868D-BF43A6314DA0}" type="presParOf" srcId="{E5BC0DCE-1768-4E3F-87E6-6F0694A21E2D}" destId="{B7591A6E-0561-49C5-A352-CB29676B6C75}" srcOrd="3" destOrd="0" presId="urn:microsoft.com/office/officeart/2005/8/layout/vList3"/>
    <dgm:cxn modelId="{DCA1C67E-F33C-466B-8ACF-69489839E9E8}" type="presParOf" srcId="{E5BC0DCE-1768-4E3F-87E6-6F0694A21E2D}" destId="{969B208E-DDB6-4E0A-A2AD-33D839A26FBB}" srcOrd="4" destOrd="0" presId="urn:microsoft.com/office/officeart/2005/8/layout/vList3"/>
    <dgm:cxn modelId="{0D5D9D37-D4CC-4694-912F-D39D9594C414}" type="presParOf" srcId="{969B208E-DDB6-4E0A-A2AD-33D839A26FBB}" destId="{979DDA83-0A43-4B30-95D8-2A2A0E1732B9}" srcOrd="0" destOrd="0" presId="urn:microsoft.com/office/officeart/2005/8/layout/vList3"/>
    <dgm:cxn modelId="{655F85B5-0280-4C5A-B548-755788BEDF83}" type="presParOf" srcId="{969B208E-DDB6-4E0A-A2AD-33D839A26FBB}" destId="{E52F3D35-EB27-414F-A620-A91760D52017}" srcOrd="1" destOrd="0" presId="urn:microsoft.com/office/officeart/2005/8/layout/vList3"/>
    <dgm:cxn modelId="{03B4E7CA-5F74-4FCF-909E-8AE680C61807}" type="presParOf" srcId="{E5BC0DCE-1768-4E3F-87E6-6F0694A21E2D}" destId="{B6F06B9C-D815-4D3E-8414-75112825DD91}" srcOrd="5" destOrd="0" presId="urn:microsoft.com/office/officeart/2005/8/layout/vList3"/>
    <dgm:cxn modelId="{30A12599-BE43-4B8A-9969-E623ACA05448}" type="presParOf" srcId="{E5BC0DCE-1768-4E3F-87E6-6F0694A21E2D}" destId="{6A943D58-CA30-4A0E-86C6-25BA0587BA12}" srcOrd="6" destOrd="0" presId="urn:microsoft.com/office/officeart/2005/8/layout/vList3"/>
    <dgm:cxn modelId="{41DD074E-B56B-4DF0-8AF2-3954B1125418}" type="presParOf" srcId="{6A943D58-CA30-4A0E-86C6-25BA0587BA12}" destId="{90DA791B-6D29-4264-95EA-57E10CB24003}" srcOrd="0" destOrd="0" presId="urn:microsoft.com/office/officeart/2005/8/layout/vList3"/>
    <dgm:cxn modelId="{C76F14CB-40F1-4FF8-90B1-C62FA6681C54}" type="presParOf" srcId="{6A943D58-CA30-4A0E-86C6-25BA0587BA12}" destId="{B43C7ECD-E4EB-45C5-8D93-D8FD359F742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E43C4EE6-52C5-4BD3-8885-97689D59BFE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FA3F12B-CC4B-49C8-A4AC-19A1A7EFA792}">
      <dgm:prSet/>
      <dgm:spPr/>
      <dgm:t>
        <a:bodyPr/>
        <a:lstStyle/>
        <a:p>
          <a:r>
            <a:rPr lang="ru-RU" dirty="0" err="1"/>
            <a:t>Результати</a:t>
          </a:r>
          <a:r>
            <a:rPr lang="ru-RU" dirty="0"/>
            <a:t> </a:t>
          </a:r>
          <a:r>
            <a:rPr lang="ru-RU" dirty="0" err="1"/>
            <a:t>якого</a:t>
          </a:r>
          <a:r>
            <a:rPr lang="ru-RU" dirty="0"/>
            <a:t> з </a:t>
          </a:r>
          <a:r>
            <a:rPr lang="ru-RU" dirty="0" err="1"/>
            <a:t>поділів</a:t>
          </a:r>
          <a:r>
            <a:rPr lang="ru-RU" dirty="0"/>
            <a:t> </a:t>
          </a:r>
          <a:r>
            <a:rPr lang="ru-RU" dirty="0" err="1"/>
            <a:t>відображено</a:t>
          </a:r>
          <a:r>
            <a:rPr lang="ru-RU" dirty="0"/>
            <a:t> на </a:t>
          </a:r>
          <a:r>
            <a:rPr lang="ru-RU" dirty="0" err="1"/>
            <a:t>карті</a:t>
          </a:r>
          <a:r>
            <a:rPr lang="ru-RU" dirty="0"/>
            <a:t>?</a:t>
          </a:r>
          <a:endParaRPr lang="uk-UA" dirty="0"/>
        </a:p>
      </dgm:t>
    </dgm:pt>
    <dgm:pt modelId="{F45668FB-06CA-414F-B0E7-A979042E52FE}" type="parTrans" cxnId="{F0A8DA0B-673A-4C85-ABDF-A57FD0B0C607}">
      <dgm:prSet/>
      <dgm:spPr/>
      <dgm:t>
        <a:bodyPr/>
        <a:lstStyle/>
        <a:p>
          <a:endParaRPr lang="uk-UA"/>
        </a:p>
      </dgm:t>
    </dgm:pt>
    <dgm:pt modelId="{02F875AF-FD61-4AD1-843B-6DD48E30CF21}" type="sibTrans" cxnId="{F0A8DA0B-673A-4C85-ABDF-A57FD0B0C607}">
      <dgm:prSet/>
      <dgm:spPr/>
      <dgm:t>
        <a:bodyPr/>
        <a:lstStyle/>
        <a:p>
          <a:endParaRPr lang="uk-UA"/>
        </a:p>
      </dgm:t>
    </dgm:pt>
    <dgm:pt modelId="{BEA33648-D177-445D-802C-A5F56257160B}">
      <dgm:prSet/>
      <dgm:spPr/>
      <dgm:t>
        <a:bodyPr/>
        <a:lstStyle/>
        <a:p>
          <a:r>
            <a:rPr lang="ru-RU" b="0" i="0" dirty="0" err="1"/>
            <a:t>тільки</a:t>
          </a:r>
          <a:r>
            <a:rPr lang="ru-RU" b="0" i="0" dirty="0"/>
            <a:t> </a:t>
          </a:r>
          <a:r>
            <a:rPr lang="ru-RU" b="0" i="0" dirty="0" err="1"/>
            <a:t>Першого</a:t>
          </a:r>
          <a:endParaRPr lang="uk-UA" dirty="0"/>
        </a:p>
      </dgm:t>
    </dgm:pt>
    <dgm:pt modelId="{CD94732F-0479-4C5F-A612-0DAA5DA762FD}" type="parTrans" cxnId="{32A3C736-5B86-44CD-A69E-DC385084B077}">
      <dgm:prSet/>
      <dgm:spPr/>
      <dgm:t>
        <a:bodyPr/>
        <a:lstStyle/>
        <a:p>
          <a:endParaRPr lang="uk-UA"/>
        </a:p>
      </dgm:t>
    </dgm:pt>
    <dgm:pt modelId="{AEB9C571-0AAC-405D-A712-79C6770EA3EE}" type="sibTrans" cxnId="{32A3C736-5B86-44CD-A69E-DC385084B077}">
      <dgm:prSet/>
      <dgm:spPr/>
      <dgm:t>
        <a:bodyPr/>
        <a:lstStyle/>
        <a:p>
          <a:endParaRPr lang="uk-UA"/>
        </a:p>
      </dgm:t>
    </dgm:pt>
    <dgm:pt modelId="{76D90308-B92D-4DD5-AEF7-C5565C054897}">
      <dgm:prSet/>
      <dgm:spPr/>
      <dgm:t>
        <a:bodyPr/>
        <a:lstStyle/>
        <a:p>
          <a:r>
            <a:rPr lang="ru-RU" b="0" i="0" dirty="0" err="1"/>
            <a:t>Першого</a:t>
          </a:r>
          <a:r>
            <a:rPr lang="ru-RU" b="0" i="0" dirty="0"/>
            <a:t> та Другого</a:t>
          </a:r>
          <a:endParaRPr lang="uk-UA" dirty="0"/>
        </a:p>
      </dgm:t>
    </dgm:pt>
    <dgm:pt modelId="{4D7BE4AE-9DCB-4B2B-AB96-86E870BC3570}" type="parTrans" cxnId="{A9D947D2-F79A-4DC6-B6C3-1431B6875C92}">
      <dgm:prSet/>
      <dgm:spPr/>
      <dgm:t>
        <a:bodyPr/>
        <a:lstStyle/>
        <a:p>
          <a:endParaRPr lang="uk-UA"/>
        </a:p>
      </dgm:t>
    </dgm:pt>
    <dgm:pt modelId="{D3A8013F-F7D8-4CAE-AFB6-85C045EC516F}" type="sibTrans" cxnId="{A9D947D2-F79A-4DC6-B6C3-1431B6875C92}">
      <dgm:prSet/>
      <dgm:spPr/>
      <dgm:t>
        <a:bodyPr/>
        <a:lstStyle/>
        <a:p>
          <a:endParaRPr lang="uk-UA"/>
        </a:p>
      </dgm:t>
    </dgm:pt>
    <dgm:pt modelId="{CE095A82-E4CB-48F3-8B02-124DC7246D41}">
      <dgm:prSet/>
      <dgm:spPr/>
      <dgm:t>
        <a:bodyPr/>
        <a:lstStyle/>
        <a:p>
          <a:r>
            <a:rPr lang="ru-RU" b="0" i="0" dirty="0" err="1"/>
            <a:t>тільки</a:t>
          </a:r>
          <a:r>
            <a:rPr lang="ru-RU" b="0" i="0" dirty="0"/>
            <a:t> Другого</a:t>
          </a:r>
          <a:endParaRPr lang="uk-UA" dirty="0"/>
        </a:p>
      </dgm:t>
    </dgm:pt>
    <dgm:pt modelId="{1563A4C5-37E4-4D2C-8064-61FF030CB4EB}" type="parTrans" cxnId="{C0B1416D-0572-4E75-97EE-0E4C8282AF21}">
      <dgm:prSet/>
      <dgm:spPr/>
      <dgm:t>
        <a:bodyPr/>
        <a:lstStyle/>
        <a:p>
          <a:endParaRPr lang="uk-UA"/>
        </a:p>
      </dgm:t>
    </dgm:pt>
    <dgm:pt modelId="{4727B269-89CE-434E-A76B-665E726258BD}" type="sibTrans" cxnId="{C0B1416D-0572-4E75-97EE-0E4C8282AF21}">
      <dgm:prSet/>
      <dgm:spPr/>
      <dgm:t>
        <a:bodyPr/>
        <a:lstStyle/>
        <a:p>
          <a:endParaRPr lang="uk-UA"/>
        </a:p>
      </dgm:t>
    </dgm:pt>
    <dgm:pt modelId="{C8138E3F-CDA5-484E-AB6E-7CF62D326264}">
      <dgm:prSet/>
      <dgm:spPr/>
      <dgm:t>
        <a:bodyPr/>
        <a:lstStyle/>
        <a:p>
          <a:r>
            <a:rPr lang="ru-RU" b="0" i="0" dirty="0"/>
            <a:t>Другого та </a:t>
          </a:r>
          <a:r>
            <a:rPr lang="ru-RU" b="0" i="0" dirty="0" err="1"/>
            <a:t>Третього</a:t>
          </a:r>
          <a:endParaRPr lang="uk-UA" dirty="0"/>
        </a:p>
      </dgm:t>
    </dgm:pt>
    <dgm:pt modelId="{81188A8D-BF66-4FD6-8287-4F3B9A5C5A8B}" type="parTrans" cxnId="{31AD9B40-E6B2-4FDA-9E23-3A1AAEF15096}">
      <dgm:prSet/>
      <dgm:spPr/>
      <dgm:t>
        <a:bodyPr/>
        <a:lstStyle/>
        <a:p>
          <a:endParaRPr lang="uk-UA"/>
        </a:p>
      </dgm:t>
    </dgm:pt>
    <dgm:pt modelId="{78463A98-FEC2-4B82-A35F-61F251600CD9}" type="sibTrans" cxnId="{31AD9B40-E6B2-4FDA-9E23-3A1AAEF15096}">
      <dgm:prSet/>
      <dgm:spPr/>
      <dgm:t>
        <a:bodyPr/>
        <a:lstStyle/>
        <a:p>
          <a:endParaRPr lang="uk-UA"/>
        </a:p>
      </dgm:t>
    </dgm:pt>
    <dgm:pt modelId="{88FB445E-F388-4895-A442-777E99E4DF23}" type="pres">
      <dgm:prSet presAssocID="{E43C4EE6-52C5-4BD3-8885-97689D59BFE9}" presName="cycle" presStyleCnt="0">
        <dgm:presLayoutVars>
          <dgm:dir/>
          <dgm:resizeHandles val="exact"/>
        </dgm:presLayoutVars>
      </dgm:prSet>
      <dgm:spPr/>
    </dgm:pt>
    <dgm:pt modelId="{8197B813-DB52-4180-AB2B-454EE7587DD3}" type="pres">
      <dgm:prSet presAssocID="{4FA3F12B-CC4B-49C8-A4AC-19A1A7EFA792}" presName="node" presStyleLbl="node1" presStyleIdx="0" presStyleCnt="1">
        <dgm:presLayoutVars>
          <dgm:bulletEnabled val="1"/>
        </dgm:presLayoutVars>
      </dgm:prSet>
      <dgm:spPr/>
    </dgm:pt>
  </dgm:ptLst>
  <dgm:cxnLst>
    <dgm:cxn modelId="{F0A8DA0B-673A-4C85-ABDF-A57FD0B0C607}" srcId="{E43C4EE6-52C5-4BD3-8885-97689D59BFE9}" destId="{4FA3F12B-CC4B-49C8-A4AC-19A1A7EFA792}" srcOrd="0" destOrd="0" parTransId="{F45668FB-06CA-414F-B0E7-A979042E52FE}" sibTransId="{02F875AF-FD61-4AD1-843B-6DD48E30CF21}"/>
    <dgm:cxn modelId="{32A3C736-5B86-44CD-A69E-DC385084B077}" srcId="{4FA3F12B-CC4B-49C8-A4AC-19A1A7EFA792}" destId="{BEA33648-D177-445D-802C-A5F56257160B}" srcOrd="0" destOrd="0" parTransId="{CD94732F-0479-4C5F-A612-0DAA5DA762FD}" sibTransId="{AEB9C571-0AAC-405D-A712-79C6770EA3EE}"/>
    <dgm:cxn modelId="{F1075F40-37D3-4DE8-8907-04CF375C333D}" type="presOf" srcId="{BEA33648-D177-445D-802C-A5F56257160B}" destId="{8197B813-DB52-4180-AB2B-454EE7587DD3}" srcOrd="0" destOrd="1" presId="urn:microsoft.com/office/officeart/2005/8/layout/cycle2"/>
    <dgm:cxn modelId="{31AD9B40-E6B2-4FDA-9E23-3A1AAEF15096}" srcId="{4FA3F12B-CC4B-49C8-A4AC-19A1A7EFA792}" destId="{C8138E3F-CDA5-484E-AB6E-7CF62D326264}" srcOrd="3" destOrd="0" parTransId="{81188A8D-BF66-4FD6-8287-4F3B9A5C5A8B}" sibTransId="{78463A98-FEC2-4B82-A35F-61F251600CD9}"/>
    <dgm:cxn modelId="{5C105E66-3AF3-4188-9BDD-7E8E8F9659F1}" type="presOf" srcId="{CE095A82-E4CB-48F3-8B02-124DC7246D41}" destId="{8197B813-DB52-4180-AB2B-454EE7587DD3}" srcOrd="0" destOrd="3" presId="urn:microsoft.com/office/officeart/2005/8/layout/cycle2"/>
    <dgm:cxn modelId="{C0B1416D-0572-4E75-97EE-0E4C8282AF21}" srcId="{4FA3F12B-CC4B-49C8-A4AC-19A1A7EFA792}" destId="{CE095A82-E4CB-48F3-8B02-124DC7246D41}" srcOrd="2" destOrd="0" parTransId="{1563A4C5-37E4-4D2C-8064-61FF030CB4EB}" sibTransId="{4727B269-89CE-434E-A76B-665E726258BD}"/>
    <dgm:cxn modelId="{036BC856-7D06-4377-9E09-78B529CA8021}" type="presOf" srcId="{C8138E3F-CDA5-484E-AB6E-7CF62D326264}" destId="{8197B813-DB52-4180-AB2B-454EE7587DD3}" srcOrd="0" destOrd="4" presId="urn:microsoft.com/office/officeart/2005/8/layout/cycle2"/>
    <dgm:cxn modelId="{167FB196-15FC-40D7-9CA6-DEA6B33F9BDF}" type="presOf" srcId="{4FA3F12B-CC4B-49C8-A4AC-19A1A7EFA792}" destId="{8197B813-DB52-4180-AB2B-454EE7587DD3}" srcOrd="0" destOrd="0" presId="urn:microsoft.com/office/officeart/2005/8/layout/cycle2"/>
    <dgm:cxn modelId="{EC76E699-8049-4626-9238-170C6111C962}" type="presOf" srcId="{76D90308-B92D-4DD5-AEF7-C5565C054897}" destId="{8197B813-DB52-4180-AB2B-454EE7587DD3}" srcOrd="0" destOrd="2" presId="urn:microsoft.com/office/officeart/2005/8/layout/cycle2"/>
    <dgm:cxn modelId="{A9D947D2-F79A-4DC6-B6C3-1431B6875C92}" srcId="{4FA3F12B-CC4B-49C8-A4AC-19A1A7EFA792}" destId="{76D90308-B92D-4DD5-AEF7-C5565C054897}" srcOrd="1" destOrd="0" parTransId="{4D7BE4AE-9DCB-4B2B-AB96-86E870BC3570}" sibTransId="{D3A8013F-F7D8-4CAE-AFB6-85C045EC516F}"/>
    <dgm:cxn modelId="{490663E2-5CD6-4321-9A03-E00932D75067}" type="presOf" srcId="{E43C4EE6-52C5-4BD3-8885-97689D59BFE9}" destId="{88FB445E-F388-4895-A442-777E99E4DF23}" srcOrd="0" destOrd="0" presId="urn:microsoft.com/office/officeart/2005/8/layout/cycle2"/>
    <dgm:cxn modelId="{4B654D67-8B78-425C-8B4B-91FB21AEEF7A}" type="presParOf" srcId="{88FB445E-F388-4895-A442-777E99E4DF23}" destId="{8197B813-DB52-4180-AB2B-454EE7587DD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92C50878-003A-41D6-8DDC-B32B4DF3F9E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70575C-74B7-4773-A154-52D05FD53397}">
      <dgm:prSet/>
      <dgm:spPr/>
      <dgm:t>
        <a:bodyPr/>
        <a:lstStyle/>
        <a:p>
          <a:r>
            <a:rPr lang="ru-RU" b="0" i="0" dirty="0"/>
            <a:t>1, 4</a:t>
          </a:r>
          <a:endParaRPr lang="uk-UA" dirty="0"/>
        </a:p>
      </dgm:t>
    </dgm:pt>
    <dgm:pt modelId="{F8B5582E-6D05-4169-8522-A93809C026B6}" type="parTrans" cxnId="{EBE20FFB-DDD8-4568-89EC-0E89A1841210}">
      <dgm:prSet/>
      <dgm:spPr/>
      <dgm:t>
        <a:bodyPr/>
        <a:lstStyle/>
        <a:p>
          <a:endParaRPr lang="uk-UA"/>
        </a:p>
      </dgm:t>
    </dgm:pt>
    <dgm:pt modelId="{7E69ACFF-1E3D-400E-9FE6-BCF9C6769C85}" type="sibTrans" cxnId="{EBE20FFB-DDD8-4568-89EC-0E89A1841210}">
      <dgm:prSet/>
      <dgm:spPr/>
      <dgm:t>
        <a:bodyPr/>
        <a:lstStyle/>
        <a:p>
          <a:endParaRPr lang="uk-UA"/>
        </a:p>
      </dgm:t>
    </dgm:pt>
    <dgm:pt modelId="{AF3C2663-92A2-410B-B0A3-ECC073C1B4F4}">
      <dgm:prSet/>
      <dgm:spPr/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D00F11DA-9950-409E-82DD-FCB06951C7D7}" type="parTrans" cxnId="{B7EE4AC7-2C67-433A-9F0F-FAF51E984E95}">
      <dgm:prSet/>
      <dgm:spPr/>
      <dgm:t>
        <a:bodyPr/>
        <a:lstStyle/>
        <a:p>
          <a:endParaRPr lang="uk-UA"/>
        </a:p>
      </dgm:t>
    </dgm:pt>
    <dgm:pt modelId="{B987241E-7CC4-4C51-BB01-F0C5E81C0796}" type="sibTrans" cxnId="{B7EE4AC7-2C67-433A-9F0F-FAF51E984E95}">
      <dgm:prSet/>
      <dgm:spPr/>
      <dgm:t>
        <a:bodyPr/>
        <a:lstStyle/>
        <a:p>
          <a:endParaRPr lang="uk-UA"/>
        </a:p>
      </dgm:t>
    </dgm:pt>
    <dgm:pt modelId="{72467309-833D-43C4-BAA4-4958ADB30B6B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48599079-72F4-4F1E-BB71-176F0D1039A3}" type="parTrans" cxnId="{B86F30F5-DD30-4673-AF62-9CACEF3E9CCB}">
      <dgm:prSet/>
      <dgm:spPr/>
      <dgm:t>
        <a:bodyPr/>
        <a:lstStyle/>
        <a:p>
          <a:endParaRPr lang="uk-UA"/>
        </a:p>
      </dgm:t>
    </dgm:pt>
    <dgm:pt modelId="{BFA8EB2D-9509-46F7-AD9A-723B46A57F1A}" type="sibTrans" cxnId="{B86F30F5-DD30-4673-AF62-9CACEF3E9CCB}">
      <dgm:prSet/>
      <dgm:spPr/>
      <dgm:t>
        <a:bodyPr/>
        <a:lstStyle/>
        <a:p>
          <a:endParaRPr lang="uk-UA"/>
        </a:p>
      </dgm:t>
    </dgm:pt>
    <dgm:pt modelId="{C3F533CA-4DE1-4950-BA56-1B14CCC9BEE8}">
      <dgm:prSet/>
      <dgm:spPr/>
      <dgm:t>
        <a:bodyPr/>
        <a:lstStyle/>
        <a:p>
          <a:r>
            <a:rPr lang="ru-RU" b="0" i="0" dirty="0"/>
            <a:t>3, 4</a:t>
          </a:r>
          <a:endParaRPr lang="uk-UA" dirty="0"/>
        </a:p>
      </dgm:t>
    </dgm:pt>
    <dgm:pt modelId="{1937D915-03AA-44E6-BDF0-DCFC8CA3E13C}" type="parTrans" cxnId="{8F4AC987-11A2-49EA-8C4C-5959C5B0C925}">
      <dgm:prSet/>
      <dgm:spPr/>
      <dgm:t>
        <a:bodyPr/>
        <a:lstStyle/>
        <a:p>
          <a:endParaRPr lang="uk-UA"/>
        </a:p>
      </dgm:t>
    </dgm:pt>
    <dgm:pt modelId="{4E84E607-8407-4422-B0C2-5DB2FC466703}" type="sibTrans" cxnId="{8F4AC987-11A2-49EA-8C4C-5959C5B0C925}">
      <dgm:prSet/>
      <dgm:spPr/>
      <dgm:t>
        <a:bodyPr/>
        <a:lstStyle/>
        <a:p>
          <a:endParaRPr lang="uk-UA"/>
        </a:p>
      </dgm:t>
    </dgm:pt>
    <dgm:pt modelId="{52762300-9B8A-4ED1-AED5-DC55DB30619C}" type="pres">
      <dgm:prSet presAssocID="{92C50878-003A-41D6-8DDC-B32B4DF3F9EF}" presName="matrix" presStyleCnt="0">
        <dgm:presLayoutVars>
          <dgm:chMax val="1"/>
          <dgm:dir/>
          <dgm:resizeHandles val="exact"/>
        </dgm:presLayoutVars>
      </dgm:prSet>
      <dgm:spPr/>
    </dgm:pt>
    <dgm:pt modelId="{34EDF0BA-FF9D-41D5-9390-BF5B673422D8}" type="pres">
      <dgm:prSet presAssocID="{92C50878-003A-41D6-8DDC-B32B4DF3F9EF}" presName="diamond" presStyleLbl="bgShp" presStyleIdx="0" presStyleCnt="1"/>
      <dgm:spPr/>
    </dgm:pt>
    <dgm:pt modelId="{8E06BC28-6542-41BB-B182-2829BC457414}" type="pres">
      <dgm:prSet presAssocID="{92C50878-003A-41D6-8DDC-B32B4DF3F9E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161014B-7F5A-4F3F-B9C9-29BD7001BE89}" type="pres">
      <dgm:prSet presAssocID="{92C50878-003A-41D6-8DDC-B32B4DF3F9E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DEFBDD4-275A-44BC-9620-8B0DD720E6F4}" type="pres">
      <dgm:prSet presAssocID="{92C50878-003A-41D6-8DDC-B32B4DF3F9E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FC9984-199E-4D3C-A20A-B375CA072DF1}" type="pres">
      <dgm:prSet presAssocID="{92C50878-003A-41D6-8DDC-B32B4DF3F9E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2F4E51B-20AE-40B8-9D7A-151409401F43}" type="presOf" srcId="{7370575C-74B7-4773-A154-52D05FD53397}" destId="{8E06BC28-6542-41BB-B182-2829BC457414}" srcOrd="0" destOrd="0" presId="urn:microsoft.com/office/officeart/2005/8/layout/matrix3"/>
    <dgm:cxn modelId="{8F4AC987-11A2-49EA-8C4C-5959C5B0C925}" srcId="{92C50878-003A-41D6-8DDC-B32B4DF3F9EF}" destId="{C3F533CA-4DE1-4950-BA56-1B14CCC9BEE8}" srcOrd="3" destOrd="0" parTransId="{1937D915-03AA-44E6-BDF0-DCFC8CA3E13C}" sibTransId="{4E84E607-8407-4422-B0C2-5DB2FC466703}"/>
    <dgm:cxn modelId="{1F55B58E-1259-4D2D-A8BE-4414AF9CC9DC}" type="presOf" srcId="{C3F533CA-4DE1-4950-BA56-1B14CCC9BEE8}" destId="{EFFC9984-199E-4D3C-A20A-B375CA072DF1}" srcOrd="0" destOrd="0" presId="urn:microsoft.com/office/officeart/2005/8/layout/matrix3"/>
    <dgm:cxn modelId="{ADCFDEA1-E525-4F3C-B55A-5DA2E49C6251}" type="presOf" srcId="{72467309-833D-43C4-BAA4-4958ADB30B6B}" destId="{7DEFBDD4-275A-44BC-9620-8B0DD720E6F4}" srcOrd="0" destOrd="0" presId="urn:microsoft.com/office/officeart/2005/8/layout/matrix3"/>
    <dgm:cxn modelId="{6A60A8A3-0887-42D0-BCB1-E49E14D30A9C}" type="presOf" srcId="{92C50878-003A-41D6-8DDC-B32B4DF3F9EF}" destId="{52762300-9B8A-4ED1-AED5-DC55DB30619C}" srcOrd="0" destOrd="0" presId="urn:microsoft.com/office/officeart/2005/8/layout/matrix3"/>
    <dgm:cxn modelId="{B7EE4AC7-2C67-433A-9F0F-FAF51E984E95}" srcId="{92C50878-003A-41D6-8DDC-B32B4DF3F9EF}" destId="{AF3C2663-92A2-410B-B0A3-ECC073C1B4F4}" srcOrd="1" destOrd="0" parTransId="{D00F11DA-9950-409E-82DD-FCB06951C7D7}" sibTransId="{B987241E-7CC4-4C51-BB01-F0C5E81C0796}"/>
    <dgm:cxn modelId="{EE2E4EE3-9C02-4C21-B319-57BABD8E69D1}" type="presOf" srcId="{AF3C2663-92A2-410B-B0A3-ECC073C1B4F4}" destId="{3161014B-7F5A-4F3F-B9C9-29BD7001BE89}" srcOrd="0" destOrd="0" presId="urn:microsoft.com/office/officeart/2005/8/layout/matrix3"/>
    <dgm:cxn modelId="{B86F30F5-DD30-4673-AF62-9CACEF3E9CCB}" srcId="{92C50878-003A-41D6-8DDC-B32B4DF3F9EF}" destId="{72467309-833D-43C4-BAA4-4958ADB30B6B}" srcOrd="2" destOrd="0" parTransId="{48599079-72F4-4F1E-BB71-176F0D1039A3}" sibTransId="{BFA8EB2D-9509-46F7-AD9A-723B46A57F1A}"/>
    <dgm:cxn modelId="{EBE20FFB-DDD8-4568-89EC-0E89A1841210}" srcId="{92C50878-003A-41D6-8DDC-B32B4DF3F9EF}" destId="{7370575C-74B7-4773-A154-52D05FD53397}" srcOrd="0" destOrd="0" parTransId="{F8B5582E-6D05-4169-8522-A93809C026B6}" sibTransId="{7E69ACFF-1E3D-400E-9FE6-BCF9C6769C85}"/>
    <dgm:cxn modelId="{F19E0B37-98DB-4BD4-8623-B3AB7545069A}" type="presParOf" srcId="{52762300-9B8A-4ED1-AED5-DC55DB30619C}" destId="{34EDF0BA-FF9D-41D5-9390-BF5B673422D8}" srcOrd="0" destOrd="0" presId="urn:microsoft.com/office/officeart/2005/8/layout/matrix3"/>
    <dgm:cxn modelId="{B6713572-79F9-418D-8CCF-416780A336DF}" type="presParOf" srcId="{52762300-9B8A-4ED1-AED5-DC55DB30619C}" destId="{8E06BC28-6542-41BB-B182-2829BC457414}" srcOrd="1" destOrd="0" presId="urn:microsoft.com/office/officeart/2005/8/layout/matrix3"/>
    <dgm:cxn modelId="{D33AB5BD-89E8-4B4C-A0F4-468B0B96DF16}" type="presParOf" srcId="{52762300-9B8A-4ED1-AED5-DC55DB30619C}" destId="{3161014B-7F5A-4F3F-B9C9-29BD7001BE89}" srcOrd="2" destOrd="0" presId="urn:microsoft.com/office/officeart/2005/8/layout/matrix3"/>
    <dgm:cxn modelId="{159E4E61-2F6C-46F5-8DC8-4DA72344C0FD}" type="presParOf" srcId="{52762300-9B8A-4ED1-AED5-DC55DB30619C}" destId="{7DEFBDD4-275A-44BC-9620-8B0DD720E6F4}" srcOrd="3" destOrd="0" presId="urn:microsoft.com/office/officeart/2005/8/layout/matrix3"/>
    <dgm:cxn modelId="{13120939-50CA-4588-9CB2-36DD1D062154}" type="presParOf" srcId="{52762300-9B8A-4ED1-AED5-DC55DB30619C}" destId="{EFFC9984-199E-4D3C-A20A-B375CA072DF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7F6ADE65-9F3F-44AF-AA65-4EB2D8C7E49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D128902-76F9-43FE-B168-FE911C9C60C7}">
      <dgm:prSet/>
      <dgm:spPr/>
      <dgm:t>
        <a:bodyPr/>
        <a:lstStyle/>
        <a:p>
          <a:r>
            <a:rPr lang="ru-RU" b="0" i="0" dirty="0" err="1"/>
            <a:t>утворення</a:t>
          </a:r>
          <a:r>
            <a:rPr lang="ru-RU" b="0" i="0" dirty="0"/>
            <a:t> коронного краю «</a:t>
          </a:r>
          <a:r>
            <a:rPr lang="ru-RU" b="0" i="0" dirty="0" err="1"/>
            <a:t>Королівство</a:t>
          </a:r>
          <a:r>
            <a:rPr lang="ru-RU" b="0" i="0" dirty="0"/>
            <a:t> </a:t>
          </a:r>
          <a:r>
            <a:rPr lang="ru-RU" b="0" i="0" dirty="0" err="1"/>
            <a:t>Галіції</a:t>
          </a:r>
          <a:r>
            <a:rPr lang="ru-RU" b="0" i="0" dirty="0"/>
            <a:t> та </a:t>
          </a:r>
          <a:r>
            <a:rPr lang="ru-RU" b="0" i="0" dirty="0" err="1"/>
            <a:t>Лодомерії</a:t>
          </a:r>
          <a:r>
            <a:rPr lang="ru-RU" b="0" i="0" dirty="0"/>
            <a:t>» у </a:t>
          </a:r>
          <a:r>
            <a:rPr lang="ru-RU" b="0" i="0" dirty="0" err="1"/>
            <a:t>складі</a:t>
          </a:r>
          <a:r>
            <a:rPr lang="ru-RU" b="0" i="0" dirty="0"/>
            <a:t> </a:t>
          </a:r>
          <a:r>
            <a:rPr lang="ru-RU" b="0" i="0" dirty="0" err="1"/>
            <a:t>Австрії</a:t>
          </a:r>
          <a:endParaRPr lang="uk-UA" dirty="0"/>
        </a:p>
      </dgm:t>
    </dgm:pt>
    <dgm:pt modelId="{4D355264-65E2-4C4A-86FE-4662B6C16AD4}" type="parTrans" cxnId="{CC1466BA-61FC-4368-B08C-EF7AF059F6C2}">
      <dgm:prSet/>
      <dgm:spPr/>
      <dgm:t>
        <a:bodyPr/>
        <a:lstStyle/>
        <a:p>
          <a:endParaRPr lang="uk-UA"/>
        </a:p>
      </dgm:t>
    </dgm:pt>
    <dgm:pt modelId="{7FB43FD8-6F45-4BAF-ADEE-C03A35330F17}" type="sibTrans" cxnId="{CC1466BA-61FC-4368-B08C-EF7AF059F6C2}">
      <dgm:prSet/>
      <dgm:spPr/>
      <dgm:t>
        <a:bodyPr/>
        <a:lstStyle/>
        <a:p>
          <a:endParaRPr lang="uk-UA"/>
        </a:p>
      </dgm:t>
    </dgm:pt>
    <dgm:pt modelId="{7F57421B-5F08-4D6C-85EB-F5B11E55434F}">
      <dgm:prSet/>
      <dgm:spPr/>
      <dgm:t>
        <a:bodyPr/>
        <a:lstStyle/>
        <a:p>
          <a:r>
            <a:rPr lang="ru-RU" b="0" i="0" dirty="0" err="1"/>
            <a:t>розгортання</a:t>
          </a:r>
          <a:r>
            <a:rPr lang="ru-RU" b="0" i="0" dirty="0"/>
            <a:t> </a:t>
          </a:r>
          <a:r>
            <a:rPr lang="ru-RU" b="0" i="0" dirty="0" err="1"/>
            <a:t>Коліївщини</a:t>
          </a:r>
          <a:r>
            <a:rPr lang="ru-RU" b="0" i="0" dirty="0"/>
            <a:t> – </a:t>
          </a:r>
          <a:r>
            <a:rPr lang="ru-RU" b="0" i="0" dirty="0" err="1"/>
            <a:t>гайдамацького</a:t>
          </a:r>
          <a:r>
            <a:rPr lang="ru-RU" b="0" i="0" dirty="0"/>
            <a:t> </a:t>
          </a:r>
          <a:r>
            <a:rPr lang="ru-RU" b="0" i="0" dirty="0" err="1"/>
            <a:t>повстання</a:t>
          </a:r>
          <a:r>
            <a:rPr lang="ru-RU" b="0" i="0" dirty="0"/>
            <a:t> на </a:t>
          </a:r>
          <a:r>
            <a:rPr lang="ru-RU" b="0" i="0" dirty="0" err="1"/>
            <a:t>Правобережній</a:t>
          </a:r>
          <a:r>
            <a:rPr lang="ru-RU" b="0" i="0" dirty="0"/>
            <a:t> </a:t>
          </a:r>
          <a:r>
            <a:rPr lang="ru-RU" b="0" i="0" dirty="0" err="1"/>
            <a:t>Україні</a:t>
          </a:r>
          <a:endParaRPr lang="uk-UA" dirty="0"/>
        </a:p>
      </dgm:t>
    </dgm:pt>
    <dgm:pt modelId="{39C25F17-CC96-4A51-8900-DE137D254023}" type="parTrans" cxnId="{AF1A3E1E-EAC9-4A9A-B057-BDC0966CA55B}">
      <dgm:prSet/>
      <dgm:spPr/>
      <dgm:t>
        <a:bodyPr/>
        <a:lstStyle/>
        <a:p>
          <a:endParaRPr lang="uk-UA"/>
        </a:p>
      </dgm:t>
    </dgm:pt>
    <dgm:pt modelId="{810C0364-0903-414B-AB12-A5D2C2C54E89}" type="sibTrans" cxnId="{AF1A3E1E-EAC9-4A9A-B057-BDC0966CA55B}">
      <dgm:prSet/>
      <dgm:spPr/>
      <dgm:t>
        <a:bodyPr/>
        <a:lstStyle/>
        <a:p>
          <a:endParaRPr lang="uk-UA"/>
        </a:p>
      </dgm:t>
    </dgm:pt>
    <dgm:pt modelId="{B7990212-C328-4918-A6C8-C8BC8A2F1967}" type="pres">
      <dgm:prSet presAssocID="{7F6ADE65-9F3F-44AF-AA65-4EB2D8C7E49A}" presName="linearFlow" presStyleCnt="0">
        <dgm:presLayoutVars>
          <dgm:dir/>
          <dgm:resizeHandles val="exact"/>
        </dgm:presLayoutVars>
      </dgm:prSet>
      <dgm:spPr/>
    </dgm:pt>
    <dgm:pt modelId="{87DC65F0-5707-4039-A2EE-0E69F2C430AF}" type="pres">
      <dgm:prSet presAssocID="{DD128902-76F9-43FE-B168-FE911C9C60C7}" presName="composite" presStyleCnt="0"/>
      <dgm:spPr/>
    </dgm:pt>
    <dgm:pt modelId="{477DDB9E-85AB-478D-A9BF-FFF87D87FA99}" type="pres">
      <dgm:prSet presAssocID="{DD128902-76F9-43FE-B168-FE911C9C60C7}" presName="imgShp" presStyleLbl="fgImgPlace1" presStyleIdx="0" presStyleCnt="2"/>
      <dgm:spPr/>
    </dgm:pt>
    <dgm:pt modelId="{975D979A-6154-4BA4-A337-50F32810F684}" type="pres">
      <dgm:prSet presAssocID="{DD128902-76F9-43FE-B168-FE911C9C60C7}" presName="txShp" presStyleLbl="node1" presStyleIdx="0" presStyleCnt="2">
        <dgm:presLayoutVars>
          <dgm:bulletEnabled val="1"/>
        </dgm:presLayoutVars>
      </dgm:prSet>
      <dgm:spPr/>
    </dgm:pt>
    <dgm:pt modelId="{2F66D311-C096-4056-AE4E-8FCDC6431BF1}" type="pres">
      <dgm:prSet presAssocID="{7FB43FD8-6F45-4BAF-ADEE-C03A35330F17}" presName="spacing" presStyleCnt="0"/>
      <dgm:spPr/>
    </dgm:pt>
    <dgm:pt modelId="{873EEA22-CDDF-4872-9DD6-01C8D9B28413}" type="pres">
      <dgm:prSet presAssocID="{7F57421B-5F08-4D6C-85EB-F5B11E55434F}" presName="composite" presStyleCnt="0"/>
      <dgm:spPr/>
    </dgm:pt>
    <dgm:pt modelId="{A8F46DD4-9CD3-4C18-B594-751452F5252F}" type="pres">
      <dgm:prSet presAssocID="{7F57421B-5F08-4D6C-85EB-F5B11E55434F}" presName="imgShp" presStyleLbl="fgImgPlace1" presStyleIdx="1" presStyleCnt="2"/>
      <dgm:spPr/>
    </dgm:pt>
    <dgm:pt modelId="{928F1013-ECF6-4C27-906A-C75D08686019}" type="pres">
      <dgm:prSet presAssocID="{7F57421B-5F08-4D6C-85EB-F5B11E55434F}" presName="txShp" presStyleLbl="node1" presStyleIdx="1" presStyleCnt="2">
        <dgm:presLayoutVars>
          <dgm:bulletEnabled val="1"/>
        </dgm:presLayoutVars>
      </dgm:prSet>
      <dgm:spPr/>
    </dgm:pt>
  </dgm:ptLst>
  <dgm:cxnLst>
    <dgm:cxn modelId="{AF1A3E1E-EAC9-4A9A-B057-BDC0966CA55B}" srcId="{7F6ADE65-9F3F-44AF-AA65-4EB2D8C7E49A}" destId="{7F57421B-5F08-4D6C-85EB-F5B11E55434F}" srcOrd="1" destOrd="0" parTransId="{39C25F17-CC96-4A51-8900-DE137D254023}" sibTransId="{810C0364-0903-414B-AB12-A5D2C2C54E89}"/>
    <dgm:cxn modelId="{0E45F55B-C0E3-42D1-B0DC-7E94B0F9C470}" type="presOf" srcId="{7F6ADE65-9F3F-44AF-AA65-4EB2D8C7E49A}" destId="{B7990212-C328-4918-A6C8-C8BC8A2F1967}" srcOrd="0" destOrd="0" presId="urn:microsoft.com/office/officeart/2005/8/layout/vList3"/>
    <dgm:cxn modelId="{E733726D-8805-44AA-888C-7D1A4A8F47D6}" type="presOf" srcId="{DD128902-76F9-43FE-B168-FE911C9C60C7}" destId="{975D979A-6154-4BA4-A337-50F32810F684}" srcOrd="0" destOrd="0" presId="urn:microsoft.com/office/officeart/2005/8/layout/vList3"/>
    <dgm:cxn modelId="{CC1466BA-61FC-4368-B08C-EF7AF059F6C2}" srcId="{7F6ADE65-9F3F-44AF-AA65-4EB2D8C7E49A}" destId="{DD128902-76F9-43FE-B168-FE911C9C60C7}" srcOrd="0" destOrd="0" parTransId="{4D355264-65E2-4C4A-86FE-4662B6C16AD4}" sibTransId="{7FB43FD8-6F45-4BAF-ADEE-C03A35330F17}"/>
    <dgm:cxn modelId="{A867A8D1-2986-4D6A-9FFD-D8C9F9A01F72}" type="presOf" srcId="{7F57421B-5F08-4D6C-85EB-F5B11E55434F}" destId="{928F1013-ECF6-4C27-906A-C75D08686019}" srcOrd="0" destOrd="0" presId="urn:microsoft.com/office/officeart/2005/8/layout/vList3"/>
    <dgm:cxn modelId="{5F6DB2B9-D947-414C-9D79-EB3C9D43EB8C}" type="presParOf" srcId="{B7990212-C328-4918-A6C8-C8BC8A2F1967}" destId="{87DC65F0-5707-4039-A2EE-0E69F2C430AF}" srcOrd="0" destOrd="0" presId="urn:microsoft.com/office/officeart/2005/8/layout/vList3"/>
    <dgm:cxn modelId="{F9DEE0F6-948E-473C-B0E9-D5672B34BA3E}" type="presParOf" srcId="{87DC65F0-5707-4039-A2EE-0E69F2C430AF}" destId="{477DDB9E-85AB-478D-A9BF-FFF87D87FA99}" srcOrd="0" destOrd="0" presId="urn:microsoft.com/office/officeart/2005/8/layout/vList3"/>
    <dgm:cxn modelId="{6FBA79F1-1691-48DA-B867-B42D8C258025}" type="presParOf" srcId="{87DC65F0-5707-4039-A2EE-0E69F2C430AF}" destId="{975D979A-6154-4BA4-A337-50F32810F684}" srcOrd="1" destOrd="0" presId="urn:microsoft.com/office/officeart/2005/8/layout/vList3"/>
    <dgm:cxn modelId="{776CCD1D-BDFA-46BE-93C6-EB1F4A282355}" type="presParOf" srcId="{B7990212-C328-4918-A6C8-C8BC8A2F1967}" destId="{2F66D311-C096-4056-AE4E-8FCDC6431BF1}" srcOrd="1" destOrd="0" presId="urn:microsoft.com/office/officeart/2005/8/layout/vList3"/>
    <dgm:cxn modelId="{B0D26E75-1C7D-4057-95B5-B5E5480A6628}" type="presParOf" srcId="{B7990212-C328-4918-A6C8-C8BC8A2F1967}" destId="{873EEA22-CDDF-4872-9DD6-01C8D9B28413}" srcOrd="2" destOrd="0" presId="urn:microsoft.com/office/officeart/2005/8/layout/vList3"/>
    <dgm:cxn modelId="{B30B995C-0776-4CA4-A108-1F4E0499F0F1}" type="presParOf" srcId="{873EEA22-CDDF-4872-9DD6-01C8D9B28413}" destId="{A8F46DD4-9CD3-4C18-B594-751452F5252F}" srcOrd="0" destOrd="0" presId="urn:microsoft.com/office/officeart/2005/8/layout/vList3"/>
    <dgm:cxn modelId="{DBE07BBD-3156-4A40-8BB9-C070E05A6656}" type="presParOf" srcId="{873EEA22-CDDF-4872-9DD6-01C8D9B28413}" destId="{928F1013-ECF6-4C27-906A-C75D0868601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CD9A72F5-4650-4E1B-BF7D-0DEEBF8D5D1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D511562-B35B-450C-9DB9-0E1BF64A372A}">
      <dgm:prSet/>
      <dgm:spPr/>
      <dgm:t>
        <a:bodyPr/>
        <a:lstStyle/>
        <a:p>
          <a:r>
            <a:rPr lang="uk-UA" b="0" i="0" dirty="0"/>
            <a:t>включення Київщини, Східної Волині, Поділля, Брацлавщини до складу Росії</a:t>
          </a:r>
          <a:endParaRPr lang="uk-UA" dirty="0"/>
        </a:p>
      </dgm:t>
    </dgm:pt>
    <dgm:pt modelId="{A4BE11DF-87B9-4DE5-854A-AD653321F1D6}" type="parTrans" cxnId="{3D4809E8-8FC3-4EFC-BB13-B9169703440B}">
      <dgm:prSet/>
      <dgm:spPr/>
      <dgm:t>
        <a:bodyPr/>
        <a:lstStyle/>
        <a:p>
          <a:endParaRPr lang="uk-UA"/>
        </a:p>
      </dgm:t>
    </dgm:pt>
    <dgm:pt modelId="{3BA02180-CCE0-41A3-9B5A-4B496875A5DA}" type="sibTrans" cxnId="{3D4809E8-8FC3-4EFC-BB13-B9169703440B}">
      <dgm:prSet/>
      <dgm:spPr/>
      <dgm:t>
        <a:bodyPr/>
        <a:lstStyle/>
        <a:p>
          <a:endParaRPr lang="uk-UA"/>
        </a:p>
      </dgm:t>
    </dgm:pt>
    <dgm:pt modelId="{3CCED1C2-FBCE-40A2-928B-C3CB2593080A}">
      <dgm:prSet/>
      <dgm:spPr/>
      <dgm:t>
        <a:bodyPr/>
        <a:lstStyle/>
        <a:p>
          <a:r>
            <a:rPr lang="uk-UA" b="0" i="0" dirty="0"/>
            <a:t>придушення опришківського руху та селянських «холерних бунтів» в Галичині</a:t>
          </a:r>
          <a:endParaRPr lang="uk-UA" dirty="0"/>
        </a:p>
      </dgm:t>
    </dgm:pt>
    <dgm:pt modelId="{FE05A2F2-C728-4615-B9B7-A569F01CA5C8}" type="parTrans" cxnId="{9BA24C2D-8398-49EF-A7FD-385821D52E68}">
      <dgm:prSet/>
      <dgm:spPr/>
      <dgm:t>
        <a:bodyPr/>
        <a:lstStyle/>
        <a:p>
          <a:endParaRPr lang="uk-UA"/>
        </a:p>
      </dgm:t>
    </dgm:pt>
    <dgm:pt modelId="{8BB1F72B-2A5F-4635-B557-4B66B066DD3B}" type="sibTrans" cxnId="{9BA24C2D-8398-49EF-A7FD-385821D52E68}">
      <dgm:prSet/>
      <dgm:spPr/>
      <dgm:t>
        <a:bodyPr/>
        <a:lstStyle/>
        <a:p>
          <a:endParaRPr lang="uk-UA"/>
        </a:p>
      </dgm:t>
    </dgm:pt>
    <dgm:pt modelId="{CC62A8D1-CF1E-4536-B275-43E7A2994FC7}" type="pres">
      <dgm:prSet presAssocID="{CD9A72F5-4650-4E1B-BF7D-0DEEBF8D5D1C}" presName="linearFlow" presStyleCnt="0">
        <dgm:presLayoutVars>
          <dgm:dir/>
          <dgm:resizeHandles val="exact"/>
        </dgm:presLayoutVars>
      </dgm:prSet>
      <dgm:spPr/>
    </dgm:pt>
    <dgm:pt modelId="{02BBFAD7-3C80-4041-B417-0F5D9AD6444E}" type="pres">
      <dgm:prSet presAssocID="{BD511562-B35B-450C-9DB9-0E1BF64A372A}" presName="composite" presStyleCnt="0"/>
      <dgm:spPr/>
    </dgm:pt>
    <dgm:pt modelId="{1010A641-D7E6-4235-B249-2FB107EC9419}" type="pres">
      <dgm:prSet presAssocID="{BD511562-B35B-450C-9DB9-0E1BF64A372A}" presName="imgShp" presStyleLbl="fgImgPlace1" presStyleIdx="0" presStyleCnt="2"/>
      <dgm:spPr/>
    </dgm:pt>
    <dgm:pt modelId="{38897ABE-84CB-480D-A895-E9AA4DEAA79B}" type="pres">
      <dgm:prSet presAssocID="{BD511562-B35B-450C-9DB9-0E1BF64A372A}" presName="txShp" presStyleLbl="node1" presStyleIdx="0" presStyleCnt="2">
        <dgm:presLayoutVars>
          <dgm:bulletEnabled val="1"/>
        </dgm:presLayoutVars>
      </dgm:prSet>
      <dgm:spPr/>
    </dgm:pt>
    <dgm:pt modelId="{4A361290-3157-4FAC-B13F-476F7B1EE56B}" type="pres">
      <dgm:prSet presAssocID="{3BA02180-CCE0-41A3-9B5A-4B496875A5DA}" presName="spacing" presStyleCnt="0"/>
      <dgm:spPr/>
    </dgm:pt>
    <dgm:pt modelId="{87B489F7-F09D-4458-91D3-8183C45FF3B6}" type="pres">
      <dgm:prSet presAssocID="{3CCED1C2-FBCE-40A2-928B-C3CB2593080A}" presName="composite" presStyleCnt="0"/>
      <dgm:spPr/>
    </dgm:pt>
    <dgm:pt modelId="{84F15A4C-6264-4B55-AAF2-4877F138796C}" type="pres">
      <dgm:prSet presAssocID="{3CCED1C2-FBCE-40A2-928B-C3CB2593080A}" presName="imgShp" presStyleLbl="fgImgPlace1" presStyleIdx="1" presStyleCnt="2"/>
      <dgm:spPr/>
    </dgm:pt>
    <dgm:pt modelId="{C23EB099-EBE9-45FF-A6C3-343A54EDE5DC}" type="pres">
      <dgm:prSet presAssocID="{3CCED1C2-FBCE-40A2-928B-C3CB2593080A}" presName="txShp" presStyleLbl="node1" presStyleIdx="1" presStyleCnt="2">
        <dgm:presLayoutVars>
          <dgm:bulletEnabled val="1"/>
        </dgm:presLayoutVars>
      </dgm:prSet>
      <dgm:spPr/>
    </dgm:pt>
  </dgm:ptLst>
  <dgm:cxnLst>
    <dgm:cxn modelId="{9BA24C2D-8398-49EF-A7FD-385821D52E68}" srcId="{CD9A72F5-4650-4E1B-BF7D-0DEEBF8D5D1C}" destId="{3CCED1C2-FBCE-40A2-928B-C3CB2593080A}" srcOrd="1" destOrd="0" parTransId="{FE05A2F2-C728-4615-B9B7-A569F01CA5C8}" sibTransId="{8BB1F72B-2A5F-4635-B557-4B66B066DD3B}"/>
    <dgm:cxn modelId="{1B328B99-EE6D-44CC-8552-F915F1DAAA74}" type="presOf" srcId="{3CCED1C2-FBCE-40A2-928B-C3CB2593080A}" destId="{C23EB099-EBE9-45FF-A6C3-343A54EDE5DC}" srcOrd="0" destOrd="0" presId="urn:microsoft.com/office/officeart/2005/8/layout/vList3"/>
    <dgm:cxn modelId="{5150E6B9-0CF9-4CEF-BADD-56942BB2733C}" type="presOf" srcId="{BD511562-B35B-450C-9DB9-0E1BF64A372A}" destId="{38897ABE-84CB-480D-A895-E9AA4DEAA79B}" srcOrd="0" destOrd="0" presId="urn:microsoft.com/office/officeart/2005/8/layout/vList3"/>
    <dgm:cxn modelId="{BE834AE4-2876-4089-9799-AF48AA42DF53}" type="presOf" srcId="{CD9A72F5-4650-4E1B-BF7D-0DEEBF8D5D1C}" destId="{CC62A8D1-CF1E-4536-B275-43E7A2994FC7}" srcOrd="0" destOrd="0" presId="urn:microsoft.com/office/officeart/2005/8/layout/vList3"/>
    <dgm:cxn modelId="{3D4809E8-8FC3-4EFC-BB13-B9169703440B}" srcId="{CD9A72F5-4650-4E1B-BF7D-0DEEBF8D5D1C}" destId="{BD511562-B35B-450C-9DB9-0E1BF64A372A}" srcOrd="0" destOrd="0" parTransId="{A4BE11DF-87B9-4DE5-854A-AD653321F1D6}" sibTransId="{3BA02180-CCE0-41A3-9B5A-4B496875A5DA}"/>
    <dgm:cxn modelId="{8B7AB5EA-8D47-4B93-9852-AF543FC7D0CD}" type="presParOf" srcId="{CC62A8D1-CF1E-4536-B275-43E7A2994FC7}" destId="{02BBFAD7-3C80-4041-B417-0F5D9AD6444E}" srcOrd="0" destOrd="0" presId="urn:microsoft.com/office/officeart/2005/8/layout/vList3"/>
    <dgm:cxn modelId="{5B572A06-61D0-4BAE-BE06-6E04DD6CEBC0}" type="presParOf" srcId="{02BBFAD7-3C80-4041-B417-0F5D9AD6444E}" destId="{1010A641-D7E6-4235-B249-2FB107EC9419}" srcOrd="0" destOrd="0" presId="urn:microsoft.com/office/officeart/2005/8/layout/vList3"/>
    <dgm:cxn modelId="{17BD034B-36B6-4161-9BD7-F38858CDD0B8}" type="presParOf" srcId="{02BBFAD7-3C80-4041-B417-0F5D9AD6444E}" destId="{38897ABE-84CB-480D-A895-E9AA4DEAA79B}" srcOrd="1" destOrd="0" presId="urn:microsoft.com/office/officeart/2005/8/layout/vList3"/>
    <dgm:cxn modelId="{6EADD382-3759-4CA8-B160-C0B95D108482}" type="presParOf" srcId="{CC62A8D1-CF1E-4536-B275-43E7A2994FC7}" destId="{4A361290-3157-4FAC-B13F-476F7B1EE56B}" srcOrd="1" destOrd="0" presId="urn:microsoft.com/office/officeart/2005/8/layout/vList3"/>
    <dgm:cxn modelId="{1E72F938-4490-43D2-BCC8-04C560B6D2A0}" type="presParOf" srcId="{CC62A8D1-CF1E-4536-B275-43E7A2994FC7}" destId="{87B489F7-F09D-4458-91D3-8183C45FF3B6}" srcOrd="2" destOrd="0" presId="urn:microsoft.com/office/officeart/2005/8/layout/vList3"/>
    <dgm:cxn modelId="{DE25FCB7-B0FD-49E2-8719-FC50658A54A1}" type="presParOf" srcId="{87B489F7-F09D-4458-91D3-8183C45FF3B6}" destId="{84F15A4C-6264-4B55-AAF2-4877F138796C}" srcOrd="0" destOrd="0" presId="urn:microsoft.com/office/officeart/2005/8/layout/vList3"/>
    <dgm:cxn modelId="{08EE87E7-681A-4684-92F3-CAFE8D9F534E}" type="presParOf" srcId="{87B489F7-F09D-4458-91D3-8183C45FF3B6}" destId="{C23EB099-EBE9-45FF-A6C3-343A54EDE5D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75D26E64-5C12-41EC-883C-1EE56F6081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298C97-10DE-44C9-B0F5-A9F87AAD4A3E}">
      <dgm:prSet/>
      <dgm:spPr/>
      <dgm:t>
        <a:bodyPr/>
        <a:lstStyle/>
        <a:p>
          <a:r>
            <a:rPr lang="uk-UA" b="0" i="0" dirty="0"/>
            <a:t>Х</a:t>
          </a:r>
          <a:r>
            <a:rPr lang="en-US" b="0" i="0" dirty="0"/>
            <a:t>V</a:t>
          </a:r>
          <a:r>
            <a:rPr lang="uk-UA" b="0" i="0" dirty="0"/>
            <a:t>І ст.</a:t>
          </a:r>
          <a:endParaRPr lang="uk-UA" dirty="0"/>
        </a:p>
      </dgm:t>
    </dgm:pt>
    <dgm:pt modelId="{1725B038-56DE-4934-A9B8-BFAE25631BE4}" type="parTrans" cxnId="{95EEF980-3298-4EBB-8F56-6EAF77EFDB12}">
      <dgm:prSet/>
      <dgm:spPr/>
      <dgm:t>
        <a:bodyPr/>
        <a:lstStyle/>
        <a:p>
          <a:endParaRPr lang="uk-UA"/>
        </a:p>
      </dgm:t>
    </dgm:pt>
    <dgm:pt modelId="{CAA190EF-5D0F-4221-B2B4-F6DF49FB60AC}" type="sibTrans" cxnId="{95EEF980-3298-4EBB-8F56-6EAF77EFDB12}">
      <dgm:prSet/>
      <dgm:spPr/>
      <dgm:t>
        <a:bodyPr/>
        <a:lstStyle/>
        <a:p>
          <a:endParaRPr lang="uk-UA"/>
        </a:p>
      </dgm:t>
    </dgm:pt>
    <dgm:pt modelId="{02A7E2F1-2A3D-4E54-80C3-21791CFBE13B}">
      <dgm:prSet/>
      <dgm:spPr/>
      <dgm:t>
        <a:bodyPr/>
        <a:lstStyle/>
        <a:p>
          <a:r>
            <a:rPr lang="uk-UA" b="0" i="0"/>
            <a:t>Х</a:t>
          </a:r>
          <a:r>
            <a:rPr lang="en-US" b="0" i="0"/>
            <a:t>V</a:t>
          </a:r>
          <a:r>
            <a:rPr lang="uk-UA" b="0" i="0"/>
            <a:t>ІІ ст.</a:t>
          </a:r>
          <a:endParaRPr lang="uk-UA"/>
        </a:p>
      </dgm:t>
    </dgm:pt>
    <dgm:pt modelId="{EBEAB0F7-105B-43DF-9929-66DF6A7E662C}" type="parTrans" cxnId="{A957AF5A-4C01-4D4B-83DA-2A4E7A7486F7}">
      <dgm:prSet/>
      <dgm:spPr/>
      <dgm:t>
        <a:bodyPr/>
        <a:lstStyle/>
        <a:p>
          <a:endParaRPr lang="uk-UA"/>
        </a:p>
      </dgm:t>
    </dgm:pt>
    <dgm:pt modelId="{DF855D0F-632B-491F-A826-40D4E0FABB33}" type="sibTrans" cxnId="{A957AF5A-4C01-4D4B-83DA-2A4E7A7486F7}">
      <dgm:prSet/>
      <dgm:spPr/>
      <dgm:t>
        <a:bodyPr/>
        <a:lstStyle/>
        <a:p>
          <a:endParaRPr lang="uk-UA"/>
        </a:p>
      </dgm:t>
    </dgm:pt>
    <dgm:pt modelId="{96C1A333-5017-4C80-99B7-ED0630D84379}">
      <dgm:prSet/>
      <dgm:spPr/>
      <dgm:t>
        <a:bodyPr/>
        <a:lstStyle/>
        <a:p>
          <a:r>
            <a:rPr lang="uk-UA" b="0" i="0"/>
            <a:t>Х</a:t>
          </a:r>
          <a:r>
            <a:rPr lang="en-US" b="0" i="0"/>
            <a:t>V</a:t>
          </a:r>
          <a:r>
            <a:rPr lang="uk-UA" b="0" i="0"/>
            <a:t>ІІІ ст.</a:t>
          </a:r>
          <a:endParaRPr lang="uk-UA"/>
        </a:p>
      </dgm:t>
    </dgm:pt>
    <dgm:pt modelId="{67F7BC3C-79C1-4B5B-8A70-DD7EF82221DD}" type="parTrans" cxnId="{9C339A5F-2CF8-4BB4-B439-5668B89D98C3}">
      <dgm:prSet/>
      <dgm:spPr/>
      <dgm:t>
        <a:bodyPr/>
        <a:lstStyle/>
        <a:p>
          <a:endParaRPr lang="uk-UA"/>
        </a:p>
      </dgm:t>
    </dgm:pt>
    <dgm:pt modelId="{EF50D064-A3D2-4022-AE62-2B8E2B27BC04}" type="sibTrans" cxnId="{9C339A5F-2CF8-4BB4-B439-5668B89D98C3}">
      <dgm:prSet/>
      <dgm:spPr/>
      <dgm:t>
        <a:bodyPr/>
        <a:lstStyle/>
        <a:p>
          <a:endParaRPr lang="uk-UA"/>
        </a:p>
      </dgm:t>
    </dgm:pt>
    <dgm:pt modelId="{DBBD59A7-7A70-404C-9F78-F502C4BB347A}">
      <dgm:prSet/>
      <dgm:spPr/>
      <dgm:t>
        <a:bodyPr/>
        <a:lstStyle/>
        <a:p>
          <a:r>
            <a:rPr lang="uk-UA" b="0" i="0" dirty="0"/>
            <a:t>ХІХ ст.</a:t>
          </a:r>
          <a:endParaRPr lang="uk-UA" dirty="0"/>
        </a:p>
      </dgm:t>
    </dgm:pt>
    <dgm:pt modelId="{237A6118-1C09-4CF7-A4FB-31320E46AFF7}" type="parTrans" cxnId="{88EF8F64-26F6-4141-B643-7387621F688D}">
      <dgm:prSet/>
      <dgm:spPr/>
      <dgm:t>
        <a:bodyPr/>
        <a:lstStyle/>
        <a:p>
          <a:endParaRPr lang="uk-UA"/>
        </a:p>
      </dgm:t>
    </dgm:pt>
    <dgm:pt modelId="{BD0D81F7-B227-465E-AF50-022FC21CCA80}" type="sibTrans" cxnId="{88EF8F64-26F6-4141-B643-7387621F688D}">
      <dgm:prSet/>
      <dgm:spPr/>
      <dgm:t>
        <a:bodyPr/>
        <a:lstStyle/>
        <a:p>
          <a:endParaRPr lang="uk-UA"/>
        </a:p>
      </dgm:t>
    </dgm:pt>
    <dgm:pt modelId="{78C2A9EE-D3A7-4307-AE30-75BCD91C5CE9}" type="pres">
      <dgm:prSet presAssocID="{75D26E64-5C12-41EC-883C-1EE56F6081A2}" presName="linear" presStyleCnt="0">
        <dgm:presLayoutVars>
          <dgm:animLvl val="lvl"/>
          <dgm:resizeHandles val="exact"/>
        </dgm:presLayoutVars>
      </dgm:prSet>
      <dgm:spPr/>
    </dgm:pt>
    <dgm:pt modelId="{6A767DA8-EB11-4C53-8008-1564AEFC0E51}" type="pres">
      <dgm:prSet presAssocID="{C8298C97-10DE-44C9-B0F5-A9F87AAD4A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BB643C9-8C0F-4D7F-ACDA-E5E2DB6BF4CE}" type="pres">
      <dgm:prSet presAssocID="{CAA190EF-5D0F-4221-B2B4-F6DF49FB60AC}" presName="spacer" presStyleCnt="0"/>
      <dgm:spPr/>
    </dgm:pt>
    <dgm:pt modelId="{84DFABB4-F073-4A58-83D6-1B59F6F064A9}" type="pres">
      <dgm:prSet presAssocID="{02A7E2F1-2A3D-4E54-80C3-21791CFBE1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8E7712-AB98-485D-A615-65F22BC3B3B4}" type="pres">
      <dgm:prSet presAssocID="{DF855D0F-632B-491F-A826-40D4E0FABB33}" presName="spacer" presStyleCnt="0"/>
      <dgm:spPr/>
    </dgm:pt>
    <dgm:pt modelId="{CB1D841F-F2BD-4640-B877-9A99798DF3B7}" type="pres">
      <dgm:prSet presAssocID="{96C1A333-5017-4C80-99B7-ED0630D843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3DE5E0-2482-4145-8DB0-8AFD3E492D07}" type="pres">
      <dgm:prSet presAssocID="{EF50D064-A3D2-4022-AE62-2B8E2B27BC04}" presName="spacer" presStyleCnt="0"/>
      <dgm:spPr/>
    </dgm:pt>
    <dgm:pt modelId="{B14D7B19-5EDE-4CE1-B641-ECF6CF5F5DCB}" type="pres">
      <dgm:prSet presAssocID="{DBBD59A7-7A70-404C-9F78-F502C4BB347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EE2D51E-8476-40E5-B9B5-D00215AEC1F2}" type="presOf" srcId="{02A7E2F1-2A3D-4E54-80C3-21791CFBE13B}" destId="{84DFABB4-F073-4A58-83D6-1B59F6F064A9}" srcOrd="0" destOrd="0" presId="urn:microsoft.com/office/officeart/2005/8/layout/vList2"/>
    <dgm:cxn modelId="{2B02035C-FCC0-4170-B038-34EF3265A5AA}" type="presOf" srcId="{C8298C97-10DE-44C9-B0F5-A9F87AAD4A3E}" destId="{6A767DA8-EB11-4C53-8008-1564AEFC0E51}" srcOrd="0" destOrd="0" presId="urn:microsoft.com/office/officeart/2005/8/layout/vList2"/>
    <dgm:cxn modelId="{9C339A5F-2CF8-4BB4-B439-5668B89D98C3}" srcId="{75D26E64-5C12-41EC-883C-1EE56F6081A2}" destId="{96C1A333-5017-4C80-99B7-ED0630D84379}" srcOrd="2" destOrd="0" parTransId="{67F7BC3C-79C1-4B5B-8A70-DD7EF82221DD}" sibTransId="{EF50D064-A3D2-4022-AE62-2B8E2B27BC04}"/>
    <dgm:cxn modelId="{88EF8F64-26F6-4141-B643-7387621F688D}" srcId="{75D26E64-5C12-41EC-883C-1EE56F6081A2}" destId="{DBBD59A7-7A70-404C-9F78-F502C4BB347A}" srcOrd="3" destOrd="0" parTransId="{237A6118-1C09-4CF7-A4FB-31320E46AFF7}" sibTransId="{BD0D81F7-B227-465E-AF50-022FC21CCA80}"/>
    <dgm:cxn modelId="{A957AF5A-4C01-4D4B-83DA-2A4E7A7486F7}" srcId="{75D26E64-5C12-41EC-883C-1EE56F6081A2}" destId="{02A7E2F1-2A3D-4E54-80C3-21791CFBE13B}" srcOrd="1" destOrd="0" parTransId="{EBEAB0F7-105B-43DF-9929-66DF6A7E662C}" sibTransId="{DF855D0F-632B-491F-A826-40D4E0FABB33}"/>
    <dgm:cxn modelId="{95EEF980-3298-4EBB-8F56-6EAF77EFDB12}" srcId="{75D26E64-5C12-41EC-883C-1EE56F6081A2}" destId="{C8298C97-10DE-44C9-B0F5-A9F87AAD4A3E}" srcOrd="0" destOrd="0" parTransId="{1725B038-56DE-4934-A9B8-BFAE25631BE4}" sibTransId="{CAA190EF-5D0F-4221-B2B4-F6DF49FB60AC}"/>
    <dgm:cxn modelId="{0D0CA3A3-DC6E-41B3-822D-8697BD5548DA}" type="presOf" srcId="{75D26E64-5C12-41EC-883C-1EE56F6081A2}" destId="{78C2A9EE-D3A7-4307-AE30-75BCD91C5CE9}" srcOrd="0" destOrd="0" presId="urn:microsoft.com/office/officeart/2005/8/layout/vList2"/>
    <dgm:cxn modelId="{73DF85A9-C54D-4B34-B0EC-BDB7925F9AAE}" type="presOf" srcId="{DBBD59A7-7A70-404C-9F78-F502C4BB347A}" destId="{B14D7B19-5EDE-4CE1-B641-ECF6CF5F5DCB}" srcOrd="0" destOrd="0" presId="urn:microsoft.com/office/officeart/2005/8/layout/vList2"/>
    <dgm:cxn modelId="{5339D4F8-B198-4F66-B08B-C5F4BB461812}" type="presOf" srcId="{96C1A333-5017-4C80-99B7-ED0630D84379}" destId="{CB1D841F-F2BD-4640-B877-9A99798DF3B7}" srcOrd="0" destOrd="0" presId="urn:microsoft.com/office/officeart/2005/8/layout/vList2"/>
    <dgm:cxn modelId="{CD2652E8-3972-4AC3-928A-6FCD7AC05FA7}" type="presParOf" srcId="{78C2A9EE-D3A7-4307-AE30-75BCD91C5CE9}" destId="{6A767DA8-EB11-4C53-8008-1564AEFC0E51}" srcOrd="0" destOrd="0" presId="urn:microsoft.com/office/officeart/2005/8/layout/vList2"/>
    <dgm:cxn modelId="{502BE5E2-1455-47DB-B36E-E82072D8B7CB}" type="presParOf" srcId="{78C2A9EE-D3A7-4307-AE30-75BCD91C5CE9}" destId="{FBB643C9-8C0F-4D7F-ACDA-E5E2DB6BF4CE}" srcOrd="1" destOrd="0" presId="urn:microsoft.com/office/officeart/2005/8/layout/vList2"/>
    <dgm:cxn modelId="{2DD796F8-A646-49F8-A8BD-DE9D2F7A53DF}" type="presParOf" srcId="{78C2A9EE-D3A7-4307-AE30-75BCD91C5CE9}" destId="{84DFABB4-F073-4A58-83D6-1B59F6F064A9}" srcOrd="2" destOrd="0" presId="urn:microsoft.com/office/officeart/2005/8/layout/vList2"/>
    <dgm:cxn modelId="{ACB5101E-D913-46D2-87D2-6208929036A6}" type="presParOf" srcId="{78C2A9EE-D3A7-4307-AE30-75BCD91C5CE9}" destId="{3C8E7712-AB98-485D-A615-65F22BC3B3B4}" srcOrd="3" destOrd="0" presId="urn:microsoft.com/office/officeart/2005/8/layout/vList2"/>
    <dgm:cxn modelId="{F360F865-CDB0-480E-BB5B-ECF88BAD1F25}" type="presParOf" srcId="{78C2A9EE-D3A7-4307-AE30-75BCD91C5CE9}" destId="{CB1D841F-F2BD-4640-B877-9A99798DF3B7}" srcOrd="4" destOrd="0" presId="urn:microsoft.com/office/officeart/2005/8/layout/vList2"/>
    <dgm:cxn modelId="{5ED30829-8F3C-4043-8C85-4BE57C5206D9}" type="presParOf" srcId="{78C2A9EE-D3A7-4307-AE30-75BCD91C5CE9}" destId="{553DE5E0-2482-4145-8DB0-8AFD3E492D07}" srcOrd="5" destOrd="0" presId="urn:microsoft.com/office/officeart/2005/8/layout/vList2"/>
    <dgm:cxn modelId="{C82B6B0D-A3D2-49B4-B0A9-16400BE3B3D2}" type="presParOf" srcId="{78C2A9EE-D3A7-4307-AE30-75BCD91C5CE9}" destId="{B14D7B19-5EDE-4CE1-B641-ECF6CF5F5D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56DBF161-4AFA-470E-B34B-25B7936D39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4D9B2C-D855-4F7E-8546-36CE512EC3A6}">
      <dgm:prSet/>
      <dgm:spPr/>
      <dgm:t>
        <a:bodyPr/>
        <a:lstStyle/>
        <a:p>
          <a:r>
            <a:rPr lang="uk-UA" b="0" i="0"/>
            <a:t>австро-турецької війни.</a:t>
          </a:r>
          <a:endParaRPr lang="uk-UA"/>
        </a:p>
      </dgm:t>
    </dgm:pt>
    <dgm:pt modelId="{638B7DE3-7A8A-478B-9395-8C8C6BDC54EE}" type="parTrans" cxnId="{A702731A-199C-4C5F-8A7E-F8E984F097A9}">
      <dgm:prSet/>
      <dgm:spPr/>
      <dgm:t>
        <a:bodyPr/>
        <a:lstStyle/>
        <a:p>
          <a:endParaRPr lang="uk-UA"/>
        </a:p>
      </dgm:t>
    </dgm:pt>
    <dgm:pt modelId="{E6E1DE00-C111-40F2-A543-677FB9061E61}" type="sibTrans" cxnId="{A702731A-199C-4C5F-8A7E-F8E984F097A9}">
      <dgm:prSet/>
      <dgm:spPr/>
      <dgm:t>
        <a:bodyPr/>
        <a:lstStyle/>
        <a:p>
          <a:endParaRPr lang="uk-UA"/>
        </a:p>
      </dgm:t>
    </dgm:pt>
    <dgm:pt modelId="{B38A5772-1840-412B-AE9C-88AC9805A823}">
      <dgm:prSet/>
      <dgm:spPr/>
      <dgm:t>
        <a:bodyPr/>
        <a:lstStyle/>
        <a:p>
          <a:r>
            <a:rPr lang="uk-UA" b="0" i="0"/>
            <a:t>поділу Речі Посполитої.</a:t>
          </a:r>
          <a:endParaRPr lang="uk-UA"/>
        </a:p>
      </dgm:t>
    </dgm:pt>
    <dgm:pt modelId="{0303DF9C-52CB-44A8-A0ED-35B989BD8D3B}" type="parTrans" cxnId="{032CBFA6-056C-455B-9C28-63C27FE3C8D6}">
      <dgm:prSet/>
      <dgm:spPr/>
      <dgm:t>
        <a:bodyPr/>
        <a:lstStyle/>
        <a:p>
          <a:endParaRPr lang="uk-UA"/>
        </a:p>
      </dgm:t>
    </dgm:pt>
    <dgm:pt modelId="{6D6177AF-CFBD-48EF-82EE-18CB6B000752}" type="sibTrans" cxnId="{032CBFA6-056C-455B-9C28-63C27FE3C8D6}">
      <dgm:prSet/>
      <dgm:spPr/>
      <dgm:t>
        <a:bodyPr/>
        <a:lstStyle/>
        <a:p>
          <a:endParaRPr lang="uk-UA"/>
        </a:p>
      </dgm:t>
    </dgm:pt>
    <dgm:pt modelId="{E55461E3-8FC5-41AD-AEAC-0CC98C00C46F}">
      <dgm:prSet/>
      <dgm:spPr/>
      <dgm:t>
        <a:bodyPr/>
        <a:lstStyle/>
        <a:p>
          <a:r>
            <a:rPr lang="uk-UA" b="0" i="0"/>
            <a:t>наполеонівських війн у Європі.</a:t>
          </a:r>
          <a:endParaRPr lang="uk-UA"/>
        </a:p>
      </dgm:t>
    </dgm:pt>
    <dgm:pt modelId="{877F2E67-2502-4CF9-8E99-1AFF6002BF52}" type="parTrans" cxnId="{9855E7CA-867E-4073-87DC-109D55F76D52}">
      <dgm:prSet/>
      <dgm:spPr/>
      <dgm:t>
        <a:bodyPr/>
        <a:lstStyle/>
        <a:p>
          <a:endParaRPr lang="uk-UA"/>
        </a:p>
      </dgm:t>
    </dgm:pt>
    <dgm:pt modelId="{01A9AD9D-33AA-450D-8E15-5377F7A14595}" type="sibTrans" cxnId="{9855E7CA-867E-4073-87DC-109D55F76D52}">
      <dgm:prSet/>
      <dgm:spPr/>
      <dgm:t>
        <a:bodyPr/>
        <a:lstStyle/>
        <a:p>
          <a:endParaRPr lang="uk-UA"/>
        </a:p>
      </dgm:t>
    </dgm:pt>
    <dgm:pt modelId="{647455A1-76EB-42C5-B336-FF01C45C1358}">
      <dgm:prSet/>
      <dgm:spPr/>
      <dgm:t>
        <a:bodyPr/>
        <a:lstStyle/>
        <a:p>
          <a:r>
            <a:rPr lang="uk-UA" b="0" i="0" dirty="0"/>
            <a:t>перетворення Австрійської імперії на Австро-Угорську монархію</a:t>
          </a:r>
          <a:endParaRPr lang="uk-UA" dirty="0"/>
        </a:p>
      </dgm:t>
    </dgm:pt>
    <dgm:pt modelId="{A04D6DB0-7B3C-4AC2-8682-31DE34019C7F}" type="parTrans" cxnId="{FCDD8F8F-A0E0-45DE-B044-6D2E6C19B121}">
      <dgm:prSet/>
      <dgm:spPr/>
      <dgm:t>
        <a:bodyPr/>
        <a:lstStyle/>
        <a:p>
          <a:endParaRPr lang="uk-UA"/>
        </a:p>
      </dgm:t>
    </dgm:pt>
    <dgm:pt modelId="{AC1992C2-A34F-4FA6-B5CF-4198F0368197}" type="sibTrans" cxnId="{FCDD8F8F-A0E0-45DE-B044-6D2E6C19B121}">
      <dgm:prSet/>
      <dgm:spPr/>
      <dgm:t>
        <a:bodyPr/>
        <a:lstStyle/>
        <a:p>
          <a:endParaRPr lang="uk-UA"/>
        </a:p>
      </dgm:t>
    </dgm:pt>
    <dgm:pt modelId="{8B05EEA4-FA0A-44DB-87C2-F01611AB1A3A}" type="pres">
      <dgm:prSet presAssocID="{56DBF161-4AFA-470E-B34B-25B7936D3921}" presName="linear" presStyleCnt="0">
        <dgm:presLayoutVars>
          <dgm:animLvl val="lvl"/>
          <dgm:resizeHandles val="exact"/>
        </dgm:presLayoutVars>
      </dgm:prSet>
      <dgm:spPr/>
    </dgm:pt>
    <dgm:pt modelId="{4DB0E9EA-C16D-40A1-A73A-BB09BA5433EB}" type="pres">
      <dgm:prSet presAssocID="{1F4D9B2C-D855-4F7E-8546-36CE512EC3A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C9A887-8592-4ED5-9575-5C22DC2F95A9}" type="pres">
      <dgm:prSet presAssocID="{E6E1DE00-C111-40F2-A543-677FB9061E61}" presName="spacer" presStyleCnt="0"/>
      <dgm:spPr/>
    </dgm:pt>
    <dgm:pt modelId="{E6FC53F3-14E0-4AC6-BB75-6EAB03651221}" type="pres">
      <dgm:prSet presAssocID="{B38A5772-1840-412B-AE9C-88AC9805A8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4BAD9F-A94A-4AA6-9800-B7FE7A973494}" type="pres">
      <dgm:prSet presAssocID="{6D6177AF-CFBD-48EF-82EE-18CB6B000752}" presName="spacer" presStyleCnt="0"/>
      <dgm:spPr/>
    </dgm:pt>
    <dgm:pt modelId="{0DA61F80-3DB9-4E46-9AB0-2BD1707B7153}" type="pres">
      <dgm:prSet presAssocID="{E55461E3-8FC5-41AD-AEAC-0CC98C00C4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3DE944-9371-400B-8E01-B075FA4D1937}" type="pres">
      <dgm:prSet presAssocID="{01A9AD9D-33AA-450D-8E15-5377F7A14595}" presName="spacer" presStyleCnt="0"/>
      <dgm:spPr/>
    </dgm:pt>
    <dgm:pt modelId="{3883DC4C-1447-4ED4-A3B3-2AE8BACF8FDA}" type="pres">
      <dgm:prSet presAssocID="{647455A1-76EB-42C5-B336-FF01C45C13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02731A-199C-4C5F-8A7E-F8E984F097A9}" srcId="{56DBF161-4AFA-470E-B34B-25B7936D3921}" destId="{1F4D9B2C-D855-4F7E-8546-36CE512EC3A6}" srcOrd="0" destOrd="0" parTransId="{638B7DE3-7A8A-478B-9395-8C8C6BDC54EE}" sibTransId="{E6E1DE00-C111-40F2-A543-677FB9061E61}"/>
    <dgm:cxn modelId="{9C3F7729-5A44-470F-BFB6-483C65B50CF9}" type="presOf" srcId="{E55461E3-8FC5-41AD-AEAC-0CC98C00C46F}" destId="{0DA61F80-3DB9-4E46-9AB0-2BD1707B7153}" srcOrd="0" destOrd="0" presId="urn:microsoft.com/office/officeart/2005/8/layout/vList2"/>
    <dgm:cxn modelId="{5E226346-3784-40AF-A620-5EE08FDCA01A}" type="presOf" srcId="{56DBF161-4AFA-470E-B34B-25B7936D3921}" destId="{8B05EEA4-FA0A-44DB-87C2-F01611AB1A3A}" srcOrd="0" destOrd="0" presId="urn:microsoft.com/office/officeart/2005/8/layout/vList2"/>
    <dgm:cxn modelId="{FCDD8F8F-A0E0-45DE-B044-6D2E6C19B121}" srcId="{56DBF161-4AFA-470E-B34B-25B7936D3921}" destId="{647455A1-76EB-42C5-B336-FF01C45C1358}" srcOrd="3" destOrd="0" parTransId="{A04D6DB0-7B3C-4AC2-8682-31DE34019C7F}" sibTransId="{AC1992C2-A34F-4FA6-B5CF-4198F0368197}"/>
    <dgm:cxn modelId="{032CBFA6-056C-455B-9C28-63C27FE3C8D6}" srcId="{56DBF161-4AFA-470E-B34B-25B7936D3921}" destId="{B38A5772-1840-412B-AE9C-88AC9805A823}" srcOrd="1" destOrd="0" parTransId="{0303DF9C-52CB-44A8-A0ED-35B989BD8D3B}" sibTransId="{6D6177AF-CFBD-48EF-82EE-18CB6B000752}"/>
    <dgm:cxn modelId="{358A43C0-128F-4886-A590-3D111ECFC99C}" type="presOf" srcId="{B38A5772-1840-412B-AE9C-88AC9805A823}" destId="{E6FC53F3-14E0-4AC6-BB75-6EAB03651221}" srcOrd="0" destOrd="0" presId="urn:microsoft.com/office/officeart/2005/8/layout/vList2"/>
    <dgm:cxn modelId="{8CA510C2-1882-4B0A-99C9-09C88ED2BA7E}" type="presOf" srcId="{1F4D9B2C-D855-4F7E-8546-36CE512EC3A6}" destId="{4DB0E9EA-C16D-40A1-A73A-BB09BA5433EB}" srcOrd="0" destOrd="0" presId="urn:microsoft.com/office/officeart/2005/8/layout/vList2"/>
    <dgm:cxn modelId="{F4D28FCA-4259-421B-974C-142FE7773DE1}" type="presOf" srcId="{647455A1-76EB-42C5-B336-FF01C45C1358}" destId="{3883DC4C-1447-4ED4-A3B3-2AE8BACF8FDA}" srcOrd="0" destOrd="0" presId="urn:microsoft.com/office/officeart/2005/8/layout/vList2"/>
    <dgm:cxn modelId="{9855E7CA-867E-4073-87DC-109D55F76D52}" srcId="{56DBF161-4AFA-470E-B34B-25B7936D3921}" destId="{E55461E3-8FC5-41AD-AEAC-0CC98C00C46F}" srcOrd="2" destOrd="0" parTransId="{877F2E67-2502-4CF9-8E99-1AFF6002BF52}" sibTransId="{01A9AD9D-33AA-450D-8E15-5377F7A14595}"/>
    <dgm:cxn modelId="{1038767E-88E4-43B8-9438-C3C4EE8BD487}" type="presParOf" srcId="{8B05EEA4-FA0A-44DB-87C2-F01611AB1A3A}" destId="{4DB0E9EA-C16D-40A1-A73A-BB09BA5433EB}" srcOrd="0" destOrd="0" presId="urn:microsoft.com/office/officeart/2005/8/layout/vList2"/>
    <dgm:cxn modelId="{62F84A37-EFBA-4914-8436-5A55647DB88F}" type="presParOf" srcId="{8B05EEA4-FA0A-44DB-87C2-F01611AB1A3A}" destId="{C8C9A887-8592-4ED5-9575-5C22DC2F95A9}" srcOrd="1" destOrd="0" presId="urn:microsoft.com/office/officeart/2005/8/layout/vList2"/>
    <dgm:cxn modelId="{0677EC7B-EB68-4552-B820-FE84192BCC48}" type="presParOf" srcId="{8B05EEA4-FA0A-44DB-87C2-F01611AB1A3A}" destId="{E6FC53F3-14E0-4AC6-BB75-6EAB03651221}" srcOrd="2" destOrd="0" presId="urn:microsoft.com/office/officeart/2005/8/layout/vList2"/>
    <dgm:cxn modelId="{EC2B26F5-4D1D-42F8-8D67-058C60E372F1}" type="presParOf" srcId="{8B05EEA4-FA0A-44DB-87C2-F01611AB1A3A}" destId="{874BAD9F-A94A-4AA6-9800-B7FE7A973494}" srcOrd="3" destOrd="0" presId="urn:microsoft.com/office/officeart/2005/8/layout/vList2"/>
    <dgm:cxn modelId="{429F2A0C-1CA5-43BE-B544-2BD31CB9BF80}" type="presParOf" srcId="{8B05EEA4-FA0A-44DB-87C2-F01611AB1A3A}" destId="{0DA61F80-3DB9-4E46-9AB0-2BD1707B7153}" srcOrd="4" destOrd="0" presId="urn:microsoft.com/office/officeart/2005/8/layout/vList2"/>
    <dgm:cxn modelId="{7DC77C80-810B-4494-828D-A997625CE78A}" type="presParOf" srcId="{8B05EEA4-FA0A-44DB-87C2-F01611AB1A3A}" destId="{8B3DE944-9371-400B-8E01-B075FA4D1937}" srcOrd="5" destOrd="0" presId="urn:microsoft.com/office/officeart/2005/8/layout/vList2"/>
    <dgm:cxn modelId="{20FE41AB-EBC5-4038-ACBD-70B67660696B}" type="presParOf" srcId="{8B05EEA4-FA0A-44DB-87C2-F01611AB1A3A}" destId="{3883DC4C-1447-4ED4-A3B3-2AE8BACF8FD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57DBD60B-2A91-4A09-AD8A-398310659E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1DAAAB8-4D1B-4761-9101-C12DBA587A42}">
      <dgm:prSet/>
      <dgm:spPr/>
      <dgm:t>
        <a:bodyPr/>
        <a:lstStyle/>
        <a:p>
          <a:r>
            <a:rPr lang="uk-UA" b="0" i="0"/>
            <a:t>Бессарабської, Холмської, Полтавської</a:t>
          </a:r>
          <a:endParaRPr lang="uk-UA"/>
        </a:p>
      </dgm:t>
    </dgm:pt>
    <dgm:pt modelId="{86C44C64-A543-4E85-8992-67E2BA1FBBBE}" type="parTrans" cxnId="{E8F91E31-48C5-40B0-97DD-7AA9AB182CC7}">
      <dgm:prSet/>
      <dgm:spPr/>
      <dgm:t>
        <a:bodyPr/>
        <a:lstStyle/>
        <a:p>
          <a:endParaRPr lang="uk-UA"/>
        </a:p>
      </dgm:t>
    </dgm:pt>
    <dgm:pt modelId="{2D3D4D1B-5A44-4A22-A7E1-CC15607AAD81}" type="sibTrans" cxnId="{E8F91E31-48C5-40B0-97DD-7AA9AB182CC7}">
      <dgm:prSet/>
      <dgm:spPr/>
      <dgm:t>
        <a:bodyPr/>
        <a:lstStyle/>
        <a:p>
          <a:endParaRPr lang="uk-UA"/>
        </a:p>
      </dgm:t>
    </dgm:pt>
    <dgm:pt modelId="{531B92FB-E57D-4A04-BB32-E67C9766F18F}">
      <dgm:prSet/>
      <dgm:spPr/>
      <dgm:t>
        <a:bodyPr/>
        <a:lstStyle/>
        <a:p>
          <a:r>
            <a:rPr lang="uk-UA" b="0" i="0" dirty="0"/>
            <a:t>Чернігівської, Полтавської, Харківської</a:t>
          </a:r>
          <a:endParaRPr lang="uk-UA" dirty="0"/>
        </a:p>
      </dgm:t>
    </dgm:pt>
    <dgm:pt modelId="{FBB7DA9C-6CD4-49CD-9ED1-21B06C3B8020}" type="parTrans" cxnId="{67A5A20F-DF9F-4E56-B900-AD6937950009}">
      <dgm:prSet/>
      <dgm:spPr/>
      <dgm:t>
        <a:bodyPr/>
        <a:lstStyle/>
        <a:p>
          <a:endParaRPr lang="uk-UA"/>
        </a:p>
      </dgm:t>
    </dgm:pt>
    <dgm:pt modelId="{5CE4B2D4-1EFB-4871-A4B8-601F99EE29A5}" type="sibTrans" cxnId="{67A5A20F-DF9F-4E56-B900-AD6937950009}">
      <dgm:prSet/>
      <dgm:spPr/>
      <dgm:t>
        <a:bodyPr/>
        <a:lstStyle/>
        <a:p>
          <a:endParaRPr lang="uk-UA"/>
        </a:p>
      </dgm:t>
    </dgm:pt>
    <dgm:pt modelId="{8C659D17-0E59-41CF-9423-2C7D02F8EC24}">
      <dgm:prSet/>
      <dgm:spPr/>
      <dgm:t>
        <a:bodyPr/>
        <a:lstStyle/>
        <a:p>
          <a:r>
            <a:rPr lang="uk-UA" b="0" i="0" dirty="0"/>
            <a:t>Херсонської, Таврійської, Катеринославської</a:t>
          </a:r>
          <a:endParaRPr lang="uk-UA" dirty="0"/>
        </a:p>
      </dgm:t>
    </dgm:pt>
    <dgm:pt modelId="{E3FBB66F-BA25-4F98-9265-AAA64CCAC3FD}" type="parTrans" cxnId="{9D0A1ADE-31A1-46F4-85E0-F60EF31A554A}">
      <dgm:prSet/>
      <dgm:spPr/>
      <dgm:t>
        <a:bodyPr/>
        <a:lstStyle/>
        <a:p>
          <a:endParaRPr lang="uk-UA"/>
        </a:p>
      </dgm:t>
    </dgm:pt>
    <dgm:pt modelId="{C2A5EC1C-4A89-4247-B2FC-3E021F9A4E47}" type="sibTrans" cxnId="{9D0A1ADE-31A1-46F4-85E0-F60EF31A554A}">
      <dgm:prSet/>
      <dgm:spPr/>
      <dgm:t>
        <a:bodyPr/>
        <a:lstStyle/>
        <a:p>
          <a:endParaRPr lang="uk-UA"/>
        </a:p>
      </dgm:t>
    </dgm:pt>
    <dgm:pt modelId="{4C966C18-B2FF-417A-ABD1-55336D857D6D}">
      <dgm:prSet/>
      <dgm:spPr/>
      <dgm:t>
        <a:bodyPr/>
        <a:lstStyle/>
        <a:p>
          <a:r>
            <a:rPr lang="uk-UA" b="0" i="0" dirty="0"/>
            <a:t>Подільської, Волинської, Київської</a:t>
          </a:r>
          <a:endParaRPr lang="uk-UA" dirty="0"/>
        </a:p>
      </dgm:t>
    </dgm:pt>
    <dgm:pt modelId="{60F15AC1-4CEC-46B0-8128-6089FC0CF6F8}" type="parTrans" cxnId="{4C509E7A-7DB9-4F97-B9FE-85910D156AE6}">
      <dgm:prSet/>
      <dgm:spPr/>
      <dgm:t>
        <a:bodyPr/>
        <a:lstStyle/>
        <a:p>
          <a:endParaRPr lang="uk-UA"/>
        </a:p>
      </dgm:t>
    </dgm:pt>
    <dgm:pt modelId="{B32904D6-E2CC-4407-8751-3E43310A5853}" type="sibTrans" cxnId="{4C509E7A-7DB9-4F97-B9FE-85910D156AE6}">
      <dgm:prSet/>
      <dgm:spPr/>
      <dgm:t>
        <a:bodyPr/>
        <a:lstStyle/>
        <a:p>
          <a:endParaRPr lang="uk-UA"/>
        </a:p>
      </dgm:t>
    </dgm:pt>
    <dgm:pt modelId="{7A5E72AF-59BE-4B86-AECD-425E13FD0ACE}" type="pres">
      <dgm:prSet presAssocID="{57DBD60B-2A91-4A09-AD8A-398310659E2F}" presName="linear" presStyleCnt="0">
        <dgm:presLayoutVars>
          <dgm:animLvl val="lvl"/>
          <dgm:resizeHandles val="exact"/>
        </dgm:presLayoutVars>
      </dgm:prSet>
      <dgm:spPr/>
    </dgm:pt>
    <dgm:pt modelId="{940E4772-D59D-43BE-A366-0DB9FF01A488}" type="pres">
      <dgm:prSet presAssocID="{C1DAAAB8-4D1B-4761-9101-C12DBA587A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189D5F-828E-4F32-9835-C84968D1DFEF}" type="pres">
      <dgm:prSet presAssocID="{2D3D4D1B-5A44-4A22-A7E1-CC15607AAD81}" presName="spacer" presStyleCnt="0"/>
      <dgm:spPr/>
    </dgm:pt>
    <dgm:pt modelId="{B92757D7-CDE4-48BA-862C-CFB6757E5A3F}" type="pres">
      <dgm:prSet presAssocID="{531B92FB-E57D-4A04-BB32-E67C9766F1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C4D598-6603-4E7A-8179-277C7A84497B}" type="pres">
      <dgm:prSet presAssocID="{5CE4B2D4-1EFB-4871-A4B8-601F99EE29A5}" presName="spacer" presStyleCnt="0"/>
      <dgm:spPr/>
    </dgm:pt>
    <dgm:pt modelId="{739989A5-057E-4B2E-B6F5-30283373DD77}" type="pres">
      <dgm:prSet presAssocID="{8C659D17-0E59-41CF-9423-2C7D02F8EC2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4F3BE4-CD8D-41B9-A38D-D6A5987CE68E}" type="pres">
      <dgm:prSet presAssocID="{C2A5EC1C-4A89-4247-B2FC-3E021F9A4E47}" presName="spacer" presStyleCnt="0"/>
      <dgm:spPr/>
    </dgm:pt>
    <dgm:pt modelId="{AC367F75-E29D-4A7F-8B89-E0D337ACCD82}" type="pres">
      <dgm:prSet presAssocID="{4C966C18-B2FF-417A-ABD1-55336D857D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A5A20F-DF9F-4E56-B900-AD6937950009}" srcId="{57DBD60B-2A91-4A09-AD8A-398310659E2F}" destId="{531B92FB-E57D-4A04-BB32-E67C9766F18F}" srcOrd="1" destOrd="0" parTransId="{FBB7DA9C-6CD4-49CD-9ED1-21B06C3B8020}" sibTransId="{5CE4B2D4-1EFB-4871-A4B8-601F99EE29A5}"/>
    <dgm:cxn modelId="{2ADF2F11-1442-4AF8-91D0-25B15E2D20A0}" type="presOf" srcId="{4C966C18-B2FF-417A-ABD1-55336D857D6D}" destId="{AC367F75-E29D-4A7F-8B89-E0D337ACCD82}" srcOrd="0" destOrd="0" presId="urn:microsoft.com/office/officeart/2005/8/layout/vList2"/>
    <dgm:cxn modelId="{E8F91E31-48C5-40B0-97DD-7AA9AB182CC7}" srcId="{57DBD60B-2A91-4A09-AD8A-398310659E2F}" destId="{C1DAAAB8-4D1B-4761-9101-C12DBA587A42}" srcOrd="0" destOrd="0" parTransId="{86C44C64-A543-4E85-8992-67E2BA1FBBBE}" sibTransId="{2D3D4D1B-5A44-4A22-A7E1-CC15607AAD81}"/>
    <dgm:cxn modelId="{4C509E7A-7DB9-4F97-B9FE-85910D156AE6}" srcId="{57DBD60B-2A91-4A09-AD8A-398310659E2F}" destId="{4C966C18-B2FF-417A-ABD1-55336D857D6D}" srcOrd="3" destOrd="0" parTransId="{60F15AC1-4CEC-46B0-8128-6089FC0CF6F8}" sibTransId="{B32904D6-E2CC-4407-8751-3E43310A5853}"/>
    <dgm:cxn modelId="{5C7D3588-AE96-41D4-ADC5-7ABD6AD81C78}" type="presOf" srcId="{531B92FB-E57D-4A04-BB32-E67C9766F18F}" destId="{B92757D7-CDE4-48BA-862C-CFB6757E5A3F}" srcOrd="0" destOrd="0" presId="urn:microsoft.com/office/officeart/2005/8/layout/vList2"/>
    <dgm:cxn modelId="{7A89C698-DC72-44BC-BFD6-58746FB4BE94}" type="presOf" srcId="{57DBD60B-2A91-4A09-AD8A-398310659E2F}" destId="{7A5E72AF-59BE-4B86-AECD-425E13FD0ACE}" srcOrd="0" destOrd="0" presId="urn:microsoft.com/office/officeart/2005/8/layout/vList2"/>
    <dgm:cxn modelId="{D653AEBC-E371-44EE-813C-2AFA67C8FA11}" type="presOf" srcId="{C1DAAAB8-4D1B-4761-9101-C12DBA587A42}" destId="{940E4772-D59D-43BE-A366-0DB9FF01A488}" srcOrd="0" destOrd="0" presId="urn:microsoft.com/office/officeart/2005/8/layout/vList2"/>
    <dgm:cxn modelId="{9D0A1ADE-31A1-46F4-85E0-F60EF31A554A}" srcId="{57DBD60B-2A91-4A09-AD8A-398310659E2F}" destId="{8C659D17-0E59-41CF-9423-2C7D02F8EC24}" srcOrd="2" destOrd="0" parTransId="{E3FBB66F-BA25-4F98-9265-AAA64CCAC3FD}" sibTransId="{C2A5EC1C-4A89-4247-B2FC-3E021F9A4E47}"/>
    <dgm:cxn modelId="{6DDDEBDF-781E-4D38-A60D-8DC47F19138E}" type="presOf" srcId="{8C659D17-0E59-41CF-9423-2C7D02F8EC24}" destId="{739989A5-057E-4B2E-B6F5-30283373DD77}" srcOrd="0" destOrd="0" presId="urn:microsoft.com/office/officeart/2005/8/layout/vList2"/>
    <dgm:cxn modelId="{30917EFA-B86C-424F-B9C4-E48345AACB5C}" type="presParOf" srcId="{7A5E72AF-59BE-4B86-AECD-425E13FD0ACE}" destId="{940E4772-D59D-43BE-A366-0DB9FF01A488}" srcOrd="0" destOrd="0" presId="urn:microsoft.com/office/officeart/2005/8/layout/vList2"/>
    <dgm:cxn modelId="{AD096534-9599-48D4-A8B3-E55A18FA0E71}" type="presParOf" srcId="{7A5E72AF-59BE-4B86-AECD-425E13FD0ACE}" destId="{B2189D5F-828E-4F32-9835-C84968D1DFEF}" srcOrd="1" destOrd="0" presId="urn:microsoft.com/office/officeart/2005/8/layout/vList2"/>
    <dgm:cxn modelId="{410474A9-877D-4531-A057-0F5391C9733B}" type="presParOf" srcId="{7A5E72AF-59BE-4B86-AECD-425E13FD0ACE}" destId="{B92757D7-CDE4-48BA-862C-CFB6757E5A3F}" srcOrd="2" destOrd="0" presId="urn:microsoft.com/office/officeart/2005/8/layout/vList2"/>
    <dgm:cxn modelId="{61186179-B285-4C9D-BA12-704D45AA634E}" type="presParOf" srcId="{7A5E72AF-59BE-4B86-AECD-425E13FD0ACE}" destId="{DFC4D598-6603-4E7A-8179-277C7A84497B}" srcOrd="3" destOrd="0" presId="urn:microsoft.com/office/officeart/2005/8/layout/vList2"/>
    <dgm:cxn modelId="{BD630ADE-CE86-4DF9-AAFB-DBA3DFA4CD35}" type="presParOf" srcId="{7A5E72AF-59BE-4B86-AECD-425E13FD0ACE}" destId="{739989A5-057E-4B2E-B6F5-30283373DD77}" srcOrd="4" destOrd="0" presId="urn:microsoft.com/office/officeart/2005/8/layout/vList2"/>
    <dgm:cxn modelId="{1FBFF6FA-3FB5-47FF-99C4-BD5286753B9B}" type="presParOf" srcId="{7A5E72AF-59BE-4B86-AECD-425E13FD0ACE}" destId="{1A4F3BE4-CD8D-41B9-A38D-D6A5987CE68E}" srcOrd="5" destOrd="0" presId="urn:microsoft.com/office/officeart/2005/8/layout/vList2"/>
    <dgm:cxn modelId="{58619926-BA5F-4625-8B32-ADBA27726AB3}" type="presParOf" srcId="{7A5E72AF-59BE-4B86-AECD-425E13FD0ACE}" destId="{AC367F75-E29D-4A7F-8B89-E0D337ACCD8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E86F56A8-2D9B-4C0A-8A96-886256517F0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50EBAB-6A58-4A03-AA10-5D350AE23505}">
      <dgm:prSet/>
      <dgm:spPr/>
      <dgm:t>
        <a:bodyPr/>
        <a:lstStyle/>
        <a:p>
          <a:r>
            <a:rPr lang="ru-RU" b="0" i="0" dirty="0"/>
            <a:t>Дмитро </a:t>
          </a:r>
          <a:r>
            <a:rPr lang="ru-RU" b="0" i="0" dirty="0" err="1"/>
            <a:t>Вишневецький</a:t>
          </a:r>
          <a:endParaRPr lang="uk-UA" dirty="0"/>
        </a:p>
      </dgm:t>
    </dgm:pt>
    <dgm:pt modelId="{A38A87EF-5E01-4478-8C77-851FCB9E407F}" type="parTrans" cxnId="{498DE976-76DC-47A9-A5F9-6263BB433E92}">
      <dgm:prSet/>
      <dgm:spPr/>
      <dgm:t>
        <a:bodyPr/>
        <a:lstStyle/>
        <a:p>
          <a:endParaRPr lang="uk-UA"/>
        </a:p>
      </dgm:t>
    </dgm:pt>
    <dgm:pt modelId="{B2E0BB70-9488-41B7-985D-F4FBED560850}" type="sibTrans" cxnId="{498DE976-76DC-47A9-A5F9-6263BB433E92}">
      <dgm:prSet/>
      <dgm:spPr/>
      <dgm:t>
        <a:bodyPr/>
        <a:lstStyle/>
        <a:p>
          <a:endParaRPr lang="uk-UA"/>
        </a:p>
      </dgm:t>
    </dgm:pt>
    <dgm:pt modelId="{AA787CBE-47BC-473D-8724-FC37A248FBA0}">
      <dgm:prSet/>
      <dgm:spPr/>
      <dgm:t>
        <a:bodyPr/>
        <a:lstStyle/>
        <a:p>
          <a:r>
            <a:rPr lang="ru-RU" b="0" i="0"/>
            <a:t>Петро Конашевич-Сагайдачний</a:t>
          </a:r>
          <a:endParaRPr lang="uk-UA"/>
        </a:p>
      </dgm:t>
    </dgm:pt>
    <dgm:pt modelId="{9FFA75CB-D274-4D90-A866-59BD9F0B5BDA}" type="parTrans" cxnId="{99EB3EE6-9140-4236-BEBE-43CD6A746160}">
      <dgm:prSet/>
      <dgm:spPr/>
      <dgm:t>
        <a:bodyPr/>
        <a:lstStyle/>
        <a:p>
          <a:endParaRPr lang="uk-UA"/>
        </a:p>
      </dgm:t>
    </dgm:pt>
    <dgm:pt modelId="{91131DEF-C8BD-45C0-A1A4-43FE20F46B42}" type="sibTrans" cxnId="{99EB3EE6-9140-4236-BEBE-43CD6A746160}">
      <dgm:prSet/>
      <dgm:spPr/>
      <dgm:t>
        <a:bodyPr/>
        <a:lstStyle/>
        <a:p>
          <a:endParaRPr lang="uk-UA"/>
        </a:p>
      </dgm:t>
    </dgm:pt>
    <dgm:pt modelId="{782A5FF3-2AAA-4FFA-AD72-FA105942FE75}">
      <dgm:prSet/>
      <dgm:spPr/>
      <dgm:t>
        <a:bodyPr/>
        <a:lstStyle/>
        <a:p>
          <a:r>
            <a:rPr lang="ru-RU" b="0" i="0"/>
            <a:t>Петро Калнишевський</a:t>
          </a:r>
          <a:endParaRPr lang="uk-UA"/>
        </a:p>
      </dgm:t>
    </dgm:pt>
    <dgm:pt modelId="{9312C0DA-9CC3-474D-9A74-FFC183817FE8}" type="parTrans" cxnId="{DF48D495-CC37-4A9E-9E56-383BA76C1790}">
      <dgm:prSet/>
      <dgm:spPr/>
      <dgm:t>
        <a:bodyPr/>
        <a:lstStyle/>
        <a:p>
          <a:endParaRPr lang="uk-UA"/>
        </a:p>
      </dgm:t>
    </dgm:pt>
    <dgm:pt modelId="{F3AEFF05-324A-4CB5-84A6-6FBE11870241}" type="sibTrans" cxnId="{DF48D495-CC37-4A9E-9E56-383BA76C1790}">
      <dgm:prSet/>
      <dgm:spPr/>
      <dgm:t>
        <a:bodyPr/>
        <a:lstStyle/>
        <a:p>
          <a:endParaRPr lang="uk-UA"/>
        </a:p>
      </dgm:t>
    </dgm:pt>
    <dgm:pt modelId="{A2D91135-D792-4CBC-88CD-6CFB64880710}">
      <dgm:prSet/>
      <dgm:spPr/>
      <dgm:t>
        <a:bodyPr/>
        <a:lstStyle/>
        <a:p>
          <a:r>
            <a:rPr lang="ru-RU" b="0" i="0" dirty="0" err="1"/>
            <a:t>Іван</a:t>
          </a:r>
          <a:r>
            <a:rPr lang="ru-RU" b="0" i="0" dirty="0"/>
            <a:t> </a:t>
          </a:r>
          <a:r>
            <a:rPr lang="ru-RU" b="0" i="0" dirty="0" err="1"/>
            <a:t>Сірко</a:t>
          </a:r>
          <a:endParaRPr lang="uk-UA" dirty="0"/>
        </a:p>
      </dgm:t>
    </dgm:pt>
    <dgm:pt modelId="{87E24D20-3494-488E-8447-5D1165D20357}" type="parTrans" cxnId="{2BE151C4-2D46-4D8B-B43D-96A7E000D4C0}">
      <dgm:prSet/>
      <dgm:spPr/>
      <dgm:t>
        <a:bodyPr/>
        <a:lstStyle/>
        <a:p>
          <a:endParaRPr lang="uk-UA"/>
        </a:p>
      </dgm:t>
    </dgm:pt>
    <dgm:pt modelId="{F70A817C-66FE-4E46-923A-E48C786D88F9}" type="sibTrans" cxnId="{2BE151C4-2D46-4D8B-B43D-96A7E000D4C0}">
      <dgm:prSet/>
      <dgm:spPr/>
      <dgm:t>
        <a:bodyPr/>
        <a:lstStyle/>
        <a:p>
          <a:endParaRPr lang="uk-UA"/>
        </a:p>
      </dgm:t>
    </dgm:pt>
    <dgm:pt modelId="{DE9F24C9-0808-459B-9BC7-1458EDC2EB2D}" type="pres">
      <dgm:prSet presAssocID="{E86F56A8-2D9B-4C0A-8A96-886256517F0B}" presName="linearFlow" presStyleCnt="0">
        <dgm:presLayoutVars>
          <dgm:dir/>
          <dgm:resizeHandles val="exact"/>
        </dgm:presLayoutVars>
      </dgm:prSet>
      <dgm:spPr/>
    </dgm:pt>
    <dgm:pt modelId="{44E55C22-9DC5-4815-A7B2-2D12A30BA510}" type="pres">
      <dgm:prSet presAssocID="{6250EBAB-6A58-4A03-AA10-5D350AE23505}" presName="composite" presStyleCnt="0"/>
      <dgm:spPr/>
    </dgm:pt>
    <dgm:pt modelId="{FCF23C6B-E2D6-4D40-899D-08718006BFD7}" type="pres">
      <dgm:prSet presAssocID="{6250EBAB-6A58-4A03-AA10-5D350AE23505}" presName="imgShp" presStyleLbl="fgImgPlace1" presStyleIdx="0" presStyleCnt="4"/>
      <dgm:spPr/>
    </dgm:pt>
    <dgm:pt modelId="{0AEB23F0-EC81-4941-8D08-57E11BE1DEF4}" type="pres">
      <dgm:prSet presAssocID="{6250EBAB-6A58-4A03-AA10-5D350AE23505}" presName="txShp" presStyleLbl="node1" presStyleIdx="0" presStyleCnt="4">
        <dgm:presLayoutVars>
          <dgm:bulletEnabled val="1"/>
        </dgm:presLayoutVars>
      </dgm:prSet>
      <dgm:spPr/>
    </dgm:pt>
    <dgm:pt modelId="{01E5AE83-537B-4CA6-9942-C510AE651078}" type="pres">
      <dgm:prSet presAssocID="{B2E0BB70-9488-41B7-985D-F4FBED560850}" presName="spacing" presStyleCnt="0"/>
      <dgm:spPr/>
    </dgm:pt>
    <dgm:pt modelId="{E59182FD-E8FB-40BB-8ED5-C54181C87B3F}" type="pres">
      <dgm:prSet presAssocID="{AA787CBE-47BC-473D-8724-FC37A248FBA0}" presName="composite" presStyleCnt="0"/>
      <dgm:spPr/>
    </dgm:pt>
    <dgm:pt modelId="{9C23B01B-4886-4827-A39A-DF418E6073F0}" type="pres">
      <dgm:prSet presAssocID="{AA787CBE-47BC-473D-8724-FC37A248FBA0}" presName="imgShp" presStyleLbl="fgImgPlace1" presStyleIdx="1" presStyleCnt="4"/>
      <dgm:spPr/>
    </dgm:pt>
    <dgm:pt modelId="{5C6CC421-F34D-4AA1-BE72-3CAAD9E68C95}" type="pres">
      <dgm:prSet presAssocID="{AA787CBE-47BC-473D-8724-FC37A248FBA0}" presName="txShp" presStyleLbl="node1" presStyleIdx="1" presStyleCnt="4">
        <dgm:presLayoutVars>
          <dgm:bulletEnabled val="1"/>
        </dgm:presLayoutVars>
      </dgm:prSet>
      <dgm:spPr/>
    </dgm:pt>
    <dgm:pt modelId="{5393C8AA-C104-4835-BA61-4F53B5B0A91B}" type="pres">
      <dgm:prSet presAssocID="{91131DEF-C8BD-45C0-A1A4-43FE20F46B42}" presName="spacing" presStyleCnt="0"/>
      <dgm:spPr/>
    </dgm:pt>
    <dgm:pt modelId="{0E1C2AB1-AC28-469C-B061-CC1EDA5E6311}" type="pres">
      <dgm:prSet presAssocID="{782A5FF3-2AAA-4FFA-AD72-FA105942FE75}" presName="composite" presStyleCnt="0"/>
      <dgm:spPr/>
    </dgm:pt>
    <dgm:pt modelId="{A309BA01-78C1-4112-8A81-1206CAE9121C}" type="pres">
      <dgm:prSet presAssocID="{782A5FF3-2AAA-4FFA-AD72-FA105942FE75}" presName="imgShp" presStyleLbl="fgImgPlace1" presStyleIdx="2" presStyleCnt="4"/>
      <dgm:spPr/>
    </dgm:pt>
    <dgm:pt modelId="{BBDDA303-8ADF-4D87-B702-DFD861DFFDED}" type="pres">
      <dgm:prSet presAssocID="{782A5FF3-2AAA-4FFA-AD72-FA105942FE75}" presName="txShp" presStyleLbl="node1" presStyleIdx="2" presStyleCnt="4">
        <dgm:presLayoutVars>
          <dgm:bulletEnabled val="1"/>
        </dgm:presLayoutVars>
      </dgm:prSet>
      <dgm:spPr/>
    </dgm:pt>
    <dgm:pt modelId="{F9EC3668-E10F-48AA-ADED-A32797BD01E5}" type="pres">
      <dgm:prSet presAssocID="{F3AEFF05-324A-4CB5-84A6-6FBE11870241}" presName="spacing" presStyleCnt="0"/>
      <dgm:spPr/>
    </dgm:pt>
    <dgm:pt modelId="{1AC8EDA6-5A7E-4144-B80B-0E09B280770F}" type="pres">
      <dgm:prSet presAssocID="{A2D91135-D792-4CBC-88CD-6CFB64880710}" presName="composite" presStyleCnt="0"/>
      <dgm:spPr/>
    </dgm:pt>
    <dgm:pt modelId="{8686493A-380E-453A-AE96-AB976896AF27}" type="pres">
      <dgm:prSet presAssocID="{A2D91135-D792-4CBC-88CD-6CFB64880710}" presName="imgShp" presStyleLbl="fgImgPlace1" presStyleIdx="3" presStyleCnt="4"/>
      <dgm:spPr/>
    </dgm:pt>
    <dgm:pt modelId="{484089C5-38B7-4712-98F7-6CA8FCD6AFA1}" type="pres">
      <dgm:prSet presAssocID="{A2D91135-D792-4CBC-88CD-6CFB64880710}" presName="txShp" presStyleLbl="node1" presStyleIdx="3" presStyleCnt="4">
        <dgm:presLayoutVars>
          <dgm:bulletEnabled val="1"/>
        </dgm:presLayoutVars>
      </dgm:prSet>
      <dgm:spPr/>
    </dgm:pt>
  </dgm:ptLst>
  <dgm:cxnLst>
    <dgm:cxn modelId="{5F7A9901-4D3A-4B4F-B69B-F3799166E16D}" type="presOf" srcId="{A2D91135-D792-4CBC-88CD-6CFB64880710}" destId="{484089C5-38B7-4712-98F7-6CA8FCD6AFA1}" srcOrd="0" destOrd="0" presId="urn:microsoft.com/office/officeart/2005/8/layout/vList3"/>
    <dgm:cxn modelId="{48B50010-C757-4B5F-8484-35DB914752F3}" type="presOf" srcId="{6250EBAB-6A58-4A03-AA10-5D350AE23505}" destId="{0AEB23F0-EC81-4941-8D08-57E11BE1DEF4}" srcOrd="0" destOrd="0" presId="urn:microsoft.com/office/officeart/2005/8/layout/vList3"/>
    <dgm:cxn modelId="{D2445239-3642-4209-B273-751978D83CE4}" type="presOf" srcId="{E86F56A8-2D9B-4C0A-8A96-886256517F0B}" destId="{DE9F24C9-0808-459B-9BC7-1458EDC2EB2D}" srcOrd="0" destOrd="0" presId="urn:microsoft.com/office/officeart/2005/8/layout/vList3"/>
    <dgm:cxn modelId="{498DE976-76DC-47A9-A5F9-6263BB433E92}" srcId="{E86F56A8-2D9B-4C0A-8A96-886256517F0B}" destId="{6250EBAB-6A58-4A03-AA10-5D350AE23505}" srcOrd="0" destOrd="0" parTransId="{A38A87EF-5E01-4478-8C77-851FCB9E407F}" sibTransId="{B2E0BB70-9488-41B7-985D-F4FBED560850}"/>
    <dgm:cxn modelId="{DF48D495-CC37-4A9E-9E56-383BA76C1790}" srcId="{E86F56A8-2D9B-4C0A-8A96-886256517F0B}" destId="{782A5FF3-2AAA-4FFA-AD72-FA105942FE75}" srcOrd="2" destOrd="0" parTransId="{9312C0DA-9CC3-474D-9A74-FFC183817FE8}" sibTransId="{F3AEFF05-324A-4CB5-84A6-6FBE11870241}"/>
    <dgm:cxn modelId="{9D27B596-7662-4012-9611-EF7DE831FDB5}" type="presOf" srcId="{782A5FF3-2AAA-4FFA-AD72-FA105942FE75}" destId="{BBDDA303-8ADF-4D87-B702-DFD861DFFDED}" srcOrd="0" destOrd="0" presId="urn:microsoft.com/office/officeart/2005/8/layout/vList3"/>
    <dgm:cxn modelId="{4205D8A5-6D16-4D58-83CC-3779F6513EA7}" type="presOf" srcId="{AA787CBE-47BC-473D-8724-FC37A248FBA0}" destId="{5C6CC421-F34D-4AA1-BE72-3CAAD9E68C95}" srcOrd="0" destOrd="0" presId="urn:microsoft.com/office/officeart/2005/8/layout/vList3"/>
    <dgm:cxn modelId="{2BE151C4-2D46-4D8B-B43D-96A7E000D4C0}" srcId="{E86F56A8-2D9B-4C0A-8A96-886256517F0B}" destId="{A2D91135-D792-4CBC-88CD-6CFB64880710}" srcOrd="3" destOrd="0" parTransId="{87E24D20-3494-488E-8447-5D1165D20357}" sibTransId="{F70A817C-66FE-4E46-923A-E48C786D88F9}"/>
    <dgm:cxn modelId="{99EB3EE6-9140-4236-BEBE-43CD6A746160}" srcId="{E86F56A8-2D9B-4C0A-8A96-886256517F0B}" destId="{AA787CBE-47BC-473D-8724-FC37A248FBA0}" srcOrd="1" destOrd="0" parTransId="{9FFA75CB-D274-4D90-A866-59BD9F0B5BDA}" sibTransId="{91131DEF-C8BD-45C0-A1A4-43FE20F46B42}"/>
    <dgm:cxn modelId="{56F74291-5878-4567-848A-16EE03A49116}" type="presParOf" srcId="{DE9F24C9-0808-459B-9BC7-1458EDC2EB2D}" destId="{44E55C22-9DC5-4815-A7B2-2D12A30BA510}" srcOrd="0" destOrd="0" presId="urn:microsoft.com/office/officeart/2005/8/layout/vList3"/>
    <dgm:cxn modelId="{4465CC82-CBDE-4641-91CB-A3AC3633A514}" type="presParOf" srcId="{44E55C22-9DC5-4815-A7B2-2D12A30BA510}" destId="{FCF23C6B-E2D6-4D40-899D-08718006BFD7}" srcOrd="0" destOrd="0" presId="urn:microsoft.com/office/officeart/2005/8/layout/vList3"/>
    <dgm:cxn modelId="{23667BE3-B9DD-43CB-B2EA-326182A89081}" type="presParOf" srcId="{44E55C22-9DC5-4815-A7B2-2D12A30BA510}" destId="{0AEB23F0-EC81-4941-8D08-57E11BE1DEF4}" srcOrd="1" destOrd="0" presId="urn:microsoft.com/office/officeart/2005/8/layout/vList3"/>
    <dgm:cxn modelId="{04476184-B644-45F0-B9AD-2C570E0677F1}" type="presParOf" srcId="{DE9F24C9-0808-459B-9BC7-1458EDC2EB2D}" destId="{01E5AE83-537B-4CA6-9942-C510AE651078}" srcOrd="1" destOrd="0" presId="urn:microsoft.com/office/officeart/2005/8/layout/vList3"/>
    <dgm:cxn modelId="{C4DF52D0-224D-44F9-A2C8-B2822F3B957E}" type="presParOf" srcId="{DE9F24C9-0808-459B-9BC7-1458EDC2EB2D}" destId="{E59182FD-E8FB-40BB-8ED5-C54181C87B3F}" srcOrd="2" destOrd="0" presId="urn:microsoft.com/office/officeart/2005/8/layout/vList3"/>
    <dgm:cxn modelId="{0E0B5AE9-0D73-4173-8197-9B2D7B6F21BA}" type="presParOf" srcId="{E59182FD-E8FB-40BB-8ED5-C54181C87B3F}" destId="{9C23B01B-4886-4827-A39A-DF418E6073F0}" srcOrd="0" destOrd="0" presId="urn:microsoft.com/office/officeart/2005/8/layout/vList3"/>
    <dgm:cxn modelId="{1994A680-D2BB-45F1-B174-0946EE67C7DC}" type="presParOf" srcId="{E59182FD-E8FB-40BB-8ED5-C54181C87B3F}" destId="{5C6CC421-F34D-4AA1-BE72-3CAAD9E68C95}" srcOrd="1" destOrd="0" presId="urn:microsoft.com/office/officeart/2005/8/layout/vList3"/>
    <dgm:cxn modelId="{C5DDD16B-753A-47D3-B635-D9105EC7BE89}" type="presParOf" srcId="{DE9F24C9-0808-459B-9BC7-1458EDC2EB2D}" destId="{5393C8AA-C104-4835-BA61-4F53B5B0A91B}" srcOrd="3" destOrd="0" presId="urn:microsoft.com/office/officeart/2005/8/layout/vList3"/>
    <dgm:cxn modelId="{7F6CEBDF-441F-4A4F-991F-E3169CF8CFAC}" type="presParOf" srcId="{DE9F24C9-0808-459B-9BC7-1458EDC2EB2D}" destId="{0E1C2AB1-AC28-469C-B061-CC1EDA5E6311}" srcOrd="4" destOrd="0" presId="urn:microsoft.com/office/officeart/2005/8/layout/vList3"/>
    <dgm:cxn modelId="{1CD46CDE-BF1F-46DB-B355-20EB9376AAE7}" type="presParOf" srcId="{0E1C2AB1-AC28-469C-B061-CC1EDA5E6311}" destId="{A309BA01-78C1-4112-8A81-1206CAE9121C}" srcOrd="0" destOrd="0" presId="urn:microsoft.com/office/officeart/2005/8/layout/vList3"/>
    <dgm:cxn modelId="{D3EA73A1-521C-4EDE-8D81-97798E2BBD1F}" type="presParOf" srcId="{0E1C2AB1-AC28-469C-B061-CC1EDA5E6311}" destId="{BBDDA303-8ADF-4D87-B702-DFD861DFFDED}" srcOrd="1" destOrd="0" presId="urn:microsoft.com/office/officeart/2005/8/layout/vList3"/>
    <dgm:cxn modelId="{C3F9D7E7-802C-4E1D-AC6D-2FEAA87D0CE5}" type="presParOf" srcId="{DE9F24C9-0808-459B-9BC7-1458EDC2EB2D}" destId="{F9EC3668-E10F-48AA-ADED-A32797BD01E5}" srcOrd="5" destOrd="0" presId="urn:microsoft.com/office/officeart/2005/8/layout/vList3"/>
    <dgm:cxn modelId="{5E6D88FC-B862-4160-953B-939CA5233A9F}" type="presParOf" srcId="{DE9F24C9-0808-459B-9BC7-1458EDC2EB2D}" destId="{1AC8EDA6-5A7E-4144-B80B-0E09B280770F}" srcOrd="6" destOrd="0" presId="urn:microsoft.com/office/officeart/2005/8/layout/vList3"/>
    <dgm:cxn modelId="{D7CBC4F1-DAF1-4653-9F63-D33F6A526B47}" type="presParOf" srcId="{1AC8EDA6-5A7E-4144-B80B-0E09B280770F}" destId="{8686493A-380E-453A-AE96-AB976896AF27}" srcOrd="0" destOrd="0" presId="urn:microsoft.com/office/officeart/2005/8/layout/vList3"/>
    <dgm:cxn modelId="{8CE6EA06-D254-46AF-A555-12E0D3945A6F}" type="presParOf" srcId="{1AC8EDA6-5A7E-4144-B80B-0E09B280770F}" destId="{484089C5-38B7-4712-98F7-6CA8FCD6AFA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170A1A2C-A4A9-495E-95ED-AED43BE8DFA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94A9F5E-CCB6-49BE-B8EF-68C2739B4FA0}">
      <dgm:prSet/>
      <dgm:spPr/>
      <dgm:t>
        <a:bodyPr/>
        <a:lstStyle/>
        <a:p>
          <a:r>
            <a:rPr lang="ru-RU" b="0" i="0" dirty="0" err="1"/>
            <a:t>Козацько-селянські</a:t>
          </a:r>
          <a:r>
            <a:rPr lang="ru-RU" b="0" i="0" dirty="0"/>
            <a:t> </a:t>
          </a:r>
          <a:r>
            <a:rPr lang="ru-RU" b="0" i="0" dirty="0" err="1"/>
            <a:t>повстання</a:t>
          </a:r>
          <a:r>
            <a:rPr lang="ru-RU" b="0" i="0" dirty="0"/>
            <a:t> 1620-х - 1630-х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EA969D9B-D44C-4618-8E84-0CF5DE786B31}" type="parTrans" cxnId="{7696B35D-D62A-4128-8CF2-A15C1CFE33DB}">
      <dgm:prSet/>
      <dgm:spPr/>
      <dgm:t>
        <a:bodyPr/>
        <a:lstStyle/>
        <a:p>
          <a:endParaRPr lang="uk-UA"/>
        </a:p>
      </dgm:t>
    </dgm:pt>
    <dgm:pt modelId="{13C6709B-06DA-41D6-8CAF-BAE76B69066A}" type="sibTrans" cxnId="{7696B35D-D62A-4128-8CF2-A15C1CFE33DB}">
      <dgm:prSet/>
      <dgm:spPr/>
      <dgm:t>
        <a:bodyPr/>
        <a:lstStyle/>
        <a:p>
          <a:endParaRPr lang="uk-UA"/>
        </a:p>
      </dgm:t>
    </dgm:pt>
    <dgm:pt modelId="{3FF858D4-92EB-442C-9E05-5E5D6BA605E6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Коліївщина</a:t>
          </a:r>
          <a:r>
            <a:rPr lang="ru-RU" b="0" i="0" dirty="0"/>
            <a:t>»</a:t>
          </a:r>
          <a:endParaRPr lang="uk-UA" dirty="0"/>
        </a:p>
      </dgm:t>
    </dgm:pt>
    <dgm:pt modelId="{56716672-D843-4C4E-8C32-933D82046259}" type="parTrans" cxnId="{7DBF4DA3-263B-4D9A-B457-3F14A45E8326}">
      <dgm:prSet/>
      <dgm:spPr/>
      <dgm:t>
        <a:bodyPr/>
        <a:lstStyle/>
        <a:p>
          <a:endParaRPr lang="uk-UA"/>
        </a:p>
      </dgm:t>
    </dgm:pt>
    <dgm:pt modelId="{02F324F9-6A1D-47F0-A1FD-2EFF9AB02735}" type="sibTrans" cxnId="{7DBF4DA3-263B-4D9A-B457-3F14A45E8326}">
      <dgm:prSet/>
      <dgm:spPr/>
      <dgm:t>
        <a:bodyPr/>
        <a:lstStyle/>
        <a:p>
          <a:endParaRPr lang="uk-UA"/>
        </a:p>
      </dgm:t>
    </dgm:pt>
    <dgm:pt modelId="{A8CD2BB5-771D-4147-8160-BFD6CCBC9279}">
      <dgm:prSet/>
      <dgm:spPr/>
      <dgm:t>
        <a:bodyPr/>
        <a:lstStyle/>
        <a:p>
          <a:r>
            <a:rPr lang="ru-RU" b="0" i="0" dirty="0"/>
            <a:t>«Руїна»</a:t>
          </a:r>
          <a:endParaRPr lang="uk-UA" dirty="0"/>
        </a:p>
      </dgm:t>
    </dgm:pt>
    <dgm:pt modelId="{FAD60E86-567E-4AC4-8E52-F75A62D4B5B3}" type="parTrans" cxnId="{FC996A6F-284B-4D46-8438-9BA2BA8F6F56}">
      <dgm:prSet/>
      <dgm:spPr/>
      <dgm:t>
        <a:bodyPr/>
        <a:lstStyle/>
        <a:p>
          <a:endParaRPr lang="uk-UA"/>
        </a:p>
      </dgm:t>
    </dgm:pt>
    <dgm:pt modelId="{987E7E78-8C90-4E29-B446-DBF90D9A675E}" type="sibTrans" cxnId="{FC996A6F-284B-4D46-8438-9BA2BA8F6F56}">
      <dgm:prSet/>
      <dgm:spPr/>
      <dgm:t>
        <a:bodyPr/>
        <a:lstStyle/>
        <a:p>
          <a:endParaRPr lang="uk-UA"/>
        </a:p>
      </dgm:t>
    </dgm:pt>
    <dgm:pt modelId="{3D353BD4-0348-49F5-A3CA-E6F6547C9213}">
      <dgm:prSet/>
      <dgm:spPr/>
      <dgm:t>
        <a:bodyPr/>
        <a:lstStyle/>
        <a:p>
          <a:r>
            <a:rPr lang="ru-RU" b="0" i="0" dirty="0"/>
            <a:t>«Доба </a:t>
          </a:r>
          <a:r>
            <a:rPr lang="ru-RU" b="0" i="0" dirty="0" err="1"/>
            <a:t>героїчних</a:t>
          </a:r>
          <a:r>
            <a:rPr lang="ru-RU" b="0" i="0" dirty="0"/>
            <a:t> </a:t>
          </a:r>
          <a:r>
            <a:rPr lang="ru-RU" b="0" i="0" dirty="0" err="1"/>
            <a:t>походів</a:t>
          </a:r>
          <a:r>
            <a:rPr lang="ru-RU" b="0" i="0" dirty="0"/>
            <a:t>»</a:t>
          </a:r>
          <a:endParaRPr lang="uk-UA" dirty="0"/>
        </a:p>
      </dgm:t>
    </dgm:pt>
    <dgm:pt modelId="{B58FD597-32D4-4B5E-B4A6-B828E05BC94F}" type="parTrans" cxnId="{D8712E80-E7E9-4C80-AF00-ECF90DE0A92F}">
      <dgm:prSet/>
      <dgm:spPr/>
      <dgm:t>
        <a:bodyPr/>
        <a:lstStyle/>
        <a:p>
          <a:endParaRPr lang="uk-UA"/>
        </a:p>
      </dgm:t>
    </dgm:pt>
    <dgm:pt modelId="{D7BF6895-1AE6-470C-84BD-4B76BD877377}" type="sibTrans" cxnId="{D8712E80-E7E9-4C80-AF00-ECF90DE0A92F}">
      <dgm:prSet/>
      <dgm:spPr/>
      <dgm:t>
        <a:bodyPr/>
        <a:lstStyle/>
        <a:p>
          <a:endParaRPr lang="uk-UA"/>
        </a:p>
      </dgm:t>
    </dgm:pt>
    <dgm:pt modelId="{D4DD1137-8A16-4AB2-9990-14869D48C4B4}" type="pres">
      <dgm:prSet presAssocID="{170A1A2C-A4A9-495E-95ED-AED43BE8DFAA}" presName="linear" presStyleCnt="0">
        <dgm:presLayoutVars>
          <dgm:animLvl val="lvl"/>
          <dgm:resizeHandles val="exact"/>
        </dgm:presLayoutVars>
      </dgm:prSet>
      <dgm:spPr/>
    </dgm:pt>
    <dgm:pt modelId="{133E3C70-B4A2-4D26-AF94-7F0C8D0BFAEF}" type="pres">
      <dgm:prSet presAssocID="{694A9F5E-CCB6-49BE-B8EF-68C2739B4F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6919A9-4C11-464C-BD06-3F3CA8E4EF86}" type="pres">
      <dgm:prSet presAssocID="{13C6709B-06DA-41D6-8CAF-BAE76B69066A}" presName="spacer" presStyleCnt="0"/>
      <dgm:spPr/>
    </dgm:pt>
    <dgm:pt modelId="{2A415813-7E76-480D-A379-3D803938E6D7}" type="pres">
      <dgm:prSet presAssocID="{3FF858D4-92EB-442C-9E05-5E5D6BA605E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1AA5AE0-BFD2-49E2-9256-40954ACC695C}" type="pres">
      <dgm:prSet presAssocID="{02F324F9-6A1D-47F0-A1FD-2EFF9AB02735}" presName="spacer" presStyleCnt="0"/>
      <dgm:spPr/>
    </dgm:pt>
    <dgm:pt modelId="{8EE6E644-B276-4A10-B0A0-D603EA3846E5}" type="pres">
      <dgm:prSet presAssocID="{A8CD2BB5-771D-4147-8160-BFD6CCBC92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E20154-E1AA-428D-9299-FC9C3B15CE90}" type="pres">
      <dgm:prSet presAssocID="{987E7E78-8C90-4E29-B446-DBF90D9A675E}" presName="spacer" presStyleCnt="0"/>
      <dgm:spPr/>
    </dgm:pt>
    <dgm:pt modelId="{7FB1EE5D-EEAF-4B43-97F6-B6B764FC1CAC}" type="pres">
      <dgm:prSet presAssocID="{3D353BD4-0348-49F5-A3CA-E6F6547C921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194313-5776-4978-B184-947E720DA172}" type="presOf" srcId="{3FF858D4-92EB-442C-9E05-5E5D6BA605E6}" destId="{2A415813-7E76-480D-A379-3D803938E6D7}" srcOrd="0" destOrd="0" presId="urn:microsoft.com/office/officeart/2005/8/layout/vList2"/>
    <dgm:cxn modelId="{7696B35D-D62A-4128-8CF2-A15C1CFE33DB}" srcId="{170A1A2C-A4A9-495E-95ED-AED43BE8DFAA}" destId="{694A9F5E-CCB6-49BE-B8EF-68C2739B4FA0}" srcOrd="0" destOrd="0" parTransId="{EA969D9B-D44C-4618-8E84-0CF5DE786B31}" sibTransId="{13C6709B-06DA-41D6-8CAF-BAE76B69066A}"/>
    <dgm:cxn modelId="{C50B2D42-7542-4008-99CE-005A17F770DD}" type="presOf" srcId="{694A9F5E-CCB6-49BE-B8EF-68C2739B4FA0}" destId="{133E3C70-B4A2-4D26-AF94-7F0C8D0BFAEF}" srcOrd="0" destOrd="0" presId="urn:microsoft.com/office/officeart/2005/8/layout/vList2"/>
    <dgm:cxn modelId="{FC996A6F-284B-4D46-8438-9BA2BA8F6F56}" srcId="{170A1A2C-A4A9-495E-95ED-AED43BE8DFAA}" destId="{A8CD2BB5-771D-4147-8160-BFD6CCBC9279}" srcOrd="2" destOrd="0" parTransId="{FAD60E86-567E-4AC4-8E52-F75A62D4B5B3}" sibTransId="{987E7E78-8C90-4E29-B446-DBF90D9A675E}"/>
    <dgm:cxn modelId="{D8712E80-E7E9-4C80-AF00-ECF90DE0A92F}" srcId="{170A1A2C-A4A9-495E-95ED-AED43BE8DFAA}" destId="{3D353BD4-0348-49F5-A3CA-E6F6547C9213}" srcOrd="3" destOrd="0" parTransId="{B58FD597-32D4-4B5E-B4A6-B828E05BC94F}" sibTransId="{D7BF6895-1AE6-470C-84BD-4B76BD877377}"/>
    <dgm:cxn modelId="{7DBF4DA3-263B-4D9A-B457-3F14A45E8326}" srcId="{170A1A2C-A4A9-495E-95ED-AED43BE8DFAA}" destId="{3FF858D4-92EB-442C-9E05-5E5D6BA605E6}" srcOrd="1" destOrd="0" parTransId="{56716672-D843-4C4E-8C32-933D82046259}" sibTransId="{02F324F9-6A1D-47F0-A1FD-2EFF9AB02735}"/>
    <dgm:cxn modelId="{D76A20B9-1A5E-49F6-B2C5-8E45589A2945}" type="presOf" srcId="{3D353BD4-0348-49F5-A3CA-E6F6547C9213}" destId="{7FB1EE5D-EEAF-4B43-97F6-B6B764FC1CAC}" srcOrd="0" destOrd="0" presId="urn:microsoft.com/office/officeart/2005/8/layout/vList2"/>
    <dgm:cxn modelId="{A83AB9C5-3A03-42DE-8389-90EF65FCDA32}" type="presOf" srcId="{170A1A2C-A4A9-495E-95ED-AED43BE8DFAA}" destId="{D4DD1137-8A16-4AB2-9990-14869D48C4B4}" srcOrd="0" destOrd="0" presId="urn:microsoft.com/office/officeart/2005/8/layout/vList2"/>
    <dgm:cxn modelId="{32068BF4-DD54-4008-9E05-2C85A5215927}" type="presOf" srcId="{A8CD2BB5-771D-4147-8160-BFD6CCBC9279}" destId="{8EE6E644-B276-4A10-B0A0-D603EA3846E5}" srcOrd="0" destOrd="0" presId="urn:microsoft.com/office/officeart/2005/8/layout/vList2"/>
    <dgm:cxn modelId="{A7E8D7E1-CDD9-4659-B117-3649401C71D7}" type="presParOf" srcId="{D4DD1137-8A16-4AB2-9990-14869D48C4B4}" destId="{133E3C70-B4A2-4D26-AF94-7F0C8D0BFAEF}" srcOrd="0" destOrd="0" presId="urn:microsoft.com/office/officeart/2005/8/layout/vList2"/>
    <dgm:cxn modelId="{95F488A7-8EDC-4C4B-9B19-9A5FCA89D1B3}" type="presParOf" srcId="{D4DD1137-8A16-4AB2-9990-14869D48C4B4}" destId="{166919A9-4C11-464C-BD06-3F3CA8E4EF86}" srcOrd="1" destOrd="0" presId="urn:microsoft.com/office/officeart/2005/8/layout/vList2"/>
    <dgm:cxn modelId="{C27756A8-1C59-48CA-B073-56716B15D8E7}" type="presParOf" srcId="{D4DD1137-8A16-4AB2-9990-14869D48C4B4}" destId="{2A415813-7E76-480D-A379-3D803938E6D7}" srcOrd="2" destOrd="0" presId="urn:microsoft.com/office/officeart/2005/8/layout/vList2"/>
    <dgm:cxn modelId="{A1A8349C-3CA2-4D27-9DDF-00F1C5FABFF4}" type="presParOf" srcId="{D4DD1137-8A16-4AB2-9990-14869D48C4B4}" destId="{F1AA5AE0-BFD2-49E2-9256-40954ACC695C}" srcOrd="3" destOrd="0" presId="urn:microsoft.com/office/officeart/2005/8/layout/vList2"/>
    <dgm:cxn modelId="{8362B4EC-F737-49DB-A60E-56E1BAC2DF1E}" type="presParOf" srcId="{D4DD1137-8A16-4AB2-9990-14869D48C4B4}" destId="{8EE6E644-B276-4A10-B0A0-D603EA3846E5}" srcOrd="4" destOrd="0" presId="urn:microsoft.com/office/officeart/2005/8/layout/vList2"/>
    <dgm:cxn modelId="{0BC6FDA8-623B-471D-B850-761759CFBD66}" type="presParOf" srcId="{D4DD1137-8A16-4AB2-9990-14869D48C4B4}" destId="{05E20154-E1AA-428D-9299-FC9C3B15CE90}" srcOrd="5" destOrd="0" presId="urn:microsoft.com/office/officeart/2005/8/layout/vList2"/>
    <dgm:cxn modelId="{F89868F7-3349-4B34-87C4-BDD8B29915A0}" type="presParOf" srcId="{D4DD1137-8A16-4AB2-9990-14869D48C4B4}" destId="{7FB1EE5D-EEAF-4B43-97F6-B6B764FC1C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8767AE8F-E3C2-4437-B255-09FBA75A35E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4147091-B4D3-4486-800A-5D702FCB1703}">
      <dgm:prSet/>
      <dgm:spPr/>
      <dgm:t>
        <a:bodyPr/>
        <a:lstStyle/>
        <a:p>
          <a:r>
            <a:rPr lang="ru-RU" b="0" i="0" dirty="0"/>
            <a:t>«Тарасова </a:t>
          </a:r>
          <a:r>
            <a:rPr lang="ru-RU" b="0" i="0" dirty="0" err="1"/>
            <a:t>ніч</a:t>
          </a:r>
          <a:r>
            <a:rPr lang="ru-RU" b="0" i="0" dirty="0"/>
            <a:t>»</a:t>
          </a:r>
          <a:endParaRPr lang="uk-UA" dirty="0"/>
        </a:p>
      </dgm:t>
    </dgm:pt>
    <dgm:pt modelId="{00003337-5AA4-45BD-80C7-F324E36FC9A9}" type="parTrans" cxnId="{CCE64756-7D3A-43FD-97D2-03A13E20B1AA}">
      <dgm:prSet/>
      <dgm:spPr/>
      <dgm:t>
        <a:bodyPr/>
        <a:lstStyle/>
        <a:p>
          <a:endParaRPr lang="uk-UA"/>
        </a:p>
      </dgm:t>
    </dgm:pt>
    <dgm:pt modelId="{8661C399-06EC-41A3-A64D-1FD3047E8686}" type="sibTrans" cxnId="{CCE64756-7D3A-43FD-97D2-03A13E20B1AA}">
      <dgm:prSet/>
      <dgm:spPr/>
      <dgm:t>
        <a:bodyPr/>
        <a:lstStyle/>
        <a:p>
          <a:endParaRPr lang="uk-UA"/>
        </a:p>
      </dgm:t>
    </dgm:pt>
    <dgm:pt modelId="{CE66C083-1293-432E-862F-4082AA6447A1}">
      <dgm:prSet/>
      <dgm:spPr/>
      <dgm:t>
        <a:bodyPr/>
        <a:lstStyle/>
        <a:p>
          <a:r>
            <a:rPr lang="ru-RU" b="0" i="0" dirty="0"/>
            <a:t>«В </a:t>
          </a:r>
          <a:r>
            <a:rPr lang="ru-RU" b="0" i="0" dirty="0" err="1"/>
            <a:t>Путивлі-граді</a:t>
          </a:r>
          <a:r>
            <a:rPr lang="ru-RU" b="0" i="0" dirty="0"/>
            <a:t> </a:t>
          </a:r>
          <a:r>
            <a:rPr lang="ru-RU" b="0" i="0" dirty="0" err="1"/>
            <a:t>вранці</a:t>
          </a:r>
          <a:r>
            <a:rPr lang="ru-RU" b="0" i="0" dirty="0"/>
            <a:t>-рано...»</a:t>
          </a:r>
          <a:endParaRPr lang="uk-UA" dirty="0"/>
        </a:p>
      </dgm:t>
    </dgm:pt>
    <dgm:pt modelId="{1A15D6B0-649E-48AF-ADEB-08EC58E6E7C8}" type="parTrans" cxnId="{E01427AB-CE6E-437A-AB61-81DB12F4307D}">
      <dgm:prSet/>
      <dgm:spPr/>
      <dgm:t>
        <a:bodyPr/>
        <a:lstStyle/>
        <a:p>
          <a:endParaRPr lang="uk-UA"/>
        </a:p>
      </dgm:t>
    </dgm:pt>
    <dgm:pt modelId="{4B230E90-2064-478B-9147-BD6BB6C6C6A4}" type="sibTrans" cxnId="{E01427AB-CE6E-437A-AB61-81DB12F4307D}">
      <dgm:prSet/>
      <dgm:spPr/>
      <dgm:t>
        <a:bodyPr/>
        <a:lstStyle/>
        <a:p>
          <a:endParaRPr lang="uk-UA"/>
        </a:p>
      </dgm:t>
    </dgm:pt>
    <dgm:pt modelId="{D9F02A69-2C7D-4904-AACD-8C1ED57B692B}">
      <dgm:prSet/>
      <dgm:spPr/>
      <dgm:t>
        <a:bodyPr/>
        <a:lstStyle/>
        <a:p>
          <a:r>
            <a:rPr lang="ru-RU" b="0" i="0"/>
            <a:t>«Гамалія»</a:t>
          </a:r>
          <a:endParaRPr lang="uk-UA"/>
        </a:p>
      </dgm:t>
    </dgm:pt>
    <dgm:pt modelId="{503288B0-4B61-42B7-9302-A187759A00C7}" type="parTrans" cxnId="{C8C8EB0B-A1B4-453E-BFF1-BD470922F83B}">
      <dgm:prSet/>
      <dgm:spPr/>
      <dgm:t>
        <a:bodyPr/>
        <a:lstStyle/>
        <a:p>
          <a:endParaRPr lang="uk-UA"/>
        </a:p>
      </dgm:t>
    </dgm:pt>
    <dgm:pt modelId="{A8D9D465-446D-4D6D-AE49-25B3C58D7CAE}" type="sibTrans" cxnId="{C8C8EB0B-A1B4-453E-BFF1-BD470922F83B}">
      <dgm:prSet/>
      <dgm:spPr/>
      <dgm:t>
        <a:bodyPr/>
        <a:lstStyle/>
        <a:p>
          <a:endParaRPr lang="uk-UA"/>
        </a:p>
      </dgm:t>
    </dgm:pt>
    <dgm:pt modelId="{421F4F35-E606-48DC-8962-F134D22072B3}">
      <dgm:prSet/>
      <dgm:spPr/>
      <dgm:t>
        <a:bodyPr/>
        <a:lstStyle/>
        <a:p>
          <a:r>
            <a:rPr lang="ru-RU" b="0" i="0"/>
            <a:t>«Чигрине, Чигрине...»</a:t>
          </a:r>
          <a:endParaRPr lang="uk-UA"/>
        </a:p>
      </dgm:t>
    </dgm:pt>
    <dgm:pt modelId="{2DF77FB1-38FB-459E-A667-CAAE53B77A54}" type="parTrans" cxnId="{D6BDF635-FE0C-44F6-A2D1-3A9A050D2F87}">
      <dgm:prSet/>
      <dgm:spPr/>
      <dgm:t>
        <a:bodyPr/>
        <a:lstStyle/>
        <a:p>
          <a:endParaRPr lang="uk-UA"/>
        </a:p>
      </dgm:t>
    </dgm:pt>
    <dgm:pt modelId="{539CBDD8-699E-4843-AABD-F5ACCC76D2DD}" type="sibTrans" cxnId="{D6BDF635-FE0C-44F6-A2D1-3A9A050D2F87}">
      <dgm:prSet/>
      <dgm:spPr/>
      <dgm:t>
        <a:bodyPr/>
        <a:lstStyle/>
        <a:p>
          <a:endParaRPr lang="uk-UA"/>
        </a:p>
      </dgm:t>
    </dgm:pt>
    <dgm:pt modelId="{0C520875-B7C8-4112-BE87-8E5FC7A2541E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Холодний</a:t>
          </a:r>
          <a:r>
            <a:rPr lang="ru-RU" b="0" i="0" dirty="0"/>
            <a:t> Яр»</a:t>
          </a:r>
          <a:endParaRPr lang="uk-UA" dirty="0"/>
        </a:p>
      </dgm:t>
    </dgm:pt>
    <dgm:pt modelId="{BF8D0CCF-E95F-4AD6-A14E-B06CA86D5E7E}" type="parTrans" cxnId="{882AE931-DF57-46B1-B3AD-88C3736E5CE0}">
      <dgm:prSet/>
      <dgm:spPr/>
      <dgm:t>
        <a:bodyPr/>
        <a:lstStyle/>
        <a:p>
          <a:endParaRPr lang="uk-UA"/>
        </a:p>
      </dgm:t>
    </dgm:pt>
    <dgm:pt modelId="{92E59F82-CB58-4166-9991-79990D99A020}" type="sibTrans" cxnId="{882AE931-DF57-46B1-B3AD-88C3736E5CE0}">
      <dgm:prSet/>
      <dgm:spPr/>
      <dgm:t>
        <a:bodyPr/>
        <a:lstStyle/>
        <a:p>
          <a:endParaRPr lang="uk-UA"/>
        </a:p>
      </dgm:t>
    </dgm:pt>
    <dgm:pt modelId="{E519F6DB-1698-4D1A-BF3E-9ACC85A06579}" type="pres">
      <dgm:prSet presAssocID="{8767AE8F-E3C2-4437-B255-09FBA75A35E4}" presName="linearFlow" presStyleCnt="0">
        <dgm:presLayoutVars>
          <dgm:dir/>
          <dgm:resizeHandles val="exact"/>
        </dgm:presLayoutVars>
      </dgm:prSet>
      <dgm:spPr/>
    </dgm:pt>
    <dgm:pt modelId="{DF4DA72C-0CDB-4938-BF64-70CA22B7B652}" type="pres">
      <dgm:prSet presAssocID="{84147091-B4D3-4486-800A-5D702FCB1703}" presName="composite" presStyleCnt="0"/>
      <dgm:spPr/>
    </dgm:pt>
    <dgm:pt modelId="{3B946C97-6550-4207-9F06-A212AE603113}" type="pres">
      <dgm:prSet presAssocID="{84147091-B4D3-4486-800A-5D702FCB1703}" presName="imgShp" presStyleLbl="fgImgPlace1" presStyleIdx="0" presStyleCnt="5"/>
      <dgm:spPr/>
    </dgm:pt>
    <dgm:pt modelId="{2E357B2A-8DC8-47EF-8302-B7A8E5EC8935}" type="pres">
      <dgm:prSet presAssocID="{84147091-B4D3-4486-800A-5D702FCB1703}" presName="txShp" presStyleLbl="node1" presStyleIdx="0" presStyleCnt="5">
        <dgm:presLayoutVars>
          <dgm:bulletEnabled val="1"/>
        </dgm:presLayoutVars>
      </dgm:prSet>
      <dgm:spPr/>
    </dgm:pt>
    <dgm:pt modelId="{909E005E-E096-4567-90E4-D294BBD7B565}" type="pres">
      <dgm:prSet presAssocID="{8661C399-06EC-41A3-A64D-1FD3047E8686}" presName="spacing" presStyleCnt="0"/>
      <dgm:spPr/>
    </dgm:pt>
    <dgm:pt modelId="{9C04ED13-39F7-41B0-BA63-12F7C0D94433}" type="pres">
      <dgm:prSet presAssocID="{CE66C083-1293-432E-862F-4082AA6447A1}" presName="composite" presStyleCnt="0"/>
      <dgm:spPr/>
    </dgm:pt>
    <dgm:pt modelId="{2C3AC410-F60A-47E2-80B9-CE69CFBDB0A0}" type="pres">
      <dgm:prSet presAssocID="{CE66C083-1293-432E-862F-4082AA6447A1}" presName="imgShp" presStyleLbl="fgImgPlace1" presStyleIdx="1" presStyleCnt="5"/>
      <dgm:spPr/>
    </dgm:pt>
    <dgm:pt modelId="{C565824F-76C0-4C71-A010-AF59303822BE}" type="pres">
      <dgm:prSet presAssocID="{CE66C083-1293-432E-862F-4082AA6447A1}" presName="txShp" presStyleLbl="node1" presStyleIdx="1" presStyleCnt="5">
        <dgm:presLayoutVars>
          <dgm:bulletEnabled val="1"/>
        </dgm:presLayoutVars>
      </dgm:prSet>
      <dgm:spPr/>
    </dgm:pt>
    <dgm:pt modelId="{0112B209-8673-4C63-A7F6-C8675D2466E6}" type="pres">
      <dgm:prSet presAssocID="{4B230E90-2064-478B-9147-BD6BB6C6C6A4}" presName="spacing" presStyleCnt="0"/>
      <dgm:spPr/>
    </dgm:pt>
    <dgm:pt modelId="{E5E680FC-A0BB-430B-8693-1D3CFD0F0228}" type="pres">
      <dgm:prSet presAssocID="{D9F02A69-2C7D-4904-AACD-8C1ED57B692B}" presName="composite" presStyleCnt="0"/>
      <dgm:spPr/>
    </dgm:pt>
    <dgm:pt modelId="{72B3624B-3391-4945-AACE-59275ED987E1}" type="pres">
      <dgm:prSet presAssocID="{D9F02A69-2C7D-4904-AACD-8C1ED57B692B}" presName="imgShp" presStyleLbl="fgImgPlace1" presStyleIdx="2" presStyleCnt="5"/>
      <dgm:spPr/>
    </dgm:pt>
    <dgm:pt modelId="{DD358BDC-F5CC-4E92-B36E-F0663EB1F491}" type="pres">
      <dgm:prSet presAssocID="{D9F02A69-2C7D-4904-AACD-8C1ED57B692B}" presName="txShp" presStyleLbl="node1" presStyleIdx="2" presStyleCnt="5">
        <dgm:presLayoutVars>
          <dgm:bulletEnabled val="1"/>
        </dgm:presLayoutVars>
      </dgm:prSet>
      <dgm:spPr/>
    </dgm:pt>
    <dgm:pt modelId="{E9FFCC7B-03AA-4B61-8EEE-E7F728A42ECA}" type="pres">
      <dgm:prSet presAssocID="{A8D9D465-446D-4D6D-AE49-25B3C58D7CAE}" presName="spacing" presStyleCnt="0"/>
      <dgm:spPr/>
    </dgm:pt>
    <dgm:pt modelId="{3A6CFC0E-5D82-4CF0-92E7-3D124F0E3A3C}" type="pres">
      <dgm:prSet presAssocID="{421F4F35-E606-48DC-8962-F134D22072B3}" presName="composite" presStyleCnt="0"/>
      <dgm:spPr/>
    </dgm:pt>
    <dgm:pt modelId="{98CC0F5B-EC9F-459A-982A-409D41D6579A}" type="pres">
      <dgm:prSet presAssocID="{421F4F35-E606-48DC-8962-F134D22072B3}" presName="imgShp" presStyleLbl="fgImgPlace1" presStyleIdx="3" presStyleCnt="5"/>
      <dgm:spPr/>
    </dgm:pt>
    <dgm:pt modelId="{4D823C73-5C30-41D5-BB72-EAF85D562526}" type="pres">
      <dgm:prSet presAssocID="{421F4F35-E606-48DC-8962-F134D22072B3}" presName="txShp" presStyleLbl="node1" presStyleIdx="3" presStyleCnt="5">
        <dgm:presLayoutVars>
          <dgm:bulletEnabled val="1"/>
        </dgm:presLayoutVars>
      </dgm:prSet>
      <dgm:spPr/>
    </dgm:pt>
    <dgm:pt modelId="{70E896FB-AC2A-49E8-9B20-37C31292C1FA}" type="pres">
      <dgm:prSet presAssocID="{539CBDD8-699E-4843-AABD-F5ACCC76D2DD}" presName="spacing" presStyleCnt="0"/>
      <dgm:spPr/>
    </dgm:pt>
    <dgm:pt modelId="{FCA2841F-3941-45A1-93C9-D776A4CA54B9}" type="pres">
      <dgm:prSet presAssocID="{0C520875-B7C8-4112-BE87-8E5FC7A2541E}" presName="composite" presStyleCnt="0"/>
      <dgm:spPr/>
    </dgm:pt>
    <dgm:pt modelId="{790B30B3-3BDB-49BE-A130-A5C657358BBC}" type="pres">
      <dgm:prSet presAssocID="{0C520875-B7C8-4112-BE87-8E5FC7A2541E}" presName="imgShp" presStyleLbl="fgImgPlace1" presStyleIdx="4" presStyleCnt="5"/>
      <dgm:spPr/>
    </dgm:pt>
    <dgm:pt modelId="{A3BDAF22-F251-4B64-BA00-56653872D1BF}" type="pres">
      <dgm:prSet presAssocID="{0C520875-B7C8-4112-BE87-8E5FC7A2541E}" presName="txShp" presStyleLbl="node1" presStyleIdx="4" presStyleCnt="5">
        <dgm:presLayoutVars>
          <dgm:bulletEnabled val="1"/>
        </dgm:presLayoutVars>
      </dgm:prSet>
      <dgm:spPr/>
    </dgm:pt>
  </dgm:ptLst>
  <dgm:cxnLst>
    <dgm:cxn modelId="{C8C8EB0B-A1B4-453E-BFF1-BD470922F83B}" srcId="{8767AE8F-E3C2-4437-B255-09FBA75A35E4}" destId="{D9F02A69-2C7D-4904-AACD-8C1ED57B692B}" srcOrd="2" destOrd="0" parTransId="{503288B0-4B61-42B7-9302-A187759A00C7}" sibTransId="{A8D9D465-446D-4D6D-AE49-25B3C58D7CAE}"/>
    <dgm:cxn modelId="{882AE931-DF57-46B1-B3AD-88C3736E5CE0}" srcId="{8767AE8F-E3C2-4437-B255-09FBA75A35E4}" destId="{0C520875-B7C8-4112-BE87-8E5FC7A2541E}" srcOrd="4" destOrd="0" parTransId="{BF8D0CCF-E95F-4AD6-A14E-B06CA86D5E7E}" sibTransId="{92E59F82-CB58-4166-9991-79990D99A020}"/>
    <dgm:cxn modelId="{5D4BBD32-CFFC-4B96-8E98-97E48F793D75}" type="presOf" srcId="{421F4F35-E606-48DC-8962-F134D22072B3}" destId="{4D823C73-5C30-41D5-BB72-EAF85D562526}" srcOrd="0" destOrd="0" presId="urn:microsoft.com/office/officeart/2005/8/layout/vList3"/>
    <dgm:cxn modelId="{D6BDF635-FE0C-44F6-A2D1-3A9A050D2F87}" srcId="{8767AE8F-E3C2-4437-B255-09FBA75A35E4}" destId="{421F4F35-E606-48DC-8962-F134D22072B3}" srcOrd="3" destOrd="0" parTransId="{2DF77FB1-38FB-459E-A667-CAAE53B77A54}" sibTransId="{539CBDD8-699E-4843-AABD-F5ACCC76D2DD}"/>
    <dgm:cxn modelId="{8D9B7663-A283-4020-8E06-42767A324A06}" type="presOf" srcId="{D9F02A69-2C7D-4904-AACD-8C1ED57B692B}" destId="{DD358BDC-F5CC-4E92-B36E-F0663EB1F491}" srcOrd="0" destOrd="0" presId="urn:microsoft.com/office/officeart/2005/8/layout/vList3"/>
    <dgm:cxn modelId="{CCE64756-7D3A-43FD-97D2-03A13E20B1AA}" srcId="{8767AE8F-E3C2-4437-B255-09FBA75A35E4}" destId="{84147091-B4D3-4486-800A-5D702FCB1703}" srcOrd="0" destOrd="0" parTransId="{00003337-5AA4-45BD-80C7-F324E36FC9A9}" sibTransId="{8661C399-06EC-41A3-A64D-1FD3047E8686}"/>
    <dgm:cxn modelId="{16FCF759-7784-4A9A-B37B-26043F21B07D}" type="presOf" srcId="{0C520875-B7C8-4112-BE87-8E5FC7A2541E}" destId="{A3BDAF22-F251-4B64-BA00-56653872D1BF}" srcOrd="0" destOrd="0" presId="urn:microsoft.com/office/officeart/2005/8/layout/vList3"/>
    <dgm:cxn modelId="{B796385A-62A6-49C0-917D-B9480434A848}" type="presOf" srcId="{CE66C083-1293-432E-862F-4082AA6447A1}" destId="{C565824F-76C0-4C71-A010-AF59303822BE}" srcOrd="0" destOrd="0" presId="urn:microsoft.com/office/officeart/2005/8/layout/vList3"/>
    <dgm:cxn modelId="{75A0B97D-19BC-47A2-A24B-60558629FD18}" type="presOf" srcId="{84147091-B4D3-4486-800A-5D702FCB1703}" destId="{2E357B2A-8DC8-47EF-8302-B7A8E5EC8935}" srcOrd="0" destOrd="0" presId="urn:microsoft.com/office/officeart/2005/8/layout/vList3"/>
    <dgm:cxn modelId="{C6356E95-4F56-410F-BA97-2AA0200B23FC}" type="presOf" srcId="{8767AE8F-E3C2-4437-B255-09FBA75A35E4}" destId="{E519F6DB-1698-4D1A-BF3E-9ACC85A06579}" srcOrd="0" destOrd="0" presId="urn:microsoft.com/office/officeart/2005/8/layout/vList3"/>
    <dgm:cxn modelId="{E01427AB-CE6E-437A-AB61-81DB12F4307D}" srcId="{8767AE8F-E3C2-4437-B255-09FBA75A35E4}" destId="{CE66C083-1293-432E-862F-4082AA6447A1}" srcOrd="1" destOrd="0" parTransId="{1A15D6B0-649E-48AF-ADEB-08EC58E6E7C8}" sibTransId="{4B230E90-2064-478B-9147-BD6BB6C6C6A4}"/>
    <dgm:cxn modelId="{6196F78C-C6CD-433F-B355-60F011F1156B}" type="presParOf" srcId="{E519F6DB-1698-4D1A-BF3E-9ACC85A06579}" destId="{DF4DA72C-0CDB-4938-BF64-70CA22B7B652}" srcOrd="0" destOrd="0" presId="urn:microsoft.com/office/officeart/2005/8/layout/vList3"/>
    <dgm:cxn modelId="{C03C2B37-CF7B-4C88-AB6C-AE3B38724C0F}" type="presParOf" srcId="{DF4DA72C-0CDB-4938-BF64-70CA22B7B652}" destId="{3B946C97-6550-4207-9F06-A212AE603113}" srcOrd="0" destOrd="0" presId="urn:microsoft.com/office/officeart/2005/8/layout/vList3"/>
    <dgm:cxn modelId="{F0ED3FBA-5509-43E5-A51C-980061D24529}" type="presParOf" srcId="{DF4DA72C-0CDB-4938-BF64-70CA22B7B652}" destId="{2E357B2A-8DC8-47EF-8302-B7A8E5EC8935}" srcOrd="1" destOrd="0" presId="urn:microsoft.com/office/officeart/2005/8/layout/vList3"/>
    <dgm:cxn modelId="{B5663215-A82B-412B-8C4F-79AFA1B54184}" type="presParOf" srcId="{E519F6DB-1698-4D1A-BF3E-9ACC85A06579}" destId="{909E005E-E096-4567-90E4-D294BBD7B565}" srcOrd="1" destOrd="0" presId="urn:microsoft.com/office/officeart/2005/8/layout/vList3"/>
    <dgm:cxn modelId="{1EBFB7C9-8BBB-4F13-AC97-7597E55E287E}" type="presParOf" srcId="{E519F6DB-1698-4D1A-BF3E-9ACC85A06579}" destId="{9C04ED13-39F7-41B0-BA63-12F7C0D94433}" srcOrd="2" destOrd="0" presId="urn:microsoft.com/office/officeart/2005/8/layout/vList3"/>
    <dgm:cxn modelId="{F37AA328-DFB4-4819-951B-6C9D7303345D}" type="presParOf" srcId="{9C04ED13-39F7-41B0-BA63-12F7C0D94433}" destId="{2C3AC410-F60A-47E2-80B9-CE69CFBDB0A0}" srcOrd="0" destOrd="0" presId="urn:microsoft.com/office/officeart/2005/8/layout/vList3"/>
    <dgm:cxn modelId="{2BE2662A-F368-470E-8876-CC21D67B99F2}" type="presParOf" srcId="{9C04ED13-39F7-41B0-BA63-12F7C0D94433}" destId="{C565824F-76C0-4C71-A010-AF59303822BE}" srcOrd="1" destOrd="0" presId="urn:microsoft.com/office/officeart/2005/8/layout/vList3"/>
    <dgm:cxn modelId="{A4CB4B75-F420-4246-BD58-9948511C6FAC}" type="presParOf" srcId="{E519F6DB-1698-4D1A-BF3E-9ACC85A06579}" destId="{0112B209-8673-4C63-A7F6-C8675D2466E6}" srcOrd="3" destOrd="0" presId="urn:microsoft.com/office/officeart/2005/8/layout/vList3"/>
    <dgm:cxn modelId="{3A014C98-045B-4B0B-BA85-B17BB161E7CB}" type="presParOf" srcId="{E519F6DB-1698-4D1A-BF3E-9ACC85A06579}" destId="{E5E680FC-A0BB-430B-8693-1D3CFD0F0228}" srcOrd="4" destOrd="0" presId="urn:microsoft.com/office/officeart/2005/8/layout/vList3"/>
    <dgm:cxn modelId="{2E69D2D7-7861-4217-A779-E5D83C012E46}" type="presParOf" srcId="{E5E680FC-A0BB-430B-8693-1D3CFD0F0228}" destId="{72B3624B-3391-4945-AACE-59275ED987E1}" srcOrd="0" destOrd="0" presId="urn:microsoft.com/office/officeart/2005/8/layout/vList3"/>
    <dgm:cxn modelId="{CB90B119-C1DA-430C-8438-5CCF8E0EAC31}" type="presParOf" srcId="{E5E680FC-A0BB-430B-8693-1D3CFD0F0228}" destId="{DD358BDC-F5CC-4E92-B36E-F0663EB1F491}" srcOrd="1" destOrd="0" presId="urn:microsoft.com/office/officeart/2005/8/layout/vList3"/>
    <dgm:cxn modelId="{CE1988B3-E85C-4920-BBE1-04219DABA955}" type="presParOf" srcId="{E519F6DB-1698-4D1A-BF3E-9ACC85A06579}" destId="{E9FFCC7B-03AA-4B61-8EEE-E7F728A42ECA}" srcOrd="5" destOrd="0" presId="urn:microsoft.com/office/officeart/2005/8/layout/vList3"/>
    <dgm:cxn modelId="{67E61DEE-C58F-42BF-A7B8-044A493BA697}" type="presParOf" srcId="{E519F6DB-1698-4D1A-BF3E-9ACC85A06579}" destId="{3A6CFC0E-5D82-4CF0-92E7-3D124F0E3A3C}" srcOrd="6" destOrd="0" presId="urn:microsoft.com/office/officeart/2005/8/layout/vList3"/>
    <dgm:cxn modelId="{F770BC3F-0621-467B-A76C-50B2A3955361}" type="presParOf" srcId="{3A6CFC0E-5D82-4CF0-92E7-3D124F0E3A3C}" destId="{98CC0F5B-EC9F-459A-982A-409D41D6579A}" srcOrd="0" destOrd="0" presId="urn:microsoft.com/office/officeart/2005/8/layout/vList3"/>
    <dgm:cxn modelId="{DDF9E79F-0511-4E55-AD2A-3345AA1E525B}" type="presParOf" srcId="{3A6CFC0E-5D82-4CF0-92E7-3D124F0E3A3C}" destId="{4D823C73-5C30-41D5-BB72-EAF85D562526}" srcOrd="1" destOrd="0" presId="urn:microsoft.com/office/officeart/2005/8/layout/vList3"/>
    <dgm:cxn modelId="{500C392A-C32D-4A00-9B44-4CAF5F35F6ED}" type="presParOf" srcId="{E519F6DB-1698-4D1A-BF3E-9ACC85A06579}" destId="{70E896FB-AC2A-49E8-9B20-37C31292C1FA}" srcOrd="7" destOrd="0" presId="urn:microsoft.com/office/officeart/2005/8/layout/vList3"/>
    <dgm:cxn modelId="{4787B677-4F6E-410B-B1F7-3264FA6A7A7F}" type="presParOf" srcId="{E519F6DB-1698-4D1A-BF3E-9ACC85A06579}" destId="{FCA2841F-3941-45A1-93C9-D776A4CA54B9}" srcOrd="8" destOrd="0" presId="urn:microsoft.com/office/officeart/2005/8/layout/vList3"/>
    <dgm:cxn modelId="{B4582860-BC49-4793-9A31-D31EB2326243}" type="presParOf" srcId="{FCA2841F-3941-45A1-93C9-D776A4CA54B9}" destId="{790B30B3-3BDB-49BE-A130-A5C657358BBC}" srcOrd="0" destOrd="0" presId="urn:microsoft.com/office/officeart/2005/8/layout/vList3"/>
    <dgm:cxn modelId="{C9F63446-9E55-498F-955E-8801CFD3D342}" type="presParOf" srcId="{FCA2841F-3941-45A1-93C9-D776A4CA54B9}" destId="{A3BDAF22-F251-4B64-BA00-56653872D1B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CFFA0FAF-238F-4D7B-8C84-1B24AEE69AF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689B79-E30D-44F1-8D2A-73FB00576512}">
      <dgm:prSet/>
      <dgm:spPr/>
      <dgm:t>
        <a:bodyPr/>
        <a:lstStyle/>
        <a:p>
          <a:r>
            <a:rPr lang="uk-UA" b="0" i="0"/>
            <a:t>1</a:t>
          </a:r>
          <a:endParaRPr lang="uk-UA"/>
        </a:p>
      </dgm:t>
    </dgm:pt>
    <dgm:pt modelId="{22DFCDE1-C9BD-4DBF-941C-0DE35DF47404}" type="parTrans" cxnId="{8119E79F-5934-4F7A-B734-8E07FFBFF578}">
      <dgm:prSet/>
      <dgm:spPr/>
      <dgm:t>
        <a:bodyPr/>
        <a:lstStyle/>
        <a:p>
          <a:endParaRPr lang="uk-UA"/>
        </a:p>
      </dgm:t>
    </dgm:pt>
    <dgm:pt modelId="{15C96FD9-EA5E-4865-BFBE-2EF5962D6C56}" type="sibTrans" cxnId="{8119E79F-5934-4F7A-B734-8E07FFBFF578}">
      <dgm:prSet/>
      <dgm:spPr/>
      <dgm:t>
        <a:bodyPr/>
        <a:lstStyle/>
        <a:p>
          <a:endParaRPr lang="uk-UA"/>
        </a:p>
      </dgm:t>
    </dgm:pt>
    <dgm:pt modelId="{0659B8B7-7615-4D0C-A8E2-7842B806A8FA}">
      <dgm:prSet/>
      <dgm:spPr/>
      <dgm:t>
        <a:bodyPr/>
        <a:lstStyle/>
        <a:p>
          <a:r>
            <a:rPr lang="uk-UA" b="0" i="0" dirty="0"/>
            <a:t>2</a:t>
          </a:r>
          <a:endParaRPr lang="uk-UA" dirty="0"/>
        </a:p>
      </dgm:t>
    </dgm:pt>
    <dgm:pt modelId="{B803D0FF-47C3-41F0-AECC-458F4A2234CA}" type="parTrans" cxnId="{AD438D49-4F53-4433-824D-8E3181AA453A}">
      <dgm:prSet/>
      <dgm:spPr/>
      <dgm:t>
        <a:bodyPr/>
        <a:lstStyle/>
        <a:p>
          <a:endParaRPr lang="uk-UA"/>
        </a:p>
      </dgm:t>
    </dgm:pt>
    <dgm:pt modelId="{368ED209-6AB6-439E-A230-13444FBEB86B}" type="sibTrans" cxnId="{AD438D49-4F53-4433-824D-8E3181AA453A}">
      <dgm:prSet/>
      <dgm:spPr/>
      <dgm:t>
        <a:bodyPr/>
        <a:lstStyle/>
        <a:p>
          <a:endParaRPr lang="uk-UA"/>
        </a:p>
      </dgm:t>
    </dgm:pt>
    <dgm:pt modelId="{A2022E4C-864F-42E5-8318-9BEBE9EC0961}">
      <dgm:prSet/>
      <dgm:spPr/>
      <dgm:t>
        <a:bodyPr/>
        <a:lstStyle/>
        <a:p>
          <a:r>
            <a:rPr lang="uk-UA" b="0" i="0"/>
            <a:t>3</a:t>
          </a:r>
          <a:endParaRPr lang="uk-UA"/>
        </a:p>
      </dgm:t>
    </dgm:pt>
    <dgm:pt modelId="{D4128363-A2AE-418D-BA16-95EC00BF8F73}" type="parTrans" cxnId="{E5FE840E-CD82-49DF-80CE-00CA34030033}">
      <dgm:prSet/>
      <dgm:spPr/>
      <dgm:t>
        <a:bodyPr/>
        <a:lstStyle/>
        <a:p>
          <a:endParaRPr lang="uk-UA"/>
        </a:p>
      </dgm:t>
    </dgm:pt>
    <dgm:pt modelId="{000FF939-3B16-4876-AFE6-D13D34081EF9}" type="sibTrans" cxnId="{E5FE840E-CD82-49DF-80CE-00CA34030033}">
      <dgm:prSet/>
      <dgm:spPr/>
      <dgm:t>
        <a:bodyPr/>
        <a:lstStyle/>
        <a:p>
          <a:endParaRPr lang="uk-UA"/>
        </a:p>
      </dgm:t>
    </dgm:pt>
    <dgm:pt modelId="{FE2E36C7-5D43-48F8-80B7-5B51CB324A2B}">
      <dgm:prSet/>
      <dgm:spPr/>
      <dgm:t>
        <a:bodyPr/>
        <a:lstStyle/>
        <a:p>
          <a:r>
            <a:rPr lang="uk-UA" b="0" i="0" dirty="0"/>
            <a:t>4</a:t>
          </a:r>
          <a:endParaRPr lang="uk-UA" dirty="0"/>
        </a:p>
      </dgm:t>
    </dgm:pt>
    <dgm:pt modelId="{205D257D-F2CE-46EB-94CB-F29164FC0221}" type="parTrans" cxnId="{3260042A-EE58-49E6-AD2C-335332FC974C}">
      <dgm:prSet/>
      <dgm:spPr/>
      <dgm:t>
        <a:bodyPr/>
        <a:lstStyle/>
        <a:p>
          <a:endParaRPr lang="uk-UA"/>
        </a:p>
      </dgm:t>
    </dgm:pt>
    <dgm:pt modelId="{85AA4A14-DFE2-4B32-A550-CA8F66F6F34E}" type="sibTrans" cxnId="{3260042A-EE58-49E6-AD2C-335332FC974C}">
      <dgm:prSet/>
      <dgm:spPr/>
      <dgm:t>
        <a:bodyPr/>
        <a:lstStyle/>
        <a:p>
          <a:endParaRPr lang="uk-UA"/>
        </a:p>
      </dgm:t>
    </dgm:pt>
    <dgm:pt modelId="{0256BF87-D65E-4D8A-9376-7CC3F5E0F1D9}" type="pres">
      <dgm:prSet presAssocID="{CFFA0FAF-238F-4D7B-8C84-1B24AEE69AF1}" presName="matrix" presStyleCnt="0">
        <dgm:presLayoutVars>
          <dgm:chMax val="1"/>
          <dgm:dir/>
          <dgm:resizeHandles val="exact"/>
        </dgm:presLayoutVars>
      </dgm:prSet>
      <dgm:spPr/>
    </dgm:pt>
    <dgm:pt modelId="{0A7DA79A-AE45-4466-AE8E-A7A5B5CB3FB4}" type="pres">
      <dgm:prSet presAssocID="{CFFA0FAF-238F-4D7B-8C84-1B24AEE69AF1}" presName="diamond" presStyleLbl="bgShp" presStyleIdx="0" presStyleCnt="1"/>
      <dgm:spPr/>
    </dgm:pt>
    <dgm:pt modelId="{A72A3D7A-A8C5-4305-B504-1BD4D5132B27}" type="pres">
      <dgm:prSet presAssocID="{CFFA0FAF-238F-4D7B-8C84-1B24AEE69AF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259F37C-6018-4E38-801D-7BC84806C31C}" type="pres">
      <dgm:prSet presAssocID="{CFFA0FAF-238F-4D7B-8C84-1B24AEE69AF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EF57E48-99FB-4B60-9FB4-87F53482B1F0}" type="pres">
      <dgm:prSet presAssocID="{CFFA0FAF-238F-4D7B-8C84-1B24AEE69AF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A74D892-F8EE-4459-B903-869AF3EED333}" type="pres">
      <dgm:prSet presAssocID="{CFFA0FAF-238F-4D7B-8C84-1B24AEE69AF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5FE840E-CD82-49DF-80CE-00CA34030033}" srcId="{CFFA0FAF-238F-4D7B-8C84-1B24AEE69AF1}" destId="{A2022E4C-864F-42E5-8318-9BEBE9EC0961}" srcOrd="2" destOrd="0" parTransId="{D4128363-A2AE-418D-BA16-95EC00BF8F73}" sibTransId="{000FF939-3B16-4876-AFE6-D13D34081EF9}"/>
    <dgm:cxn modelId="{65C23B11-4398-4484-8186-19F5A3E094E6}" type="presOf" srcId="{0659B8B7-7615-4D0C-A8E2-7842B806A8FA}" destId="{4259F37C-6018-4E38-801D-7BC84806C31C}" srcOrd="0" destOrd="0" presId="urn:microsoft.com/office/officeart/2005/8/layout/matrix3"/>
    <dgm:cxn modelId="{3260042A-EE58-49E6-AD2C-335332FC974C}" srcId="{CFFA0FAF-238F-4D7B-8C84-1B24AEE69AF1}" destId="{FE2E36C7-5D43-48F8-80B7-5B51CB324A2B}" srcOrd="3" destOrd="0" parTransId="{205D257D-F2CE-46EB-94CB-F29164FC0221}" sibTransId="{85AA4A14-DFE2-4B32-A550-CA8F66F6F34E}"/>
    <dgm:cxn modelId="{AD438D49-4F53-4433-824D-8E3181AA453A}" srcId="{CFFA0FAF-238F-4D7B-8C84-1B24AEE69AF1}" destId="{0659B8B7-7615-4D0C-A8E2-7842B806A8FA}" srcOrd="1" destOrd="0" parTransId="{B803D0FF-47C3-41F0-AECC-458F4A2234CA}" sibTransId="{368ED209-6AB6-439E-A230-13444FBEB86B}"/>
    <dgm:cxn modelId="{268FC883-B82F-43EC-A829-7E1E9818A264}" type="presOf" srcId="{2B689B79-E30D-44F1-8D2A-73FB00576512}" destId="{A72A3D7A-A8C5-4305-B504-1BD4D5132B27}" srcOrd="0" destOrd="0" presId="urn:microsoft.com/office/officeart/2005/8/layout/matrix3"/>
    <dgm:cxn modelId="{7316EB87-1483-484A-8A06-F822BB1F9F03}" type="presOf" srcId="{CFFA0FAF-238F-4D7B-8C84-1B24AEE69AF1}" destId="{0256BF87-D65E-4D8A-9376-7CC3F5E0F1D9}" srcOrd="0" destOrd="0" presId="urn:microsoft.com/office/officeart/2005/8/layout/matrix3"/>
    <dgm:cxn modelId="{8119E79F-5934-4F7A-B734-8E07FFBFF578}" srcId="{CFFA0FAF-238F-4D7B-8C84-1B24AEE69AF1}" destId="{2B689B79-E30D-44F1-8D2A-73FB00576512}" srcOrd="0" destOrd="0" parTransId="{22DFCDE1-C9BD-4DBF-941C-0DE35DF47404}" sibTransId="{15C96FD9-EA5E-4865-BFBE-2EF5962D6C56}"/>
    <dgm:cxn modelId="{3B4308C9-E25D-4CDE-9753-A90B655E437E}" type="presOf" srcId="{FE2E36C7-5D43-48F8-80B7-5B51CB324A2B}" destId="{CA74D892-F8EE-4459-B903-869AF3EED333}" srcOrd="0" destOrd="0" presId="urn:microsoft.com/office/officeart/2005/8/layout/matrix3"/>
    <dgm:cxn modelId="{CFCECDF3-0B27-479D-BAD5-454868FD6325}" type="presOf" srcId="{A2022E4C-864F-42E5-8318-9BEBE9EC0961}" destId="{FEF57E48-99FB-4B60-9FB4-87F53482B1F0}" srcOrd="0" destOrd="0" presId="urn:microsoft.com/office/officeart/2005/8/layout/matrix3"/>
    <dgm:cxn modelId="{5D5FD523-9FF2-4536-8241-83252C40D70E}" type="presParOf" srcId="{0256BF87-D65E-4D8A-9376-7CC3F5E0F1D9}" destId="{0A7DA79A-AE45-4466-AE8E-A7A5B5CB3FB4}" srcOrd="0" destOrd="0" presId="urn:microsoft.com/office/officeart/2005/8/layout/matrix3"/>
    <dgm:cxn modelId="{63202A50-F2D7-4E13-9AD2-89565D52FDC0}" type="presParOf" srcId="{0256BF87-D65E-4D8A-9376-7CC3F5E0F1D9}" destId="{A72A3D7A-A8C5-4305-B504-1BD4D5132B27}" srcOrd="1" destOrd="0" presId="urn:microsoft.com/office/officeart/2005/8/layout/matrix3"/>
    <dgm:cxn modelId="{F90F354F-D62F-45BB-AEC5-6D2CFF964843}" type="presParOf" srcId="{0256BF87-D65E-4D8A-9376-7CC3F5E0F1D9}" destId="{4259F37C-6018-4E38-801D-7BC84806C31C}" srcOrd="2" destOrd="0" presId="urn:microsoft.com/office/officeart/2005/8/layout/matrix3"/>
    <dgm:cxn modelId="{0C47A8B9-EBCF-4C78-A559-BC9A62A6AFF5}" type="presParOf" srcId="{0256BF87-D65E-4D8A-9376-7CC3F5E0F1D9}" destId="{FEF57E48-99FB-4B60-9FB4-87F53482B1F0}" srcOrd="3" destOrd="0" presId="urn:microsoft.com/office/officeart/2005/8/layout/matrix3"/>
    <dgm:cxn modelId="{3A3B4879-94E1-4727-9A18-E6DACC1103BB}" type="presParOf" srcId="{0256BF87-D65E-4D8A-9376-7CC3F5E0F1D9}" destId="{CA74D892-F8EE-4459-B903-869AF3EED33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65E7172F-D097-4721-B71B-12AC6554FA1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9203B8E-0BA8-4F5A-9380-5F91B64E751B}">
      <dgm:prSet/>
      <dgm:spPr/>
      <dgm:t>
        <a:bodyPr/>
        <a:lstStyle/>
        <a:p>
          <a:r>
            <a:rPr lang="ru-RU" b="0" i="0"/>
            <a:t>1768–1774 рр.</a:t>
          </a:r>
          <a:endParaRPr lang="uk-UA"/>
        </a:p>
      </dgm:t>
    </dgm:pt>
    <dgm:pt modelId="{DBBE9A34-DBBC-4BEE-9D72-5B1CBB8A703D}" type="parTrans" cxnId="{FFC84092-E238-47D6-A606-7741036C6411}">
      <dgm:prSet/>
      <dgm:spPr/>
      <dgm:t>
        <a:bodyPr/>
        <a:lstStyle/>
        <a:p>
          <a:endParaRPr lang="uk-UA"/>
        </a:p>
      </dgm:t>
    </dgm:pt>
    <dgm:pt modelId="{4C500BA0-C80C-4123-A21F-CE601A7B5377}" type="sibTrans" cxnId="{FFC84092-E238-47D6-A606-7741036C6411}">
      <dgm:prSet/>
      <dgm:spPr/>
      <dgm:t>
        <a:bodyPr/>
        <a:lstStyle/>
        <a:p>
          <a:endParaRPr lang="uk-UA"/>
        </a:p>
      </dgm:t>
    </dgm:pt>
    <dgm:pt modelId="{64E48BC2-BB46-41C7-AA08-0BD2E2634F7E}">
      <dgm:prSet/>
      <dgm:spPr/>
      <dgm:t>
        <a:bodyPr/>
        <a:lstStyle/>
        <a:p>
          <a:r>
            <a:rPr lang="ru-RU" b="0" i="0"/>
            <a:t>1787–1791 рр.</a:t>
          </a:r>
          <a:endParaRPr lang="uk-UA"/>
        </a:p>
      </dgm:t>
    </dgm:pt>
    <dgm:pt modelId="{CAB19332-0D53-437A-8169-0FFE309DC060}" type="parTrans" cxnId="{8439C716-9003-4049-BED6-BF62DC4A9776}">
      <dgm:prSet/>
      <dgm:spPr/>
      <dgm:t>
        <a:bodyPr/>
        <a:lstStyle/>
        <a:p>
          <a:endParaRPr lang="uk-UA"/>
        </a:p>
      </dgm:t>
    </dgm:pt>
    <dgm:pt modelId="{EA14B3A5-6B69-473E-9996-0B5FF7D2E6A1}" type="sibTrans" cxnId="{8439C716-9003-4049-BED6-BF62DC4A9776}">
      <dgm:prSet/>
      <dgm:spPr/>
      <dgm:t>
        <a:bodyPr/>
        <a:lstStyle/>
        <a:p>
          <a:endParaRPr lang="uk-UA"/>
        </a:p>
      </dgm:t>
    </dgm:pt>
    <dgm:pt modelId="{39CDED07-C598-4B8E-9C31-F779124A6B05}">
      <dgm:prSet/>
      <dgm:spPr/>
      <dgm:t>
        <a:bodyPr/>
        <a:lstStyle/>
        <a:p>
          <a:r>
            <a:rPr lang="ru-RU" b="0" i="0" dirty="0"/>
            <a:t>1806–1812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EC2C7716-99A7-4E13-BC25-0308FB7873E5}" type="parTrans" cxnId="{A35A665C-CA2D-430F-AF4C-D85C586516CE}">
      <dgm:prSet/>
      <dgm:spPr/>
      <dgm:t>
        <a:bodyPr/>
        <a:lstStyle/>
        <a:p>
          <a:endParaRPr lang="uk-UA"/>
        </a:p>
      </dgm:t>
    </dgm:pt>
    <dgm:pt modelId="{BB6AFF49-A129-4520-9573-80E0E7CAC4E6}" type="sibTrans" cxnId="{A35A665C-CA2D-430F-AF4C-D85C586516CE}">
      <dgm:prSet/>
      <dgm:spPr/>
      <dgm:t>
        <a:bodyPr/>
        <a:lstStyle/>
        <a:p>
          <a:endParaRPr lang="uk-UA"/>
        </a:p>
      </dgm:t>
    </dgm:pt>
    <dgm:pt modelId="{9775FC5D-EEFF-4A47-AC8A-B42E3A648EEE}">
      <dgm:prSet/>
      <dgm:spPr/>
      <dgm:t>
        <a:bodyPr/>
        <a:lstStyle/>
        <a:p>
          <a:r>
            <a:rPr lang="ru-RU" b="0" i="0" dirty="0"/>
            <a:t>1828–1829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A3F1CA46-A1C9-46B6-94F6-398A3A531530}" type="parTrans" cxnId="{109A00F0-C8CA-4B3F-95D7-F43854902854}">
      <dgm:prSet/>
      <dgm:spPr/>
      <dgm:t>
        <a:bodyPr/>
        <a:lstStyle/>
        <a:p>
          <a:endParaRPr lang="uk-UA"/>
        </a:p>
      </dgm:t>
    </dgm:pt>
    <dgm:pt modelId="{22B39D23-E60B-4D10-96B0-25E2701E1EF3}" type="sibTrans" cxnId="{109A00F0-C8CA-4B3F-95D7-F43854902854}">
      <dgm:prSet/>
      <dgm:spPr/>
      <dgm:t>
        <a:bodyPr/>
        <a:lstStyle/>
        <a:p>
          <a:endParaRPr lang="uk-UA"/>
        </a:p>
      </dgm:t>
    </dgm:pt>
    <dgm:pt modelId="{AD555769-42E1-482E-AA64-8CD2916888A3}" type="pres">
      <dgm:prSet presAssocID="{65E7172F-D097-4721-B71B-12AC6554FA1C}" presName="Name0" presStyleCnt="0">
        <dgm:presLayoutVars>
          <dgm:chMax val="7"/>
          <dgm:chPref val="7"/>
          <dgm:dir/>
        </dgm:presLayoutVars>
      </dgm:prSet>
      <dgm:spPr/>
    </dgm:pt>
    <dgm:pt modelId="{B05FF14F-0845-4FD4-A26B-2A9D0725406A}" type="pres">
      <dgm:prSet presAssocID="{65E7172F-D097-4721-B71B-12AC6554FA1C}" presName="Name1" presStyleCnt="0"/>
      <dgm:spPr/>
    </dgm:pt>
    <dgm:pt modelId="{58C22CE4-9364-487C-AC51-CB2F699C3E07}" type="pres">
      <dgm:prSet presAssocID="{65E7172F-D097-4721-B71B-12AC6554FA1C}" presName="cycle" presStyleCnt="0"/>
      <dgm:spPr/>
    </dgm:pt>
    <dgm:pt modelId="{1004A2D0-9073-4373-B199-77FC0E413F86}" type="pres">
      <dgm:prSet presAssocID="{65E7172F-D097-4721-B71B-12AC6554FA1C}" presName="srcNode" presStyleLbl="node1" presStyleIdx="0" presStyleCnt="4"/>
      <dgm:spPr/>
    </dgm:pt>
    <dgm:pt modelId="{C7D8D234-53F8-4C2B-8539-0FB96079C7C4}" type="pres">
      <dgm:prSet presAssocID="{65E7172F-D097-4721-B71B-12AC6554FA1C}" presName="conn" presStyleLbl="parChTrans1D2" presStyleIdx="0" presStyleCnt="1"/>
      <dgm:spPr/>
    </dgm:pt>
    <dgm:pt modelId="{D6A0E4D3-857B-4CAF-8AD9-28B1679D6F36}" type="pres">
      <dgm:prSet presAssocID="{65E7172F-D097-4721-B71B-12AC6554FA1C}" presName="extraNode" presStyleLbl="node1" presStyleIdx="0" presStyleCnt="4"/>
      <dgm:spPr/>
    </dgm:pt>
    <dgm:pt modelId="{35D54D20-C5FB-49B9-9900-105789080DF8}" type="pres">
      <dgm:prSet presAssocID="{65E7172F-D097-4721-B71B-12AC6554FA1C}" presName="dstNode" presStyleLbl="node1" presStyleIdx="0" presStyleCnt="4"/>
      <dgm:spPr/>
    </dgm:pt>
    <dgm:pt modelId="{51E704CB-7B0D-4142-ADCF-14406764B230}" type="pres">
      <dgm:prSet presAssocID="{29203B8E-0BA8-4F5A-9380-5F91B64E751B}" presName="text_1" presStyleLbl="node1" presStyleIdx="0" presStyleCnt="4">
        <dgm:presLayoutVars>
          <dgm:bulletEnabled val="1"/>
        </dgm:presLayoutVars>
      </dgm:prSet>
      <dgm:spPr/>
    </dgm:pt>
    <dgm:pt modelId="{87E98480-A30C-424B-A3E9-36D0DB1698F3}" type="pres">
      <dgm:prSet presAssocID="{29203B8E-0BA8-4F5A-9380-5F91B64E751B}" presName="accent_1" presStyleCnt="0"/>
      <dgm:spPr/>
    </dgm:pt>
    <dgm:pt modelId="{5C0FA0B5-D08C-46E8-BE0B-3E200D5BE0E0}" type="pres">
      <dgm:prSet presAssocID="{29203B8E-0BA8-4F5A-9380-5F91B64E751B}" presName="accentRepeatNode" presStyleLbl="solidFgAcc1" presStyleIdx="0" presStyleCnt="4"/>
      <dgm:spPr/>
    </dgm:pt>
    <dgm:pt modelId="{E6C6D3A5-1BE6-4761-84C0-132A679B149E}" type="pres">
      <dgm:prSet presAssocID="{64E48BC2-BB46-41C7-AA08-0BD2E2634F7E}" presName="text_2" presStyleLbl="node1" presStyleIdx="1" presStyleCnt="4">
        <dgm:presLayoutVars>
          <dgm:bulletEnabled val="1"/>
        </dgm:presLayoutVars>
      </dgm:prSet>
      <dgm:spPr/>
    </dgm:pt>
    <dgm:pt modelId="{C97C167F-9BB9-43CB-9382-73DE424ADDFA}" type="pres">
      <dgm:prSet presAssocID="{64E48BC2-BB46-41C7-AA08-0BD2E2634F7E}" presName="accent_2" presStyleCnt="0"/>
      <dgm:spPr/>
    </dgm:pt>
    <dgm:pt modelId="{15BBF8D3-25F7-4383-94BE-1E0CD2E88B4B}" type="pres">
      <dgm:prSet presAssocID="{64E48BC2-BB46-41C7-AA08-0BD2E2634F7E}" presName="accentRepeatNode" presStyleLbl="solidFgAcc1" presStyleIdx="1" presStyleCnt="4"/>
      <dgm:spPr/>
    </dgm:pt>
    <dgm:pt modelId="{AEA25D60-2603-4F9E-AE02-37DC8C1D33E2}" type="pres">
      <dgm:prSet presAssocID="{39CDED07-C598-4B8E-9C31-F779124A6B05}" presName="text_3" presStyleLbl="node1" presStyleIdx="2" presStyleCnt="4">
        <dgm:presLayoutVars>
          <dgm:bulletEnabled val="1"/>
        </dgm:presLayoutVars>
      </dgm:prSet>
      <dgm:spPr/>
    </dgm:pt>
    <dgm:pt modelId="{C34F015B-D585-4DE2-B783-41E21F0CAB7B}" type="pres">
      <dgm:prSet presAssocID="{39CDED07-C598-4B8E-9C31-F779124A6B05}" presName="accent_3" presStyleCnt="0"/>
      <dgm:spPr/>
    </dgm:pt>
    <dgm:pt modelId="{F8533307-9BEE-4E7D-B739-D4B52A219293}" type="pres">
      <dgm:prSet presAssocID="{39CDED07-C598-4B8E-9C31-F779124A6B05}" presName="accentRepeatNode" presStyleLbl="solidFgAcc1" presStyleIdx="2" presStyleCnt="4"/>
      <dgm:spPr/>
    </dgm:pt>
    <dgm:pt modelId="{EA0DD8B8-3370-44A2-A4F9-6D1A8ED58016}" type="pres">
      <dgm:prSet presAssocID="{9775FC5D-EEFF-4A47-AC8A-B42E3A648EEE}" presName="text_4" presStyleLbl="node1" presStyleIdx="3" presStyleCnt="4">
        <dgm:presLayoutVars>
          <dgm:bulletEnabled val="1"/>
        </dgm:presLayoutVars>
      </dgm:prSet>
      <dgm:spPr/>
    </dgm:pt>
    <dgm:pt modelId="{CA9E217A-B402-4CBD-AD68-5D1C83D1CDF1}" type="pres">
      <dgm:prSet presAssocID="{9775FC5D-EEFF-4A47-AC8A-B42E3A648EEE}" presName="accent_4" presStyleCnt="0"/>
      <dgm:spPr/>
    </dgm:pt>
    <dgm:pt modelId="{46A77FC2-D874-48A0-A789-C8C85167B36D}" type="pres">
      <dgm:prSet presAssocID="{9775FC5D-EEFF-4A47-AC8A-B42E3A648EEE}" presName="accentRepeatNode" presStyleLbl="solidFgAcc1" presStyleIdx="3" presStyleCnt="4"/>
      <dgm:spPr/>
    </dgm:pt>
  </dgm:ptLst>
  <dgm:cxnLst>
    <dgm:cxn modelId="{47AC3B08-2B95-4431-96F8-7BEA6A04EB2F}" type="presOf" srcId="{39CDED07-C598-4B8E-9C31-F779124A6B05}" destId="{AEA25D60-2603-4F9E-AE02-37DC8C1D33E2}" srcOrd="0" destOrd="0" presId="urn:microsoft.com/office/officeart/2008/layout/VerticalCurvedList"/>
    <dgm:cxn modelId="{8439C716-9003-4049-BED6-BF62DC4A9776}" srcId="{65E7172F-D097-4721-B71B-12AC6554FA1C}" destId="{64E48BC2-BB46-41C7-AA08-0BD2E2634F7E}" srcOrd="1" destOrd="0" parTransId="{CAB19332-0D53-437A-8169-0FFE309DC060}" sibTransId="{EA14B3A5-6B69-473E-9996-0B5FF7D2E6A1}"/>
    <dgm:cxn modelId="{A35A665C-CA2D-430F-AF4C-D85C586516CE}" srcId="{65E7172F-D097-4721-B71B-12AC6554FA1C}" destId="{39CDED07-C598-4B8E-9C31-F779124A6B05}" srcOrd="2" destOrd="0" parTransId="{EC2C7716-99A7-4E13-BC25-0308FB7873E5}" sibTransId="{BB6AFF49-A129-4520-9573-80E0E7CAC4E6}"/>
    <dgm:cxn modelId="{D5FBA055-602F-433B-B5DC-AE0AD95C2D58}" type="presOf" srcId="{65E7172F-D097-4721-B71B-12AC6554FA1C}" destId="{AD555769-42E1-482E-AA64-8CD2916888A3}" srcOrd="0" destOrd="0" presId="urn:microsoft.com/office/officeart/2008/layout/VerticalCurvedList"/>
    <dgm:cxn modelId="{76353176-07F9-463F-BB66-37B4A2F4806E}" type="presOf" srcId="{64E48BC2-BB46-41C7-AA08-0BD2E2634F7E}" destId="{E6C6D3A5-1BE6-4761-84C0-132A679B149E}" srcOrd="0" destOrd="0" presId="urn:microsoft.com/office/officeart/2008/layout/VerticalCurvedList"/>
    <dgm:cxn modelId="{DADED97F-04CD-4628-923B-0A76BD016C0B}" type="presOf" srcId="{4C500BA0-C80C-4123-A21F-CE601A7B5377}" destId="{C7D8D234-53F8-4C2B-8539-0FB96079C7C4}" srcOrd="0" destOrd="0" presId="urn:microsoft.com/office/officeart/2008/layout/VerticalCurvedList"/>
    <dgm:cxn modelId="{FFC84092-E238-47D6-A606-7741036C6411}" srcId="{65E7172F-D097-4721-B71B-12AC6554FA1C}" destId="{29203B8E-0BA8-4F5A-9380-5F91B64E751B}" srcOrd="0" destOrd="0" parTransId="{DBBE9A34-DBBC-4BEE-9D72-5B1CBB8A703D}" sibTransId="{4C500BA0-C80C-4123-A21F-CE601A7B5377}"/>
    <dgm:cxn modelId="{CEC75CEA-1FE5-4C0D-9C50-432575A2D94B}" type="presOf" srcId="{29203B8E-0BA8-4F5A-9380-5F91B64E751B}" destId="{51E704CB-7B0D-4142-ADCF-14406764B230}" srcOrd="0" destOrd="0" presId="urn:microsoft.com/office/officeart/2008/layout/VerticalCurvedList"/>
    <dgm:cxn modelId="{EAF9DDEB-209C-462E-B282-3B6E51933602}" type="presOf" srcId="{9775FC5D-EEFF-4A47-AC8A-B42E3A648EEE}" destId="{EA0DD8B8-3370-44A2-A4F9-6D1A8ED58016}" srcOrd="0" destOrd="0" presId="urn:microsoft.com/office/officeart/2008/layout/VerticalCurvedList"/>
    <dgm:cxn modelId="{109A00F0-C8CA-4B3F-95D7-F43854902854}" srcId="{65E7172F-D097-4721-B71B-12AC6554FA1C}" destId="{9775FC5D-EEFF-4A47-AC8A-B42E3A648EEE}" srcOrd="3" destOrd="0" parTransId="{A3F1CA46-A1C9-46B6-94F6-398A3A531530}" sibTransId="{22B39D23-E60B-4D10-96B0-25E2701E1EF3}"/>
    <dgm:cxn modelId="{968D44B9-C3E7-441C-A65B-DAAF736B4AB3}" type="presParOf" srcId="{AD555769-42E1-482E-AA64-8CD2916888A3}" destId="{B05FF14F-0845-4FD4-A26B-2A9D0725406A}" srcOrd="0" destOrd="0" presId="urn:microsoft.com/office/officeart/2008/layout/VerticalCurvedList"/>
    <dgm:cxn modelId="{93111E7F-9B4E-4B9D-A3DA-7E6FAAD91FD2}" type="presParOf" srcId="{B05FF14F-0845-4FD4-A26B-2A9D0725406A}" destId="{58C22CE4-9364-487C-AC51-CB2F699C3E07}" srcOrd="0" destOrd="0" presId="urn:microsoft.com/office/officeart/2008/layout/VerticalCurvedList"/>
    <dgm:cxn modelId="{E335EEAB-1135-45DE-96D0-53759B7403BE}" type="presParOf" srcId="{58C22CE4-9364-487C-AC51-CB2F699C3E07}" destId="{1004A2D0-9073-4373-B199-77FC0E413F86}" srcOrd="0" destOrd="0" presId="urn:microsoft.com/office/officeart/2008/layout/VerticalCurvedList"/>
    <dgm:cxn modelId="{C1DDAE6A-D13E-4E07-B50B-CC4C479AB1B6}" type="presParOf" srcId="{58C22CE4-9364-487C-AC51-CB2F699C3E07}" destId="{C7D8D234-53F8-4C2B-8539-0FB96079C7C4}" srcOrd="1" destOrd="0" presId="urn:microsoft.com/office/officeart/2008/layout/VerticalCurvedList"/>
    <dgm:cxn modelId="{129D9F0D-B040-4F01-ABF7-4FA3DBE5459B}" type="presParOf" srcId="{58C22CE4-9364-487C-AC51-CB2F699C3E07}" destId="{D6A0E4D3-857B-4CAF-8AD9-28B1679D6F36}" srcOrd="2" destOrd="0" presId="urn:microsoft.com/office/officeart/2008/layout/VerticalCurvedList"/>
    <dgm:cxn modelId="{6406DEEF-5B22-4D0F-9E81-89472CA0F6AB}" type="presParOf" srcId="{58C22CE4-9364-487C-AC51-CB2F699C3E07}" destId="{35D54D20-C5FB-49B9-9900-105789080DF8}" srcOrd="3" destOrd="0" presId="urn:microsoft.com/office/officeart/2008/layout/VerticalCurvedList"/>
    <dgm:cxn modelId="{1C18347A-60E9-4E70-A92C-C638AF7E0EA8}" type="presParOf" srcId="{B05FF14F-0845-4FD4-A26B-2A9D0725406A}" destId="{51E704CB-7B0D-4142-ADCF-14406764B230}" srcOrd="1" destOrd="0" presId="urn:microsoft.com/office/officeart/2008/layout/VerticalCurvedList"/>
    <dgm:cxn modelId="{F1BA78BA-1F6A-4CAF-9E57-F604F74C5D35}" type="presParOf" srcId="{B05FF14F-0845-4FD4-A26B-2A9D0725406A}" destId="{87E98480-A30C-424B-A3E9-36D0DB1698F3}" srcOrd="2" destOrd="0" presId="urn:microsoft.com/office/officeart/2008/layout/VerticalCurvedList"/>
    <dgm:cxn modelId="{E6257ED3-08C6-4423-B60F-8F22636DB60B}" type="presParOf" srcId="{87E98480-A30C-424B-A3E9-36D0DB1698F3}" destId="{5C0FA0B5-D08C-46E8-BE0B-3E200D5BE0E0}" srcOrd="0" destOrd="0" presId="urn:microsoft.com/office/officeart/2008/layout/VerticalCurvedList"/>
    <dgm:cxn modelId="{5A09102D-FBC8-452A-93A5-C7AABD900628}" type="presParOf" srcId="{B05FF14F-0845-4FD4-A26B-2A9D0725406A}" destId="{E6C6D3A5-1BE6-4761-84C0-132A679B149E}" srcOrd="3" destOrd="0" presId="urn:microsoft.com/office/officeart/2008/layout/VerticalCurvedList"/>
    <dgm:cxn modelId="{2F86B11B-54E5-4C08-BC96-6FD45E0834EE}" type="presParOf" srcId="{B05FF14F-0845-4FD4-A26B-2A9D0725406A}" destId="{C97C167F-9BB9-43CB-9382-73DE424ADDFA}" srcOrd="4" destOrd="0" presId="urn:microsoft.com/office/officeart/2008/layout/VerticalCurvedList"/>
    <dgm:cxn modelId="{9A98ADA8-A8A6-4B4E-AE2E-89DF638CCA9D}" type="presParOf" srcId="{C97C167F-9BB9-43CB-9382-73DE424ADDFA}" destId="{15BBF8D3-25F7-4383-94BE-1E0CD2E88B4B}" srcOrd="0" destOrd="0" presId="urn:microsoft.com/office/officeart/2008/layout/VerticalCurvedList"/>
    <dgm:cxn modelId="{84F35122-096A-4873-BFCE-D30F27FD96DF}" type="presParOf" srcId="{B05FF14F-0845-4FD4-A26B-2A9D0725406A}" destId="{AEA25D60-2603-4F9E-AE02-37DC8C1D33E2}" srcOrd="5" destOrd="0" presId="urn:microsoft.com/office/officeart/2008/layout/VerticalCurvedList"/>
    <dgm:cxn modelId="{5311F081-C15A-4B20-B148-7B868052F3A7}" type="presParOf" srcId="{B05FF14F-0845-4FD4-A26B-2A9D0725406A}" destId="{C34F015B-D585-4DE2-B783-41E21F0CAB7B}" srcOrd="6" destOrd="0" presId="urn:microsoft.com/office/officeart/2008/layout/VerticalCurvedList"/>
    <dgm:cxn modelId="{908223F8-4808-469E-ACA8-4D2E876E829F}" type="presParOf" srcId="{C34F015B-D585-4DE2-B783-41E21F0CAB7B}" destId="{F8533307-9BEE-4E7D-B739-D4B52A219293}" srcOrd="0" destOrd="0" presId="urn:microsoft.com/office/officeart/2008/layout/VerticalCurvedList"/>
    <dgm:cxn modelId="{FC18B548-0DD0-4B4F-884D-2A47C56D0AAD}" type="presParOf" srcId="{B05FF14F-0845-4FD4-A26B-2A9D0725406A}" destId="{EA0DD8B8-3370-44A2-A4F9-6D1A8ED58016}" srcOrd="7" destOrd="0" presId="urn:microsoft.com/office/officeart/2008/layout/VerticalCurvedList"/>
    <dgm:cxn modelId="{664C7ADD-8159-4EB9-B4C0-A22299CFF631}" type="presParOf" srcId="{B05FF14F-0845-4FD4-A26B-2A9D0725406A}" destId="{CA9E217A-B402-4CBD-AD68-5D1C83D1CDF1}" srcOrd="8" destOrd="0" presId="urn:microsoft.com/office/officeart/2008/layout/VerticalCurvedList"/>
    <dgm:cxn modelId="{77234CA2-3C12-4869-A869-9513BDEA22E7}" type="presParOf" srcId="{CA9E217A-B402-4CBD-AD68-5D1C83D1CDF1}" destId="{46A77FC2-D874-48A0-A789-C8C85167B36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D159B185-F3EC-473B-84A1-C705D48F7E7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0CFB58-1773-414E-AACB-9820131D4B23}">
      <dgm:prSet/>
      <dgm:spPr/>
      <dgm:t>
        <a:bodyPr/>
        <a:lstStyle/>
        <a:p>
          <a:r>
            <a:rPr lang="ru-RU" dirty="0"/>
            <a:t>1768–1774 </a:t>
          </a:r>
          <a:r>
            <a:rPr lang="ru-RU" dirty="0" err="1"/>
            <a:t>рр</a:t>
          </a:r>
          <a:r>
            <a:rPr lang="ru-RU" dirty="0"/>
            <a:t>.</a:t>
          </a:r>
          <a:endParaRPr lang="uk-UA" dirty="0"/>
        </a:p>
      </dgm:t>
    </dgm:pt>
    <dgm:pt modelId="{6EC6E1F9-CB59-49A2-BE8D-0207674DADF2}" type="parTrans" cxnId="{59D6DB6D-D454-4321-B01E-6F63268BB36A}">
      <dgm:prSet/>
      <dgm:spPr/>
      <dgm:t>
        <a:bodyPr/>
        <a:lstStyle/>
        <a:p>
          <a:endParaRPr lang="uk-UA"/>
        </a:p>
      </dgm:t>
    </dgm:pt>
    <dgm:pt modelId="{836D7D3D-EBB3-4FEB-AA51-BECE18F0356B}" type="sibTrans" cxnId="{59D6DB6D-D454-4321-B01E-6F63268BB36A}">
      <dgm:prSet/>
      <dgm:spPr/>
      <dgm:t>
        <a:bodyPr/>
        <a:lstStyle/>
        <a:p>
          <a:endParaRPr lang="uk-UA"/>
        </a:p>
      </dgm:t>
    </dgm:pt>
    <dgm:pt modelId="{A09CD85F-5976-4CD0-8640-6AAD4CBE4245}">
      <dgm:prSet/>
      <dgm:spPr/>
      <dgm:t>
        <a:bodyPr/>
        <a:lstStyle/>
        <a:p>
          <a:r>
            <a:rPr lang="ru-RU"/>
            <a:t>1787–1791 рр.</a:t>
          </a:r>
          <a:endParaRPr lang="uk-UA"/>
        </a:p>
      </dgm:t>
    </dgm:pt>
    <dgm:pt modelId="{56FBC338-C2D0-492E-B156-698ADBD261B7}" type="parTrans" cxnId="{BF0F26AB-744F-4AAB-BA14-19B2AC584152}">
      <dgm:prSet/>
      <dgm:spPr/>
      <dgm:t>
        <a:bodyPr/>
        <a:lstStyle/>
        <a:p>
          <a:endParaRPr lang="uk-UA"/>
        </a:p>
      </dgm:t>
    </dgm:pt>
    <dgm:pt modelId="{2C3F4B93-A53C-47AA-833B-8E587EFFCF1C}" type="sibTrans" cxnId="{BF0F26AB-744F-4AAB-BA14-19B2AC584152}">
      <dgm:prSet/>
      <dgm:spPr/>
      <dgm:t>
        <a:bodyPr/>
        <a:lstStyle/>
        <a:p>
          <a:endParaRPr lang="uk-UA"/>
        </a:p>
      </dgm:t>
    </dgm:pt>
    <dgm:pt modelId="{9C6721A8-6C31-4BB7-9124-30E320CAF511}">
      <dgm:prSet/>
      <dgm:spPr/>
      <dgm:t>
        <a:bodyPr/>
        <a:lstStyle/>
        <a:p>
          <a:r>
            <a:rPr lang="ru-RU"/>
            <a:t>1806–1812 рр.</a:t>
          </a:r>
          <a:endParaRPr lang="uk-UA"/>
        </a:p>
      </dgm:t>
    </dgm:pt>
    <dgm:pt modelId="{C1F856DA-8E59-4DF1-9359-A42A44CE7A4C}" type="parTrans" cxnId="{117AF7A1-FD29-42A8-ACEC-90D8E1042DE7}">
      <dgm:prSet/>
      <dgm:spPr/>
      <dgm:t>
        <a:bodyPr/>
        <a:lstStyle/>
        <a:p>
          <a:endParaRPr lang="uk-UA"/>
        </a:p>
      </dgm:t>
    </dgm:pt>
    <dgm:pt modelId="{6CD4AF83-F6A2-4417-BD10-CCE9FEC27BC3}" type="sibTrans" cxnId="{117AF7A1-FD29-42A8-ACEC-90D8E1042DE7}">
      <dgm:prSet/>
      <dgm:spPr/>
      <dgm:t>
        <a:bodyPr/>
        <a:lstStyle/>
        <a:p>
          <a:endParaRPr lang="uk-UA"/>
        </a:p>
      </dgm:t>
    </dgm:pt>
    <dgm:pt modelId="{96F86617-4665-43D3-901C-1041FF2C3004}">
      <dgm:prSet/>
      <dgm:spPr/>
      <dgm:t>
        <a:bodyPr/>
        <a:lstStyle/>
        <a:p>
          <a:r>
            <a:rPr lang="ru-RU" dirty="0"/>
            <a:t>1828–1829 </a:t>
          </a:r>
          <a:r>
            <a:rPr lang="ru-RU" dirty="0" err="1"/>
            <a:t>рр</a:t>
          </a:r>
          <a:r>
            <a:rPr lang="ru-RU" dirty="0"/>
            <a:t>.</a:t>
          </a:r>
          <a:endParaRPr lang="uk-UA" dirty="0"/>
        </a:p>
      </dgm:t>
    </dgm:pt>
    <dgm:pt modelId="{19620FDA-C152-43D3-8F34-21DD27C1B833}" type="parTrans" cxnId="{CADD5ADA-3C90-425B-9D99-B6B99B670554}">
      <dgm:prSet/>
      <dgm:spPr/>
      <dgm:t>
        <a:bodyPr/>
        <a:lstStyle/>
        <a:p>
          <a:endParaRPr lang="uk-UA"/>
        </a:p>
      </dgm:t>
    </dgm:pt>
    <dgm:pt modelId="{EC2BA58A-6829-409B-8A40-3A9831DEA89D}" type="sibTrans" cxnId="{CADD5ADA-3C90-425B-9D99-B6B99B670554}">
      <dgm:prSet/>
      <dgm:spPr/>
      <dgm:t>
        <a:bodyPr/>
        <a:lstStyle/>
        <a:p>
          <a:endParaRPr lang="uk-UA"/>
        </a:p>
      </dgm:t>
    </dgm:pt>
    <dgm:pt modelId="{A2AF58E9-352C-49F4-A900-06D6679F6C4A}" type="pres">
      <dgm:prSet presAssocID="{D159B185-F3EC-473B-84A1-C705D48F7E7E}" presName="linearFlow" presStyleCnt="0">
        <dgm:presLayoutVars>
          <dgm:dir/>
          <dgm:resizeHandles val="exact"/>
        </dgm:presLayoutVars>
      </dgm:prSet>
      <dgm:spPr/>
    </dgm:pt>
    <dgm:pt modelId="{1CADFFD0-5AA5-483C-BD31-CEC8D42FCFB0}" type="pres">
      <dgm:prSet presAssocID="{B40CFB58-1773-414E-AACB-9820131D4B23}" presName="composite" presStyleCnt="0"/>
      <dgm:spPr/>
    </dgm:pt>
    <dgm:pt modelId="{5F93FFF0-2D56-4900-A3BD-C324D37D7D0D}" type="pres">
      <dgm:prSet presAssocID="{B40CFB58-1773-414E-AACB-9820131D4B23}" presName="imgShp" presStyleLbl="fgImgPlace1" presStyleIdx="0" presStyleCnt="4"/>
      <dgm:spPr/>
    </dgm:pt>
    <dgm:pt modelId="{FFCBBCBD-FBAD-47FB-B2FC-5DB0E7B86706}" type="pres">
      <dgm:prSet presAssocID="{B40CFB58-1773-414E-AACB-9820131D4B23}" presName="txShp" presStyleLbl="node1" presStyleIdx="0" presStyleCnt="4">
        <dgm:presLayoutVars>
          <dgm:bulletEnabled val="1"/>
        </dgm:presLayoutVars>
      </dgm:prSet>
      <dgm:spPr/>
    </dgm:pt>
    <dgm:pt modelId="{8A302722-F263-4351-8698-06CF81267A5F}" type="pres">
      <dgm:prSet presAssocID="{836D7D3D-EBB3-4FEB-AA51-BECE18F0356B}" presName="spacing" presStyleCnt="0"/>
      <dgm:spPr/>
    </dgm:pt>
    <dgm:pt modelId="{F4F205A4-EF9F-4F7F-AEC1-D2BDD52AC092}" type="pres">
      <dgm:prSet presAssocID="{A09CD85F-5976-4CD0-8640-6AAD4CBE4245}" presName="composite" presStyleCnt="0"/>
      <dgm:spPr/>
    </dgm:pt>
    <dgm:pt modelId="{E3677B97-B995-4EC2-AD63-19CCD8350D49}" type="pres">
      <dgm:prSet presAssocID="{A09CD85F-5976-4CD0-8640-6AAD4CBE4245}" presName="imgShp" presStyleLbl="fgImgPlace1" presStyleIdx="1" presStyleCnt="4"/>
      <dgm:spPr/>
    </dgm:pt>
    <dgm:pt modelId="{9F2AE5EE-6D62-45ED-B088-B2D423F68060}" type="pres">
      <dgm:prSet presAssocID="{A09CD85F-5976-4CD0-8640-6AAD4CBE4245}" presName="txShp" presStyleLbl="node1" presStyleIdx="1" presStyleCnt="4">
        <dgm:presLayoutVars>
          <dgm:bulletEnabled val="1"/>
        </dgm:presLayoutVars>
      </dgm:prSet>
      <dgm:spPr/>
    </dgm:pt>
    <dgm:pt modelId="{E3438B42-D286-4854-AC75-04C1557765E9}" type="pres">
      <dgm:prSet presAssocID="{2C3F4B93-A53C-47AA-833B-8E587EFFCF1C}" presName="spacing" presStyleCnt="0"/>
      <dgm:spPr/>
    </dgm:pt>
    <dgm:pt modelId="{9B31130A-3EF2-47BE-B6DE-7A4B3F64BD86}" type="pres">
      <dgm:prSet presAssocID="{9C6721A8-6C31-4BB7-9124-30E320CAF511}" presName="composite" presStyleCnt="0"/>
      <dgm:spPr/>
    </dgm:pt>
    <dgm:pt modelId="{F0A04193-D10F-4B71-ADB8-9E9B3642B1CF}" type="pres">
      <dgm:prSet presAssocID="{9C6721A8-6C31-4BB7-9124-30E320CAF511}" presName="imgShp" presStyleLbl="fgImgPlace1" presStyleIdx="2" presStyleCnt="4"/>
      <dgm:spPr/>
    </dgm:pt>
    <dgm:pt modelId="{2B04BC67-A417-4D07-AB3C-4AFD4B38DEA9}" type="pres">
      <dgm:prSet presAssocID="{9C6721A8-6C31-4BB7-9124-30E320CAF511}" presName="txShp" presStyleLbl="node1" presStyleIdx="2" presStyleCnt="4">
        <dgm:presLayoutVars>
          <dgm:bulletEnabled val="1"/>
        </dgm:presLayoutVars>
      </dgm:prSet>
      <dgm:spPr/>
    </dgm:pt>
    <dgm:pt modelId="{8A14D2DC-7EF5-46B9-90C7-E074370AB9F1}" type="pres">
      <dgm:prSet presAssocID="{6CD4AF83-F6A2-4417-BD10-CCE9FEC27BC3}" presName="spacing" presStyleCnt="0"/>
      <dgm:spPr/>
    </dgm:pt>
    <dgm:pt modelId="{B3E35CF0-5041-407D-A91E-7901F473EE49}" type="pres">
      <dgm:prSet presAssocID="{96F86617-4665-43D3-901C-1041FF2C3004}" presName="composite" presStyleCnt="0"/>
      <dgm:spPr/>
    </dgm:pt>
    <dgm:pt modelId="{AB1B9E6D-8ED2-4D22-A3AC-CBAFD000B900}" type="pres">
      <dgm:prSet presAssocID="{96F86617-4665-43D3-901C-1041FF2C3004}" presName="imgShp" presStyleLbl="fgImgPlace1" presStyleIdx="3" presStyleCnt="4"/>
      <dgm:spPr/>
    </dgm:pt>
    <dgm:pt modelId="{2AD4AB1A-1435-45ED-96B9-7462E24BDE1D}" type="pres">
      <dgm:prSet presAssocID="{96F86617-4665-43D3-901C-1041FF2C3004}" presName="txShp" presStyleLbl="node1" presStyleIdx="3" presStyleCnt="4">
        <dgm:presLayoutVars>
          <dgm:bulletEnabled val="1"/>
        </dgm:presLayoutVars>
      </dgm:prSet>
      <dgm:spPr/>
    </dgm:pt>
  </dgm:ptLst>
  <dgm:cxnLst>
    <dgm:cxn modelId="{E8B84B21-7416-49A2-9488-DD188344BB6C}" type="presOf" srcId="{A09CD85F-5976-4CD0-8640-6AAD4CBE4245}" destId="{9F2AE5EE-6D62-45ED-B088-B2D423F68060}" srcOrd="0" destOrd="0" presId="urn:microsoft.com/office/officeart/2005/8/layout/vList3"/>
    <dgm:cxn modelId="{59D6DB6D-D454-4321-B01E-6F63268BB36A}" srcId="{D159B185-F3EC-473B-84A1-C705D48F7E7E}" destId="{B40CFB58-1773-414E-AACB-9820131D4B23}" srcOrd="0" destOrd="0" parTransId="{6EC6E1F9-CB59-49A2-BE8D-0207674DADF2}" sibTransId="{836D7D3D-EBB3-4FEB-AA51-BECE18F0356B}"/>
    <dgm:cxn modelId="{96124B7D-D1A6-4D34-A3EF-2E89F27EC9DB}" type="presOf" srcId="{96F86617-4665-43D3-901C-1041FF2C3004}" destId="{2AD4AB1A-1435-45ED-96B9-7462E24BDE1D}" srcOrd="0" destOrd="0" presId="urn:microsoft.com/office/officeart/2005/8/layout/vList3"/>
    <dgm:cxn modelId="{F173EA88-909B-4116-B318-AB63D564F363}" type="presOf" srcId="{9C6721A8-6C31-4BB7-9124-30E320CAF511}" destId="{2B04BC67-A417-4D07-AB3C-4AFD4B38DEA9}" srcOrd="0" destOrd="0" presId="urn:microsoft.com/office/officeart/2005/8/layout/vList3"/>
    <dgm:cxn modelId="{117AF7A1-FD29-42A8-ACEC-90D8E1042DE7}" srcId="{D159B185-F3EC-473B-84A1-C705D48F7E7E}" destId="{9C6721A8-6C31-4BB7-9124-30E320CAF511}" srcOrd="2" destOrd="0" parTransId="{C1F856DA-8E59-4DF1-9359-A42A44CE7A4C}" sibTransId="{6CD4AF83-F6A2-4417-BD10-CCE9FEC27BC3}"/>
    <dgm:cxn modelId="{BF0F26AB-744F-4AAB-BA14-19B2AC584152}" srcId="{D159B185-F3EC-473B-84A1-C705D48F7E7E}" destId="{A09CD85F-5976-4CD0-8640-6AAD4CBE4245}" srcOrd="1" destOrd="0" parTransId="{56FBC338-C2D0-492E-B156-698ADBD261B7}" sibTransId="{2C3F4B93-A53C-47AA-833B-8E587EFFCF1C}"/>
    <dgm:cxn modelId="{042954D9-E6B0-4189-88C9-4F1FC1A14B72}" type="presOf" srcId="{D159B185-F3EC-473B-84A1-C705D48F7E7E}" destId="{A2AF58E9-352C-49F4-A900-06D6679F6C4A}" srcOrd="0" destOrd="0" presId="urn:microsoft.com/office/officeart/2005/8/layout/vList3"/>
    <dgm:cxn modelId="{CADD5ADA-3C90-425B-9D99-B6B99B670554}" srcId="{D159B185-F3EC-473B-84A1-C705D48F7E7E}" destId="{96F86617-4665-43D3-901C-1041FF2C3004}" srcOrd="3" destOrd="0" parTransId="{19620FDA-C152-43D3-8F34-21DD27C1B833}" sibTransId="{EC2BA58A-6829-409B-8A40-3A9831DEA89D}"/>
    <dgm:cxn modelId="{220253FC-46D8-4706-8B90-D839BE999E56}" type="presOf" srcId="{B40CFB58-1773-414E-AACB-9820131D4B23}" destId="{FFCBBCBD-FBAD-47FB-B2FC-5DB0E7B86706}" srcOrd="0" destOrd="0" presId="urn:microsoft.com/office/officeart/2005/8/layout/vList3"/>
    <dgm:cxn modelId="{72B8AC1F-4AE7-4492-8E27-DFFA3BBFF5C3}" type="presParOf" srcId="{A2AF58E9-352C-49F4-A900-06D6679F6C4A}" destId="{1CADFFD0-5AA5-483C-BD31-CEC8D42FCFB0}" srcOrd="0" destOrd="0" presId="urn:microsoft.com/office/officeart/2005/8/layout/vList3"/>
    <dgm:cxn modelId="{BCF96D93-3011-4430-A085-03A60584D489}" type="presParOf" srcId="{1CADFFD0-5AA5-483C-BD31-CEC8D42FCFB0}" destId="{5F93FFF0-2D56-4900-A3BD-C324D37D7D0D}" srcOrd="0" destOrd="0" presId="urn:microsoft.com/office/officeart/2005/8/layout/vList3"/>
    <dgm:cxn modelId="{3FE6E45A-EAA1-435B-8AF8-2C70A38677F1}" type="presParOf" srcId="{1CADFFD0-5AA5-483C-BD31-CEC8D42FCFB0}" destId="{FFCBBCBD-FBAD-47FB-B2FC-5DB0E7B86706}" srcOrd="1" destOrd="0" presId="urn:microsoft.com/office/officeart/2005/8/layout/vList3"/>
    <dgm:cxn modelId="{B145A257-95A7-46E6-9154-B1D97DB46198}" type="presParOf" srcId="{A2AF58E9-352C-49F4-A900-06D6679F6C4A}" destId="{8A302722-F263-4351-8698-06CF81267A5F}" srcOrd="1" destOrd="0" presId="urn:microsoft.com/office/officeart/2005/8/layout/vList3"/>
    <dgm:cxn modelId="{D1F5BD5A-DCE4-4291-92D7-EAA3C3209132}" type="presParOf" srcId="{A2AF58E9-352C-49F4-A900-06D6679F6C4A}" destId="{F4F205A4-EF9F-4F7F-AEC1-D2BDD52AC092}" srcOrd="2" destOrd="0" presId="urn:microsoft.com/office/officeart/2005/8/layout/vList3"/>
    <dgm:cxn modelId="{B2962185-B354-4BA4-AF67-286696ABE5DC}" type="presParOf" srcId="{F4F205A4-EF9F-4F7F-AEC1-D2BDD52AC092}" destId="{E3677B97-B995-4EC2-AD63-19CCD8350D49}" srcOrd="0" destOrd="0" presId="urn:microsoft.com/office/officeart/2005/8/layout/vList3"/>
    <dgm:cxn modelId="{BB8DB5E8-9B2C-4BF5-B1D6-70969BC9E750}" type="presParOf" srcId="{F4F205A4-EF9F-4F7F-AEC1-D2BDD52AC092}" destId="{9F2AE5EE-6D62-45ED-B088-B2D423F68060}" srcOrd="1" destOrd="0" presId="urn:microsoft.com/office/officeart/2005/8/layout/vList3"/>
    <dgm:cxn modelId="{02604B4A-8431-4C48-99CF-56C962E1C95F}" type="presParOf" srcId="{A2AF58E9-352C-49F4-A900-06D6679F6C4A}" destId="{E3438B42-D286-4854-AC75-04C1557765E9}" srcOrd="3" destOrd="0" presId="urn:microsoft.com/office/officeart/2005/8/layout/vList3"/>
    <dgm:cxn modelId="{EF0461D6-1842-42F5-8A2C-F04D779666C4}" type="presParOf" srcId="{A2AF58E9-352C-49F4-A900-06D6679F6C4A}" destId="{9B31130A-3EF2-47BE-B6DE-7A4B3F64BD86}" srcOrd="4" destOrd="0" presId="urn:microsoft.com/office/officeart/2005/8/layout/vList3"/>
    <dgm:cxn modelId="{53292F26-FABB-4863-91A9-F21C0EAC65AC}" type="presParOf" srcId="{9B31130A-3EF2-47BE-B6DE-7A4B3F64BD86}" destId="{F0A04193-D10F-4B71-ADB8-9E9B3642B1CF}" srcOrd="0" destOrd="0" presId="urn:microsoft.com/office/officeart/2005/8/layout/vList3"/>
    <dgm:cxn modelId="{0DF10E3A-5B05-4CB1-92DC-A8A6F8E5B5A8}" type="presParOf" srcId="{9B31130A-3EF2-47BE-B6DE-7A4B3F64BD86}" destId="{2B04BC67-A417-4D07-AB3C-4AFD4B38DEA9}" srcOrd="1" destOrd="0" presId="urn:microsoft.com/office/officeart/2005/8/layout/vList3"/>
    <dgm:cxn modelId="{B5DF9286-F5D2-4DF3-ADBA-BAFCEFD323CB}" type="presParOf" srcId="{A2AF58E9-352C-49F4-A900-06D6679F6C4A}" destId="{8A14D2DC-7EF5-46B9-90C7-E074370AB9F1}" srcOrd="5" destOrd="0" presId="urn:microsoft.com/office/officeart/2005/8/layout/vList3"/>
    <dgm:cxn modelId="{F119A99F-B455-4E37-B4B2-675BE6655CFD}" type="presParOf" srcId="{A2AF58E9-352C-49F4-A900-06D6679F6C4A}" destId="{B3E35CF0-5041-407D-A91E-7901F473EE49}" srcOrd="6" destOrd="0" presId="urn:microsoft.com/office/officeart/2005/8/layout/vList3"/>
    <dgm:cxn modelId="{5AE1F5EE-46C2-487F-9773-14D510E53702}" type="presParOf" srcId="{B3E35CF0-5041-407D-A91E-7901F473EE49}" destId="{AB1B9E6D-8ED2-4D22-A3AC-CBAFD000B900}" srcOrd="0" destOrd="0" presId="urn:microsoft.com/office/officeart/2005/8/layout/vList3"/>
    <dgm:cxn modelId="{8551E514-97E0-47AF-A4B6-26A6B6555980}" type="presParOf" srcId="{B3E35CF0-5041-407D-A91E-7901F473EE49}" destId="{2AD4AB1A-1435-45ED-96B9-7462E24BDE1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94A1FBBF-9FA0-43E6-BA6A-9690E2752F7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5C12EB5B-1A84-42EA-B40C-4FAD5153CAC3}">
      <dgm:prSet/>
      <dgm:spPr/>
      <dgm:t>
        <a:bodyPr/>
        <a:lstStyle/>
        <a:p>
          <a:r>
            <a:rPr lang="uk-UA" b="0" i="0" dirty="0"/>
            <a:t>Ліквідація гетьманства.</a:t>
          </a:r>
          <a:endParaRPr lang="uk-UA" dirty="0"/>
        </a:p>
      </dgm:t>
    </dgm:pt>
    <dgm:pt modelId="{441FC3AC-CDE3-4F5C-824D-5FEA9ECF909E}" type="parTrans" cxnId="{14916287-773A-4F60-A6BC-9F7783ABC9AC}">
      <dgm:prSet/>
      <dgm:spPr/>
      <dgm:t>
        <a:bodyPr/>
        <a:lstStyle/>
        <a:p>
          <a:endParaRPr lang="uk-UA"/>
        </a:p>
      </dgm:t>
    </dgm:pt>
    <dgm:pt modelId="{8DEF1774-7D7C-4AED-8CA4-106E8E11DE9D}" type="sibTrans" cxnId="{14916287-773A-4F60-A6BC-9F7783ABC9AC}">
      <dgm:prSet/>
      <dgm:spPr/>
      <dgm:t>
        <a:bodyPr/>
        <a:lstStyle/>
        <a:p>
          <a:endParaRPr lang="uk-UA"/>
        </a:p>
      </dgm:t>
    </dgm:pt>
    <dgm:pt modelId="{B6C9541B-8AF8-4981-A179-0FE657D48B28}">
      <dgm:prSet/>
      <dgm:spPr/>
      <dgm:t>
        <a:bodyPr/>
        <a:lstStyle/>
        <a:p>
          <a:r>
            <a:rPr lang="uk-UA" b="0" i="0" dirty="0"/>
            <a:t>Заснування Нової (</a:t>
          </a:r>
          <a:r>
            <a:rPr lang="uk-UA" b="0" i="0" dirty="0" err="1"/>
            <a:t>Підпільненської</a:t>
          </a:r>
          <a:r>
            <a:rPr lang="uk-UA" b="0" i="0" dirty="0"/>
            <a:t>) Січі.</a:t>
          </a:r>
          <a:endParaRPr lang="uk-UA" dirty="0"/>
        </a:p>
      </dgm:t>
    </dgm:pt>
    <dgm:pt modelId="{3C8AA3E3-F303-4649-B0A7-81A9594157FF}" type="parTrans" cxnId="{E55A79B8-ADEE-4B83-A80B-6ACD1362E5BA}">
      <dgm:prSet/>
      <dgm:spPr/>
      <dgm:t>
        <a:bodyPr/>
        <a:lstStyle/>
        <a:p>
          <a:endParaRPr lang="uk-UA"/>
        </a:p>
      </dgm:t>
    </dgm:pt>
    <dgm:pt modelId="{33FF0D1C-4164-452C-8C7B-09D349071AF0}" type="sibTrans" cxnId="{E55A79B8-ADEE-4B83-A80B-6ACD1362E5BA}">
      <dgm:prSet/>
      <dgm:spPr/>
      <dgm:t>
        <a:bodyPr/>
        <a:lstStyle/>
        <a:p>
          <a:endParaRPr lang="uk-UA"/>
        </a:p>
      </dgm:t>
    </dgm:pt>
    <dgm:pt modelId="{8F3762C9-7CE4-4027-89CD-B209D3FAE4EE}">
      <dgm:prSet/>
      <dgm:spPr/>
      <dgm:t>
        <a:bodyPr/>
        <a:lstStyle/>
        <a:p>
          <a:r>
            <a:rPr lang="uk-UA" b="0" i="0" dirty="0"/>
            <a:t>Полтавська битва.</a:t>
          </a:r>
          <a:endParaRPr lang="uk-UA" dirty="0"/>
        </a:p>
      </dgm:t>
    </dgm:pt>
    <dgm:pt modelId="{A65FDCAB-5EB5-4B19-B588-70CBBBFF3ED5}" type="parTrans" cxnId="{96BA6958-3012-4C6C-A6AD-9DCCC9CFBDCB}">
      <dgm:prSet/>
      <dgm:spPr/>
      <dgm:t>
        <a:bodyPr/>
        <a:lstStyle/>
        <a:p>
          <a:endParaRPr lang="uk-UA"/>
        </a:p>
      </dgm:t>
    </dgm:pt>
    <dgm:pt modelId="{6F8DF290-1E6A-4E7F-80AF-8371DB0DE9B6}" type="sibTrans" cxnId="{96BA6958-3012-4C6C-A6AD-9DCCC9CFBDCB}">
      <dgm:prSet/>
      <dgm:spPr/>
      <dgm:t>
        <a:bodyPr/>
        <a:lstStyle/>
        <a:p>
          <a:endParaRPr lang="uk-UA"/>
        </a:p>
      </dgm:t>
    </dgm:pt>
    <dgm:pt modelId="{9E7B8CCC-6F44-40A4-A694-643A398B7048}">
      <dgm:prSet/>
      <dgm:spPr/>
      <dgm:t>
        <a:bodyPr/>
        <a:lstStyle/>
        <a:p>
          <a:r>
            <a:rPr lang="uk-UA" b="0" i="0" dirty="0"/>
            <a:t>Утворення Малоросійської колегії на чолі з бригадиром С. </a:t>
          </a:r>
          <a:r>
            <a:rPr lang="uk-UA" b="0" i="0" dirty="0" err="1"/>
            <a:t>Вельяміновим</a:t>
          </a:r>
          <a:r>
            <a:rPr lang="uk-UA" b="0" i="0" dirty="0"/>
            <a:t>.</a:t>
          </a:r>
          <a:endParaRPr lang="uk-UA" dirty="0"/>
        </a:p>
      </dgm:t>
    </dgm:pt>
    <dgm:pt modelId="{76099802-855E-4368-8F5C-32EF7CEC81A5}" type="parTrans" cxnId="{BD302FCC-912A-4EB5-8A90-6E64C71AB38E}">
      <dgm:prSet/>
      <dgm:spPr/>
      <dgm:t>
        <a:bodyPr/>
        <a:lstStyle/>
        <a:p>
          <a:endParaRPr lang="uk-UA"/>
        </a:p>
      </dgm:t>
    </dgm:pt>
    <dgm:pt modelId="{93B074CE-2523-4167-B27F-F38CCFD95BBD}" type="sibTrans" cxnId="{BD302FCC-912A-4EB5-8A90-6E64C71AB38E}">
      <dgm:prSet/>
      <dgm:spPr/>
      <dgm:t>
        <a:bodyPr/>
        <a:lstStyle/>
        <a:p>
          <a:endParaRPr lang="uk-UA"/>
        </a:p>
      </dgm:t>
    </dgm:pt>
    <dgm:pt modelId="{0FF4D558-E543-4A31-A0D4-E27040E3F2F4}" type="pres">
      <dgm:prSet presAssocID="{94A1FBBF-9FA0-43E6-BA6A-9690E2752F74}" presName="linearFlow" presStyleCnt="0">
        <dgm:presLayoutVars>
          <dgm:dir/>
          <dgm:resizeHandles val="exact"/>
        </dgm:presLayoutVars>
      </dgm:prSet>
      <dgm:spPr/>
    </dgm:pt>
    <dgm:pt modelId="{B9B9C52F-2B40-415D-BB19-430EE64552B7}" type="pres">
      <dgm:prSet presAssocID="{5C12EB5B-1A84-42EA-B40C-4FAD5153CAC3}" presName="composite" presStyleCnt="0"/>
      <dgm:spPr/>
    </dgm:pt>
    <dgm:pt modelId="{07463D00-2CE9-4F3E-B932-971894E18F32}" type="pres">
      <dgm:prSet presAssocID="{5C12EB5B-1A84-42EA-B40C-4FAD5153CAC3}" presName="imgShp" presStyleLbl="fgImgPlace1" presStyleIdx="0" presStyleCnt="4"/>
      <dgm:spPr/>
    </dgm:pt>
    <dgm:pt modelId="{5F98FCA9-A603-4CCC-A39E-6C0275E14D1E}" type="pres">
      <dgm:prSet presAssocID="{5C12EB5B-1A84-42EA-B40C-4FAD5153CAC3}" presName="txShp" presStyleLbl="node1" presStyleIdx="0" presStyleCnt="4">
        <dgm:presLayoutVars>
          <dgm:bulletEnabled val="1"/>
        </dgm:presLayoutVars>
      </dgm:prSet>
      <dgm:spPr/>
    </dgm:pt>
    <dgm:pt modelId="{297BFD8B-28FE-4E97-A74E-C687F5DC1580}" type="pres">
      <dgm:prSet presAssocID="{8DEF1774-7D7C-4AED-8CA4-106E8E11DE9D}" presName="spacing" presStyleCnt="0"/>
      <dgm:spPr/>
    </dgm:pt>
    <dgm:pt modelId="{1A0E0ECF-68E1-4C3E-9944-D7A5A98EA0AC}" type="pres">
      <dgm:prSet presAssocID="{B6C9541B-8AF8-4981-A179-0FE657D48B28}" presName="composite" presStyleCnt="0"/>
      <dgm:spPr/>
    </dgm:pt>
    <dgm:pt modelId="{396A2CB6-3754-414D-A6DB-8475A2C44D75}" type="pres">
      <dgm:prSet presAssocID="{B6C9541B-8AF8-4981-A179-0FE657D48B28}" presName="imgShp" presStyleLbl="fgImgPlace1" presStyleIdx="1" presStyleCnt="4"/>
      <dgm:spPr/>
    </dgm:pt>
    <dgm:pt modelId="{472B6F02-41A8-41E5-BDC3-D733EAA30FC0}" type="pres">
      <dgm:prSet presAssocID="{B6C9541B-8AF8-4981-A179-0FE657D48B28}" presName="txShp" presStyleLbl="node1" presStyleIdx="1" presStyleCnt="4">
        <dgm:presLayoutVars>
          <dgm:bulletEnabled val="1"/>
        </dgm:presLayoutVars>
      </dgm:prSet>
      <dgm:spPr/>
    </dgm:pt>
    <dgm:pt modelId="{5B9B751E-86E0-453A-A870-8B4229F97F3D}" type="pres">
      <dgm:prSet presAssocID="{33FF0D1C-4164-452C-8C7B-09D349071AF0}" presName="spacing" presStyleCnt="0"/>
      <dgm:spPr/>
    </dgm:pt>
    <dgm:pt modelId="{D6FBA1D9-5F7F-40A5-8522-F9DF910615BF}" type="pres">
      <dgm:prSet presAssocID="{8F3762C9-7CE4-4027-89CD-B209D3FAE4EE}" presName="composite" presStyleCnt="0"/>
      <dgm:spPr/>
    </dgm:pt>
    <dgm:pt modelId="{C28D0695-DC48-4664-8245-231AE45D5550}" type="pres">
      <dgm:prSet presAssocID="{8F3762C9-7CE4-4027-89CD-B209D3FAE4EE}" presName="imgShp" presStyleLbl="fgImgPlace1" presStyleIdx="2" presStyleCnt="4"/>
      <dgm:spPr/>
    </dgm:pt>
    <dgm:pt modelId="{D0DC2448-0DD0-4039-A9EE-7E22E97E36D6}" type="pres">
      <dgm:prSet presAssocID="{8F3762C9-7CE4-4027-89CD-B209D3FAE4EE}" presName="txShp" presStyleLbl="node1" presStyleIdx="2" presStyleCnt="4">
        <dgm:presLayoutVars>
          <dgm:bulletEnabled val="1"/>
        </dgm:presLayoutVars>
      </dgm:prSet>
      <dgm:spPr/>
    </dgm:pt>
    <dgm:pt modelId="{797AA709-2345-4496-885C-12B3692D3AAF}" type="pres">
      <dgm:prSet presAssocID="{6F8DF290-1E6A-4E7F-80AF-8371DB0DE9B6}" presName="spacing" presStyleCnt="0"/>
      <dgm:spPr/>
    </dgm:pt>
    <dgm:pt modelId="{74E12BF1-E3D1-4EB0-A645-35BDF219361C}" type="pres">
      <dgm:prSet presAssocID="{9E7B8CCC-6F44-40A4-A694-643A398B7048}" presName="composite" presStyleCnt="0"/>
      <dgm:spPr/>
    </dgm:pt>
    <dgm:pt modelId="{C6D38957-5982-4B70-933B-69A1F1277E73}" type="pres">
      <dgm:prSet presAssocID="{9E7B8CCC-6F44-40A4-A694-643A398B7048}" presName="imgShp" presStyleLbl="fgImgPlace1" presStyleIdx="3" presStyleCnt="4"/>
      <dgm:spPr/>
    </dgm:pt>
    <dgm:pt modelId="{A1E13F44-8D47-404E-BF8F-C741222EF9AF}" type="pres">
      <dgm:prSet presAssocID="{9E7B8CCC-6F44-40A4-A694-643A398B7048}" presName="txShp" presStyleLbl="node1" presStyleIdx="3" presStyleCnt="4">
        <dgm:presLayoutVars>
          <dgm:bulletEnabled val="1"/>
        </dgm:presLayoutVars>
      </dgm:prSet>
      <dgm:spPr/>
    </dgm:pt>
  </dgm:ptLst>
  <dgm:cxnLst>
    <dgm:cxn modelId="{86515116-571D-4ACC-9E01-51E7A77A2B27}" type="presOf" srcId="{5C12EB5B-1A84-42EA-B40C-4FAD5153CAC3}" destId="{5F98FCA9-A603-4CCC-A39E-6C0275E14D1E}" srcOrd="0" destOrd="0" presId="urn:microsoft.com/office/officeart/2005/8/layout/vList3"/>
    <dgm:cxn modelId="{3BD94E35-48A7-4AED-9011-321088000F4F}" type="presOf" srcId="{9E7B8CCC-6F44-40A4-A694-643A398B7048}" destId="{A1E13F44-8D47-404E-BF8F-C741222EF9AF}" srcOrd="0" destOrd="0" presId="urn:microsoft.com/office/officeart/2005/8/layout/vList3"/>
    <dgm:cxn modelId="{DF545272-C2A6-423B-848B-B2958C4F15F3}" type="presOf" srcId="{94A1FBBF-9FA0-43E6-BA6A-9690E2752F74}" destId="{0FF4D558-E543-4A31-A0D4-E27040E3F2F4}" srcOrd="0" destOrd="0" presId="urn:microsoft.com/office/officeart/2005/8/layout/vList3"/>
    <dgm:cxn modelId="{96BA6958-3012-4C6C-A6AD-9DCCC9CFBDCB}" srcId="{94A1FBBF-9FA0-43E6-BA6A-9690E2752F74}" destId="{8F3762C9-7CE4-4027-89CD-B209D3FAE4EE}" srcOrd="2" destOrd="0" parTransId="{A65FDCAB-5EB5-4B19-B588-70CBBBFF3ED5}" sibTransId="{6F8DF290-1E6A-4E7F-80AF-8371DB0DE9B6}"/>
    <dgm:cxn modelId="{14916287-773A-4F60-A6BC-9F7783ABC9AC}" srcId="{94A1FBBF-9FA0-43E6-BA6A-9690E2752F74}" destId="{5C12EB5B-1A84-42EA-B40C-4FAD5153CAC3}" srcOrd="0" destOrd="0" parTransId="{441FC3AC-CDE3-4F5C-824D-5FEA9ECF909E}" sibTransId="{8DEF1774-7D7C-4AED-8CA4-106E8E11DE9D}"/>
    <dgm:cxn modelId="{07C5638B-D355-4C8B-84D0-3C602B8BA632}" type="presOf" srcId="{B6C9541B-8AF8-4981-A179-0FE657D48B28}" destId="{472B6F02-41A8-41E5-BDC3-D733EAA30FC0}" srcOrd="0" destOrd="0" presId="urn:microsoft.com/office/officeart/2005/8/layout/vList3"/>
    <dgm:cxn modelId="{E55A79B8-ADEE-4B83-A80B-6ACD1362E5BA}" srcId="{94A1FBBF-9FA0-43E6-BA6A-9690E2752F74}" destId="{B6C9541B-8AF8-4981-A179-0FE657D48B28}" srcOrd="1" destOrd="0" parTransId="{3C8AA3E3-F303-4649-B0A7-81A9594157FF}" sibTransId="{33FF0D1C-4164-452C-8C7B-09D349071AF0}"/>
    <dgm:cxn modelId="{BD302FCC-912A-4EB5-8A90-6E64C71AB38E}" srcId="{94A1FBBF-9FA0-43E6-BA6A-9690E2752F74}" destId="{9E7B8CCC-6F44-40A4-A694-643A398B7048}" srcOrd="3" destOrd="0" parTransId="{76099802-855E-4368-8F5C-32EF7CEC81A5}" sibTransId="{93B074CE-2523-4167-B27F-F38CCFD95BBD}"/>
    <dgm:cxn modelId="{8519C5DF-67C2-4F4E-86F7-A1CDB8BBE82B}" type="presOf" srcId="{8F3762C9-7CE4-4027-89CD-B209D3FAE4EE}" destId="{D0DC2448-0DD0-4039-A9EE-7E22E97E36D6}" srcOrd="0" destOrd="0" presId="urn:microsoft.com/office/officeart/2005/8/layout/vList3"/>
    <dgm:cxn modelId="{86441460-5B39-4251-B020-7DD09FE5E79C}" type="presParOf" srcId="{0FF4D558-E543-4A31-A0D4-E27040E3F2F4}" destId="{B9B9C52F-2B40-415D-BB19-430EE64552B7}" srcOrd="0" destOrd="0" presId="urn:microsoft.com/office/officeart/2005/8/layout/vList3"/>
    <dgm:cxn modelId="{828561C4-CD21-492D-BC98-847F6F6A32E5}" type="presParOf" srcId="{B9B9C52F-2B40-415D-BB19-430EE64552B7}" destId="{07463D00-2CE9-4F3E-B932-971894E18F32}" srcOrd="0" destOrd="0" presId="urn:microsoft.com/office/officeart/2005/8/layout/vList3"/>
    <dgm:cxn modelId="{E543B649-CE63-4A84-AEBF-DBFE2ECBD983}" type="presParOf" srcId="{B9B9C52F-2B40-415D-BB19-430EE64552B7}" destId="{5F98FCA9-A603-4CCC-A39E-6C0275E14D1E}" srcOrd="1" destOrd="0" presId="urn:microsoft.com/office/officeart/2005/8/layout/vList3"/>
    <dgm:cxn modelId="{8E761EF7-EDD2-4B22-B442-C29787BEFA84}" type="presParOf" srcId="{0FF4D558-E543-4A31-A0D4-E27040E3F2F4}" destId="{297BFD8B-28FE-4E97-A74E-C687F5DC1580}" srcOrd="1" destOrd="0" presId="urn:microsoft.com/office/officeart/2005/8/layout/vList3"/>
    <dgm:cxn modelId="{7AD1297D-9102-4BDF-8610-C625A9B16A08}" type="presParOf" srcId="{0FF4D558-E543-4A31-A0D4-E27040E3F2F4}" destId="{1A0E0ECF-68E1-4C3E-9944-D7A5A98EA0AC}" srcOrd="2" destOrd="0" presId="urn:microsoft.com/office/officeart/2005/8/layout/vList3"/>
    <dgm:cxn modelId="{D2E3A897-F6E9-45B5-BDCA-FADA53405D78}" type="presParOf" srcId="{1A0E0ECF-68E1-4C3E-9944-D7A5A98EA0AC}" destId="{396A2CB6-3754-414D-A6DB-8475A2C44D75}" srcOrd="0" destOrd="0" presId="urn:microsoft.com/office/officeart/2005/8/layout/vList3"/>
    <dgm:cxn modelId="{64FE9853-84F8-4E70-918F-BC7EEAB6042B}" type="presParOf" srcId="{1A0E0ECF-68E1-4C3E-9944-D7A5A98EA0AC}" destId="{472B6F02-41A8-41E5-BDC3-D733EAA30FC0}" srcOrd="1" destOrd="0" presId="urn:microsoft.com/office/officeart/2005/8/layout/vList3"/>
    <dgm:cxn modelId="{6A05C910-4E64-4481-808B-9DB23DD99FF4}" type="presParOf" srcId="{0FF4D558-E543-4A31-A0D4-E27040E3F2F4}" destId="{5B9B751E-86E0-453A-A870-8B4229F97F3D}" srcOrd="3" destOrd="0" presId="urn:microsoft.com/office/officeart/2005/8/layout/vList3"/>
    <dgm:cxn modelId="{43E547B0-A7AE-425B-A663-F19741EF5AEF}" type="presParOf" srcId="{0FF4D558-E543-4A31-A0D4-E27040E3F2F4}" destId="{D6FBA1D9-5F7F-40A5-8522-F9DF910615BF}" srcOrd="4" destOrd="0" presId="urn:microsoft.com/office/officeart/2005/8/layout/vList3"/>
    <dgm:cxn modelId="{46592702-1306-4F01-B7C5-F90FD3613438}" type="presParOf" srcId="{D6FBA1D9-5F7F-40A5-8522-F9DF910615BF}" destId="{C28D0695-DC48-4664-8245-231AE45D5550}" srcOrd="0" destOrd="0" presId="urn:microsoft.com/office/officeart/2005/8/layout/vList3"/>
    <dgm:cxn modelId="{C15481B0-D9C9-44B6-8D31-90D760E526A7}" type="presParOf" srcId="{D6FBA1D9-5F7F-40A5-8522-F9DF910615BF}" destId="{D0DC2448-0DD0-4039-A9EE-7E22E97E36D6}" srcOrd="1" destOrd="0" presId="urn:microsoft.com/office/officeart/2005/8/layout/vList3"/>
    <dgm:cxn modelId="{1E9AA4FC-4654-4EED-9315-86F39EC30F25}" type="presParOf" srcId="{0FF4D558-E543-4A31-A0D4-E27040E3F2F4}" destId="{797AA709-2345-4496-885C-12B3692D3AAF}" srcOrd="5" destOrd="0" presId="urn:microsoft.com/office/officeart/2005/8/layout/vList3"/>
    <dgm:cxn modelId="{185D957C-FEB4-4E62-AF4D-0FB993FC404D}" type="presParOf" srcId="{0FF4D558-E543-4A31-A0D4-E27040E3F2F4}" destId="{74E12BF1-E3D1-4EB0-A645-35BDF219361C}" srcOrd="6" destOrd="0" presId="urn:microsoft.com/office/officeart/2005/8/layout/vList3"/>
    <dgm:cxn modelId="{36935910-313C-484B-B2BC-47822693D063}" type="presParOf" srcId="{74E12BF1-E3D1-4EB0-A645-35BDF219361C}" destId="{C6D38957-5982-4B70-933B-69A1F1277E73}" srcOrd="0" destOrd="0" presId="urn:microsoft.com/office/officeart/2005/8/layout/vList3"/>
    <dgm:cxn modelId="{79EFFC14-E029-444E-88F3-3E217EECC26C}" type="presParOf" srcId="{74E12BF1-E3D1-4EB0-A645-35BDF219361C}" destId="{A1E13F44-8D47-404E-BF8F-C741222EF9A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02DE50F8-D0EB-4EF6-9919-08A12506238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13D2FC8-9060-46DE-B484-9512727603D4}">
      <dgm:prSet/>
      <dgm:spPr/>
      <dgm:t>
        <a:bodyPr/>
        <a:lstStyle/>
        <a:p>
          <a:r>
            <a:rPr lang="uk-UA" b="0" i="0"/>
            <a:t>заснування Нової (Підпільненської) Січі</a:t>
          </a:r>
          <a:endParaRPr lang="uk-UA"/>
        </a:p>
      </dgm:t>
    </dgm:pt>
    <dgm:pt modelId="{B1EE385E-1A01-4E0E-A679-E9C16F41BB7A}" type="parTrans" cxnId="{0BDD1543-0155-4018-9CB6-E5CE679CF60B}">
      <dgm:prSet/>
      <dgm:spPr/>
      <dgm:t>
        <a:bodyPr/>
        <a:lstStyle/>
        <a:p>
          <a:endParaRPr lang="uk-UA"/>
        </a:p>
      </dgm:t>
    </dgm:pt>
    <dgm:pt modelId="{A5964872-0A13-4C54-881B-1CAE70BA6D26}" type="sibTrans" cxnId="{0BDD1543-0155-4018-9CB6-E5CE679CF60B}">
      <dgm:prSet/>
      <dgm:spPr/>
      <dgm:t>
        <a:bodyPr/>
        <a:lstStyle/>
        <a:p>
          <a:endParaRPr lang="uk-UA"/>
        </a:p>
      </dgm:t>
    </dgm:pt>
    <dgm:pt modelId="{2D3DB589-9F59-493E-BD2D-8E59F90E1458}">
      <dgm:prSet/>
      <dgm:spPr/>
      <dgm:t>
        <a:bodyPr/>
        <a:lstStyle/>
        <a:p>
          <a:r>
            <a:rPr lang="uk-UA" b="0" i="0" dirty="0"/>
            <a:t>закріпачення селян Лівобережної та Слобідської України</a:t>
          </a:r>
          <a:endParaRPr lang="uk-UA" dirty="0"/>
        </a:p>
      </dgm:t>
    </dgm:pt>
    <dgm:pt modelId="{A9B3F3FD-DECA-43AE-86D2-56577047CA66}" type="parTrans" cxnId="{59F5BC6E-DDA9-44F6-968D-93856F97558C}">
      <dgm:prSet/>
      <dgm:spPr/>
      <dgm:t>
        <a:bodyPr/>
        <a:lstStyle/>
        <a:p>
          <a:endParaRPr lang="uk-UA"/>
        </a:p>
      </dgm:t>
    </dgm:pt>
    <dgm:pt modelId="{B0F40A57-24FF-4CF7-83C6-E30BE9D8E788}" type="sibTrans" cxnId="{59F5BC6E-DDA9-44F6-968D-93856F97558C}">
      <dgm:prSet/>
      <dgm:spPr/>
      <dgm:t>
        <a:bodyPr/>
        <a:lstStyle/>
        <a:p>
          <a:endParaRPr lang="uk-UA"/>
        </a:p>
      </dgm:t>
    </dgm:pt>
    <dgm:pt modelId="{EBD71C48-6386-49CF-A438-49E49A90E215}">
      <dgm:prSet/>
      <dgm:spPr/>
      <dgm:t>
        <a:bodyPr/>
        <a:lstStyle/>
        <a:p>
          <a:r>
            <a:rPr lang="uk-UA" b="0" i="0"/>
            <a:t>ухвалення Конституції Пилипа Орлика</a:t>
          </a:r>
          <a:endParaRPr lang="uk-UA"/>
        </a:p>
      </dgm:t>
    </dgm:pt>
    <dgm:pt modelId="{D37F3319-3F05-4EBD-ADF8-9A51C1A52063}" type="parTrans" cxnId="{78B42847-6F8D-4074-B497-4E1F5E411B1F}">
      <dgm:prSet/>
      <dgm:spPr/>
      <dgm:t>
        <a:bodyPr/>
        <a:lstStyle/>
        <a:p>
          <a:endParaRPr lang="uk-UA"/>
        </a:p>
      </dgm:t>
    </dgm:pt>
    <dgm:pt modelId="{63AB3D9D-FAD8-4982-B3F9-E19A26793B08}" type="sibTrans" cxnId="{78B42847-6F8D-4074-B497-4E1F5E411B1F}">
      <dgm:prSet/>
      <dgm:spPr/>
      <dgm:t>
        <a:bodyPr/>
        <a:lstStyle/>
        <a:p>
          <a:endParaRPr lang="uk-UA"/>
        </a:p>
      </dgm:t>
    </dgm:pt>
    <dgm:pt modelId="{41CF9133-C048-4E72-8984-D3F093DF6351}">
      <dgm:prSet/>
      <dgm:spPr/>
      <dgm:t>
        <a:bodyPr/>
        <a:lstStyle/>
        <a:p>
          <a:r>
            <a:rPr lang="uk-UA" b="0" i="0" dirty="0"/>
            <a:t>початок Коліївщини</a:t>
          </a:r>
          <a:endParaRPr lang="uk-UA" dirty="0"/>
        </a:p>
      </dgm:t>
    </dgm:pt>
    <dgm:pt modelId="{BF376222-CCE4-4B3A-8F09-4DC34DC60A4C}" type="parTrans" cxnId="{9CD1E2CC-938D-487D-BA38-4DF468C81943}">
      <dgm:prSet/>
      <dgm:spPr/>
      <dgm:t>
        <a:bodyPr/>
        <a:lstStyle/>
        <a:p>
          <a:endParaRPr lang="uk-UA"/>
        </a:p>
      </dgm:t>
    </dgm:pt>
    <dgm:pt modelId="{28E9D01A-9322-44BB-864C-4EF6548462DD}" type="sibTrans" cxnId="{9CD1E2CC-938D-487D-BA38-4DF468C81943}">
      <dgm:prSet/>
      <dgm:spPr/>
      <dgm:t>
        <a:bodyPr/>
        <a:lstStyle/>
        <a:p>
          <a:endParaRPr lang="uk-UA"/>
        </a:p>
      </dgm:t>
    </dgm:pt>
    <dgm:pt modelId="{A004D321-F380-4176-A6E7-BECF490FFE27}" type="pres">
      <dgm:prSet presAssocID="{02DE50F8-D0EB-4EF6-9919-08A12506238D}" presName="Name0" presStyleCnt="0">
        <dgm:presLayoutVars>
          <dgm:chMax val="7"/>
          <dgm:chPref val="7"/>
          <dgm:dir/>
        </dgm:presLayoutVars>
      </dgm:prSet>
      <dgm:spPr/>
    </dgm:pt>
    <dgm:pt modelId="{31A421DA-2FDB-411D-A2B7-36568D1DB47D}" type="pres">
      <dgm:prSet presAssocID="{02DE50F8-D0EB-4EF6-9919-08A12506238D}" presName="Name1" presStyleCnt="0"/>
      <dgm:spPr/>
    </dgm:pt>
    <dgm:pt modelId="{C283B89A-D79E-4EE6-A19E-1504F4CD1C94}" type="pres">
      <dgm:prSet presAssocID="{02DE50F8-D0EB-4EF6-9919-08A12506238D}" presName="cycle" presStyleCnt="0"/>
      <dgm:spPr/>
    </dgm:pt>
    <dgm:pt modelId="{7F33FB32-8BD2-4834-A54C-28D9ED4D9455}" type="pres">
      <dgm:prSet presAssocID="{02DE50F8-D0EB-4EF6-9919-08A12506238D}" presName="srcNode" presStyleLbl="node1" presStyleIdx="0" presStyleCnt="4"/>
      <dgm:spPr/>
    </dgm:pt>
    <dgm:pt modelId="{9DB05B62-7BEA-4D7A-BCD5-6FA714EC1D61}" type="pres">
      <dgm:prSet presAssocID="{02DE50F8-D0EB-4EF6-9919-08A12506238D}" presName="conn" presStyleLbl="parChTrans1D2" presStyleIdx="0" presStyleCnt="1"/>
      <dgm:spPr/>
    </dgm:pt>
    <dgm:pt modelId="{4DB2CF47-7CBE-4160-A905-B8A675B45C50}" type="pres">
      <dgm:prSet presAssocID="{02DE50F8-D0EB-4EF6-9919-08A12506238D}" presName="extraNode" presStyleLbl="node1" presStyleIdx="0" presStyleCnt="4"/>
      <dgm:spPr/>
    </dgm:pt>
    <dgm:pt modelId="{A6777437-1A86-4BA3-8E03-D8D030B65529}" type="pres">
      <dgm:prSet presAssocID="{02DE50F8-D0EB-4EF6-9919-08A12506238D}" presName="dstNode" presStyleLbl="node1" presStyleIdx="0" presStyleCnt="4"/>
      <dgm:spPr/>
    </dgm:pt>
    <dgm:pt modelId="{C7F597A9-DC24-4AF1-AEEF-155D4B06B432}" type="pres">
      <dgm:prSet presAssocID="{713D2FC8-9060-46DE-B484-9512727603D4}" presName="text_1" presStyleLbl="node1" presStyleIdx="0" presStyleCnt="4">
        <dgm:presLayoutVars>
          <dgm:bulletEnabled val="1"/>
        </dgm:presLayoutVars>
      </dgm:prSet>
      <dgm:spPr/>
    </dgm:pt>
    <dgm:pt modelId="{3E4F31BE-9014-4520-A900-6C99546B769D}" type="pres">
      <dgm:prSet presAssocID="{713D2FC8-9060-46DE-B484-9512727603D4}" presName="accent_1" presStyleCnt="0"/>
      <dgm:spPr/>
    </dgm:pt>
    <dgm:pt modelId="{66F11C1C-0E0C-432F-98C7-E7E52F34E17F}" type="pres">
      <dgm:prSet presAssocID="{713D2FC8-9060-46DE-B484-9512727603D4}" presName="accentRepeatNode" presStyleLbl="solidFgAcc1" presStyleIdx="0" presStyleCnt="4"/>
      <dgm:spPr/>
    </dgm:pt>
    <dgm:pt modelId="{F2FBB65B-A752-4781-8C60-BB2AB0F22691}" type="pres">
      <dgm:prSet presAssocID="{2D3DB589-9F59-493E-BD2D-8E59F90E1458}" presName="text_2" presStyleLbl="node1" presStyleIdx="1" presStyleCnt="4">
        <dgm:presLayoutVars>
          <dgm:bulletEnabled val="1"/>
        </dgm:presLayoutVars>
      </dgm:prSet>
      <dgm:spPr/>
    </dgm:pt>
    <dgm:pt modelId="{8B9DD682-9381-4169-9F64-908F93E02A0D}" type="pres">
      <dgm:prSet presAssocID="{2D3DB589-9F59-493E-BD2D-8E59F90E1458}" presName="accent_2" presStyleCnt="0"/>
      <dgm:spPr/>
    </dgm:pt>
    <dgm:pt modelId="{2D342FFD-B4A3-4D03-95F4-1B517B961A32}" type="pres">
      <dgm:prSet presAssocID="{2D3DB589-9F59-493E-BD2D-8E59F90E1458}" presName="accentRepeatNode" presStyleLbl="solidFgAcc1" presStyleIdx="1" presStyleCnt="4"/>
      <dgm:spPr/>
    </dgm:pt>
    <dgm:pt modelId="{843DD38A-0C8D-49B3-87BE-6C3CB18F6DE4}" type="pres">
      <dgm:prSet presAssocID="{EBD71C48-6386-49CF-A438-49E49A90E215}" presName="text_3" presStyleLbl="node1" presStyleIdx="2" presStyleCnt="4">
        <dgm:presLayoutVars>
          <dgm:bulletEnabled val="1"/>
        </dgm:presLayoutVars>
      </dgm:prSet>
      <dgm:spPr/>
    </dgm:pt>
    <dgm:pt modelId="{4B55F2E3-4431-4384-A4FC-A976C10A725B}" type="pres">
      <dgm:prSet presAssocID="{EBD71C48-6386-49CF-A438-49E49A90E215}" presName="accent_3" presStyleCnt="0"/>
      <dgm:spPr/>
    </dgm:pt>
    <dgm:pt modelId="{B268D62A-DFDA-4464-914D-B2FE4BB8EC19}" type="pres">
      <dgm:prSet presAssocID="{EBD71C48-6386-49CF-A438-49E49A90E215}" presName="accentRepeatNode" presStyleLbl="solidFgAcc1" presStyleIdx="2" presStyleCnt="4"/>
      <dgm:spPr/>
    </dgm:pt>
    <dgm:pt modelId="{D06A7C4B-32AB-4291-AA29-C253C7131979}" type="pres">
      <dgm:prSet presAssocID="{41CF9133-C048-4E72-8984-D3F093DF6351}" presName="text_4" presStyleLbl="node1" presStyleIdx="3" presStyleCnt="4">
        <dgm:presLayoutVars>
          <dgm:bulletEnabled val="1"/>
        </dgm:presLayoutVars>
      </dgm:prSet>
      <dgm:spPr/>
    </dgm:pt>
    <dgm:pt modelId="{22485EF3-E8A8-44E1-88CF-3125E635BDFF}" type="pres">
      <dgm:prSet presAssocID="{41CF9133-C048-4E72-8984-D3F093DF6351}" presName="accent_4" presStyleCnt="0"/>
      <dgm:spPr/>
    </dgm:pt>
    <dgm:pt modelId="{1E7DDEAF-6CDC-4307-9600-777B87A9FFE2}" type="pres">
      <dgm:prSet presAssocID="{41CF9133-C048-4E72-8984-D3F093DF6351}" presName="accentRepeatNode" presStyleLbl="solidFgAcc1" presStyleIdx="3" presStyleCnt="4"/>
      <dgm:spPr/>
    </dgm:pt>
  </dgm:ptLst>
  <dgm:cxnLst>
    <dgm:cxn modelId="{400A6D17-41D7-437D-BCBF-83A418396E3C}" type="presOf" srcId="{2D3DB589-9F59-493E-BD2D-8E59F90E1458}" destId="{F2FBB65B-A752-4781-8C60-BB2AB0F22691}" srcOrd="0" destOrd="0" presId="urn:microsoft.com/office/officeart/2008/layout/VerticalCurvedList"/>
    <dgm:cxn modelId="{50C8EA18-2AB5-4A71-B525-2495062FAF7F}" type="presOf" srcId="{A5964872-0A13-4C54-881B-1CAE70BA6D26}" destId="{9DB05B62-7BEA-4D7A-BCD5-6FA714EC1D61}" srcOrd="0" destOrd="0" presId="urn:microsoft.com/office/officeart/2008/layout/VerticalCurvedList"/>
    <dgm:cxn modelId="{40F3C73F-C81B-41A6-B3E0-E3F02C10962D}" type="presOf" srcId="{41CF9133-C048-4E72-8984-D3F093DF6351}" destId="{D06A7C4B-32AB-4291-AA29-C253C7131979}" srcOrd="0" destOrd="0" presId="urn:microsoft.com/office/officeart/2008/layout/VerticalCurvedList"/>
    <dgm:cxn modelId="{0BDD1543-0155-4018-9CB6-E5CE679CF60B}" srcId="{02DE50F8-D0EB-4EF6-9919-08A12506238D}" destId="{713D2FC8-9060-46DE-B484-9512727603D4}" srcOrd="0" destOrd="0" parTransId="{B1EE385E-1A01-4E0E-A679-E9C16F41BB7A}" sibTransId="{A5964872-0A13-4C54-881B-1CAE70BA6D26}"/>
    <dgm:cxn modelId="{78B42847-6F8D-4074-B497-4E1F5E411B1F}" srcId="{02DE50F8-D0EB-4EF6-9919-08A12506238D}" destId="{EBD71C48-6386-49CF-A438-49E49A90E215}" srcOrd="2" destOrd="0" parTransId="{D37F3319-3F05-4EBD-ADF8-9A51C1A52063}" sibTransId="{63AB3D9D-FAD8-4982-B3F9-E19A26793B08}"/>
    <dgm:cxn modelId="{59F5BC6E-DDA9-44F6-968D-93856F97558C}" srcId="{02DE50F8-D0EB-4EF6-9919-08A12506238D}" destId="{2D3DB589-9F59-493E-BD2D-8E59F90E1458}" srcOrd="1" destOrd="0" parTransId="{A9B3F3FD-DECA-43AE-86D2-56577047CA66}" sibTransId="{B0F40A57-24FF-4CF7-83C6-E30BE9D8E788}"/>
    <dgm:cxn modelId="{1B4E597E-6B14-4817-BAD5-F750758ADBFC}" type="presOf" srcId="{713D2FC8-9060-46DE-B484-9512727603D4}" destId="{C7F597A9-DC24-4AF1-AEEF-155D4B06B432}" srcOrd="0" destOrd="0" presId="urn:microsoft.com/office/officeart/2008/layout/VerticalCurvedList"/>
    <dgm:cxn modelId="{9E6A39C2-3A60-46A2-81D8-200B106EB9B4}" type="presOf" srcId="{EBD71C48-6386-49CF-A438-49E49A90E215}" destId="{843DD38A-0C8D-49B3-87BE-6C3CB18F6DE4}" srcOrd="0" destOrd="0" presId="urn:microsoft.com/office/officeart/2008/layout/VerticalCurvedList"/>
    <dgm:cxn modelId="{9CD1E2CC-938D-487D-BA38-4DF468C81943}" srcId="{02DE50F8-D0EB-4EF6-9919-08A12506238D}" destId="{41CF9133-C048-4E72-8984-D3F093DF6351}" srcOrd="3" destOrd="0" parTransId="{BF376222-CCE4-4B3A-8F09-4DC34DC60A4C}" sibTransId="{28E9D01A-9322-44BB-864C-4EF6548462DD}"/>
    <dgm:cxn modelId="{EEE137D8-FAA1-41E2-887A-D205E3C5C0DC}" type="presOf" srcId="{02DE50F8-D0EB-4EF6-9919-08A12506238D}" destId="{A004D321-F380-4176-A6E7-BECF490FFE27}" srcOrd="0" destOrd="0" presId="urn:microsoft.com/office/officeart/2008/layout/VerticalCurvedList"/>
    <dgm:cxn modelId="{ACA8391A-B788-4DE3-918A-297546E2051D}" type="presParOf" srcId="{A004D321-F380-4176-A6E7-BECF490FFE27}" destId="{31A421DA-2FDB-411D-A2B7-36568D1DB47D}" srcOrd="0" destOrd="0" presId="urn:microsoft.com/office/officeart/2008/layout/VerticalCurvedList"/>
    <dgm:cxn modelId="{EFA56C38-F927-4A79-85E0-CE92AD1B9E8D}" type="presParOf" srcId="{31A421DA-2FDB-411D-A2B7-36568D1DB47D}" destId="{C283B89A-D79E-4EE6-A19E-1504F4CD1C94}" srcOrd="0" destOrd="0" presId="urn:microsoft.com/office/officeart/2008/layout/VerticalCurvedList"/>
    <dgm:cxn modelId="{76699CF7-D27E-4918-9162-448E30450F30}" type="presParOf" srcId="{C283B89A-D79E-4EE6-A19E-1504F4CD1C94}" destId="{7F33FB32-8BD2-4834-A54C-28D9ED4D9455}" srcOrd="0" destOrd="0" presId="urn:microsoft.com/office/officeart/2008/layout/VerticalCurvedList"/>
    <dgm:cxn modelId="{EB5B243A-B958-478C-ABD6-1A15A0407706}" type="presParOf" srcId="{C283B89A-D79E-4EE6-A19E-1504F4CD1C94}" destId="{9DB05B62-7BEA-4D7A-BCD5-6FA714EC1D61}" srcOrd="1" destOrd="0" presId="urn:microsoft.com/office/officeart/2008/layout/VerticalCurvedList"/>
    <dgm:cxn modelId="{4EC4EB3C-B0CB-4CFB-AF5E-807EE837F5C3}" type="presParOf" srcId="{C283B89A-D79E-4EE6-A19E-1504F4CD1C94}" destId="{4DB2CF47-7CBE-4160-A905-B8A675B45C50}" srcOrd="2" destOrd="0" presId="urn:microsoft.com/office/officeart/2008/layout/VerticalCurvedList"/>
    <dgm:cxn modelId="{808693DF-96B9-44AA-8E1D-9656147A8CC7}" type="presParOf" srcId="{C283B89A-D79E-4EE6-A19E-1504F4CD1C94}" destId="{A6777437-1A86-4BA3-8E03-D8D030B65529}" srcOrd="3" destOrd="0" presId="urn:microsoft.com/office/officeart/2008/layout/VerticalCurvedList"/>
    <dgm:cxn modelId="{944C7B0A-55F5-40B4-8407-666695892FB2}" type="presParOf" srcId="{31A421DA-2FDB-411D-A2B7-36568D1DB47D}" destId="{C7F597A9-DC24-4AF1-AEEF-155D4B06B432}" srcOrd="1" destOrd="0" presId="urn:microsoft.com/office/officeart/2008/layout/VerticalCurvedList"/>
    <dgm:cxn modelId="{AA2E721A-73F2-4EAD-99D9-1C949BB3F596}" type="presParOf" srcId="{31A421DA-2FDB-411D-A2B7-36568D1DB47D}" destId="{3E4F31BE-9014-4520-A900-6C99546B769D}" srcOrd="2" destOrd="0" presId="urn:microsoft.com/office/officeart/2008/layout/VerticalCurvedList"/>
    <dgm:cxn modelId="{6863758D-E862-44F7-B870-8B98596F8925}" type="presParOf" srcId="{3E4F31BE-9014-4520-A900-6C99546B769D}" destId="{66F11C1C-0E0C-432F-98C7-E7E52F34E17F}" srcOrd="0" destOrd="0" presId="urn:microsoft.com/office/officeart/2008/layout/VerticalCurvedList"/>
    <dgm:cxn modelId="{F3E40B6B-6C7D-439E-B8BD-3F9FF5730172}" type="presParOf" srcId="{31A421DA-2FDB-411D-A2B7-36568D1DB47D}" destId="{F2FBB65B-A752-4781-8C60-BB2AB0F22691}" srcOrd="3" destOrd="0" presId="urn:microsoft.com/office/officeart/2008/layout/VerticalCurvedList"/>
    <dgm:cxn modelId="{08B4518D-526C-4C26-B9ED-5B9DDD423903}" type="presParOf" srcId="{31A421DA-2FDB-411D-A2B7-36568D1DB47D}" destId="{8B9DD682-9381-4169-9F64-908F93E02A0D}" srcOrd="4" destOrd="0" presId="urn:microsoft.com/office/officeart/2008/layout/VerticalCurvedList"/>
    <dgm:cxn modelId="{67A5DC4C-08C6-48FF-8E22-3679AAC3766F}" type="presParOf" srcId="{8B9DD682-9381-4169-9F64-908F93E02A0D}" destId="{2D342FFD-B4A3-4D03-95F4-1B517B961A32}" srcOrd="0" destOrd="0" presId="urn:microsoft.com/office/officeart/2008/layout/VerticalCurvedList"/>
    <dgm:cxn modelId="{AE3D6302-DA69-4B8E-B9E6-E19C0CF9BD03}" type="presParOf" srcId="{31A421DA-2FDB-411D-A2B7-36568D1DB47D}" destId="{843DD38A-0C8D-49B3-87BE-6C3CB18F6DE4}" srcOrd="5" destOrd="0" presId="urn:microsoft.com/office/officeart/2008/layout/VerticalCurvedList"/>
    <dgm:cxn modelId="{5E5811F7-21F9-4A7B-8CB0-8BE9B5A7649D}" type="presParOf" srcId="{31A421DA-2FDB-411D-A2B7-36568D1DB47D}" destId="{4B55F2E3-4431-4384-A4FC-A976C10A725B}" srcOrd="6" destOrd="0" presId="urn:microsoft.com/office/officeart/2008/layout/VerticalCurvedList"/>
    <dgm:cxn modelId="{55B82AE8-8D42-4EBD-8EE6-2F783D41C26D}" type="presParOf" srcId="{4B55F2E3-4431-4384-A4FC-A976C10A725B}" destId="{B268D62A-DFDA-4464-914D-B2FE4BB8EC19}" srcOrd="0" destOrd="0" presId="urn:microsoft.com/office/officeart/2008/layout/VerticalCurvedList"/>
    <dgm:cxn modelId="{3E4BBCBA-476E-4F50-827E-30470BEC1A41}" type="presParOf" srcId="{31A421DA-2FDB-411D-A2B7-36568D1DB47D}" destId="{D06A7C4B-32AB-4291-AA29-C253C7131979}" srcOrd="7" destOrd="0" presId="urn:microsoft.com/office/officeart/2008/layout/VerticalCurvedList"/>
    <dgm:cxn modelId="{8543B855-652B-41E7-90B6-D3B954F80ABB}" type="presParOf" srcId="{31A421DA-2FDB-411D-A2B7-36568D1DB47D}" destId="{22485EF3-E8A8-44E1-88CF-3125E635BDFF}" srcOrd="8" destOrd="0" presId="urn:microsoft.com/office/officeart/2008/layout/VerticalCurvedList"/>
    <dgm:cxn modelId="{076A5B74-74A4-4EED-8FBF-80727A7F20C4}" type="presParOf" srcId="{22485EF3-E8A8-44E1-88CF-3125E635BDFF}" destId="{1E7DDEAF-6CDC-4307-9600-777B87A9FF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148D4B36-E63C-4D37-9F7A-C9D7A4F1418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BA2999D-343B-4FAB-9539-1844055E1141}">
      <dgm:prSet/>
      <dgm:spPr/>
      <dgm:t>
        <a:bodyPr/>
        <a:lstStyle/>
        <a:p>
          <a:r>
            <a:rPr lang="ru-RU" b="0" i="0"/>
            <a:t>1774 р.</a:t>
          </a:r>
          <a:endParaRPr lang="uk-UA"/>
        </a:p>
      </dgm:t>
    </dgm:pt>
    <dgm:pt modelId="{3D4967A6-223D-46D8-BC1D-7E5D796AA4C2}" type="parTrans" cxnId="{181FEE1B-B6BA-4D72-8BEE-F6EF91014F44}">
      <dgm:prSet/>
      <dgm:spPr/>
      <dgm:t>
        <a:bodyPr/>
        <a:lstStyle/>
        <a:p>
          <a:endParaRPr lang="uk-UA"/>
        </a:p>
      </dgm:t>
    </dgm:pt>
    <dgm:pt modelId="{C45C413F-A097-405E-9CE4-948AD587A7D2}" type="sibTrans" cxnId="{181FEE1B-B6BA-4D72-8BEE-F6EF91014F44}">
      <dgm:prSet/>
      <dgm:spPr/>
      <dgm:t>
        <a:bodyPr/>
        <a:lstStyle/>
        <a:p>
          <a:endParaRPr lang="uk-UA"/>
        </a:p>
      </dgm:t>
    </dgm:pt>
    <dgm:pt modelId="{848B0394-B323-4F5C-8F5C-2CEA15C4F4B8}">
      <dgm:prSet/>
      <dgm:spPr/>
      <dgm:t>
        <a:bodyPr/>
        <a:lstStyle/>
        <a:p>
          <a:r>
            <a:rPr lang="ru-RU" b="0" i="0"/>
            <a:t>1768 р.</a:t>
          </a:r>
          <a:endParaRPr lang="uk-UA"/>
        </a:p>
      </dgm:t>
    </dgm:pt>
    <dgm:pt modelId="{4B14B0F9-68DC-41E6-BE06-1B73B0A3623B}" type="parTrans" cxnId="{93E08053-A187-4797-9A1B-3AA2AAE01F76}">
      <dgm:prSet/>
      <dgm:spPr/>
      <dgm:t>
        <a:bodyPr/>
        <a:lstStyle/>
        <a:p>
          <a:endParaRPr lang="uk-UA"/>
        </a:p>
      </dgm:t>
    </dgm:pt>
    <dgm:pt modelId="{4954EE9D-C8CB-44FD-9F1D-208914D0A64A}" type="sibTrans" cxnId="{93E08053-A187-4797-9A1B-3AA2AAE01F76}">
      <dgm:prSet/>
      <dgm:spPr/>
      <dgm:t>
        <a:bodyPr/>
        <a:lstStyle/>
        <a:p>
          <a:endParaRPr lang="uk-UA"/>
        </a:p>
      </dgm:t>
    </dgm:pt>
    <dgm:pt modelId="{C35D6741-14F4-4441-8B89-E43F6476F59F}">
      <dgm:prSet/>
      <dgm:spPr/>
      <dgm:t>
        <a:bodyPr/>
        <a:lstStyle/>
        <a:p>
          <a:r>
            <a:rPr lang="ru-RU" b="0" i="0" dirty="0"/>
            <a:t>1783 р.</a:t>
          </a:r>
          <a:endParaRPr lang="uk-UA" dirty="0"/>
        </a:p>
      </dgm:t>
    </dgm:pt>
    <dgm:pt modelId="{B90CAADC-2F14-41CD-8A73-6E916364413A}" type="parTrans" cxnId="{99005B2C-E5C8-41EC-89AB-9BDF5EA389C2}">
      <dgm:prSet/>
      <dgm:spPr/>
      <dgm:t>
        <a:bodyPr/>
        <a:lstStyle/>
        <a:p>
          <a:endParaRPr lang="uk-UA"/>
        </a:p>
      </dgm:t>
    </dgm:pt>
    <dgm:pt modelId="{31340A7F-E454-4110-9026-80E724927537}" type="sibTrans" cxnId="{99005B2C-E5C8-41EC-89AB-9BDF5EA389C2}">
      <dgm:prSet/>
      <dgm:spPr/>
      <dgm:t>
        <a:bodyPr/>
        <a:lstStyle/>
        <a:p>
          <a:endParaRPr lang="uk-UA"/>
        </a:p>
      </dgm:t>
    </dgm:pt>
    <dgm:pt modelId="{CFD9C3E8-BC48-4052-87E7-36406DA889D5}">
      <dgm:prSet/>
      <dgm:spPr/>
      <dgm:t>
        <a:bodyPr/>
        <a:lstStyle/>
        <a:p>
          <a:r>
            <a:rPr lang="ru-RU" b="0" i="0" dirty="0"/>
            <a:t>1787 р.</a:t>
          </a:r>
          <a:endParaRPr lang="uk-UA" dirty="0"/>
        </a:p>
      </dgm:t>
    </dgm:pt>
    <dgm:pt modelId="{7A2798DB-B572-4B98-9640-5282E29ABD7E}" type="parTrans" cxnId="{44233AB1-715A-4791-B606-9242B2B61E0B}">
      <dgm:prSet/>
      <dgm:spPr/>
      <dgm:t>
        <a:bodyPr/>
        <a:lstStyle/>
        <a:p>
          <a:endParaRPr lang="uk-UA"/>
        </a:p>
      </dgm:t>
    </dgm:pt>
    <dgm:pt modelId="{CEC7B19D-F50A-41D1-97A4-266B0B39807D}" type="sibTrans" cxnId="{44233AB1-715A-4791-B606-9242B2B61E0B}">
      <dgm:prSet/>
      <dgm:spPr/>
      <dgm:t>
        <a:bodyPr/>
        <a:lstStyle/>
        <a:p>
          <a:endParaRPr lang="uk-UA"/>
        </a:p>
      </dgm:t>
    </dgm:pt>
    <dgm:pt modelId="{BCB2F71D-B44B-4B67-8230-2BEF2802E34D}" type="pres">
      <dgm:prSet presAssocID="{148D4B36-E63C-4D37-9F7A-C9D7A4F1418B}" presName="matrix" presStyleCnt="0">
        <dgm:presLayoutVars>
          <dgm:chMax val="1"/>
          <dgm:dir/>
          <dgm:resizeHandles val="exact"/>
        </dgm:presLayoutVars>
      </dgm:prSet>
      <dgm:spPr/>
    </dgm:pt>
    <dgm:pt modelId="{9504DEFC-58F2-4C2E-A979-EC833196778C}" type="pres">
      <dgm:prSet presAssocID="{148D4B36-E63C-4D37-9F7A-C9D7A4F1418B}" presName="diamond" presStyleLbl="bgShp" presStyleIdx="0" presStyleCnt="1"/>
      <dgm:spPr/>
    </dgm:pt>
    <dgm:pt modelId="{572687EE-081A-4A2A-A84C-CD0DE3CD8F94}" type="pres">
      <dgm:prSet presAssocID="{148D4B36-E63C-4D37-9F7A-C9D7A4F1418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8476A8E-89A5-4ACA-8A04-E59AA93294C5}" type="pres">
      <dgm:prSet presAssocID="{148D4B36-E63C-4D37-9F7A-C9D7A4F1418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D049095-85FE-493D-9BDC-8188C0232996}" type="pres">
      <dgm:prSet presAssocID="{148D4B36-E63C-4D37-9F7A-C9D7A4F1418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FC15C5C-581A-4147-83D9-7D7BA03AFBC5}" type="pres">
      <dgm:prSet presAssocID="{148D4B36-E63C-4D37-9F7A-C9D7A4F1418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81FEE1B-B6BA-4D72-8BEE-F6EF91014F44}" srcId="{148D4B36-E63C-4D37-9F7A-C9D7A4F1418B}" destId="{3BA2999D-343B-4FAB-9539-1844055E1141}" srcOrd="0" destOrd="0" parTransId="{3D4967A6-223D-46D8-BC1D-7E5D796AA4C2}" sibTransId="{C45C413F-A097-405E-9CE4-948AD587A7D2}"/>
    <dgm:cxn modelId="{0EAA1A23-2B0F-4947-8533-02335FA8E8B3}" type="presOf" srcId="{C35D6741-14F4-4441-8B89-E43F6476F59F}" destId="{CD049095-85FE-493D-9BDC-8188C0232996}" srcOrd="0" destOrd="0" presId="urn:microsoft.com/office/officeart/2005/8/layout/matrix3"/>
    <dgm:cxn modelId="{99005B2C-E5C8-41EC-89AB-9BDF5EA389C2}" srcId="{148D4B36-E63C-4D37-9F7A-C9D7A4F1418B}" destId="{C35D6741-14F4-4441-8B89-E43F6476F59F}" srcOrd="2" destOrd="0" parTransId="{B90CAADC-2F14-41CD-8A73-6E916364413A}" sibTransId="{31340A7F-E454-4110-9026-80E724927537}"/>
    <dgm:cxn modelId="{93E08053-A187-4797-9A1B-3AA2AAE01F76}" srcId="{148D4B36-E63C-4D37-9F7A-C9D7A4F1418B}" destId="{848B0394-B323-4F5C-8F5C-2CEA15C4F4B8}" srcOrd="1" destOrd="0" parTransId="{4B14B0F9-68DC-41E6-BE06-1B73B0A3623B}" sibTransId="{4954EE9D-C8CB-44FD-9F1D-208914D0A64A}"/>
    <dgm:cxn modelId="{10724277-731F-471E-ADAB-AAB5939DB942}" type="presOf" srcId="{148D4B36-E63C-4D37-9F7A-C9D7A4F1418B}" destId="{BCB2F71D-B44B-4B67-8230-2BEF2802E34D}" srcOrd="0" destOrd="0" presId="urn:microsoft.com/office/officeart/2005/8/layout/matrix3"/>
    <dgm:cxn modelId="{EB91459B-115E-4494-9039-E476126AD58C}" type="presOf" srcId="{3BA2999D-343B-4FAB-9539-1844055E1141}" destId="{572687EE-081A-4A2A-A84C-CD0DE3CD8F94}" srcOrd="0" destOrd="0" presId="urn:microsoft.com/office/officeart/2005/8/layout/matrix3"/>
    <dgm:cxn modelId="{44233AB1-715A-4791-B606-9242B2B61E0B}" srcId="{148D4B36-E63C-4D37-9F7A-C9D7A4F1418B}" destId="{CFD9C3E8-BC48-4052-87E7-36406DA889D5}" srcOrd="3" destOrd="0" parTransId="{7A2798DB-B572-4B98-9640-5282E29ABD7E}" sibTransId="{CEC7B19D-F50A-41D1-97A4-266B0B39807D}"/>
    <dgm:cxn modelId="{2B19FACB-0BA5-4DAF-BE58-10554C5200D2}" type="presOf" srcId="{CFD9C3E8-BC48-4052-87E7-36406DA889D5}" destId="{5FC15C5C-581A-4147-83D9-7D7BA03AFBC5}" srcOrd="0" destOrd="0" presId="urn:microsoft.com/office/officeart/2005/8/layout/matrix3"/>
    <dgm:cxn modelId="{6B1D83CE-4BCA-4536-82BF-3EBE8ED6120C}" type="presOf" srcId="{848B0394-B323-4F5C-8F5C-2CEA15C4F4B8}" destId="{C8476A8E-89A5-4ACA-8A04-E59AA93294C5}" srcOrd="0" destOrd="0" presId="urn:microsoft.com/office/officeart/2005/8/layout/matrix3"/>
    <dgm:cxn modelId="{C64C30C3-DA18-473A-8394-ABC350933B2F}" type="presParOf" srcId="{BCB2F71D-B44B-4B67-8230-2BEF2802E34D}" destId="{9504DEFC-58F2-4C2E-A979-EC833196778C}" srcOrd="0" destOrd="0" presId="urn:microsoft.com/office/officeart/2005/8/layout/matrix3"/>
    <dgm:cxn modelId="{F35CD7BF-9938-4629-B06A-EB84E55C05D3}" type="presParOf" srcId="{BCB2F71D-B44B-4B67-8230-2BEF2802E34D}" destId="{572687EE-081A-4A2A-A84C-CD0DE3CD8F94}" srcOrd="1" destOrd="0" presId="urn:microsoft.com/office/officeart/2005/8/layout/matrix3"/>
    <dgm:cxn modelId="{35140CE5-A10B-49EE-B3B0-4B2226E37979}" type="presParOf" srcId="{BCB2F71D-B44B-4B67-8230-2BEF2802E34D}" destId="{C8476A8E-89A5-4ACA-8A04-E59AA93294C5}" srcOrd="2" destOrd="0" presId="urn:microsoft.com/office/officeart/2005/8/layout/matrix3"/>
    <dgm:cxn modelId="{4A210A67-0516-4AD8-ADC6-FA3715057DBF}" type="presParOf" srcId="{BCB2F71D-B44B-4B67-8230-2BEF2802E34D}" destId="{CD049095-85FE-493D-9BDC-8188C0232996}" srcOrd="3" destOrd="0" presId="urn:microsoft.com/office/officeart/2005/8/layout/matrix3"/>
    <dgm:cxn modelId="{56FF16A7-2FF7-448A-811D-D7B6A24F867A}" type="presParOf" srcId="{BCB2F71D-B44B-4B67-8230-2BEF2802E34D}" destId="{5FC15C5C-581A-4147-83D9-7D7BA03AFBC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74ABE879-9284-4871-9754-CB7C574D94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A0DB1B9-3938-4570-AFC1-A6E7492AAF2B}">
      <dgm:prSet/>
      <dgm:spPr/>
      <dgm:t>
        <a:bodyPr/>
        <a:lstStyle/>
        <a:p>
          <a:r>
            <a:rPr lang="ru-RU" b="0" i="0" dirty="0"/>
            <a:t>І. Мазепу</a:t>
          </a:r>
          <a:endParaRPr lang="uk-UA" dirty="0"/>
        </a:p>
      </dgm:t>
    </dgm:pt>
    <dgm:pt modelId="{34E3FB16-7A50-4D4F-BD24-CF3EB0A15426}" type="parTrans" cxnId="{140A32D9-2E3B-45AE-B4A2-92BD5E694DA8}">
      <dgm:prSet/>
      <dgm:spPr/>
      <dgm:t>
        <a:bodyPr/>
        <a:lstStyle/>
        <a:p>
          <a:endParaRPr lang="uk-UA"/>
        </a:p>
      </dgm:t>
    </dgm:pt>
    <dgm:pt modelId="{95F03098-D728-470D-B149-CA6FE3425C8F}" type="sibTrans" cxnId="{140A32D9-2E3B-45AE-B4A2-92BD5E694DA8}">
      <dgm:prSet/>
      <dgm:spPr/>
      <dgm:t>
        <a:bodyPr/>
        <a:lstStyle/>
        <a:p>
          <a:endParaRPr lang="uk-UA"/>
        </a:p>
      </dgm:t>
    </dgm:pt>
    <dgm:pt modelId="{E64EAB54-9D98-4FB3-9B2C-C4F705949336}">
      <dgm:prSet/>
      <dgm:spPr/>
      <dgm:t>
        <a:bodyPr/>
        <a:lstStyle/>
        <a:p>
          <a:r>
            <a:rPr lang="ru-RU" b="0" i="0"/>
            <a:t>І. Скоропадського</a:t>
          </a:r>
          <a:endParaRPr lang="uk-UA"/>
        </a:p>
      </dgm:t>
    </dgm:pt>
    <dgm:pt modelId="{272B03D7-5A98-46D8-AEAD-D90ECC2587C6}" type="parTrans" cxnId="{90F188E5-DDFA-4C95-A01A-C2BE7010C647}">
      <dgm:prSet/>
      <dgm:spPr/>
      <dgm:t>
        <a:bodyPr/>
        <a:lstStyle/>
        <a:p>
          <a:endParaRPr lang="uk-UA"/>
        </a:p>
      </dgm:t>
    </dgm:pt>
    <dgm:pt modelId="{CEF0E58C-44E0-4D00-97BC-8DA82C1AB168}" type="sibTrans" cxnId="{90F188E5-DDFA-4C95-A01A-C2BE7010C647}">
      <dgm:prSet/>
      <dgm:spPr/>
      <dgm:t>
        <a:bodyPr/>
        <a:lstStyle/>
        <a:p>
          <a:endParaRPr lang="uk-UA"/>
        </a:p>
      </dgm:t>
    </dgm:pt>
    <dgm:pt modelId="{7BABFA7E-E448-4663-9018-672F259EDC4B}">
      <dgm:prSet/>
      <dgm:spPr/>
      <dgm:t>
        <a:bodyPr/>
        <a:lstStyle/>
        <a:p>
          <a:r>
            <a:rPr lang="ru-RU" b="0" i="0"/>
            <a:t>П. Полуботка</a:t>
          </a:r>
          <a:endParaRPr lang="uk-UA"/>
        </a:p>
      </dgm:t>
    </dgm:pt>
    <dgm:pt modelId="{0915525D-9B95-44FB-8E76-5A737FAC0515}" type="parTrans" cxnId="{1661E40D-B4BF-49EA-9F8F-1BEC00C03F6A}">
      <dgm:prSet/>
      <dgm:spPr/>
      <dgm:t>
        <a:bodyPr/>
        <a:lstStyle/>
        <a:p>
          <a:endParaRPr lang="uk-UA"/>
        </a:p>
      </dgm:t>
    </dgm:pt>
    <dgm:pt modelId="{C5F2DE14-D9E4-4BB0-A76B-04D1039C444E}" type="sibTrans" cxnId="{1661E40D-B4BF-49EA-9F8F-1BEC00C03F6A}">
      <dgm:prSet/>
      <dgm:spPr/>
      <dgm:t>
        <a:bodyPr/>
        <a:lstStyle/>
        <a:p>
          <a:endParaRPr lang="uk-UA"/>
        </a:p>
      </dgm:t>
    </dgm:pt>
    <dgm:pt modelId="{1AB5248E-F1B4-46E6-9F1E-A6C59E1074CF}">
      <dgm:prSet/>
      <dgm:spPr/>
      <dgm:t>
        <a:bodyPr/>
        <a:lstStyle/>
        <a:p>
          <a:r>
            <a:rPr lang="ru-RU" b="0" i="0" dirty="0"/>
            <a:t>Д. Апостола</a:t>
          </a:r>
          <a:endParaRPr lang="uk-UA" dirty="0"/>
        </a:p>
      </dgm:t>
    </dgm:pt>
    <dgm:pt modelId="{DB655D3F-AB74-47E6-8683-C1BA79916CE2}" type="parTrans" cxnId="{D94B2E28-B740-4C11-A2E5-8A5CF4795CB9}">
      <dgm:prSet/>
      <dgm:spPr/>
      <dgm:t>
        <a:bodyPr/>
        <a:lstStyle/>
        <a:p>
          <a:endParaRPr lang="uk-UA"/>
        </a:p>
      </dgm:t>
    </dgm:pt>
    <dgm:pt modelId="{BAA4DE2F-7DA7-412B-9347-D797351DCC3E}" type="sibTrans" cxnId="{D94B2E28-B740-4C11-A2E5-8A5CF4795CB9}">
      <dgm:prSet/>
      <dgm:spPr/>
      <dgm:t>
        <a:bodyPr/>
        <a:lstStyle/>
        <a:p>
          <a:endParaRPr lang="uk-UA"/>
        </a:p>
      </dgm:t>
    </dgm:pt>
    <dgm:pt modelId="{EB6D167F-0C43-4A09-B6B0-4565075052A8}" type="pres">
      <dgm:prSet presAssocID="{74ABE879-9284-4871-9754-CB7C574D9465}" presName="linear" presStyleCnt="0">
        <dgm:presLayoutVars>
          <dgm:animLvl val="lvl"/>
          <dgm:resizeHandles val="exact"/>
        </dgm:presLayoutVars>
      </dgm:prSet>
      <dgm:spPr/>
    </dgm:pt>
    <dgm:pt modelId="{5CB2BFBD-E182-45F7-BD13-806AB6686DD4}" type="pres">
      <dgm:prSet presAssocID="{CA0DB1B9-3938-4570-AFC1-A6E7492AAF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47A4EC3-DAC3-47AD-ADE4-858BF539058B}" type="pres">
      <dgm:prSet presAssocID="{95F03098-D728-470D-B149-CA6FE3425C8F}" presName="spacer" presStyleCnt="0"/>
      <dgm:spPr/>
    </dgm:pt>
    <dgm:pt modelId="{D0589AE3-5783-4CE6-9727-5181C1694883}" type="pres">
      <dgm:prSet presAssocID="{E64EAB54-9D98-4FB3-9B2C-C4F7059493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1F028F1-2076-4B75-8A7F-F0B1B756D77A}" type="pres">
      <dgm:prSet presAssocID="{CEF0E58C-44E0-4D00-97BC-8DA82C1AB168}" presName="spacer" presStyleCnt="0"/>
      <dgm:spPr/>
    </dgm:pt>
    <dgm:pt modelId="{3754D2B8-0A39-4DCC-A4CC-3F781C62A2F5}" type="pres">
      <dgm:prSet presAssocID="{7BABFA7E-E448-4663-9018-672F259EDC4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EC0C1CD-3939-4856-ABF5-CCFC270796FF}" type="pres">
      <dgm:prSet presAssocID="{C5F2DE14-D9E4-4BB0-A76B-04D1039C444E}" presName="spacer" presStyleCnt="0"/>
      <dgm:spPr/>
    </dgm:pt>
    <dgm:pt modelId="{EFD9C6A1-E14F-4AE5-B68E-8D1B9CAFFC6F}" type="pres">
      <dgm:prSet presAssocID="{1AB5248E-F1B4-46E6-9F1E-A6C59E1074C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72AC904-9190-43C9-BE8B-697A7B7D2A7C}" type="presOf" srcId="{CA0DB1B9-3938-4570-AFC1-A6E7492AAF2B}" destId="{5CB2BFBD-E182-45F7-BD13-806AB6686DD4}" srcOrd="0" destOrd="0" presId="urn:microsoft.com/office/officeart/2005/8/layout/vList2"/>
    <dgm:cxn modelId="{1661E40D-B4BF-49EA-9F8F-1BEC00C03F6A}" srcId="{74ABE879-9284-4871-9754-CB7C574D9465}" destId="{7BABFA7E-E448-4663-9018-672F259EDC4B}" srcOrd="2" destOrd="0" parTransId="{0915525D-9B95-44FB-8E76-5A737FAC0515}" sibTransId="{C5F2DE14-D9E4-4BB0-A76B-04D1039C444E}"/>
    <dgm:cxn modelId="{D94B2E28-B740-4C11-A2E5-8A5CF4795CB9}" srcId="{74ABE879-9284-4871-9754-CB7C574D9465}" destId="{1AB5248E-F1B4-46E6-9F1E-A6C59E1074CF}" srcOrd="3" destOrd="0" parTransId="{DB655D3F-AB74-47E6-8683-C1BA79916CE2}" sibTransId="{BAA4DE2F-7DA7-412B-9347-D797351DCC3E}"/>
    <dgm:cxn modelId="{1A88474E-5566-40F8-A86B-BA9B93E955B8}" type="presOf" srcId="{74ABE879-9284-4871-9754-CB7C574D9465}" destId="{EB6D167F-0C43-4A09-B6B0-4565075052A8}" srcOrd="0" destOrd="0" presId="urn:microsoft.com/office/officeart/2005/8/layout/vList2"/>
    <dgm:cxn modelId="{6CE2268F-7FCC-4B13-A4CB-B5DDDD1EF73D}" type="presOf" srcId="{E64EAB54-9D98-4FB3-9B2C-C4F705949336}" destId="{D0589AE3-5783-4CE6-9727-5181C1694883}" srcOrd="0" destOrd="0" presId="urn:microsoft.com/office/officeart/2005/8/layout/vList2"/>
    <dgm:cxn modelId="{E738C29B-1EC7-4363-AF73-B7B50C0B1A93}" type="presOf" srcId="{7BABFA7E-E448-4663-9018-672F259EDC4B}" destId="{3754D2B8-0A39-4DCC-A4CC-3F781C62A2F5}" srcOrd="0" destOrd="0" presId="urn:microsoft.com/office/officeart/2005/8/layout/vList2"/>
    <dgm:cxn modelId="{3F2C1AB8-127A-4CA4-8344-52FC50DDEBAC}" type="presOf" srcId="{1AB5248E-F1B4-46E6-9F1E-A6C59E1074CF}" destId="{EFD9C6A1-E14F-4AE5-B68E-8D1B9CAFFC6F}" srcOrd="0" destOrd="0" presId="urn:microsoft.com/office/officeart/2005/8/layout/vList2"/>
    <dgm:cxn modelId="{140A32D9-2E3B-45AE-B4A2-92BD5E694DA8}" srcId="{74ABE879-9284-4871-9754-CB7C574D9465}" destId="{CA0DB1B9-3938-4570-AFC1-A6E7492AAF2B}" srcOrd="0" destOrd="0" parTransId="{34E3FB16-7A50-4D4F-BD24-CF3EB0A15426}" sibTransId="{95F03098-D728-470D-B149-CA6FE3425C8F}"/>
    <dgm:cxn modelId="{90F188E5-DDFA-4C95-A01A-C2BE7010C647}" srcId="{74ABE879-9284-4871-9754-CB7C574D9465}" destId="{E64EAB54-9D98-4FB3-9B2C-C4F705949336}" srcOrd="1" destOrd="0" parTransId="{272B03D7-5A98-46D8-AEAD-D90ECC2587C6}" sibTransId="{CEF0E58C-44E0-4D00-97BC-8DA82C1AB168}"/>
    <dgm:cxn modelId="{0DFBC9DA-AC66-437B-B1D2-628B2DDCFA4D}" type="presParOf" srcId="{EB6D167F-0C43-4A09-B6B0-4565075052A8}" destId="{5CB2BFBD-E182-45F7-BD13-806AB6686DD4}" srcOrd="0" destOrd="0" presId="urn:microsoft.com/office/officeart/2005/8/layout/vList2"/>
    <dgm:cxn modelId="{FF5078B4-EDCA-4022-9256-FA3F7FA11EB4}" type="presParOf" srcId="{EB6D167F-0C43-4A09-B6B0-4565075052A8}" destId="{347A4EC3-DAC3-47AD-ADE4-858BF539058B}" srcOrd="1" destOrd="0" presId="urn:microsoft.com/office/officeart/2005/8/layout/vList2"/>
    <dgm:cxn modelId="{87E95DAB-E11F-497B-9300-72833278E1D2}" type="presParOf" srcId="{EB6D167F-0C43-4A09-B6B0-4565075052A8}" destId="{D0589AE3-5783-4CE6-9727-5181C1694883}" srcOrd="2" destOrd="0" presId="urn:microsoft.com/office/officeart/2005/8/layout/vList2"/>
    <dgm:cxn modelId="{0CE9CBD0-A7F3-442A-A4F7-BD3EC66D7D37}" type="presParOf" srcId="{EB6D167F-0C43-4A09-B6B0-4565075052A8}" destId="{C1F028F1-2076-4B75-8A7F-F0B1B756D77A}" srcOrd="3" destOrd="0" presId="urn:microsoft.com/office/officeart/2005/8/layout/vList2"/>
    <dgm:cxn modelId="{61D1D001-5A51-4B28-8775-678FD12DF893}" type="presParOf" srcId="{EB6D167F-0C43-4A09-B6B0-4565075052A8}" destId="{3754D2B8-0A39-4DCC-A4CC-3F781C62A2F5}" srcOrd="4" destOrd="0" presId="urn:microsoft.com/office/officeart/2005/8/layout/vList2"/>
    <dgm:cxn modelId="{C859E2BF-5736-4DDA-AC88-5395841E5158}" type="presParOf" srcId="{EB6D167F-0C43-4A09-B6B0-4565075052A8}" destId="{FEC0C1CD-3939-4856-ABF5-CCFC270796FF}" srcOrd="5" destOrd="0" presId="urn:microsoft.com/office/officeart/2005/8/layout/vList2"/>
    <dgm:cxn modelId="{7B4F3A89-A760-4561-B1FF-089B92F0AAB9}" type="presParOf" srcId="{EB6D167F-0C43-4A09-B6B0-4565075052A8}" destId="{EFD9C6A1-E14F-4AE5-B68E-8D1B9CAFFC6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43E3F962-964C-455F-92BF-D1B5FCE8551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99F971-A744-4362-979D-71A1366399AA}">
      <dgm:prSet/>
      <dgm:spPr/>
      <dgm:t>
        <a:bodyPr/>
        <a:lstStyle/>
        <a:p>
          <a:r>
            <a:rPr lang="ru-RU" b="0" i="0"/>
            <a:t>1722-1727 рр.</a:t>
          </a:r>
          <a:endParaRPr lang="uk-UA"/>
        </a:p>
      </dgm:t>
    </dgm:pt>
    <dgm:pt modelId="{810FD99A-8936-43B3-80B9-7AAD5BB01F7F}" type="parTrans" cxnId="{42C5E28B-AE52-4C92-8F71-F9801E99D8DD}">
      <dgm:prSet/>
      <dgm:spPr/>
      <dgm:t>
        <a:bodyPr/>
        <a:lstStyle/>
        <a:p>
          <a:endParaRPr lang="uk-UA"/>
        </a:p>
      </dgm:t>
    </dgm:pt>
    <dgm:pt modelId="{E6DB1088-8DB6-4326-B2E0-6979EA9B4DB9}" type="sibTrans" cxnId="{42C5E28B-AE52-4C92-8F71-F9801E99D8DD}">
      <dgm:prSet/>
      <dgm:spPr/>
      <dgm:t>
        <a:bodyPr/>
        <a:lstStyle/>
        <a:p>
          <a:endParaRPr lang="uk-UA"/>
        </a:p>
      </dgm:t>
    </dgm:pt>
    <dgm:pt modelId="{50BA83CE-0DDA-4BBA-A6EE-47972F457282}">
      <dgm:prSet/>
      <dgm:spPr/>
      <dgm:t>
        <a:bodyPr/>
        <a:lstStyle/>
        <a:p>
          <a:r>
            <a:rPr lang="ru-RU" b="0" i="0" dirty="0"/>
            <a:t>1734-1750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70E52D04-7FE2-4383-B063-C63A7122AB5A}" type="parTrans" cxnId="{3C71CB98-7DAA-4BD5-8148-C5B53C6AC9F1}">
      <dgm:prSet/>
      <dgm:spPr/>
      <dgm:t>
        <a:bodyPr/>
        <a:lstStyle/>
        <a:p>
          <a:endParaRPr lang="uk-UA"/>
        </a:p>
      </dgm:t>
    </dgm:pt>
    <dgm:pt modelId="{C1BBCD19-9962-490E-8B76-47D3E1CAC723}" type="sibTrans" cxnId="{3C71CB98-7DAA-4BD5-8148-C5B53C6AC9F1}">
      <dgm:prSet/>
      <dgm:spPr/>
      <dgm:t>
        <a:bodyPr/>
        <a:lstStyle/>
        <a:p>
          <a:endParaRPr lang="uk-UA"/>
        </a:p>
      </dgm:t>
    </dgm:pt>
    <dgm:pt modelId="{D1748E08-57CA-45FC-B84D-4C8FFFB27D42}">
      <dgm:prSet/>
      <dgm:spPr/>
      <dgm:t>
        <a:bodyPr/>
        <a:lstStyle/>
        <a:p>
          <a:r>
            <a:rPr lang="ru-RU" b="0" i="0" dirty="0"/>
            <a:t>1750-1764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17CB17D4-67CF-448A-AD0F-1564CD0937D5}" type="parTrans" cxnId="{F17416DA-B8A7-4985-947A-5440AC024977}">
      <dgm:prSet/>
      <dgm:spPr/>
      <dgm:t>
        <a:bodyPr/>
        <a:lstStyle/>
        <a:p>
          <a:endParaRPr lang="uk-UA"/>
        </a:p>
      </dgm:t>
    </dgm:pt>
    <dgm:pt modelId="{D9B31DA6-A35A-44B8-BAA5-8190DDDA4E72}" type="sibTrans" cxnId="{F17416DA-B8A7-4985-947A-5440AC024977}">
      <dgm:prSet/>
      <dgm:spPr/>
      <dgm:t>
        <a:bodyPr/>
        <a:lstStyle/>
        <a:p>
          <a:endParaRPr lang="uk-UA"/>
        </a:p>
      </dgm:t>
    </dgm:pt>
    <dgm:pt modelId="{0C4D87D3-3C67-4CF5-A1B9-F8FBE076A591}">
      <dgm:prSet/>
      <dgm:spPr/>
      <dgm:t>
        <a:bodyPr/>
        <a:lstStyle/>
        <a:p>
          <a:r>
            <a:rPr lang="ru-RU" b="0" i="0" dirty="0"/>
            <a:t>1764-1775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640A8DFF-5460-4736-B93C-7333ABD5E145}" type="parTrans" cxnId="{CA36FF1B-1CEB-4375-B7D9-EB4D4321D729}">
      <dgm:prSet/>
      <dgm:spPr/>
      <dgm:t>
        <a:bodyPr/>
        <a:lstStyle/>
        <a:p>
          <a:endParaRPr lang="uk-UA"/>
        </a:p>
      </dgm:t>
    </dgm:pt>
    <dgm:pt modelId="{C916BE69-5073-4A3D-B113-F7D6932B268C}" type="sibTrans" cxnId="{CA36FF1B-1CEB-4375-B7D9-EB4D4321D729}">
      <dgm:prSet/>
      <dgm:spPr/>
      <dgm:t>
        <a:bodyPr/>
        <a:lstStyle/>
        <a:p>
          <a:endParaRPr lang="uk-UA"/>
        </a:p>
      </dgm:t>
    </dgm:pt>
    <dgm:pt modelId="{4E73DAD1-E826-4DF9-97BD-349C9D394A22}" type="pres">
      <dgm:prSet presAssocID="{43E3F962-964C-455F-92BF-D1B5FCE8551A}" presName="linear" presStyleCnt="0">
        <dgm:presLayoutVars>
          <dgm:animLvl val="lvl"/>
          <dgm:resizeHandles val="exact"/>
        </dgm:presLayoutVars>
      </dgm:prSet>
      <dgm:spPr/>
    </dgm:pt>
    <dgm:pt modelId="{FEDD4163-5154-4B4F-8E28-BC38B088A410}" type="pres">
      <dgm:prSet presAssocID="{C699F971-A744-4362-979D-71A1366399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E5B662-3E38-444F-9FEA-CF00C357D6D0}" type="pres">
      <dgm:prSet presAssocID="{E6DB1088-8DB6-4326-B2E0-6979EA9B4DB9}" presName="spacer" presStyleCnt="0"/>
      <dgm:spPr/>
    </dgm:pt>
    <dgm:pt modelId="{E4F8AB1B-ECE5-4D08-B12C-452FDF5DF123}" type="pres">
      <dgm:prSet presAssocID="{50BA83CE-0DDA-4BBA-A6EE-47972F45728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4948FC-3A91-4E1F-BCBF-156643D82066}" type="pres">
      <dgm:prSet presAssocID="{C1BBCD19-9962-490E-8B76-47D3E1CAC723}" presName="spacer" presStyleCnt="0"/>
      <dgm:spPr/>
    </dgm:pt>
    <dgm:pt modelId="{DCD5BF39-21C7-428B-8F06-7B50D603C80F}" type="pres">
      <dgm:prSet presAssocID="{D1748E08-57CA-45FC-B84D-4C8FFFB27D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29E570-2693-4C69-95DB-B552DA11C618}" type="pres">
      <dgm:prSet presAssocID="{D9B31DA6-A35A-44B8-BAA5-8190DDDA4E72}" presName="spacer" presStyleCnt="0"/>
      <dgm:spPr/>
    </dgm:pt>
    <dgm:pt modelId="{666F7D30-F341-4D0A-95AD-FB855BC937E2}" type="pres">
      <dgm:prSet presAssocID="{0C4D87D3-3C67-4CF5-A1B9-F8FBE076A59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B28F16-8602-422C-9031-C30D2E7A5A52}" type="presOf" srcId="{C699F971-A744-4362-979D-71A1366399AA}" destId="{FEDD4163-5154-4B4F-8E28-BC38B088A410}" srcOrd="0" destOrd="0" presId="urn:microsoft.com/office/officeart/2005/8/layout/vList2"/>
    <dgm:cxn modelId="{CA36FF1B-1CEB-4375-B7D9-EB4D4321D729}" srcId="{43E3F962-964C-455F-92BF-D1B5FCE8551A}" destId="{0C4D87D3-3C67-4CF5-A1B9-F8FBE076A591}" srcOrd="3" destOrd="0" parTransId="{640A8DFF-5460-4736-B93C-7333ABD5E145}" sibTransId="{C916BE69-5073-4A3D-B113-F7D6932B268C}"/>
    <dgm:cxn modelId="{FBF7FA42-DE5E-4A58-B8FC-56A5755BA3A5}" type="presOf" srcId="{43E3F962-964C-455F-92BF-D1B5FCE8551A}" destId="{4E73DAD1-E826-4DF9-97BD-349C9D394A22}" srcOrd="0" destOrd="0" presId="urn:microsoft.com/office/officeart/2005/8/layout/vList2"/>
    <dgm:cxn modelId="{9F504382-95F5-4A04-B247-C3B2BC5ED761}" type="presOf" srcId="{50BA83CE-0DDA-4BBA-A6EE-47972F457282}" destId="{E4F8AB1B-ECE5-4D08-B12C-452FDF5DF123}" srcOrd="0" destOrd="0" presId="urn:microsoft.com/office/officeart/2005/8/layout/vList2"/>
    <dgm:cxn modelId="{42C5E28B-AE52-4C92-8F71-F9801E99D8DD}" srcId="{43E3F962-964C-455F-92BF-D1B5FCE8551A}" destId="{C699F971-A744-4362-979D-71A1366399AA}" srcOrd="0" destOrd="0" parTransId="{810FD99A-8936-43B3-80B9-7AAD5BB01F7F}" sibTransId="{E6DB1088-8DB6-4326-B2E0-6979EA9B4DB9}"/>
    <dgm:cxn modelId="{3C71CB98-7DAA-4BD5-8148-C5B53C6AC9F1}" srcId="{43E3F962-964C-455F-92BF-D1B5FCE8551A}" destId="{50BA83CE-0DDA-4BBA-A6EE-47972F457282}" srcOrd="1" destOrd="0" parTransId="{70E52D04-7FE2-4383-B063-C63A7122AB5A}" sibTransId="{C1BBCD19-9962-490E-8B76-47D3E1CAC723}"/>
    <dgm:cxn modelId="{F17416DA-B8A7-4985-947A-5440AC024977}" srcId="{43E3F962-964C-455F-92BF-D1B5FCE8551A}" destId="{D1748E08-57CA-45FC-B84D-4C8FFFB27D42}" srcOrd="2" destOrd="0" parTransId="{17CB17D4-67CF-448A-AD0F-1564CD0937D5}" sibTransId="{D9B31DA6-A35A-44B8-BAA5-8190DDDA4E72}"/>
    <dgm:cxn modelId="{E56A77DC-C806-43F7-8D25-CC3B6CBBC9BC}" type="presOf" srcId="{0C4D87D3-3C67-4CF5-A1B9-F8FBE076A591}" destId="{666F7D30-F341-4D0A-95AD-FB855BC937E2}" srcOrd="0" destOrd="0" presId="urn:microsoft.com/office/officeart/2005/8/layout/vList2"/>
    <dgm:cxn modelId="{97D527E3-6E3E-4F48-98BD-5DC56D44FE2C}" type="presOf" srcId="{D1748E08-57CA-45FC-B84D-4C8FFFB27D42}" destId="{DCD5BF39-21C7-428B-8F06-7B50D603C80F}" srcOrd="0" destOrd="0" presId="urn:microsoft.com/office/officeart/2005/8/layout/vList2"/>
    <dgm:cxn modelId="{2F4970ED-A6A2-4CEE-A2B0-9DAD7D0AAA57}" type="presParOf" srcId="{4E73DAD1-E826-4DF9-97BD-349C9D394A22}" destId="{FEDD4163-5154-4B4F-8E28-BC38B088A410}" srcOrd="0" destOrd="0" presId="urn:microsoft.com/office/officeart/2005/8/layout/vList2"/>
    <dgm:cxn modelId="{911F8539-73C4-4C2A-802D-19D19EA1514C}" type="presParOf" srcId="{4E73DAD1-E826-4DF9-97BD-349C9D394A22}" destId="{54E5B662-3E38-444F-9FEA-CF00C357D6D0}" srcOrd="1" destOrd="0" presId="urn:microsoft.com/office/officeart/2005/8/layout/vList2"/>
    <dgm:cxn modelId="{71F2793F-58EC-4A08-951D-5F033F685DE8}" type="presParOf" srcId="{4E73DAD1-E826-4DF9-97BD-349C9D394A22}" destId="{E4F8AB1B-ECE5-4D08-B12C-452FDF5DF123}" srcOrd="2" destOrd="0" presId="urn:microsoft.com/office/officeart/2005/8/layout/vList2"/>
    <dgm:cxn modelId="{6D9CBF70-1891-4BAA-B569-F2E277CB150A}" type="presParOf" srcId="{4E73DAD1-E826-4DF9-97BD-349C9D394A22}" destId="{CC4948FC-3A91-4E1F-BCBF-156643D82066}" srcOrd="3" destOrd="0" presId="urn:microsoft.com/office/officeart/2005/8/layout/vList2"/>
    <dgm:cxn modelId="{F8C8F4E9-D0FA-4939-9471-D7D84B22696D}" type="presParOf" srcId="{4E73DAD1-E826-4DF9-97BD-349C9D394A22}" destId="{DCD5BF39-21C7-428B-8F06-7B50D603C80F}" srcOrd="4" destOrd="0" presId="urn:microsoft.com/office/officeart/2005/8/layout/vList2"/>
    <dgm:cxn modelId="{D568476D-0E2A-480E-9765-066E08FBC937}" type="presParOf" srcId="{4E73DAD1-E826-4DF9-97BD-349C9D394A22}" destId="{F829E570-2693-4C69-95DB-B552DA11C618}" srcOrd="5" destOrd="0" presId="urn:microsoft.com/office/officeart/2005/8/layout/vList2"/>
    <dgm:cxn modelId="{8A659544-45E9-4313-A01A-22722CF61078}" type="presParOf" srcId="{4E73DAD1-E826-4DF9-97BD-349C9D394A22}" destId="{666F7D30-F341-4D0A-95AD-FB855BC937E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8DBFC922-8FA4-49CD-AA10-B385C5FD411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5EC36D3-6FAD-4683-8EB8-B34EC8F7C18C}">
      <dgm:prSet/>
      <dgm:spPr/>
      <dgm:t>
        <a:bodyPr/>
        <a:lstStyle/>
        <a:p>
          <a:r>
            <a:rPr lang="uk-UA" b="0" i="1" dirty="0"/>
            <a:t>«…вирішили Ми взяти під державу Російську півострів Кримський... Сповіщаючи мешканців тих місць цим Нашим Маніфестом про таку переміну їхнього буття, обіцяємо ставитися до них нарівні з іншими Нашими підданими…»</a:t>
          </a:r>
          <a:endParaRPr lang="uk-UA" dirty="0"/>
        </a:p>
      </dgm:t>
    </dgm:pt>
    <dgm:pt modelId="{A0A6FD3B-A0D0-4A21-A17C-335A3BD8F158}" type="parTrans" cxnId="{163726D6-6DF3-45EF-AABD-3863C59EABA0}">
      <dgm:prSet/>
      <dgm:spPr/>
      <dgm:t>
        <a:bodyPr/>
        <a:lstStyle/>
        <a:p>
          <a:endParaRPr lang="uk-UA"/>
        </a:p>
      </dgm:t>
    </dgm:pt>
    <dgm:pt modelId="{8BADDC7F-80B2-44BD-9203-17BE8D25DBF2}" type="sibTrans" cxnId="{163726D6-6DF3-45EF-AABD-3863C59EABA0}">
      <dgm:prSet/>
      <dgm:spPr/>
      <dgm:t>
        <a:bodyPr/>
        <a:lstStyle/>
        <a:p>
          <a:endParaRPr lang="uk-UA"/>
        </a:p>
      </dgm:t>
    </dgm:pt>
    <dgm:pt modelId="{34EBDF47-5682-45A7-AE1E-1D4B4134376E}">
      <dgm:prSet/>
      <dgm:spPr/>
      <dgm:t>
        <a:bodyPr/>
        <a:lstStyle/>
        <a:p>
          <a:r>
            <a:rPr lang="uk-UA" b="0" i="1" dirty="0"/>
            <a:t>«На початку року граф П. </a:t>
          </a:r>
          <a:r>
            <a:rPr lang="uk-UA" b="0" i="1" dirty="0" err="1"/>
            <a:t>Рум’янцев</a:t>
          </a:r>
          <a:r>
            <a:rPr lang="uk-UA" b="0" i="1" dirty="0"/>
            <a:t> прибув у Глухів. Першим його кроком стало проведення ревізії людей, худоби, землі, споруд. Її результати, узагальнені майже в тисячі томах, отримали назву «Генерального опису Малоросії».</a:t>
          </a:r>
          <a:endParaRPr lang="uk-UA" dirty="0"/>
        </a:p>
      </dgm:t>
    </dgm:pt>
    <dgm:pt modelId="{A2810E80-016F-4F7E-B2BD-6753875AE27A}" type="parTrans" cxnId="{0CCE9120-F645-46CE-9CEC-7A41C11138A8}">
      <dgm:prSet/>
      <dgm:spPr/>
      <dgm:t>
        <a:bodyPr/>
        <a:lstStyle/>
        <a:p>
          <a:endParaRPr lang="uk-UA"/>
        </a:p>
      </dgm:t>
    </dgm:pt>
    <dgm:pt modelId="{CC6C0DB0-6CBD-4AE0-94AE-F299319CCA77}" type="sibTrans" cxnId="{0CCE9120-F645-46CE-9CEC-7A41C11138A8}">
      <dgm:prSet/>
      <dgm:spPr/>
      <dgm:t>
        <a:bodyPr/>
        <a:lstStyle/>
        <a:p>
          <a:endParaRPr lang="uk-UA"/>
        </a:p>
      </dgm:t>
    </dgm:pt>
    <dgm:pt modelId="{6CD77E17-E426-4ACD-B813-B72BB1F33401}" type="pres">
      <dgm:prSet presAssocID="{8DBFC922-8FA4-49CD-AA10-B385C5FD4115}" presName="linear" presStyleCnt="0">
        <dgm:presLayoutVars>
          <dgm:animLvl val="lvl"/>
          <dgm:resizeHandles val="exact"/>
        </dgm:presLayoutVars>
      </dgm:prSet>
      <dgm:spPr/>
    </dgm:pt>
    <dgm:pt modelId="{63F8CB88-7A5E-40DC-862F-33A9DD2696A4}" type="pres">
      <dgm:prSet presAssocID="{85EC36D3-6FAD-4683-8EB8-B34EC8F7C18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76C229A-2875-4E50-B632-9440B64263AB}" type="pres">
      <dgm:prSet presAssocID="{8BADDC7F-80B2-44BD-9203-17BE8D25DBF2}" presName="spacer" presStyleCnt="0"/>
      <dgm:spPr/>
    </dgm:pt>
    <dgm:pt modelId="{24CF6087-54A7-4B74-AEEA-00AA73B4238C}" type="pres">
      <dgm:prSet presAssocID="{34EBDF47-5682-45A7-AE1E-1D4B4134376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CCE9120-F645-46CE-9CEC-7A41C11138A8}" srcId="{8DBFC922-8FA4-49CD-AA10-B385C5FD4115}" destId="{34EBDF47-5682-45A7-AE1E-1D4B4134376E}" srcOrd="1" destOrd="0" parTransId="{A2810E80-016F-4F7E-B2BD-6753875AE27A}" sibTransId="{CC6C0DB0-6CBD-4AE0-94AE-F299319CCA77}"/>
    <dgm:cxn modelId="{05157631-8182-4755-8ABE-214CB69D879D}" type="presOf" srcId="{85EC36D3-6FAD-4683-8EB8-B34EC8F7C18C}" destId="{63F8CB88-7A5E-40DC-862F-33A9DD2696A4}" srcOrd="0" destOrd="0" presId="urn:microsoft.com/office/officeart/2005/8/layout/vList2"/>
    <dgm:cxn modelId="{20916F75-21AF-4EB1-882A-AB06E0A17697}" type="presOf" srcId="{34EBDF47-5682-45A7-AE1E-1D4B4134376E}" destId="{24CF6087-54A7-4B74-AEEA-00AA73B4238C}" srcOrd="0" destOrd="0" presId="urn:microsoft.com/office/officeart/2005/8/layout/vList2"/>
    <dgm:cxn modelId="{2F3BA6C6-DF2E-4D59-9CFC-CE6D6D8D734C}" type="presOf" srcId="{8DBFC922-8FA4-49CD-AA10-B385C5FD4115}" destId="{6CD77E17-E426-4ACD-B813-B72BB1F33401}" srcOrd="0" destOrd="0" presId="urn:microsoft.com/office/officeart/2005/8/layout/vList2"/>
    <dgm:cxn modelId="{163726D6-6DF3-45EF-AABD-3863C59EABA0}" srcId="{8DBFC922-8FA4-49CD-AA10-B385C5FD4115}" destId="{85EC36D3-6FAD-4683-8EB8-B34EC8F7C18C}" srcOrd="0" destOrd="0" parTransId="{A0A6FD3B-A0D0-4A21-A17C-335A3BD8F158}" sibTransId="{8BADDC7F-80B2-44BD-9203-17BE8D25DBF2}"/>
    <dgm:cxn modelId="{E8652D65-4405-43C6-9E34-AB1D786C33EF}" type="presParOf" srcId="{6CD77E17-E426-4ACD-B813-B72BB1F33401}" destId="{63F8CB88-7A5E-40DC-862F-33A9DD2696A4}" srcOrd="0" destOrd="0" presId="urn:microsoft.com/office/officeart/2005/8/layout/vList2"/>
    <dgm:cxn modelId="{E6316992-FC5E-4882-877E-7D4C41C54447}" type="presParOf" srcId="{6CD77E17-E426-4ACD-B813-B72BB1F33401}" destId="{B76C229A-2875-4E50-B632-9440B64263AB}" srcOrd="1" destOrd="0" presId="urn:microsoft.com/office/officeart/2005/8/layout/vList2"/>
    <dgm:cxn modelId="{0B3F6CB8-79B7-4251-8257-BE5FA1445842}" type="presParOf" srcId="{6CD77E17-E426-4ACD-B813-B72BB1F33401}" destId="{24CF6087-54A7-4B74-AEEA-00AA73B4238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0DE989E1-CD63-4AF4-A96F-D0A05A15D0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3E76DB5-94C7-406D-9F53-4258BFAEA014}">
      <dgm:prSet/>
      <dgm:spPr/>
      <dgm:t>
        <a:bodyPr/>
        <a:lstStyle/>
        <a:p>
          <a:r>
            <a:rPr lang="uk-UA" b="0" i="1" dirty="0"/>
            <a:t>«Ми захотіли… оголосити всім вірнопідданим, що Запорозька Січ остаточно зруйнована, з викоріненням на майбутнє назви запорозьких козаків за образу імператорської величності…»</a:t>
          </a:r>
          <a:endParaRPr lang="uk-UA" dirty="0"/>
        </a:p>
      </dgm:t>
    </dgm:pt>
    <dgm:pt modelId="{E9A1F4AC-254C-4C33-9578-081E6991E064}" type="parTrans" cxnId="{75A37CC2-2A07-412F-B313-9F13A7AF02F3}">
      <dgm:prSet/>
      <dgm:spPr/>
      <dgm:t>
        <a:bodyPr/>
        <a:lstStyle/>
        <a:p>
          <a:endParaRPr lang="uk-UA"/>
        </a:p>
      </dgm:t>
    </dgm:pt>
    <dgm:pt modelId="{0BCE603C-DF17-46D3-A3C1-3FF21C7D642E}" type="sibTrans" cxnId="{75A37CC2-2A07-412F-B313-9F13A7AF02F3}">
      <dgm:prSet/>
      <dgm:spPr/>
      <dgm:t>
        <a:bodyPr/>
        <a:lstStyle/>
        <a:p>
          <a:endParaRPr lang="uk-UA"/>
        </a:p>
      </dgm:t>
    </dgm:pt>
    <dgm:pt modelId="{6EEC14DD-7769-4D8E-8CB1-D1720D17AFB7}">
      <dgm:prSet/>
      <dgm:spPr/>
      <dgm:t>
        <a:bodyPr/>
        <a:lstStyle/>
        <a:p>
          <a:r>
            <a:rPr lang="uk-UA" b="0" i="1" dirty="0"/>
            <a:t>«…За кілька днів після приєднання козацького головнокомандувача Мазепи до шведів князь Меншиков на чолі війська пішов на Батурин, резиденцію гетьмана… Здобувши місто силою, князь віддав усе живе мечу й вогню…»</a:t>
          </a:r>
          <a:endParaRPr lang="uk-UA" dirty="0"/>
        </a:p>
      </dgm:t>
    </dgm:pt>
    <dgm:pt modelId="{9FCCA1D2-DB75-4A3E-8430-64E8975EE79D}" type="parTrans" cxnId="{E05917F4-4CEB-4215-8C4A-E76D29442242}">
      <dgm:prSet/>
      <dgm:spPr/>
      <dgm:t>
        <a:bodyPr/>
        <a:lstStyle/>
        <a:p>
          <a:endParaRPr lang="uk-UA"/>
        </a:p>
      </dgm:t>
    </dgm:pt>
    <dgm:pt modelId="{6AD1CA32-CB3E-4B81-8A94-E89C2D568344}" type="sibTrans" cxnId="{E05917F4-4CEB-4215-8C4A-E76D29442242}">
      <dgm:prSet/>
      <dgm:spPr/>
      <dgm:t>
        <a:bodyPr/>
        <a:lstStyle/>
        <a:p>
          <a:endParaRPr lang="uk-UA"/>
        </a:p>
      </dgm:t>
    </dgm:pt>
    <dgm:pt modelId="{6200E60C-6B4E-4DB4-8C93-BD741E371F14}" type="pres">
      <dgm:prSet presAssocID="{0DE989E1-CD63-4AF4-A96F-D0A05A15D004}" presName="linear" presStyleCnt="0">
        <dgm:presLayoutVars>
          <dgm:animLvl val="lvl"/>
          <dgm:resizeHandles val="exact"/>
        </dgm:presLayoutVars>
      </dgm:prSet>
      <dgm:spPr/>
    </dgm:pt>
    <dgm:pt modelId="{A34A1AF8-CCD0-4A07-92EF-2C9E7BFE2643}" type="pres">
      <dgm:prSet presAssocID="{B3E76DB5-94C7-406D-9F53-4258BFAEA01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8C61A2-C820-4049-A40F-2175CA0DB349}" type="pres">
      <dgm:prSet presAssocID="{0BCE603C-DF17-46D3-A3C1-3FF21C7D642E}" presName="spacer" presStyleCnt="0"/>
      <dgm:spPr/>
    </dgm:pt>
    <dgm:pt modelId="{98CA0DD0-6EC9-4C41-8155-05606008886C}" type="pres">
      <dgm:prSet presAssocID="{6EEC14DD-7769-4D8E-8CB1-D1720D17AFB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4B09B08-DA35-4404-91B7-2B63C1976CFA}" type="presOf" srcId="{6EEC14DD-7769-4D8E-8CB1-D1720D17AFB7}" destId="{98CA0DD0-6EC9-4C41-8155-05606008886C}" srcOrd="0" destOrd="0" presId="urn:microsoft.com/office/officeart/2005/8/layout/vList2"/>
    <dgm:cxn modelId="{17EE4C74-168F-4FA7-B173-917BE26D4530}" type="presOf" srcId="{B3E76DB5-94C7-406D-9F53-4258BFAEA014}" destId="{A34A1AF8-CCD0-4A07-92EF-2C9E7BFE2643}" srcOrd="0" destOrd="0" presId="urn:microsoft.com/office/officeart/2005/8/layout/vList2"/>
    <dgm:cxn modelId="{C5087E87-DFAE-45C9-9119-09AB8ACE2DAF}" type="presOf" srcId="{0DE989E1-CD63-4AF4-A96F-D0A05A15D004}" destId="{6200E60C-6B4E-4DB4-8C93-BD741E371F14}" srcOrd="0" destOrd="0" presId="urn:microsoft.com/office/officeart/2005/8/layout/vList2"/>
    <dgm:cxn modelId="{75A37CC2-2A07-412F-B313-9F13A7AF02F3}" srcId="{0DE989E1-CD63-4AF4-A96F-D0A05A15D004}" destId="{B3E76DB5-94C7-406D-9F53-4258BFAEA014}" srcOrd="0" destOrd="0" parTransId="{E9A1F4AC-254C-4C33-9578-081E6991E064}" sibTransId="{0BCE603C-DF17-46D3-A3C1-3FF21C7D642E}"/>
    <dgm:cxn modelId="{E05917F4-4CEB-4215-8C4A-E76D29442242}" srcId="{0DE989E1-CD63-4AF4-A96F-D0A05A15D004}" destId="{6EEC14DD-7769-4D8E-8CB1-D1720D17AFB7}" srcOrd="1" destOrd="0" parTransId="{9FCCA1D2-DB75-4A3E-8430-64E8975EE79D}" sibTransId="{6AD1CA32-CB3E-4B81-8A94-E89C2D568344}"/>
    <dgm:cxn modelId="{7F8E72E3-87EF-4C11-ABFE-7DB357E2424C}" type="presParOf" srcId="{6200E60C-6B4E-4DB4-8C93-BD741E371F14}" destId="{A34A1AF8-CCD0-4A07-92EF-2C9E7BFE2643}" srcOrd="0" destOrd="0" presId="urn:microsoft.com/office/officeart/2005/8/layout/vList2"/>
    <dgm:cxn modelId="{0025D93C-3EC6-4777-A04E-3B2AF60F2929}" type="presParOf" srcId="{6200E60C-6B4E-4DB4-8C93-BD741E371F14}" destId="{778C61A2-C820-4049-A40F-2175CA0DB349}" srcOrd="1" destOrd="0" presId="urn:microsoft.com/office/officeart/2005/8/layout/vList2"/>
    <dgm:cxn modelId="{4FDA079D-1D10-43E6-8388-D245EEA3371D}" type="presParOf" srcId="{6200E60C-6B4E-4DB4-8C93-BD741E371F14}" destId="{98CA0DD0-6EC9-4C41-8155-05606008886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9FFD22B8-9BC5-4506-B626-5A398C0A46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2B12A789-DC1D-43BE-864C-0675A8638849}">
      <dgm:prSet/>
      <dgm:spPr/>
      <dgm:t>
        <a:bodyPr/>
        <a:lstStyle/>
        <a:p>
          <a:r>
            <a:rPr lang="uk-UA" b="0" i="0"/>
            <a:t>передану Річчю Посполитою Османській імперії за умовами Бучацького договору (1672 р.).</a:t>
          </a:r>
          <a:endParaRPr lang="uk-UA"/>
        </a:p>
      </dgm:t>
    </dgm:pt>
    <dgm:pt modelId="{3FC48EAB-9A6A-47D8-869B-555C989F72BC}" type="parTrans" cxnId="{E314D01E-89DB-4277-A79D-15F630323007}">
      <dgm:prSet/>
      <dgm:spPr/>
      <dgm:t>
        <a:bodyPr/>
        <a:lstStyle/>
        <a:p>
          <a:endParaRPr lang="uk-UA"/>
        </a:p>
      </dgm:t>
    </dgm:pt>
    <dgm:pt modelId="{71A302CC-D66A-48A2-8528-1A3425166F84}" type="sibTrans" cxnId="{E314D01E-89DB-4277-A79D-15F630323007}">
      <dgm:prSet/>
      <dgm:spPr/>
      <dgm:t>
        <a:bodyPr/>
        <a:lstStyle/>
        <a:p>
          <a:endParaRPr lang="uk-UA"/>
        </a:p>
      </dgm:t>
    </dgm:pt>
    <dgm:pt modelId="{D6ECB45D-3BEC-4449-AB43-57D47B1D99A8}">
      <dgm:prSet/>
      <dgm:spPr/>
      <dgm:t>
        <a:bodyPr/>
        <a:lstStyle/>
        <a:p>
          <a:r>
            <a:rPr lang="uk-UA" b="0" i="0" dirty="0"/>
            <a:t>уключену до складу Речі Посполитої за умовами «Вічного миру» (1686 р.).</a:t>
          </a:r>
          <a:endParaRPr lang="uk-UA" dirty="0"/>
        </a:p>
      </dgm:t>
    </dgm:pt>
    <dgm:pt modelId="{2B27CBD2-E0AA-4E29-B06B-026B41D880C3}" type="parTrans" cxnId="{59051908-7E06-4FA0-9A73-2BBDA520213E}">
      <dgm:prSet/>
      <dgm:spPr/>
      <dgm:t>
        <a:bodyPr/>
        <a:lstStyle/>
        <a:p>
          <a:endParaRPr lang="uk-UA"/>
        </a:p>
      </dgm:t>
    </dgm:pt>
    <dgm:pt modelId="{A417C247-04F7-4883-9F1E-27AA5829B06B}" type="sibTrans" cxnId="{59051908-7E06-4FA0-9A73-2BBDA520213E}">
      <dgm:prSet/>
      <dgm:spPr/>
      <dgm:t>
        <a:bodyPr/>
        <a:lstStyle/>
        <a:p>
          <a:endParaRPr lang="uk-UA"/>
        </a:p>
      </dgm:t>
    </dgm:pt>
    <dgm:pt modelId="{7CF40D81-5DB0-4CBB-A7D4-AC5CD51F84EC}">
      <dgm:prSet/>
      <dgm:spPr/>
      <dgm:t>
        <a:bodyPr/>
        <a:lstStyle/>
        <a:p>
          <a:r>
            <a:rPr lang="uk-UA" b="0" i="0" dirty="0"/>
            <a:t>приєднану до володінь Австрійської монархії Габсбургів за результатами першого поділу Речі Посполитої (1772 р.).</a:t>
          </a:r>
          <a:endParaRPr lang="uk-UA" dirty="0"/>
        </a:p>
      </dgm:t>
    </dgm:pt>
    <dgm:pt modelId="{DAC2F363-AA02-49E5-9FDD-6229A8C3A5AF}" type="parTrans" cxnId="{BAE2C121-ECF6-4C87-B88D-B92BDE9331D9}">
      <dgm:prSet/>
      <dgm:spPr/>
      <dgm:t>
        <a:bodyPr/>
        <a:lstStyle/>
        <a:p>
          <a:endParaRPr lang="uk-UA"/>
        </a:p>
      </dgm:t>
    </dgm:pt>
    <dgm:pt modelId="{E3491D6A-0E79-45E2-864C-A67B354657E0}" type="sibTrans" cxnId="{BAE2C121-ECF6-4C87-B88D-B92BDE9331D9}">
      <dgm:prSet/>
      <dgm:spPr/>
      <dgm:t>
        <a:bodyPr/>
        <a:lstStyle/>
        <a:p>
          <a:endParaRPr lang="uk-UA"/>
        </a:p>
      </dgm:t>
    </dgm:pt>
    <dgm:pt modelId="{06FD5948-1E3E-463E-9EA8-633BE639BEE4}">
      <dgm:prSet/>
      <dgm:spPr/>
      <dgm:t>
        <a:bodyPr/>
        <a:lstStyle/>
        <a:p>
          <a:r>
            <a:rPr lang="uk-UA" b="0" i="0" dirty="0"/>
            <a:t>уключену до складу Російської імперії за результатами третього поділу Речі Посполитої (1795 р.).</a:t>
          </a:r>
          <a:endParaRPr lang="uk-UA" dirty="0"/>
        </a:p>
      </dgm:t>
    </dgm:pt>
    <dgm:pt modelId="{9D128542-BCBE-4BCF-B16C-7FBF30EB985A}" type="parTrans" cxnId="{9DA82411-B573-4344-9AE3-4D3F3A00BD15}">
      <dgm:prSet/>
      <dgm:spPr/>
      <dgm:t>
        <a:bodyPr/>
        <a:lstStyle/>
        <a:p>
          <a:endParaRPr lang="uk-UA"/>
        </a:p>
      </dgm:t>
    </dgm:pt>
    <dgm:pt modelId="{427388C4-3638-4001-8A5C-40713024E95A}" type="sibTrans" cxnId="{9DA82411-B573-4344-9AE3-4D3F3A00BD15}">
      <dgm:prSet/>
      <dgm:spPr/>
      <dgm:t>
        <a:bodyPr/>
        <a:lstStyle/>
        <a:p>
          <a:endParaRPr lang="uk-UA"/>
        </a:p>
      </dgm:t>
    </dgm:pt>
    <dgm:pt modelId="{6395BEE4-6057-49A0-8157-E27A5164FA96}" type="pres">
      <dgm:prSet presAssocID="{9FFD22B8-9BC5-4506-B626-5A398C0A46E0}" presName="linear" presStyleCnt="0">
        <dgm:presLayoutVars>
          <dgm:animLvl val="lvl"/>
          <dgm:resizeHandles val="exact"/>
        </dgm:presLayoutVars>
      </dgm:prSet>
      <dgm:spPr/>
    </dgm:pt>
    <dgm:pt modelId="{D9C6B403-3F4F-4285-908E-9FD8B31BDBEA}" type="pres">
      <dgm:prSet presAssocID="{2B12A789-DC1D-43BE-864C-0675A86388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CA665AA-FACA-49F1-80BA-465244EB66B9}" type="pres">
      <dgm:prSet presAssocID="{71A302CC-D66A-48A2-8528-1A3425166F84}" presName="spacer" presStyleCnt="0"/>
      <dgm:spPr/>
    </dgm:pt>
    <dgm:pt modelId="{CA9E8EE6-B96C-4F63-BB9B-CC53B09042F0}" type="pres">
      <dgm:prSet presAssocID="{D6ECB45D-3BEC-4449-AB43-57D47B1D99A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C4C5212-50D0-4F06-B8FF-2FB4D0355734}" type="pres">
      <dgm:prSet presAssocID="{A417C247-04F7-4883-9F1E-27AA5829B06B}" presName="spacer" presStyleCnt="0"/>
      <dgm:spPr/>
    </dgm:pt>
    <dgm:pt modelId="{CD5F49FD-E90E-49AC-BD71-B533CCAB492E}" type="pres">
      <dgm:prSet presAssocID="{7CF40D81-5DB0-4CBB-A7D4-AC5CD51F84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AF4D807-DB8F-4F2D-B781-D36B0D9C03D4}" type="pres">
      <dgm:prSet presAssocID="{E3491D6A-0E79-45E2-864C-A67B354657E0}" presName="spacer" presStyleCnt="0"/>
      <dgm:spPr/>
    </dgm:pt>
    <dgm:pt modelId="{1844AC3D-DEF8-49EC-A964-4BD28EC85CA9}" type="pres">
      <dgm:prSet presAssocID="{06FD5948-1E3E-463E-9EA8-633BE639BE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051908-7E06-4FA0-9A73-2BBDA520213E}" srcId="{9FFD22B8-9BC5-4506-B626-5A398C0A46E0}" destId="{D6ECB45D-3BEC-4449-AB43-57D47B1D99A8}" srcOrd="1" destOrd="0" parTransId="{2B27CBD2-E0AA-4E29-B06B-026B41D880C3}" sibTransId="{A417C247-04F7-4883-9F1E-27AA5829B06B}"/>
    <dgm:cxn modelId="{9DA82411-B573-4344-9AE3-4D3F3A00BD15}" srcId="{9FFD22B8-9BC5-4506-B626-5A398C0A46E0}" destId="{06FD5948-1E3E-463E-9EA8-633BE639BEE4}" srcOrd="3" destOrd="0" parTransId="{9D128542-BCBE-4BCF-B16C-7FBF30EB985A}" sibTransId="{427388C4-3638-4001-8A5C-40713024E95A}"/>
    <dgm:cxn modelId="{E314D01E-89DB-4277-A79D-15F630323007}" srcId="{9FFD22B8-9BC5-4506-B626-5A398C0A46E0}" destId="{2B12A789-DC1D-43BE-864C-0675A8638849}" srcOrd="0" destOrd="0" parTransId="{3FC48EAB-9A6A-47D8-869B-555C989F72BC}" sibTransId="{71A302CC-D66A-48A2-8528-1A3425166F84}"/>
    <dgm:cxn modelId="{BAE2C121-ECF6-4C87-B88D-B92BDE9331D9}" srcId="{9FFD22B8-9BC5-4506-B626-5A398C0A46E0}" destId="{7CF40D81-5DB0-4CBB-A7D4-AC5CD51F84EC}" srcOrd="2" destOrd="0" parTransId="{DAC2F363-AA02-49E5-9FDD-6229A8C3A5AF}" sibTransId="{E3491D6A-0E79-45E2-864C-A67B354657E0}"/>
    <dgm:cxn modelId="{F0D66E4B-6A9F-41FC-9D82-AD1B5C7A8598}" type="presOf" srcId="{D6ECB45D-3BEC-4449-AB43-57D47B1D99A8}" destId="{CA9E8EE6-B96C-4F63-BB9B-CC53B09042F0}" srcOrd="0" destOrd="0" presId="urn:microsoft.com/office/officeart/2005/8/layout/vList2"/>
    <dgm:cxn modelId="{7A35B687-AD19-4CB0-AC72-ABC7717C895F}" type="presOf" srcId="{2B12A789-DC1D-43BE-864C-0675A8638849}" destId="{D9C6B403-3F4F-4285-908E-9FD8B31BDBEA}" srcOrd="0" destOrd="0" presId="urn:microsoft.com/office/officeart/2005/8/layout/vList2"/>
    <dgm:cxn modelId="{F439B69C-9FEE-447C-A730-A08687E8F517}" type="presOf" srcId="{9FFD22B8-9BC5-4506-B626-5A398C0A46E0}" destId="{6395BEE4-6057-49A0-8157-E27A5164FA96}" srcOrd="0" destOrd="0" presId="urn:microsoft.com/office/officeart/2005/8/layout/vList2"/>
    <dgm:cxn modelId="{8D3E62C6-B2DD-458F-BBD8-FA2543BC521F}" type="presOf" srcId="{7CF40D81-5DB0-4CBB-A7D4-AC5CD51F84EC}" destId="{CD5F49FD-E90E-49AC-BD71-B533CCAB492E}" srcOrd="0" destOrd="0" presId="urn:microsoft.com/office/officeart/2005/8/layout/vList2"/>
    <dgm:cxn modelId="{CF333DCC-4106-4A58-8527-A83DFD94ABCB}" type="presOf" srcId="{06FD5948-1E3E-463E-9EA8-633BE639BEE4}" destId="{1844AC3D-DEF8-49EC-A964-4BD28EC85CA9}" srcOrd="0" destOrd="0" presId="urn:microsoft.com/office/officeart/2005/8/layout/vList2"/>
    <dgm:cxn modelId="{12094DDF-9125-41AE-9B64-8C766355EE78}" type="presParOf" srcId="{6395BEE4-6057-49A0-8157-E27A5164FA96}" destId="{D9C6B403-3F4F-4285-908E-9FD8B31BDBEA}" srcOrd="0" destOrd="0" presId="urn:microsoft.com/office/officeart/2005/8/layout/vList2"/>
    <dgm:cxn modelId="{C14BAC4C-B170-4DC9-A42C-1142B133A84F}" type="presParOf" srcId="{6395BEE4-6057-49A0-8157-E27A5164FA96}" destId="{1CA665AA-FACA-49F1-80BA-465244EB66B9}" srcOrd="1" destOrd="0" presId="urn:microsoft.com/office/officeart/2005/8/layout/vList2"/>
    <dgm:cxn modelId="{28E38FAF-DFA1-48CC-BA40-836EF2C9AB30}" type="presParOf" srcId="{6395BEE4-6057-49A0-8157-E27A5164FA96}" destId="{CA9E8EE6-B96C-4F63-BB9B-CC53B09042F0}" srcOrd="2" destOrd="0" presId="urn:microsoft.com/office/officeart/2005/8/layout/vList2"/>
    <dgm:cxn modelId="{B51A5F58-041C-4DDA-ADA8-42B07F48E3A5}" type="presParOf" srcId="{6395BEE4-6057-49A0-8157-E27A5164FA96}" destId="{5C4C5212-50D0-4F06-B8FF-2FB4D0355734}" srcOrd="3" destOrd="0" presId="urn:microsoft.com/office/officeart/2005/8/layout/vList2"/>
    <dgm:cxn modelId="{0C140131-E445-4839-971C-1E40A804BFDC}" type="presParOf" srcId="{6395BEE4-6057-49A0-8157-E27A5164FA96}" destId="{CD5F49FD-E90E-49AC-BD71-B533CCAB492E}" srcOrd="4" destOrd="0" presId="urn:microsoft.com/office/officeart/2005/8/layout/vList2"/>
    <dgm:cxn modelId="{355B25E9-AB41-404A-BFDE-1E732DEA8541}" type="presParOf" srcId="{6395BEE4-6057-49A0-8157-E27A5164FA96}" destId="{3AF4D807-DB8F-4F2D-B781-D36B0D9C03D4}" srcOrd="5" destOrd="0" presId="urn:microsoft.com/office/officeart/2005/8/layout/vList2"/>
    <dgm:cxn modelId="{21191253-C896-49C7-91C4-1386F25F8C3D}" type="presParOf" srcId="{6395BEE4-6057-49A0-8157-E27A5164FA96}" destId="{1844AC3D-DEF8-49EC-A964-4BD28EC85C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9D6E0D22-C226-48BB-9F2A-541D0B74D4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FCB9E5-08AC-401D-8F32-FF960FC1B0ED}">
      <dgm:prSet/>
      <dgm:spPr/>
      <dgm:t>
        <a:bodyPr/>
        <a:lstStyle/>
        <a:p>
          <a:r>
            <a:rPr lang="ru-RU" b="0" i="0"/>
            <a:t>1764-1812 рр.</a:t>
          </a:r>
          <a:endParaRPr lang="uk-UA"/>
        </a:p>
      </dgm:t>
    </dgm:pt>
    <dgm:pt modelId="{ED6F0849-B3C9-4C1A-BDE2-04970273C672}" type="parTrans" cxnId="{9FC2ADFF-F18A-4957-A5D4-D78221F6585F}">
      <dgm:prSet/>
      <dgm:spPr/>
      <dgm:t>
        <a:bodyPr/>
        <a:lstStyle/>
        <a:p>
          <a:endParaRPr lang="uk-UA"/>
        </a:p>
      </dgm:t>
    </dgm:pt>
    <dgm:pt modelId="{B8BE660A-83DE-4F3B-A15C-E13FC03F4E07}" type="sibTrans" cxnId="{9FC2ADFF-F18A-4957-A5D4-D78221F6585F}">
      <dgm:prSet/>
      <dgm:spPr/>
      <dgm:t>
        <a:bodyPr/>
        <a:lstStyle/>
        <a:p>
          <a:endParaRPr lang="uk-UA"/>
        </a:p>
      </dgm:t>
    </dgm:pt>
    <dgm:pt modelId="{48BF092D-BCA7-4FAD-B399-88F1EE150A3F}">
      <dgm:prSet/>
      <dgm:spPr/>
      <dgm:t>
        <a:bodyPr/>
        <a:lstStyle/>
        <a:p>
          <a:r>
            <a:rPr lang="ru-RU" b="0" i="0" dirty="0"/>
            <a:t>1775-1829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4787BC22-9F33-4853-8F28-3D94DC2BD2B6}" type="parTrans" cxnId="{07EB69E7-6EE0-4263-8428-D1EE91583F77}">
      <dgm:prSet/>
      <dgm:spPr/>
      <dgm:t>
        <a:bodyPr/>
        <a:lstStyle/>
        <a:p>
          <a:endParaRPr lang="uk-UA"/>
        </a:p>
      </dgm:t>
    </dgm:pt>
    <dgm:pt modelId="{CBFB81F5-2C40-4F0E-B7CC-71CE6DDEC718}" type="sibTrans" cxnId="{07EB69E7-6EE0-4263-8428-D1EE91583F77}">
      <dgm:prSet/>
      <dgm:spPr/>
      <dgm:t>
        <a:bodyPr/>
        <a:lstStyle/>
        <a:p>
          <a:endParaRPr lang="uk-UA"/>
        </a:p>
      </dgm:t>
    </dgm:pt>
    <dgm:pt modelId="{BBBF86DB-2EB4-41BE-9640-72B6956DE115}">
      <dgm:prSet/>
      <dgm:spPr/>
      <dgm:t>
        <a:bodyPr/>
        <a:lstStyle/>
        <a:p>
          <a:r>
            <a:rPr lang="ru-RU" b="0" i="0"/>
            <a:t>1783-1861 рр.</a:t>
          </a:r>
          <a:endParaRPr lang="uk-UA"/>
        </a:p>
      </dgm:t>
    </dgm:pt>
    <dgm:pt modelId="{D696693D-E732-475D-9866-04681E717987}" type="parTrans" cxnId="{7D8006B6-FB6E-47A9-9C27-22CBF1F43771}">
      <dgm:prSet/>
      <dgm:spPr/>
      <dgm:t>
        <a:bodyPr/>
        <a:lstStyle/>
        <a:p>
          <a:endParaRPr lang="uk-UA"/>
        </a:p>
      </dgm:t>
    </dgm:pt>
    <dgm:pt modelId="{6202ADE9-9EB4-4064-ACE3-E3030643E260}" type="sibTrans" cxnId="{7D8006B6-FB6E-47A9-9C27-22CBF1F43771}">
      <dgm:prSet/>
      <dgm:spPr/>
      <dgm:t>
        <a:bodyPr/>
        <a:lstStyle/>
        <a:p>
          <a:endParaRPr lang="uk-UA"/>
        </a:p>
      </dgm:t>
    </dgm:pt>
    <dgm:pt modelId="{80809331-01A9-4B1D-A00B-970FC2B23E6C}">
      <dgm:prSet/>
      <dgm:spPr/>
      <dgm:t>
        <a:bodyPr/>
        <a:lstStyle/>
        <a:p>
          <a:r>
            <a:rPr lang="ru-RU" b="0" i="0" dirty="0"/>
            <a:t>1772-1864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C27E5690-7229-4AC2-A9C2-86BBFF46FA73}" type="parTrans" cxnId="{8C929ECF-A1D4-4520-B44D-263824011124}">
      <dgm:prSet/>
      <dgm:spPr/>
      <dgm:t>
        <a:bodyPr/>
        <a:lstStyle/>
        <a:p>
          <a:endParaRPr lang="uk-UA"/>
        </a:p>
      </dgm:t>
    </dgm:pt>
    <dgm:pt modelId="{D21A1F53-A3E5-4F37-A10B-46F781B2D9D2}" type="sibTrans" cxnId="{8C929ECF-A1D4-4520-B44D-263824011124}">
      <dgm:prSet/>
      <dgm:spPr/>
      <dgm:t>
        <a:bodyPr/>
        <a:lstStyle/>
        <a:p>
          <a:endParaRPr lang="uk-UA"/>
        </a:p>
      </dgm:t>
    </dgm:pt>
    <dgm:pt modelId="{F95DD683-B2B2-4E3F-90B8-BF9F6A3CB1F6}" type="pres">
      <dgm:prSet presAssocID="{9D6E0D22-C226-48BB-9F2A-541D0B74D43E}" presName="linear" presStyleCnt="0">
        <dgm:presLayoutVars>
          <dgm:animLvl val="lvl"/>
          <dgm:resizeHandles val="exact"/>
        </dgm:presLayoutVars>
      </dgm:prSet>
      <dgm:spPr/>
    </dgm:pt>
    <dgm:pt modelId="{581E97C8-9341-4743-A7F3-7B9CCAA2062B}" type="pres">
      <dgm:prSet presAssocID="{F6FCB9E5-08AC-401D-8F32-FF960FC1B0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8ECDED-B601-4C7A-B73E-AE98B1D00C9A}" type="pres">
      <dgm:prSet presAssocID="{B8BE660A-83DE-4F3B-A15C-E13FC03F4E07}" presName="spacer" presStyleCnt="0"/>
      <dgm:spPr/>
    </dgm:pt>
    <dgm:pt modelId="{6BE77C45-AF92-4161-8154-17334627858A}" type="pres">
      <dgm:prSet presAssocID="{48BF092D-BCA7-4FAD-B399-88F1EE150A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C6F9734-09C1-407B-8C9A-C3680F1DD632}" type="pres">
      <dgm:prSet presAssocID="{CBFB81F5-2C40-4F0E-B7CC-71CE6DDEC718}" presName="spacer" presStyleCnt="0"/>
      <dgm:spPr/>
    </dgm:pt>
    <dgm:pt modelId="{5612B62D-CC70-424B-88E0-5EDB3C376232}" type="pres">
      <dgm:prSet presAssocID="{BBBF86DB-2EB4-41BE-9640-72B6956DE11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5602A97-8288-4998-99B3-1363AA32FA9D}" type="pres">
      <dgm:prSet presAssocID="{6202ADE9-9EB4-4064-ACE3-E3030643E260}" presName="spacer" presStyleCnt="0"/>
      <dgm:spPr/>
    </dgm:pt>
    <dgm:pt modelId="{2D66A4CE-6AB7-4EF8-AC5F-350434AFA264}" type="pres">
      <dgm:prSet presAssocID="{80809331-01A9-4B1D-A00B-970FC2B23E6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E79941-CAD9-4061-ACFE-CBFE91A66DFD}" type="presOf" srcId="{80809331-01A9-4B1D-A00B-970FC2B23E6C}" destId="{2D66A4CE-6AB7-4EF8-AC5F-350434AFA264}" srcOrd="0" destOrd="0" presId="urn:microsoft.com/office/officeart/2005/8/layout/vList2"/>
    <dgm:cxn modelId="{66EAFD67-2539-441E-9F96-24474E1359F3}" type="presOf" srcId="{F6FCB9E5-08AC-401D-8F32-FF960FC1B0ED}" destId="{581E97C8-9341-4743-A7F3-7B9CCAA2062B}" srcOrd="0" destOrd="0" presId="urn:microsoft.com/office/officeart/2005/8/layout/vList2"/>
    <dgm:cxn modelId="{B41CE48A-8CA1-4B63-9480-7E5890C2B01F}" type="presOf" srcId="{BBBF86DB-2EB4-41BE-9640-72B6956DE115}" destId="{5612B62D-CC70-424B-88E0-5EDB3C376232}" srcOrd="0" destOrd="0" presId="urn:microsoft.com/office/officeart/2005/8/layout/vList2"/>
    <dgm:cxn modelId="{A0405595-2C28-402C-A461-04D0123FA87E}" type="presOf" srcId="{48BF092D-BCA7-4FAD-B399-88F1EE150A3F}" destId="{6BE77C45-AF92-4161-8154-17334627858A}" srcOrd="0" destOrd="0" presId="urn:microsoft.com/office/officeart/2005/8/layout/vList2"/>
    <dgm:cxn modelId="{7D8006B6-FB6E-47A9-9C27-22CBF1F43771}" srcId="{9D6E0D22-C226-48BB-9F2A-541D0B74D43E}" destId="{BBBF86DB-2EB4-41BE-9640-72B6956DE115}" srcOrd="2" destOrd="0" parTransId="{D696693D-E732-475D-9866-04681E717987}" sibTransId="{6202ADE9-9EB4-4064-ACE3-E3030643E260}"/>
    <dgm:cxn modelId="{8C929ECF-A1D4-4520-B44D-263824011124}" srcId="{9D6E0D22-C226-48BB-9F2A-541D0B74D43E}" destId="{80809331-01A9-4B1D-A00B-970FC2B23E6C}" srcOrd="3" destOrd="0" parTransId="{C27E5690-7229-4AC2-A9C2-86BBFF46FA73}" sibTransId="{D21A1F53-A3E5-4F37-A10B-46F781B2D9D2}"/>
    <dgm:cxn modelId="{07EB69E7-6EE0-4263-8428-D1EE91583F77}" srcId="{9D6E0D22-C226-48BB-9F2A-541D0B74D43E}" destId="{48BF092D-BCA7-4FAD-B399-88F1EE150A3F}" srcOrd="1" destOrd="0" parTransId="{4787BC22-9F33-4853-8F28-3D94DC2BD2B6}" sibTransId="{CBFB81F5-2C40-4F0E-B7CC-71CE6DDEC718}"/>
    <dgm:cxn modelId="{79F228EF-A93D-4293-B56D-B3DA9D8A1DE0}" type="presOf" srcId="{9D6E0D22-C226-48BB-9F2A-541D0B74D43E}" destId="{F95DD683-B2B2-4E3F-90B8-BF9F6A3CB1F6}" srcOrd="0" destOrd="0" presId="urn:microsoft.com/office/officeart/2005/8/layout/vList2"/>
    <dgm:cxn modelId="{9FC2ADFF-F18A-4957-A5D4-D78221F6585F}" srcId="{9D6E0D22-C226-48BB-9F2A-541D0B74D43E}" destId="{F6FCB9E5-08AC-401D-8F32-FF960FC1B0ED}" srcOrd="0" destOrd="0" parTransId="{ED6F0849-B3C9-4C1A-BDE2-04970273C672}" sibTransId="{B8BE660A-83DE-4F3B-A15C-E13FC03F4E07}"/>
    <dgm:cxn modelId="{2939802B-2FC7-42D3-A597-1B358E4A42FE}" type="presParOf" srcId="{F95DD683-B2B2-4E3F-90B8-BF9F6A3CB1F6}" destId="{581E97C8-9341-4743-A7F3-7B9CCAA2062B}" srcOrd="0" destOrd="0" presId="urn:microsoft.com/office/officeart/2005/8/layout/vList2"/>
    <dgm:cxn modelId="{E721A318-B1DD-4298-AC0D-20FBC434D3E0}" type="presParOf" srcId="{F95DD683-B2B2-4E3F-90B8-BF9F6A3CB1F6}" destId="{888ECDED-B601-4C7A-B73E-AE98B1D00C9A}" srcOrd="1" destOrd="0" presId="urn:microsoft.com/office/officeart/2005/8/layout/vList2"/>
    <dgm:cxn modelId="{368B4793-46C1-42AD-8136-1699EA4F78BE}" type="presParOf" srcId="{F95DD683-B2B2-4E3F-90B8-BF9F6A3CB1F6}" destId="{6BE77C45-AF92-4161-8154-17334627858A}" srcOrd="2" destOrd="0" presId="urn:microsoft.com/office/officeart/2005/8/layout/vList2"/>
    <dgm:cxn modelId="{63C23AB7-5D96-44B8-9B97-D73B97470124}" type="presParOf" srcId="{F95DD683-B2B2-4E3F-90B8-BF9F6A3CB1F6}" destId="{5C6F9734-09C1-407B-8C9A-C3680F1DD632}" srcOrd="3" destOrd="0" presId="urn:microsoft.com/office/officeart/2005/8/layout/vList2"/>
    <dgm:cxn modelId="{BE57227B-3128-42BD-8BF3-1E3C9C235C17}" type="presParOf" srcId="{F95DD683-B2B2-4E3F-90B8-BF9F6A3CB1F6}" destId="{5612B62D-CC70-424B-88E0-5EDB3C376232}" srcOrd="4" destOrd="0" presId="urn:microsoft.com/office/officeart/2005/8/layout/vList2"/>
    <dgm:cxn modelId="{968CB3A4-8FCB-4124-BFA1-962C326F32EB}" type="presParOf" srcId="{F95DD683-B2B2-4E3F-90B8-BF9F6A3CB1F6}" destId="{75602A97-8288-4998-99B3-1363AA32FA9D}" srcOrd="5" destOrd="0" presId="urn:microsoft.com/office/officeart/2005/8/layout/vList2"/>
    <dgm:cxn modelId="{5D5C94DD-797F-46C2-AC9E-10CDDC5852BA}" type="presParOf" srcId="{F95DD683-B2B2-4E3F-90B8-BF9F6A3CB1F6}" destId="{2D66A4CE-6AB7-4EF8-AC5F-350434AFA2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F6583665-6068-428D-A202-51F6019404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890363F-EB1C-4539-B2DC-DA78942B88D3}">
      <dgm:prSet/>
      <dgm:spPr/>
      <dgm:t>
        <a:bodyPr/>
        <a:lstStyle/>
        <a:p>
          <a:r>
            <a:rPr lang="ru-RU" b="0" i="0"/>
            <a:t>запровадження кріпацтва</a:t>
          </a:r>
          <a:endParaRPr lang="uk-UA"/>
        </a:p>
      </dgm:t>
    </dgm:pt>
    <dgm:pt modelId="{A5167632-84BC-4F18-933D-B8606BA86AAF}" type="parTrans" cxnId="{60049B91-1951-40CF-9588-E5D6D3F38D13}">
      <dgm:prSet/>
      <dgm:spPr/>
      <dgm:t>
        <a:bodyPr/>
        <a:lstStyle/>
        <a:p>
          <a:endParaRPr lang="uk-UA"/>
        </a:p>
      </dgm:t>
    </dgm:pt>
    <dgm:pt modelId="{F8C390C3-4FA8-4C0B-9ACA-2C5867017453}" type="sibTrans" cxnId="{60049B91-1951-40CF-9588-E5D6D3F38D13}">
      <dgm:prSet/>
      <dgm:spPr/>
      <dgm:t>
        <a:bodyPr/>
        <a:lstStyle/>
        <a:p>
          <a:endParaRPr lang="uk-UA"/>
        </a:p>
      </dgm:t>
    </dgm:pt>
    <dgm:pt modelId="{2EF757D3-85A2-4773-B274-C094D4BE3FFF}">
      <dgm:prSet/>
      <dgm:spPr/>
      <dgm:t>
        <a:bodyPr/>
        <a:lstStyle/>
        <a:p>
          <a:r>
            <a:rPr lang="ru-RU" b="0" i="0" dirty="0"/>
            <a:t>початок </a:t>
          </a:r>
          <a:r>
            <a:rPr lang="ru-RU" b="0" i="0" dirty="0" err="1"/>
            <a:t>промислового</a:t>
          </a:r>
          <a:r>
            <a:rPr lang="ru-RU" b="0" i="0" dirty="0"/>
            <a:t> перевороту</a:t>
          </a:r>
          <a:endParaRPr lang="uk-UA" dirty="0"/>
        </a:p>
      </dgm:t>
    </dgm:pt>
    <dgm:pt modelId="{0BC45A0C-6E05-4664-A95A-2DA20978E051}" type="parTrans" cxnId="{2053BE9B-8E82-4E49-B240-E44CAD6E8E8C}">
      <dgm:prSet/>
      <dgm:spPr/>
      <dgm:t>
        <a:bodyPr/>
        <a:lstStyle/>
        <a:p>
          <a:endParaRPr lang="uk-UA"/>
        </a:p>
      </dgm:t>
    </dgm:pt>
    <dgm:pt modelId="{4E21B706-AB10-4F7E-B1E3-0C8D0422792E}" type="sibTrans" cxnId="{2053BE9B-8E82-4E49-B240-E44CAD6E8E8C}">
      <dgm:prSet/>
      <dgm:spPr/>
      <dgm:t>
        <a:bodyPr/>
        <a:lstStyle/>
        <a:p>
          <a:endParaRPr lang="uk-UA"/>
        </a:p>
      </dgm:t>
    </dgm:pt>
    <dgm:pt modelId="{CB0A602A-84FE-4C3A-B895-9EE25A01999B}">
      <dgm:prSet/>
      <dgm:spPr/>
      <dgm:t>
        <a:bodyPr/>
        <a:lstStyle/>
        <a:p>
          <a:r>
            <a:rPr lang="ru-RU" b="0" i="0" dirty="0" err="1"/>
            <a:t>поширення</a:t>
          </a:r>
          <a:r>
            <a:rPr lang="ru-RU" b="0" i="0" dirty="0"/>
            <a:t> </a:t>
          </a:r>
          <a:r>
            <a:rPr lang="ru-RU" b="0" i="0" dirty="0" err="1"/>
            <a:t>дворянського</a:t>
          </a:r>
          <a:r>
            <a:rPr lang="ru-RU" b="0" i="0" dirty="0"/>
            <a:t> </a:t>
          </a:r>
          <a:r>
            <a:rPr lang="ru-RU" b="0" i="0" dirty="0" err="1"/>
            <a:t>землеволодіння</a:t>
          </a:r>
          <a:r>
            <a:rPr lang="ru-RU" b="0" i="0" dirty="0"/>
            <a:t> на </a:t>
          </a:r>
          <a:r>
            <a:rPr lang="ru-RU" b="0" i="0" dirty="0" err="1"/>
            <a:t>землі</a:t>
          </a:r>
          <a:r>
            <a:rPr lang="ru-RU" b="0" i="0" dirty="0"/>
            <a:t> Вольностей </a:t>
          </a:r>
          <a:r>
            <a:rPr lang="ru-RU" b="0" i="0" dirty="0" err="1"/>
            <a:t>Війська</a:t>
          </a:r>
          <a:r>
            <a:rPr lang="ru-RU" b="0" i="0" dirty="0"/>
            <a:t> </a:t>
          </a:r>
          <a:r>
            <a:rPr lang="ru-RU" b="0" i="0" dirty="0" err="1"/>
            <a:t>Запорозького</a:t>
          </a:r>
          <a:r>
            <a:rPr lang="ru-RU" b="0" i="0" dirty="0"/>
            <a:t> Низового</a:t>
          </a:r>
          <a:endParaRPr lang="uk-UA" dirty="0"/>
        </a:p>
      </dgm:t>
    </dgm:pt>
    <dgm:pt modelId="{01D1D84A-22A6-4F93-BBF3-45464C5226CD}" type="parTrans" cxnId="{B5167D60-EF82-4755-A89A-48C20FEA6B57}">
      <dgm:prSet/>
      <dgm:spPr/>
      <dgm:t>
        <a:bodyPr/>
        <a:lstStyle/>
        <a:p>
          <a:endParaRPr lang="uk-UA"/>
        </a:p>
      </dgm:t>
    </dgm:pt>
    <dgm:pt modelId="{3B05881B-1FEB-42E8-BAF7-77C3DE7B6154}" type="sibTrans" cxnId="{B5167D60-EF82-4755-A89A-48C20FEA6B57}">
      <dgm:prSet/>
      <dgm:spPr/>
      <dgm:t>
        <a:bodyPr/>
        <a:lstStyle/>
        <a:p>
          <a:endParaRPr lang="uk-UA"/>
        </a:p>
      </dgm:t>
    </dgm:pt>
    <dgm:pt modelId="{82573DD1-1C9B-40A7-A4E2-249B2211F93B}" type="pres">
      <dgm:prSet presAssocID="{F6583665-6068-428D-A202-51F6019404AC}" presName="linear" presStyleCnt="0">
        <dgm:presLayoutVars>
          <dgm:animLvl val="lvl"/>
          <dgm:resizeHandles val="exact"/>
        </dgm:presLayoutVars>
      </dgm:prSet>
      <dgm:spPr/>
    </dgm:pt>
    <dgm:pt modelId="{4736A16B-73B4-4126-A096-994FCCDB3546}" type="pres">
      <dgm:prSet presAssocID="{8890363F-EB1C-4539-B2DC-DA78942B88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F210A7-4777-4210-B70C-FACDCD7CD9A9}" type="pres">
      <dgm:prSet presAssocID="{F8C390C3-4FA8-4C0B-9ACA-2C5867017453}" presName="spacer" presStyleCnt="0"/>
      <dgm:spPr/>
    </dgm:pt>
    <dgm:pt modelId="{342780D9-E7BA-4987-B388-8899D7D799C4}" type="pres">
      <dgm:prSet presAssocID="{2EF757D3-85A2-4773-B274-C094D4BE3FF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F4BBAB-9DCD-441E-8F97-A09A9216395C}" type="pres">
      <dgm:prSet presAssocID="{4E21B706-AB10-4F7E-B1E3-0C8D0422792E}" presName="spacer" presStyleCnt="0"/>
      <dgm:spPr/>
    </dgm:pt>
    <dgm:pt modelId="{20C263C6-7C2A-4696-9AF1-5CC065432CFA}" type="pres">
      <dgm:prSet presAssocID="{CB0A602A-84FE-4C3A-B895-9EE25A01999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74DA02-BCCB-4D5C-97FE-D0532EBB03A3}" type="presOf" srcId="{2EF757D3-85A2-4773-B274-C094D4BE3FFF}" destId="{342780D9-E7BA-4987-B388-8899D7D799C4}" srcOrd="0" destOrd="0" presId="urn:microsoft.com/office/officeart/2005/8/layout/vList2"/>
    <dgm:cxn modelId="{B5167D60-EF82-4755-A89A-48C20FEA6B57}" srcId="{F6583665-6068-428D-A202-51F6019404AC}" destId="{CB0A602A-84FE-4C3A-B895-9EE25A01999B}" srcOrd="2" destOrd="0" parTransId="{01D1D84A-22A6-4F93-BBF3-45464C5226CD}" sibTransId="{3B05881B-1FEB-42E8-BAF7-77C3DE7B6154}"/>
    <dgm:cxn modelId="{1AD10973-444E-464C-BA97-2182FBE67E5F}" type="presOf" srcId="{F6583665-6068-428D-A202-51F6019404AC}" destId="{82573DD1-1C9B-40A7-A4E2-249B2211F93B}" srcOrd="0" destOrd="0" presId="urn:microsoft.com/office/officeart/2005/8/layout/vList2"/>
    <dgm:cxn modelId="{00E71475-C279-4869-8B59-06F43588A33D}" type="presOf" srcId="{8890363F-EB1C-4539-B2DC-DA78942B88D3}" destId="{4736A16B-73B4-4126-A096-994FCCDB3546}" srcOrd="0" destOrd="0" presId="urn:microsoft.com/office/officeart/2005/8/layout/vList2"/>
    <dgm:cxn modelId="{A5429679-7F86-4201-923D-687A9AA028EF}" type="presOf" srcId="{CB0A602A-84FE-4C3A-B895-9EE25A01999B}" destId="{20C263C6-7C2A-4696-9AF1-5CC065432CFA}" srcOrd="0" destOrd="0" presId="urn:microsoft.com/office/officeart/2005/8/layout/vList2"/>
    <dgm:cxn modelId="{60049B91-1951-40CF-9588-E5D6D3F38D13}" srcId="{F6583665-6068-428D-A202-51F6019404AC}" destId="{8890363F-EB1C-4539-B2DC-DA78942B88D3}" srcOrd="0" destOrd="0" parTransId="{A5167632-84BC-4F18-933D-B8606BA86AAF}" sibTransId="{F8C390C3-4FA8-4C0B-9ACA-2C5867017453}"/>
    <dgm:cxn modelId="{2053BE9B-8E82-4E49-B240-E44CAD6E8E8C}" srcId="{F6583665-6068-428D-A202-51F6019404AC}" destId="{2EF757D3-85A2-4773-B274-C094D4BE3FFF}" srcOrd="1" destOrd="0" parTransId="{0BC45A0C-6E05-4664-A95A-2DA20978E051}" sibTransId="{4E21B706-AB10-4F7E-B1E3-0C8D0422792E}"/>
    <dgm:cxn modelId="{D5717BCB-A807-4B67-AEC6-1BC450A5C849}" type="presParOf" srcId="{82573DD1-1C9B-40A7-A4E2-249B2211F93B}" destId="{4736A16B-73B4-4126-A096-994FCCDB3546}" srcOrd="0" destOrd="0" presId="urn:microsoft.com/office/officeart/2005/8/layout/vList2"/>
    <dgm:cxn modelId="{1D05E8FD-CC07-43FA-B8B8-9B1C53631497}" type="presParOf" srcId="{82573DD1-1C9B-40A7-A4E2-249B2211F93B}" destId="{C9F210A7-4777-4210-B70C-FACDCD7CD9A9}" srcOrd="1" destOrd="0" presId="urn:microsoft.com/office/officeart/2005/8/layout/vList2"/>
    <dgm:cxn modelId="{F9D15E07-7020-4809-ABC7-D13F556D726C}" type="presParOf" srcId="{82573DD1-1C9B-40A7-A4E2-249B2211F93B}" destId="{342780D9-E7BA-4987-B388-8899D7D799C4}" srcOrd="2" destOrd="0" presId="urn:microsoft.com/office/officeart/2005/8/layout/vList2"/>
    <dgm:cxn modelId="{2C5F2614-34B6-464F-9CCD-EF4379DEAB57}" type="presParOf" srcId="{82573DD1-1C9B-40A7-A4E2-249B2211F93B}" destId="{08F4BBAB-9DCD-441E-8F97-A09A9216395C}" srcOrd="3" destOrd="0" presId="urn:microsoft.com/office/officeart/2005/8/layout/vList2"/>
    <dgm:cxn modelId="{C59C7380-1805-497F-BCF1-E5E1903FBBA9}" type="presParOf" srcId="{82573DD1-1C9B-40A7-A4E2-249B2211F93B}" destId="{20C263C6-7C2A-4696-9AF1-5CC065432CF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6B501D3F-41E5-4BDD-835E-510D61F162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E6F428-4509-4EC6-99F6-EF9A7C23BA39}">
      <dgm:prSet/>
      <dgm:spPr/>
      <dgm:t>
        <a:bodyPr/>
        <a:lstStyle/>
        <a:p>
          <a:r>
            <a:rPr lang="uk-UA" b="0" i="0"/>
            <a:t>ліквідація фільваркового господарства</a:t>
          </a:r>
          <a:endParaRPr lang="uk-UA"/>
        </a:p>
      </dgm:t>
    </dgm:pt>
    <dgm:pt modelId="{9B6C5F0A-1263-4211-ACD1-5C16E59BF58F}" type="parTrans" cxnId="{BEC7480B-DBA7-49DF-AD70-F6CACF4EBDD9}">
      <dgm:prSet/>
      <dgm:spPr/>
      <dgm:t>
        <a:bodyPr/>
        <a:lstStyle/>
        <a:p>
          <a:endParaRPr lang="uk-UA"/>
        </a:p>
      </dgm:t>
    </dgm:pt>
    <dgm:pt modelId="{B40EE4F9-41E4-4759-8EB8-00E8B2710E59}" type="sibTrans" cxnId="{BEC7480B-DBA7-49DF-AD70-F6CACF4EBDD9}">
      <dgm:prSet/>
      <dgm:spPr/>
      <dgm:t>
        <a:bodyPr/>
        <a:lstStyle/>
        <a:p>
          <a:endParaRPr lang="uk-UA"/>
        </a:p>
      </dgm:t>
    </dgm:pt>
    <dgm:pt modelId="{3F35D131-F1E8-4516-BB6F-D0EDAF6532A9}">
      <dgm:prSet/>
      <dgm:spPr/>
      <dgm:t>
        <a:bodyPr/>
        <a:lstStyle/>
        <a:p>
          <a:r>
            <a:rPr lang="uk-UA" b="0" i="0"/>
            <a:t>ліквідація чумацьких промислів</a:t>
          </a:r>
          <a:endParaRPr lang="uk-UA"/>
        </a:p>
      </dgm:t>
    </dgm:pt>
    <dgm:pt modelId="{BEF3FE33-698C-4F10-BC40-4B82CD4B026A}" type="parTrans" cxnId="{1EFE1ACB-31AE-4675-AFBC-EAF28DCD402A}">
      <dgm:prSet/>
      <dgm:spPr/>
      <dgm:t>
        <a:bodyPr/>
        <a:lstStyle/>
        <a:p>
          <a:endParaRPr lang="uk-UA"/>
        </a:p>
      </dgm:t>
    </dgm:pt>
    <dgm:pt modelId="{B8E570D5-4EA6-4216-A584-9A4A96A8CBA3}" type="sibTrans" cxnId="{1EFE1ACB-31AE-4675-AFBC-EAF28DCD402A}">
      <dgm:prSet/>
      <dgm:spPr/>
      <dgm:t>
        <a:bodyPr/>
        <a:lstStyle/>
        <a:p>
          <a:endParaRPr lang="uk-UA"/>
        </a:p>
      </dgm:t>
    </dgm:pt>
    <dgm:pt modelId="{363412DC-EC99-4FA9-B666-DD32D2E7FC5A}">
      <dgm:prSet/>
      <dgm:spPr/>
      <dgm:t>
        <a:bodyPr/>
        <a:lstStyle/>
        <a:p>
          <a:r>
            <a:rPr lang="uk-UA" b="0" i="0" dirty="0"/>
            <a:t>зрівняння в правах козацької старшини з російським дворянством</a:t>
          </a:r>
          <a:endParaRPr lang="uk-UA" dirty="0"/>
        </a:p>
      </dgm:t>
    </dgm:pt>
    <dgm:pt modelId="{00CDD44C-DF32-44DE-BA1D-8C0FFD9A1C7B}" type="parTrans" cxnId="{6F52181B-4450-4E2C-B859-B789E0D8E96D}">
      <dgm:prSet/>
      <dgm:spPr/>
      <dgm:t>
        <a:bodyPr/>
        <a:lstStyle/>
        <a:p>
          <a:endParaRPr lang="uk-UA"/>
        </a:p>
      </dgm:t>
    </dgm:pt>
    <dgm:pt modelId="{AABC2EA7-832E-4125-93D8-DC7B920F92F7}" type="sibTrans" cxnId="{6F52181B-4450-4E2C-B859-B789E0D8E96D}">
      <dgm:prSet/>
      <dgm:spPr/>
      <dgm:t>
        <a:bodyPr/>
        <a:lstStyle/>
        <a:p>
          <a:endParaRPr lang="uk-UA"/>
        </a:p>
      </dgm:t>
    </dgm:pt>
    <dgm:pt modelId="{EE3012DF-242D-44F6-BF12-43B9B5E59883}">
      <dgm:prSet/>
      <dgm:spPr/>
      <dgm:t>
        <a:bodyPr/>
        <a:lstStyle/>
        <a:p>
          <a:r>
            <a:rPr lang="uk-UA" b="0" i="0" dirty="0"/>
            <a:t>скасування общинного землеволодіння</a:t>
          </a:r>
          <a:endParaRPr lang="uk-UA" dirty="0"/>
        </a:p>
      </dgm:t>
    </dgm:pt>
    <dgm:pt modelId="{B6794B3A-D407-4B48-9CEF-D8A8B0C81B0E}" type="parTrans" cxnId="{C764A723-6818-4708-9AC1-10C468ABE780}">
      <dgm:prSet/>
      <dgm:spPr/>
      <dgm:t>
        <a:bodyPr/>
        <a:lstStyle/>
        <a:p>
          <a:endParaRPr lang="uk-UA"/>
        </a:p>
      </dgm:t>
    </dgm:pt>
    <dgm:pt modelId="{A8C6EE97-043B-4905-88B6-4836A340FA4B}" type="sibTrans" cxnId="{C764A723-6818-4708-9AC1-10C468ABE780}">
      <dgm:prSet/>
      <dgm:spPr/>
      <dgm:t>
        <a:bodyPr/>
        <a:lstStyle/>
        <a:p>
          <a:endParaRPr lang="uk-UA"/>
        </a:p>
      </dgm:t>
    </dgm:pt>
    <dgm:pt modelId="{76B8FD2D-24BF-4460-A933-CBC3BBDA2ED5}" type="pres">
      <dgm:prSet presAssocID="{6B501D3F-41E5-4BDD-835E-510D61F16280}" presName="linear" presStyleCnt="0">
        <dgm:presLayoutVars>
          <dgm:animLvl val="lvl"/>
          <dgm:resizeHandles val="exact"/>
        </dgm:presLayoutVars>
      </dgm:prSet>
      <dgm:spPr/>
    </dgm:pt>
    <dgm:pt modelId="{4025A178-3C50-48FB-A119-33C9E3EE251D}" type="pres">
      <dgm:prSet presAssocID="{26E6F428-4509-4EC6-99F6-EF9A7C23BA3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CA201F-E789-47FC-8268-664F467721F5}" type="pres">
      <dgm:prSet presAssocID="{B40EE4F9-41E4-4759-8EB8-00E8B2710E59}" presName="spacer" presStyleCnt="0"/>
      <dgm:spPr/>
    </dgm:pt>
    <dgm:pt modelId="{12F79A26-0FD5-4A21-B3D2-273606BE2A8B}" type="pres">
      <dgm:prSet presAssocID="{3F35D131-F1E8-4516-BB6F-D0EDAF6532A9}" presName="parentText" presStyleLbl="node1" presStyleIdx="1" presStyleCnt="4" custLinFactNeighborX="-1471" custLinFactNeighborY="-87347">
        <dgm:presLayoutVars>
          <dgm:chMax val="0"/>
          <dgm:bulletEnabled val="1"/>
        </dgm:presLayoutVars>
      </dgm:prSet>
      <dgm:spPr/>
    </dgm:pt>
    <dgm:pt modelId="{3AB62A21-A9F0-4633-ACD7-F42DF75D3D6B}" type="pres">
      <dgm:prSet presAssocID="{B8E570D5-4EA6-4216-A584-9A4A96A8CBA3}" presName="spacer" presStyleCnt="0"/>
      <dgm:spPr/>
    </dgm:pt>
    <dgm:pt modelId="{B2AD9D67-BCBF-43D3-A2D2-5AB496DD896B}" type="pres">
      <dgm:prSet presAssocID="{363412DC-EC99-4FA9-B666-DD32D2E7FC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C3E76E-B9E0-4F32-9364-4595CED7769C}" type="pres">
      <dgm:prSet presAssocID="{AABC2EA7-832E-4125-93D8-DC7B920F92F7}" presName="spacer" presStyleCnt="0"/>
      <dgm:spPr/>
    </dgm:pt>
    <dgm:pt modelId="{E5866C37-D2B7-4AA5-8D31-8F2530628840}" type="pres">
      <dgm:prSet presAssocID="{EE3012DF-242D-44F6-BF12-43B9B5E598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8B38200-4BD6-4C9E-A9B9-9DD33F5E35C5}" type="presOf" srcId="{363412DC-EC99-4FA9-B666-DD32D2E7FC5A}" destId="{B2AD9D67-BCBF-43D3-A2D2-5AB496DD896B}" srcOrd="0" destOrd="0" presId="urn:microsoft.com/office/officeart/2005/8/layout/vList2"/>
    <dgm:cxn modelId="{BEC7480B-DBA7-49DF-AD70-F6CACF4EBDD9}" srcId="{6B501D3F-41E5-4BDD-835E-510D61F16280}" destId="{26E6F428-4509-4EC6-99F6-EF9A7C23BA39}" srcOrd="0" destOrd="0" parTransId="{9B6C5F0A-1263-4211-ACD1-5C16E59BF58F}" sibTransId="{B40EE4F9-41E4-4759-8EB8-00E8B2710E59}"/>
    <dgm:cxn modelId="{6F52181B-4450-4E2C-B859-B789E0D8E96D}" srcId="{6B501D3F-41E5-4BDD-835E-510D61F16280}" destId="{363412DC-EC99-4FA9-B666-DD32D2E7FC5A}" srcOrd="2" destOrd="0" parTransId="{00CDD44C-DF32-44DE-BA1D-8C0FFD9A1C7B}" sibTransId="{AABC2EA7-832E-4125-93D8-DC7B920F92F7}"/>
    <dgm:cxn modelId="{B5D49621-949F-4D83-8909-BC8C029E8EAD}" type="presOf" srcId="{6B501D3F-41E5-4BDD-835E-510D61F16280}" destId="{76B8FD2D-24BF-4460-A933-CBC3BBDA2ED5}" srcOrd="0" destOrd="0" presId="urn:microsoft.com/office/officeart/2005/8/layout/vList2"/>
    <dgm:cxn modelId="{C764A723-6818-4708-9AC1-10C468ABE780}" srcId="{6B501D3F-41E5-4BDD-835E-510D61F16280}" destId="{EE3012DF-242D-44F6-BF12-43B9B5E59883}" srcOrd="3" destOrd="0" parTransId="{B6794B3A-D407-4B48-9CEF-D8A8B0C81B0E}" sibTransId="{A8C6EE97-043B-4905-88B6-4836A340FA4B}"/>
    <dgm:cxn modelId="{822BC525-F3C1-44F6-9C2D-6AA8945C23D0}" type="presOf" srcId="{EE3012DF-242D-44F6-BF12-43B9B5E59883}" destId="{E5866C37-D2B7-4AA5-8D31-8F2530628840}" srcOrd="0" destOrd="0" presId="urn:microsoft.com/office/officeart/2005/8/layout/vList2"/>
    <dgm:cxn modelId="{31C28757-8AC3-4151-A346-317B3F79F096}" type="presOf" srcId="{26E6F428-4509-4EC6-99F6-EF9A7C23BA39}" destId="{4025A178-3C50-48FB-A119-33C9E3EE251D}" srcOrd="0" destOrd="0" presId="urn:microsoft.com/office/officeart/2005/8/layout/vList2"/>
    <dgm:cxn modelId="{1EFE1ACB-31AE-4675-AFBC-EAF28DCD402A}" srcId="{6B501D3F-41E5-4BDD-835E-510D61F16280}" destId="{3F35D131-F1E8-4516-BB6F-D0EDAF6532A9}" srcOrd="1" destOrd="0" parTransId="{BEF3FE33-698C-4F10-BC40-4B82CD4B026A}" sibTransId="{B8E570D5-4EA6-4216-A584-9A4A96A8CBA3}"/>
    <dgm:cxn modelId="{9513F3E3-D007-4653-8349-5213D8ABF1FB}" type="presOf" srcId="{3F35D131-F1E8-4516-BB6F-D0EDAF6532A9}" destId="{12F79A26-0FD5-4A21-B3D2-273606BE2A8B}" srcOrd="0" destOrd="0" presId="urn:microsoft.com/office/officeart/2005/8/layout/vList2"/>
    <dgm:cxn modelId="{0405483B-45D1-4CD1-A8C4-905D7300CA79}" type="presParOf" srcId="{76B8FD2D-24BF-4460-A933-CBC3BBDA2ED5}" destId="{4025A178-3C50-48FB-A119-33C9E3EE251D}" srcOrd="0" destOrd="0" presId="urn:microsoft.com/office/officeart/2005/8/layout/vList2"/>
    <dgm:cxn modelId="{A5FF26FC-74A4-4F65-8B7B-2BDB623AF928}" type="presParOf" srcId="{76B8FD2D-24BF-4460-A933-CBC3BBDA2ED5}" destId="{C1CA201F-E789-47FC-8268-664F467721F5}" srcOrd="1" destOrd="0" presId="urn:microsoft.com/office/officeart/2005/8/layout/vList2"/>
    <dgm:cxn modelId="{81D8CBD1-4508-4E24-9502-1E615935A675}" type="presParOf" srcId="{76B8FD2D-24BF-4460-A933-CBC3BBDA2ED5}" destId="{12F79A26-0FD5-4A21-B3D2-273606BE2A8B}" srcOrd="2" destOrd="0" presId="urn:microsoft.com/office/officeart/2005/8/layout/vList2"/>
    <dgm:cxn modelId="{914576A9-85AA-4D61-9256-95BE2F60690B}" type="presParOf" srcId="{76B8FD2D-24BF-4460-A933-CBC3BBDA2ED5}" destId="{3AB62A21-A9F0-4633-ACD7-F42DF75D3D6B}" srcOrd="3" destOrd="0" presId="urn:microsoft.com/office/officeart/2005/8/layout/vList2"/>
    <dgm:cxn modelId="{137EE37E-F3A1-4249-85E3-1474370B91F2}" type="presParOf" srcId="{76B8FD2D-24BF-4460-A933-CBC3BBDA2ED5}" destId="{B2AD9D67-BCBF-43D3-A2D2-5AB496DD896B}" srcOrd="4" destOrd="0" presId="urn:microsoft.com/office/officeart/2005/8/layout/vList2"/>
    <dgm:cxn modelId="{666B1E7C-3981-4B4B-9909-16C127ED9E79}" type="presParOf" srcId="{76B8FD2D-24BF-4460-A933-CBC3BBDA2ED5}" destId="{B9C3E76E-B9E0-4F32-9364-4595CED7769C}" srcOrd="5" destOrd="0" presId="urn:microsoft.com/office/officeart/2005/8/layout/vList2"/>
    <dgm:cxn modelId="{50D069B1-CF2A-4009-A78A-B39500E58832}" type="presParOf" srcId="{76B8FD2D-24BF-4460-A933-CBC3BBDA2ED5}" destId="{E5866C37-D2B7-4AA5-8D31-8F25306288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81933905-4D94-4C73-BA28-D2A2BC243E2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9E1ED7-1380-4879-906F-6808C8578337}">
      <dgm:prSet/>
      <dgm:spPr/>
      <dgm:t>
        <a:bodyPr/>
        <a:lstStyle/>
        <a:p>
          <a:r>
            <a:rPr lang="ru-RU" dirty="0" err="1"/>
            <a:t>Якою</a:t>
          </a:r>
          <a:r>
            <a:rPr lang="ru-RU" dirty="0"/>
            <a:t> цифрою </a:t>
          </a:r>
          <a:r>
            <a:rPr lang="ru-RU" dirty="0" err="1"/>
            <a:t>позначено</a:t>
          </a:r>
          <a:r>
            <a:rPr lang="ru-RU" dirty="0"/>
            <a:t> </a:t>
          </a:r>
          <a:r>
            <a:rPr lang="ru-RU" dirty="0" err="1"/>
            <a:t>регіон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НЕ ВХОДИВ до складу </a:t>
          </a:r>
          <a:r>
            <a:rPr lang="ru-RU" dirty="0" err="1"/>
            <a:t>Речі</a:t>
          </a:r>
          <a:r>
            <a:rPr lang="ru-RU" dirty="0"/>
            <a:t> </a:t>
          </a:r>
          <a:r>
            <a:rPr lang="ru-RU" dirty="0" err="1"/>
            <a:t>Посполитої</a:t>
          </a:r>
          <a:r>
            <a:rPr lang="ru-RU" dirty="0"/>
            <a:t> </a:t>
          </a:r>
          <a:r>
            <a:rPr lang="ru-RU" dirty="0" err="1"/>
            <a:t>впродовж</a:t>
          </a:r>
          <a:r>
            <a:rPr lang="ru-RU" dirty="0"/>
            <a:t> 1569–1795 </a:t>
          </a:r>
          <a:r>
            <a:rPr lang="ru-RU" dirty="0" err="1"/>
            <a:t>рр</a:t>
          </a:r>
          <a:r>
            <a:rPr lang="ru-RU" dirty="0"/>
            <a:t>.?</a:t>
          </a:r>
          <a:endParaRPr lang="uk-UA" dirty="0"/>
        </a:p>
      </dgm:t>
    </dgm:pt>
    <dgm:pt modelId="{C00DC1B9-E003-4424-9140-B7645FF36346}" type="parTrans" cxnId="{816ABBEE-D384-4F40-BE10-C283A059CC7B}">
      <dgm:prSet/>
      <dgm:spPr/>
      <dgm:t>
        <a:bodyPr/>
        <a:lstStyle/>
        <a:p>
          <a:endParaRPr lang="uk-UA"/>
        </a:p>
      </dgm:t>
    </dgm:pt>
    <dgm:pt modelId="{418A473B-B458-4F19-9C86-1EEC72174991}" type="sibTrans" cxnId="{816ABBEE-D384-4F40-BE10-C283A059CC7B}">
      <dgm:prSet/>
      <dgm:spPr/>
      <dgm:t>
        <a:bodyPr/>
        <a:lstStyle/>
        <a:p>
          <a:endParaRPr lang="uk-UA"/>
        </a:p>
      </dgm:t>
    </dgm:pt>
    <dgm:pt modelId="{AF58C093-6D22-4F0A-87FF-911C63500E23}">
      <dgm:prSet/>
      <dgm:spPr/>
      <dgm:t>
        <a:bodyPr/>
        <a:lstStyle/>
        <a:p>
          <a:r>
            <a:rPr lang="uk-UA" b="0" i="0" dirty="0"/>
            <a:t>1</a:t>
          </a:r>
          <a:endParaRPr lang="uk-UA" dirty="0"/>
        </a:p>
      </dgm:t>
    </dgm:pt>
    <dgm:pt modelId="{366C433C-C7D1-4129-A9C3-72C1665D1D9C}" type="parTrans" cxnId="{8B16BB75-FEDC-4DB3-B19E-0F916D92DEA3}">
      <dgm:prSet/>
      <dgm:spPr/>
      <dgm:t>
        <a:bodyPr/>
        <a:lstStyle/>
        <a:p>
          <a:endParaRPr lang="uk-UA"/>
        </a:p>
      </dgm:t>
    </dgm:pt>
    <dgm:pt modelId="{83FE6168-5640-48F5-B5DB-E7D540C2B2D1}" type="sibTrans" cxnId="{8B16BB75-FEDC-4DB3-B19E-0F916D92DEA3}">
      <dgm:prSet/>
      <dgm:spPr/>
      <dgm:t>
        <a:bodyPr/>
        <a:lstStyle/>
        <a:p>
          <a:endParaRPr lang="uk-UA"/>
        </a:p>
      </dgm:t>
    </dgm:pt>
    <dgm:pt modelId="{9E9D84AA-9C0F-49CB-BB92-59A09A9B67EE}">
      <dgm:prSet/>
      <dgm:spPr/>
      <dgm:t>
        <a:bodyPr/>
        <a:lstStyle/>
        <a:p>
          <a:r>
            <a:rPr lang="uk-UA" b="0" i="0" dirty="0"/>
            <a:t>2</a:t>
          </a:r>
          <a:endParaRPr lang="uk-UA" dirty="0"/>
        </a:p>
      </dgm:t>
    </dgm:pt>
    <dgm:pt modelId="{B9C0E8A1-E61E-4E6E-971F-F45AE306A20A}" type="parTrans" cxnId="{29190E85-87F1-4FB2-AAA4-C2A0341C13C8}">
      <dgm:prSet/>
      <dgm:spPr/>
      <dgm:t>
        <a:bodyPr/>
        <a:lstStyle/>
        <a:p>
          <a:endParaRPr lang="uk-UA"/>
        </a:p>
      </dgm:t>
    </dgm:pt>
    <dgm:pt modelId="{D93B5F3C-D2DF-4F4E-ABEA-98D100EFB293}" type="sibTrans" cxnId="{29190E85-87F1-4FB2-AAA4-C2A0341C13C8}">
      <dgm:prSet/>
      <dgm:spPr/>
      <dgm:t>
        <a:bodyPr/>
        <a:lstStyle/>
        <a:p>
          <a:endParaRPr lang="uk-UA"/>
        </a:p>
      </dgm:t>
    </dgm:pt>
    <dgm:pt modelId="{CBBECE0F-FE66-4B87-B85A-947DDF31F5E2}">
      <dgm:prSet/>
      <dgm:spPr/>
      <dgm:t>
        <a:bodyPr/>
        <a:lstStyle/>
        <a:p>
          <a:r>
            <a:rPr lang="uk-UA" b="0" i="0" dirty="0"/>
            <a:t>3</a:t>
          </a:r>
          <a:endParaRPr lang="uk-UA" dirty="0"/>
        </a:p>
      </dgm:t>
    </dgm:pt>
    <dgm:pt modelId="{157FB3A8-29CF-4A7E-9FE3-A7A46F0E2529}" type="parTrans" cxnId="{EA943B4C-F839-4E00-9736-8717BE454F4E}">
      <dgm:prSet/>
      <dgm:spPr/>
      <dgm:t>
        <a:bodyPr/>
        <a:lstStyle/>
        <a:p>
          <a:endParaRPr lang="uk-UA"/>
        </a:p>
      </dgm:t>
    </dgm:pt>
    <dgm:pt modelId="{972554CA-8010-47E7-8CA4-FC99CEDB0570}" type="sibTrans" cxnId="{EA943B4C-F839-4E00-9736-8717BE454F4E}">
      <dgm:prSet/>
      <dgm:spPr/>
      <dgm:t>
        <a:bodyPr/>
        <a:lstStyle/>
        <a:p>
          <a:endParaRPr lang="uk-UA"/>
        </a:p>
      </dgm:t>
    </dgm:pt>
    <dgm:pt modelId="{6A00043A-BFCD-4711-9335-8703FEA89901}">
      <dgm:prSet/>
      <dgm:spPr/>
      <dgm:t>
        <a:bodyPr/>
        <a:lstStyle/>
        <a:p>
          <a:r>
            <a:rPr lang="uk-UA" b="0" i="0" dirty="0"/>
            <a:t>4</a:t>
          </a:r>
          <a:endParaRPr lang="uk-UA" dirty="0"/>
        </a:p>
      </dgm:t>
    </dgm:pt>
    <dgm:pt modelId="{0620C16A-4182-47F0-9A06-8BE78C01EC80}" type="parTrans" cxnId="{3AA82684-B8AE-4003-AF99-E3690E5458FC}">
      <dgm:prSet/>
      <dgm:spPr/>
      <dgm:t>
        <a:bodyPr/>
        <a:lstStyle/>
        <a:p>
          <a:endParaRPr lang="uk-UA"/>
        </a:p>
      </dgm:t>
    </dgm:pt>
    <dgm:pt modelId="{DB6C89D0-5532-40B1-807F-22F4957CBC1D}" type="sibTrans" cxnId="{3AA82684-B8AE-4003-AF99-E3690E5458FC}">
      <dgm:prSet/>
      <dgm:spPr/>
      <dgm:t>
        <a:bodyPr/>
        <a:lstStyle/>
        <a:p>
          <a:endParaRPr lang="uk-UA"/>
        </a:p>
      </dgm:t>
    </dgm:pt>
    <dgm:pt modelId="{95123CD9-D7B8-4890-B143-D484D34F4F48}" type="pres">
      <dgm:prSet presAssocID="{81933905-4D94-4C73-BA28-D2A2BC243E25}" presName="Name0" presStyleCnt="0">
        <dgm:presLayoutVars>
          <dgm:dir/>
          <dgm:animLvl val="lvl"/>
          <dgm:resizeHandles val="exact"/>
        </dgm:presLayoutVars>
      </dgm:prSet>
      <dgm:spPr/>
    </dgm:pt>
    <dgm:pt modelId="{AE3EDB25-E4C5-4E0B-BBCC-FD55E1388252}" type="pres">
      <dgm:prSet presAssocID="{289E1ED7-1380-4879-906F-6808C8578337}" presName="linNode" presStyleCnt="0"/>
      <dgm:spPr/>
    </dgm:pt>
    <dgm:pt modelId="{87AF2DDE-09B3-4FAE-A49E-02E0FE71910E}" type="pres">
      <dgm:prSet presAssocID="{289E1ED7-1380-4879-906F-6808C8578337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5CAF3A52-E9AE-4F19-A3AA-58B245F40374}" type="pres">
      <dgm:prSet presAssocID="{289E1ED7-1380-4879-906F-6808C8578337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1007E10-15DB-481B-A537-5758CCDB9F74}" type="presOf" srcId="{81933905-4D94-4C73-BA28-D2A2BC243E25}" destId="{95123CD9-D7B8-4890-B143-D484D34F4F48}" srcOrd="0" destOrd="0" presId="urn:microsoft.com/office/officeart/2005/8/layout/vList5"/>
    <dgm:cxn modelId="{95BDB561-67C9-4446-81AF-52688A806FCF}" type="presOf" srcId="{6A00043A-BFCD-4711-9335-8703FEA89901}" destId="{5CAF3A52-E9AE-4F19-A3AA-58B245F40374}" srcOrd="0" destOrd="3" presId="urn:microsoft.com/office/officeart/2005/8/layout/vList5"/>
    <dgm:cxn modelId="{AFCF3345-8318-4871-95AC-90F29D59A4F8}" type="presOf" srcId="{CBBECE0F-FE66-4B87-B85A-947DDF31F5E2}" destId="{5CAF3A52-E9AE-4F19-A3AA-58B245F40374}" srcOrd="0" destOrd="2" presId="urn:microsoft.com/office/officeart/2005/8/layout/vList5"/>
    <dgm:cxn modelId="{EA943B4C-F839-4E00-9736-8717BE454F4E}" srcId="{289E1ED7-1380-4879-906F-6808C8578337}" destId="{CBBECE0F-FE66-4B87-B85A-947DDF31F5E2}" srcOrd="2" destOrd="0" parTransId="{157FB3A8-29CF-4A7E-9FE3-A7A46F0E2529}" sibTransId="{972554CA-8010-47E7-8CA4-FC99CEDB0570}"/>
    <dgm:cxn modelId="{8B16BB75-FEDC-4DB3-B19E-0F916D92DEA3}" srcId="{289E1ED7-1380-4879-906F-6808C8578337}" destId="{AF58C093-6D22-4F0A-87FF-911C63500E23}" srcOrd="0" destOrd="0" parTransId="{366C433C-C7D1-4129-A9C3-72C1665D1D9C}" sibTransId="{83FE6168-5640-48F5-B5DB-E7D540C2B2D1}"/>
    <dgm:cxn modelId="{AEECB47A-7A5F-4228-A168-9355B5858314}" type="presOf" srcId="{AF58C093-6D22-4F0A-87FF-911C63500E23}" destId="{5CAF3A52-E9AE-4F19-A3AA-58B245F40374}" srcOrd="0" destOrd="0" presId="urn:microsoft.com/office/officeart/2005/8/layout/vList5"/>
    <dgm:cxn modelId="{AE48777C-0F41-4F97-900A-56132AD591C5}" type="presOf" srcId="{9E9D84AA-9C0F-49CB-BB92-59A09A9B67EE}" destId="{5CAF3A52-E9AE-4F19-A3AA-58B245F40374}" srcOrd="0" destOrd="1" presId="urn:microsoft.com/office/officeart/2005/8/layout/vList5"/>
    <dgm:cxn modelId="{3AA82684-B8AE-4003-AF99-E3690E5458FC}" srcId="{289E1ED7-1380-4879-906F-6808C8578337}" destId="{6A00043A-BFCD-4711-9335-8703FEA89901}" srcOrd="3" destOrd="0" parTransId="{0620C16A-4182-47F0-9A06-8BE78C01EC80}" sibTransId="{DB6C89D0-5532-40B1-807F-22F4957CBC1D}"/>
    <dgm:cxn modelId="{29190E85-87F1-4FB2-AAA4-C2A0341C13C8}" srcId="{289E1ED7-1380-4879-906F-6808C8578337}" destId="{9E9D84AA-9C0F-49CB-BB92-59A09A9B67EE}" srcOrd="1" destOrd="0" parTransId="{B9C0E8A1-E61E-4E6E-971F-F45AE306A20A}" sibTransId="{D93B5F3C-D2DF-4F4E-ABEA-98D100EFB293}"/>
    <dgm:cxn modelId="{BEB389B4-4395-4E76-A265-A68AF3C7F534}" type="presOf" srcId="{289E1ED7-1380-4879-906F-6808C8578337}" destId="{87AF2DDE-09B3-4FAE-A49E-02E0FE71910E}" srcOrd="0" destOrd="0" presId="urn:microsoft.com/office/officeart/2005/8/layout/vList5"/>
    <dgm:cxn modelId="{816ABBEE-D384-4F40-BE10-C283A059CC7B}" srcId="{81933905-4D94-4C73-BA28-D2A2BC243E25}" destId="{289E1ED7-1380-4879-906F-6808C8578337}" srcOrd="0" destOrd="0" parTransId="{C00DC1B9-E003-4424-9140-B7645FF36346}" sibTransId="{418A473B-B458-4F19-9C86-1EEC72174991}"/>
    <dgm:cxn modelId="{9DF209F8-51ED-41C1-81C2-46E80F52FF01}" type="presParOf" srcId="{95123CD9-D7B8-4890-B143-D484D34F4F48}" destId="{AE3EDB25-E4C5-4E0B-BBCC-FD55E1388252}" srcOrd="0" destOrd="0" presId="urn:microsoft.com/office/officeart/2005/8/layout/vList5"/>
    <dgm:cxn modelId="{232DCDDD-2D91-43E9-8665-C8FB494BDC9E}" type="presParOf" srcId="{AE3EDB25-E4C5-4E0B-BBCC-FD55E1388252}" destId="{87AF2DDE-09B3-4FAE-A49E-02E0FE71910E}" srcOrd="0" destOrd="0" presId="urn:microsoft.com/office/officeart/2005/8/layout/vList5"/>
    <dgm:cxn modelId="{F564A2E0-8885-4305-B3C7-EDCDDFAF6924}" type="presParOf" srcId="{AE3EDB25-E4C5-4E0B-BBCC-FD55E1388252}" destId="{5CAF3A52-E9AE-4F19-A3AA-58B245F4037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CDD878E4-D94B-4A8B-ACAF-19F97B85367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9008387-2C5E-42C6-B2FD-848D4FC1CBEB}">
      <dgm:prSet/>
      <dgm:spPr/>
      <dgm:t>
        <a:bodyPr/>
        <a:lstStyle/>
        <a:p>
          <a:r>
            <a:rPr lang="ru-RU" b="0" i="0"/>
            <a:t>Василя Липківського.</a:t>
          </a:r>
          <a:endParaRPr lang="uk-UA"/>
        </a:p>
      </dgm:t>
    </dgm:pt>
    <dgm:pt modelId="{2704974E-5BE2-4CEC-B4B4-09CCD995D794}" type="parTrans" cxnId="{861A2346-1852-4CF6-86CB-B6A426D301D8}">
      <dgm:prSet/>
      <dgm:spPr/>
      <dgm:t>
        <a:bodyPr/>
        <a:lstStyle/>
        <a:p>
          <a:endParaRPr lang="uk-UA"/>
        </a:p>
      </dgm:t>
    </dgm:pt>
    <dgm:pt modelId="{5D3D698B-4A16-4EDC-BFDB-DC2E4B153F1D}" type="sibTrans" cxnId="{861A2346-1852-4CF6-86CB-B6A426D301D8}">
      <dgm:prSet/>
      <dgm:spPr/>
      <dgm:t>
        <a:bodyPr/>
        <a:lstStyle/>
        <a:p>
          <a:endParaRPr lang="uk-UA"/>
        </a:p>
      </dgm:t>
    </dgm:pt>
    <dgm:pt modelId="{E1D1C63A-7DFD-4200-821F-FC8340068F2C}">
      <dgm:prSet/>
      <dgm:spPr/>
      <dgm:t>
        <a:bodyPr/>
        <a:lstStyle/>
        <a:p>
          <a:r>
            <a:rPr lang="ru-RU" b="0" i="0"/>
            <a:t>Петра Могили.</a:t>
          </a:r>
          <a:endParaRPr lang="uk-UA"/>
        </a:p>
      </dgm:t>
    </dgm:pt>
    <dgm:pt modelId="{9623F5F0-18F6-4275-9F43-58BEB405FFF2}" type="parTrans" cxnId="{57C12713-7BF6-4D05-965C-2B516FFFC235}">
      <dgm:prSet/>
      <dgm:spPr/>
      <dgm:t>
        <a:bodyPr/>
        <a:lstStyle/>
        <a:p>
          <a:endParaRPr lang="uk-UA"/>
        </a:p>
      </dgm:t>
    </dgm:pt>
    <dgm:pt modelId="{ACA81015-CCAE-4BCB-B614-7474210FF530}" type="sibTrans" cxnId="{57C12713-7BF6-4D05-965C-2B516FFFC235}">
      <dgm:prSet/>
      <dgm:spPr/>
      <dgm:t>
        <a:bodyPr/>
        <a:lstStyle/>
        <a:p>
          <a:endParaRPr lang="uk-UA"/>
        </a:p>
      </dgm:t>
    </dgm:pt>
    <dgm:pt modelId="{E34EB390-DD3C-4B8A-9422-2FFB0B616519}">
      <dgm:prSet/>
      <dgm:spPr/>
      <dgm:t>
        <a:bodyPr/>
        <a:lstStyle/>
        <a:p>
          <a:r>
            <a:rPr lang="ru-RU" b="0" i="0" dirty="0"/>
            <a:t>Феофана Прокоповича.</a:t>
          </a:r>
          <a:endParaRPr lang="uk-UA" dirty="0"/>
        </a:p>
      </dgm:t>
    </dgm:pt>
    <dgm:pt modelId="{FA1483AE-54F4-4BF0-A24C-F18F161B5551}" type="parTrans" cxnId="{D6C75AA4-D6A9-4343-95E3-7D53977873FD}">
      <dgm:prSet/>
      <dgm:spPr/>
      <dgm:t>
        <a:bodyPr/>
        <a:lstStyle/>
        <a:p>
          <a:endParaRPr lang="uk-UA"/>
        </a:p>
      </dgm:t>
    </dgm:pt>
    <dgm:pt modelId="{080E349E-D785-46B6-916E-BF1341D499DF}" type="sibTrans" cxnId="{D6C75AA4-D6A9-4343-95E3-7D53977873FD}">
      <dgm:prSet/>
      <dgm:spPr/>
      <dgm:t>
        <a:bodyPr/>
        <a:lstStyle/>
        <a:p>
          <a:endParaRPr lang="uk-UA"/>
        </a:p>
      </dgm:t>
    </dgm:pt>
    <dgm:pt modelId="{F973721C-3E59-465F-A2D6-74EA168073EC}">
      <dgm:prSet/>
      <dgm:spPr/>
      <dgm:t>
        <a:bodyPr/>
        <a:lstStyle/>
        <a:p>
          <a:r>
            <a:rPr lang="ru-RU" b="0" i="0" dirty="0"/>
            <a:t>Андрея </a:t>
          </a:r>
          <a:r>
            <a:rPr lang="ru-RU" b="0" i="0" dirty="0" err="1"/>
            <a:t>Шептицького</a:t>
          </a:r>
          <a:r>
            <a:rPr lang="ru-RU" b="0" i="0" dirty="0"/>
            <a:t>.</a:t>
          </a:r>
          <a:endParaRPr lang="uk-UA" dirty="0"/>
        </a:p>
      </dgm:t>
    </dgm:pt>
    <dgm:pt modelId="{FE948F2E-DFCB-4F10-94D2-AE9123BD82C1}" type="parTrans" cxnId="{C15DC0EF-D60B-4C4C-B050-554075B3A36F}">
      <dgm:prSet/>
      <dgm:spPr/>
      <dgm:t>
        <a:bodyPr/>
        <a:lstStyle/>
        <a:p>
          <a:endParaRPr lang="uk-UA"/>
        </a:p>
      </dgm:t>
    </dgm:pt>
    <dgm:pt modelId="{C943AF73-55D2-4A61-9CAB-A0C125BF85A7}" type="sibTrans" cxnId="{C15DC0EF-D60B-4C4C-B050-554075B3A36F}">
      <dgm:prSet/>
      <dgm:spPr/>
      <dgm:t>
        <a:bodyPr/>
        <a:lstStyle/>
        <a:p>
          <a:endParaRPr lang="uk-UA"/>
        </a:p>
      </dgm:t>
    </dgm:pt>
    <dgm:pt modelId="{154AA8A9-4043-47EF-BFBF-0C06717D53E5}" type="pres">
      <dgm:prSet presAssocID="{CDD878E4-D94B-4A8B-ACAF-19F97B853672}" presName="Name0" presStyleCnt="0">
        <dgm:presLayoutVars>
          <dgm:chMax val="7"/>
          <dgm:chPref val="7"/>
          <dgm:dir/>
        </dgm:presLayoutVars>
      </dgm:prSet>
      <dgm:spPr/>
    </dgm:pt>
    <dgm:pt modelId="{61FB1BA6-37A7-4378-A8C9-34AAFF377A0F}" type="pres">
      <dgm:prSet presAssocID="{CDD878E4-D94B-4A8B-ACAF-19F97B853672}" presName="Name1" presStyleCnt="0"/>
      <dgm:spPr/>
    </dgm:pt>
    <dgm:pt modelId="{418DEA35-9C16-4BE0-BF9F-DA0881851615}" type="pres">
      <dgm:prSet presAssocID="{CDD878E4-D94B-4A8B-ACAF-19F97B853672}" presName="cycle" presStyleCnt="0"/>
      <dgm:spPr/>
    </dgm:pt>
    <dgm:pt modelId="{5CD00061-A6D9-454F-9122-7EC7D4142841}" type="pres">
      <dgm:prSet presAssocID="{CDD878E4-D94B-4A8B-ACAF-19F97B853672}" presName="srcNode" presStyleLbl="node1" presStyleIdx="0" presStyleCnt="4"/>
      <dgm:spPr/>
    </dgm:pt>
    <dgm:pt modelId="{9E520443-64C1-46E5-8D1C-7ACA0173011C}" type="pres">
      <dgm:prSet presAssocID="{CDD878E4-D94B-4A8B-ACAF-19F97B853672}" presName="conn" presStyleLbl="parChTrans1D2" presStyleIdx="0" presStyleCnt="1"/>
      <dgm:spPr/>
    </dgm:pt>
    <dgm:pt modelId="{23F7D4E6-33BB-4D3F-A901-194F068ABF81}" type="pres">
      <dgm:prSet presAssocID="{CDD878E4-D94B-4A8B-ACAF-19F97B853672}" presName="extraNode" presStyleLbl="node1" presStyleIdx="0" presStyleCnt="4"/>
      <dgm:spPr/>
    </dgm:pt>
    <dgm:pt modelId="{1834C7C3-D715-4473-8C33-4898597C9541}" type="pres">
      <dgm:prSet presAssocID="{CDD878E4-D94B-4A8B-ACAF-19F97B853672}" presName="dstNode" presStyleLbl="node1" presStyleIdx="0" presStyleCnt="4"/>
      <dgm:spPr/>
    </dgm:pt>
    <dgm:pt modelId="{5A1156F2-0022-4100-873A-97F8815F3D43}" type="pres">
      <dgm:prSet presAssocID="{39008387-2C5E-42C6-B2FD-848D4FC1CBEB}" presName="text_1" presStyleLbl="node1" presStyleIdx="0" presStyleCnt="4">
        <dgm:presLayoutVars>
          <dgm:bulletEnabled val="1"/>
        </dgm:presLayoutVars>
      </dgm:prSet>
      <dgm:spPr/>
    </dgm:pt>
    <dgm:pt modelId="{57D6057E-A88C-4907-8925-E0065A31CE02}" type="pres">
      <dgm:prSet presAssocID="{39008387-2C5E-42C6-B2FD-848D4FC1CBEB}" presName="accent_1" presStyleCnt="0"/>
      <dgm:spPr/>
    </dgm:pt>
    <dgm:pt modelId="{566CE960-BCC7-4FAB-AD17-100B12867B1F}" type="pres">
      <dgm:prSet presAssocID="{39008387-2C5E-42C6-B2FD-848D4FC1CBEB}" presName="accentRepeatNode" presStyleLbl="solidFgAcc1" presStyleIdx="0" presStyleCnt="4"/>
      <dgm:spPr/>
    </dgm:pt>
    <dgm:pt modelId="{1FBF1190-3819-46FC-9B25-CDB70EE35019}" type="pres">
      <dgm:prSet presAssocID="{E1D1C63A-7DFD-4200-821F-FC8340068F2C}" presName="text_2" presStyleLbl="node1" presStyleIdx="1" presStyleCnt="4">
        <dgm:presLayoutVars>
          <dgm:bulletEnabled val="1"/>
        </dgm:presLayoutVars>
      </dgm:prSet>
      <dgm:spPr/>
    </dgm:pt>
    <dgm:pt modelId="{53CE4FD5-CD36-4632-A36D-781901B3A72F}" type="pres">
      <dgm:prSet presAssocID="{E1D1C63A-7DFD-4200-821F-FC8340068F2C}" presName="accent_2" presStyleCnt="0"/>
      <dgm:spPr/>
    </dgm:pt>
    <dgm:pt modelId="{F222CA7A-639A-454F-857E-71B91651E685}" type="pres">
      <dgm:prSet presAssocID="{E1D1C63A-7DFD-4200-821F-FC8340068F2C}" presName="accentRepeatNode" presStyleLbl="solidFgAcc1" presStyleIdx="1" presStyleCnt="4"/>
      <dgm:spPr/>
    </dgm:pt>
    <dgm:pt modelId="{1B77AE53-7795-4C2C-9C3D-59A2919F947F}" type="pres">
      <dgm:prSet presAssocID="{E34EB390-DD3C-4B8A-9422-2FFB0B616519}" presName="text_3" presStyleLbl="node1" presStyleIdx="2" presStyleCnt="4">
        <dgm:presLayoutVars>
          <dgm:bulletEnabled val="1"/>
        </dgm:presLayoutVars>
      </dgm:prSet>
      <dgm:spPr/>
    </dgm:pt>
    <dgm:pt modelId="{13BF57A6-ADC0-42FF-9E91-88413F76F1EC}" type="pres">
      <dgm:prSet presAssocID="{E34EB390-DD3C-4B8A-9422-2FFB0B616519}" presName="accent_3" presStyleCnt="0"/>
      <dgm:spPr/>
    </dgm:pt>
    <dgm:pt modelId="{2E24B776-2A9D-42AB-A981-F8042C79A1EA}" type="pres">
      <dgm:prSet presAssocID="{E34EB390-DD3C-4B8A-9422-2FFB0B616519}" presName="accentRepeatNode" presStyleLbl="solidFgAcc1" presStyleIdx="2" presStyleCnt="4"/>
      <dgm:spPr/>
    </dgm:pt>
    <dgm:pt modelId="{1C19379B-CF11-4D86-8DEA-4573EAE06229}" type="pres">
      <dgm:prSet presAssocID="{F973721C-3E59-465F-A2D6-74EA168073EC}" presName="text_4" presStyleLbl="node1" presStyleIdx="3" presStyleCnt="4">
        <dgm:presLayoutVars>
          <dgm:bulletEnabled val="1"/>
        </dgm:presLayoutVars>
      </dgm:prSet>
      <dgm:spPr/>
    </dgm:pt>
    <dgm:pt modelId="{960EAF72-21EA-4C23-9C77-878F38A54826}" type="pres">
      <dgm:prSet presAssocID="{F973721C-3E59-465F-A2D6-74EA168073EC}" presName="accent_4" presStyleCnt="0"/>
      <dgm:spPr/>
    </dgm:pt>
    <dgm:pt modelId="{428617B5-8B79-496C-92A7-122F92C864B5}" type="pres">
      <dgm:prSet presAssocID="{F973721C-3E59-465F-A2D6-74EA168073EC}" presName="accentRepeatNode" presStyleLbl="solidFgAcc1" presStyleIdx="3" presStyleCnt="4"/>
      <dgm:spPr/>
    </dgm:pt>
  </dgm:ptLst>
  <dgm:cxnLst>
    <dgm:cxn modelId="{57C12713-7BF6-4D05-965C-2B516FFFC235}" srcId="{CDD878E4-D94B-4A8B-ACAF-19F97B853672}" destId="{E1D1C63A-7DFD-4200-821F-FC8340068F2C}" srcOrd="1" destOrd="0" parTransId="{9623F5F0-18F6-4275-9F43-58BEB405FFF2}" sibTransId="{ACA81015-CCAE-4BCB-B614-7474210FF530}"/>
    <dgm:cxn modelId="{6ADE7820-BC07-4DBE-A580-EF97B04750AC}" type="presOf" srcId="{E34EB390-DD3C-4B8A-9422-2FFB0B616519}" destId="{1B77AE53-7795-4C2C-9C3D-59A2919F947F}" srcOrd="0" destOrd="0" presId="urn:microsoft.com/office/officeart/2008/layout/VerticalCurvedList"/>
    <dgm:cxn modelId="{9B140A45-8FFF-4666-90B1-DFE26C594323}" type="presOf" srcId="{F973721C-3E59-465F-A2D6-74EA168073EC}" destId="{1C19379B-CF11-4D86-8DEA-4573EAE06229}" srcOrd="0" destOrd="0" presId="urn:microsoft.com/office/officeart/2008/layout/VerticalCurvedList"/>
    <dgm:cxn modelId="{861A2346-1852-4CF6-86CB-B6A426D301D8}" srcId="{CDD878E4-D94B-4A8B-ACAF-19F97B853672}" destId="{39008387-2C5E-42C6-B2FD-848D4FC1CBEB}" srcOrd="0" destOrd="0" parTransId="{2704974E-5BE2-4CEC-B4B4-09CCD995D794}" sibTransId="{5D3D698B-4A16-4EDC-BFDB-DC2E4B153F1D}"/>
    <dgm:cxn modelId="{B974D178-55CC-43D8-A928-BABCA51A8DFE}" type="presOf" srcId="{5D3D698B-4A16-4EDC-BFDB-DC2E4B153F1D}" destId="{9E520443-64C1-46E5-8D1C-7ACA0173011C}" srcOrd="0" destOrd="0" presId="urn:microsoft.com/office/officeart/2008/layout/VerticalCurvedList"/>
    <dgm:cxn modelId="{3D05637F-C0C7-426D-92FF-4D1AB92F2829}" type="presOf" srcId="{E1D1C63A-7DFD-4200-821F-FC8340068F2C}" destId="{1FBF1190-3819-46FC-9B25-CDB70EE35019}" srcOrd="0" destOrd="0" presId="urn:microsoft.com/office/officeart/2008/layout/VerticalCurvedList"/>
    <dgm:cxn modelId="{D6C75AA4-D6A9-4343-95E3-7D53977873FD}" srcId="{CDD878E4-D94B-4A8B-ACAF-19F97B853672}" destId="{E34EB390-DD3C-4B8A-9422-2FFB0B616519}" srcOrd="2" destOrd="0" parTransId="{FA1483AE-54F4-4BF0-A24C-F18F161B5551}" sibTransId="{080E349E-D785-46B6-916E-BF1341D499DF}"/>
    <dgm:cxn modelId="{803A9CAB-84C0-402C-B4F2-38F20EFC8C8F}" type="presOf" srcId="{CDD878E4-D94B-4A8B-ACAF-19F97B853672}" destId="{154AA8A9-4043-47EF-BFBF-0C06717D53E5}" srcOrd="0" destOrd="0" presId="urn:microsoft.com/office/officeart/2008/layout/VerticalCurvedList"/>
    <dgm:cxn modelId="{7CD660C0-366D-4F22-8FEF-728C543068EE}" type="presOf" srcId="{39008387-2C5E-42C6-B2FD-848D4FC1CBEB}" destId="{5A1156F2-0022-4100-873A-97F8815F3D43}" srcOrd="0" destOrd="0" presId="urn:microsoft.com/office/officeart/2008/layout/VerticalCurvedList"/>
    <dgm:cxn modelId="{C15DC0EF-D60B-4C4C-B050-554075B3A36F}" srcId="{CDD878E4-D94B-4A8B-ACAF-19F97B853672}" destId="{F973721C-3E59-465F-A2D6-74EA168073EC}" srcOrd="3" destOrd="0" parTransId="{FE948F2E-DFCB-4F10-94D2-AE9123BD82C1}" sibTransId="{C943AF73-55D2-4A61-9CAB-A0C125BF85A7}"/>
    <dgm:cxn modelId="{D9A27014-D8FA-4FBD-BDF4-D73EAFA43EC2}" type="presParOf" srcId="{154AA8A9-4043-47EF-BFBF-0C06717D53E5}" destId="{61FB1BA6-37A7-4378-A8C9-34AAFF377A0F}" srcOrd="0" destOrd="0" presId="urn:microsoft.com/office/officeart/2008/layout/VerticalCurvedList"/>
    <dgm:cxn modelId="{29085620-90E8-462F-890E-C6446D89A4DF}" type="presParOf" srcId="{61FB1BA6-37A7-4378-A8C9-34AAFF377A0F}" destId="{418DEA35-9C16-4BE0-BF9F-DA0881851615}" srcOrd="0" destOrd="0" presId="urn:microsoft.com/office/officeart/2008/layout/VerticalCurvedList"/>
    <dgm:cxn modelId="{E2A994C4-A632-4C2D-B902-8B06DA37CDA1}" type="presParOf" srcId="{418DEA35-9C16-4BE0-BF9F-DA0881851615}" destId="{5CD00061-A6D9-454F-9122-7EC7D4142841}" srcOrd="0" destOrd="0" presId="urn:microsoft.com/office/officeart/2008/layout/VerticalCurvedList"/>
    <dgm:cxn modelId="{523EA968-9CC2-4FE8-9903-84CC9009857B}" type="presParOf" srcId="{418DEA35-9C16-4BE0-BF9F-DA0881851615}" destId="{9E520443-64C1-46E5-8D1C-7ACA0173011C}" srcOrd="1" destOrd="0" presId="urn:microsoft.com/office/officeart/2008/layout/VerticalCurvedList"/>
    <dgm:cxn modelId="{DED2435C-2370-4954-B7ED-C4B296E5F12D}" type="presParOf" srcId="{418DEA35-9C16-4BE0-BF9F-DA0881851615}" destId="{23F7D4E6-33BB-4D3F-A901-194F068ABF81}" srcOrd="2" destOrd="0" presId="urn:microsoft.com/office/officeart/2008/layout/VerticalCurvedList"/>
    <dgm:cxn modelId="{0641DC07-84D7-47A2-9934-958CAE59C10A}" type="presParOf" srcId="{418DEA35-9C16-4BE0-BF9F-DA0881851615}" destId="{1834C7C3-D715-4473-8C33-4898597C9541}" srcOrd="3" destOrd="0" presId="urn:microsoft.com/office/officeart/2008/layout/VerticalCurvedList"/>
    <dgm:cxn modelId="{1F322F62-378D-4045-B253-947ADFD61E12}" type="presParOf" srcId="{61FB1BA6-37A7-4378-A8C9-34AAFF377A0F}" destId="{5A1156F2-0022-4100-873A-97F8815F3D43}" srcOrd="1" destOrd="0" presId="urn:microsoft.com/office/officeart/2008/layout/VerticalCurvedList"/>
    <dgm:cxn modelId="{D14AE8E2-2AEE-4797-9343-99434DBEA944}" type="presParOf" srcId="{61FB1BA6-37A7-4378-A8C9-34AAFF377A0F}" destId="{57D6057E-A88C-4907-8925-E0065A31CE02}" srcOrd="2" destOrd="0" presId="urn:microsoft.com/office/officeart/2008/layout/VerticalCurvedList"/>
    <dgm:cxn modelId="{823B11B0-FEA6-4791-B0CC-7A8444F5A07D}" type="presParOf" srcId="{57D6057E-A88C-4907-8925-E0065A31CE02}" destId="{566CE960-BCC7-4FAB-AD17-100B12867B1F}" srcOrd="0" destOrd="0" presId="urn:microsoft.com/office/officeart/2008/layout/VerticalCurvedList"/>
    <dgm:cxn modelId="{BDD0C332-2E6D-4073-A013-60A8B031BD70}" type="presParOf" srcId="{61FB1BA6-37A7-4378-A8C9-34AAFF377A0F}" destId="{1FBF1190-3819-46FC-9B25-CDB70EE35019}" srcOrd="3" destOrd="0" presId="urn:microsoft.com/office/officeart/2008/layout/VerticalCurvedList"/>
    <dgm:cxn modelId="{DD281B8D-B7E3-4A6D-BBE1-F191940CAC2D}" type="presParOf" srcId="{61FB1BA6-37A7-4378-A8C9-34AAFF377A0F}" destId="{53CE4FD5-CD36-4632-A36D-781901B3A72F}" srcOrd="4" destOrd="0" presId="urn:microsoft.com/office/officeart/2008/layout/VerticalCurvedList"/>
    <dgm:cxn modelId="{7E0D2775-AD30-4944-9732-7A9B6937C7D4}" type="presParOf" srcId="{53CE4FD5-CD36-4632-A36D-781901B3A72F}" destId="{F222CA7A-639A-454F-857E-71B91651E685}" srcOrd="0" destOrd="0" presId="urn:microsoft.com/office/officeart/2008/layout/VerticalCurvedList"/>
    <dgm:cxn modelId="{53CDCF7A-7D13-4941-9756-49A531EED839}" type="presParOf" srcId="{61FB1BA6-37A7-4378-A8C9-34AAFF377A0F}" destId="{1B77AE53-7795-4C2C-9C3D-59A2919F947F}" srcOrd="5" destOrd="0" presId="urn:microsoft.com/office/officeart/2008/layout/VerticalCurvedList"/>
    <dgm:cxn modelId="{1DBFC413-ECA0-4C75-8999-F4DA66FB6D3A}" type="presParOf" srcId="{61FB1BA6-37A7-4378-A8C9-34AAFF377A0F}" destId="{13BF57A6-ADC0-42FF-9E91-88413F76F1EC}" srcOrd="6" destOrd="0" presId="urn:microsoft.com/office/officeart/2008/layout/VerticalCurvedList"/>
    <dgm:cxn modelId="{4E51D951-2228-46E0-ACD2-5E2A1F1F48F6}" type="presParOf" srcId="{13BF57A6-ADC0-42FF-9E91-88413F76F1EC}" destId="{2E24B776-2A9D-42AB-A981-F8042C79A1EA}" srcOrd="0" destOrd="0" presId="urn:microsoft.com/office/officeart/2008/layout/VerticalCurvedList"/>
    <dgm:cxn modelId="{B763853B-F5B1-445E-88A1-43CC0AF48E11}" type="presParOf" srcId="{61FB1BA6-37A7-4378-A8C9-34AAFF377A0F}" destId="{1C19379B-CF11-4D86-8DEA-4573EAE06229}" srcOrd="7" destOrd="0" presId="urn:microsoft.com/office/officeart/2008/layout/VerticalCurvedList"/>
    <dgm:cxn modelId="{F5534ED5-800E-4FB2-A9AE-F6C06E97A3A9}" type="presParOf" srcId="{61FB1BA6-37A7-4378-A8C9-34AAFF377A0F}" destId="{960EAF72-21EA-4C23-9C77-878F38A54826}" srcOrd="8" destOrd="0" presId="urn:microsoft.com/office/officeart/2008/layout/VerticalCurvedList"/>
    <dgm:cxn modelId="{2E9D172B-5D86-4ED0-8E4C-720A4DA1E379}" type="presParOf" srcId="{960EAF72-21EA-4C23-9C77-878F38A54826}" destId="{428617B5-8B79-496C-92A7-122F92C864B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5168E9F7-1CE1-4B64-8222-BB8104D1B4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3059163-F39D-4D29-B14D-20643A34F1EA}">
      <dgm:prSet/>
      <dgm:spPr/>
      <dgm:t>
        <a:bodyPr/>
        <a:lstStyle/>
        <a:p>
          <a:r>
            <a:rPr lang="ru-RU" b="0" i="0"/>
            <a:t>Троїцьку соборну церкву в Новомосковську</a:t>
          </a:r>
          <a:endParaRPr lang="uk-UA"/>
        </a:p>
      </dgm:t>
    </dgm:pt>
    <dgm:pt modelId="{26999132-CD36-4FF9-9ECA-871997A93590}" type="parTrans" cxnId="{F0C2511C-B226-4422-8153-729EB91051E4}">
      <dgm:prSet/>
      <dgm:spPr/>
      <dgm:t>
        <a:bodyPr/>
        <a:lstStyle/>
        <a:p>
          <a:endParaRPr lang="uk-UA"/>
        </a:p>
      </dgm:t>
    </dgm:pt>
    <dgm:pt modelId="{30E28770-A43B-4C11-B8F5-80537F063BCC}" type="sibTrans" cxnId="{F0C2511C-B226-4422-8153-729EB91051E4}">
      <dgm:prSet/>
      <dgm:spPr/>
      <dgm:t>
        <a:bodyPr/>
        <a:lstStyle/>
        <a:p>
          <a:endParaRPr lang="uk-UA"/>
        </a:p>
      </dgm:t>
    </dgm:pt>
    <dgm:pt modelId="{F23E7C28-CCCA-429C-87BA-BFA6BF47232D}">
      <dgm:prSet/>
      <dgm:spPr/>
      <dgm:t>
        <a:bodyPr/>
        <a:lstStyle/>
        <a:p>
          <a:r>
            <a:rPr lang="ru-RU" b="0" i="0" dirty="0" err="1"/>
            <a:t>Георгіївську</a:t>
          </a:r>
          <a:r>
            <a:rPr lang="ru-RU" b="0" i="0" dirty="0"/>
            <a:t> церкву </a:t>
          </a:r>
          <a:r>
            <a:rPr lang="ru-RU" b="0" i="0" dirty="0" err="1"/>
            <a:t>Видубицького</a:t>
          </a:r>
          <a:r>
            <a:rPr lang="ru-RU" b="0" i="0" dirty="0"/>
            <a:t> </a:t>
          </a:r>
          <a:r>
            <a:rPr lang="ru-RU" b="0" i="0" dirty="0" err="1"/>
            <a:t>монастиря</a:t>
          </a:r>
          <a:r>
            <a:rPr lang="ru-RU" b="0" i="0" dirty="0"/>
            <a:t> в </a:t>
          </a:r>
          <a:r>
            <a:rPr lang="ru-RU" b="0" i="0" dirty="0" err="1"/>
            <a:t>Києві</a:t>
          </a:r>
          <a:endParaRPr lang="uk-UA" dirty="0"/>
        </a:p>
      </dgm:t>
    </dgm:pt>
    <dgm:pt modelId="{B9901D39-4079-4319-BFA7-952CA08D1C8F}" type="parTrans" cxnId="{B20FD71C-F627-468B-9F68-03BABA420FC3}">
      <dgm:prSet/>
      <dgm:spPr/>
      <dgm:t>
        <a:bodyPr/>
        <a:lstStyle/>
        <a:p>
          <a:endParaRPr lang="uk-UA"/>
        </a:p>
      </dgm:t>
    </dgm:pt>
    <dgm:pt modelId="{4A0687D2-4E3F-4451-9E35-EC4FDE802538}" type="sibTrans" cxnId="{B20FD71C-F627-468B-9F68-03BABA420FC3}">
      <dgm:prSet/>
      <dgm:spPr/>
      <dgm:t>
        <a:bodyPr/>
        <a:lstStyle/>
        <a:p>
          <a:endParaRPr lang="uk-UA"/>
        </a:p>
      </dgm:t>
    </dgm:pt>
    <dgm:pt modelId="{6DDF38C7-3C34-404C-B25B-7D6E0CBB6A95}">
      <dgm:prSet/>
      <dgm:spPr/>
      <dgm:t>
        <a:bodyPr/>
        <a:lstStyle/>
        <a:p>
          <a:r>
            <a:rPr lang="ru-RU" b="0" i="0"/>
            <a:t>Успенську соборну церкву в Почаєві</a:t>
          </a:r>
          <a:endParaRPr lang="uk-UA"/>
        </a:p>
      </dgm:t>
    </dgm:pt>
    <dgm:pt modelId="{B44ED9BA-C142-494B-839F-BEC1C39B9C43}" type="parTrans" cxnId="{EE6E4CE4-9282-47D4-933B-CAFE0F8A6095}">
      <dgm:prSet/>
      <dgm:spPr/>
      <dgm:t>
        <a:bodyPr/>
        <a:lstStyle/>
        <a:p>
          <a:endParaRPr lang="uk-UA"/>
        </a:p>
      </dgm:t>
    </dgm:pt>
    <dgm:pt modelId="{A8618863-8239-4383-B5F8-027BAC9B20F8}" type="sibTrans" cxnId="{EE6E4CE4-9282-47D4-933B-CAFE0F8A6095}">
      <dgm:prSet/>
      <dgm:spPr/>
      <dgm:t>
        <a:bodyPr/>
        <a:lstStyle/>
        <a:p>
          <a:endParaRPr lang="uk-UA"/>
        </a:p>
      </dgm:t>
    </dgm:pt>
    <dgm:pt modelId="{3258C4FB-82D4-4F47-A875-CE7BBF0B2605}">
      <dgm:prSet/>
      <dgm:spPr/>
      <dgm:t>
        <a:bodyPr/>
        <a:lstStyle/>
        <a:p>
          <a:r>
            <a:rPr lang="ru-RU" b="0" i="0" dirty="0" err="1"/>
            <a:t>Покровський</a:t>
          </a:r>
          <a:r>
            <a:rPr lang="ru-RU" b="0" i="0" dirty="0"/>
            <a:t> собор у </a:t>
          </a:r>
          <a:r>
            <a:rPr lang="ru-RU" b="0" i="0" dirty="0" err="1"/>
            <a:t>Харкові</a:t>
          </a:r>
          <a:endParaRPr lang="uk-UA" dirty="0"/>
        </a:p>
      </dgm:t>
    </dgm:pt>
    <dgm:pt modelId="{BEFD4EE0-00A4-44A1-B0A2-1363DB214D9F}" type="parTrans" cxnId="{DA37D5FA-B304-40D2-A0B5-EB55DA356B23}">
      <dgm:prSet/>
      <dgm:spPr/>
      <dgm:t>
        <a:bodyPr/>
        <a:lstStyle/>
        <a:p>
          <a:endParaRPr lang="uk-UA"/>
        </a:p>
      </dgm:t>
    </dgm:pt>
    <dgm:pt modelId="{C490D550-F771-4EC1-917C-1AB60653C902}" type="sibTrans" cxnId="{DA37D5FA-B304-40D2-A0B5-EB55DA356B23}">
      <dgm:prSet/>
      <dgm:spPr/>
      <dgm:t>
        <a:bodyPr/>
        <a:lstStyle/>
        <a:p>
          <a:endParaRPr lang="uk-UA"/>
        </a:p>
      </dgm:t>
    </dgm:pt>
    <dgm:pt modelId="{4113AC4C-A430-4377-8373-04A71A559CF6}" type="pres">
      <dgm:prSet presAssocID="{5168E9F7-1CE1-4B64-8222-BB8104D1B4D8}" presName="linear" presStyleCnt="0">
        <dgm:presLayoutVars>
          <dgm:animLvl val="lvl"/>
          <dgm:resizeHandles val="exact"/>
        </dgm:presLayoutVars>
      </dgm:prSet>
      <dgm:spPr/>
    </dgm:pt>
    <dgm:pt modelId="{8EB72F27-1D1F-47F9-941C-805F089ED8C3}" type="pres">
      <dgm:prSet presAssocID="{43059163-F39D-4D29-B14D-20643A34F1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5D9149-5886-4ABF-BEB1-E772464BF646}" type="pres">
      <dgm:prSet presAssocID="{30E28770-A43B-4C11-B8F5-80537F063BCC}" presName="spacer" presStyleCnt="0"/>
      <dgm:spPr/>
    </dgm:pt>
    <dgm:pt modelId="{A34F78BD-C4A0-4831-8E15-0C4BB575AC5C}" type="pres">
      <dgm:prSet presAssocID="{F23E7C28-CCCA-429C-87BA-BFA6BF47232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D905ECE-6B0D-4991-8BC4-4083DD287F8F}" type="pres">
      <dgm:prSet presAssocID="{4A0687D2-4E3F-4451-9E35-EC4FDE802538}" presName="spacer" presStyleCnt="0"/>
      <dgm:spPr/>
    </dgm:pt>
    <dgm:pt modelId="{6EE05648-135B-456A-A8C1-2530016DE195}" type="pres">
      <dgm:prSet presAssocID="{6DDF38C7-3C34-404C-B25B-7D6E0CBB6A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0CB8283-F2B0-44CE-8DA2-C4D0BE2D1730}" type="pres">
      <dgm:prSet presAssocID="{A8618863-8239-4383-B5F8-027BAC9B20F8}" presName="spacer" presStyleCnt="0"/>
      <dgm:spPr/>
    </dgm:pt>
    <dgm:pt modelId="{A3A1D7D0-2554-41FB-AD03-DF961C6915AF}" type="pres">
      <dgm:prSet presAssocID="{3258C4FB-82D4-4F47-A875-CE7BBF0B260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E301C11-ED81-4E29-98E4-E659626ACDAB}" type="presOf" srcId="{3258C4FB-82D4-4F47-A875-CE7BBF0B2605}" destId="{A3A1D7D0-2554-41FB-AD03-DF961C6915AF}" srcOrd="0" destOrd="0" presId="urn:microsoft.com/office/officeart/2005/8/layout/vList2"/>
    <dgm:cxn modelId="{F0C2511C-B226-4422-8153-729EB91051E4}" srcId="{5168E9F7-1CE1-4B64-8222-BB8104D1B4D8}" destId="{43059163-F39D-4D29-B14D-20643A34F1EA}" srcOrd="0" destOrd="0" parTransId="{26999132-CD36-4FF9-9ECA-871997A93590}" sibTransId="{30E28770-A43B-4C11-B8F5-80537F063BCC}"/>
    <dgm:cxn modelId="{B20FD71C-F627-468B-9F68-03BABA420FC3}" srcId="{5168E9F7-1CE1-4B64-8222-BB8104D1B4D8}" destId="{F23E7C28-CCCA-429C-87BA-BFA6BF47232D}" srcOrd="1" destOrd="0" parTransId="{B9901D39-4079-4319-BFA7-952CA08D1C8F}" sibTransId="{4A0687D2-4E3F-4451-9E35-EC4FDE802538}"/>
    <dgm:cxn modelId="{8A5B342D-434D-419C-8B05-CAED2E049867}" type="presOf" srcId="{F23E7C28-CCCA-429C-87BA-BFA6BF47232D}" destId="{A34F78BD-C4A0-4831-8E15-0C4BB575AC5C}" srcOrd="0" destOrd="0" presId="urn:microsoft.com/office/officeart/2005/8/layout/vList2"/>
    <dgm:cxn modelId="{138AC292-FC1A-4F96-93C8-4C562E7C5C51}" type="presOf" srcId="{6DDF38C7-3C34-404C-B25B-7D6E0CBB6A95}" destId="{6EE05648-135B-456A-A8C1-2530016DE195}" srcOrd="0" destOrd="0" presId="urn:microsoft.com/office/officeart/2005/8/layout/vList2"/>
    <dgm:cxn modelId="{FF4957B3-95C6-4CA5-B10C-EB59B214143B}" type="presOf" srcId="{43059163-F39D-4D29-B14D-20643A34F1EA}" destId="{8EB72F27-1D1F-47F9-941C-805F089ED8C3}" srcOrd="0" destOrd="0" presId="urn:microsoft.com/office/officeart/2005/8/layout/vList2"/>
    <dgm:cxn modelId="{EE6E4CE4-9282-47D4-933B-CAFE0F8A6095}" srcId="{5168E9F7-1CE1-4B64-8222-BB8104D1B4D8}" destId="{6DDF38C7-3C34-404C-B25B-7D6E0CBB6A95}" srcOrd="2" destOrd="0" parTransId="{B44ED9BA-C142-494B-839F-BEC1C39B9C43}" sibTransId="{A8618863-8239-4383-B5F8-027BAC9B20F8}"/>
    <dgm:cxn modelId="{DDAF21EA-FE69-4EB3-ACEA-019888DD9BCE}" type="presOf" srcId="{5168E9F7-1CE1-4B64-8222-BB8104D1B4D8}" destId="{4113AC4C-A430-4377-8373-04A71A559CF6}" srcOrd="0" destOrd="0" presId="urn:microsoft.com/office/officeart/2005/8/layout/vList2"/>
    <dgm:cxn modelId="{DA37D5FA-B304-40D2-A0B5-EB55DA356B23}" srcId="{5168E9F7-1CE1-4B64-8222-BB8104D1B4D8}" destId="{3258C4FB-82D4-4F47-A875-CE7BBF0B2605}" srcOrd="3" destOrd="0" parTransId="{BEFD4EE0-00A4-44A1-B0A2-1363DB214D9F}" sibTransId="{C490D550-F771-4EC1-917C-1AB60653C902}"/>
    <dgm:cxn modelId="{BCFEB25A-1D0B-49A6-B982-D8152C1A3C25}" type="presParOf" srcId="{4113AC4C-A430-4377-8373-04A71A559CF6}" destId="{8EB72F27-1D1F-47F9-941C-805F089ED8C3}" srcOrd="0" destOrd="0" presId="urn:microsoft.com/office/officeart/2005/8/layout/vList2"/>
    <dgm:cxn modelId="{7F303F53-086C-46A6-8610-CFA59DEB6933}" type="presParOf" srcId="{4113AC4C-A430-4377-8373-04A71A559CF6}" destId="{125D9149-5886-4ABF-BEB1-E772464BF646}" srcOrd="1" destOrd="0" presId="urn:microsoft.com/office/officeart/2005/8/layout/vList2"/>
    <dgm:cxn modelId="{B160085D-22EC-4AF5-AA6C-394400FE584B}" type="presParOf" srcId="{4113AC4C-A430-4377-8373-04A71A559CF6}" destId="{A34F78BD-C4A0-4831-8E15-0C4BB575AC5C}" srcOrd="2" destOrd="0" presId="urn:microsoft.com/office/officeart/2005/8/layout/vList2"/>
    <dgm:cxn modelId="{AEDEDD57-3AB7-47A4-9E94-B2A8D15B2E1D}" type="presParOf" srcId="{4113AC4C-A430-4377-8373-04A71A559CF6}" destId="{AD905ECE-6B0D-4991-8BC4-4083DD287F8F}" srcOrd="3" destOrd="0" presId="urn:microsoft.com/office/officeart/2005/8/layout/vList2"/>
    <dgm:cxn modelId="{0133C509-283A-4B64-8C09-2C947F3F5922}" type="presParOf" srcId="{4113AC4C-A430-4377-8373-04A71A559CF6}" destId="{6EE05648-135B-456A-A8C1-2530016DE195}" srcOrd="4" destOrd="0" presId="urn:microsoft.com/office/officeart/2005/8/layout/vList2"/>
    <dgm:cxn modelId="{7FB0B679-6A38-4612-A8C0-A3D785F4FDE8}" type="presParOf" srcId="{4113AC4C-A430-4377-8373-04A71A559CF6}" destId="{30CB8283-F2B0-44CE-8DA2-C4D0BE2D1730}" srcOrd="5" destOrd="0" presId="urn:microsoft.com/office/officeart/2005/8/layout/vList2"/>
    <dgm:cxn modelId="{B4A8C31D-926C-4C7C-83F9-5CF8EF1F5537}" type="presParOf" srcId="{4113AC4C-A430-4377-8373-04A71A559CF6}" destId="{A3A1D7D0-2554-41FB-AD03-DF961C6915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6B797AFB-42D8-4708-925F-13A7171CD7B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5F9B03-147A-4BAA-9E28-51D097CDE17B}">
      <dgm:prSet/>
      <dgm:spPr/>
      <dgm:t>
        <a:bodyPr/>
        <a:lstStyle/>
        <a:p>
          <a:r>
            <a:rPr lang="uk-UA" b="0" i="0" dirty="0"/>
            <a:t>бароко.</a:t>
          </a:r>
          <a:endParaRPr lang="uk-UA" dirty="0"/>
        </a:p>
      </dgm:t>
    </dgm:pt>
    <dgm:pt modelId="{339C77FF-4ED8-4452-9ED7-3829E3C9CB95}" type="parTrans" cxnId="{0E6F60F8-99BA-4FAF-8B95-A5134E032735}">
      <dgm:prSet/>
      <dgm:spPr/>
      <dgm:t>
        <a:bodyPr/>
        <a:lstStyle/>
        <a:p>
          <a:endParaRPr lang="uk-UA"/>
        </a:p>
      </dgm:t>
    </dgm:pt>
    <dgm:pt modelId="{D22DA03A-2368-43E0-A3A2-B085F2A0BB5E}" type="sibTrans" cxnId="{0E6F60F8-99BA-4FAF-8B95-A5134E032735}">
      <dgm:prSet/>
      <dgm:spPr/>
      <dgm:t>
        <a:bodyPr/>
        <a:lstStyle/>
        <a:p>
          <a:endParaRPr lang="uk-UA"/>
        </a:p>
      </dgm:t>
    </dgm:pt>
    <dgm:pt modelId="{A24D91D1-536B-4D7E-B177-9FD1886F10B2}">
      <dgm:prSet/>
      <dgm:spPr/>
      <dgm:t>
        <a:bodyPr/>
        <a:lstStyle/>
        <a:p>
          <a:r>
            <a:rPr lang="uk-UA" b="0" i="0" dirty="0"/>
            <a:t>класицизму.</a:t>
          </a:r>
          <a:endParaRPr lang="uk-UA" dirty="0"/>
        </a:p>
      </dgm:t>
    </dgm:pt>
    <dgm:pt modelId="{5E478548-C064-4647-A69A-8F8D776EDEE8}" type="parTrans" cxnId="{A86A9C02-52FD-4A13-BB62-5D3D7144C37B}">
      <dgm:prSet/>
      <dgm:spPr/>
      <dgm:t>
        <a:bodyPr/>
        <a:lstStyle/>
        <a:p>
          <a:endParaRPr lang="uk-UA"/>
        </a:p>
      </dgm:t>
    </dgm:pt>
    <dgm:pt modelId="{121080BC-F218-44B2-8118-2CF894959A7C}" type="sibTrans" cxnId="{A86A9C02-52FD-4A13-BB62-5D3D7144C37B}">
      <dgm:prSet/>
      <dgm:spPr/>
      <dgm:t>
        <a:bodyPr/>
        <a:lstStyle/>
        <a:p>
          <a:endParaRPr lang="uk-UA"/>
        </a:p>
      </dgm:t>
    </dgm:pt>
    <dgm:pt modelId="{CC579CB8-9BEB-47A2-837D-156F6098848D}">
      <dgm:prSet/>
      <dgm:spPr/>
      <dgm:t>
        <a:bodyPr/>
        <a:lstStyle/>
        <a:p>
          <a:r>
            <a:rPr lang="uk-UA" b="0" i="0"/>
            <a:t>модерну.</a:t>
          </a:r>
          <a:endParaRPr lang="uk-UA"/>
        </a:p>
      </dgm:t>
    </dgm:pt>
    <dgm:pt modelId="{CCA44AE7-4D43-4D42-A6E9-AE59F491D16C}" type="parTrans" cxnId="{B37EC86F-CFEE-4C4C-AC3D-6A72B979F40E}">
      <dgm:prSet/>
      <dgm:spPr/>
      <dgm:t>
        <a:bodyPr/>
        <a:lstStyle/>
        <a:p>
          <a:endParaRPr lang="uk-UA"/>
        </a:p>
      </dgm:t>
    </dgm:pt>
    <dgm:pt modelId="{CA2B0A84-D695-4152-9C3D-08F0AA823F2C}" type="sibTrans" cxnId="{B37EC86F-CFEE-4C4C-AC3D-6A72B979F40E}">
      <dgm:prSet/>
      <dgm:spPr/>
      <dgm:t>
        <a:bodyPr/>
        <a:lstStyle/>
        <a:p>
          <a:endParaRPr lang="uk-UA"/>
        </a:p>
      </dgm:t>
    </dgm:pt>
    <dgm:pt modelId="{1D1C9DC1-3832-49A0-8223-2F459957BA0E}">
      <dgm:prSet/>
      <dgm:spPr/>
      <dgm:t>
        <a:bodyPr/>
        <a:lstStyle/>
        <a:p>
          <a:r>
            <a:rPr lang="uk-UA" b="0" i="0" dirty="0"/>
            <a:t>готики.</a:t>
          </a:r>
          <a:endParaRPr lang="uk-UA" dirty="0"/>
        </a:p>
      </dgm:t>
    </dgm:pt>
    <dgm:pt modelId="{BA561F7B-57BB-4959-8D5B-C32ADAA53196}" type="parTrans" cxnId="{CCDD4988-8C3C-4A89-BF61-0EAE27BDE149}">
      <dgm:prSet/>
      <dgm:spPr/>
      <dgm:t>
        <a:bodyPr/>
        <a:lstStyle/>
        <a:p>
          <a:endParaRPr lang="uk-UA"/>
        </a:p>
      </dgm:t>
    </dgm:pt>
    <dgm:pt modelId="{3AC5E680-A9A5-495C-A3B3-5986A4A5AE51}" type="sibTrans" cxnId="{CCDD4988-8C3C-4A89-BF61-0EAE27BDE149}">
      <dgm:prSet/>
      <dgm:spPr/>
      <dgm:t>
        <a:bodyPr/>
        <a:lstStyle/>
        <a:p>
          <a:endParaRPr lang="uk-UA"/>
        </a:p>
      </dgm:t>
    </dgm:pt>
    <dgm:pt modelId="{A458226A-FEB1-4A82-AC51-26311E996CF9}" type="pres">
      <dgm:prSet presAssocID="{6B797AFB-42D8-4708-925F-13A7171CD7B7}" presName="Name0" presStyleCnt="0">
        <dgm:presLayoutVars>
          <dgm:chMax val="7"/>
          <dgm:chPref val="7"/>
          <dgm:dir/>
        </dgm:presLayoutVars>
      </dgm:prSet>
      <dgm:spPr/>
    </dgm:pt>
    <dgm:pt modelId="{18ECB129-DEFA-4AF5-B9E3-C135F8D38AED}" type="pres">
      <dgm:prSet presAssocID="{6B797AFB-42D8-4708-925F-13A7171CD7B7}" presName="Name1" presStyleCnt="0"/>
      <dgm:spPr/>
    </dgm:pt>
    <dgm:pt modelId="{1B61599A-7F03-438E-ACF5-60CE7D1F99B6}" type="pres">
      <dgm:prSet presAssocID="{6B797AFB-42D8-4708-925F-13A7171CD7B7}" presName="cycle" presStyleCnt="0"/>
      <dgm:spPr/>
    </dgm:pt>
    <dgm:pt modelId="{FE66F486-AC3F-4FAC-98E4-9C588D8FD714}" type="pres">
      <dgm:prSet presAssocID="{6B797AFB-42D8-4708-925F-13A7171CD7B7}" presName="srcNode" presStyleLbl="node1" presStyleIdx="0" presStyleCnt="4"/>
      <dgm:spPr/>
    </dgm:pt>
    <dgm:pt modelId="{B4F64E80-0DA3-45D7-A43F-EE9534F14842}" type="pres">
      <dgm:prSet presAssocID="{6B797AFB-42D8-4708-925F-13A7171CD7B7}" presName="conn" presStyleLbl="parChTrans1D2" presStyleIdx="0" presStyleCnt="1"/>
      <dgm:spPr/>
    </dgm:pt>
    <dgm:pt modelId="{808476EF-4355-4AA0-909B-F29BCE5A98C0}" type="pres">
      <dgm:prSet presAssocID="{6B797AFB-42D8-4708-925F-13A7171CD7B7}" presName="extraNode" presStyleLbl="node1" presStyleIdx="0" presStyleCnt="4"/>
      <dgm:spPr/>
    </dgm:pt>
    <dgm:pt modelId="{8F2D1B7D-E2A7-43DA-A033-F7D3F58349FF}" type="pres">
      <dgm:prSet presAssocID="{6B797AFB-42D8-4708-925F-13A7171CD7B7}" presName="dstNode" presStyleLbl="node1" presStyleIdx="0" presStyleCnt="4"/>
      <dgm:spPr/>
    </dgm:pt>
    <dgm:pt modelId="{3E997654-4C50-425C-A682-6F48C39DE44E}" type="pres">
      <dgm:prSet presAssocID="{475F9B03-147A-4BAA-9E28-51D097CDE17B}" presName="text_1" presStyleLbl="node1" presStyleIdx="0" presStyleCnt="4">
        <dgm:presLayoutVars>
          <dgm:bulletEnabled val="1"/>
        </dgm:presLayoutVars>
      </dgm:prSet>
      <dgm:spPr/>
    </dgm:pt>
    <dgm:pt modelId="{B54EBDE7-7066-4CB3-888A-D02C26CD3D93}" type="pres">
      <dgm:prSet presAssocID="{475F9B03-147A-4BAA-9E28-51D097CDE17B}" presName="accent_1" presStyleCnt="0"/>
      <dgm:spPr/>
    </dgm:pt>
    <dgm:pt modelId="{5C8622D9-DC15-4748-ADFC-BE957B2D5D1E}" type="pres">
      <dgm:prSet presAssocID="{475F9B03-147A-4BAA-9E28-51D097CDE17B}" presName="accentRepeatNode" presStyleLbl="solidFgAcc1" presStyleIdx="0" presStyleCnt="4"/>
      <dgm:spPr/>
    </dgm:pt>
    <dgm:pt modelId="{6D93761D-3A57-4092-8BFC-0796BB68CA85}" type="pres">
      <dgm:prSet presAssocID="{A24D91D1-536B-4D7E-B177-9FD1886F10B2}" presName="text_2" presStyleLbl="node1" presStyleIdx="1" presStyleCnt="4">
        <dgm:presLayoutVars>
          <dgm:bulletEnabled val="1"/>
        </dgm:presLayoutVars>
      </dgm:prSet>
      <dgm:spPr/>
    </dgm:pt>
    <dgm:pt modelId="{77395D12-B88B-4FA4-8767-71BECAD9BDC0}" type="pres">
      <dgm:prSet presAssocID="{A24D91D1-536B-4D7E-B177-9FD1886F10B2}" presName="accent_2" presStyleCnt="0"/>
      <dgm:spPr/>
    </dgm:pt>
    <dgm:pt modelId="{6FB27234-C6D7-4686-8E42-1A803A5C7F29}" type="pres">
      <dgm:prSet presAssocID="{A24D91D1-536B-4D7E-B177-9FD1886F10B2}" presName="accentRepeatNode" presStyleLbl="solidFgAcc1" presStyleIdx="1" presStyleCnt="4"/>
      <dgm:spPr/>
    </dgm:pt>
    <dgm:pt modelId="{9C84799A-D5A3-4D38-8928-441A31C6F609}" type="pres">
      <dgm:prSet presAssocID="{CC579CB8-9BEB-47A2-837D-156F6098848D}" presName="text_3" presStyleLbl="node1" presStyleIdx="2" presStyleCnt="4">
        <dgm:presLayoutVars>
          <dgm:bulletEnabled val="1"/>
        </dgm:presLayoutVars>
      </dgm:prSet>
      <dgm:spPr/>
    </dgm:pt>
    <dgm:pt modelId="{C0FDAA2B-A807-4133-96EA-156F582A8B53}" type="pres">
      <dgm:prSet presAssocID="{CC579CB8-9BEB-47A2-837D-156F6098848D}" presName="accent_3" presStyleCnt="0"/>
      <dgm:spPr/>
    </dgm:pt>
    <dgm:pt modelId="{833C96E5-A78B-4C5F-879A-01DC937AD94D}" type="pres">
      <dgm:prSet presAssocID="{CC579CB8-9BEB-47A2-837D-156F6098848D}" presName="accentRepeatNode" presStyleLbl="solidFgAcc1" presStyleIdx="2" presStyleCnt="4"/>
      <dgm:spPr/>
    </dgm:pt>
    <dgm:pt modelId="{FF6D9F79-A847-4469-8BA3-57D3F3DFD113}" type="pres">
      <dgm:prSet presAssocID="{1D1C9DC1-3832-49A0-8223-2F459957BA0E}" presName="text_4" presStyleLbl="node1" presStyleIdx="3" presStyleCnt="4">
        <dgm:presLayoutVars>
          <dgm:bulletEnabled val="1"/>
        </dgm:presLayoutVars>
      </dgm:prSet>
      <dgm:spPr/>
    </dgm:pt>
    <dgm:pt modelId="{7059EEBD-879D-4EB1-BEE4-FED8AB1562DC}" type="pres">
      <dgm:prSet presAssocID="{1D1C9DC1-3832-49A0-8223-2F459957BA0E}" presName="accent_4" presStyleCnt="0"/>
      <dgm:spPr/>
    </dgm:pt>
    <dgm:pt modelId="{7A33BB03-6924-40ED-B81A-57E51EF5E28C}" type="pres">
      <dgm:prSet presAssocID="{1D1C9DC1-3832-49A0-8223-2F459957BA0E}" presName="accentRepeatNode" presStyleLbl="solidFgAcc1" presStyleIdx="3" presStyleCnt="4"/>
      <dgm:spPr/>
    </dgm:pt>
  </dgm:ptLst>
  <dgm:cxnLst>
    <dgm:cxn modelId="{A86A9C02-52FD-4A13-BB62-5D3D7144C37B}" srcId="{6B797AFB-42D8-4708-925F-13A7171CD7B7}" destId="{A24D91D1-536B-4D7E-B177-9FD1886F10B2}" srcOrd="1" destOrd="0" parTransId="{5E478548-C064-4647-A69A-8F8D776EDEE8}" sibTransId="{121080BC-F218-44B2-8118-2CF894959A7C}"/>
    <dgm:cxn modelId="{09D2F722-B6E1-4CE0-8873-069A43FB733B}" type="presOf" srcId="{475F9B03-147A-4BAA-9E28-51D097CDE17B}" destId="{3E997654-4C50-425C-A682-6F48C39DE44E}" srcOrd="0" destOrd="0" presId="urn:microsoft.com/office/officeart/2008/layout/VerticalCurvedList"/>
    <dgm:cxn modelId="{4929B22F-60A2-4078-A362-E2D66D1D46CD}" type="presOf" srcId="{A24D91D1-536B-4D7E-B177-9FD1886F10B2}" destId="{6D93761D-3A57-4092-8BFC-0796BB68CA85}" srcOrd="0" destOrd="0" presId="urn:microsoft.com/office/officeart/2008/layout/VerticalCurvedList"/>
    <dgm:cxn modelId="{37C1563D-739A-4D97-9A18-B410BCD6EFC8}" type="presOf" srcId="{CC579CB8-9BEB-47A2-837D-156F6098848D}" destId="{9C84799A-D5A3-4D38-8928-441A31C6F609}" srcOrd="0" destOrd="0" presId="urn:microsoft.com/office/officeart/2008/layout/VerticalCurvedList"/>
    <dgm:cxn modelId="{BD0F226C-D644-49DC-815D-78FE90254D95}" type="presOf" srcId="{1D1C9DC1-3832-49A0-8223-2F459957BA0E}" destId="{FF6D9F79-A847-4469-8BA3-57D3F3DFD113}" srcOrd="0" destOrd="0" presId="urn:microsoft.com/office/officeart/2008/layout/VerticalCurvedList"/>
    <dgm:cxn modelId="{B37EC86F-CFEE-4C4C-AC3D-6A72B979F40E}" srcId="{6B797AFB-42D8-4708-925F-13A7171CD7B7}" destId="{CC579CB8-9BEB-47A2-837D-156F6098848D}" srcOrd="2" destOrd="0" parTransId="{CCA44AE7-4D43-4D42-A6E9-AE59F491D16C}" sibTransId="{CA2B0A84-D695-4152-9C3D-08F0AA823F2C}"/>
    <dgm:cxn modelId="{CCDD4988-8C3C-4A89-BF61-0EAE27BDE149}" srcId="{6B797AFB-42D8-4708-925F-13A7171CD7B7}" destId="{1D1C9DC1-3832-49A0-8223-2F459957BA0E}" srcOrd="3" destOrd="0" parTransId="{BA561F7B-57BB-4959-8D5B-C32ADAA53196}" sibTransId="{3AC5E680-A9A5-495C-A3B3-5986A4A5AE51}"/>
    <dgm:cxn modelId="{13BCB88E-BA61-4E8F-8886-4E2E2F89F318}" type="presOf" srcId="{6B797AFB-42D8-4708-925F-13A7171CD7B7}" destId="{A458226A-FEB1-4A82-AC51-26311E996CF9}" srcOrd="0" destOrd="0" presId="urn:microsoft.com/office/officeart/2008/layout/VerticalCurvedList"/>
    <dgm:cxn modelId="{260DD0C5-09C9-4899-98D7-CD4ED877FDD5}" type="presOf" srcId="{D22DA03A-2368-43E0-A3A2-B085F2A0BB5E}" destId="{B4F64E80-0DA3-45D7-A43F-EE9534F14842}" srcOrd="0" destOrd="0" presId="urn:microsoft.com/office/officeart/2008/layout/VerticalCurvedList"/>
    <dgm:cxn modelId="{0E6F60F8-99BA-4FAF-8B95-A5134E032735}" srcId="{6B797AFB-42D8-4708-925F-13A7171CD7B7}" destId="{475F9B03-147A-4BAA-9E28-51D097CDE17B}" srcOrd="0" destOrd="0" parTransId="{339C77FF-4ED8-4452-9ED7-3829E3C9CB95}" sibTransId="{D22DA03A-2368-43E0-A3A2-B085F2A0BB5E}"/>
    <dgm:cxn modelId="{48560B89-6C77-477C-B717-B8340668C50F}" type="presParOf" srcId="{A458226A-FEB1-4A82-AC51-26311E996CF9}" destId="{18ECB129-DEFA-4AF5-B9E3-C135F8D38AED}" srcOrd="0" destOrd="0" presId="urn:microsoft.com/office/officeart/2008/layout/VerticalCurvedList"/>
    <dgm:cxn modelId="{D90758F3-B41D-434D-817C-842C87D19198}" type="presParOf" srcId="{18ECB129-DEFA-4AF5-B9E3-C135F8D38AED}" destId="{1B61599A-7F03-438E-ACF5-60CE7D1F99B6}" srcOrd="0" destOrd="0" presId="urn:microsoft.com/office/officeart/2008/layout/VerticalCurvedList"/>
    <dgm:cxn modelId="{0E28F8AC-7373-4BD0-9530-35F03C181373}" type="presParOf" srcId="{1B61599A-7F03-438E-ACF5-60CE7D1F99B6}" destId="{FE66F486-AC3F-4FAC-98E4-9C588D8FD714}" srcOrd="0" destOrd="0" presId="urn:microsoft.com/office/officeart/2008/layout/VerticalCurvedList"/>
    <dgm:cxn modelId="{D646A3EA-04CA-4478-A339-60DA2B1B7C18}" type="presParOf" srcId="{1B61599A-7F03-438E-ACF5-60CE7D1F99B6}" destId="{B4F64E80-0DA3-45D7-A43F-EE9534F14842}" srcOrd="1" destOrd="0" presId="urn:microsoft.com/office/officeart/2008/layout/VerticalCurvedList"/>
    <dgm:cxn modelId="{FB3262A3-405F-4D6B-BC06-3DBA9C15741D}" type="presParOf" srcId="{1B61599A-7F03-438E-ACF5-60CE7D1F99B6}" destId="{808476EF-4355-4AA0-909B-F29BCE5A98C0}" srcOrd="2" destOrd="0" presId="urn:microsoft.com/office/officeart/2008/layout/VerticalCurvedList"/>
    <dgm:cxn modelId="{78F5FAEB-53D4-4973-822B-39BDB98CFDEF}" type="presParOf" srcId="{1B61599A-7F03-438E-ACF5-60CE7D1F99B6}" destId="{8F2D1B7D-E2A7-43DA-A033-F7D3F58349FF}" srcOrd="3" destOrd="0" presId="urn:microsoft.com/office/officeart/2008/layout/VerticalCurvedList"/>
    <dgm:cxn modelId="{83CB6304-DD1C-49CF-B7B0-B6DF39970ABD}" type="presParOf" srcId="{18ECB129-DEFA-4AF5-B9E3-C135F8D38AED}" destId="{3E997654-4C50-425C-A682-6F48C39DE44E}" srcOrd="1" destOrd="0" presId="urn:microsoft.com/office/officeart/2008/layout/VerticalCurvedList"/>
    <dgm:cxn modelId="{EE072A07-3E53-41E6-A36C-BE0B8C313F8F}" type="presParOf" srcId="{18ECB129-DEFA-4AF5-B9E3-C135F8D38AED}" destId="{B54EBDE7-7066-4CB3-888A-D02C26CD3D93}" srcOrd="2" destOrd="0" presId="urn:microsoft.com/office/officeart/2008/layout/VerticalCurvedList"/>
    <dgm:cxn modelId="{906590B8-6D9A-4C2B-AA1F-D47405892832}" type="presParOf" srcId="{B54EBDE7-7066-4CB3-888A-D02C26CD3D93}" destId="{5C8622D9-DC15-4748-ADFC-BE957B2D5D1E}" srcOrd="0" destOrd="0" presId="urn:microsoft.com/office/officeart/2008/layout/VerticalCurvedList"/>
    <dgm:cxn modelId="{2C1ED999-F816-4D38-91E8-B3DC4B1D688F}" type="presParOf" srcId="{18ECB129-DEFA-4AF5-B9E3-C135F8D38AED}" destId="{6D93761D-3A57-4092-8BFC-0796BB68CA85}" srcOrd="3" destOrd="0" presId="urn:microsoft.com/office/officeart/2008/layout/VerticalCurvedList"/>
    <dgm:cxn modelId="{47C08A7D-926B-41F7-B7F3-B9EA8113139E}" type="presParOf" srcId="{18ECB129-DEFA-4AF5-B9E3-C135F8D38AED}" destId="{77395D12-B88B-4FA4-8767-71BECAD9BDC0}" srcOrd="4" destOrd="0" presId="urn:microsoft.com/office/officeart/2008/layout/VerticalCurvedList"/>
    <dgm:cxn modelId="{C81AC11A-30B5-4D17-AE6A-D8F3EAAF4ABF}" type="presParOf" srcId="{77395D12-B88B-4FA4-8767-71BECAD9BDC0}" destId="{6FB27234-C6D7-4686-8E42-1A803A5C7F29}" srcOrd="0" destOrd="0" presId="urn:microsoft.com/office/officeart/2008/layout/VerticalCurvedList"/>
    <dgm:cxn modelId="{9728773D-FCA9-4A89-948B-583AEADA563D}" type="presParOf" srcId="{18ECB129-DEFA-4AF5-B9E3-C135F8D38AED}" destId="{9C84799A-D5A3-4D38-8928-441A31C6F609}" srcOrd="5" destOrd="0" presId="urn:microsoft.com/office/officeart/2008/layout/VerticalCurvedList"/>
    <dgm:cxn modelId="{2C348071-8CFD-4757-8059-DC7D60C8B31B}" type="presParOf" srcId="{18ECB129-DEFA-4AF5-B9E3-C135F8D38AED}" destId="{C0FDAA2B-A807-4133-96EA-156F582A8B53}" srcOrd="6" destOrd="0" presId="urn:microsoft.com/office/officeart/2008/layout/VerticalCurvedList"/>
    <dgm:cxn modelId="{3289556E-D6B0-4054-B900-874985192A38}" type="presParOf" srcId="{C0FDAA2B-A807-4133-96EA-156F582A8B53}" destId="{833C96E5-A78B-4C5F-879A-01DC937AD94D}" srcOrd="0" destOrd="0" presId="urn:microsoft.com/office/officeart/2008/layout/VerticalCurvedList"/>
    <dgm:cxn modelId="{0ABFC03C-F093-49FE-AF67-82B889A3BC3A}" type="presParOf" srcId="{18ECB129-DEFA-4AF5-B9E3-C135F8D38AED}" destId="{FF6D9F79-A847-4469-8BA3-57D3F3DFD113}" srcOrd="7" destOrd="0" presId="urn:microsoft.com/office/officeart/2008/layout/VerticalCurvedList"/>
    <dgm:cxn modelId="{1C0C0787-5CB5-49B7-93CB-0577BC578A4F}" type="presParOf" srcId="{18ECB129-DEFA-4AF5-B9E3-C135F8D38AED}" destId="{7059EEBD-879D-4EB1-BEE4-FED8AB1562DC}" srcOrd="8" destOrd="0" presId="urn:microsoft.com/office/officeart/2008/layout/VerticalCurvedList"/>
    <dgm:cxn modelId="{E5AE42F5-0289-4742-805A-FC439F16E395}" type="presParOf" srcId="{7059EEBD-879D-4EB1-BEE4-FED8AB1562DC}" destId="{7A33BB03-6924-40ED-B81A-57E51EF5E28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9E348705-3DFA-45D6-ADD3-26EFFA12986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5A2996-5D21-41E6-84C9-F4E3E2624E6C}">
      <dgm:prSet/>
      <dgm:spPr/>
      <dgm:t>
        <a:bodyPr/>
        <a:lstStyle/>
        <a:p>
          <a:r>
            <a:rPr lang="uk-UA" b="0" i="0" dirty="0"/>
            <a:t>Києва.</a:t>
          </a:r>
          <a:endParaRPr lang="uk-UA" dirty="0"/>
        </a:p>
      </dgm:t>
    </dgm:pt>
    <dgm:pt modelId="{AF678D0C-58A2-4907-8070-68CAF9269550}" type="parTrans" cxnId="{34DA88D9-29A7-4434-8B99-46B1C1EF7E49}">
      <dgm:prSet/>
      <dgm:spPr/>
      <dgm:t>
        <a:bodyPr/>
        <a:lstStyle/>
        <a:p>
          <a:endParaRPr lang="uk-UA"/>
        </a:p>
      </dgm:t>
    </dgm:pt>
    <dgm:pt modelId="{07972EC0-CEB4-4819-B283-984206A4C555}" type="sibTrans" cxnId="{34DA88D9-29A7-4434-8B99-46B1C1EF7E49}">
      <dgm:prSet/>
      <dgm:spPr/>
      <dgm:t>
        <a:bodyPr/>
        <a:lstStyle/>
        <a:p>
          <a:endParaRPr lang="uk-UA"/>
        </a:p>
      </dgm:t>
    </dgm:pt>
    <dgm:pt modelId="{8BA978C6-31A4-4463-9FD7-1A7C91506DD7}">
      <dgm:prSet/>
      <dgm:spPr/>
      <dgm:t>
        <a:bodyPr/>
        <a:lstStyle/>
        <a:p>
          <a:r>
            <a:rPr lang="uk-UA" b="0" i="0" dirty="0"/>
            <a:t>Харкова.</a:t>
          </a:r>
          <a:endParaRPr lang="uk-UA" dirty="0"/>
        </a:p>
      </dgm:t>
    </dgm:pt>
    <dgm:pt modelId="{61884522-ACEF-42C0-8207-7F842EBE410D}" type="parTrans" cxnId="{80D7648C-CCD4-4F82-BC26-B4CD49E66A3B}">
      <dgm:prSet/>
      <dgm:spPr/>
      <dgm:t>
        <a:bodyPr/>
        <a:lstStyle/>
        <a:p>
          <a:endParaRPr lang="uk-UA"/>
        </a:p>
      </dgm:t>
    </dgm:pt>
    <dgm:pt modelId="{4701755B-04E4-43D9-9D4F-D45817929FD5}" type="sibTrans" cxnId="{80D7648C-CCD4-4F82-BC26-B4CD49E66A3B}">
      <dgm:prSet/>
      <dgm:spPr/>
      <dgm:t>
        <a:bodyPr/>
        <a:lstStyle/>
        <a:p>
          <a:endParaRPr lang="uk-UA"/>
        </a:p>
      </dgm:t>
    </dgm:pt>
    <dgm:pt modelId="{B201D20D-17C8-4FF2-935E-005C7B813ADA}">
      <dgm:prSet/>
      <dgm:spPr/>
      <dgm:t>
        <a:bodyPr/>
        <a:lstStyle/>
        <a:p>
          <a:r>
            <a:rPr lang="uk-UA" b="0" i="0"/>
            <a:t>Одеси.</a:t>
          </a:r>
          <a:endParaRPr lang="uk-UA"/>
        </a:p>
      </dgm:t>
    </dgm:pt>
    <dgm:pt modelId="{BD67EAD1-22C1-46C6-B8EA-224C1F2B35F4}" type="parTrans" cxnId="{36A3AA05-A200-4AD5-84DA-AD96ED6740E8}">
      <dgm:prSet/>
      <dgm:spPr/>
      <dgm:t>
        <a:bodyPr/>
        <a:lstStyle/>
        <a:p>
          <a:endParaRPr lang="uk-UA"/>
        </a:p>
      </dgm:t>
    </dgm:pt>
    <dgm:pt modelId="{0191FB18-9570-4F73-8252-D8BE6D00F6DE}" type="sibTrans" cxnId="{36A3AA05-A200-4AD5-84DA-AD96ED6740E8}">
      <dgm:prSet/>
      <dgm:spPr/>
      <dgm:t>
        <a:bodyPr/>
        <a:lstStyle/>
        <a:p>
          <a:endParaRPr lang="uk-UA"/>
        </a:p>
      </dgm:t>
    </dgm:pt>
    <dgm:pt modelId="{F9986D16-8947-49A8-AAA8-A08CD6688BC0}">
      <dgm:prSet/>
      <dgm:spPr/>
      <dgm:t>
        <a:bodyPr/>
        <a:lstStyle/>
        <a:p>
          <a:r>
            <a:rPr lang="uk-UA" b="0" i="0" dirty="0"/>
            <a:t>Львова.</a:t>
          </a:r>
          <a:endParaRPr lang="uk-UA" dirty="0"/>
        </a:p>
      </dgm:t>
    </dgm:pt>
    <dgm:pt modelId="{6BB3C054-227E-4CF5-B2DE-4F3F156DD4D1}" type="parTrans" cxnId="{76488ED8-F223-4ECF-BB1A-81631FB55FD0}">
      <dgm:prSet/>
      <dgm:spPr/>
      <dgm:t>
        <a:bodyPr/>
        <a:lstStyle/>
        <a:p>
          <a:endParaRPr lang="uk-UA"/>
        </a:p>
      </dgm:t>
    </dgm:pt>
    <dgm:pt modelId="{C4BAA2B6-346C-4804-AD60-A98598CC63BC}" type="sibTrans" cxnId="{76488ED8-F223-4ECF-BB1A-81631FB55FD0}">
      <dgm:prSet/>
      <dgm:spPr/>
      <dgm:t>
        <a:bodyPr/>
        <a:lstStyle/>
        <a:p>
          <a:endParaRPr lang="uk-UA"/>
        </a:p>
      </dgm:t>
    </dgm:pt>
    <dgm:pt modelId="{2CA735C1-41B8-42F5-B60D-EBCC96F172E7}" type="pres">
      <dgm:prSet presAssocID="{9E348705-3DFA-45D6-ADD3-26EFFA12986E}" presName="linearFlow" presStyleCnt="0">
        <dgm:presLayoutVars>
          <dgm:dir/>
          <dgm:resizeHandles val="exact"/>
        </dgm:presLayoutVars>
      </dgm:prSet>
      <dgm:spPr/>
    </dgm:pt>
    <dgm:pt modelId="{91C8C664-884A-437D-BCE2-9935235484EF}" type="pres">
      <dgm:prSet presAssocID="{AB5A2996-5D21-41E6-84C9-F4E3E2624E6C}" presName="composite" presStyleCnt="0"/>
      <dgm:spPr/>
    </dgm:pt>
    <dgm:pt modelId="{156ED39E-9512-42D7-9AFF-8E59F151125A}" type="pres">
      <dgm:prSet presAssocID="{AB5A2996-5D21-41E6-84C9-F4E3E2624E6C}" presName="imgShp" presStyleLbl="fgImgPlace1" presStyleIdx="0" presStyleCnt="4"/>
      <dgm:spPr/>
    </dgm:pt>
    <dgm:pt modelId="{8FA3A96B-34C6-4D1A-9E86-66CF4964FFFC}" type="pres">
      <dgm:prSet presAssocID="{AB5A2996-5D21-41E6-84C9-F4E3E2624E6C}" presName="txShp" presStyleLbl="node1" presStyleIdx="0" presStyleCnt="4">
        <dgm:presLayoutVars>
          <dgm:bulletEnabled val="1"/>
        </dgm:presLayoutVars>
      </dgm:prSet>
      <dgm:spPr/>
    </dgm:pt>
    <dgm:pt modelId="{D5F51540-23E4-48E3-B134-DED9BE1396F6}" type="pres">
      <dgm:prSet presAssocID="{07972EC0-CEB4-4819-B283-984206A4C555}" presName="spacing" presStyleCnt="0"/>
      <dgm:spPr/>
    </dgm:pt>
    <dgm:pt modelId="{42F5509D-2FB0-4719-A380-2AEFC5B6870C}" type="pres">
      <dgm:prSet presAssocID="{8BA978C6-31A4-4463-9FD7-1A7C91506DD7}" presName="composite" presStyleCnt="0"/>
      <dgm:spPr/>
    </dgm:pt>
    <dgm:pt modelId="{BAB455CA-B2EB-413C-A6E8-DC5324412646}" type="pres">
      <dgm:prSet presAssocID="{8BA978C6-31A4-4463-9FD7-1A7C91506DD7}" presName="imgShp" presStyleLbl="fgImgPlace1" presStyleIdx="1" presStyleCnt="4"/>
      <dgm:spPr/>
    </dgm:pt>
    <dgm:pt modelId="{76DCA50B-E705-45E8-8442-85978562D66C}" type="pres">
      <dgm:prSet presAssocID="{8BA978C6-31A4-4463-9FD7-1A7C91506DD7}" presName="txShp" presStyleLbl="node1" presStyleIdx="1" presStyleCnt="4">
        <dgm:presLayoutVars>
          <dgm:bulletEnabled val="1"/>
        </dgm:presLayoutVars>
      </dgm:prSet>
      <dgm:spPr/>
    </dgm:pt>
    <dgm:pt modelId="{34141355-A3CA-4453-AF26-19D4D0B4BDA5}" type="pres">
      <dgm:prSet presAssocID="{4701755B-04E4-43D9-9D4F-D45817929FD5}" presName="spacing" presStyleCnt="0"/>
      <dgm:spPr/>
    </dgm:pt>
    <dgm:pt modelId="{E11D9467-303A-401D-A71A-2C06FD597675}" type="pres">
      <dgm:prSet presAssocID="{B201D20D-17C8-4FF2-935E-005C7B813ADA}" presName="composite" presStyleCnt="0"/>
      <dgm:spPr/>
    </dgm:pt>
    <dgm:pt modelId="{E6541C34-494F-4658-9B40-1B8EF0287160}" type="pres">
      <dgm:prSet presAssocID="{B201D20D-17C8-4FF2-935E-005C7B813ADA}" presName="imgShp" presStyleLbl="fgImgPlace1" presStyleIdx="2" presStyleCnt="4"/>
      <dgm:spPr/>
    </dgm:pt>
    <dgm:pt modelId="{F6E95896-7A22-432B-BABD-5817D3A8ED92}" type="pres">
      <dgm:prSet presAssocID="{B201D20D-17C8-4FF2-935E-005C7B813ADA}" presName="txShp" presStyleLbl="node1" presStyleIdx="2" presStyleCnt="4">
        <dgm:presLayoutVars>
          <dgm:bulletEnabled val="1"/>
        </dgm:presLayoutVars>
      </dgm:prSet>
      <dgm:spPr/>
    </dgm:pt>
    <dgm:pt modelId="{56209095-3765-46CB-B85E-05409AB1776B}" type="pres">
      <dgm:prSet presAssocID="{0191FB18-9570-4F73-8252-D8BE6D00F6DE}" presName="spacing" presStyleCnt="0"/>
      <dgm:spPr/>
    </dgm:pt>
    <dgm:pt modelId="{C8E34C45-946E-47F7-AE1F-845A347632B7}" type="pres">
      <dgm:prSet presAssocID="{F9986D16-8947-49A8-AAA8-A08CD6688BC0}" presName="composite" presStyleCnt="0"/>
      <dgm:spPr/>
    </dgm:pt>
    <dgm:pt modelId="{5AD096FB-BFD9-4A56-A42E-D5E672C36CDA}" type="pres">
      <dgm:prSet presAssocID="{F9986D16-8947-49A8-AAA8-A08CD6688BC0}" presName="imgShp" presStyleLbl="fgImgPlace1" presStyleIdx="3" presStyleCnt="4"/>
      <dgm:spPr/>
    </dgm:pt>
    <dgm:pt modelId="{D1FA1D7C-CD0E-4CFB-BA08-6283D03BFAC9}" type="pres">
      <dgm:prSet presAssocID="{F9986D16-8947-49A8-AAA8-A08CD6688BC0}" presName="txShp" presStyleLbl="node1" presStyleIdx="3" presStyleCnt="4">
        <dgm:presLayoutVars>
          <dgm:bulletEnabled val="1"/>
        </dgm:presLayoutVars>
      </dgm:prSet>
      <dgm:spPr/>
    </dgm:pt>
  </dgm:ptLst>
  <dgm:cxnLst>
    <dgm:cxn modelId="{36A3AA05-A200-4AD5-84DA-AD96ED6740E8}" srcId="{9E348705-3DFA-45D6-ADD3-26EFFA12986E}" destId="{B201D20D-17C8-4FF2-935E-005C7B813ADA}" srcOrd="2" destOrd="0" parTransId="{BD67EAD1-22C1-46C6-B8EA-224C1F2B35F4}" sibTransId="{0191FB18-9570-4F73-8252-D8BE6D00F6DE}"/>
    <dgm:cxn modelId="{25799111-3793-443D-83F8-4CE3D1E25E44}" type="presOf" srcId="{8BA978C6-31A4-4463-9FD7-1A7C91506DD7}" destId="{76DCA50B-E705-45E8-8442-85978562D66C}" srcOrd="0" destOrd="0" presId="urn:microsoft.com/office/officeart/2005/8/layout/vList3"/>
    <dgm:cxn modelId="{1137C317-8B10-4001-9AA5-1B92331B0263}" type="presOf" srcId="{9E348705-3DFA-45D6-ADD3-26EFFA12986E}" destId="{2CA735C1-41B8-42F5-B60D-EBCC96F172E7}" srcOrd="0" destOrd="0" presId="urn:microsoft.com/office/officeart/2005/8/layout/vList3"/>
    <dgm:cxn modelId="{772D1C29-A057-4035-933B-98CB5F97E27B}" type="presOf" srcId="{F9986D16-8947-49A8-AAA8-A08CD6688BC0}" destId="{D1FA1D7C-CD0E-4CFB-BA08-6283D03BFAC9}" srcOrd="0" destOrd="0" presId="urn:microsoft.com/office/officeart/2005/8/layout/vList3"/>
    <dgm:cxn modelId="{80D7648C-CCD4-4F82-BC26-B4CD49E66A3B}" srcId="{9E348705-3DFA-45D6-ADD3-26EFFA12986E}" destId="{8BA978C6-31A4-4463-9FD7-1A7C91506DD7}" srcOrd="1" destOrd="0" parTransId="{61884522-ACEF-42C0-8207-7F842EBE410D}" sibTransId="{4701755B-04E4-43D9-9D4F-D45817929FD5}"/>
    <dgm:cxn modelId="{CB46C18C-B786-48A1-A84B-A950636A9A2A}" type="presOf" srcId="{AB5A2996-5D21-41E6-84C9-F4E3E2624E6C}" destId="{8FA3A96B-34C6-4D1A-9E86-66CF4964FFFC}" srcOrd="0" destOrd="0" presId="urn:microsoft.com/office/officeart/2005/8/layout/vList3"/>
    <dgm:cxn modelId="{76488ED8-F223-4ECF-BB1A-81631FB55FD0}" srcId="{9E348705-3DFA-45D6-ADD3-26EFFA12986E}" destId="{F9986D16-8947-49A8-AAA8-A08CD6688BC0}" srcOrd="3" destOrd="0" parTransId="{6BB3C054-227E-4CF5-B2DE-4F3F156DD4D1}" sibTransId="{C4BAA2B6-346C-4804-AD60-A98598CC63BC}"/>
    <dgm:cxn modelId="{34DA88D9-29A7-4434-8B99-46B1C1EF7E49}" srcId="{9E348705-3DFA-45D6-ADD3-26EFFA12986E}" destId="{AB5A2996-5D21-41E6-84C9-F4E3E2624E6C}" srcOrd="0" destOrd="0" parTransId="{AF678D0C-58A2-4907-8070-68CAF9269550}" sibTransId="{07972EC0-CEB4-4819-B283-984206A4C555}"/>
    <dgm:cxn modelId="{BBC812F4-D8E9-4AFB-99A9-8D6C4D74A279}" type="presOf" srcId="{B201D20D-17C8-4FF2-935E-005C7B813ADA}" destId="{F6E95896-7A22-432B-BABD-5817D3A8ED92}" srcOrd="0" destOrd="0" presId="urn:microsoft.com/office/officeart/2005/8/layout/vList3"/>
    <dgm:cxn modelId="{F2FD361A-EDD0-48B8-A171-403832DFA641}" type="presParOf" srcId="{2CA735C1-41B8-42F5-B60D-EBCC96F172E7}" destId="{91C8C664-884A-437D-BCE2-9935235484EF}" srcOrd="0" destOrd="0" presId="urn:microsoft.com/office/officeart/2005/8/layout/vList3"/>
    <dgm:cxn modelId="{00B0F986-D820-4EC7-AA54-88EB12CB62FB}" type="presParOf" srcId="{91C8C664-884A-437D-BCE2-9935235484EF}" destId="{156ED39E-9512-42D7-9AFF-8E59F151125A}" srcOrd="0" destOrd="0" presId="urn:microsoft.com/office/officeart/2005/8/layout/vList3"/>
    <dgm:cxn modelId="{25331688-E4A4-438B-B18E-79EAEC22A128}" type="presParOf" srcId="{91C8C664-884A-437D-BCE2-9935235484EF}" destId="{8FA3A96B-34C6-4D1A-9E86-66CF4964FFFC}" srcOrd="1" destOrd="0" presId="urn:microsoft.com/office/officeart/2005/8/layout/vList3"/>
    <dgm:cxn modelId="{020CE6D2-3AB4-41D7-A0B0-DF142A1C46DA}" type="presParOf" srcId="{2CA735C1-41B8-42F5-B60D-EBCC96F172E7}" destId="{D5F51540-23E4-48E3-B134-DED9BE1396F6}" srcOrd="1" destOrd="0" presId="urn:microsoft.com/office/officeart/2005/8/layout/vList3"/>
    <dgm:cxn modelId="{D225E8E6-CEFE-4EC3-8574-97C4165BC2A1}" type="presParOf" srcId="{2CA735C1-41B8-42F5-B60D-EBCC96F172E7}" destId="{42F5509D-2FB0-4719-A380-2AEFC5B6870C}" srcOrd="2" destOrd="0" presId="urn:microsoft.com/office/officeart/2005/8/layout/vList3"/>
    <dgm:cxn modelId="{407D036D-40F8-4621-A553-6440B437EE3C}" type="presParOf" srcId="{42F5509D-2FB0-4719-A380-2AEFC5B6870C}" destId="{BAB455CA-B2EB-413C-A6E8-DC5324412646}" srcOrd="0" destOrd="0" presId="urn:microsoft.com/office/officeart/2005/8/layout/vList3"/>
    <dgm:cxn modelId="{577205D8-6DF4-4E60-90BD-0373DABF607D}" type="presParOf" srcId="{42F5509D-2FB0-4719-A380-2AEFC5B6870C}" destId="{76DCA50B-E705-45E8-8442-85978562D66C}" srcOrd="1" destOrd="0" presId="urn:microsoft.com/office/officeart/2005/8/layout/vList3"/>
    <dgm:cxn modelId="{2D731149-F20D-46F9-A2D0-6D0A8C36DAF7}" type="presParOf" srcId="{2CA735C1-41B8-42F5-B60D-EBCC96F172E7}" destId="{34141355-A3CA-4453-AF26-19D4D0B4BDA5}" srcOrd="3" destOrd="0" presId="urn:microsoft.com/office/officeart/2005/8/layout/vList3"/>
    <dgm:cxn modelId="{BF95E76D-BC49-4555-8382-53C83835D580}" type="presParOf" srcId="{2CA735C1-41B8-42F5-B60D-EBCC96F172E7}" destId="{E11D9467-303A-401D-A71A-2C06FD597675}" srcOrd="4" destOrd="0" presId="urn:microsoft.com/office/officeart/2005/8/layout/vList3"/>
    <dgm:cxn modelId="{E4382A52-4D9B-4226-8B57-85C60AFCF950}" type="presParOf" srcId="{E11D9467-303A-401D-A71A-2C06FD597675}" destId="{E6541C34-494F-4658-9B40-1B8EF0287160}" srcOrd="0" destOrd="0" presId="urn:microsoft.com/office/officeart/2005/8/layout/vList3"/>
    <dgm:cxn modelId="{FC55633E-CC4F-446D-9B89-A0997062FE8F}" type="presParOf" srcId="{E11D9467-303A-401D-A71A-2C06FD597675}" destId="{F6E95896-7A22-432B-BABD-5817D3A8ED92}" srcOrd="1" destOrd="0" presId="urn:microsoft.com/office/officeart/2005/8/layout/vList3"/>
    <dgm:cxn modelId="{7653DC62-FEDD-475D-A4F2-C9C37C328804}" type="presParOf" srcId="{2CA735C1-41B8-42F5-B60D-EBCC96F172E7}" destId="{56209095-3765-46CB-B85E-05409AB1776B}" srcOrd="5" destOrd="0" presId="urn:microsoft.com/office/officeart/2005/8/layout/vList3"/>
    <dgm:cxn modelId="{34159FFE-F86E-42F5-BE3E-CDE7E753AA08}" type="presParOf" srcId="{2CA735C1-41B8-42F5-B60D-EBCC96F172E7}" destId="{C8E34C45-946E-47F7-AE1F-845A347632B7}" srcOrd="6" destOrd="0" presId="urn:microsoft.com/office/officeart/2005/8/layout/vList3"/>
    <dgm:cxn modelId="{6B792118-FBFB-4822-8CF6-9A6C565A8D9F}" type="presParOf" srcId="{C8E34C45-946E-47F7-AE1F-845A347632B7}" destId="{5AD096FB-BFD9-4A56-A42E-D5E672C36CDA}" srcOrd="0" destOrd="0" presId="urn:microsoft.com/office/officeart/2005/8/layout/vList3"/>
    <dgm:cxn modelId="{86FBDF99-5CAE-4FA8-8A4C-2E4FB60AA737}" type="presParOf" srcId="{C8E34C45-946E-47F7-AE1F-845A347632B7}" destId="{D1FA1D7C-CD0E-4CFB-BA08-6283D03BFAC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B998C1EC-C910-4F77-A53E-CC0978B91D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68FF99A-6819-4B7B-ABE9-AD716ADD47C9}">
      <dgm:prSet/>
      <dgm:spPr/>
      <dgm:t>
        <a:bodyPr/>
        <a:lstStyle/>
        <a:p>
          <a:r>
            <a:rPr lang="ru-RU" b="0" i="0"/>
            <a:t>Івана Мазепи.</a:t>
          </a:r>
          <a:endParaRPr lang="uk-UA"/>
        </a:p>
      </dgm:t>
    </dgm:pt>
    <dgm:pt modelId="{7A973AD2-5E04-45DF-A38E-0F026A377FA3}" type="parTrans" cxnId="{8DD7126E-73CF-466F-95BB-72F173FA49D1}">
      <dgm:prSet/>
      <dgm:spPr/>
      <dgm:t>
        <a:bodyPr/>
        <a:lstStyle/>
        <a:p>
          <a:endParaRPr lang="uk-UA"/>
        </a:p>
      </dgm:t>
    </dgm:pt>
    <dgm:pt modelId="{9018F89F-471E-4A9D-B25B-13300BA3EBC4}" type="sibTrans" cxnId="{8DD7126E-73CF-466F-95BB-72F173FA49D1}">
      <dgm:prSet/>
      <dgm:spPr/>
      <dgm:t>
        <a:bodyPr/>
        <a:lstStyle/>
        <a:p>
          <a:endParaRPr lang="uk-UA"/>
        </a:p>
      </dgm:t>
    </dgm:pt>
    <dgm:pt modelId="{02D5B2EF-0ED4-4EE9-BA3B-DEA575FA4FAD}">
      <dgm:prSet/>
      <dgm:spPr/>
      <dgm:t>
        <a:bodyPr/>
        <a:lstStyle/>
        <a:p>
          <a:r>
            <a:rPr lang="ru-RU" b="0" i="0" dirty="0"/>
            <a:t>Петра Дорошенка.</a:t>
          </a:r>
          <a:endParaRPr lang="uk-UA" dirty="0"/>
        </a:p>
      </dgm:t>
    </dgm:pt>
    <dgm:pt modelId="{FC7574DD-C2E5-495F-A0D1-60F25F16066A}" type="parTrans" cxnId="{9852B38D-9AB4-4977-AC48-0F1C52D9B427}">
      <dgm:prSet/>
      <dgm:spPr/>
      <dgm:t>
        <a:bodyPr/>
        <a:lstStyle/>
        <a:p>
          <a:endParaRPr lang="uk-UA"/>
        </a:p>
      </dgm:t>
    </dgm:pt>
    <dgm:pt modelId="{BF935B64-7E42-44E6-8AD4-A624C5407A13}" type="sibTrans" cxnId="{9852B38D-9AB4-4977-AC48-0F1C52D9B427}">
      <dgm:prSet/>
      <dgm:spPr/>
      <dgm:t>
        <a:bodyPr/>
        <a:lstStyle/>
        <a:p>
          <a:endParaRPr lang="uk-UA"/>
        </a:p>
      </dgm:t>
    </dgm:pt>
    <dgm:pt modelId="{4F3FD581-0EBB-498D-BC19-16CCA0C280DE}">
      <dgm:prSet/>
      <dgm:spPr/>
      <dgm:t>
        <a:bodyPr/>
        <a:lstStyle/>
        <a:p>
          <a:r>
            <a:rPr lang="ru-RU" b="0" i="0" dirty="0" err="1"/>
            <a:t>Івана</a:t>
          </a:r>
          <a:r>
            <a:rPr lang="ru-RU" b="0" i="0" dirty="0"/>
            <a:t> Самойловича.</a:t>
          </a:r>
          <a:endParaRPr lang="uk-UA" dirty="0"/>
        </a:p>
      </dgm:t>
    </dgm:pt>
    <dgm:pt modelId="{9E563278-4F02-4BB7-9C30-3B7B567FEA8D}" type="parTrans" cxnId="{82B233C0-A025-4040-B61D-E6CCF07C6A07}">
      <dgm:prSet/>
      <dgm:spPr/>
      <dgm:t>
        <a:bodyPr/>
        <a:lstStyle/>
        <a:p>
          <a:endParaRPr lang="uk-UA"/>
        </a:p>
      </dgm:t>
    </dgm:pt>
    <dgm:pt modelId="{5D5E38F6-7082-41CC-A20A-C2CBA747D991}" type="sibTrans" cxnId="{82B233C0-A025-4040-B61D-E6CCF07C6A07}">
      <dgm:prSet/>
      <dgm:spPr/>
      <dgm:t>
        <a:bodyPr/>
        <a:lstStyle/>
        <a:p>
          <a:endParaRPr lang="uk-UA"/>
        </a:p>
      </dgm:t>
    </dgm:pt>
    <dgm:pt modelId="{AD7CA8B1-674B-4190-8F58-423A9225ED21}">
      <dgm:prSet/>
      <dgm:spPr/>
      <dgm:t>
        <a:bodyPr/>
        <a:lstStyle/>
        <a:p>
          <a:r>
            <a:rPr lang="ru-RU" b="0" i="0" dirty="0" err="1"/>
            <a:t>Кирила</a:t>
          </a:r>
          <a:r>
            <a:rPr lang="ru-RU" b="0" i="0" dirty="0"/>
            <a:t> </a:t>
          </a:r>
          <a:r>
            <a:rPr lang="ru-RU" b="0" i="0" dirty="0" err="1"/>
            <a:t>Розумовського</a:t>
          </a:r>
          <a:r>
            <a:rPr lang="ru-RU" b="0" i="0" dirty="0"/>
            <a:t>.</a:t>
          </a:r>
          <a:endParaRPr lang="uk-UA" dirty="0"/>
        </a:p>
      </dgm:t>
    </dgm:pt>
    <dgm:pt modelId="{074B9684-4073-4D03-A5A2-C457E1062E66}" type="parTrans" cxnId="{9F325423-2D0C-4204-8BE5-1E7928765DC3}">
      <dgm:prSet/>
      <dgm:spPr/>
      <dgm:t>
        <a:bodyPr/>
        <a:lstStyle/>
        <a:p>
          <a:endParaRPr lang="uk-UA"/>
        </a:p>
      </dgm:t>
    </dgm:pt>
    <dgm:pt modelId="{A61887DD-CFC3-4BE0-9AB5-17F9E2D5CAEA}" type="sibTrans" cxnId="{9F325423-2D0C-4204-8BE5-1E7928765DC3}">
      <dgm:prSet/>
      <dgm:spPr/>
      <dgm:t>
        <a:bodyPr/>
        <a:lstStyle/>
        <a:p>
          <a:endParaRPr lang="uk-UA"/>
        </a:p>
      </dgm:t>
    </dgm:pt>
    <dgm:pt modelId="{87A0BEBC-04BA-46F7-B3AA-A216965561DE}" type="pres">
      <dgm:prSet presAssocID="{B998C1EC-C910-4F77-A53E-CC0978B91D73}" presName="linear" presStyleCnt="0">
        <dgm:presLayoutVars>
          <dgm:animLvl val="lvl"/>
          <dgm:resizeHandles val="exact"/>
        </dgm:presLayoutVars>
      </dgm:prSet>
      <dgm:spPr/>
    </dgm:pt>
    <dgm:pt modelId="{CD12AA11-385D-4C70-8ED9-FA849289F911}" type="pres">
      <dgm:prSet presAssocID="{568FF99A-6819-4B7B-ABE9-AD716ADD47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14BA60-638F-4B06-A841-80D6D7D41882}" type="pres">
      <dgm:prSet presAssocID="{9018F89F-471E-4A9D-B25B-13300BA3EBC4}" presName="spacer" presStyleCnt="0"/>
      <dgm:spPr/>
    </dgm:pt>
    <dgm:pt modelId="{EA8CF032-B327-4AFD-B553-37F3CDD26E30}" type="pres">
      <dgm:prSet presAssocID="{02D5B2EF-0ED4-4EE9-BA3B-DEA575FA4F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04081D-2495-4FBA-A573-3C0E1EB3F37C}" type="pres">
      <dgm:prSet presAssocID="{BF935B64-7E42-44E6-8AD4-A624C5407A13}" presName="spacer" presStyleCnt="0"/>
      <dgm:spPr/>
    </dgm:pt>
    <dgm:pt modelId="{8E377DF5-699A-49B6-9778-0C6CA692D70C}" type="pres">
      <dgm:prSet presAssocID="{4F3FD581-0EBB-498D-BC19-16CCA0C280D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E6F041-CD4E-442B-9B74-35068DFB518C}" type="pres">
      <dgm:prSet presAssocID="{5D5E38F6-7082-41CC-A20A-C2CBA747D991}" presName="spacer" presStyleCnt="0"/>
      <dgm:spPr/>
    </dgm:pt>
    <dgm:pt modelId="{23C58B14-55AC-414D-B686-0D3DD98E8641}" type="pres">
      <dgm:prSet presAssocID="{AD7CA8B1-674B-4190-8F58-423A9225ED2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F325423-2D0C-4204-8BE5-1E7928765DC3}" srcId="{B998C1EC-C910-4F77-A53E-CC0978B91D73}" destId="{AD7CA8B1-674B-4190-8F58-423A9225ED21}" srcOrd="3" destOrd="0" parTransId="{074B9684-4073-4D03-A5A2-C457E1062E66}" sibTransId="{A61887DD-CFC3-4BE0-9AB5-17F9E2D5CAEA}"/>
    <dgm:cxn modelId="{8DD7126E-73CF-466F-95BB-72F173FA49D1}" srcId="{B998C1EC-C910-4F77-A53E-CC0978B91D73}" destId="{568FF99A-6819-4B7B-ABE9-AD716ADD47C9}" srcOrd="0" destOrd="0" parTransId="{7A973AD2-5E04-45DF-A38E-0F026A377FA3}" sibTransId="{9018F89F-471E-4A9D-B25B-13300BA3EBC4}"/>
    <dgm:cxn modelId="{38FDE67A-CC06-4DB5-85F0-91919875CB44}" type="presOf" srcId="{568FF99A-6819-4B7B-ABE9-AD716ADD47C9}" destId="{CD12AA11-385D-4C70-8ED9-FA849289F911}" srcOrd="0" destOrd="0" presId="urn:microsoft.com/office/officeart/2005/8/layout/vList2"/>
    <dgm:cxn modelId="{9852B38D-9AB4-4977-AC48-0F1C52D9B427}" srcId="{B998C1EC-C910-4F77-A53E-CC0978B91D73}" destId="{02D5B2EF-0ED4-4EE9-BA3B-DEA575FA4FAD}" srcOrd="1" destOrd="0" parTransId="{FC7574DD-C2E5-495F-A0D1-60F25F16066A}" sibTransId="{BF935B64-7E42-44E6-8AD4-A624C5407A13}"/>
    <dgm:cxn modelId="{74901699-7813-46D6-A25B-7A32FD42E541}" type="presOf" srcId="{02D5B2EF-0ED4-4EE9-BA3B-DEA575FA4FAD}" destId="{EA8CF032-B327-4AFD-B553-37F3CDD26E30}" srcOrd="0" destOrd="0" presId="urn:microsoft.com/office/officeart/2005/8/layout/vList2"/>
    <dgm:cxn modelId="{82B233C0-A025-4040-B61D-E6CCF07C6A07}" srcId="{B998C1EC-C910-4F77-A53E-CC0978B91D73}" destId="{4F3FD581-0EBB-498D-BC19-16CCA0C280DE}" srcOrd="2" destOrd="0" parTransId="{9E563278-4F02-4BB7-9C30-3B7B567FEA8D}" sibTransId="{5D5E38F6-7082-41CC-A20A-C2CBA747D991}"/>
    <dgm:cxn modelId="{2A5C28C1-61D2-479F-B0E3-666FAF97577D}" type="presOf" srcId="{AD7CA8B1-674B-4190-8F58-423A9225ED21}" destId="{23C58B14-55AC-414D-B686-0D3DD98E8641}" srcOrd="0" destOrd="0" presId="urn:microsoft.com/office/officeart/2005/8/layout/vList2"/>
    <dgm:cxn modelId="{544706C2-FB7E-4C5B-AD5B-25F605960B08}" type="presOf" srcId="{B998C1EC-C910-4F77-A53E-CC0978B91D73}" destId="{87A0BEBC-04BA-46F7-B3AA-A216965561DE}" srcOrd="0" destOrd="0" presId="urn:microsoft.com/office/officeart/2005/8/layout/vList2"/>
    <dgm:cxn modelId="{66E25EE1-E6EB-452F-B413-EABA2B4CE136}" type="presOf" srcId="{4F3FD581-0EBB-498D-BC19-16CCA0C280DE}" destId="{8E377DF5-699A-49B6-9778-0C6CA692D70C}" srcOrd="0" destOrd="0" presId="urn:microsoft.com/office/officeart/2005/8/layout/vList2"/>
    <dgm:cxn modelId="{673D246A-D2A8-4E61-ACF7-758C76B5A4C6}" type="presParOf" srcId="{87A0BEBC-04BA-46F7-B3AA-A216965561DE}" destId="{CD12AA11-385D-4C70-8ED9-FA849289F911}" srcOrd="0" destOrd="0" presId="urn:microsoft.com/office/officeart/2005/8/layout/vList2"/>
    <dgm:cxn modelId="{D825A25B-B918-4FBA-BB46-241D8DE94AA5}" type="presParOf" srcId="{87A0BEBC-04BA-46F7-B3AA-A216965561DE}" destId="{2314BA60-638F-4B06-A841-80D6D7D41882}" srcOrd="1" destOrd="0" presId="urn:microsoft.com/office/officeart/2005/8/layout/vList2"/>
    <dgm:cxn modelId="{4B84DBCB-6A18-4D46-B7C9-87E2512F71A2}" type="presParOf" srcId="{87A0BEBC-04BA-46F7-B3AA-A216965561DE}" destId="{EA8CF032-B327-4AFD-B553-37F3CDD26E30}" srcOrd="2" destOrd="0" presId="urn:microsoft.com/office/officeart/2005/8/layout/vList2"/>
    <dgm:cxn modelId="{A6022261-46C3-49C6-8188-2F978FB01D03}" type="presParOf" srcId="{87A0BEBC-04BA-46F7-B3AA-A216965561DE}" destId="{0604081D-2495-4FBA-A573-3C0E1EB3F37C}" srcOrd="3" destOrd="0" presId="urn:microsoft.com/office/officeart/2005/8/layout/vList2"/>
    <dgm:cxn modelId="{C52CA8AF-35A1-494F-8AA4-56D7D7627B4A}" type="presParOf" srcId="{87A0BEBC-04BA-46F7-B3AA-A216965561DE}" destId="{8E377DF5-699A-49B6-9778-0C6CA692D70C}" srcOrd="4" destOrd="0" presId="urn:microsoft.com/office/officeart/2005/8/layout/vList2"/>
    <dgm:cxn modelId="{7D3FD796-28BC-463F-AB71-DD31EB10E8CB}" type="presParOf" srcId="{87A0BEBC-04BA-46F7-B3AA-A216965561DE}" destId="{A1E6F041-CD4E-442B-9B74-35068DFB518C}" srcOrd="5" destOrd="0" presId="urn:microsoft.com/office/officeart/2005/8/layout/vList2"/>
    <dgm:cxn modelId="{88DCAAE6-DF56-4A08-AF89-2A4EA2160ADB}" type="presParOf" srcId="{87A0BEBC-04BA-46F7-B3AA-A216965561DE}" destId="{23C58B14-55AC-414D-B686-0D3DD98E864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21B21E85-9123-4F65-9DCD-7F8072EFC6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A5A698D-0DDC-4DA0-B99B-084AE8EEB5AB}">
      <dgm:prSet/>
      <dgm:spPr/>
      <dgm:t>
        <a:bodyPr/>
        <a:lstStyle/>
        <a:p>
          <a:r>
            <a:rPr lang="ru-RU" b="0" i="0"/>
            <a:t>спорудження собору Святого Юра у Львові</a:t>
          </a:r>
          <a:endParaRPr lang="uk-UA"/>
        </a:p>
      </dgm:t>
    </dgm:pt>
    <dgm:pt modelId="{1398DD1C-5B72-41EE-ADD5-AE03A280B525}" type="parTrans" cxnId="{8DD52AD4-1490-4C9B-9352-B534B9AD6E17}">
      <dgm:prSet/>
      <dgm:spPr/>
      <dgm:t>
        <a:bodyPr/>
        <a:lstStyle/>
        <a:p>
          <a:endParaRPr lang="uk-UA"/>
        </a:p>
      </dgm:t>
    </dgm:pt>
    <dgm:pt modelId="{DEDA155B-45AB-4911-B26F-AEAD786004EF}" type="sibTrans" cxnId="{8DD52AD4-1490-4C9B-9352-B534B9AD6E17}">
      <dgm:prSet/>
      <dgm:spPr/>
      <dgm:t>
        <a:bodyPr/>
        <a:lstStyle/>
        <a:p>
          <a:endParaRPr lang="uk-UA"/>
        </a:p>
      </dgm:t>
    </dgm:pt>
    <dgm:pt modelId="{624D51B6-481D-4CA8-BA91-8911412492ED}">
      <dgm:prSet/>
      <dgm:spPr/>
      <dgm:t>
        <a:bodyPr/>
        <a:lstStyle/>
        <a:p>
          <a:r>
            <a:rPr lang="ru-RU" b="0" i="0" dirty="0" err="1"/>
            <a:t>заснування</a:t>
          </a:r>
          <a:r>
            <a:rPr lang="ru-RU" b="0" i="0" dirty="0"/>
            <a:t> </a:t>
          </a:r>
          <a:r>
            <a:rPr lang="ru-RU" b="0" i="0" dirty="0" err="1"/>
            <a:t>Львівського</a:t>
          </a:r>
          <a:r>
            <a:rPr lang="ru-RU" b="0" i="0" dirty="0"/>
            <a:t> православного братства</a:t>
          </a:r>
          <a:endParaRPr lang="uk-UA" dirty="0"/>
        </a:p>
      </dgm:t>
    </dgm:pt>
    <dgm:pt modelId="{854DF6B7-244D-4E95-92B5-32CCA7E73F19}" type="parTrans" cxnId="{19C6BA72-B4DE-40CB-8E0B-9EE8AAD4CE2C}">
      <dgm:prSet/>
      <dgm:spPr/>
      <dgm:t>
        <a:bodyPr/>
        <a:lstStyle/>
        <a:p>
          <a:endParaRPr lang="uk-UA"/>
        </a:p>
      </dgm:t>
    </dgm:pt>
    <dgm:pt modelId="{39FD306B-445C-487E-A678-5E59A761EDEE}" type="sibTrans" cxnId="{19C6BA72-B4DE-40CB-8E0B-9EE8AAD4CE2C}">
      <dgm:prSet/>
      <dgm:spPr/>
      <dgm:t>
        <a:bodyPr/>
        <a:lstStyle/>
        <a:p>
          <a:endParaRPr lang="uk-UA"/>
        </a:p>
      </dgm:t>
    </dgm:pt>
    <dgm:pt modelId="{A1332B1E-B592-4A21-B0BB-E1ACCFF7569C}">
      <dgm:prSet/>
      <dgm:spPr/>
      <dgm:t>
        <a:bodyPr/>
        <a:lstStyle/>
        <a:p>
          <a:r>
            <a:rPr lang="ru-RU" b="0" i="0" dirty="0" err="1"/>
            <a:t>реформування</a:t>
          </a:r>
          <a:r>
            <a:rPr lang="ru-RU" b="0" i="0" dirty="0"/>
            <a:t> митрополитом П. Могилою </a:t>
          </a:r>
          <a:r>
            <a:rPr lang="ru-RU" b="0" i="0" dirty="0" err="1"/>
            <a:t>православної</a:t>
          </a:r>
          <a:r>
            <a:rPr lang="ru-RU" b="0" i="0" dirty="0"/>
            <a:t> церкви</a:t>
          </a:r>
          <a:endParaRPr lang="uk-UA" dirty="0"/>
        </a:p>
      </dgm:t>
    </dgm:pt>
    <dgm:pt modelId="{7A775CFB-4640-4E35-AB22-54A78FA474B4}" type="parTrans" cxnId="{C494B433-E8E5-463C-90F1-101A040E19E8}">
      <dgm:prSet/>
      <dgm:spPr/>
      <dgm:t>
        <a:bodyPr/>
        <a:lstStyle/>
        <a:p>
          <a:endParaRPr lang="uk-UA"/>
        </a:p>
      </dgm:t>
    </dgm:pt>
    <dgm:pt modelId="{027286D2-C5B0-4C08-8974-5AC9F5AA6EEA}" type="sibTrans" cxnId="{C494B433-E8E5-463C-90F1-101A040E19E8}">
      <dgm:prSet/>
      <dgm:spPr/>
      <dgm:t>
        <a:bodyPr/>
        <a:lstStyle/>
        <a:p>
          <a:endParaRPr lang="uk-UA"/>
        </a:p>
      </dgm:t>
    </dgm:pt>
    <dgm:pt modelId="{D76B445F-5D1B-44D2-93BB-C626C381FD93}">
      <dgm:prSet/>
      <dgm:spPr/>
      <dgm:t>
        <a:bodyPr/>
        <a:lstStyle/>
        <a:p>
          <a:r>
            <a:rPr lang="ru-RU" b="0" i="0" dirty="0" err="1"/>
            <a:t>утворення</a:t>
          </a:r>
          <a:r>
            <a:rPr lang="ru-RU" b="0" i="0" dirty="0"/>
            <a:t> греко-</a:t>
          </a:r>
          <a:r>
            <a:rPr lang="ru-RU" b="0" i="0" dirty="0" err="1"/>
            <a:t>католицької</a:t>
          </a:r>
          <a:r>
            <a:rPr lang="ru-RU" b="0" i="0" dirty="0"/>
            <a:t> церкви в </a:t>
          </a:r>
          <a:r>
            <a:rPr lang="ru-RU" b="0" i="0" dirty="0" err="1"/>
            <a:t>Речі</a:t>
          </a:r>
          <a:r>
            <a:rPr lang="ru-RU" b="0" i="0" dirty="0"/>
            <a:t> </a:t>
          </a:r>
          <a:r>
            <a:rPr lang="ru-RU" b="0" i="0" dirty="0" err="1"/>
            <a:t>Посполитій</a:t>
          </a:r>
          <a:endParaRPr lang="uk-UA" dirty="0"/>
        </a:p>
      </dgm:t>
    </dgm:pt>
    <dgm:pt modelId="{050A34BC-9FEB-4E3C-B65F-EB5183C67D20}" type="parTrans" cxnId="{65895DDF-6563-463B-9556-D942E09F6E54}">
      <dgm:prSet/>
      <dgm:spPr/>
      <dgm:t>
        <a:bodyPr/>
        <a:lstStyle/>
        <a:p>
          <a:endParaRPr lang="uk-UA"/>
        </a:p>
      </dgm:t>
    </dgm:pt>
    <dgm:pt modelId="{DC2DD631-2D38-49D5-A7C5-359C41FBB7D5}" type="sibTrans" cxnId="{65895DDF-6563-463B-9556-D942E09F6E54}">
      <dgm:prSet/>
      <dgm:spPr/>
      <dgm:t>
        <a:bodyPr/>
        <a:lstStyle/>
        <a:p>
          <a:endParaRPr lang="uk-UA"/>
        </a:p>
      </dgm:t>
    </dgm:pt>
    <dgm:pt modelId="{090238E2-284D-4873-9D60-2DD3EA5C0AF5}" type="pres">
      <dgm:prSet presAssocID="{21B21E85-9123-4F65-9DCD-7F8072EFC6A6}" presName="linear" presStyleCnt="0">
        <dgm:presLayoutVars>
          <dgm:animLvl val="lvl"/>
          <dgm:resizeHandles val="exact"/>
        </dgm:presLayoutVars>
      </dgm:prSet>
      <dgm:spPr/>
    </dgm:pt>
    <dgm:pt modelId="{3C72FEE0-E1EF-4616-AADB-122E6CA801E9}" type="pres">
      <dgm:prSet presAssocID="{DA5A698D-0DDC-4DA0-B99B-084AE8EEB5A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02AB042-9E83-416A-B938-95E8C44E98CF}" type="pres">
      <dgm:prSet presAssocID="{DEDA155B-45AB-4911-B26F-AEAD786004EF}" presName="spacer" presStyleCnt="0"/>
      <dgm:spPr/>
    </dgm:pt>
    <dgm:pt modelId="{AFF0E88C-3DF2-4E51-A418-FF9DB9285EBC}" type="pres">
      <dgm:prSet presAssocID="{624D51B6-481D-4CA8-BA91-8911412492E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6ABABD-D7A6-4EAA-9928-CB9B9E9B2F47}" type="pres">
      <dgm:prSet presAssocID="{39FD306B-445C-487E-A678-5E59A761EDEE}" presName="spacer" presStyleCnt="0"/>
      <dgm:spPr/>
    </dgm:pt>
    <dgm:pt modelId="{2037602B-CEB6-4141-B1D0-05338D6315F1}" type="pres">
      <dgm:prSet presAssocID="{A1332B1E-B592-4A21-B0BB-E1ACCFF7569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BE4C21-7BD4-46BA-BB66-B0CBAC8EDCA5}" type="pres">
      <dgm:prSet presAssocID="{027286D2-C5B0-4C08-8974-5AC9F5AA6EEA}" presName="spacer" presStyleCnt="0"/>
      <dgm:spPr/>
    </dgm:pt>
    <dgm:pt modelId="{2C0EDF23-6DF0-437F-B6D3-C3357BD270C7}" type="pres">
      <dgm:prSet presAssocID="{D76B445F-5D1B-44D2-93BB-C626C381FD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425021-91F6-4CDA-B0E9-7FACA9C1A6C1}" type="presOf" srcId="{DA5A698D-0DDC-4DA0-B99B-084AE8EEB5AB}" destId="{3C72FEE0-E1EF-4616-AADB-122E6CA801E9}" srcOrd="0" destOrd="0" presId="urn:microsoft.com/office/officeart/2005/8/layout/vList2"/>
    <dgm:cxn modelId="{C494B433-E8E5-463C-90F1-101A040E19E8}" srcId="{21B21E85-9123-4F65-9DCD-7F8072EFC6A6}" destId="{A1332B1E-B592-4A21-B0BB-E1ACCFF7569C}" srcOrd="2" destOrd="0" parTransId="{7A775CFB-4640-4E35-AB22-54A78FA474B4}" sibTransId="{027286D2-C5B0-4C08-8974-5AC9F5AA6EEA}"/>
    <dgm:cxn modelId="{B60F9B6D-B556-409D-AC52-D188D94EEB82}" type="presOf" srcId="{A1332B1E-B592-4A21-B0BB-E1ACCFF7569C}" destId="{2037602B-CEB6-4141-B1D0-05338D6315F1}" srcOrd="0" destOrd="0" presId="urn:microsoft.com/office/officeart/2005/8/layout/vList2"/>
    <dgm:cxn modelId="{19C6BA72-B4DE-40CB-8E0B-9EE8AAD4CE2C}" srcId="{21B21E85-9123-4F65-9DCD-7F8072EFC6A6}" destId="{624D51B6-481D-4CA8-BA91-8911412492ED}" srcOrd="1" destOrd="0" parTransId="{854DF6B7-244D-4E95-92B5-32CCA7E73F19}" sibTransId="{39FD306B-445C-487E-A678-5E59A761EDEE}"/>
    <dgm:cxn modelId="{998AA9A5-03B0-411D-B346-B041ADA9FFDD}" type="presOf" srcId="{624D51B6-481D-4CA8-BA91-8911412492ED}" destId="{AFF0E88C-3DF2-4E51-A418-FF9DB9285EBC}" srcOrd="0" destOrd="0" presId="urn:microsoft.com/office/officeart/2005/8/layout/vList2"/>
    <dgm:cxn modelId="{10F285C5-2F73-435D-AADA-843291D99B8E}" type="presOf" srcId="{21B21E85-9123-4F65-9DCD-7F8072EFC6A6}" destId="{090238E2-284D-4873-9D60-2DD3EA5C0AF5}" srcOrd="0" destOrd="0" presId="urn:microsoft.com/office/officeart/2005/8/layout/vList2"/>
    <dgm:cxn modelId="{8DD52AD4-1490-4C9B-9352-B534B9AD6E17}" srcId="{21B21E85-9123-4F65-9DCD-7F8072EFC6A6}" destId="{DA5A698D-0DDC-4DA0-B99B-084AE8EEB5AB}" srcOrd="0" destOrd="0" parTransId="{1398DD1C-5B72-41EE-ADD5-AE03A280B525}" sibTransId="{DEDA155B-45AB-4911-B26F-AEAD786004EF}"/>
    <dgm:cxn modelId="{65895DDF-6563-463B-9556-D942E09F6E54}" srcId="{21B21E85-9123-4F65-9DCD-7F8072EFC6A6}" destId="{D76B445F-5D1B-44D2-93BB-C626C381FD93}" srcOrd="3" destOrd="0" parTransId="{050A34BC-9FEB-4E3C-B65F-EB5183C67D20}" sibTransId="{DC2DD631-2D38-49D5-A7C5-359C41FBB7D5}"/>
    <dgm:cxn modelId="{A5940DF1-D209-4985-B89D-7092239C19F8}" type="presOf" srcId="{D76B445F-5D1B-44D2-93BB-C626C381FD93}" destId="{2C0EDF23-6DF0-437F-B6D3-C3357BD270C7}" srcOrd="0" destOrd="0" presId="urn:microsoft.com/office/officeart/2005/8/layout/vList2"/>
    <dgm:cxn modelId="{87364939-AF6D-4A26-9DC3-93B30DFB8889}" type="presParOf" srcId="{090238E2-284D-4873-9D60-2DD3EA5C0AF5}" destId="{3C72FEE0-E1EF-4616-AADB-122E6CA801E9}" srcOrd="0" destOrd="0" presId="urn:microsoft.com/office/officeart/2005/8/layout/vList2"/>
    <dgm:cxn modelId="{71B4E624-D7A6-4CD9-93F4-A83AECA61453}" type="presParOf" srcId="{090238E2-284D-4873-9D60-2DD3EA5C0AF5}" destId="{402AB042-9E83-416A-B938-95E8C44E98CF}" srcOrd="1" destOrd="0" presId="urn:microsoft.com/office/officeart/2005/8/layout/vList2"/>
    <dgm:cxn modelId="{73082875-10EE-441C-B23D-402909630FFD}" type="presParOf" srcId="{090238E2-284D-4873-9D60-2DD3EA5C0AF5}" destId="{AFF0E88C-3DF2-4E51-A418-FF9DB9285EBC}" srcOrd="2" destOrd="0" presId="urn:microsoft.com/office/officeart/2005/8/layout/vList2"/>
    <dgm:cxn modelId="{98FD5E88-44FD-43EF-98CA-C74256810441}" type="presParOf" srcId="{090238E2-284D-4873-9D60-2DD3EA5C0AF5}" destId="{3D6ABABD-D7A6-4EAA-9928-CB9B9E9B2F47}" srcOrd="3" destOrd="0" presId="urn:microsoft.com/office/officeart/2005/8/layout/vList2"/>
    <dgm:cxn modelId="{37E80938-CE9E-43A3-9B13-8BFF97313066}" type="presParOf" srcId="{090238E2-284D-4873-9D60-2DD3EA5C0AF5}" destId="{2037602B-CEB6-4141-B1D0-05338D6315F1}" srcOrd="4" destOrd="0" presId="urn:microsoft.com/office/officeart/2005/8/layout/vList2"/>
    <dgm:cxn modelId="{D4FFC4D0-442A-4DB5-9511-1D85BC5639F4}" type="presParOf" srcId="{090238E2-284D-4873-9D60-2DD3EA5C0AF5}" destId="{C9BE4C21-7BD4-46BA-BB66-B0CBAC8EDCA5}" srcOrd="5" destOrd="0" presId="urn:microsoft.com/office/officeart/2005/8/layout/vList2"/>
    <dgm:cxn modelId="{363F98CB-DB69-4993-8236-447EB9A48233}" type="presParOf" srcId="{090238E2-284D-4873-9D60-2DD3EA5C0AF5}" destId="{2C0EDF23-6DF0-437F-B6D3-C3357BD270C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36F27D68-A435-4B25-988B-07B464CD53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FAD47C4-F2D6-4006-83E7-BFF49A46DAD2}">
      <dgm:prSet/>
      <dgm:spPr/>
      <dgm:t>
        <a:bodyPr/>
        <a:lstStyle/>
        <a:p>
          <a:r>
            <a:rPr lang="uk-UA" b="0" i="0"/>
            <a:t>впорядкування житій святих козацької доби.</a:t>
          </a:r>
          <a:endParaRPr lang="uk-UA"/>
        </a:p>
      </dgm:t>
    </dgm:pt>
    <dgm:pt modelId="{73252E5D-6925-45C3-8132-3F5BF527B1D3}" type="parTrans" cxnId="{F9032ADD-0ABE-4F9E-AE59-284CD86A8C54}">
      <dgm:prSet/>
      <dgm:spPr/>
      <dgm:t>
        <a:bodyPr/>
        <a:lstStyle/>
        <a:p>
          <a:endParaRPr lang="uk-UA"/>
        </a:p>
      </dgm:t>
    </dgm:pt>
    <dgm:pt modelId="{D4BCCAD9-A3A8-45D9-9931-759A0BB5FD05}" type="sibTrans" cxnId="{F9032ADD-0ABE-4F9E-AE59-284CD86A8C54}">
      <dgm:prSet/>
      <dgm:spPr/>
      <dgm:t>
        <a:bodyPr/>
        <a:lstStyle/>
        <a:p>
          <a:endParaRPr lang="uk-UA"/>
        </a:p>
      </dgm:t>
    </dgm:pt>
    <dgm:pt modelId="{FA4E63BD-E74A-46B1-81F8-A7F02C8C2E20}">
      <dgm:prSet/>
      <dgm:spPr/>
      <dgm:t>
        <a:bodyPr/>
        <a:lstStyle/>
        <a:p>
          <a:r>
            <a:rPr lang="uk-UA" b="0" i="0" dirty="0"/>
            <a:t>твори про козацьку добу в українській історії.</a:t>
          </a:r>
          <a:endParaRPr lang="uk-UA" dirty="0"/>
        </a:p>
      </dgm:t>
    </dgm:pt>
    <dgm:pt modelId="{B7CE90CF-BA3A-4493-95A6-5961F180067C}" type="parTrans" cxnId="{A3142A6C-EBFB-4197-8AE0-9B0F524CD4BF}">
      <dgm:prSet/>
      <dgm:spPr/>
      <dgm:t>
        <a:bodyPr/>
        <a:lstStyle/>
        <a:p>
          <a:endParaRPr lang="uk-UA"/>
        </a:p>
      </dgm:t>
    </dgm:pt>
    <dgm:pt modelId="{F5E4935A-B009-4766-9D4C-9499C3FF50CD}" type="sibTrans" cxnId="{A3142A6C-EBFB-4197-8AE0-9B0F524CD4BF}">
      <dgm:prSet/>
      <dgm:spPr/>
      <dgm:t>
        <a:bodyPr/>
        <a:lstStyle/>
        <a:p>
          <a:endParaRPr lang="uk-UA"/>
        </a:p>
      </dgm:t>
    </dgm:pt>
    <dgm:pt modelId="{513BA1E4-A3D7-4B8B-B4D8-A1D0ADF788E3}">
      <dgm:prSet/>
      <dgm:spPr/>
      <dgm:t>
        <a:bodyPr/>
        <a:lstStyle/>
        <a:p>
          <a:r>
            <a:rPr lang="uk-UA" b="0" i="0" dirty="0"/>
            <a:t>публіцистичні твори на захист православ’я.</a:t>
          </a:r>
          <a:endParaRPr lang="uk-UA" dirty="0"/>
        </a:p>
      </dgm:t>
    </dgm:pt>
    <dgm:pt modelId="{A58A4C82-3737-4064-BCEA-8B5C8BB58215}" type="parTrans" cxnId="{1B0E64A4-1CA5-4BCF-9440-26891891BF12}">
      <dgm:prSet/>
      <dgm:spPr/>
      <dgm:t>
        <a:bodyPr/>
        <a:lstStyle/>
        <a:p>
          <a:endParaRPr lang="uk-UA"/>
        </a:p>
      </dgm:t>
    </dgm:pt>
    <dgm:pt modelId="{3CF9DCFF-02EB-4B1A-B4BF-70622BB841A7}" type="sibTrans" cxnId="{1B0E64A4-1CA5-4BCF-9440-26891891BF12}">
      <dgm:prSet/>
      <dgm:spPr/>
      <dgm:t>
        <a:bodyPr/>
        <a:lstStyle/>
        <a:p>
          <a:endParaRPr lang="uk-UA"/>
        </a:p>
      </dgm:t>
    </dgm:pt>
    <dgm:pt modelId="{82C99345-D907-4ECD-A1BD-B0A063A7299C}">
      <dgm:prSet/>
      <dgm:spPr/>
      <dgm:t>
        <a:bodyPr/>
        <a:lstStyle/>
        <a:p>
          <a:r>
            <a:rPr lang="uk-UA" b="0" i="0" dirty="0"/>
            <a:t>церковні морально-повчальні твори.</a:t>
          </a:r>
          <a:endParaRPr lang="uk-UA" dirty="0"/>
        </a:p>
      </dgm:t>
    </dgm:pt>
    <dgm:pt modelId="{6EA3B102-2EA8-4C56-8CA6-9E893950CC36}" type="parTrans" cxnId="{4DFDAE04-4F88-4944-AA91-66B9601E5468}">
      <dgm:prSet/>
      <dgm:spPr/>
      <dgm:t>
        <a:bodyPr/>
        <a:lstStyle/>
        <a:p>
          <a:endParaRPr lang="uk-UA"/>
        </a:p>
      </dgm:t>
    </dgm:pt>
    <dgm:pt modelId="{CDDF5D6E-1C81-4096-B081-8E5907AC20F3}" type="sibTrans" cxnId="{4DFDAE04-4F88-4944-AA91-66B9601E5468}">
      <dgm:prSet/>
      <dgm:spPr/>
      <dgm:t>
        <a:bodyPr/>
        <a:lstStyle/>
        <a:p>
          <a:endParaRPr lang="uk-UA"/>
        </a:p>
      </dgm:t>
    </dgm:pt>
    <dgm:pt modelId="{1735B87F-3770-4BAD-9D87-38FBFBF37244}" type="pres">
      <dgm:prSet presAssocID="{36F27D68-A435-4B25-988B-07B464CD5308}" presName="linear" presStyleCnt="0">
        <dgm:presLayoutVars>
          <dgm:animLvl val="lvl"/>
          <dgm:resizeHandles val="exact"/>
        </dgm:presLayoutVars>
      </dgm:prSet>
      <dgm:spPr/>
    </dgm:pt>
    <dgm:pt modelId="{AE4D60AF-861F-4227-8D4C-B93019678B0F}" type="pres">
      <dgm:prSet presAssocID="{6FAD47C4-F2D6-4006-83E7-BFF49A46DA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F8882F-45DC-42D8-9146-924D94191CF5}" type="pres">
      <dgm:prSet presAssocID="{D4BCCAD9-A3A8-45D9-9931-759A0BB5FD05}" presName="spacer" presStyleCnt="0"/>
      <dgm:spPr/>
    </dgm:pt>
    <dgm:pt modelId="{19EB8E8C-316D-4580-B90E-94737367E8E4}" type="pres">
      <dgm:prSet presAssocID="{FA4E63BD-E74A-46B1-81F8-A7F02C8C2E2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71BF3E-692E-4AF3-A620-282C9E1D3074}" type="pres">
      <dgm:prSet presAssocID="{F5E4935A-B009-4766-9D4C-9499C3FF50CD}" presName="spacer" presStyleCnt="0"/>
      <dgm:spPr/>
    </dgm:pt>
    <dgm:pt modelId="{0DA68A54-52FC-4A7B-82AA-E0872DD5CC00}" type="pres">
      <dgm:prSet presAssocID="{513BA1E4-A3D7-4B8B-B4D8-A1D0ADF788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A49973-37BD-48FB-A1EF-33597A4AED8A}" type="pres">
      <dgm:prSet presAssocID="{3CF9DCFF-02EB-4B1A-B4BF-70622BB841A7}" presName="spacer" presStyleCnt="0"/>
      <dgm:spPr/>
    </dgm:pt>
    <dgm:pt modelId="{E62C6F8B-F307-48AA-810F-0AB018BA199A}" type="pres">
      <dgm:prSet presAssocID="{82C99345-D907-4ECD-A1BD-B0A063A729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FDAE04-4F88-4944-AA91-66B9601E5468}" srcId="{36F27D68-A435-4B25-988B-07B464CD5308}" destId="{82C99345-D907-4ECD-A1BD-B0A063A7299C}" srcOrd="3" destOrd="0" parTransId="{6EA3B102-2EA8-4C56-8CA6-9E893950CC36}" sibTransId="{CDDF5D6E-1C81-4096-B081-8E5907AC20F3}"/>
    <dgm:cxn modelId="{7CED6F3B-9825-473C-86DD-2F9B2CDEFCAD}" type="presOf" srcId="{FA4E63BD-E74A-46B1-81F8-A7F02C8C2E20}" destId="{19EB8E8C-316D-4580-B90E-94737367E8E4}" srcOrd="0" destOrd="0" presId="urn:microsoft.com/office/officeart/2005/8/layout/vList2"/>
    <dgm:cxn modelId="{3F3F0E67-4143-4A27-B89D-D077418D80ED}" type="presOf" srcId="{513BA1E4-A3D7-4B8B-B4D8-A1D0ADF788E3}" destId="{0DA68A54-52FC-4A7B-82AA-E0872DD5CC00}" srcOrd="0" destOrd="0" presId="urn:microsoft.com/office/officeart/2005/8/layout/vList2"/>
    <dgm:cxn modelId="{A3142A6C-EBFB-4197-8AE0-9B0F524CD4BF}" srcId="{36F27D68-A435-4B25-988B-07B464CD5308}" destId="{FA4E63BD-E74A-46B1-81F8-A7F02C8C2E20}" srcOrd="1" destOrd="0" parTransId="{B7CE90CF-BA3A-4493-95A6-5961F180067C}" sibTransId="{F5E4935A-B009-4766-9D4C-9499C3FF50CD}"/>
    <dgm:cxn modelId="{458E8E7C-C06F-4646-A5E2-08E470D72827}" type="presOf" srcId="{82C99345-D907-4ECD-A1BD-B0A063A7299C}" destId="{E62C6F8B-F307-48AA-810F-0AB018BA199A}" srcOrd="0" destOrd="0" presId="urn:microsoft.com/office/officeart/2005/8/layout/vList2"/>
    <dgm:cxn modelId="{0A55467F-D642-40E3-A904-9521024D139F}" type="presOf" srcId="{6FAD47C4-F2D6-4006-83E7-BFF49A46DAD2}" destId="{AE4D60AF-861F-4227-8D4C-B93019678B0F}" srcOrd="0" destOrd="0" presId="urn:microsoft.com/office/officeart/2005/8/layout/vList2"/>
    <dgm:cxn modelId="{1B0E64A4-1CA5-4BCF-9440-26891891BF12}" srcId="{36F27D68-A435-4B25-988B-07B464CD5308}" destId="{513BA1E4-A3D7-4B8B-B4D8-A1D0ADF788E3}" srcOrd="2" destOrd="0" parTransId="{A58A4C82-3737-4064-BCEA-8B5C8BB58215}" sibTransId="{3CF9DCFF-02EB-4B1A-B4BF-70622BB841A7}"/>
    <dgm:cxn modelId="{F9032ADD-0ABE-4F9E-AE59-284CD86A8C54}" srcId="{36F27D68-A435-4B25-988B-07B464CD5308}" destId="{6FAD47C4-F2D6-4006-83E7-BFF49A46DAD2}" srcOrd="0" destOrd="0" parTransId="{73252E5D-6925-45C3-8132-3F5BF527B1D3}" sibTransId="{D4BCCAD9-A3A8-45D9-9931-759A0BB5FD05}"/>
    <dgm:cxn modelId="{199605EB-D1CE-452C-89DB-741F5A806962}" type="presOf" srcId="{36F27D68-A435-4B25-988B-07B464CD5308}" destId="{1735B87F-3770-4BAD-9D87-38FBFBF37244}" srcOrd="0" destOrd="0" presId="urn:microsoft.com/office/officeart/2005/8/layout/vList2"/>
    <dgm:cxn modelId="{DCA7BC91-ABD0-44AC-9525-4AA892E2BA71}" type="presParOf" srcId="{1735B87F-3770-4BAD-9D87-38FBFBF37244}" destId="{AE4D60AF-861F-4227-8D4C-B93019678B0F}" srcOrd="0" destOrd="0" presId="urn:microsoft.com/office/officeart/2005/8/layout/vList2"/>
    <dgm:cxn modelId="{2F778FD5-E0FB-4CDB-A507-2BD5C8F8AAB7}" type="presParOf" srcId="{1735B87F-3770-4BAD-9D87-38FBFBF37244}" destId="{D3F8882F-45DC-42D8-9146-924D94191CF5}" srcOrd="1" destOrd="0" presId="urn:microsoft.com/office/officeart/2005/8/layout/vList2"/>
    <dgm:cxn modelId="{0206B808-947A-4542-9364-0A39C5A1AEBA}" type="presParOf" srcId="{1735B87F-3770-4BAD-9D87-38FBFBF37244}" destId="{19EB8E8C-316D-4580-B90E-94737367E8E4}" srcOrd="2" destOrd="0" presId="urn:microsoft.com/office/officeart/2005/8/layout/vList2"/>
    <dgm:cxn modelId="{F6F5F782-BE41-4A30-AF96-D31A68659E5D}" type="presParOf" srcId="{1735B87F-3770-4BAD-9D87-38FBFBF37244}" destId="{2071BF3E-692E-4AF3-A620-282C9E1D3074}" srcOrd="3" destOrd="0" presId="urn:microsoft.com/office/officeart/2005/8/layout/vList2"/>
    <dgm:cxn modelId="{D198B250-63FD-4A27-8D6B-A3D58EB52B3E}" type="presParOf" srcId="{1735B87F-3770-4BAD-9D87-38FBFBF37244}" destId="{0DA68A54-52FC-4A7B-82AA-E0872DD5CC00}" srcOrd="4" destOrd="0" presId="urn:microsoft.com/office/officeart/2005/8/layout/vList2"/>
    <dgm:cxn modelId="{C36A1C64-F059-4D34-AB1F-B05DEF182996}" type="presParOf" srcId="{1735B87F-3770-4BAD-9D87-38FBFBF37244}" destId="{00A49973-37BD-48FB-A1EF-33597A4AED8A}" srcOrd="5" destOrd="0" presId="urn:microsoft.com/office/officeart/2005/8/layout/vList2"/>
    <dgm:cxn modelId="{330F0C7D-073E-46E6-8D43-D96A1A20A814}" type="presParOf" srcId="{1735B87F-3770-4BAD-9D87-38FBFBF37244}" destId="{E62C6F8B-F307-48AA-810F-0AB018BA199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45915111-BDBC-4C61-AC75-CC3683D358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BA031D-8AA8-4A07-8B1B-EE54D48056DD}">
      <dgm:prSet/>
      <dgm:spPr/>
      <dgm:t>
        <a:bodyPr/>
        <a:lstStyle/>
        <a:p>
          <a:r>
            <a:rPr lang="uk-UA" b="0" i="0"/>
            <a:t>закріпачення селян Лівобережної та Слобідської України</a:t>
          </a:r>
          <a:endParaRPr lang="uk-UA"/>
        </a:p>
      </dgm:t>
    </dgm:pt>
    <dgm:pt modelId="{B167B447-541F-4058-A0DE-0F5CA124E321}" type="parTrans" cxnId="{082CD32A-3E05-44A2-9B10-C8D33E2D1BC0}">
      <dgm:prSet/>
      <dgm:spPr/>
      <dgm:t>
        <a:bodyPr/>
        <a:lstStyle/>
        <a:p>
          <a:endParaRPr lang="uk-UA"/>
        </a:p>
      </dgm:t>
    </dgm:pt>
    <dgm:pt modelId="{92481943-6458-4988-BCF3-468AEA6E1A40}" type="sibTrans" cxnId="{082CD32A-3E05-44A2-9B10-C8D33E2D1BC0}">
      <dgm:prSet/>
      <dgm:spPr/>
      <dgm:t>
        <a:bodyPr/>
        <a:lstStyle/>
        <a:p>
          <a:endParaRPr lang="uk-UA"/>
        </a:p>
      </dgm:t>
    </dgm:pt>
    <dgm:pt modelId="{B7FF7FEE-08CF-4EE6-88A8-5A33E10CFF51}">
      <dgm:prSet/>
      <dgm:spPr/>
      <dgm:t>
        <a:bodyPr/>
        <a:lstStyle/>
        <a:p>
          <a:r>
            <a:rPr lang="uk-UA" b="0" i="0" dirty="0"/>
            <a:t>Другий поділ Речі Посполитої</a:t>
          </a:r>
          <a:endParaRPr lang="uk-UA" dirty="0"/>
        </a:p>
      </dgm:t>
    </dgm:pt>
    <dgm:pt modelId="{5939E3C0-A961-43E7-8FBB-C020B063B7D8}" type="parTrans" cxnId="{7C444037-44E7-4D06-8067-C529869E6435}">
      <dgm:prSet/>
      <dgm:spPr/>
      <dgm:t>
        <a:bodyPr/>
        <a:lstStyle/>
        <a:p>
          <a:endParaRPr lang="uk-UA"/>
        </a:p>
      </dgm:t>
    </dgm:pt>
    <dgm:pt modelId="{6F7774F0-1BF7-447C-BF11-A909F953785A}" type="sibTrans" cxnId="{7C444037-44E7-4D06-8067-C529869E6435}">
      <dgm:prSet/>
      <dgm:spPr/>
      <dgm:t>
        <a:bodyPr/>
        <a:lstStyle/>
        <a:p>
          <a:endParaRPr lang="uk-UA"/>
        </a:p>
      </dgm:t>
    </dgm:pt>
    <dgm:pt modelId="{591AF36F-74BC-4D04-9D69-F1C7988D626F}">
      <dgm:prSet/>
      <dgm:spPr/>
      <dgm:t>
        <a:bodyPr/>
        <a:lstStyle/>
        <a:p>
          <a:r>
            <a:rPr lang="uk-UA" b="0" i="0" dirty="0"/>
            <a:t>утворення Другої Малоросійської колегії</a:t>
          </a:r>
          <a:endParaRPr lang="uk-UA" dirty="0"/>
        </a:p>
      </dgm:t>
    </dgm:pt>
    <dgm:pt modelId="{56A9B750-538C-43BB-8B85-DEF05C33BB0A}" type="parTrans" cxnId="{2CBA32D8-4B3D-4E97-A5B2-C9285F3F1F90}">
      <dgm:prSet/>
      <dgm:spPr/>
      <dgm:t>
        <a:bodyPr/>
        <a:lstStyle/>
        <a:p>
          <a:endParaRPr lang="uk-UA"/>
        </a:p>
      </dgm:t>
    </dgm:pt>
    <dgm:pt modelId="{F782BA6F-DE8C-4CF6-ACB8-A31B16CB4A2A}" type="sibTrans" cxnId="{2CBA32D8-4B3D-4E97-A5B2-C9285F3F1F90}">
      <dgm:prSet/>
      <dgm:spPr/>
      <dgm:t>
        <a:bodyPr/>
        <a:lstStyle/>
        <a:p>
          <a:endParaRPr lang="uk-UA"/>
        </a:p>
      </dgm:t>
    </dgm:pt>
    <dgm:pt modelId="{619D5631-C1C9-4888-B6D3-382FCFCA7020}">
      <dgm:prSet/>
      <dgm:spPr/>
      <dgm:t>
        <a:bodyPr/>
        <a:lstStyle/>
        <a:p>
          <a:r>
            <a:rPr lang="uk-UA" b="0" i="0" dirty="0"/>
            <a:t>остаточна ліквідація Запорозької Січі</a:t>
          </a:r>
          <a:endParaRPr lang="uk-UA" dirty="0"/>
        </a:p>
      </dgm:t>
    </dgm:pt>
    <dgm:pt modelId="{D0D217E5-038D-45CC-AFC0-7CA407F93967}" type="parTrans" cxnId="{37DE4D17-65F8-499C-B030-E66D74FBE1F6}">
      <dgm:prSet/>
      <dgm:spPr/>
      <dgm:t>
        <a:bodyPr/>
        <a:lstStyle/>
        <a:p>
          <a:endParaRPr lang="uk-UA"/>
        </a:p>
      </dgm:t>
    </dgm:pt>
    <dgm:pt modelId="{D6C57555-B4DC-427F-812A-729263EAE107}" type="sibTrans" cxnId="{37DE4D17-65F8-499C-B030-E66D74FBE1F6}">
      <dgm:prSet/>
      <dgm:spPr/>
      <dgm:t>
        <a:bodyPr/>
        <a:lstStyle/>
        <a:p>
          <a:endParaRPr lang="uk-UA"/>
        </a:p>
      </dgm:t>
    </dgm:pt>
    <dgm:pt modelId="{6A0C24D6-2383-4267-8C4B-6D51F899D9F6}" type="pres">
      <dgm:prSet presAssocID="{45915111-BDBC-4C61-AC75-CC3683D3587B}" presName="linear" presStyleCnt="0">
        <dgm:presLayoutVars>
          <dgm:animLvl val="lvl"/>
          <dgm:resizeHandles val="exact"/>
        </dgm:presLayoutVars>
      </dgm:prSet>
      <dgm:spPr/>
    </dgm:pt>
    <dgm:pt modelId="{2ECE8D84-AA2D-4587-AE6A-E06BBEEFCBEB}" type="pres">
      <dgm:prSet presAssocID="{11BA031D-8AA8-4A07-8B1B-EE54D48056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80B960-98F1-417B-B0AB-80991D55F83F}" type="pres">
      <dgm:prSet presAssocID="{92481943-6458-4988-BCF3-468AEA6E1A40}" presName="spacer" presStyleCnt="0"/>
      <dgm:spPr/>
    </dgm:pt>
    <dgm:pt modelId="{7CCD9525-0582-48F9-9B07-89D8639B6F6E}" type="pres">
      <dgm:prSet presAssocID="{B7FF7FEE-08CF-4EE6-88A8-5A33E10CFF5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728E6E2-E7F6-4FC3-8FFE-FDC39B8414F8}" type="pres">
      <dgm:prSet presAssocID="{6F7774F0-1BF7-447C-BF11-A909F953785A}" presName="spacer" presStyleCnt="0"/>
      <dgm:spPr/>
    </dgm:pt>
    <dgm:pt modelId="{28EF5D23-4AF1-4605-AB87-3B3E744C0C9A}" type="pres">
      <dgm:prSet presAssocID="{591AF36F-74BC-4D04-9D69-F1C7988D62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4A32FA-5D7F-4453-8D3C-A4341DCA12DD}" type="pres">
      <dgm:prSet presAssocID="{F782BA6F-DE8C-4CF6-ACB8-A31B16CB4A2A}" presName="spacer" presStyleCnt="0"/>
      <dgm:spPr/>
    </dgm:pt>
    <dgm:pt modelId="{9020A15F-7A43-40D2-8E85-E17EB15BB749}" type="pres">
      <dgm:prSet presAssocID="{619D5631-C1C9-4888-B6D3-382FCFCA702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203D805-48CE-4E8B-86CD-CCB0B0E952F3}" type="presOf" srcId="{B7FF7FEE-08CF-4EE6-88A8-5A33E10CFF51}" destId="{7CCD9525-0582-48F9-9B07-89D8639B6F6E}" srcOrd="0" destOrd="0" presId="urn:microsoft.com/office/officeart/2005/8/layout/vList2"/>
    <dgm:cxn modelId="{37DE4D17-65F8-499C-B030-E66D74FBE1F6}" srcId="{45915111-BDBC-4C61-AC75-CC3683D3587B}" destId="{619D5631-C1C9-4888-B6D3-382FCFCA7020}" srcOrd="3" destOrd="0" parTransId="{D0D217E5-038D-45CC-AFC0-7CA407F93967}" sibTransId="{D6C57555-B4DC-427F-812A-729263EAE107}"/>
    <dgm:cxn modelId="{082CD32A-3E05-44A2-9B10-C8D33E2D1BC0}" srcId="{45915111-BDBC-4C61-AC75-CC3683D3587B}" destId="{11BA031D-8AA8-4A07-8B1B-EE54D48056DD}" srcOrd="0" destOrd="0" parTransId="{B167B447-541F-4058-A0DE-0F5CA124E321}" sibTransId="{92481943-6458-4988-BCF3-468AEA6E1A40}"/>
    <dgm:cxn modelId="{7C444037-44E7-4D06-8067-C529869E6435}" srcId="{45915111-BDBC-4C61-AC75-CC3683D3587B}" destId="{B7FF7FEE-08CF-4EE6-88A8-5A33E10CFF51}" srcOrd="1" destOrd="0" parTransId="{5939E3C0-A961-43E7-8FBB-C020B063B7D8}" sibTransId="{6F7774F0-1BF7-447C-BF11-A909F953785A}"/>
    <dgm:cxn modelId="{27A0F244-4DAC-4C03-B72A-60E78D39ADF7}" type="presOf" srcId="{591AF36F-74BC-4D04-9D69-F1C7988D626F}" destId="{28EF5D23-4AF1-4605-AB87-3B3E744C0C9A}" srcOrd="0" destOrd="0" presId="urn:microsoft.com/office/officeart/2005/8/layout/vList2"/>
    <dgm:cxn modelId="{97BA8F7C-D783-4B87-969E-B843170BA49D}" type="presOf" srcId="{619D5631-C1C9-4888-B6D3-382FCFCA7020}" destId="{9020A15F-7A43-40D2-8E85-E17EB15BB749}" srcOrd="0" destOrd="0" presId="urn:microsoft.com/office/officeart/2005/8/layout/vList2"/>
    <dgm:cxn modelId="{8B8F51A0-96BA-4CC6-8729-992D8806F705}" type="presOf" srcId="{11BA031D-8AA8-4A07-8B1B-EE54D48056DD}" destId="{2ECE8D84-AA2D-4587-AE6A-E06BBEEFCBEB}" srcOrd="0" destOrd="0" presId="urn:microsoft.com/office/officeart/2005/8/layout/vList2"/>
    <dgm:cxn modelId="{F49C06BC-D25A-4678-9A0F-FEE11ACAB11F}" type="presOf" srcId="{45915111-BDBC-4C61-AC75-CC3683D3587B}" destId="{6A0C24D6-2383-4267-8C4B-6D51F899D9F6}" srcOrd="0" destOrd="0" presId="urn:microsoft.com/office/officeart/2005/8/layout/vList2"/>
    <dgm:cxn modelId="{2CBA32D8-4B3D-4E97-A5B2-C9285F3F1F90}" srcId="{45915111-BDBC-4C61-AC75-CC3683D3587B}" destId="{591AF36F-74BC-4D04-9D69-F1C7988D626F}" srcOrd="2" destOrd="0" parTransId="{56A9B750-538C-43BB-8B85-DEF05C33BB0A}" sibTransId="{F782BA6F-DE8C-4CF6-ACB8-A31B16CB4A2A}"/>
    <dgm:cxn modelId="{CA1C2454-AB16-4074-918A-26E393D7CDD5}" type="presParOf" srcId="{6A0C24D6-2383-4267-8C4B-6D51F899D9F6}" destId="{2ECE8D84-AA2D-4587-AE6A-E06BBEEFCBEB}" srcOrd="0" destOrd="0" presId="urn:microsoft.com/office/officeart/2005/8/layout/vList2"/>
    <dgm:cxn modelId="{17BAEC7E-FB04-41C2-844A-5DBBD4B0093C}" type="presParOf" srcId="{6A0C24D6-2383-4267-8C4B-6D51F899D9F6}" destId="{DE80B960-98F1-417B-B0AB-80991D55F83F}" srcOrd="1" destOrd="0" presId="urn:microsoft.com/office/officeart/2005/8/layout/vList2"/>
    <dgm:cxn modelId="{B823B4DE-E9B1-41EC-AC0F-58783CAE044F}" type="presParOf" srcId="{6A0C24D6-2383-4267-8C4B-6D51F899D9F6}" destId="{7CCD9525-0582-48F9-9B07-89D8639B6F6E}" srcOrd="2" destOrd="0" presId="urn:microsoft.com/office/officeart/2005/8/layout/vList2"/>
    <dgm:cxn modelId="{D99FA76E-22B6-48F9-B904-A5CA6BFD208A}" type="presParOf" srcId="{6A0C24D6-2383-4267-8C4B-6D51F899D9F6}" destId="{C728E6E2-E7F6-4FC3-8FFE-FDC39B8414F8}" srcOrd="3" destOrd="0" presId="urn:microsoft.com/office/officeart/2005/8/layout/vList2"/>
    <dgm:cxn modelId="{A81D895D-68E3-4103-9F6E-B2D3BDE38637}" type="presParOf" srcId="{6A0C24D6-2383-4267-8C4B-6D51F899D9F6}" destId="{28EF5D23-4AF1-4605-AB87-3B3E744C0C9A}" srcOrd="4" destOrd="0" presId="urn:microsoft.com/office/officeart/2005/8/layout/vList2"/>
    <dgm:cxn modelId="{D27278AC-4B05-4067-8B53-454EDC5B1D2C}" type="presParOf" srcId="{6A0C24D6-2383-4267-8C4B-6D51F899D9F6}" destId="{664A32FA-5D7F-4453-8D3C-A4341DCA12DD}" srcOrd="5" destOrd="0" presId="urn:microsoft.com/office/officeart/2005/8/layout/vList2"/>
    <dgm:cxn modelId="{EAE5FEA3-E98D-4166-9F74-4A43E55E40A6}" type="presParOf" srcId="{6A0C24D6-2383-4267-8C4B-6D51F899D9F6}" destId="{9020A15F-7A43-40D2-8E85-E17EB15BB7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D1AE1578-8D0E-485A-9913-8D8FF0B0E0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EA2DCD1-6C00-4ADB-BBE9-3401FF10EAFD}">
      <dgm:prSet/>
      <dgm:spPr/>
      <dgm:t>
        <a:bodyPr/>
        <a:lstStyle/>
        <a:p>
          <a:r>
            <a:rPr lang="uk-UA" b="0" i="0" dirty="0"/>
            <a:t>повернення козаків Задунайської Січі на Запоріжжя.</a:t>
          </a:r>
          <a:endParaRPr lang="uk-UA" dirty="0"/>
        </a:p>
      </dgm:t>
    </dgm:pt>
    <dgm:pt modelId="{5CAE6D84-2817-4DEF-BEBF-994432A82285}" type="parTrans" cxnId="{A2AE539E-DFCB-443A-8226-AD003EF05590}">
      <dgm:prSet/>
      <dgm:spPr/>
      <dgm:t>
        <a:bodyPr/>
        <a:lstStyle/>
        <a:p>
          <a:endParaRPr lang="uk-UA"/>
        </a:p>
      </dgm:t>
    </dgm:pt>
    <dgm:pt modelId="{6D7325ED-6364-44C0-80A8-BE9028667D35}" type="sibTrans" cxnId="{A2AE539E-DFCB-443A-8226-AD003EF05590}">
      <dgm:prSet/>
      <dgm:spPr/>
      <dgm:t>
        <a:bodyPr/>
        <a:lstStyle/>
        <a:p>
          <a:endParaRPr lang="uk-UA"/>
        </a:p>
      </dgm:t>
    </dgm:pt>
    <dgm:pt modelId="{C3126FA0-8A49-4591-B4F7-01FBD0D06A84}">
      <dgm:prSet/>
      <dgm:spPr/>
      <dgm:t>
        <a:bodyPr/>
        <a:lstStyle/>
        <a:p>
          <a:r>
            <a:rPr lang="uk-UA" b="0" i="0"/>
            <a:t>ліквідацію решток автономного устрою Гетьманщини.</a:t>
          </a:r>
          <a:endParaRPr lang="uk-UA"/>
        </a:p>
      </dgm:t>
    </dgm:pt>
    <dgm:pt modelId="{343F561B-1314-41BB-AC66-EA553663342E}" type="parTrans" cxnId="{C4227637-E8CB-4351-A269-B8C783A3F8F5}">
      <dgm:prSet/>
      <dgm:spPr/>
      <dgm:t>
        <a:bodyPr/>
        <a:lstStyle/>
        <a:p>
          <a:endParaRPr lang="uk-UA"/>
        </a:p>
      </dgm:t>
    </dgm:pt>
    <dgm:pt modelId="{140B2EF9-478C-4BA7-91C5-B3F584C5BB06}" type="sibTrans" cxnId="{C4227637-E8CB-4351-A269-B8C783A3F8F5}">
      <dgm:prSet/>
      <dgm:spPr/>
      <dgm:t>
        <a:bodyPr/>
        <a:lstStyle/>
        <a:p>
          <a:endParaRPr lang="uk-UA"/>
        </a:p>
      </dgm:t>
    </dgm:pt>
    <dgm:pt modelId="{5A571232-7FAB-429B-B68E-B82F2475E6B1}">
      <dgm:prSet/>
      <dgm:spPr/>
      <dgm:t>
        <a:bodyPr/>
        <a:lstStyle/>
        <a:p>
          <a:r>
            <a:rPr lang="uk-UA" b="0" i="0"/>
            <a:t>упорядкування системи правління в Запорозькій Січі.</a:t>
          </a:r>
          <a:endParaRPr lang="uk-UA"/>
        </a:p>
      </dgm:t>
    </dgm:pt>
    <dgm:pt modelId="{C28FB46C-E739-4883-BA94-6B45D87976B4}" type="parTrans" cxnId="{15AFA1AA-32ED-40B1-8BDC-6CDADB7B216D}">
      <dgm:prSet/>
      <dgm:spPr/>
      <dgm:t>
        <a:bodyPr/>
        <a:lstStyle/>
        <a:p>
          <a:endParaRPr lang="uk-UA"/>
        </a:p>
      </dgm:t>
    </dgm:pt>
    <dgm:pt modelId="{B37E1AE8-B2F4-4E29-9A3D-632B1B075588}" type="sibTrans" cxnId="{15AFA1AA-32ED-40B1-8BDC-6CDADB7B216D}">
      <dgm:prSet/>
      <dgm:spPr/>
      <dgm:t>
        <a:bodyPr/>
        <a:lstStyle/>
        <a:p>
          <a:endParaRPr lang="uk-UA"/>
        </a:p>
      </dgm:t>
    </dgm:pt>
    <dgm:pt modelId="{94D49738-6C71-4DA9-8C54-59F3CB28590C}">
      <dgm:prSet/>
      <dgm:spPr/>
      <dgm:t>
        <a:bodyPr/>
        <a:lstStyle/>
        <a:p>
          <a:r>
            <a:rPr lang="uk-UA" b="0" i="0" dirty="0"/>
            <a:t>запровадження полкового устрою на Слобідській Україні.</a:t>
          </a:r>
          <a:endParaRPr lang="uk-UA" dirty="0"/>
        </a:p>
      </dgm:t>
    </dgm:pt>
    <dgm:pt modelId="{3A072652-8D20-4381-BABE-06A844362187}" type="parTrans" cxnId="{29F7E7AC-1FDF-45FD-9CC5-2C4FED995E16}">
      <dgm:prSet/>
      <dgm:spPr/>
      <dgm:t>
        <a:bodyPr/>
        <a:lstStyle/>
        <a:p>
          <a:endParaRPr lang="uk-UA"/>
        </a:p>
      </dgm:t>
    </dgm:pt>
    <dgm:pt modelId="{085EE78F-9860-4E36-98FD-BFB4F0439FF7}" type="sibTrans" cxnId="{29F7E7AC-1FDF-45FD-9CC5-2C4FED995E16}">
      <dgm:prSet/>
      <dgm:spPr/>
      <dgm:t>
        <a:bodyPr/>
        <a:lstStyle/>
        <a:p>
          <a:endParaRPr lang="uk-UA"/>
        </a:p>
      </dgm:t>
    </dgm:pt>
    <dgm:pt modelId="{BEE162C8-6E2E-4EEF-B1BC-EE993A4E8C78}" type="pres">
      <dgm:prSet presAssocID="{D1AE1578-8D0E-485A-9913-8D8FF0B0E066}" presName="linear" presStyleCnt="0">
        <dgm:presLayoutVars>
          <dgm:animLvl val="lvl"/>
          <dgm:resizeHandles val="exact"/>
        </dgm:presLayoutVars>
      </dgm:prSet>
      <dgm:spPr/>
    </dgm:pt>
    <dgm:pt modelId="{1E525237-30F4-4191-9473-CED6F09FF1F2}" type="pres">
      <dgm:prSet presAssocID="{AEA2DCD1-6C00-4ADB-BBE9-3401FF10EA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546D8E-278E-46F5-9742-D96C845D5E12}" type="pres">
      <dgm:prSet presAssocID="{6D7325ED-6364-44C0-80A8-BE9028667D35}" presName="spacer" presStyleCnt="0"/>
      <dgm:spPr/>
    </dgm:pt>
    <dgm:pt modelId="{F08C5753-6A09-481F-A0EC-5DDD532BB4FF}" type="pres">
      <dgm:prSet presAssocID="{C3126FA0-8A49-4591-B4F7-01FBD0D06A8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3098D6-E04E-4F96-BF33-2FCBC9197DA1}" type="pres">
      <dgm:prSet presAssocID="{140B2EF9-478C-4BA7-91C5-B3F584C5BB06}" presName="spacer" presStyleCnt="0"/>
      <dgm:spPr/>
    </dgm:pt>
    <dgm:pt modelId="{4ABA83AA-2713-4F25-AF93-C23C98C72259}" type="pres">
      <dgm:prSet presAssocID="{5A571232-7FAB-429B-B68E-B82F2475E6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B209869-FD7D-480C-B299-E3389D65E565}" type="pres">
      <dgm:prSet presAssocID="{B37E1AE8-B2F4-4E29-9A3D-632B1B075588}" presName="spacer" presStyleCnt="0"/>
      <dgm:spPr/>
    </dgm:pt>
    <dgm:pt modelId="{4C584C18-16ED-4950-B67A-B977B655712C}" type="pres">
      <dgm:prSet presAssocID="{94D49738-6C71-4DA9-8C54-59F3CB28590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9E0C810-0989-4CD5-9F22-66C5D7D5C888}" type="presOf" srcId="{94D49738-6C71-4DA9-8C54-59F3CB28590C}" destId="{4C584C18-16ED-4950-B67A-B977B655712C}" srcOrd="0" destOrd="0" presId="urn:microsoft.com/office/officeart/2005/8/layout/vList2"/>
    <dgm:cxn modelId="{C4227637-E8CB-4351-A269-B8C783A3F8F5}" srcId="{D1AE1578-8D0E-485A-9913-8D8FF0B0E066}" destId="{C3126FA0-8A49-4591-B4F7-01FBD0D06A84}" srcOrd="1" destOrd="0" parTransId="{343F561B-1314-41BB-AC66-EA553663342E}" sibTransId="{140B2EF9-478C-4BA7-91C5-B3F584C5BB06}"/>
    <dgm:cxn modelId="{D8194062-53A7-4225-AE6E-CD58EAB2CAA7}" type="presOf" srcId="{AEA2DCD1-6C00-4ADB-BBE9-3401FF10EAFD}" destId="{1E525237-30F4-4191-9473-CED6F09FF1F2}" srcOrd="0" destOrd="0" presId="urn:microsoft.com/office/officeart/2005/8/layout/vList2"/>
    <dgm:cxn modelId="{717E8F58-2B3E-4A79-9CCC-3F4D979CC393}" type="presOf" srcId="{C3126FA0-8A49-4591-B4F7-01FBD0D06A84}" destId="{F08C5753-6A09-481F-A0EC-5DDD532BB4FF}" srcOrd="0" destOrd="0" presId="urn:microsoft.com/office/officeart/2005/8/layout/vList2"/>
    <dgm:cxn modelId="{58DEB28C-31BA-4FDC-BFFA-21A608A1E7EA}" type="presOf" srcId="{D1AE1578-8D0E-485A-9913-8D8FF0B0E066}" destId="{BEE162C8-6E2E-4EEF-B1BC-EE993A4E8C78}" srcOrd="0" destOrd="0" presId="urn:microsoft.com/office/officeart/2005/8/layout/vList2"/>
    <dgm:cxn modelId="{A2AE539E-DFCB-443A-8226-AD003EF05590}" srcId="{D1AE1578-8D0E-485A-9913-8D8FF0B0E066}" destId="{AEA2DCD1-6C00-4ADB-BBE9-3401FF10EAFD}" srcOrd="0" destOrd="0" parTransId="{5CAE6D84-2817-4DEF-BEBF-994432A82285}" sibTransId="{6D7325ED-6364-44C0-80A8-BE9028667D35}"/>
    <dgm:cxn modelId="{15AFA1AA-32ED-40B1-8BDC-6CDADB7B216D}" srcId="{D1AE1578-8D0E-485A-9913-8D8FF0B0E066}" destId="{5A571232-7FAB-429B-B68E-B82F2475E6B1}" srcOrd="2" destOrd="0" parTransId="{C28FB46C-E739-4883-BA94-6B45D87976B4}" sibTransId="{B37E1AE8-B2F4-4E29-9A3D-632B1B075588}"/>
    <dgm:cxn modelId="{29F7E7AC-1FDF-45FD-9CC5-2C4FED995E16}" srcId="{D1AE1578-8D0E-485A-9913-8D8FF0B0E066}" destId="{94D49738-6C71-4DA9-8C54-59F3CB28590C}" srcOrd="3" destOrd="0" parTransId="{3A072652-8D20-4381-BABE-06A844362187}" sibTransId="{085EE78F-9860-4E36-98FD-BFB4F0439FF7}"/>
    <dgm:cxn modelId="{F165AECD-6C27-4FEC-8CF1-E2DD6CA57C7A}" type="presOf" srcId="{5A571232-7FAB-429B-B68E-B82F2475E6B1}" destId="{4ABA83AA-2713-4F25-AF93-C23C98C72259}" srcOrd="0" destOrd="0" presId="urn:microsoft.com/office/officeart/2005/8/layout/vList2"/>
    <dgm:cxn modelId="{035FCE87-D5CB-484E-8FAB-591E21382084}" type="presParOf" srcId="{BEE162C8-6E2E-4EEF-B1BC-EE993A4E8C78}" destId="{1E525237-30F4-4191-9473-CED6F09FF1F2}" srcOrd="0" destOrd="0" presId="urn:microsoft.com/office/officeart/2005/8/layout/vList2"/>
    <dgm:cxn modelId="{FD64D785-6A5D-43E8-A094-8A8E3709D6B2}" type="presParOf" srcId="{BEE162C8-6E2E-4EEF-B1BC-EE993A4E8C78}" destId="{69546D8E-278E-46F5-9742-D96C845D5E12}" srcOrd="1" destOrd="0" presId="urn:microsoft.com/office/officeart/2005/8/layout/vList2"/>
    <dgm:cxn modelId="{B00EE50C-E843-45B3-807B-7F9BE72D6B69}" type="presParOf" srcId="{BEE162C8-6E2E-4EEF-B1BC-EE993A4E8C78}" destId="{F08C5753-6A09-481F-A0EC-5DDD532BB4FF}" srcOrd="2" destOrd="0" presId="urn:microsoft.com/office/officeart/2005/8/layout/vList2"/>
    <dgm:cxn modelId="{3446C8EB-4B7B-4CC8-8E26-B52C706011CC}" type="presParOf" srcId="{BEE162C8-6E2E-4EEF-B1BC-EE993A4E8C78}" destId="{9B3098D6-E04E-4F96-BF33-2FCBC9197DA1}" srcOrd="3" destOrd="0" presId="urn:microsoft.com/office/officeart/2005/8/layout/vList2"/>
    <dgm:cxn modelId="{79193DED-1380-4E1B-A01B-2A1B96838A1A}" type="presParOf" srcId="{BEE162C8-6E2E-4EEF-B1BC-EE993A4E8C78}" destId="{4ABA83AA-2713-4F25-AF93-C23C98C72259}" srcOrd="4" destOrd="0" presId="urn:microsoft.com/office/officeart/2005/8/layout/vList2"/>
    <dgm:cxn modelId="{BCF6006A-C23E-46EB-9907-4BB9EC6DA98E}" type="presParOf" srcId="{BEE162C8-6E2E-4EEF-B1BC-EE993A4E8C78}" destId="{2B209869-FD7D-480C-B299-E3389D65E565}" srcOrd="5" destOrd="0" presId="urn:microsoft.com/office/officeart/2005/8/layout/vList2"/>
    <dgm:cxn modelId="{150F7A93-2347-4214-B760-DF9B4E655BA0}" type="presParOf" srcId="{BEE162C8-6E2E-4EEF-B1BC-EE993A4E8C78}" destId="{4C584C18-16ED-4950-B67A-B977B655712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796CD08D-42A7-42EE-A279-E1D3180046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2F10E8-944F-4477-A957-A55CE2435893}">
      <dgm:prSet/>
      <dgm:spPr/>
      <dgm:t>
        <a:bodyPr/>
        <a:lstStyle/>
        <a:p>
          <a:r>
            <a:rPr lang="uk-UA" b="0" i="0"/>
            <a:t>Лівобережної України.</a:t>
          </a:r>
          <a:endParaRPr lang="uk-UA"/>
        </a:p>
      </dgm:t>
    </dgm:pt>
    <dgm:pt modelId="{5DA3AA59-67FC-4B1C-B525-D92B244C5BD1}" type="parTrans" cxnId="{AE417E2F-933E-498C-905C-9E353BC58907}">
      <dgm:prSet/>
      <dgm:spPr/>
      <dgm:t>
        <a:bodyPr/>
        <a:lstStyle/>
        <a:p>
          <a:endParaRPr lang="uk-UA"/>
        </a:p>
      </dgm:t>
    </dgm:pt>
    <dgm:pt modelId="{2F2D152C-0C8B-4F03-B69E-A9DEA32D9119}" type="sibTrans" cxnId="{AE417E2F-933E-498C-905C-9E353BC58907}">
      <dgm:prSet/>
      <dgm:spPr/>
      <dgm:t>
        <a:bodyPr/>
        <a:lstStyle/>
        <a:p>
          <a:endParaRPr lang="uk-UA"/>
        </a:p>
      </dgm:t>
    </dgm:pt>
    <dgm:pt modelId="{2CF65A1E-7BDD-472F-B8C8-8ECF9B1B3D21}">
      <dgm:prSet/>
      <dgm:spPr/>
      <dgm:t>
        <a:bodyPr/>
        <a:lstStyle/>
        <a:p>
          <a:r>
            <a:rPr lang="uk-UA" b="0" i="0" dirty="0"/>
            <a:t>Правобережної України.</a:t>
          </a:r>
          <a:endParaRPr lang="uk-UA" dirty="0"/>
        </a:p>
      </dgm:t>
    </dgm:pt>
    <dgm:pt modelId="{1B7BF1FC-4E6D-44DA-AE6A-5CAD492C8655}" type="parTrans" cxnId="{94C639E9-102A-43E9-8F20-39A7678FBE31}">
      <dgm:prSet/>
      <dgm:spPr/>
      <dgm:t>
        <a:bodyPr/>
        <a:lstStyle/>
        <a:p>
          <a:endParaRPr lang="uk-UA"/>
        </a:p>
      </dgm:t>
    </dgm:pt>
    <dgm:pt modelId="{E88A41CB-12DD-4521-B63D-D2B128D5B3F8}" type="sibTrans" cxnId="{94C639E9-102A-43E9-8F20-39A7678FBE31}">
      <dgm:prSet/>
      <dgm:spPr/>
      <dgm:t>
        <a:bodyPr/>
        <a:lstStyle/>
        <a:p>
          <a:endParaRPr lang="uk-UA"/>
        </a:p>
      </dgm:t>
    </dgm:pt>
    <dgm:pt modelId="{A31B1C8E-2769-433E-BAD0-8E6171073C8A}">
      <dgm:prSet/>
      <dgm:spPr/>
      <dgm:t>
        <a:bodyPr/>
        <a:lstStyle/>
        <a:p>
          <a:r>
            <a:rPr lang="uk-UA" b="0" i="0" dirty="0"/>
            <a:t>Слобідської України.</a:t>
          </a:r>
          <a:endParaRPr lang="uk-UA" dirty="0"/>
        </a:p>
      </dgm:t>
    </dgm:pt>
    <dgm:pt modelId="{ED001D7D-B8D0-4885-B228-BDE166063253}" type="parTrans" cxnId="{EED83E8A-EF6D-45E9-A3B6-A74D0F307DEE}">
      <dgm:prSet/>
      <dgm:spPr/>
      <dgm:t>
        <a:bodyPr/>
        <a:lstStyle/>
        <a:p>
          <a:endParaRPr lang="uk-UA"/>
        </a:p>
      </dgm:t>
    </dgm:pt>
    <dgm:pt modelId="{0952C703-DB78-43F1-A423-0CF375B4C81A}" type="sibTrans" cxnId="{EED83E8A-EF6D-45E9-A3B6-A74D0F307DEE}">
      <dgm:prSet/>
      <dgm:spPr/>
      <dgm:t>
        <a:bodyPr/>
        <a:lstStyle/>
        <a:p>
          <a:endParaRPr lang="uk-UA"/>
        </a:p>
      </dgm:t>
    </dgm:pt>
    <dgm:pt modelId="{A58887EE-5304-4C7F-8007-85F9D87C179A}">
      <dgm:prSet/>
      <dgm:spPr/>
      <dgm:t>
        <a:bodyPr/>
        <a:lstStyle/>
        <a:p>
          <a:r>
            <a:rPr lang="uk-UA" b="0" i="0" dirty="0"/>
            <a:t>Південної України.</a:t>
          </a:r>
          <a:endParaRPr lang="uk-UA" dirty="0"/>
        </a:p>
      </dgm:t>
    </dgm:pt>
    <dgm:pt modelId="{6B2478A1-3CB3-4543-867B-287853F2FDE2}" type="parTrans" cxnId="{9B9011AD-CF14-4147-9FC0-01E0E62C33C6}">
      <dgm:prSet/>
      <dgm:spPr/>
      <dgm:t>
        <a:bodyPr/>
        <a:lstStyle/>
        <a:p>
          <a:endParaRPr lang="uk-UA"/>
        </a:p>
      </dgm:t>
    </dgm:pt>
    <dgm:pt modelId="{79AEFCCF-1AC9-4DE0-A884-9DD8AF84F304}" type="sibTrans" cxnId="{9B9011AD-CF14-4147-9FC0-01E0E62C33C6}">
      <dgm:prSet/>
      <dgm:spPr/>
      <dgm:t>
        <a:bodyPr/>
        <a:lstStyle/>
        <a:p>
          <a:endParaRPr lang="uk-UA"/>
        </a:p>
      </dgm:t>
    </dgm:pt>
    <dgm:pt modelId="{FBF8BB6E-2DED-446A-845B-FE1F3DA453D1}" type="pres">
      <dgm:prSet presAssocID="{796CD08D-42A7-42EE-A279-E1D318004672}" presName="linear" presStyleCnt="0">
        <dgm:presLayoutVars>
          <dgm:animLvl val="lvl"/>
          <dgm:resizeHandles val="exact"/>
        </dgm:presLayoutVars>
      </dgm:prSet>
      <dgm:spPr/>
    </dgm:pt>
    <dgm:pt modelId="{383BB988-0B7E-4CBE-9A79-A287CA727B45}" type="pres">
      <dgm:prSet presAssocID="{062F10E8-944F-4477-A957-A55CE24358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7D7358E-4048-490D-A0FB-A3AFC526AC80}" type="pres">
      <dgm:prSet presAssocID="{2F2D152C-0C8B-4F03-B69E-A9DEA32D9119}" presName="spacer" presStyleCnt="0"/>
      <dgm:spPr/>
    </dgm:pt>
    <dgm:pt modelId="{EBD9FF52-6D29-4F9F-88AA-6BA9195AEA85}" type="pres">
      <dgm:prSet presAssocID="{2CF65A1E-7BDD-472F-B8C8-8ECF9B1B3D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51852CC-D4C5-43B9-823A-BFA188F9539C}" type="pres">
      <dgm:prSet presAssocID="{E88A41CB-12DD-4521-B63D-D2B128D5B3F8}" presName="spacer" presStyleCnt="0"/>
      <dgm:spPr/>
    </dgm:pt>
    <dgm:pt modelId="{4FFCC16F-EA4A-4091-A1CB-05FAA9E8A8AF}" type="pres">
      <dgm:prSet presAssocID="{A31B1C8E-2769-433E-BAD0-8E6171073C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A1C973C-3EB0-4557-9E6D-48E830562051}" type="pres">
      <dgm:prSet presAssocID="{0952C703-DB78-43F1-A423-0CF375B4C81A}" presName="spacer" presStyleCnt="0"/>
      <dgm:spPr/>
    </dgm:pt>
    <dgm:pt modelId="{E97552D7-4136-4705-BC07-B45EB8379686}" type="pres">
      <dgm:prSet presAssocID="{A58887EE-5304-4C7F-8007-85F9D87C179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A2FA20B-0CEF-4AC0-AB30-9E332168AF49}" type="presOf" srcId="{062F10E8-944F-4477-A957-A55CE2435893}" destId="{383BB988-0B7E-4CBE-9A79-A287CA727B45}" srcOrd="0" destOrd="0" presId="urn:microsoft.com/office/officeart/2005/8/layout/vList2"/>
    <dgm:cxn modelId="{DACE370F-1C5E-47CB-A676-953050EDDF63}" type="presOf" srcId="{A58887EE-5304-4C7F-8007-85F9D87C179A}" destId="{E97552D7-4136-4705-BC07-B45EB8379686}" srcOrd="0" destOrd="0" presId="urn:microsoft.com/office/officeart/2005/8/layout/vList2"/>
    <dgm:cxn modelId="{AE417E2F-933E-498C-905C-9E353BC58907}" srcId="{796CD08D-42A7-42EE-A279-E1D318004672}" destId="{062F10E8-944F-4477-A957-A55CE2435893}" srcOrd="0" destOrd="0" parTransId="{5DA3AA59-67FC-4B1C-B525-D92B244C5BD1}" sibTransId="{2F2D152C-0C8B-4F03-B69E-A9DEA32D9119}"/>
    <dgm:cxn modelId="{92DCD66C-6172-436F-B3BF-837CFAB0250A}" type="presOf" srcId="{A31B1C8E-2769-433E-BAD0-8E6171073C8A}" destId="{4FFCC16F-EA4A-4091-A1CB-05FAA9E8A8AF}" srcOrd="0" destOrd="0" presId="urn:microsoft.com/office/officeart/2005/8/layout/vList2"/>
    <dgm:cxn modelId="{EED83E8A-EF6D-45E9-A3B6-A74D0F307DEE}" srcId="{796CD08D-42A7-42EE-A279-E1D318004672}" destId="{A31B1C8E-2769-433E-BAD0-8E6171073C8A}" srcOrd="2" destOrd="0" parTransId="{ED001D7D-B8D0-4885-B228-BDE166063253}" sibTransId="{0952C703-DB78-43F1-A423-0CF375B4C81A}"/>
    <dgm:cxn modelId="{87FB729A-BBC2-43AF-8331-9036E0F613CE}" type="presOf" srcId="{796CD08D-42A7-42EE-A279-E1D318004672}" destId="{FBF8BB6E-2DED-446A-845B-FE1F3DA453D1}" srcOrd="0" destOrd="0" presId="urn:microsoft.com/office/officeart/2005/8/layout/vList2"/>
    <dgm:cxn modelId="{9B9011AD-CF14-4147-9FC0-01E0E62C33C6}" srcId="{796CD08D-42A7-42EE-A279-E1D318004672}" destId="{A58887EE-5304-4C7F-8007-85F9D87C179A}" srcOrd="3" destOrd="0" parTransId="{6B2478A1-3CB3-4543-867B-287853F2FDE2}" sibTransId="{79AEFCCF-1AC9-4DE0-A884-9DD8AF84F304}"/>
    <dgm:cxn modelId="{3B3368DE-12F4-4982-A701-90E987EC2144}" type="presOf" srcId="{2CF65A1E-7BDD-472F-B8C8-8ECF9B1B3D21}" destId="{EBD9FF52-6D29-4F9F-88AA-6BA9195AEA85}" srcOrd="0" destOrd="0" presId="urn:microsoft.com/office/officeart/2005/8/layout/vList2"/>
    <dgm:cxn modelId="{94C639E9-102A-43E9-8F20-39A7678FBE31}" srcId="{796CD08D-42A7-42EE-A279-E1D318004672}" destId="{2CF65A1E-7BDD-472F-B8C8-8ECF9B1B3D21}" srcOrd="1" destOrd="0" parTransId="{1B7BF1FC-4E6D-44DA-AE6A-5CAD492C8655}" sibTransId="{E88A41CB-12DD-4521-B63D-D2B128D5B3F8}"/>
    <dgm:cxn modelId="{C41E38BA-B023-4B95-AC61-D0D3FA1CA6BF}" type="presParOf" srcId="{FBF8BB6E-2DED-446A-845B-FE1F3DA453D1}" destId="{383BB988-0B7E-4CBE-9A79-A287CA727B45}" srcOrd="0" destOrd="0" presId="urn:microsoft.com/office/officeart/2005/8/layout/vList2"/>
    <dgm:cxn modelId="{B8EA9341-2240-42EA-9A5A-E8E3D181ADAA}" type="presParOf" srcId="{FBF8BB6E-2DED-446A-845B-FE1F3DA453D1}" destId="{C7D7358E-4048-490D-A0FB-A3AFC526AC80}" srcOrd="1" destOrd="0" presId="urn:microsoft.com/office/officeart/2005/8/layout/vList2"/>
    <dgm:cxn modelId="{29B9D872-FE1F-4F9F-A486-0648153D0042}" type="presParOf" srcId="{FBF8BB6E-2DED-446A-845B-FE1F3DA453D1}" destId="{EBD9FF52-6D29-4F9F-88AA-6BA9195AEA85}" srcOrd="2" destOrd="0" presId="urn:microsoft.com/office/officeart/2005/8/layout/vList2"/>
    <dgm:cxn modelId="{C067227A-CEDD-4FD0-A5BD-ED7D55F8BDDB}" type="presParOf" srcId="{FBF8BB6E-2DED-446A-845B-FE1F3DA453D1}" destId="{451852CC-D4C5-43B9-823A-BFA188F9539C}" srcOrd="3" destOrd="0" presId="urn:microsoft.com/office/officeart/2005/8/layout/vList2"/>
    <dgm:cxn modelId="{5C14B399-3CFE-4255-9C9C-EB43893AFA14}" type="presParOf" srcId="{FBF8BB6E-2DED-446A-845B-FE1F3DA453D1}" destId="{4FFCC16F-EA4A-4091-A1CB-05FAA9E8A8AF}" srcOrd="4" destOrd="0" presId="urn:microsoft.com/office/officeart/2005/8/layout/vList2"/>
    <dgm:cxn modelId="{AD1CB49B-89B7-40B5-9F6E-6C7D6AA83ECB}" type="presParOf" srcId="{FBF8BB6E-2DED-446A-845B-FE1F3DA453D1}" destId="{0A1C973C-3EB0-4557-9E6D-48E830562051}" srcOrd="5" destOrd="0" presId="urn:microsoft.com/office/officeart/2005/8/layout/vList2"/>
    <dgm:cxn modelId="{69D4A112-AC18-4F2C-98EC-6620D9AE27F7}" type="presParOf" srcId="{FBF8BB6E-2DED-446A-845B-FE1F3DA453D1}" destId="{E97552D7-4136-4705-BC07-B45EB837968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44A1D1BD-4D5C-45A2-8ACC-CC1692EABC3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9AB229-C010-47DC-86E8-CED47C3A4300}">
      <dgm:prSet/>
      <dgm:spPr/>
      <dgm:t>
        <a:bodyPr/>
        <a:lstStyle/>
        <a:p>
          <a:r>
            <a:rPr lang="ru-RU" b="0" i="0"/>
            <a:t>«займанщина»</a:t>
          </a:r>
          <a:endParaRPr lang="uk-UA"/>
        </a:p>
      </dgm:t>
    </dgm:pt>
    <dgm:pt modelId="{9BBA7845-11BB-484E-A0AE-B386F2DA5363}" type="parTrans" cxnId="{3E8572C8-90EC-4C01-A121-64841A76202C}">
      <dgm:prSet/>
      <dgm:spPr/>
      <dgm:t>
        <a:bodyPr/>
        <a:lstStyle/>
        <a:p>
          <a:endParaRPr lang="uk-UA"/>
        </a:p>
      </dgm:t>
    </dgm:pt>
    <dgm:pt modelId="{7ECCBA4D-DD59-4461-8E56-B1E8C4C84DAB}" type="sibTrans" cxnId="{3E8572C8-90EC-4C01-A121-64841A76202C}">
      <dgm:prSet/>
      <dgm:spPr/>
      <dgm:t>
        <a:bodyPr/>
        <a:lstStyle/>
        <a:p>
          <a:endParaRPr lang="uk-UA"/>
        </a:p>
      </dgm:t>
    </dgm:pt>
    <dgm:pt modelId="{D1934462-2BFE-4201-9413-A2DE55761395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паланка</a:t>
          </a:r>
          <a:r>
            <a:rPr lang="ru-RU" b="0" i="0" dirty="0"/>
            <a:t>»</a:t>
          </a:r>
          <a:endParaRPr lang="uk-UA" dirty="0"/>
        </a:p>
      </dgm:t>
    </dgm:pt>
    <dgm:pt modelId="{D5980EAE-6CCA-4B13-9C8B-94A4992F55D9}" type="parTrans" cxnId="{2A0EE3A3-634B-4E2F-B5CD-EA0999A30349}">
      <dgm:prSet/>
      <dgm:spPr/>
      <dgm:t>
        <a:bodyPr/>
        <a:lstStyle/>
        <a:p>
          <a:endParaRPr lang="uk-UA"/>
        </a:p>
      </dgm:t>
    </dgm:pt>
    <dgm:pt modelId="{E41469C8-34C8-48DF-9593-EB760C8173D1}" type="sibTrans" cxnId="{2A0EE3A3-634B-4E2F-B5CD-EA0999A30349}">
      <dgm:prSet/>
      <dgm:spPr/>
      <dgm:t>
        <a:bodyPr/>
        <a:lstStyle/>
        <a:p>
          <a:endParaRPr lang="uk-UA"/>
        </a:p>
      </dgm:t>
    </dgm:pt>
    <dgm:pt modelId="{9397C511-D756-4B64-AEF8-820BF8B86D4F}">
      <dgm:prSet/>
      <dgm:spPr/>
      <dgm:t>
        <a:bodyPr/>
        <a:lstStyle/>
        <a:p>
          <a:r>
            <a:rPr lang="ru-RU" b="0" i="0"/>
            <a:t>«зимівник»</a:t>
          </a:r>
          <a:endParaRPr lang="uk-UA"/>
        </a:p>
      </dgm:t>
    </dgm:pt>
    <dgm:pt modelId="{117D24E8-E194-4764-B93C-D11C790463E0}" type="parTrans" cxnId="{D59BD390-AD57-41DC-8971-9F4BCD91CEE7}">
      <dgm:prSet/>
      <dgm:spPr/>
      <dgm:t>
        <a:bodyPr/>
        <a:lstStyle/>
        <a:p>
          <a:endParaRPr lang="uk-UA"/>
        </a:p>
      </dgm:t>
    </dgm:pt>
    <dgm:pt modelId="{FF6C419D-0595-42B9-8A42-5FF75BA6AA72}" type="sibTrans" cxnId="{D59BD390-AD57-41DC-8971-9F4BCD91CEE7}">
      <dgm:prSet/>
      <dgm:spPr/>
      <dgm:t>
        <a:bodyPr/>
        <a:lstStyle/>
        <a:p>
          <a:endParaRPr lang="uk-UA"/>
        </a:p>
      </dgm:t>
    </dgm:pt>
    <dgm:pt modelId="{C913D9A6-AD73-48E3-A83E-0D38F1BDC8C3}">
      <dgm:prSet/>
      <dgm:spPr/>
      <dgm:t>
        <a:bodyPr/>
        <a:lstStyle/>
        <a:p>
          <a:r>
            <a:rPr lang="ru-RU" b="0" i="0" dirty="0"/>
            <a:t>«панщина»</a:t>
          </a:r>
          <a:endParaRPr lang="uk-UA" dirty="0"/>
        </a:p>
      </dgm:t>
    </dgm:pt>
    <dgm:pt modelId="{E8D2CF3D-04ED-45CE-ADFC-5DC46B17752D}" type="parTrans" cxnId="{998D4D80-2244-4E26-91FD-8B786A51914A}">
      <dgm:prSet/>
      <dgm:spPr/>
      <dgm:t>
        <a:bodyPr/>
        <a:lstStyle/>
        <a:p>
          <a:endParaRPr lang="uk-UA"/>
        </a:p>
      </dgm:t>
    </dgm:pt>
    <dgm:pt modelId="{14993DF3-C270-43FF-932D-188D6997AB39}" type="sibTrans" cxnId="{998D4D80-2244-4E26-91FD-8B786A51914A}">
      <dgm:prSet/>
      <dgm:spPr/>
      <dgm:t>
        <a:bodyPr/>
        <a:lstStyle/>
        <a:p>
          <a:endParaRPr lang="uk-UA"/>
        </a:p>
      </dgm:t>
    </dgm:pt>
    <dgm:pt modelId="{223ED9D1-14FB-4BEB-823A-B3FAF0D5C5A1}" type="pres">
      <dgm:prSet presAssocID="{44A1D1BD-4D5C-45A2-8ACC-CC1692EABC3C}" presName="Name0" presStyleCnt="0">
        <dgm:presLayoutVars>
          <dgm:chMax val="7"/>
          <dgm:chPref val="7"/>
          <dgm:dir/>
        </dgm:presLayoutVars>
      </dgm:prSet>
      <dgm:spPr/>
    </dgm:pt>
    <dgm:pt modelId="{CDB30F5C-9A11-4784-93CF-D4A7DEF11E4B}" type="pres">
      <dgm:prSet presAssocID="{44A1D1BD-4D5C-45A2-8ACC-CC1692EABC3C}" presName="Name1" presStyleCnt="0"/>
      <dgm:spPr/>
    </dgm:pt>
    <dgm:pt modelId="{84CB0EB9-5915-461E-AC8A-3EC17F789502}" type="pres">
      <dgm:prSet presAssocID="{44A1D1BD-4D5C-45A2-8ACC-CC1692EABC3C}" presName="cycle" presStyleCnt="0"/>
      <dgm:spPr/>
    </dgm:pt>
    <dgm:pt modelId="{CF44CA98-E7FE-4F2B-A58B-F38E447C418F}" type="pres">
      <dgm:prSet presAssocID="{44A1D1BD-4D5C-45A2-8ACC-CC1692EABC3C}" presName="srcNode" presStyleLbl="node1" presStyleIdx="0" presStyleCnt="4"/>
      <dgm:spPr/>
    </dgm:pt>
    <dgm:pt modelId="{40C88CBE-796C-403C-B872-3400CC258E09}" type="pres">
      <dgm:prSet presAssocID="{44A1D1BD-4D5C-45A2-8ACC-CC1692EABC3C}" presName="conn" presStyleLbl="parChTrans1D2" presStyleIdx="0" presStyleCnt="1"/>
      <dgm:spPr/>
    </dgm:pt>
    <dgm:pt modelId="{4FA4837F-1A1D-41E3-81EF-47B7A2F1E5F0}" type="pres">
      <dgm:prSet presAssocID="{44A1D1BD-4D5C-45A2-8ACC-CC1692EABC3C}" presName="extraNode" presStyleLbl="node1" presStyleIdx="0" presStyleCnt="4"/>
      <dgm:spPr/>
    </dgm:pt>
    <dgm:pt modelId="{13EE5DAF-BCBB-4E56-8B8E-88730AD0A252}" type="pres">
      <dgm:prSet presAssocID="{44A1D1BD-4D5C-45A2-8ACC-CC1692EABC3C}" presName="dstNode" presStyleLbl="node1" presStyleIdx="0" presStyleCnt="4"/>
      <dgm:spPr/>
    </dgm:pt>
    <dgm:pt modelId="{633618FB-D9E3-407F-AD84-96DEFCBE4AF8}" type="pres">
      <dgm:prSet presAssocID="{829AB229-C010-47DC-86E8-CED47C3A4300}" presName="text_1" presStyleLbl="node1" presStyleIdx="0" presStyleCnt="4">
        <dgm:presLayoutVars>
          <dgm:bulletEnabled val="1"/>
        </dgm:presLayoutVars>
      </dgm:prSet>
      <dgm:spPr/>
    </dgm:pt>
    <dgm:pt modelId="{23306747-E909-41F2-A9B4-60D3CE352F87}" type="pres">
      <dgm:prSet presAssocID="{829AB229-C010-47DC-86E8-CED47C3A4300}" presName="accent_1" presStyleCnt="0"/>
      <dgm:spPr/>
    </dgm:pt>
    <dgm:pt modelId="{2216565D-21A5-4757-9E19-D4FEAB9F0BC5}" type="pres">
      <dgm:prSet presAssocID="{829AB229-C010-47DC-86E8-CED47C3A4300}" presName="accentRepeatNode" presStyleLbl="solidFgAcc1" presStyleIdx="0" presStyleCnt="4"/>
      <dgm:spPr/>
    </dgm:pt>
    <dgm:pt modelId="{88332400-CBAC-49E0-AD7E-8757E7F28E94}" type="pres">
      <dgm:prSet presAssocID="{D1934462-2BFE-4201-9413-A2DE55761395}" presName="text_2" presStyleLbl="node1" presStyleIdx="1" presStyleCnt="4">
        <dgm:presLayoutVars>
          <dgm:bulletEnabled val="1"/>
        </dgm:presLayoutVars>
      </dgm:prSet>
      <dgm:spPr/>
    </dgm:pt>
    <dgm:pt modelId="{4AF3F595-B2A5-4166-9F7E-4BD621CE9AA1}" type="pres">
      <dgm:prSet presAssocID="{D1934462-2BFE-4201-9413-A2DE55761395}" presName="accent_2" presStyleCnt="0"/>
      <dgm:spPr/>
    </dgm:pt>
    <dgm:pt modelId="{4D35DF8A-09C4-433E-B4C6-936BEF5552DC}" type="pres">
      <dgm:prSet presAssocID="{D1934462-2BFE-4201-9413-A2DE55761395}" presName="accentRepeatNode" presStyleLbl="solidFgAcc1" presStyleIdx="1" presStyleCnt="4"/>
      <dgm:spPr/>
    </dgm:pt>
    <dgm:pt modelId="{8C9C71F6-EBB0-4EFB-AE34-9574AA3A65E7}" type="pres">
      <dgm:prSet presAssocID="{9397C511-D756-4B64-AEF8-820BF8B86D4F}" presName="text_3" presStyleLbl="node1" presStyleIdx="2" presStyleCnt="4">
        <dgm:presLayoutVars>
          <dgm:bulletEnabled val="1"/>
        </dgm:presLayoutVars>
      </dgm:prSet>
      <dgm:spPr/>
    </dgm:pt>
    <dgm:pt modelId="{7D716611-3C76-4718-B0BF-46D1A38017E9}" type="pres">
      <dgm:prSet presAssocID="{9397C511-D756-4B64-AEF8-820BF8B86D4F}" presName="accent_3" presStyleCnt="0"/>
      <dgm:spPr/>
    </dgm:pt>
    <dgm:pt modelId="{F6286C06-265C-4F95-A84A-23BFC2CA7097}" type="pres">
      <dgm:prSet presAssocID="{9397C511-D756-4B64-AEF8-820BF8B86D4F}" presName="accentRepeatNode" presStyleLbl="solidFgAcc1" presStyleIdx="2" presStyleCnt="4"/>
      <dgm:spPr/>
    </dgm:pt>
    <dgm:pt modelId="{5E40DE0D-D9A9-4B48-AB45-E49B1D097150}" type="pres">
      <dgm:prSet presAssocID="{C913D9A6-AD73-48E3-A83E-0D38F1BDC8C3}" presName="text_4" presStyleLbl="node1" presStyleIdx="3" presStyleCnt="4">
        <dgm:presLayoutVars>
          <dgm:bulletEnabled val="1"/>
        </dgm:presLayoutVars>
      </dgm:prSet>
      <dgm:spPr/>
    </dgm:pt>
    <dgm:pt modelId="{95EB597E-D1F3-4C74-ABB7-375A42D44B3A}" type="pres">
      <dgm:prSet presAssocID="{C913D9A6-AD73-48E3-A83E-0D38F1BDC8C3}" presName="accent_4" presStyleCnt="0"/>
      <dgm:spPr/>
    </dgm:pt>
    <dgm:pt modelId="{09023FF3-2276-4CDB-8A82-DE803633D623}" type="pres">
      <dgm:prSet presAssocID="{C913D9A6-AD73-48E3-A83E-0D38F1BDC8C3}" presName="accentRepeatNode" presStyleLbl="solidFgAcc1" presStyleIdx="3" presStyleCnt="4"/>
      <dgm:spPr/>
    </dgm:pt>
  </dgm:ptLst>
  <dgm:cxnLst>
    <dgm:cxn modelId="{656DF833-32D9-4BA3-94B6-E9787E641C75}" type="presOf" srcId="{7ECCBA4D-DD59-4461-8E56-B1E8C4C84DAB}" destId="{40C88CBE-796C-403C-B872-3400CC258E09}" srcOrd="0" destOrd="0" presId="urn:microsoft.com/office/officeart/2008/layout/VerticalCurvedList"/>
    <dgm:cxn modelId="{5CC4E03C-3405-424B-80A8-CC01922373CF}" type="presOf" srcId="{C913D9A6-AD73-48E3-A83E-0D38F1BDC8C3}" destId="{5E40DE0D-D9A9-4B48-AB45-E49B1D097150}" srcOrd="0" destOrd="0" presId="urn:microsoft.com/office/officeart/2008/layout/VerticalCurvedList"/>
    <dgm:cxn modelId="{DD89944C-C2AD-45E8-8AE4-08667FDFB6AE}" type="presOf" srcId="{44A1D1BD-4D5C-45A2-8ACC-CC1692EABC3C}" destId="{223ED9D1-14FB-4BEB-823A-B3FAF0D5C5A1}" srcOrd="0" destOrd="0" presId="urn:microsoft.com/office/officeart/2008/layout/VerticalCurvedList"/>
    <dgm:cxn modelId="{998D4D80-2244-4E26-91FD-8B786A51914A}" srcId="{44A1D1BD-4D5C-45A2-8ACC-CC1692EABC3C}" destId="{C913D9A6-AD73-48E3-A83E-0D38F1BDC8C3}" srcOrd="3" destOrd="0" parTransId="{E8D2CF3D-04ED-45CE-ADFC-5DC46B17752D}" sibTransId="{14993DF3-C270-43FF-932D-188D6997AB39}"/>
    <dgm:cxn modelId="{D59BD390-AD57-41DC-8971-9F4BCD91CEE7}" srcId="{44A1D1BD-4D5C-45A2-8ACC-CC1692EABC3C}" destId="{9397C511-D756-4B64-AEF8-820BF8B86D4F}" srcOrd="2" destOrd="0" parTransId="{117D24E8-E194-4764-B93C-D11C790463E0}" sibTransId="{FF6C419D-0595-42B9-8A42-5FF75BA6AA72}"/>
    <dgm:cxn modelId="{2A0EE3A3-634B-4E2F-B5CD-EA0999A30349}" srcId="{44A1D1BD-4D5C-45A2-8ACC-CC1692EABC3C}" destId="{D1934462-2BFE-4201-9413-A2DE55761395}" srcOrd="1" destOrd="0" parTransId="{D5980EAE-6CCA-4B13-9C8B-94A4992F55D9}" sibTransId="{E41469C8-34C8-48DF-9593-EB760C8173D1}"/>
    <dgm:cxn modelId="{3E8572C8-90EC-4C01-A121-64841A76202C}" srcId="{44A1D1BD-4D5C-45A2-8ACC-CC1692EABC3C}" destId="{829AB229-C010-47DC-86E8-CED47C3A4300}" srcOrd="0" destOrd="0" parTransId="{9BBA7845-11BB-484E-A0AE-B386F2DA5363}" sibTransId="{7ECCBA4D-DD59-4461-8E56-B1E8C4C84DAB}"/>
    <dgm:cxn modelId="{7ECCDCCC-7BCB-4169-8BF6-27974E5C69CF}" type="presOf" srcId="{D1934462-2BFE-4201-9413-A2DE55761395}" destId="{88332400-CBAC-49E0-AD7E-8757E7F28E94}" srcOrd="0" destOrd="0" presId="urn:microsoft.com/office/officeart/2008/layout/VerticalCurvedList"/>
    <dgm:cxn modelId="{1512B4D0-11DD-475C-AF11-1130152A5C89}" type="presOf" srcId="{9397C511-D756-4B64-AEF8-820BF8B86D4F}" destId="{8C9C71F6-EBB0-4EFB-AE34-9574AA3A65E7}" srcOrd="0" destOrd="0" presId="urn:microsoft.com/office/officeart/2008/layout/VerticalCurvedList"/>
    <dgm:cxn modelId="{ACA311ED-A32B-447B-8009-1AC5FA0A9748}" type="presOf" srcId="{829AB229-C010-47DC-86E8-CED47C3A4300}" destId="{633618FB-D9E3-407F-AD84-96DEFCBE4AF8}" srcOrd="0" destOrd="0" presId="urn:microsoft.com/office/officeart/2008/layout/VerticalCurvedList"/>
    <dgm:cxn modelId="{1A6D2015-3EDD-4075-B0DB-7D4E9B600E08}" type="presParOf" srcId="{223ED9D1-14FB-4BEB-823A-B3FAF0D5C5A1}" destId="{CDB30F5C-9A11-4784-93CF-D4A7DEF11E4B}" srcOrd="0" destOrd="0" presId="urn:microsoft.com/office/officeart/2008/layout/VerticalCurvedList"/>
    <dgm:cxn modelId="{9BBE0B6D-4CEF-45A4-B6D5-D0E0A0484DE1}" type="presParOf" srcId="{CDB30F5C-9A11-4784-93CF-D4A7DEF11E4B}" destId="{84CB0EB9-5915-461E-AC8A-3EC17F789502}" srcOrd="0" destOrd="0" presId="urn:microsoft.com/office/officeart/2008/layout/VerticalCurvedList"/>
    <dgm:cxn modelId="{76E9B035-6B3B-4EE5-B506-D01158D7802A}" type="presParOf" srcId="{84CB0EB9-5915-461E-AC8A-3EC17F789502}" destId="{CF44CA98-E7FE-4F2B-A58B-F38E447C418F}" srcOrd="0" destOrd="0" presId="urn:microsoft.com/office/officeart/2008/layout/VerticalCurvedList"/>
    <dgm:cxn modelId="{10B483A5-325C-436C-BE29-171E294FF08F}" type="presParOf" srcId="{84CB0EB9-5915-461E-AC8A-3EC17F789502}" destId="{40C88CBE-796C-403C-B872-3400CC258E09}" srcOrd="1" destOrd="0" presId="urn:microsoft.com/office/officeart/2008/layout/VerticalCurvedList"/>
    <dgm:cxn modelId="{5BC8AE34-B32B-4389-BB60-6AED71483B77}" type="presParOf" srcId="{84CB0EB9-5915-461E-AC8A-3EC17F789502}" destId="{4FA4837F-1A1D-41E3-81EF-47B7A2F1E5F0}" srcOrd="2" destOrd="0" presId="urn:microsoft.com/office/officeart/2008/layout/VerticalCurvedList"/>
    <dgm:cxn modelId="{652E9261-F1E9-4202-87E1-9E39B75931BD}" type="presParOf" srcId="{84CB0EB9-5915-461E-AC8A-3EC17F789502}" destId="{13EE5DAF-BCBB-4E56-8B8E-88730AD0A252}" srcOrd="3" destOrd="0" presId="urn:microsoft.com/office/officeart/2008/layout/VerticalCurvedList"/>
    <dgm:cxn modelId="{8A75FE89-E2EB-4C6D-BBD9-BEAB791207AD}" type="presParOf" srcId="{CDB30F5C-9A11-4784-93CF-D4A7DEF11E4B}" destId="{633618FB-D9E3-407F-AD84-96DEFCBE4AF8}" srcOrd="1" destOrd="0" presId="urn:microsoft.com/office/officeart/2008/layout/VerticalCurvedList"/>
    <dgm:cxn modelId="{D10BC85A-A6CF-438C-AED6-384C0877CB81}" type="presParOf" srcId="{CDB30F5C-9A11-4784-93CF-D4A7DEF11E4B}" destId="{23306747-E909-41F2-A9B4-60D3CE352F87}" srcOrd="2" destOrd="0" presId="urn:microsoft.com/office/officeart/2008/layout/VerticalCurvedList"/>
    <dgm:cxn modelId="{359E818F-B7C7-429C-8CA3-50DFE87E280E}" type="presParOf" srcId="{23306747-E909-41F2-A9B4-60D3CE352F87}" destId="{2216565D-21A5-4757-9E19-D4FEAB9F0BC5}" srcOrd="0" destOrd="0" presId="urn:microsoft.com/office/officeart/2008/layout/VerticalCurvedList"/>
    <dgm:cxn modelId="{D57BEDA5-51CE-4F51-92CD-D1375B4A62C5}" type="presParOf" srcId="{CDB30F5C-9A11-4784-93CF-D4A7DEF11E4B}" destId="{88332400-CBAC-49E0-AD7E-8757E7F28E94}" srcOrd="3" destOrd="0" presId="urn:microsoft.com/office/officeart/2008/layout/VerticalCurvedList"/>
    <dgm:cxn modelId="{2CA506EE-69E6-4C10-83D4-43090984E988}" type="presParOf" srcId="{CDB30F5C-9A11-4784-93CF-D4A7DEF11E4B}" destId="{4AF3F595-B2A5-4166-9F7E-4BD621CE9AA1}" srcOrd="4" destOrd="0" presId="urn:microsoft.com/office/officeart/2008/layout/VerticalCurvedList"/>
    <dgm:cxn modelId="{7FB77D85-29BF-4E8A-9F26-532CF27BA2EE}" type="presParOf" srcId="{4AF3F595-B2A5-4166-9F7E-4BD621CE9AA1}" destId="{4D35DF8A-09C4-433E-B4C6-936BEF5552DC}" srcOrd="0" destOrd="0" presId="urn:microsoft.com/office/officeart/2008/layout/VerticalCurvedList"/>
    <dgm:cxn modelId="{8BB506C4-E132-4769-B797-354EB1B90947}" type="presParOf" srcId="{CDB30F5C-9A11-4784-93CF-D4A7DEF11E4B}" destId="{8C9C71F6-EBB0-4EFB-AE34-9574AA3A65E7}" srcOrd="5" destOrd="0" presId="urn:microsoft.com/office/officeart/2008/layout/VerticalCurvedList"/>
    <dgm:cxn modelId="{613B4D4E-FF1D-43E1-979E-FC52208D8E67}" type="presParOf" srcId="{CDB30F5C-9A11-4784-93CF-D4A7DEF11E4B}" destId="{7D716611-3C76-4718-B0BF-46D1A38017E9}" srcOrd="6" destOrd="0" presId="urn:microsoft.com/office/officeart/2008/layout/VerticalCurvedList"/>
    <dgm:cxn modelId="{20907505-769B-4B9B-8154-DDDF53E68FF9}" type="presParOf" srcId="{7D716611-3C76-4718-B0BF-46D1A38017E9}" destId="{F6286C06-265C-4F95-A84A-23BFC2CA7097}" srcOrd="0" destOrd="0" presId="urn:microsoft.com/office/officeart/2008/layout/VerticalCurvedList"/>
    <dgm:cxn modelId="{FCD9A2BC-87E4-4FAB-A572-9EDEFC13D007}" type="presParOf" srcId="{CDB30F5C-9A11-4784-93CF-D4A7DEF11E4B}" destId="{5E40DE0D-D9A9-4B48-AB45-E49B1D097150}" srcOrd="7" destOrd="0" presId="urn:microsoft.com/office/officeart/2008/layout/VerticalCurvedList"/>
    <dgm:cxn modelId="{526CD6D9-F04A-4C8E-9015-F5EF89D66FE3}" type="presParOf" srcId="{CDB30F5C-9A11-4784-93CF-D4A7DEF11E4B}" destId="{95EB597E-D1F3-4C74-ABB7-375A42D44B3A}" srcOrd="8" destOrd="0" presId="urn:microsoft.com/office/officeart/2008/layout/VerticalCurvedList"/>
    <dgm:cxn modelId="{76206BCF-DF6A-448D-B676-93FCBF673B54}" type="presParOf" srcId="{95EB597E-D1F3-4C74-ABB7-375A42D44B3A}" destId="{09023FF3-2276-4CDB-8A82-DE803633D62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4A6FA560-2E23-447E-8833-1C32B6BC74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0773AF-A85B-4523-98CB-3344E628264D}">
      <dgm:prSet/>
      <dgm:spPr/>
      <dgm:t>
        <a:bodyPr/>
        <a:lstStyle/>
        <a:p>
          <a:r>
            <a:rPr lang="ru-RU" b="0" i="0" dirty="0" err="1"/>
            <a:t>військова</a:t>
          </a:r>
          <a:r>
            <a:rPr lang="ru-RU" b="0" i="0" dirty="0"/>
            <a:t>, </a:t>
          </a:r>
          <a:r>
            <a:rPr lang="ru-RU" b="0" i="0" dirty="0" err="1"/>
            <a:t>адміністративно-територіальна</a:t>
          </a:r>
          <a:r>
            <a:rPr lang="ru-RU" b="0" i="0" dirty="0"/>
            <a:t>, </a:t>
          </a:r>
          <a:r>
            <a:rPr lang="ru-RU" b="0" i="0" dirty="0" err="1"/>
            <a:t>господарська</a:t>
          </a:r>
          <a:r>
            <a:rPr lang="ru-RU" b="0" i="0" dirty="0"/>
            <a:t> </a:t>
          </a:r>
          <a:r>
            <a:rPr lang="ru-RU" b="0" i="0" dirty="0" err="1"/>
            <a:t>одиниця</a:t>
          </a:r>
          <a:r>
            <a:rPr lang="ru-RU" b="0" i="0" dirty="0"/>
            <a:t> </a:t>
          </a:r>
          <a:r>
            <a:rPr lang="ru-RU" b="0" i="0" dirty="0" err="1"/>
            <a:t>Запорозької</a:t>
          </a:r>
          <a:r>
            <a:rPr lang="ru-RU" b="0" i="0" dirty="0"/>
            <a:t> (</a:t>
          </a:r>
          <a:r>
            <a:rPr lang="ru-RU" b="0" i="0" dirty="0" err="1"/>
            <a:t>Нової</a:t>
          </a:r>
          <a:r>
            <a:rPr lang="ru-RU" b="0" i="0" dirty="0"/>
            <a:t>) </a:t>
          </a:r>
          <a:r>
            <a:rPr lang="ru-RU" b="0" i="0" dirty="0" err="1"/>
            <a:t>Січі</a:t>
          </a:r>
          <a:endParaRPr lang="uk-UA" dirty="0"/>
        </a:p>
      </dgm:t>
    </dgm:pt>
    <dgm:pt modelId="{49E5903F-CB38-45FD-BD4B-E09D9E89364F}" type="parTrans" cxnId="{72DADCFF-CED9-4F2C-964C-781B0289B40D}">
      <dgm:prSet/>
      <dgm:spPr/>
      <dgm:t>
        <a:bodyPr/>
        <a:lstStyle/>
        <a:p>
          <a:endParaRPr lang="uk-UA"/>
        </a:p>
      </dgm:t>
    </dgm:pt>
    <dgm:pt modelId="{DAC18E70-517E-4E3E-BCB4-FA0D9726D83F}" type="sibTrans" cxnId="{72DADCFF-CED9-4F2C-964C-781B0289B40D}">
      <dgm:prSet/>
      <dgm:spPr/>
      <dgm:t>
        <a:bodyPr/>
        <a:lstStyle/>
        <a:p>
          <a:endParaRPr lang="uk-UA"/>
        </a:p>
      </dgm:t>
    </dgm:pt>
    <dgm:pt modelId="{830DE721-F3C5-486E-B0E9-276026B5E2FD}">
      <dgm:prSet/>
      <dgm:spPr/>
      <dgm:t>
        <a:bodyPr/>
        <a:lstStyle/>
        <a:p>
          <a:r>
            <a:rPr lang="ru-RU" b="0" i="0"/>
            <a:t>форма визиску селянства, примусове виконання певного обсягу робіт на користь землевласника</a:t>
          </a:r>
          <a:endParaRPr lang="uk-UA"/>
        </a:p>
      </dgm:t>
    </dgm:pt>
    <dgm:pt modelId="{5B5820C3-9A6D-476D-8ED1-E28F1C5567CF}" type="parTrans" cxnId="{8CBC7267-F5A8-4D20-9ED0-EFEC380C7EDF}">
      <dgm:prSet/>
      <dgm:spPr/>
      <dgm:t>
        <a:bodyPr/>
        <a:lstStyle/>
        <a:p>
          <a:endParaRPr lang="uk-UA"/>
        </a:p>
      </dgm:t>
    </dgm:pt>
    <dgm:pt modelId="{24B92D02-65B1-4558-AFD7-2687C898B665}" type="sibTrans" cxnId="{8CBC7267-F5A8-4D20-9ED0-EFEC380C7EDF}">
      <dgm:prSet/>
      <dgm:spPr/>
      <dgm:t>
        <a:bodyPr/>
        <a:lstStyle/>
        <a:p>
          <a:endParaRPr lang="uk-UA"/>
        </a:p>
      </dgm:t>
    </dgm:pt>
    <dgm:pt modelId="{79E4FD72-72C0-4C51-88DC-E3DE0D50A25E}">
      <dgm:prSet/>
      <dgm:spPr/>
      <dgm:t>
        <a:bodyPr/>
        <a:lstStyle/>
        <a:p>
          <a:r>
            <a:rPr lang="ru-RU" b="0" i="0"/>
            <a:t>система правових норм, що визначала залежність селянина від феодала</a:t>
          </a:r>
          <a:endParaRPr lang="uk-UA"/>
        </a:p>
      </dgm:t>
    </dgm:pt>
    <dgm:pt modelId="{37CA359E-0CA4-489A-9039-94DB673B3269}" type="parTrans" cxnId="{DE17D053-FA3F-40B3-BA48-B21FF85CBB5A}">
      <dgm:prSet/>
      <dgm:spPr/>
      <dgm:t>
        <a:bodyPr/>
        <a:lstStyle/>
        <a:p>
          <a:endParaRPr lang="uk-UA"/>
        </a:p>
      </dgm:t>
    </dgm:pt>
    <dgm:pt modelId="{BFC5F332-AE12-4162-89E7-E0E05121C0CA}" type="sibTrans" cxnId="{DE17D053-FA3F-40B3-BA48-B21FF85CBB5A}">
      <dgm:prSet/>
      <dgm:spPr/>
      <dgm:t>
        <a:bodyPr/>
        <a:lstStyle/>
        <a:p>
          <a:endParaRPr lang="uk-UA"/>
        </a:p>
      </dgm:t>
    </dgm:pt>
    <dgm:pt modelId="{069B1684-3D7E-425D-820A-E798142A82A0}">
      <dgm:prSet/>
      <dgm:spPr/>
      <dgm:t>
        <a:bodyPr/>
        <a:lstStyle/>
        <a:p>
          <a:r>
            <a:rPr lang="ru-RU" b="0" i="0"/>
            <a:t>елемент звичаєвого права, що давав змогу на підставі першості володіти землею</a:t>
          </a:r>
          <a:endParaRPr lang="uk-UA"/>
        </a:p>
      </dgm:t>
    </dgm:pt>
    <dgm:pt modelId="{D52A62AD-51E0-4E29-8594-A6D664069A09}" type="parTrans" cxnId="{A19023F1-FA91-48D9-8F01-AD30C58DBA4A}">
      <dgm:prSet/>
      <dgm:spPr/>
      <dgm:t>
        <a:bodyPr/>
        <a:lstStyle/>
        <a:p>
          <a:endParaRPr lang="uk-UA"/>
        </a:p>
      </dgm:t>
    </dgm:pt>
    <dgm:pt modelId="{120AB7C4-FF58-43CF-A6B3-66E7023A8294}" type="sibTrans" cxnId="{A19023F1-FA91-48D9-8F01-AD30C58DBA4A}">
      <dgm:prSet/>
      <dgm:spPr/>
      <dgm:t>
        <a:bodyPr/>
        <a:lstStyle/>
        <a:p>
          <a:endParaRPr lang="uk-UA"/>
        </a:p>
      </dgm:t>
    </dgm:pt>
    <dgm:pt modelId="{4D71CDE9-B832-4F71-82F8-50EBDB41DD5E}">
      <dgm:prSet/>
      <dgm:spPr/>
      <dgm:t>
        <a:bodyPr/>
        <a:lstStyle/>
        <a:p>
          <a:r>
            <a:rPr lang="ru-RU" b="0" i="0" dirty="0" err="1"/>
            <a:t>хутір</a:t>
          </a:r>
          <a:r>
            <a:rPr lang="ru-RU" b="0" i="0" dirty="0"/>
            <a:t>, у </a:t>
          </a:r>
          <a:r>
            <a:rPr lang="ru-RU" b="0" i="0" dirty="0" err="1"/>
            <a:t>якому</a:t>
          </a:r>
          <a:r>
            <a:rPr lang="ru-RU" b="0" i="0" dirty="0"/>
            <a:t> </a:t>
          </a:r>
          <a:r>
            <a:rPr lang="ru-RU" b="0" i="0" dirty="0" err="1"/>
            <a:t>запорозькі</a:t>
          </a:r>
          <a:r>
            <a:rPr lang="ru-RU" b="0" i="0" dirty="0"/>
            <a:t> козаки </a:t>
          </a:r>
          <a:r>
            <a:rPr lang="ru-RU" b="0" i="0" dirty="0" err="1"/>
            <a:t>займалися</a:t>
          </a:r>
          <a:r>
            <a:rPr lang="ru-RU" b="0" i="0" dirty="0"/>
            <a:t> </a:t>
          </a:r>
          <a:r>
            <a:rPr lang="ru-RU" b="0" i="0" dirty="0" err="1"/>
            <a:t>скотарством</a:t>
          </a:r>
          <a:r>
            <a:rPr lang="ru-RU" b="0" i="0" dirty="0"/>
            <a:t> і </a:t>
          </a:r>
          <a:r>
            <a:rPr lang="ru-RU" b="0" i="0" dirty="0" err="1"/>
            <a:t>землеробством</a:t>
          </a:r>
          <a:endParaRPr lang="uk-UA" dirty="0"/>
        </a:p>
      </dgm:t>
    </dgm:pt>
    <dgm:pt modelId="{145B2B58-5ED4-4D91-9F86-B10882529A90}" type="parTrans" cxnId="{CF9EA8AE-82D2-4B5E-9FFD-51C386011DA3}">
      <dgm:prSet/>
      <dgm:spPr/>
      <dgm:t>
        <a:bodyPr/>
        <a:lstStyle/>
        <a:p>
          <a:endParaRPr lang="uk-UA"/>
        </a:p>
      </dgm:t>
    </dgm:pt>
    <dgm:pt modelId="{38A4893D-466C-4F18-92E1-AB959D87B5EE}" type="sibTrans" cxnId="{CF9EA8AE-82D2-4B5E-9FFD-51C386011DA3}">
      <dgm:prSet/>
      <dgm:spPr/>
      <dgm:t>
        <a:bodyPr/>
        <a:lstStyle/>
        <a:p>
          <a:endParaRPr lang="uk-UA"/>
        </a:p>
      </dgm:t>
    </dgm:pt>
    <dgm:pt modelId="{B55FCAE8-B6DF-44FC-A5D4-ED306B8AC857}" type="pres">
      <dgm:prSet presAssocID="{4A6FA560-2E23-447E-8833-1C32B6BC743B}" presName="linear" presStyleCnt="0">
        <dgm:presLayoutVars>
          <dgm:animLvl val="lvl"/>
          <dgm:resizeHandles val="exact"/>
        </dgm:presLayoutVars>
      </dgm:prSet>
      <dgm:spPr/>
    </dgm:pt>
    <dgm:pt modelId="{3031A018-F964-47AE-AC96-12D11DD4AAC4}" type="pres">
      <dgm:prSet presAssocID="{F20773AF-A85B-4523-98CB-3344E628264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332D4D5-DD2E-4FDF-91B0-7E855CA0AACE}" type="pres">
      <dgm:prSet presAssocID="{DAC18E70-517E-4E3E-BCB4-FA0D9726D83F}" presName="spacer" presStyleCnt="0"/>
      <dgm:spPr/>
    </dgm:pt>
    <dgm:pt modelId="{9A8E3867-2ABB-4C16-83C6-52FBAB7C59C1}" type="pres">
      <dgm:prSet presAssocID="{830DE721-F3C5-486E-B0E9-276026B5E2F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3B5B200-97B0-4CCE-A931-0884D025F5E4}" type="pres">
      <dgm:prSet presAssocID="{24B92D02-65B1-4558-AFD7-2687C898B665}" presName="spacer" presStyleCnt="0"/>
      <dgm:spPr/>
    </dgm:pt>
    <dgm:pt modelId="{05CB1EF9-0248-41DF-9B86-FAD50D531C0B}" type="pres">
      <dgm:prSet presAssocID="{79E4FD72-72C0-4C51-88DC-E3DE0D50A25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1B356D2-A80B-4FCD-ADCB-4BCECA07773D}" type="pres">
      <dgm:prSet presAssocID="{BFC5F332-AE12-4162-89E7-E0E05121C0CA}" presName="spacer" presStyleCnt="0"/>
      <dgm:spPr/>
    </dgm:pt>
    <dgm:pt modelId="{B29D976F-6BBE-4334-BD75-846CE123766D}" type="pres">
      <dgm:prSet presAssocID="{069B1684-3D7E-425D-820A-E798142A82A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A58577D-D851-48C6-8611-DE0E8930A70B}" type="pres">
      <dgm:prSet presAssocID="{120AB7C4-FF58-43CF-A6B3-66E7023A8294}" presName="spacer" presStyleCnt="0"/>
      <dgm:spPr/>
    </dgm:pt>
    <dgm:pt modelId="{5DDFA38B-FFF2-49C7-8C24-45AB50A34DAD}" type="pres">
      <dgm:prSet presAssocID="{4D71CDE9-B832-4F71-82F8-50EBDB41DD5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016F704-61A3-42FD-91E5-92394112A4FF}" type="presOf" srcId="{4A6FA560-2E23-447E-8833-1C32B6BC743B}" destId="{B55FCAE8-B6DF-44FC-A5D4-ED306B8AC857}" srcOrd="0" destOrd="0" presId="urn:microsoft.com/office/officeart/2005/8/layout/vList2"/>
    <dgm:cxn modelId="{A3327F64-DA95-4B20-851B-9ABB720634DB}" type="presOf" srcId="{830DE721-F3C5-486E-B0E9-276026B5E2FD}" destId="{9A8E3867-2ABB-4C16-83C6-52FBAB7C59C1}" srcOrd="0" destOrd="0" presId="urn:microsoft.com/office/officeart/2005/8/layout/vList2"/>
    <dgm:cxn modelId="{8CBC7267-F5A8-4D20-9ED0-EFEC380C7EDF}" srcId="{4A6FA560-2E23-447E-8833-1C32B6BC743B}" destId="{830DE721-F3C5-486E-B0E9-276026B5E2FD}" srcOrd="1" destOrd="0" parTransId="{5B5820C3-9A6D-476D-8ED1-E28F1C5567CF}" sibTransId="{24B92D02-65B1-4558-AFD7-2687C898B665}"/>
    <dgm:cxn modelId="{6FF2F54D-2A64-408D-9094-5EFDB116B0E1}" type="presOf" srcId="{F20773AF-A85B-4523-98CB-3344E628264D}" destId="{3031A018-F964-47AE-AC96-12D11DD4AAC4}" srcOrd="0" destOrd="0" presId="urn:microsoft.com/office/officeart/2005/8/layout/vList2"/>
    <dgm:cxn modelId="{DE17D053-FA3F-40B3-BA48-B21FF85CBB5A}" srcId="{4A6FA560-2E23-447E-8833-1C32B6BC743B}" destId="{79E4FD72-72C0-4C51-88DC-E3DE0D50A25E}" srcOrd="2" destOrd="0" parTransId="{37CA359E-0CA4-489A-9039-94DB673B3269}" sibTransId="{BFC5F332-AE12-4162-89E7-E0E05121C0CA}"/>
    <dgm:cxn modelId="{8B90128C-8301-4089-9AFF-E2DAA0810A17}" type="presOf" srcId="{79E4FD72-72C0-4C51-88DC-E3DE0D50A25E}" destId="{05CB1EF9-0248-41DF-9B86-FAD50D531C0B}" srcOrd="0" destOrd="0" presId="urn:microsoft.com/office/officeart/2005/8/layout/vList2"/>
    <dgm:cxn modelId="{C3832491-F9E2-4EE5-8436-885545EB2CFD}" type="presOf" srcId="{4D71CDE9-B832-4F71-82F8-50EBDB41DD5E}" destId="{5DDFA38B-FFF2-49C7-8C24-45AB50A34DAD}" srcOrd="0" destOrd="0" presId="urn:microsoft.com/office/officeart/2005/8/layout/vList2"/>
    <dgm:cxn modelId="{CF9EA8AE-82D2-4B5E-9FFD-51C386011DA3}" srcId="{4A6FA560-2E23-447E-8833-1C32B6BC743B}" destId="{4D71CDE9-B832-4F71-82F8-50EBDB41DD5E}" srcOrd="4" destOrd="0" parTransId="{145B2B58-5ED4-4D91-9F86-B10882529A90}" sibTransId="{38A4893D-466C-4F18-92E1-AB959D87B5EE}"/>
    <dgm:cxn modelId="{D79929B9-4359-4A81-A96B-DDC2A95C6DF3}" type="presOf" srcId="{069B1684-3D7E-425D-820A-E798142A82A0}" destId="{B29D976F-6BBE-4334-BD75-846CE123766D}" srcOrd="0" destOrd="0" presId="urn:microsoft.com/office/officeart/2005/8/layout/vList2"/>
    <dgm:cxn modelId="{A19023F1-FA91-48D9-8F01-AD30C58DBA4A}" srcId="{4A6FA560-2E23-447E-8833-1C32B6BC743B}" destId="{069B1684-3D7E-425D-820A-E798142A82A0}" srcOrd="3" destOrd="0" parTransId="{D52A62AD-51E0-4E29-8594-A6D664069A09}" sibTransId="{120AB7C4-FF58-43CF-A6B3-66E7023A8294}"/>
    <dgm:cxn modelId="{72DADCFF-CED9-4F2C-964C-781B0289B40D}" srcId="{4A6FA560-2E23-447E-8833-1C32B6BC743B}" destId="{F20773AF-A85B-4523-98CB-3344E628264D}" srcOrd="0" destOrd="0" parTransId="{49E5903F-CB38-45FD-BD4B-E09D9E89364F}" sibTransId="{DAC18E70-517E-4E3E-BCB4-FA0D9726D83F}"/>
    <dgm:cxn modelId="{E82A167A-865A-4AEB-B0B9-48056BEFF4F8}" type="presParOf" srcId="{B55FCAE8-B6DF-44FC-A5D4-ED306B8AC857}" destId="{3031A018-F964-47AE-AC96-12D11DD4AAC4}" srcOrd="0" destOrd="0" presId="urn:microsoft.com/office/officeart/2005/8/layout/vList2"/>
    <dgm:cxn modelId="{FC611807-E4EC-4420-B9E6-758B0420220B}" type="presParOf" srcId="{B55FCAE8-B6DF-44FC-A5D4-ED306B8AC857}" destId="{D332D4D5-DD2E-4FDF-91B0-7E855CA0AACE}" srcOrd="1" destOrd="0" presId="urn:microsoft.com/office/officeart/2005/8/layout/vList2"/>
    <dgm:cxn modelId="{4D1B5129-0FB5-47D3-BA36-BEBA075AD05F}" type="presParOf" srcId="{B55FCAE8-B6DF-44FC-A5D4-ED306B8AC857}" destId="{9A8E3867-2ABB-4C16-83C6-52FBAB7C59C1}" srcOrd="2" destOrd="0" presId="urn:microsoft.com/office/officeart/2005/8/layout/vList2"/>
    <dgm:cxn modelId="{D0B9EE08-5385-4CFC-ACEE-B22BAA6F00D7}" type="presParOf" srcId="{B55FCAE8-B6DF-44FC-A5D4-ED306B8AC857}" destId="{B3B5B200-97B0-4CCE-A931-0884D025F5E4}" srcOrd="3" destOrd="0" presId="urn:microsoft.com/office/officeart/2005/8/layout/vList2"/>
    <dgm:cxn modelId="{35C37384-F42A-4EB8-94EE-8B8B0463E73F}" type="presParOf" srcId="{B55FCAE8-B6DF-44FC-A5D4-ED306B8AC857}" destId="{05CB1EF9-0248-41DF-9B86-FAD50D531C0B}" srcOrd="4" destOrd="0" presId="urn:microsoft.com/office/officeart/2005/8/layout/vList2"/>
    <dgm:cxn modelId="{B46180BC-2F80-450C-8922-5DC9B680E344}" type="presParOf" srcId="{B55FCAE8-B6DF-44FC-A5D4-ED306B8AC857}" destId="{E1B356D2-A80B-4FCD-ADCB-4BCECA07773D}" srcOrd="5" destOrd="0" presId="urn:microsoft.com/office/officeart/2005/8/layout/vList2"/>
    <dgm:cxn modelId="{ED1D3803-EE96-44C6-B03A-C522CD324977}" type="presParOf" srcId="{B55FCAE8-B6DF-44FC-A5D4-ED306B8AC857}" destId="{B29D976F-6BBE-4334-BD75-846CE123766D}" srcOrd="6" destOrd="0" presId="urn:microsoft.com/office/officeart/2005/8/layout/vList2"/>
    <dgm:cxn modelId="{BF80B163-C8B2-4441-A1D7-4D3C6EF74AC3}" type="presParOf" srcId="{B55FCAE8-B6DF-44FC-A5D4-ED306B8AC857}" destId="{5A58577D-D851-48C6-8611-DE0E8930A70B}" srcOrd="7" destOrd="0" presId="urn:microsoft.com/office/officeart/2005/8/layout/vList2"/>
    <dgm:cxn modelId="{8494B3E4-FB43-4C6B-B07D-34E709E90103}" type="presParOf" srcId="{B55FCAE8-B6DF-44FC-A5D4-ED306B8AC857}" destId="{5DDFA38B-FFF2-49C7-8C24-45AB50A34DA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58082D48-C573-43B1-87AC-74476010334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BCA4C7B-D164-47E0-AB24-5E45587C678E}">
      <dgm:prSet/>
      <dgm:spPr/>
      <dgm:t>
        <a:bodyPr/>
        <a:lstStyle/>
        <a:p>
          <a:r>
            <a:rPr lang="uk-UA" b="0" i="0"/>
            <a:t>зимівники</a:t>
          </a:r>
          <a:endParaRPr lang="uk-UA"/>
        </a:p>
      </dgm:t>
    </dgm:pt>
    <dgm:pt modelId="{8FF819A5-0AE8-4BF7-B098-CE4AEF733F8D}" type="parTrans" cxnId="{861D49A2-4CC9-4A48-8BA6-184091528B03}">
      <dgm:prSet/>
      <dgm:spPr/>
      <dgm:t>
        <a:bodyPr/>
        <a:lstStyle/>
        <a:p>
          <a:endParaRPr lang="uk-UA"/>
        </a:p>
      </dgm:t>
    </dgm:pt>
    <dgm:pt modelId="{28502927-AEB3-45B5-A330-98655CA5E06F}" type="sibTrans" cxnId="{861D49A2-4CC9-4A48-8BA6-184091528B03}">
      <dgm:prSet/>
      <dgm:spPr/>
      <dgm:t>
        <a:bodyPr/>
        <a:lstStyle/>
        <a:p>
          <a:endParaRPr lang="uk-UA"/>
        </a:p>
      </dgm:t>
    </dgm:pt>
    <dgm:pt modelId="{5AB04E7D-06B0-4A16-BABC-7A94B83B3C0D}">
      <dgm:prSet/>
      <dgm:spPr/>
      <dgm:t>
        <a:bodyPr/>
        <a:lstStyle/>
        <a:p>
          <a:r>
            <a:rPr lang="uk-UA" b="0" i="0"/>
            <a:t>паланки</a:t>
          </a:r>
          <a:endParaRPr lang="uk-UA"/>
        </a:p>
      </dgm:t>
    </dgm:pt>
    <dgm:pt modelId="{813FD2D5-9434-4B9F-A636-7A9302755F36}" type="parTrans" cxnId="{6BAF9128-6425-45CB-A5A7-90AC82E95089}">
      <dgm:prSet/>
      <dgm:spPr/>
      <dgm:t>
        <a:bodyPr/>
        <a:lstStyle/>
        <a:p>
          <a:endParaRPr lang="uk-UA"/>
        </a:p>
      </dgm:t>
    </dgm:pt>
    <dgm:pt modelId="{F5252CD3-19EA-4A9F-9AAB-0D73CD498E2C}" type="sibTrans" cxnId="{6BAF9128-6425-45CB-A5A7-90AC82E95089}">
      <dgm:prSet/>
      <dgm:spPr/>
      <dgm:t>
        <a:bodyPr/>
        <a:lstStyle/>
        <a:p>
          <a:endParaRPr lang="uk-UA"/>
        </a:p>
      </dgm:t>
    </dgm:pt>
    <dgm:pt modelId="{8D1FE7B8-8D18-40A3-9093-830A12BAC442}">
      <dgm:prSet/>
      <dgm:spPr/>
      <dgm:t>
        <a:bodyPr/>
        <a:lstStyle/>
        <a:p>
          <a:r>
            <a:rPr lang="uk-UA" b="0" i="0"/>
            <a:t>повіти</a:t>
          </a:r>
          <a:endParaRPr lang="uk-UA"/>
        </a:p>
      </dgm:t>
    </dgm:pt>
    <dgm:pt modelId="{83B9DB64-1D71-49B4-828B-F30C10967FFB}" type="parTrans" cxnId="{974C9BB4-E869-4302-83D5-9587B3520EB1}">
      <dgm:prSet/>
      <dgm:spPr/>
      <dgm:t>
        <a:bodyPr/>
        <a:lstStyle/>
        <a:p>
          <a:endParaRPr lang="uk-UA"/>
        </a:p>
      </dgm:t>
    </dgm:pt>
    <dgm:pt modelId="{D378757E-7FED-4553-8F20-F0D537AF6D17}" type="sibTrans" cxnId="{974C9BB4-E869-4302-83D5-9587B3520EB1}">
      <dgm:prSet/>
      <dgm:spPr/>
      <dgm:t>
        <a:bodyPr/>
        <a:lstStyle/>
        <a:p>
          <a:endParaRPr lang="uk-UA"/>
        </a:p>
      </dgm:t>
    </dgm:pt>
    <dgm:pt modelId="{EA579F0E-31ED-4DA6-B273-8BD97D46D67F}">
      <dgm:prSet/>
      <dgm:spPr/>
      <dgm:t>
        <a:bodyPr/>
        <a:lstStyle/>
        <a:p>
          <a:r>
            <a:rPr lang="uk-UA" b="0" i="0" dirty="0" err="1"/>
            <a:t>куріні</a:t>
          </a:r>
          <a:endParaRPr lang="uk-UA" dirty="0"/>
        </a:p>
      </dgm:t>
    </dgm:pt>
    <dgm:pt modelId="{F26DA14A-E383-4C89-B23A-685BE38E7963}" type="parTrans" cxnId="{7519A72C-972B-42CD-BB3E-D32BD264B132}">
      <dgm:prSet/>
      <dgm:spPr/>
      <dgm:t>
        <a:bodyPr/>
        <a:lstStyle/>
        <a:p>
          <a:endParaRPr lang="uk-UA"/>
        </a:p>
      </dgm:t>
    </dgm:pt>
    <dgm:pt modelId="{C59452AC-040C-4C38-B150-19B6B5F25BA9}" type="sibTrans" cxnId="{7519A72C-972B-42CD-BB3E-D32BD264B132}">
      <dgm:prSet/>
      <dgm:spPr/>
      <dgm:t>
        <a:bodyPr/>
        <a:lstStyle/>
        <a:p>
          <a:endParaRPr lang="uk-UA"/>
        </a:p>
      </dgm:t>
    </dgm:pt>
    <dgm:pt modelId="{1171F28C-DB7B-4A0C-A3A5-0347D8125113}" type="pres">
      <dgm:prSet presAssocID="{58082D48-C573-43B1-87AC-74476010334E}" presName="matrix" presStyleCnt="0">
        <dgm:presLayoutVars>
          <dgm:chMax val="1"/>
          <dgm:dir/>
          <dgm:resizeHandles val="exact"/>
        </dgm:presLayoutVars>
      </dgm:prSet>
      <dgm:spPr/>
    </dgm:pt>
    <dgm:pt modelId="{0BD73E41-7617-46D2-B46F-D8E47A7C5B5E}" type="pres">
      <dgm:prSet presAssocID="{58082D48-C573-43B1-87AC-74476010334E}" presName="diamond" presStyleLbl="bgShp" presStyleIdx="0" presStyleCnt="1"/>
      <dgm:spPr/>
    </dgm:pt>
    <dgm:pt modelId="{219F50E3-853B-4C6D-9A6C-0814BD47AB5D}" type="pres">
      <dgm:prSet presAssocID="{58082D48-C573-43B1-87AC-74476010334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C59A968-3E4F-4AF6-ABDE-542292B27BAC}" type="pres">
      <dgm:prSet presAssocID="{58082D48-C573-43B1-87AC-74476010334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B3E8704-4507-467D-82AA-70D2583DF705}" type="pres">
      <dgm:prSet presAssocID="{58082D48-C573-43B1-87AC-74476010334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2C1F991-A36B-4DB1-B62E-A2708CEB053F}" type="pres">
      <dgm:prSet presAssocID="{58082D48-C573-43B1-87AC-74476010334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BAF9128-6425-45CB-A5A7-90AC82E95089}" srcId="{58082D48-C573-43B1-87AC-74476010334E}" destId="{5AB04E7D-06B0-4A16-BABC-7A94B83B3C0D}" srcOrd="1" destOrd="0" parTransId="{813FD2D5-9434-4B9F-A636-7A9302755F36}" sibTransId="{F5252CD3-19EA-4A9F-9AAB-0D73CD498E2C}"/>
    <dgm:cxn modelId="{7519A72C-972B-42CD-BB3E-D32BD264B132}" srcId="{58082D48-C573-43B1-87AC-74476010334E}" destId="{EA579F0E-31ED-4DA6-B273-8BD97D46D67F}" srcOrd="3" destOrd="0" parTransId="{F26DA14A-E383-4C89-B23A-685BE38E7963}" sibTransId="{C59452AC-040C-4C38-B150-19B6B5F25BA9}"/>
    <dgm:cxn modelId="{6754BF60-70D5-4A02-A65B-0D34D72BCE1D}" type="presOf" srcId="{BBCA4C7B-D164-47E0-AB24-5E45587C678E}" destId="{219F50E3-853B-4C6D-9A6C-0814BD47AB5D}" srcOrd="0" destOrd="0" presId="urn:microsoft.com/office/officeart/2005/8/layout/matrix3"/>
    <dgm:cxn modelId="{01135E4C-7CEC-4E24-A439-199171FBD0CF}" type="presOf" srcId="{5AB04E7D-06B0-4A16-BABC-7A94B83B3C0D}" destId="{BC59A968-3E4F-4AF6-ABDE-542292B27BAC}" srcOrd="0" destOrd="0" presId="urn:microsoft.com/office/officeart/2005/8/layout/matrix3"/>
    <dgm:cxn modelId="{861D49A2-4CC9-4A48-8BA6-184091528B03}" srcId="{58082D48-C573-43B1-87AC-74476010334E}" destId="{BBCA4C7B-D164-47E0-AB24-5E45587C678E}" srcOrd="0" destOrd="0" parTransId="{8FF819A5-0AE8-4BF7-B098-CE4AEF733F8D}" sibTransId="{28502927-AEB3-45B5-A330-98655CA5E06F}"/>
    <dgm:cxn modelId="{422F73AB-1BD6-4F65-8454-C1D8C9DDFA49}" type="presOf" srcId="{EA579F0E-31ED-4DA6-B273-8BD97D46D67F}" destId="{A2C1F991-A36B-4DB1-B62E-A2708CEB053F}" srcOrd="0" destOrd="0" presId="urn:microsoft.com/office/officeart/2005/8/layout/matrix3"/>
    <dgm:cxn modelId="{974C9BB4-E869-4302-83D5-9587B3520EB1}" srcId="{58082D48-C573-43B1-87AC-74476010334E}" destId="{8D1FE7B8-8D18-40A3-9093-830A12BAC442}" srcOrd="2" destOrd="0" parTransId="{83B9DB64-1D71-49B4-828B-F30C10967FFB}" sibTransId="{D378757E-7FED-4553-8F20-F0D537AF6D17}"/>
    <dgm:cxn modelId="{D0A40FBC-A637-43C0-BE9A-61F0DE4AC16C}" type="presOf" srcId="{8D1FE7B8-8D18-40A3-9093-830A12BAC442}" destId="{8B3E8704-4507-467D-82AA-70D2583DF705}" srcOrd="0" destOrd="0" presId="urn:microsoft.com/office/officeart/2005/8/layout/matrix3"/>
    <dgm:cxn modelId="{035237C4-FC14-46A7-8EB4-EB3B6647D36E}" type="presOf" srcId="{58082D48-C573-43B1-87AC-74476010334E}" destId="{1171F28C-DB7B-4A0C-A3A5-0347D8125113}" srcOrd="0" destOrd="0" presId="urn:microsoft.com/office/officeart/2005/8/layout/matrix3"/>
    <dgm:cxn modelId="{F7CE2695-E4AB-4C0B-A417-F95DD71D1C44}" type="presParOf" srcId="{1171F28C-DB7B-4A0C-A3A5-0347D8125113}" destId="{0BD73E41-7617-46D2-B46F-D8E47A7C5B5E}" srcOrd="0" destOrd="0" presId="urn:microsoft.com/office/officeart/2005/8/layout/matrix3"/>
    <dgm:cxn modelId="{90217B25-8418-47D0-BA37-35BB422F3183}" type="presParOf" srcId="{1171F28C-DB7B-4A0C-A3A5-0347D8125113}" destId="{219F50E3-853B-4C6D-9A6C-0814BD47AB5D}" srcOrd="1" destOrd="0" presId="urn:microsoft.com/office/officeart/2005/8/layout/matrix3"/>
    <dgm:cxn modelId="{AFA7DB39-694B-4155-BA04-C545D338B0E3}" type="presParOf" srcId="{1171F28C-DB7B-4A0C-A3A5-0347D8125113}" destId="{BC59A968-3E4F-4AF6-ABDE-542292B27BAC}" srcOrd="2" destOrd="0" presId="urn:microsoft.com/office/officeart/2005/8/layout/matrix3"/>
    <dgm:cxn modelId="{152BF22A-2774-4543-AD44-9BE4B614A160}" type="presParOf" srcId="{1171F28C-DB7B-4A0C-A3A5-0347D8125113}" destId="{8B3E8704-4507-467D-82AA-70D2583DF705}" srcOrd="3" destOrd="0" presId="urn:microsoft.com/office/officeart/2005/8/layout/matrix3"/>
    <dgm:cxn modelId="{54B31DF5-D7E0-4075-917C-7223F3D7BE6A}" type="presParOf" srcId="{1171F28C-DB7B-4A0C-A3A5-0347D8125113}" destId="{A2C1F991-A36B-4DB1-B62E-A2708CEB053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633F5-187F-4A9D-B28E-F9B23EDC0724}">
      <dsp:nvSpPr>
        <dsp:cNvPr id="0" name=""/>
        <dsp:cNvSpPr/>
      </dsp:nvSpPr>
      <dsp:spPr>
        <a:xfrm>
          <a:off x="0" y="420281"/>
          <a:ext cx="439578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упорядкування системи управління Запорозькою Січчю.</a:t>
          </a:r>
          <a:endParaRPr lang="uk-UA" sz="2000" kern="1200" dirty="0"/>
        </a:p>
      </dsp:txBody>
      <dsp:txXfrm>
        <a:off x="38838" y="459119"/>
        <a:ext cx="4318111" cy="717924"/>
      </dsp:txXfrm>
    </dsp:sp>
    <dsp:sp modelId="{AC0A7DDB-1693-4861-923C-D1433040F3C5}">
      <dsp:nvSpPr>
        <dsp:cNvPr id="0" name=""/>
        <dsp:cNvSpPr/>
      </dsp:nvSpPr>
      <dsp:spPr>
        <a:xfrm>
          <a:off x="0" y="1273481"/>
          <a:ext cx="439578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ліквідацію решток автономного устрою Гетьманщини.</a:t>
          </a:r>
          <a:endParaRPr lang="uk-UA" sz="2000" kern="1200" dirty="0"/>
        </a:p>
      </dsp:txBody>
      <dsp:txXfrm>
        <a:off x="38838" y="1312319"/>
        <a:ext cx="4318111" cy="717924"/>
      </dsp:txXfrm>
    </dsp:sp>
    <dsp:sp modelId="{DE95F38D-547D-4706-B53A-4ABAEAFDC068}">
      <dsp:nvSpPr>
        <dsp:cNvPr id="0" name=""/>
        <dsp:cNvSpPr/>
      </dsp:nvSpPr>
      <dsp:spPr>
        <a:xfrm>
          <a:off x="0" y="2126681"/>
          <a:ext cx="439578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запровадження полкового устрою в Слобідській Україні.</a:t>
          </a:r>
          <a:endParaRPr lang="uk-UA" sz="2000" kern="1200" dirty="0"/>
        </a:p>
      </dsp:txBody>
      <dsp:txXfrm>
        <a:off x="38838" y="2165519"/>
        <a:ext cx="4318111" cy="717924"/>
      </dsp:txXfrm>
    </dsp:sp>
    <dsp:sp modelId="{F4052505-1284-45F3-AC60-05F9D0685BAD}">
      <dsp:nvSpPr>
        <dsp:cNvPr id="0" name=""/>
        <dsp:cNvSpPr/>
      </dsp:nvSpPr>
      <dsp:spPr>
        <a:xfrm>
          <a:off x="0" y="2979881"/>
          <a:ext cx="439578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повернення козаків Задунайської Січі на Запоріжжя.</a:t>
          </a:r>
          <a:endParaRPr lang="uk-UA" sz="2000" kern="1200" dirty="0"/>
        </a:p>
      </dsp:txBody>
      <dsp:txXfrm>
        <a:off x="38838" y="3018719"/>
        <a:ext cx="4318111" cy="717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A4373-F300-4681-8856-BEA5270DB5E1}">
      <dsp:nvSpPr>
        <dsp:cNvPr id="0" name=""/>
        <dsp:cNvSpPr/>
      </dsp:nvSpPr>
      <dsp:spPr>
        <a:xfrm>
          <a:off x="0" y="0"/>
          <a:ext cx="4395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041AA-6EC9-4053-B4A4-D8B321B70F54}">
      <dsp:nvSpPr>
        <dsp:cNvPr id="0" name=""/>
        <dsp:cNvSpPr/>
      </dsp:nvSpPr>
      <dsp:spPr>
        <a:xfrm>
          <a:off x="0" y="0"/>
          <a:ext cx="4395787" cy="2097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Ліквідація </a:t>
          </a:r>
          <a:r>
            <a:rPr lang="uk-UA" sz="2500" b="0" i="0" kern="1200" dirty="0" err="1"/>
            <a:t>полково</a:t>
          </a:r>
          <a:r>
            <a:rPr lang="uk-UA" sz="2500" b="0" i="0" kern="1200" dirty="0"/>
            <a:t>-сотенного устрою Слобідської України, утворення </a:t>
          </a:r>
          <a:r>
            <a:rPr lang="uk-UA" sz="2500" b="0" i="0" kern="1200" dirty="0" err="1"/>
            <a:t>Слобідсько</a:t>
          </a:r>
          <a:r>
            <a:rPr lang="uk-UA" sz="2500" b="0" i="0" kern="1200" dirty="0"/>
            <a:t>-Української губернії.</a:t>
          </a:r>
          <a:endParaRPr lang="uk-UA" sz="2500" kern="1200" dirty="0"/>
        </a:p>
      </dsp:txBody>
      <dsp:txXfrm>
        <a:off x="0" y="0"/>
        <a:ext cx="4395787" cy="2097881"/>
      </dsp:txXfrm>
    </dsp:sp>
    <dsp:sp modelId="{9F684083-52EF-44B5-9B5F-57B341B4C138}">
      <dsp:nvSpPr>
        <dsp:cNvPr id="0" name=""/>
        <dsp:cNvSpPr/>
      </dsp:nvSpPr>
      <dsp:spPr>
        <a:xfrm>
          <a:off x="0" y="2097881"/>
          <a:ext cx="4395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F3CF5-412F-4078-ACF8-B9E2DC23E071}">
      <dsp:nvSpPr>
        <dsp:cNvPr id="0" name=""/>
        <dsp:cNvSpPr/>
      </dsp:nvSpPr>
      <dsp:spPr>
        <a:xfrm>
          <a:off x="0" y="2097881"/>
          <a:ext cx="4395787" cy="2097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Скасування імператрицею Катериною </a:t>
          </a:r>
          <a:r>
            <a:rPr lang="en-US" sz="2500" b="0" i="0" kern="1200" dirty="0"/>
            <a:t>II </a:t>
          </a:r>
          <a:r>
            <a:rPr lang="uk-UA" sz="2500" b="0" i="0" kern="1200" dirty="0"/>
            <a:t>гетьманства, запровадження Малоросійської колегії.</a:t>
          </a:r>
          <a:endParaRPr lang="uk-UA" sz="2500" kern="1200" dirty="0"/>
        </a:p>
      </dsp:txBody>
      <dsp:txXfrm>
        <a:off x="0" y="2097881"/>
        <a:ext cx="4395787" cy="20978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B4AFC-474D-4FEE-A837-6436DBEDC0C2}">
      <dsp:nvSpPr>
        <dsp:cNvPr id="0" name=""/>
        <dsp:cNvSpPr/>
      </dsp:nvSpPr>
      <dsp:spPr>
        <a:xfrm>
          <a:off x="0" y="0"/>
          <a:ext cx="43957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FED87-50BB-4156-8F57-CBE7472E2A07}">
      <dsp:nvSpPr>
        <dsp:cNvPr id="0" name=""/>
        <dsp:cNvSpPr/>
      </dsp:nvSpPr>
      <dsp:spPr>
        <a:xfrm>
          <a:off x="0" y="0"/>
          <a:ext cx="4395788" cy="2100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Ліквідація </a:t>
          </a:r>
          <a:r>
            <a:rPr lang="uk-UA" sz="2200" kern="1200" dirty="0" err="1"/>
            <a:t>полково</a:t>
          </a:r>
          <a:r>
            <a:rPr lang="uk-UA" sz="2200" kern="1200" dirty="0"/>
            <a:t>-сотенного устрою Лівобережної України, утворення Київського, Чернігівського та Новгород-Сіверського </a:t>
          </a:r>
          <a:r>
            <a:rPr lang="uk-UA" sz="2200" kern="1200" dirty="0" err="1"/>
            <a:t>намісництв</a:t>
          </a:r>
          <a:r>
            <a:rPr lang="uk-UA" sz="2200" kern="1200" dirty="0"/>
            <a:t>.</a:t>
          </a:r>
        </a:p>
      </dsp:txBody>
      <dsp:txXfrm>
        <a:off x="0" y="0"/>
        <a:ext cx="4395788" cy="2100262"/>
      </dsp:txXfrm>
    </dsp:sp>
    <dsp:sp modelId="{EBB582C2-3DA0-46E4-A2FC-79B130D435B1}">
      <dsp:nvSpPr>
        <dsp:cNvPr id="0" name=""/>
        <dsp:cNvSpPr/>
      </dsp:nvSpPr>
      <dsp:spPr>
        <a:xfrm>
          <a:off x="0" y="2100262"/>
          <a:ext cx="43957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BAE5D-F4E3-4565-B5A7-C426D6079600}">
      <dsp:nvSpPr>
        <dsp:cNvPr id="0" name=""/>
        <dsp:cNvSpPr/>
      </dsp:nvSpPr>
      <dsp:spPr>
        <a:xfrm>
          <a:off x="0" y="2100262"/>
          <a:ext cx="4395788" cy="2100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Зруйнування Запорозької (Нової) Січі.</a:t>
          </a:r>
        </a:p>
      </dsp:txBody>
      <dsp:txXfrm>
        <a:off x="0" y="2100262"/>
        <a:ext cx="4395788" cy="21002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A2AA4-6FF2-4ACB-A2B1-DFA335946665}">
      <dsp:nvSpPr>
        <dsp:cNvPr id="0" name=""/>
        <dsp:cNvSpPr/>
      </dsp:nvSpPr>
      <dsp:spPr>
        <a:xfrm>
          <a:off x="0" y="94121"/>
          <a:ext cx="4395787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ліквідація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полково</a:t>
          </a:r>
          <a:r>
            <a:rPr lang="ru-RU" sz="2300" b="0" i="0" kern="1200" dirty="0"/>
            <a:t>-сотенного устрою </a:t>
          </a:r>
          <a:r>
            <a:rPr lang="ru-RU" sz="2300" b="0" i="0" kern="1200" dirty="0" err="1"/>
            <a:t>Слобідської</a:t>
          </a:r>
          <a:r>
            <a:rPr lang="ru-RU" sz="2300" b="0" i="0" kern="1200" dirty="0"/>
            <a:t> </a:t>
          </a:r>
          <a:r>
            <a:rPr lang="ru-RU" sz="2300" b="0" i="0" kern="1200" dirty="0" err="1"/>
            <a:t>України</a:t>
          </a:r>
          <a:endParaRPr lang="uk-UA" sz="2300" kern="1200" dirty="0"/>
        </a:p>
      </dsp:txBody>
      <dsp:txXfrm>
        <a:off x="63055" y="157176"/>
        <a:ext cx="4269677" cy="1165570"/>
      </dsp:txXfrm>
    </dsp:sp>
    <dsp:sp modelId="{14A07187-96A8-4B7D-A4B7-ACFEA05ADF81}">
      <dsp:nvSpPr>
        <dsp:cNvPr id="0" name=""/>
        <dsp:cNvSpPr/>
      </dsp:nvSpPr>
      <dsp:spPr>
        <a:xfrm>
          <a:off x="0" y="1452041"/>
          <a:ext cx="4395787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загальна</a:t>
          </a:r>
          <a:r>
            <a:rPr lang="ru-RU" sz="2300" b="0" i="0" kern="1200" dirty="0"/>
            <a:t> </a:t>
          </a:r>
          <a:r>
            <a:rPr lang="ru-RU" sz="2300" b="0" i="0" kern="1200" dirty="0" err="1"/>
            <a:t>ревізія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населення</a:t>
          </a:r>
          <a:r>
            <a:rPr lang="ru-RU" sz="2300" b="0" i="0" kern="1200" dirty="0"/>
            <a:t>, </a:t>
          </a:r>
          <a:r>
            <a:rPr lang="ru-RU" sz="2300" b="0" i="0" kern="1200" dirty="0" err="1"/>
            <a:t>земельної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власності</a:t>
          </a:r>
          <a:r>
            <a:rPr lang="ru-RU" sz="2300" b="0" i="0" kern="1200" dirty="0"/>
            <a:t>, </a:t>
          </a:r>
          <a:r>
            <a:rPr lang="ru-RU" sz="2300" b="0" i="0" kern="1200" dirty="0" err="1"/>
            <a:t>худоби</a:t>
          </a:r>
          <a:r>
            <a:rPr lang="ru-RU" sz="2300" b="0" i="0" kern="1200" dirty="0"/>
            <a:t>, </a:t>
          </a:r>
          <a:r>
            <a:rPr lang="ru-RU" sz="2300" b="0" i="0" kern="1200" dirty="0" err="1"/>
            <a:t>іншого</a:t>
          </a:r>
          <a:r>
            <a:rPr lang="ru-RU" sz="2300" b="0" i="0" kern="1200" dirty="0"/>
            <a:t> майна</a:t>
          </a:r>
          <a:endParaRPr lang="uk-UA" sz="2300" kern="1200" dirty="0"/>
        </a:p>
      </dsp:txBody>
      <dsp:txXfrm>
        <a:off x="63055" y="1515096"/>
        <a:ext cx="4269677" cy="1165570"/>
      </dsp:txXfrm>
    </dsp:sp>
    <dsp:sp modelId="{07423E06-7FF8-41D7-B00E-67484C835B16}">
      <dsp:nvSpPr>
        <dsp:cNvPr id="0" name=""/>
        <dsp:cNvSpPr/>
      </dsp:nvSpPr>
      <dsp:spPr>
        <a:xfrm>
          <a:off x="0" y="2809961"/>
          <a:ext cx="4395787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обмеження</a:t>
          </a:r>
          <a:r>
            <a:rPr lang="ru-RU" sz="2300" b="0" i="0" kern="1200" dirty="0"/>
            <a:t> прав </a:t>
          </a:r>
          <a:r>
            <a:rPr lang="ru-RU" sz="2300" b="0" i="0" kern="1200" dirty="0" err="1"/>
            <a:t>гетьмана</a:t>
          </a:r>
          <a:r>
            <a:rPr lang="ru-RU" sz="2300" b="0" i="0" kern="1200" dirty="0"/>
            <a:t> на </a:t>
          </a:r>
          <a:r>
            <a:rPr lang="ru-RU" sz="2300" b="0" i="0" kern="1200" dirty="0" err="1"/>
            <a:t>призначення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козацької</a:t>
          </a:r>
          <a:r>
            <a:rPr lang="ru-RU" sz="2300" b="0" i="0" kern="1200" dirty="0"/>
            <a:t> </a:t>
          </a:r>
          <a:r>
            <a:rPr lang="ru-RU" sz="2300" b="0" i="0" kern="1200" dirty="0" err="1"/>
            <a:t>старшини</a:t>
          </a:r>
          <a:endParaRPr lang="uk-UA" sz="2300" kern="1200" dirty="0"/>
        </a:p>
      </dsp:txBody>
      <dsp:txXfrm>
        <a:off x="63055" y="2873016"/>
        <a:ext cx="4269677" cy="11655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C5AC2-ACC5-47D2-B11B-D0F80487759B}">
      <dsp:nvSpPr>
        <dsp:cNvPr id="0" name=""/>
        <dsp:cNvSpPr/>
      </dsp:nvSpPr>
      <dsp:spPr>
        <a:xfrm>
          <a:off x="0" y="742"/>
          <a:ext cx="4395788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запровадження </a:t>
          </a:r>
          <a:r>
            <a:rPr lang="uk-UA" sz="1800" b="0" i="0" kern="1200" dirty="0" err="1"/>
            <a:t>намісництв</a:t>
          </a:r>
          <a:r>
            <a:rPr lang="uk-UA" sz="1800" b="0" i="0" kern="1200" dirty="0"/>
            <a:t>, загальноросійських судових установ</a:t>
          </a:r>
          <a:endParaRPr lang="uk-UA" sz="1800" kern="1200" dirty="0"/>
        </a:p>
      </dsp:txBody>
      <dsp:txXfrm>
        <a:off x="49347" y="50089"/>
        <a:ext cx="4297094" cy="912186"/>
      </dsp:txXfrm>
    </dsp:sp>
    <dsp:sp modelId="{10A8A8A7-8871-4FDE-84D0-27A2FF4C8233}">
      <dsp:nvSpPr>
        <dsp:cNvPr id="0" name=""/>
        <dsp:cNvSpPr/>
      </dsp:nvSpPr>
      <dsp:spPr>
        <a:xfrm>
          <a:off x="0" y="1063462"/>
          <a:ext cx="4395788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знищення Запорозької (Нової) Січі</a:t>
          </a:r>
          <a:endParaRPr lang="uk-UA" sz="1800" kern="1200" dirty="0"/>
        </a:p>
      </dsp:txBody>
      <dsp:txXfrm>
        <a:off x="49347" y="1112809"/>
        <a:ext cx="4297094" cy="912186"/>
      </dsp:txXfrm>
    </dsp:sp>
    <dsp:sp modelId="{EE189C49-F081-4BD7-8850-2DDC38997362}">
      <dsp:nvSpPr>
        <dsp:cNvPr id="0" name=""/>
        <dsp:cNvSpPr/>
      </dsp:nvSpPr>
      <dsp:spPr>
        <a:xfrm>
          <a:off x="0" y="2126182"/>
          <a:ext cx="4395788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поширення російської системи управління на Правобережну Україну</a:t>
          </a:r>
          <a:endParaRPr lang="uk-UA" sz="1800" kern="1200" dirty="0"/>
        </a:p>
      </dsp:txBody>
      <dsp:txXfrm>
        <a:off x="49347" y="2175529"/>
        <a:ext cx="4297094" cy="912186"/>
      </dsp:txXfrm>
    </dsp:sp>
    <dsp:sp modelId="{CCE5C92D-EB10-4C2B-9774-0A201A835560}">
      <dsp:nvSpPr>
        <dsp:cNvPr id="0" name=""/>
        <dsp:cNvSpPr/>
      </dsp:nvSpPr>
      <dsp:spPr>
        <a:xfrm>
          <a:off x="0" y="3188902"/>
          <a:ext cx="4395788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заміна натуральних повинностей грошовим податком</a:t>
          </a:r>
          <a:endParaRPr lang="uk-UA" sz="1800" kern="1200" dirty="0"/>
        </a:p>
      </dsp:txBody>
      <dsp:txXfrm>
        <a:off x="49347" y="3238249"/>
        <a:ext cx="4297094" cy="9121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CA3CE-A2E7-4A16-A889-5A785D57A1C8}">
      <dsp:nvSpPr>
        <dsp:cNvPr id="0" name=""/>
        <dsp:cNvSpPr/>
      </dsp:nvSpPr>
      <dsp:spPr>
        <a:xfrm>
          <a:off x="0" y="8662"/>
          <a:ext cx="439578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1722 р.</a:t>
          </a:r>
          <a:endParaRPr lang="uk-UA" sz="4000" kern="1200"/>
        </a:p>
      </dsp:txBody>
      <dsp:txXfrm>
        <a:off x="46834" y="55496"/>
        <a:ext cx="4302120" cy="865732"/>
      </dsp:txXfrm>
    </dsp:sp>
    <dsp:sp modelId="{06A936E3-9EA7-44E3-91DE-BB3C7385C1E3}">
      <dsp:nvSpPr>
        <dsp:cNvPr id="0" name=""/>
        <dsp:cNvSpPr/>
      </dsp:nvSpPr>
      <dsp:spPr>
        <a:xfrm>
          <a:off x="0" y="1083262"/>
          <a:ext cx="439578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1727 р.</a:t>
          </a:r>
          <a:endParaRPr lang="uk-UA" sz="4000" kern="1200" dirty="0"/>
        </a:p>
      </dsp:txBody>
      <dsp:txXfrm>
        <a:off x="46834" y="1130096"/>
        <a:ext cx="4302120" cy="865732"/>
      </dsp:txXfrm>
    </dsp:sp>
    <dsp:sp modelId="{91E1AEA5-EA5E-42B5-860F-70761760B325}">
      <dsp:nvSpPr>
        <dsp:cNvPr id="0" name=""/>
        <dsp:cNvSpPr/>
      </dsp:nvSpPr>
      <dsp:spPr>
        <a:xfrm>
          <a:off x="0" y="2157862"/>
          <a:ext cx="439578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1734 р.</a:t>
          </a:r>
          <a:endParaRPr lang="uk-UA" sz="4000" kern="1200"/>
        </a:p>
      </dsp:txBody>
      <dsp:txXfrm>
        <a:off x="46834" y="2204696"/>
        <a:ext cx="4302120" cy="865732"/>
      </dsp:txXfrm>
    </dsp:sp>
    <dsp:sp modelId="{7E2B2F00-8340-4B48-80DF-F8553D8469D8}">
      <dsp:nvSpPr>
        <dsp:cNvPr id="0" name=""/>
        <dsp:cNvSpPr/>
      </dsp:nvSpPr>
      <dsp:spPr>
        <a:xfrm>
          <a:off x="0" y="3232462"/>
          <a:ext cx="439578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1764 р</a:t>
          </a:r>
          <a:endParaRPr lang="uk-UA" sz="4000" kern="1200" dirty="0"/>
        </a:p>
      </dsp:txBody>
      <dsp:txXfrm>
        <a:off x="46834" y="3279296"/>
        <a:ext cx="4302120" cy="8657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8DB83-93B7-47E5-8153-88FA217FC697}">
      <dsp:nvSpPr>
        <dsp:cNvPr id="0" name=""/>
        <dsp:cNvSpPr/>
      </dsp:nvSpPr>
      <dsp:spPr>
        <a:xfrm>
          <a:off x="0" y="11416"/>
          <a:ext cx="4395788" cy="10055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зруйнував Запорозьку (Нову) Січ</a:t>
          </a:r>
          <a:endParaRPr lang="uk-UA" sz="1800" kern="1200" dirty="0"/>
        </a:p>
      </dsp:txBody>
      <dsp:txXfrm>
        <a:off x="49087" y="60503"/>
        <a:ext cx="4297614" cy="907369"/>
      </dsp:txXfrm>
    </dsp:sp>
    <dsp:sp modelId="{333386C3-F6FD-44D7-80BF-C5046515FBB5}">
      <dsp:nvSpPr>
        <dsp:cNvPr id="0" name=""/>
        <dsp:cNvSpPr/>
      </dsp:nvSpPr>
      <dsp:spPr>
        <a:xfrm>
          <a:off x="0" y="1068799"/>
          <a:ext cx="4395788" cy="10055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закріпачив козаків слобідської України</a:t>
          </a:r>
          <a:endParaRPr lang="uk-UA" sz="1800" kern="1200" dirty="0"/>
        </a:p>
      </dsp:txBody>
      <dsp:txXfrm>
        <a:off x="49087" y="1117886"/>
        <a:ext cx="4297614" cy="907369"/>
      </dsp:txXfrm>
    </dsp:sp>
    <dsp:sp modelId="{5B4870FE-E0C9-4CBB-AAFC-DD163504C658}">
      <dsp:nvSpPr>
        <dsp:cNvPr id="0" name=""/>
        <dsp:cNvSpPr/>
      </dsp:nvSpPr>
      <dsp:spPr>
        <a:xfrm>
          <a:off x="0" y="2126182"/>
          <a:ext cx="4395788" cy="10055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приєднав землі римського ханства до Російської імперії</a:t>
          </a:r>
          <a:endParaRPr lang="uk-UA" sz="1800" kern="1200" dirty="0"/>
        </a:p>
      </dsp:txBody>
      <dsp:txXfrm>
        <a:off x="49087" y="2175269"/>
        <a:ext cx="4297614" cy="907369"/>
      </dsp:txXfrm>
    </dsp:sp>
    <dsp:sp modelId="{963C92DF-FF0D-473C-B6AC-3C647C00296A}">
      <dsp:nvSpPr>
        <dsp:cNvPr id="0" name=""/>
        <dsp:cNvSpPr/>
      </dsp:nvSpPr>
      <dsp:spPr>
        <a:xfrm>
          <a:off x="0" y="3183565"/>
          <a:ext cx="4395788" cy="10055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придушив Коліївщину — гайдамацький рух на Правобережній Україні</a:t>
          </a:r>
          <a:endParaRPr lang="uk-UA" sz="1800" kern="1200" dirty="0"/>
        </a:p>
      </dsp:txBody>
      <dsp:txXfrm>
        <a:off x="49087" y="3232652"/>
        <a:ext cx="4297614" cy="9073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322F2-3907-4693-A109-CE9298C1023C}">
      <dsp:nvSpPr>
        <dsp:cNvPr id="0" name=""/>
        <dsp:cNvSpPr/>
      </dsp:nvSpPr>
      <dsp:spPr>
        <a:xfrm>
          <a:off x="0" y="50416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закріпачення селян Лівобережної та Слобідської України</a:t>
          </a:r>
          <a:endParaRPr lang="uk-UA" sz="1900" kern="1200" dirty="0"/>
        </a:p>
      </dsp:txBody>
      <dsp:txXfrm>
        <a:off x="36896" y="541057"/>
        <a:ext cx="4321995" cy="682028"/>
      </dsp:txXfrm>
    </dsp:sp>
    <dsp:sp modelId="{824B5D84-E814-4F38-A5F6-F184250DEF51}">
      <dsp:nvSpPr>
        <dsp:cNvPr id="0" name=""/>
        <dsp:cNvSpPr/>
      </dsp:nvSpPr>
      <dsp:spPr>
        <a:xfrm>
          <a:off x="0" y="131470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остаточна ліквідація гетьманства</a:t>
          </a:r>
          <a:endParaRPr lang="uk-UA" sz="1900" kern="1200"/>
        </a:p>
      </dsp:txBody>
      <dsp:txXfrm>
        <a:off x="36896" y="1351597"/>
        <a:ext cx="4321995" cy="682028"/>
      </dsp:txXfrm>
    </dsp:sp>
    <dsp:sp modelId="{1A2DC963-C76F-4B86-AB9B-747BAA91A758}">
      <dsp:nvSpPr>
        <dsp:cNvPr id="0" name=""/>
        <dsp:cNvSpPr/>
      </dsp:nvSpPr>
      <dsp:spPr>
        <a:xfrm>
          <a:off x="0" y="212524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скасування козацького устрою на Слобожанщині</a:t>
          </a:r>
          <a:endParaRPr lang="uk-UA" sz="1900" kern="1200"/>
        </a:p>
      </dsp:txBody>
      <dsp:txXfrm>
        <a:off x="36896" y="2162137"/>
        <a:ext cx="4321995" cy="682028"/>
      </dsp:txXfrm>
    </dsp:sp>
    <dsp:sp modelId="{B624408B-7066-4099-B632-FAFDEAE2503D}">
      <dsp:nvSpPr>
        <dsp:cNvPr id="0" name=""/>
        <dsp:cNvSpPr/>
      </dsp:nvSpPr>
      <dsp:spPr>
        <a:xfrm>
          <a:off x="0" y="293578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остаточна ліквідація Запорозької Січі</a:t>
          </a:r>
          <a:endParaRPr lang="uk-UA" sz="1900" kern="1200" dirty="0"/>
        </a:p>
      </dsp:txBody>
      <dsp:txXfrm>
        <a:off x="36896" y="2972677"/>
        <a:ext cx="4321995" cy="6820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8BA97-A2EE-4E20-B6C5-5FA428B318D7}">
      <dsp:nvSpPr>
        <dsp:cNvPr id="0" name=""/>
        <dsp:cNvSpPr/>
      </dsp:nvSpPr>
      <dsp:spPr>
        <a:xfrm>
          <a:off x="0" y="588041"/>
          <a:ext cx="439578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впорядкування системи управління Запорозькою Січчю.</a:t>
          </a:r>
          <a:endParaRPr lang="uk-UA" sz="1800" kern="1200"/>
        </a:p>
      </dsp:txBody>
      <dsp:txXfrm>
        <a:off x="34954" y="622995"/>
        <a:ext cx="4325879" cy="646132"/>
      </dsp:txXfrm>
    </dsp:sp>
    <dsp:sp modelId="{1CC0EB25-B022-4868-8B51-054E3054672D}">
      <dsp:nvSpPr>
        <dsp:cNvPr id="0" name=""/>
        <dsp:cNvSpPr/>
      </dsp:nvSpPr>
      <dsp:spPr>
        <a:xfrm>
          <a:off x="0" y="1355921"/>
          <a:ext cx="439578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ліквідацію решток автономних прав і устрою Гетьманщини.</a:t>
          </a:r>
          <a:endParaRPr lang="uk-UA" sz="1800" kern="1200" dirty="0"/>
        </a:p>
      </dsp:txBody>
      <dsp:txXfrm>
        <a:off x="34954" y="1390875"/>
        <a:ext cx="4325879" cy="646132"/>
      </dsp:txXfrm>
    </dsp:sp>
    <dsp:sp modelId="{28609E7E-18F5-4559-90DB-9391670E46B0}">
      <dsp:nvSpPr>
        <dsp:cNvPr id="0" name=""/>
        <dsp:cNvSpPr/>
      </dsp:nvSpPr>
      <dsp:spPr>
        <a:xfrm>
          <a:off x="0" y="2123801"/>
          <a:ext cx="439578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запровадження полкового устрою в Слобідській Україні.</a:t>
          </a:r>
          <a:endParaRPr lang="uk-UA" sz="1800" kern="1200" dirty="0"/>
        </a:p>
      </dsp:txBody>
      <dsp:txXfrm>
        <a:off x="34954" y="2158755"/>
        <a:ext cx="4325879" cy="646132"/>
      </dsp:txXfrm>
    </dsp:sp>
    <dsp:sp modelId="{DF345DAB-38B8-4290-AF6D-F0BEDA750C7A}">
      <dsp:nvSpPr>
        <dsp:cNvPr id="0" name=""/>
        <dsp:cNvSpPr/>
      </dsp:nvSpPr>
      <dsp:spPr>
        <a:xfrm>
          <a:off x="0" y="2891681"/>
          <a:ext cx="4395787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повернення козаків із володінь Османської імперії на Запорожжя.</a:t>
          </a:r>
          <a:endParaRPr lang="uk-UA" sz="1800" kern="1200" dirty="0"/>
        </a:p>
      </dsp:txBody>
      <dsp:txXfrm>
        <a:off x="34954" y="2926635"/>
        <a:ext cx="4325879" cy="6461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F46A7-3D60-455D-8F6C-E68E725E0E89}">
      <dsp:nvSpPr>
        <dsp:cNvPr id="0" name=""/>
        <dsp:cNvSpPr/>
      </dsp:nvSpPr>
      <dsp:spPr>
        <a:xfrm>
          <a:off x="0" y="44621"/>
          <a:ext cx="4395787" cy="2028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i="1" kern="1200" dirty="0"/>
            <a:t>«…імператор і самодержець всеросійський.., жалуючи підданих своїх – малоросійський народ, видав указ: при гетьмані пану Скоропадському в Глухові… для кращої вірності й управління бути колегії…»</a:t>
          </a:r>
          <a:endParaRPr lang="uk-UA" sz="1700" kern="1200" dirty="0"/>
        </a:p>
      </dsp:txBody>
      <dsp:txXfrm>
        <a:off x="99037" y="143658"/>
        <a:ext cx="4197713" cy="1830705"/>
      </dsp:txXfrm>
    </dsp:sp>
    <dsp:sp modelId="{563FF60D-9CFA-489A-9012-E52C5C4DCF51}">
      <dsp:nvSpPr>
        <dsp:cNvPr id="0" name=""/>
        <dsp:cNvSpPr/>
      </dsp:nvSpPr>
      <dsp:spPr>
        <a:xfrm>
          <a:off x="0" y="2122361"/>
          <a:ext cx="4395787" cy="2028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i="1" kern="1200" dirty="0"/>
            <a:t>«Ми стоїмо тепер, Братіє, між двома проваллями… І ми тепер уважати маємо шведів за своїх приятелів, союзників, добродіїв, і немов би од Бога посланих, щоб увільнити нас од рабства та зневаги й поновити на найвищому ступені свободи…»</a:t>
          </a:r>
          <a:endParaRPr lang="uk-UA" sz="1700" kern="1200" dirty="0"/>
        </a:p>
      </dsp:txBody>
      <dsp:txXfrm>
        <a:off x="99037" y="2221398"/>
        <a:ext cx="4197713" cy="183070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DA4FF-23FE-4695-83EA-551D78F604E2}">
      <dsp:nvSpPr>
        <dsp:cNvPr id="0" name=""/>
        <dsp:cNvSpPr/>
      </dsp:nvSpPr>
      <dsp:spPr>
        <a:xfrm>
          <a:off x="0" y="49443"/>
          <a:ext cx="4395788" cy="20292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i="1" kern="1200" dirty="0"/>
            <a:t>«</a:t>
          </a:r>
          <a:r>
            <a:rPr lang="ru-RU" sz="1500" i="1" kern="1200" dirty="0" err="1"/>
            <a:t>Після</a:t>
          </a:r>
          <a:r>
            <a:rPr lang="ru-RU" sz="1500" i="1" kern="1200" dirty="0"/>
            <a:t> </a:t>
          </a:r>
          <a:r>
            <a:rPr lang="ru-RU" sz="1500" i="1" kern="1200" dirty="0" err="1"/>
            <a:t>всемилостивішого</a:t>
          </a:r>
          <a:r>
            <a:rPr lang="ru-RU" sz="1500" i="1" kern="1200" dirty="0"/>
            <a:t> </a:t>
          </a:r>
          <a:r>
            <a:rPr lang="ru-RU" sz="1500" i="1" kern="1200" dirty="0" err="1"/>
            <a:t>від</a:t>
          </a:r>
          <a:r>
            <a:rPr lang="ru-RU" sz="1500" i="1" kern="1200" dirty="0"/>
            <a:t> нас </a:t>
          </a:r>
          <a:r>
            <a:rPr lang="ru-RU" sz="1500" i="1" kern="1200" dirty="0" err="1"/>
            <a:t>звільнення</a:t>
          </a:r>
          <a:r>
            <a:rPr lang="ru-RU" sz="1500" i="1" kern="1200" dirty="0"/>
            <a:t> графа </a:t>
          </a:r>
          <a:r>
            <a:rPr lang="ru-RU" sz="1500" i="1" kern="1200" dirty="0" err="1"/>
            <a:t>Розумовського</a:t>
          </a:r>
          <a:r>
            <a:rPr lang="ru-RU" sz="1500" i="1" kern="1200" dirty="0"/>
            <a:t>… </a:t>
          </a:r>
          <a:r>
            <a:rPr lang="ru-RU" sz="1500" i="1" kern="1200" dirty="0" err="1"/>
            <a:t>із</a:t>
          </a:r>
          <a:r>
            <a:rPr lang="ru-RU" sz="1500" i="1" kern="1200" dirty="0"/>
            <a:t> чину </a:t>
          </a:r>
          <a:r>
            <a:rPr lang="ru-RU" sz="1500" i="1" kern="1200" dirty="0" err="1"/>
            <a:t>гетьманського</a:t>
          </a:r>
          <a:r>
            <a:rPr lang="ru-RU" sz="1500" i="1" kern="1200" dirty="0"/>
            <a:t> </a:t>
          </a:r>
          <a:r>
            <a:rPr lang="ru-RU" sz="1500" i="1" kern="1200" dirty="0" err="1"/>
            <a:t>вказуємо</a:t>
          </a:r>
          <a:r>
            <a:rPr lang="ru-RU" sz="1500" i="1" kern="1200" dirty="0"/>
            <a:t> </a:t>
          </a:r>
          <a:r>
            <a:rPr lang="ru-RU" sz="1500" i="1" kern="1200" dirty="0" err="1"/>
            <a:t>нашому</a:t>
          </a:r>
          <a:r>
            <a:rPr lang="ru-RU" sz="1500" i="1" kern="1200" dirty="0"/>
            <a:t> </a:t>
          </a:r>
          <a:r>
            <a:rPr lang="ru-RU" sz="1500" i="1" kern="1200" dirty="0" err="1"/>
            <a:t>Сенатові</a:t>
          </a:r>
          <a:r>
            <a:rPr lang="ru-RU" sz="1500" i="1" kern="1200" dirty="0"/>
            <a:t> для </a:t>
          </a:r>
          <a:r>
            <a:rPr lang="ru-RU" sz="1500" i="1" kern="1200" dirty="0" err="1"/>
            <a:t>належного</a:t>
          </a:r>
          <a:r>
            <a:rPr lang="ru-RU" sz="1500" i="1" kern="1200" dirty="0"/>
            <a:t> </a:t>
          </a:r>
          <a:r>
            <a:rPr lang="ru-RU" sz="1500" i="1" kern="1200" dirty="0" err="1"/>
            <a:t>керування</a:t>
          </a:r>
          <a:r>
            <a:rPr lang="ru-RU" sz="1500" i="1" kern="1200" dirty="0"/>
            <a:t> в </a:t>
          </a:r>
          <a:r>
            <a:rPr lang="ru-RU" sz="1500" i="1" kern="1200" dirty="0" err="1"/>
            <a:t>Малій</a:t>
          </a:r>
          <a:r>
            <a:rPr lang="ru-RU" sz="1500" i="1" kern="1200" dirty="0"/>
            <a:t> </a:t>
          </a:r>
          <a:r>
            <a:rPr lang="ru-RU" sz="1500" i="1" kern="1200" dirty="0" err="1"/>
            <a:t>Росії</a:t>
          </a:r>
          <a:r>
            <a:rPr lang="ru-RU" sz="1500" i="1" kern="1200" dirty="0"/>
            <a:t> </a:t>
          </a:r>
          <a:r>
            <a:rPr lang="ru-RU" sz="1500" i="1" kern="1200" dirty="0" err="1"/>
            <a:t>утворити</a:t>
          </a:r>
          <a:r>
            <a:rPr lang="ru-RU" sz="1500" i="1" kern="1200" dirty="0"/>
            <a:t> там </a:t>
          </a:r>
          <a:r>
            <a:rPr lang="ru-RU" sz="1500" i="1" kern="1200" dirty="0" err="1"/>
            <a:t>Малоросійську</a:t>
          </a:r>
          <a:r>
            <a:rPr lang="ru-RU" sz="1500" i="1" kern="1200" dirty="0"/>
            <a:t> </a:t>
          </a:r>
          <a:r>
            <a:rPr lang="ru-RU" sz="1500" i="1" kern="1200" dirty="0" err="1"/>
            <a:t>колегію</a:t>
          </a:r>
          <a:r>
            <a:rPr lang="ru-RU" sz="1500" i="1" kern="1200" dirty="0"/>
            <a:t>…»</a:t>
          </a:r>
          <a:endParaRPr lang="uk-UA" sz="1500" kern="1200" dirty="0"/>
        </a:p>
      </dsp:txBody>
      <dsp:txXfrm>
        <a:off x="99058" y="148501"/>
        <a:ext cx="4197672" cy="1831102"/>
      </dsp:txXfrm>
    </dsp:sp>
    <dsp:sp modelId="{F044B304-C697-48EC-8421-1BFB6678DF78}">
      <dsp:nvSpPr>
        <dsp:cNvPr id="0" name=""/>
        <dsp:cNvSpPr/>
      </dsp:nvSpPr>
      <dsp:spPr>
        <a:xfrm>
          <a:off x="0" y="2121862"/>
          <a:ext cx="4395788" cy="20292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i="1" kern="1200" dirty="0"/>
            <a:t>«…</a:t>
          </a:r>
          <a:r>
            <a:rPr lang="ru-RU" sz="1500" i="1" kern="1200" dirty="0" err="1"/>
            <a:t>Отож</a:t>
          </a:r>
          <a:r>
            <a:rPr lang="ru-RU" sz="1500" i="1" kern="1200" dirty="0"/>
            <a:t> ми, </a:t>
          </a:r>
          <a:r>
            <a:rPr lang="ru-RU" sz="1500" i="1" kern="1200" dirty="0" err="1"/>
            <a:t>генеральна</a:t>
          </a:r>
          <a:r>
            <a:rPr lang="ru-RU" sz="1500" i="1" kern="1200" dirty="0"/>
            <a:t> старшина, </a:t>
          </a:r>
          <a:r>
            <a:rPr lang="ru-RU" sz="1500" i="1" kern="1200" dirty="0" err="1"/>
            <a:t>кошовий</a:t>
          </a:r>
          <a:r>
            <a:rPr lang="ru-RU" sz="1500" i="1" kern="1200" dirty="0"/>
            <a:t> </a:t>
          </a:r>
          <a:r>
            <a:rPr lang="ru-RU" sz="1500" i="1" kern="1200" dirty="0" err="1"/>
            <a:t>отаман</a:t>
          </a:r>
          <a:r>
            <a:rPr lang="ru-RU" sz="1500" i="1" kern="1200" dirty="0"/>
            <a:t> і все </a:t>
          </a:r>
          <a:r>
            <a:rPr lang="ru-RU" sz="1500" i="1" kern="1200" dirty="0" err="1"/>
            <a:t>Військо</a:t>
          </a:r>
          <a:r>
            <a:rPr lang="ru-RU" sz="1500" i="1" kern="1200" dirty="0"/>
            <a:t> </a:t>
          </a:r>
          <a:r>
            <a:rPr lang="ru-RU" sz="1500" i="1" kern="1200" dirty="0" err="1"/>
            <a:t>Запорозьке</a:t>
          </a:r>
          <a:r>
            <a:rPr lang="ru-RU" sz="1500" i="1" kern="1200" dirty="0"/>
            <a:t> </a:t>
          </a:r>
          <a:r>
            <a:rPr lang="ru-RU" sz="1500" i="1" kern="1200" dirty="0" err="1"/>
            <a:t>домовилися</a:t>
          </a:r>
          <a:r>
            <a:rPr lang="ru-RU" sz="1500" i="1" kern="1200" dirty="0"/>
            <a:t> й постановили з </a:t>
          </a:r>
          <a:r>
            <a:rPr lang="ru-RU" sz="1500" i="1" kern="1200" dirty="0" err="1"/>
            <a:t>ясновельможним</a:t>
          </a:r>
          <a:r>
            <a:rPr lang="ru-RU" sz="1500" i="1" kern="1200" dirty="0"/>
            <a:t> </a:t>
          </a:r>
          <a:r>
            <a:rPr lang="ru-RU" sz="1500" i="1" kern="1200" dirty="0" err="1"/>
            <a:t>гетьманом</a:t>
          </a:r>
          <a:r>
            <a:rPr lang="ru-RU" sz="1500" i="1" kern="1200" dirty="0"/>
            <a:t> </a:t>
          </a:r>
          <a:r>
            <a:rPr lang="ru-RU" sz="1500" i="1" kern="1200" dirty="0" err="1"/>
            <a:t>таке</a:t>
          </a:r>
          <a:r>
            <a:rPr lang="ru-RU" sz="1500" i="1" kern="1200" dirty="0"/>
            <a:t> право, яке </a:t>
          </a:r>
          <a:r>
            <a:rPr lang="ru-RU" sz="1500" i="1" kern="1200" dirty="0" err="1"/>
            <a:t>має</a:t>
          </a:r>
          <a:r>
            <a:rPr lang="ru-RU" sz="1500" i="1" kern="1200" dirty="0"/>
            <a:t> бути </a:t>
          </a:r>
          <a:r>
            <a:rPr lang="ru-RU" sz="1500" i="1" kern="1200" dirty="0" err="1"/>
            <a:t>збережено</a:t>
          </a:r>
          <a:r>
            <a:rPr lang="ru-RU" sz="1500" i="1" kern="1200" dirty="0"/>
            <a:t> </a:t>
          </a:r>
          <a:r>
            <a:rPr lang="ru-RU" sz="1500" i="1" kern="1200" dirty="0" err="1"/>
            <a:t>постійно</a:t>
          </a:r>
          <a:r>
            <a:rPr lang="ru-RU" sz="1500" i="1" kern="1200" dirty="0"/>
            <a:t> в </a:t>
          </a:r>
          <a:r>
            <a:rPr lang="ru-RU" sz="1500" i="1" kern="1200" dirty="0" err="1"/>
            <a:t>Запорозькому</a:t>
          </a:r>
          <a:r>
            <a:rPr lang="ru-RU" sz="1500" i="1" kern="1200" dirty="0"/>
            <a:t> </a:t>
          </a:r>
          <a:r>
            <a:rPr lang="ru-RU" sz="1500" i="1" kern="1200" dirty="0" err="1"/>
            <a:t>Війську</a:t>
          </a:r>
          <a:r>
            <a:rPr lang="ru-RU" sz="1500" i="1" kern="1200" dirty="0"/>
            <a:t>: </a:t>
          </a:r>
          <a:r>
            <a:rPr lang="ru-RU" sz="1500" i="1" kern="1200" dirty="0" err="1"/>
            <a:t>щоб</a:t>
          </a:r>
          <a:r>
            <a:rPr lang="ru-RU" sz="1500" i="1" kern="1200" dirty="0"/>
            <a:t> у </a:t>
          </a:r>
          <a:r>
            <a:rPr lang="ru-RU" sz="1500" i="1" kern="1200" dirty="0" err="1"/>
            <a:t>Вітчизні</a:t>
          </a:r>
          <a:r>
            <a:rPr lang="ru-RU" sz="1500" i="1" kern="1200" dirty="0"/>
            <a:t> </a:t>
          </a:r>
          <a:r>
            <a:rPr lang="ru-RU" sz="1500" i="1" kern="1200" dirty="0" err="1"/>
            <a:t>нашій</a:t>
          </a:r>
          <a:r>
            <a:rPr lang="ru-RU" sz="1500" i="1" kern="1200" dirty="0"/>
            <a:t> </a:t>
          </a:r>
          <a:r>
            <a:rPr lang="ru-RU" sz="1500" i="1" kern="1200" dirty="0" err="1"/>
            <a:t>першими</a:t>
          </a:r>
          <a:r>
            <a:rPr lang="ru-RU" sz="1500" i="1" kern="1200" dirty="0"/>
            <a:t> </a:t>
          </a:r>
          <a:r>
            <a:rPr lang="ru-RU" sz="1500" i="1" kern="1200" dirty="0" err="1"/>
            <a:t>радниками</a:t>
          </a:r>
          <a:r>
            <a:rPr lang="ru-RU" sz="1500" i="1" kern="1200" dirty="0"/>
            <a:t> </a:t>
          </a:r>
          <a:r>
            <a:rPr lang="ru-RU" sz="1500" i="1" kern="1200" dirty="0" err="1"/>
            <a:t>була</a:t>
          </a:r>
          <a:r>
            <a:rPr lang="ru-RU" sz="1500" i="1" kern="1200" dirty="0"/>
            <a:t> </a:t>
          </a:r>
          <a:r>
            <a:rPr lang="ru-RU" sz="1500" i="1" kern="1200" dirty="0" err="1"/>
            <a:t>генеральна</a:t>
          </a:r>
          <a:r>
            <a:rPr lang="ru-RU" sz="1500" i="1" kern="1200" dirty="0"/>
            <a:t> старшина…»</a:t>
          </a:r>
          <a:endParaRPr lang="uk-UA" sz="1500" kern="1200" dirty="0"/>
        </a:p>
      </dsp:txBody>
      <dsp:txXfrm>
        <a:off x="99058" y="2220920"/>
        <a:ext cx="4197672" cy="18311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4B016-99C0-49CC-9826-0C827415CF33}">
      <dsp:nvSpPr>
        <dsp:cNvPr id="0" name=""/>
        <dsp:cNvSpPr/>
      </dsp:nvSpPr>
      <dsp:spPr>
        <a:xfrm>
          <a:off x="-4743409" y="-727071"/>
          <a:ext cx="5649905" cy="56499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29F7D-F88F-4055-AFF4-0ADE261DF921}">
      <dsp:nvSpPr>
        <dsp:cNvPr id="0" name=""/>
        <dsp:cNvSpPr/>
      </dsp:nvSpPr>
      <dsp:spPr>
        <a:xfrm>
          <a:off x="474755" y="322570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Речі Посполитій.</a:t>
          </a:r>
          <a:endParaRPr lang="uk-UA" sz="2200" kern="1200"/>
        </a:p>
      </dsp:txBody>
      <dsp:txXfrm>
        <a:off x="474755" y="322570"/>
        <a:ext cx="3863764" cy="645476"/>
      </dsp:txXfrm>
    </dsp:sp>
    <dsp:sp modelId="{A3F43090-4303-4218-9634-F4A042E26A89}">
      <dsp:nvSpPr>
        <dsp:cNvPr id="0" name=""/>
        <dsp:cNvSpPr/>
      </dsp:nvSpPr>
      <dsp:spPr>
        <a:xfrm>
          <a:off x="71332" y="241885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23741-773F-49CF-A90F-6E048917C1EA}">
      <dsp:nvSpPr>
        <dsp:cNvPr id="0" name=""/>
        <dsp:cNvSpPr/>
      </dsp:nvSpPr>
      <dsp:spPr>
        <a:xfrm>
          <a:off x="844821" y="1290952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Австрійській імперії.</a:t>
          </a:r>
          <a:endParaRPr lang="uk-UA" sz="2200" kern="1200" dirty="0"/>
        </a:p>
      </dsp:txBody>
      <dsp:txXfrm>
        <a:off x="844821" y="1290952"/>
        <a:ext cx="3493697" cy="645476"/>
      </dsp:txXfrm>
    </dsp:sp>
    <dsp:sp modelId="{51FDAAC4-8AD3-4390-B32A-53BAE64F198E}">
      <dsp:nvSpPr>
        <dsp:cNvPr id="0" name=""/>
        <dsp:cNvSpPr/>
      </dsp:nvSpPr>
      <dsp:spPr>
        <a:xfrm>
          <a:off x="441398" y="1210267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6D164-1BA2-459D-95DE-3D03E755273E}">
      <dsp:nvSpPr>
        <dsp:cNvPr id="0" name=""/>
        <dsp:cNvSpPr/>
      </dsp:nvSpPr>
      <dsp:spPr>
        <a:xfrm>
          <a:off x="844821" y="2259334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Російській імперії.</a:t>
          </a:r>
          <a:endParaRPr lang="uk-UA" sz="2200" kern="1200"/>
        </a:p>
      </dsp:txBody>
      <dsp:txXfrm>
        <a:off x="844821" y="2259334"/>
        <a:ext cx="3493697" cy="645476"/>
      </dsp:txXfrm>
    </dsp:sp>
    <dsp:sp modelId="{5FC9CD08-8202-4E24-B13E-405BC430B8F5}">
      <dsp:nvSpPr>
        <dsp:cNvPr id="0" name=""/>
        <dsp:cNvSpPr/>
      </dsp:nvSpPr>
      <dsp:spPr>
        <a:xfrm>
          <a:off x="441398" y="2178649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66D22-5457-4DFD-B7D7-1FBA2F33F359}">
      <dsp:nvSpPr>
        <dsp:cNvPr id="0" name=""/>
        <dsp:cNvSpPr/>
      </dsp:nvSpPr>
      <dsp:spPr>
        <a:xfrm>
          <a:off x="474755" y="3227716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Османській імперії.</a:t>
          </a:r>
          <a:endParaRPr lang="uk-UA" sz="2200" kern="1200" dirty="0"/>
        </a:p>
      </dsp:txBody>
      <dsp:txXfrm>
        <a:off x="474755" y="3227716"/>
        <a:ext cx="3863764" cy="645476"/>
      </dsp:txXfrm>
    </dsp:sp>
    <dsp:sp modelId="{D7E0027A-E32D-4ACC-B422-AA872F9869D4}">
      <dsp:nvSpPr>
        <dsp:cNvPr id="0" name=""/>
        <dsp:cNvSpPr/>
      </dsp:nvSpPr>
      <dsp:spPr>
        <a:xfrm>
          <a:off x="71332" y="3147032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8962F-A140-4405-9042-40E1971C97FB}">
      <dsp:nvSpPr>
        <dsp:cNvPr id="0" name=""/>
        <dsp:cNvSpPr/>
      </dsp:nvSpPr>
      <dsp:spPr>
        <a:xfrm>
          <a:off x="-4743409" y="-727071"/>
          <a:ext cx="5649905" cy="56499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FBDB88-F9CC-4CC2-ABCB-31104D842C97}">
      <dsp:nvSpPr>
        <dsp:cNvPr id="0" name=""/>
        <dsp:cNvSpPr/>
      </dsp:nvSpPr>
      <dsp:spPr>
        <a:xfrm>
          <a:off x="474755" y="322570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Перша Малоросійська колегія (1722–1727 рр.)</a:t>
          </a:r>
          <a:endParaRPr lang="uk-UA" sz="1300" kern="1200" dirty="0"/>
        </a:p>
      </dsp:txBody>
      <dsp:txXfrm>
        <a:off x="474755" y="322570"/>
        <a:ext cx="3863764" cy="645476"/>
      </dsp:txXfrm>
    </dsp:sp>
    <dsp:sp modelId="{86C35887-0E89-46DE-888F-3193E4B68AE3}">
      <dsp:nvSpPr>
        <dsp:cNvPr id="0" name=""/>
        <dsp:cNvSpPr/>
      </dsp:nvSpPr>
      <dsp:spPr>
        <a:xfrm>
          <a:off x="71332" y="241885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0C0BF-647B-40BF-898A-9213AC09F3BA}">
      <dsp:nvSpPr>
        <dsp:cNvPr id="0" name=""/>
        <dsp:cNvSpPr/>
      </dsp:nvSpPr>
      <dsp:spPr>
        <a:xfrm>
          <a:off x="844821" y="1290952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«Правління гетьманського уряду» (1734–1750 рр.)</a:t>
          </a:r>
          <a:endParaRPr lang="uk-UA" sz="1300" kern="1200" dirty="0"/>
        </a:p>
      </dsp:txBody>
      <dsp:txXfrm>
        <a:off x="844821" y="1290952"/>
        <a:ext cx="3493697" cy="645476"/>
      </dsp:txXfrm>
    </dsp:sp>
    <dsp:sp modelId="{3EF5A966-BF2D-48FE-B491-CDA720A053AC}">
      <dsp:nvSpPr>
        <dsp:cNvPr id="0" name=""/>
        <dsp:cNvSpPr/>
      </dsp:nvSpPr>
      <dsp:spPr>
        <a:xfrm>
          <a:off x="441398" y="1210267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4FE658-F8BB-46EA-AFF7-50CBA1A2AB21}">
      <dsp:nvSpPr>
        <dsp:cNvPr id="0" name=""/>
        <dsp:cNvSpPr/>
      </dsp:nvSpPr>
      <dsp:spPr>
        <a:xfrm>
          <a:off x="844821" y="2259334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Генеральна канцелярія гетьмана К. Розумовського (1750–1764 рр.)</a:t>
          </a:r>
          <a:endParaRPr lang="uk-UA" sz="1300" kern="1200" dirty="0"/>
        </a:p>
      </dsp:txBody>
      <dsp:txXfrm>
        <a:off x="844821" y="2259334"/>
        <a:ext cx="3493697" cy="645476"/>
      </dsp:txXfrm>
    </dsp:sp>
    <dsp:sp modelId="{9DD10CA9-D10D-44B8-9FAD-C10128A22B3B}">
      <dsp:nvSpPr>
        <dsp:cNvPr id="0" name=""/>
        <dsp:cNvSpPr/>
      </dsp:nvSpPr>
      <dsp:spPr>
        <a:xfrm>
          <a:off x="441398" y="2178649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658E6-0481-44DC-90A2-4800AACA8F74}">
      <dsp:nvSpPr>
        <dsp:cNvPr id="0" name=""/>
        <dsp:cNvSpPr/>
      </dsp:nvSpPr>
      <dsp:spPr>
        <a:xfrm>
          <a:off x="474755" y="3227716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Друга Малоросійська колегія (1764–1786 рр.)</a:t>
          </a:r>
          <a:endParaRPr lang="uk-UA" sz="1300" kern="1200" dirty="0"/>
        </a:p>
      </dsp:txBody>
      <dsp:txXfrm>
        <a:off x="474755" y="3227716"/>
        <a:ext cx="3863764" cy="645476"/>
      </dsp:txXfrm>
    </dsp:sp>
    <dsp:sp modelId="{939FDFCB-885E-4A91-8660-AB56FFFB47C3}">
      <dsp:nvSpPr>
        <dsp:cNvPr id="0" name=""/>
        <dsp:cNvSpPr/>
      </dsp:nvSpPr>
      <dsp:spPr>
        <a:xfrm>
          <a:off x="71332" y="3147032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1DD00-CE82-40D1-9717-D102F78B6961}">
      <dsp:nvSpPr>
        <dsp:cNvPr id="0" name=""/>
        <dsp:cNvSpPr/>
      </dsp:nvSpPr>
      <dsp:spPr>
        <a:xfrm>
          <a:off x="0" y="636888"/>
          <a:ext cx="5181600" cy="856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Установлено контроль за Лівобережною та Слобідською Україною; посилено втручання з боку російського уряду у внутрішні справи Гетьманщини; обмежено функції полкових канцелярій.</a:t>
          </a:r>
          <a:endParaRPr lang="uk-UA" sz="1200" kern="1200" dirty="0"/>
        </a:p>
      </dsp:txBody>
      <dsp:txXfrm>
        <a:off x="41808" y="678696"/>
        <a:ext cx="5097984" cy="772824"/>
      </dsp:txXfrm>
    </dsp:sp>
    <dsp:sp modelId="{2B5F2C5F-A821-471E-83F9-CC4A960714EF}">
      <dsp:nvSpPr>
        <dsp:cNvPr id="0" name=""/>
        <dsp:cNvSpPr/>
      </dsp:nvSpPr>
      <dsp:spPr>
        <a:xfrm>
          <a:off x="0" y="1527888"/>
          <a:ext cx="5181600" cy="856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Остаточно ліквідовано рештки автономного устрою Гетьманщини; повністю підпорядковано управління українськими землями загальноросійським державним органам; збільшено податки до царської казни.</a:t>
          </a:r>
          <a:endParaRPr lang="uk-UA" sz="1200" kern="1200" dirty="0"/>
        </a:p>
      </dsp:txBody>
      <dsp:txXfrm>
        <a:off x="41808" y="1569696"/>
        <a:ext cx="5097984" cy="772824"/>
      </dsp:txXfrm>
    </dsp:sp>
    <dsp:sp modelId="{30A31BB9-386D-4D8B-9C0C-0CF6F60DB37F}">
      <dsp:nvSpPr>
        <dsp:cNvPr id="0" name=""/>
        <dsp:cNvSpPr/>
      </dsp:nvSpPr>
      <dsp:spPr>
        <a:xfrm>
          <a:off x="0" y="2418888"/>
          <a:ext cx="5181600" cy="856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 err="1"/>
            <a:t>Відокремлено</a:t>
          </a:r>
          <a:r>
            <a:rPr lang="uk-UA" sz="1200" b="0" i="0" kern="1200" dirty="0"/>
            <a:t> гетьманський скарб від державного; проведено Генеральне слідство щодо законності володіння маєтками; відновлено зовнішньо-політичну діяльність Гетьманщини.</a:t>
          </a:r>
          <a:endParaRPr lang="uk-UA" sz="1200" kern="1200" dirty="0"/>
        </a:p>
      </dsp:txBody>
      <dsp:txXfrm>
        <a:off x="41808" y="2460696"/>
        <a:ext cx="5097984" cy="772824"/>
      </dsp:txXfrm>
    </dsp:sp>
    <dsp:sp modelId="{6264F573-6005-45D7-BEAF-6819A59B146C}">
      <dsp:nvSpPr>
        <dsp:cNvPr id="0" name=""/>
        <dsp:cNvSpPr/>
      </dsp:nvSpPr>
      <dsp:spPr>
        <a:xfrm>
          <a:off x="0" y="3309888"/>
          <a:ext cx="5181600" cy="856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Установлено контроль за діяльністю гетьмана та козацької старшини; збільшено стягнення податків до царської казни, провіанту для російської армії; розгляд апеляцій на судові рішення; роздача земельних володінь офіцерам і старшинам.</a:t>
          </a:r>
          <a:endParaRPr lang="uk-UA" sz="1200" kern="1200" dirty="0"/>
        </a:p>
      </dsp:txBody>
      <dsp:txXfrm>
        <a:off x="41808" y="3351696"/>
        <a:ext cx="5097984" cy="772824"/>
      </dsp:txXfrm>
    </dsp:sp>
    <dsp:sp modelId="{B9C782AC-36D1-4FCC-B9D1-BD820CB45844}">
      <dsp:nvSpPr>
        <dsp:cNvPr id="0" name=""/>
        <dsp:cNvSpPr/>
      </dsp:nvSpPr>
      <dsp:spPr>
        <a:xfrm>
          <a:off x="0" y="4200888"/>
          <a:ext cx="5181600" cy="856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Повернуто під владу гетьмана Запорозьку Січ і Київ; проведено судову реформу — створено станові шляхетські суди (земський, </a:t>
          </a:r>
          <a:r>
            <a:rPr lang="uk-UA" sz="1200" b="0" i="0" kern="1200" dirty="0" err="1"/>
            <a:t>підкоморський</a:t>
          </a:r>
          <a:r>
            <a:rPr lang="uk-UA" sz="1200" b="0" i="0" kern="1200" dirty="0"/>
            <a:t>, </a:t>
          </a:r>
          <a:r>
            <a:rPr lang="uk-UA" sz="1200" b="0" i="0" kern="1200" dirty="0" err="1"/>
            <a:t>гродський</a:t>
          </a:r>
          <a:r>
            <a:rPr lang="uk-UA" sz="1200" b="0" i="0" kern="1200" dirty="0"/>
            <a:t>); реформовано козацьке військо.</a:t>
          </a:r>
          <a:endParaRPr lang="uk-UA" sz="1200" kern="1200" dirty="0"/>
        </a:p>
      </dsp:txBody>
      <dsp:txXfrm>
        <a:off x="41808" y="4242696"/>
        <a:ext cx="5097984" cy="77282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9FDCE-4712-40C1-BA8A-AF25E965AC56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Малоросійський приказ.</a:t>
          </a:r>
          <a:endParaRPr lang="uk-UA" sz="1600" kern="1200" dirty="0"/>
        </a:p>
      </dsp:txBody>
      <dsp:txXfrm rot="10800000">
        <a:off x="1164120" y="3443"/>
        <a:ext cx="2709285" cy="855654"/>
      </dsp:txXfrm>
    </dsp:sp>
    <dsp:sp modelId="{585F33DE-8267-44D5-8883-A61B9CF1BC39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0492B-DC59-4959-A832-1A85ED93134C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Таємну канцелярію.</a:t>
          </a:r>
          <a:endParaRPr lang="uk-UA" sz="1600" kern="1200"/>
        </a:p>
      </dsp:txBody>
      <dsp:txXfrm rot="10800000">
        <a:off x="1164120" y="1114517"/>
        <a:ext cx="2709285" cy="855654"/>
      </dsp:txXfrm>
    </dsp:sp>
    <dsp:sp modelId="{05C97425-0769-41C9-B7CE-613FE6D3CFE3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669D80-6809-4694-B55E-6FD60BF415F4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Малоросійську колегію.</a:t>
          </a:r>
          <a:endParaRPr lang="uk-UA" sz="1600" kern="1200"/>
        </a:p>
      </dsp:txBody>
      <dsp:txXfrm rot="10800000">
        <a:off x="1164120" y="2225591"/>
        <a:ext cx="2709285" cy="855654"/>
      </dsp:txXfrm>
    </dsp:sp>
    <dsp:sp modelId="{0AD09E9E-4C91-4316-8F21-89F1127977FB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CF642-4E33-445F-B7CA-434A3747C256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Правління гетьманського ряду.</a:t>
          </a:r>
          <a:endParaRPr lang="uk-UA" sz="1600" kern="1200" dirty="0"/>
        </a:p>
      </dsp:txBody>
      <dsp:txXfrm rot="10800000">
        <a:off x="1164120" y="3336664"/>
        <a:ext cx="2709285" cy="855654"/>
      </dsp:txXfrm>
    </dsp:sp>
    <dsp:sp modelId="{DB3601FE-B022-41EF-8345-353AC14915AD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8E34C-F76E-41FC-BC88-397E0E679FBE}">
      <dsp:nvSpPr>
        <dsp:cNvPr id="0" name=""/>
        <dsp:cNvSpPr/>
      </dsp:nvSpPr>
      <dsp:spPr>
        <a:xfrm>
          <a:off x="1105757" y="42005"/>
          <a:ext cx="2184273" cy="21842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1709 р.</a:t>
          </a:r>
          <a:endParaRPr lang="uk-UA" sz="2900" kern="1200" dirty="0"/>
        </a:p>
      </dsp:txBody>
      <dsp:txXfrm>
        <a:off x="1357789" y="336041"/>
        <a:ext cx="1680210" cy="693086"/>
      </dsp:txXfrm>
    </dsp:sp>
    <dsp:sp modelId="{0AF92B00-4C44-411F-9E1E-102A4E224EB7}">
      <dsp:nvSpPr>
        <dsp:cNvPr id="0" name=""/>
        <dsp:cNvSpPr/>
      </dsp:nvSpPr>
      <dsp:spPr>
        <a:xfrm>
          <a:off x="2071878" y="1008125"/>
          <a:ext cx="2184273" cy="21842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1750 р.</a:t>
          </a:r>
          <a:endParaRPr lang="uk-UA" sz="2900" kern="1200"/>
        </a:p>
      </dsp:txBody>
      <dsp:txXfrm>
        <a:off x="3248025" y="1260157"/>
        <a:ext cx="840105" cy="1680210"/>
      </dsp:txXfrm>
    </dsp:sp>
    <dsp:sp modelId="{D90A128D-20AD-42D0-9FA3-D2ED3F9AB01B}">
      <dsp:nvSpPr>
        <dsp:cNvPr id="0" name=""/>
        <dsp:cNvSpPr/>
      </dsp:nvSpPr>
      <dsp:spPr>
        <a:xfrm>
          <a:off x="1105757" y="1974246"/>
          <a:ext cx="2184273" cy="21842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1764 р.</a:t>
          </a:r>
          <a:endParaRPr lang="uk-UA" sz="2900" kern="1200" dirty="0"/>
        </a:p>
      </dsp:txBody>
      <dsp:txXfrm>
        <a:off x="1357789" y="3171396"/>
        <a:ext cx="1680210" cy="693086"/>
      </dsp:txXfrm>
    </dsp:sp>
    <dsp:sp modelId="{6D001803-C3BD-4431-BCA8-182721604B8C}">
      <dsp:nvSpPr>
        <dsp:cNvPr id="0" name=""/>
        <dsp:cNvSpPr/>
      </dsp:nvSpPr>
      <dsp:spPr>
        <a:xfrm>
          <a:off x="139636" y="1008125"/>
          <a:ext cx="2184273" cy="21842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1775 р.</a:t>
          </a:r>
          <a:endParaRPr lang="uk-UA" sz="2900" kern="1200" dirty="0"/>
        </a:p>
      </dsp:txBody>
      <dsp:txXfrm>
        <a:off x="307657" y="1260157"/>
        <a:ext cx="840105" cy="168021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E547D-55B8-48E6-92D0-31B85336C3A7}">
      <dsp:nvSpPr>
        <dsp:cNvPr id="0" name=""/>
        <dsp:cNvSpPr/>
      </dsp:nvSpPr>
      <dsp:spPr>
        <a:xfrm>
          <a:off x="0" y="581471"/>
          <a:ext cx="439578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Задунайська</a:t>
          </a:r>
          <a:endParaRPr lang="uk-UA" sz="2900" kern="1200" dirty="0"/>
        </a:p>
      </dsp:txBody>
      <dsp:txXfrm>
        <a:off x="33955" y="615426"/>
        <a:ext cx="4327877" cy="627655"/>
      </dsp:txXfrm>
    </dsp:sp>
    <dsp:sp modelId="{6C26BB98-5430-4707-9E71-88B4492FC5FD}">
      <dsp:nvSpPr>
        <dsp:cNvPr id="0" name=""/>
        <dsp:cNvSpPr/>
      </dsp:nvSpPr>
      <dsp:spPr>
        <a:xfrm>
          <a:off x="0" y="1360556"/>
          <a:ext cx="439578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 err="1"/>
            <a:t>Хортицька</a:t>
          </a:r>
          <a:endParaRPr lang="uk-UA" sz="2900" kern="1200" dirty="0"/>
        </a:p>
      </dsp:txBody>
      <dsp:txXfrm>
        <a:off x="33955" y="1394511"/>
        <a:ext cx="4327877" cy="627655"/>
      </dsp:txXfrm>
    </dsp:sp>
    <dsp:sp modelId="{0C5AF0E3-0D2E-489F-B328-21FACDE5E935}">
      <dsp:nvSpPr>
        <dsp:cNvPr id="0" name=""/>
        <dsp:cNvSpPr/>
      </dsp:nvSpPr>
      <dsp:spPr>
        <a:xfrm>
          <a:off x="0" y="2139641"/>
          <a:ext cx="439578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Нова (</a:t>
          </a:r>
          <a:r>
            <a:rPr lang="uk-UA" sz="2900" b="0" i="0" kern="1200" dirty="0" err="1"/>
            <a:t>Підпільненська</a:t>
          </a:r>
          <a:r>
            <a:rPr lang="uk-UA" sz="2900" b="0" i="0" kern="1200" dirty="0"/>
            <a:t>)</a:t>
          </a:r>
          <a:endParaRPr lang="uk-UA" sz="2900" kern="1200" dirty="0"/>
        </a:p>
      </dsp:txBody>
      <dsp:txXfrm>
        <a:off x="33955" y="2173596"/>
        <a:ext cx="4327877" cy="627655"/>
      </dsp:txXfrm>
    </dsp:sp>
    <dsp:sp modelId="{F3F58027-943E-4475-9BCB-7FC7AA638BA4}">
      <dsp:nvSpPr>
        <dsp:cNvPr id="0" name=""/>
        <dsp:cNvSpPr/>
      </dsp:nvSpPr>
      <dsp:spPr>
        <a:xfrm>
          <a:off x="0" y="2918726"/>
          <a:ext cx="4395787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Чортомлицька</a:t>
          </a:r>
          <a:endParaRPr lang="uk-UA" sz="2900" kern="1200" dirty="0"/>
        </a:p>
      </dsp:txBody>
      <dsp:txXfrm>
        <a:off x="33955" y="2952681"/>
        <a:ext cx="4327877" cy="62765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5A977-E71F-4FB2-BD85-2328E8F0B3BE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закріпачення селян Лівобережної та Слобідської України</a:t>
          </a:r>
          <a:endParaRPr lang="uk-UA" sz="1600" kern="1200" dirty="0"/>
        </a:p>
      </dsp:txBody>
      <dsp:txXfrm rot="10800000">
        <a:off x="1164120" y="3443"/>
        <a:ext cx="2709285" cy="855654"/>
      </dsp:txXfrm>
    </dsp:sp>
    <dsp:sp modelId="{02D60D6E-32CA-4C73-BA77-CFBB6FCA8669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0B0520-BEF6-429E-AA68-BA42BD19DB84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остаточна ліквідація Запорозької Січі</a:t>
          </a:r>
          <a:endParaRPr lang="uk-UA" sz="1600" kern="1200" dirty="0"/>
        </a:p>
      </dsp:txBody>
      <dsp:txXfrm rot="10800000">
        <a:off x="1164120" y="1114517"/>
        <a:ext cx="2709285" cy="855654"/>
      </dsp:txXfrm>
    </dsp:sp>
    <dsp:sp modelId="{CD24FD56-56EF-4ABA-910F-850091E82F80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815BF-481E-4130-B351-DD7DF21532D1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скасування полкового устрою на Слобідській Україні</a:t>
          </a:r>
          <a:endParaRPr lang="uk-UA" sz="1600" kern="1200" dirty="0"/>
        </a:p>
      </dsp:txBody>
      <dsp:txXfrm rot="10800000">
        <a:off x="1164120" y="2225591"/>
        <a:ext cx="2709285" cy="855654"/>
      </dsp:txXfrm>
    </dsp:sp>
    <dsp:sp modelId="{E43BC82A-9A29-413C-87FC-B0A86B53D1C0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947E1-0BA0-4A7B-BC14-6713E0C68B17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утворення Другої Малоросійської колегії</a:t>
          </a:r>
          <a:endParaRPr lang="uk-UA" sz="1600" kern="1200" dirty="0"/>
        </a:p>
      </dsp:txBody>
      <dsp:txXfrm rot="10800000">
        <a:off x="1164120" y="3336664"/>
        <a:ext cx="2709285" cy="855654"/>
      </dsp:txXfrm>
    </dsp:sp>
    <dsp:sp modelId="{5A33F754-C7B7-4DFF-B5E3-19EA066D9C94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228ED-C51E-49C2-A7A5-8F8CBB5BF3A2}">
      <dsp:nvSpPr>
        <dsp:cNvPr id="0" name=""/>
        <dsp:cNvSpPr/>
      </dsp:nvSpPr>
      <dsp:spPr>
        <a:xfrm>
          <a:off x="0" y="125082"/>
          <a:ext cx="4395787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остаточна ліквідація гетьманства</a:t>
          </a:r>
          <a:endParaRPr lang="uk-UA" sz="1700" kern="1200" dirty="0"/>
        </a:p>
      </dsp:txBody>
      <dsp:txXfrm>
        <a:off x="46360" y="171442"/>
        <a:ext cx="4303067" cy="856959"/>
      </dsp:txXfrm>
    </dsp:sp>
    <dsp:sp modelId="{32AF5418-FB76-44F6-9DD3-A8D438DC5DE8}">
      <dsp:nvSpPr>
        <dsp:cNvPr id="0" name=""/>
        <dsp:cNvSpPr/>
      </dsp:nvSpPr>
      <dsp:spPr>
        <a:xfrm>
          <a:off x="0" y="1123721"/>
          <a:ext cx="4395787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остаточна ліквідація царським урядом Запорозької Січі</a:t>
          </a:r>
          <a:endParaRPr lang="uk-UA" sz="1700" kern="1200" dirty="0"/>
        </a:p>
      </dsp:txBody>
      <dsp:txXfrm>
        <a:off x="46360" y="1170081"/>
        <a:ext cx="4303067" cy="856959"/>
      </dsp:txXfrm>
    </dsp:sp>
    <dsp:sp modelId="{FDE27C01-16F4-4822-BBF8-C893699B43A1}">
      <dsp:nvSpPr>
        <dsp:cNvPr id="0" name=""/>
        <dsp:cNvSpPr/>
      </dsp:nvSpPr>
      <dsp:spPr>
        <a:xfrm>
          <a:off x="0" y="2122361"/>
          <a:ext cx="4395787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ухвалення Конституції Пилипа Орлика</a:t>
          </a:r>
          <a:endParaRPr lang="uk-UA" sz="1700" kern="1200"/>
        </a:p>
      </dsp:txBody>
      <dsp:txXfrm>
        <a:off x="46360" y="2168721"/>
        <a:ext cx="4303067" cy="856959"/>
      </dsp:txXfrm>
    </dsp:sp>
    <dsp:sp modelId="{E1943EDC-6349-463E-9912-A21E31ECFF26}">
      <dsp:nvSpPr>
        <dsp:cNvPr id="0" name=""/>
        <dsp:cNvSpPr/>
      </dsp:nvSpPr>
      <dsp:spPr>
        <a:xfrm>
          <a:off x="0" y="3121001"/>
          <a:ext cx="4395787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оприлюднення царського указу про закріпачення селян Лівобережної та Слобідської України</a:t>
          </a:r>
          <a:endParaRPr lang="uk-UA" sz="1700" kern="1200" dirty="0"/>
        </a:p>
      </dsp:txBody>
      <dsp:txXfrm>
        <a:off x="46360" y="3167361"/>
        <a:ext cx="4303067" cy="85695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95CE5-BD03-4F5D-ABBD-2F2317CCA7AE}">
      <dsp:nvSpPr>
        <dsp:cNvPr id="0" name=""/>
        <dsp:cNvSpPr/>
      </dsp:nvSpPr>
      <dsp:spPr>
        <a:xfrm>
          <a:off x="1648420" y="1425195"/>
          <a:ext cx="1098947" cy="109894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8CE0D3E-5691-4320-9917-3DFB9F385779}">
      <dsp:nvSpPr>
        <dsp:cNvPr id="0" name=""/>
        <dsp:cNvSpPr/>
      </dsp:nvSpPr>
      <dsp:spPr>
        <a:xfrm>
          <a:off x="1560504" y="530338"/>
          <a:ext cx="1274778" cy="73786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1710 р.</a:t>
          </a:r>
          <a:endParaRPr lang="uk-UA" sz="2800" kern="1200" dirty="0"/>
        </a:p>
      </dsp:txBody>
      <dsp:txXfrm>
        <a:off x="1560504" y="530338"/>
        <a:ext cx="1274778" cy="737864"/>
      </dsp:txXfrm>
    </dsp:sp>
    <dsp:sp modelId="{812005F3-B8AE-46B1-BD54-6BD4F90097F7}">
      <dsp:nvSpPr>
        <dsp:cNvPr id="0" name=""/>
        <dsp:cNvSpPr/>
      </dsp:nvSpPr>
      <dsp:spPr>
        <a:xfrm>
          <a:off x="2066459" y="1728818"/>
          <a:ext cx="1098947" cy="109894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2D193FF-4296-47A6-B58F-0642BB59DA10}">
      <dsp:nvSpPr>
        <dsp:cNvPr id="0" name=""/>
        <dsp:cNvSpPr/>
      </dsp:nvSpPr>
      <dsp:spPr>
        <a:xfrm>
          <a:off x="3252883" y="1503691"/>
          <a:ext cx="1142904" cy="80066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1764 р.</a:t>
          </a:r>
          <a:endParaRPr lang="uk-UA" sz="2800" kern="1200"/>
        </a:p>
      </dsp:txBody>
      <dsp:txXfrm>
        <a:off x="3252883" y="1503691"/>
        <a:ext cx="1142904" cy="800661"/>
      </dsp:txXfrm>
    </dsp:sp>
    <dsp:sp modelId="{A8A47052-EABD-4C4D-926F-1D57E6BA2D0A}">
      <dsp:nvSpPr>
        <dsp:cNvPr id="0" name=""/>
        <dsp:cNvSpPr/>
      </dsp:nvSpPr>
      <dsp:spPr>
        <a:xfrm>
          <a:off x="1906892" y="2220518"/>
          <a:ext cx="1098947" cy="109894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FFF5EF0-989D-4FC4-8AA4-72CFDA2390FE}">
      <dsp:nvSpPr>
        <dsp:cNvPr id="0" name=""/>
        <dsp:cNvSpPr/>
      </dsp:nvSpPr>
      <dsp:spPr>
        <a:xfrm>
          <a:off x="3077051" y="2869525"/>
          <a:ext cx="1142904" cy="80066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1775 р.</a:t>
          </a:r>
          <a:endParaRPr lang="uk-UA" sz="2800" kern="1200" dirty="0"/>
        </a:p>
      </dsp:txBody>
      <dsp:txXfrm>
        <a:off x="3077051" y="2869525"/>
        <a:ext cx="1142904" cy="800661"/>
      </dsp:txXfrm>
    </dsp:sp>
    <dsp:sp modelId="{41AE6598-F260-474A-A3AE-FABECF372D8D}">
      <dsp:nvSpPr>
        <dsp:cNvPr id="0" name=""/>
        <dsp:cNvSpPr/>
      </dsp:nvSpPr>
      <dsp:spPr>
        <a:xfrm>
          <a:off x="1389948" y="2220518"/>
          <a:ext cx="1098947" cy="109894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F7E0223-477F-4401-8732-E37EEDB461F9}">
      <dsp:nvSpPr>
        <dsp:cNvPr id="0" name=""/>
        <dsp:cNvSpPr/>
      </dsp:nvSpPr>
      <dsp:spPr>
        <a:xfrm>
          <a:off x="175831" y="2869525"/>
          <a:ext cx="1142904" cy="80066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1783 р.</a:t>
          </a:r>
          <a:endParaRPr lang="uk-UA" sz="2800" kern="1200"/>
        </a:p>
      </dsp:txBody>
      <dsp:txXfrm>
        <a:off x="175831" y="2869525"/>
        <a:ext cx="1142904" cy="800661"/>
      </dsp:txXfrm>
    </dsp:sp>
    <dsp:sp modelId="{F053DF10-790C-4034-9BCF-17E123352481}">
      <dsp:nvSpPr>
        <dsp:cNvPr id="0" name=""/>
        <dsp:cNvSpPr/>
      </dsp:nvSpPr>
      <dsp:spPr>
        <a:xfrm>
          <a:off x="1230381" y="1728818"/>
          <a:ext cx="1098947" cy="109894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867AFAE-F544-4369-9C5E-95EB86AE9908}">
      <dsp:nvSpPr>
        <dsp:cNvPr id="0" name=""/>
        <dsp:cNvSpPr/>
      </dsp:nvSpPr>
      <dsp:spPr>
        <a:xfrm>
          <a:off x="0" y="1503691"/>
          <a:ext cx="1142904" cy="80066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1785 р.</a:t>
          </a:r>
          <a:endParaRPr lang="uk-UA" sz="2800" kern="1200" dirty="0"/>
        </a:p>
      </dsp:txBody>
      <dsp:txXfrm>
        <a:off x="0" y="1503691"/>
        <a:ext cx="1142904" cy="80066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1EFA8-605F-40CA-ADEA-1B4CD1A6DD09}">
      <dsp:nvSpPr>
        <dsp:cNvPr id="0" name=""/>
        <dsp:cNvSpPr/>
      </dsp:nvSpPr>
      <dsp:spPr>
        <a:xfrm>
          <a:off x="0" y="8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початок діяльності Другої Малоросійської колегії</a:t>
          </a:r>
          <a:endParaRPr lang="uk-UA" sz="2500" kern="1200" dirty="0"/>
        </a:p>
      </dsp:txBody>
      <dsp:txXfrm>
        <a:off x="48547" y="49428"/>
        <a:ext cx="4298693" cy="897406"/>
      </dsp:txXfrm>
    </dsp:sp>
    <dsp:sp modelId="{95E1B697-7F64-41FD-BF74-C475C08CC976}">
      <dsp:nvSpPr>
        <dsp:cNvPr id="0" name=""/>
        <dsp:cNvSpPr/>
      </dsp:nvSpPr>
      <dsp:spPr>
        <a:xfrm>
          <a:off x="0" y="10673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перший поділ Речі Посполитої</a:t>
          </a:r>
          <a:endParaRPr lang="uk-UA" sz="2500" kern="1200" dirty="0"/>
        </a:p>
      </dsp:txBody>
      <dsp:txXfrm>
        <a:off x="48547" y="1115928"/>
        <a:ext cx="4298693" cy="897406"/>
      </dsp:txXfrm>
    </dsp:sp>
    <dsp:sp modelId="{D7037606-9F8F-4170-9248-38954F6C3A27}">
      <dsp:nvSpPr>
        <dsp:cNvPr id="0" name=""/>
        <dsp:cNvSpPr/>
      </dsp:nvSpPr>
      <dsp:spPr>
        <a:xfrm>
          <a:off x="0" y="21338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утворення Правління гетьманського уряду</a:t>
          </a:r>
          <a:endParaRPr lang="uk-UA" sz="2500" kern="1200"/>
        </a:p>
      </dsp:txBody>
      <dsp:txXfrm>
        <a:off x="48547" y="2182428"/>
        <a:ext cx="4298693" cy="897406"/>
      </dsp:txXfrm>
    </dsp:sp>
    <dsp:sp modelId="{F4A5F84E-64BF-4027-8814-8DACC0419A95}">
      <dsp:nvSpPr>
        <dsp:cNvPr id="0" name=""/>
        <dsp:cNvSpPr/>
      </dsp:nvSpPr>
      <dsp:spPr>
        <a:xfrm>
          <a:off x="0" y="32003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початок гетьманування К. Розумовського</a:t>
          </a:r>
          <a:endParaRPr lang="uk-UA" sz="2500" kern="1200" dirty="0"/>
        </a:p>
      </dsp:txBody>
      <dsp:txXfrm>
        <a:off x="48547" y="3248928"/>
        <a:ext cx="4298693" cy="89740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9203C-B60F-4D63-951E-B119E7552C6A}">
      <dsp:nvSpPr>
        <dsp:cNvPr id="0" name=""/>
        <dsp:cNvSpPr/>
      </dsp:nvSpPr>
      <dsp:spPr>
        <a:xfrm rot="10800000">
          <a:off x="1027863" y="320"/>
          <a:ext cx="2923198" cy="116627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29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Василь-</a:t>
          </a:r>
          <a:r>
            <a:rPr lang="ru-RU" sz="1700" b="0" i="0" kern="1200" dirty="0" err="1"/>
            <a:t>Костянтин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Острозький</a:t>
          </a:r>
          <a:endParaRPr lang="uk-UA" sz="1700" kern="1200" dirty="0"/>
        </a:p>
      </dsp:txBody>
      <dsp:txXfrm rot="10800000">
        <a:off x="1319432" y="320"/>
        <a:ext cx="2631629" cy="1166278"/>
      </dsp:txXfrm>
    </dsp:sp>
    <dsp:sp modelId="{68B4C5DF-559D-43E5-B774-BFE1E2CACA70}">
      <dsp:nvSpPr>
        <dsp:cNvPr id="0" name=""/>
        <dsp:cNvSpPr/>
      </dsp:nvSpPr>
      <dsp:spPr>
        <a:xfrm>
          <a:off x="444724" y="320"/>
          <a:ext cx="1166278" cy="116627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6BE75A-7CD2-40E6-B03E-5FED0B21EF05}">
      <dsp:nvSpPr>
        <dsp:cNvPr id="0" name=""/>
        <dsp:cNvSpPr/>
      </dsp:nvSpPr>
      <dsp:spPr>
        <a:xfrm rot="10800000">
          <a:off x="1027863" y="1514742"/>
          <a:ext cx="2923198" cy="116627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29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Іван Виговський</a:t>
          </a:r>
          <a:endParaRPr lang="uk-UA" sz="1700" kern="1200"/>
        </a:p>
      </dsp:txBody>
      <dsp:txXfrm rot="10800000">
        <a:off x="1319432" y="1514742"/>
        <a:ext cx="2631629" cy="1166278"/>
      </dsp:txXfrm>
    </dsp:sp>
    <dsp:sp modelId="{B1FA7D99-C7F6-4FA3-BC05-D8662B0FDDB2}">
      <dsp:nvSpPr>
        <dsp:cNvPr id="0" name=""/>
        <dsp:cNvSpPr/>
      </dsp:nvSpPr>
      <dsp:spPr>
        <a:xfrm>
          <a:off x="444724" y="1514742"/>
          <a:ext cx="1166278" cy="116627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ABDF8-B745-4E71-B918-C8D52892CC9F}">
      <dsp:nvSpPr>
        <dsp:cNvPr id="0" name=""/>
        <dsp:cNvSpPr/>
      </dsp:nvSpPr>
      <dsp:spPr>
        <a:xfrm rot="10800000">
          <a:off x="1027863" y="3029163"/>
          <a:ext cx="2923198" cy="116627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29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Петро </a:t>
          </a:r>
          <a:r>
            <a:rPr lang="ru-RU" sz="1700" b="0" i="0" kern="1200" dirty="0" err="1"/>
            <a:t>Калнишевський</a:t>
          </a:r>
          <a:endParaRPr lang="uk-UA" sz="1700" kern="1200" dirty="0"/>
        </a:p>
      </dsp:txBody>
      <dsp:txXfrm rot="10800000">
        <a:off x="1319432" y="3029163"/>
        <a:ext cx="2631629" cy="1166278"/>
      </dsp:txXfrm>
    </dsp:sp>
    <dsp:sp modelId="{0321A4A8-2F93-451C-B647-9BB160BF4F49}">
      <dsp:nvSpPr>
        <dsp:cNvPr id="0" name=""/>
        <dsp:cNvSpPr/>
      </dsp:nvSpPr>
      <dsp:spPr>
        <a:xfrm>
          <a:off x="444724" y="3029163"/>
          <a:ext cx="1166278" cy="116627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58653-AC1E-4731-AD83-CB0F74B8A85F}">
      <dsp:nvSpPr>
        <dsp:cNvPr id="0" name=""/>
        <dsp:cNvSpPr/>
      </dsp:nvSpPr>
      <dsp:spPr>
        <a:xfrm rot="10800000">
          <a:off x="950567" y="2303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Іван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Сірко</a:t>
          </a:r>
          <a:endParaRPr lang="uk-UA" sz="2200" kern="1200" dirty="0"/>
        </a:p>
      </dsp:txBody>
      <dsp:txXfrm rot="10800000">
        <a:off x="1164840" y="2303"/>
        <a:ext cx="2708926" cy="857092"/>
      </dsp:txXfrm>
    </dsp:sp>
    <dsp:sp modelId="{3CD15A0B-91E0-4C56-A65C-A3E498A11EE3}">
      <dsp:nvSpPr>
        <dsp:cNvPr id="0" name=""/>
        <dsp:cNvSpPr/>
      </dsp:nvSpPr>
      <dsp:spPr>
        <a:xfrm>
          <a:off x="522021" y="2303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4FA22-95A5-488B-84BA-1EB39AA4C7BA}">
      <dsp:nvSpPr>
        <dsp:cNvPr id="0" name=""/>
        <dsp:cNvSpPr/>
      </dsp:nvSpPr>
      <dsp:spPr>
        <a:xfrm rot="10800000">
          <a:off x="950567" y="1115245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Петро Дорошенко</a:t>
          </a:r>
          <a:endParaRPr lang="uk-UA" sz="2200" kern="1200"/>
        </a:p>
      </dsp:txBody>
      <dsp:txXfrm rot="10800000">
        <a:off x="1164840" y="1115245"/>
        <a:ext cx="2708926" cy="857092"/>
      </dsp:txXfrm>
    </dsp:sp>
    <dsp:sp modelId="{E3598F0D-D19A-4492-91C1-4596EC69F37A}">
      <dsp:nvSpPr>
        <dsp:cNvPr id="0" name=""/>
        <dsp:cNvSpPr/>
      </dsp:nvSpPr>
      <dsp:spPr>
        <a:xfrm>
          <a:off x="522021" y="1115245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DD615-1568-44EB-B0DB-32A066F61139}">
      <dsp:nvSpPr>
        <dsp:cNvPr id="0" name=""/>
        <dsp:cNvSpPr/>
      </dsp:nvSpPr>
      <dsp:spPr>
        <a:xfrm rot="10800000">
          <a:off x="950567" y="2228186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Іван Мазепа</a:t>
          </a:r>
          <a:endParaRPr lang="uk-UA" sz="2200" kern="1200"/>
        </a:p>
      </dsp:txBody>
      <dsp:txXfrm rot="10800000">
        <a:off x="1164840" y="2228186"/>
        <a:ext cx="2708926" cy="857092"/>
      </dsp:txXfrm>
    </dsp:sp>
    <dsp:sp modelId="{0EC2F135-65CA-4068-A167-3153AB0027BB}">
      <dsp:nvSpPr>
        <dsp:cNvPr id="0" name=""/>
        <dsp:cNvSpPr/>
      </dsp:nvSpPr>
      <dsp:spPr>
        <a:xfrm>
          <a:off x="522021" y="2228186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DAB5D-99DD-4850-9467-9177A67138B6}">
      <dsp:nvSpPr>
        <dsp:cNvPr id="0" name=""/>
        <dsp:cNvSpPr/>
      </dsp:nvSpPr>
      <dsp:spPr>
        <a:xfrm rot="10800000">
          <a:off x="950567" y="3341128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Кость </a:t>
          </a:r>
          <a:r>
            <a:rPr lang="ru-RU" sz="2200" b="0" i="0" kern="1200" dirty="0" err="1"/>
            <a:t>Гордієнко</a:t>
          </a:r>
          <a:endParaRPr lang="uk-UA" sz="2200" kern="1200" dirty="0"/>
        </a:p>
      </dsp:txBody>
      <dsp:txXfrm rot="10800000">
        <a:off x="1164840" y="3341128"/>
        <a:ext cx="2708926" cy="857092"/>
      </dsp:txXfrm>
    </dsp:sp>
    <dsp:sp modelId="{673908D9-72CC-449E-A2DE-8B28458E693B}">
      <dsp:nvSpPr>
        <dsp:cNvPr id="0" name=""/>
        <dsp:cNvSpPr/>
      </dsp:nvSpPr>
      <dsp:spPr>
        <a:xfrm>
          <a:off x="522021" y="3341128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AE911-CC45-4FDB-AF90-06A1E5D35F4F}">
      <dsp:nvSpPr>
        <dsp:cNvPr id="0" name=""/>
        <dsp:cNvSpPr/>
      </dsp:nvSpPr>
      <dsp:spPr>
        <a:xfrm>
          <a:off x="97631" y="0"/>
          <a:ext cx="4200525" cy="42005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34284-9909-4181-9F23-9C291629E7F6}">
      <dsp:nvSpPr>
        <dsp:cNvPr id="0" name=""/>
        <dsp:cNvSpPr/>
      </dsp:nvSpPr>
      <dsp:spPr>
        <a:xfrm>
          <a:off x="496681" y="399049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 err="1"/>
            <a:t>Підпільненську</a:t>
          </a:r>
          <a:endParaRPr lang="uk-UA" sz="1400" kern="1200" dirty="0"/>
        </a:p>
      </dsp:txBody>
      <dsp:txXfrm>
        <a:off x="576652" y="479020"/>
        <a:ext cx="1478262" cy="1478262"/>
      </dsp:txXfrm>
    </dsp:sp>
    <dsp:sp modelId="{CE58616C-E799-4F0E-8B3C-6BF01220B91A}">
      <dsp:nvSpPr>
        <dsp:cNvPr id="0" name=""/>
        <dsp:cNvSpPr/>
      </dsp:nvSpPr>
      <dsp:spPr>
        <a:xfrm>
          <a:off x="2260901" y="399049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Чортомлицьку</a:t>
          </a:r>
          <a:endParaRPr lang="uk-UA" sz="1400" kern="1200"/>
        </a:p>
      </dsp:txBody>
      <dsp:txXfrm>
        <a:off x="2340872" y="479020"/>
        <a:ext cx="1478262" cy="1478262"/>
      </dsp:txXfrm>
    </dsp:sp>
    <dsp:sp modelId="{A492DC2B-DC80-447B-9BBA-2E7B58F66993}">
      <dsp:nvSpPr>
        <dsp:cNvPr id="0" name=""/>
        <dsp:cNvSpPr/>
      </dsp:nvSpPr>
      <dsp:spPr>
        <a:xfrm>
          <a:off x="496681" y="2163270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Задунайську</a:t>
          </a:r>
          <a:endParaRPr lang="uk-UA" sz="1400" kern="1200"/>
        </a:p>
      </dsp:txBody>
      <dsp:txXfrm>
        <a:off x="576652" y="2243241"/>
        <a:ext cx="1478262" cy="1478262"/>
      </dsp:txXfrm>
    </dsp:sp>
    <dsp:sp modelId="{963C1C9F-ED81-44AA-8A81-03D6EC921554}">
      <dsp:nvSpPr>
        <dsp:cNvPr id="0" name=""/>
        <dsp:cNvSpPr/>
      </dsp:nvSpPr>
      <dsp:spPr>
        <a:xfrm>
          <a:off x="2260901" y="2163270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 err="1"/>
            <a:t>Хортицьку</a:t>
          </a:r>
          <a:endParaRPr lang="uk-UA" sz="1400" kern="1200" dirty="0"/>
        </a:p>
      </dsp:txBody>
      <dsp:txXfrm>
        <a:off x="2340872" y="2243241"/>
        <a:ext cx="1478262" cy="147826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05CAE-2A44-46B0-8296-006DF74AF145}">
      <dsp:nvSpPr>
        <dsp:cNvPr id="0" name=""/>
        <dsp:cNvSpPr/>
      </dsp:nvSpPr>
      <dsp:spPr>
        <a:xfrm>
          <a:off x="0" y="87142"/>
          <a:ext cx="4395788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ліквідація Кримського ханства</a:t>
          </a:r>
          <a:endParaRPr lang="uk-UA" sz="2400" kern="1200"/>
        </a:p>
      </dsp:txBody>
      <dsp:txXfrm>
        <a:off x="46606" y="133748"/>
        <a:ext cx="4302576" cy="861507"/>
      </dsp:txXfrm>
    </dsp:sp>
    <dsp:sp modelId="{4B959EEE-A8DA-4323-8A52-DBC65383F564}">
      <dsp:nvSpPr>
        <dsp:cNvPr id="0" name=""/>
        <dsp:cNvSpPr/>
      </dsp:nvSpPr>
      <dsp:spPr>
        <a:xfrm>
          <a:off x="0" y="1110982"/>
          <a:ext cx="4395788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придушення гайдамацького руху</a:t>
          </a:r>
          <a:endParaRPr lang="uk-UA" sz="2400" kern="1200" dirty="0"/>
        </a:p>
      </dsp:txBody>
      <dsp:txXfrm>
        <a:off x="46606" y="1157588"/>
        <a:ext cx="4302576" cy="861507"/>
      </dsp:txXfrm>
    </dsp:sp>
    <dsp:sp modelId="{1A0EFC1C-9D7A-402C-8FF7-E66A65F70B33}">
      <dsp:nvSpPr>
        <dsp:cNvPr id="0" name=""/>
        <dsp:cNvSpPr/>
      </dsp:nvSpPr>
      <dsp:spPr>
        <a:xfrm>
          <a:off x="0" y="2134822"/>
          <a:ext cx="4395788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остаточна ліквідація Запорозької Січі</a:t>
          </a:r>
          <a:endParaRPr lang="uk-UA" sz="2400" kern="1200"/>
        </a:p>
      </dsp:txBody>
      <dsp:txXfrm>
        <a:off x="46606" y="2181428"/>
        <a:ext cx="4302576" cy="861507"/>
      </dsp:txXfrm>
    </dsp:sp>
    <dsp:sp modelId="{00E7DC8F-4F5E-49BE-A91E-BEC486B5BF0E}">
      <dsp:nvSpPr>
        <dsp:cNvPr id="0" name=""/>
        <dsp:cNvSpPr/>
      </dsp:nvSpPr>
      <dsp:spPr>
        <a:xfrm>
          <a:off x="0" y="3158662"/>
          <a:ext cx="4395788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скасування козацького устрою на Правобережжі</a:t>
          </a:r>
          <a:endParaRPr lang="uk-UA" sz="2400" kern="1200" dirty="0"/>
        </a:p>
      </dsp:txBody>
      <dsp:txXfrm>
        <a:off x="46606" y="3205268"/>
        <a:ext cx="4302576" cy="86150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93F57-C900-4A05-982A-926C3904A4AE}">
      <dsp:nvSpPr>
        <dsp:cNvPr id="0" name=""/>
        <dsp:cNvSpPr/>
      </dsp:nvSpPr>
      <dsp:spPr>
        <a:xfrm rot="10800000">
          <a:off x="950567" y="2303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І. Сірко.</a:t>
          </a:r>
          <a:endParaRPr lang="uk-UA" sz="1700" kern="1200" dirty="0"/>
        </a:p>
      </dsp:txBody>
      <dsp:txXfrm rot="10800000">
        <a:off x="1164840" y="2303"/>
        <a:ext cx="2708926" cy="857092"/>
      </dsp:txXfrm>
    </dsp:sp>
    <dsp:sp modelId="{31FAD23E-A9FF-471B-B864-FC47210A5F37}">
      <dsp:nvSpPr>
        <dsp:cNvPr id="0" name=""/>
        <dsp:cNvSpPr/>
      </dsp:nvSpPr>
      <dsp:spPr>
        <a:xfrm>
          <a:off x="522021" y="2303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B5915-6A76-44B5-97A8-7FD5E16815B9}">
      <dsp:nvSpPr>
        <dsp:cNvPr id="0" name=""/>
        <dsp:cNvSpPr/>
      </dsp:nvSpPr>
      <dsp:spPr>
        <a:xfrm rot="10800000">
          <a:off x="950567" y="1115245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Й. Гладкий.</a:t>
          </a:r>
          <a:endParaRPr lang="uk-UA" sz="1700" kern="1200"/>
        </a:p>
      </dsp:txBody>
      <dsp:txXfrm rot="10800000">
        <a:off x="1164840" y="1115245"/>
        <a:ext cx="2708926" cy="857092"/>
      </dsp:txXfrm>
    </dsp:sp>
    <dsp:sp modelId="{30D7708E-9193-485C-B829-0F95E95644A5}">
      <dsp:nvSpPr>
        <dsp:cNvPr id="0" name=""/>
        <dsp:cNvSpPr/>
      </dsp:nvSpPr>
      <dsp:spPr>
        <a:xfrm>
          <a:off x="522021" y="1115245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89868-79DF-4427-A613-353D0BE34C13}">
      <dsp:nvSpPr>
        <dsp:cNvPr id="0" name=""/>
        <dsp:cNvSpPr/>
      </dsp:nvSpPr>
      <dsp:spPr>
        <a:xfrm rot="10800000">
          <a:off x="950567" y="2228186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К. Гордієнко.</a:t>
          </a:r>
          <a:endParaRPr lang="uk-UA" sz="1700" kern="1200"/>
        </a:p>
      </dsp:txBody>
      <dsp:txXfrm rot="10800000">
        <a:off x="1164840" y="2228186"/>
        <a:ext cx="2708926" cy="857092"/>
      </dsp:txXfrm>
    </dsp:sp>
    <dsp:sp modelId="{D4744F22-6DCA-4BDE-ADED-358DA079E50D}">
      <dsp:nvSpPr>
        <dsp:cNvPr id="0" name=""/>
        <dsp:cNvSpPr/>
      </dsp:nvSpPr>
      <dsp:spPr>
        <a:xfrm>
          <a:off x="522021" y="2228186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13A15-35A4-4345-B4DC-1B169219CC0F}">
      <dsp:nvSpPr>
        <dsp:cNvPr id="0" name=""/>
        <dsp:cNvSpPr/>
      </dsp:nvSpPr>
      <dsp:spPr>
        <a:xfrm rot="10800000">
          <a:off x="950567" y="3341128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П. Калнишевський.</a:t>
          </a:r>
          <a:endParaRPr lang="uk-UA" sz="1700" kern="1200" dirty="0"/>
        </a:p>
      </dsp:txBody>
      <dsp:txXfrm rot="10800000">
        <a:off x="1164840" y="3341128"/>
        <a:ext cx="2708926" cy="857092"/>
      </dsp:txXfrm>
    </dsp:sp>
    <dsp:sp modelId="{84DFAE8D-A52F-44B3-BF77-99CCFF4E5B5A}">
      <dsp:nvSpPr>
        <dsp:cNvPr id="0" name=""/>
        <dsp:cNvSpPr/>
      </dsp:nvSpPr>
      <dsp:spPr>
        <a:xfrm>
          <a:off x="522021" y="3341128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0E4F10-459B-4626-9527-1B0183D63E0B}">
      <dsp:nvSpPr>
        <dsp:cNvPr id="0" name=""/>
        <dsp:cNvSpPr/>
      </dsp:nvSpPr>
      <dsp:spPr>
        <a:xfrm>
          <a:off x="0" y="8662"/>
          <a:ext cx="439578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1, 3</a:t>
          </a:r>
          <a:endParaRPr lang="uk-UA" sz="4000" kern="1200"/>
        </a:p>
      </dsp:txBody>
      <dsp:txXfrm>
        <a:off x="46834" y="55496"/>
        <a:ext cx="4302120" cy="865732"/>
      </dsp:txXfrm>
    </dsp:sp>
    <dsp:sp modelId="{60E1483F-87EB-45FA-B791-181C956757E2}">
      <dsp:nvSpPr>
        <dsp:cNvPr id="0" name=""/>
        <dsp:cNvSpPr/>
      </dsp:nvSpPr>
      <dsp:spPr>
        <a:xfrm>
          <a:off x="0" y="1083262"/>
          <a:ext cx="439578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1, 2</a:t>
          </a:r>
          <a:endParaRPr lang="uk-UA" sz="4000" kern="1200"/>
        </a:p>
      </dsp:txBody>
      <dsp:txXfrm>
        <a:off x="46834" y="1130096"/>
        <a:ext cx="4302120" cy="865732"/>
      </dsp:txXfrm>
    </dsp:sp>
    <dsp:sp modelId="{80C55381-F4E2-42DC-A71F-F260F00A3B70}">
      <dsp:nvSpPr>
        <dsp:cNvPr id="0" name=""/>
        <dsp:cNvSpPr/>
      </dsp:nvSpPr>
      <dsp:spPr>
        <a:xfrm>
          <a:off x="0" y="2157862"/>
          <a:ext cx="439578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2, 3</a:t>
          </a:r>
          <a:endParaRPr lang="uk-UA" sz="4000" kern="1200"/>
        </a:p>
      </dsp:txBody>
      <dsp:txXfrm>
        <a:off x="46834" y="2204696"/>
        <a:ext cx="4302120" cy="865732"/>
      </dsp:txXfrm>
    </dsp:sp>
    <dsp:sp modelId="{EC81D630-38CE-4895-A465-D88263FD3AD5}">
      <dsp:nvSpPr>
        <dsp:cNvPr id="0" name=""/>
        <dsp:cNvSpPr/>
      </dsp:nvSpPr>
      <dsp:spPr>
        <a:xfrm>
          <a:off x="0" y="3232462"/>
          <a:ext cx="4395788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1, 2, 3</a:t>
          </a:r>
          <a:endParaRPr lang="uk-UA" sz="4000" kern="1200" dirty="0"/>
        </a:p>
      </dsp:txBody>
      <dsp:txXfrm>
        <a:off x="46834" y="3279296"/>
        <a:ext cx="4302120" cy="86573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3C5E4-7B0D-4B4E-84CE-50B004B41DA2}">
      <dsp:nvSpPr>
        <dsp:cNvPr id="0" name=""/>
        <dsp:cNvSpPr/>
      </dsp:nvSpPr>
      <dsp:spPr>
        <a:xfrm rot="10800000">
          <a:off x="950567" y="2303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«</a:t>
          </a:r>
          <a:r>
            <a:rPr lang="ru-RU" sz="1700" b="0" i="0" kern="1200" dirty="0" err="1"/>
            <a:t>Руїни</a:t>
          </a:r>
          <a:r>
            <a:rPr lang="ru-RU" sz="1700" b="0" i="0" kern="1200" dirty="0"/>
            <a:t>».</a:t>
          </a:r>
          <a:endParaRPr lang="uk-UA" sz="1700" kern="1200" dirty="0"/>
        </a:p>
      </dsp:txBody>
      <dsp:txXfrm rot="10800000">
        <a:off x="1164840" y="2303"/>
        <a:ext cx="2708926" cy="857092"/>
      </dsp:txXfrm>
    </dsp:sp>
    <dsp:sp modelId="{E72E790E-05F3-4B61-8ECF-FB97F047C1A9}">
      <dsp:nvSpPr>
        <dsp:cNvPr id="0" name=""/>
        <dsp:cNvSpPr/>
      </dsp:nvSpPr>
      <dsp:spPr>
        <a:xfrm>
          <a:off x="522021" y="2303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6B0C6-8EAC-411E-B332-AAABF34FF57F}">
      <dsp:nvSpPr>
        <dsp:cNvPr id="0" name=""/>
        <dsp:cNvSpPr/>
      </dsp:nvSpPr>
      <dsp:spPr>
        <a:xfrm rot="10800000">
          <a:off x="950567" y="1115245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«Паліївщини».</a:t>
          </a:r>
          <a:endParaRPr lang="uk-UA" sz="1700" kern="1200"/>
        </a:p>
      </dsp:txBody>
      <dsp:txXfrm rot="10800000">
        <a:off x="1164840" y="1115245"/>
        <a:ext cx="2708926" cy="857092"/>
      </dsp:txXfrm>
    </dsp:sp>
    <dsp:sp modelId="{BCD1CC3D-2DDC-4329-B235-9A164A9B306B}">
      <dsp:nvSpPr>
        <dsp:cNvPr id="0" name=""/>
        <dsp:cNvSpPr/>
      </dsp:nvSpPr>
      <dsp:spPr>
        <a:xfrm>
          <a:off x="522021" y="1115245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968B8-D538-4542-AB58-D35FF5D9C692}">
      <dsp:nvSpPr>
        <dsp:cNvPr id="0" name=""/>
        <dsp:cNvSpPr/>
      </dsp:nvSpPr>
      <dsp:spPr>
        <a:xfrm rot="10800000">
          <a:off x="950567" y="2228186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«Коліївщини».</a:t>
          </a:r>
          <a:endParaRPr lang="uk-UA" sz="1700" kern="1200"/>
        </a:p>
      </dsp:txBody>
      <dsp:txXfrm rot="10800000">
        <a:off x="1164840" y="2228186"/>
        <a:ext cx="2708926" cy="857092"/>
      </dsp:txXfrm>
    </dsp:sp>
    <dsp:sp modelId="{D4B9BED8-E29A-40B4-BC67-0E3BB1DF1A8E}">
      <dsp:nvSpPr>
        <dsp:cNvPr id="0" name=""/>
        <dsp:cNvSpPr/>
      </dsp:nvSpPr>
      <dsp:spPr>
        <a:xfrm>
          <a:off x="522021" y="2228186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9199C-935C-4AA0-9733-FAB601C080F9}">
      <dsp:nvSpPr>
        <dsp:cNvPr id="0" name=""/>
        <dsp:cNvSpPr/>
      </dsp:nvSpPr>
      <dsp:spPr>
        <a:xfrm rot="10800000">
          <a:off x="950567" y="3341128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«</a:t>
          </a:r>
          <a:r>
            <a:rPr lang="ru-RU" sz="1700" b="0" i="0" kern="1200" dirty="0" err="1"/>
            <a:t>Хмельниччини</a:t>
          </a:r>
          <a:r>
            <a:rPr lang="ru-RU" sz="1700" b="0" i="0" kern="1200" dirty="0"/>
            <a:t>».</a:t>
          </a:r>
          <a:endParaRPr lang="uk-UA" sz="1700" kern="1200" dirty="0"/>
        </a:p>
      </dsp:txBody>
      <dsp:txXfrm rot="10800000">
        <a:off x="1164840" y="3341128"/>
        <a:ext cx="2708926" cy="857092"/>
      </dsp:txXfrm>
    </dsp:sp>
    <dsp:sp modelId="{93DFD414-2926-4986-86F3-C5601A62D1E6}">
      <dsp:nvSpPr>
        <dsp:cNvPr id="0" name=""/>
        <dsp:cNvSpPr/>
      </dsp:nvSpPr>
      <dsp:spPr>
        <a:xfrm>
          <a:off x="522021" y="3341128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22C74-3B6B-41BD-BDEA-471B096B8AD2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Австро-Угорщини.</a:t>
          </a:r>
          <a:endParaRPr lang="uk-UA" sz="2200" kern="1200" dirty="0"/>
        </a:p>
      </dsp:txBody>
      <dsp:txXfrm rot="10800000">
        <a:off x="1164120" y="3443"/>
        <a:ext cx="2709285" cy="855654"/>
      </dsp:txXfrm>
    </dsp:sp>
    <dsp:sp modelId="{D3507460-974D-4AB7-904C-E2091D77BFB8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B3D44B-D75F-43D2-B8F4-E615099441F6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Речі Посполитої.</a:t>
          </a:r>
          <a:endParaRPr lang="uk-UA" sz="2200" kern="1200" dirty="0"/>
        </a:p>
      </dsp:txBody>
      <dsp:txXfrm rot="10800000">
        <a:off x="1164120" y="1114517"/>
        <a:ext cx="2709285" cy="855654"/>
      </dsp:txXfrm>
    </dsp:sp>
    <dsp:sp modelId="{6474D45F-AD8F-4996-826D-C73EFFEB8BD3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C0903-B1B4-4CF8-A467-E64DE7E8B37C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Російської імперії.</a:t>
          </a:r>
          <a:endParaRPr lang="uk-UA" sz="2200" kern="1200"/>
        </a:p>
      </dsp:txBody>
      <dsp:txXfrm rot="10800000">
        <a:off x="1164120" y="2225591"/>
        <a:ext cx="2709285" cy="855654"/>
      </dsp:txXfrm>
    </dsp:sp>
    <dsp:sp modelId="{13F619BD-F7A6-415C-AD62-90D86E77EF8A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782FE-5409-47B0-B2AD-83773A1DED8F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Османської імперії.</a:t>
          </a:r>
          <a:endParaRPr lang="uk-UA" sz="2200" kern="1200" dirty="0"/>
        </a:p>
      </dsp:txBody>
      <dsp:txXfrm rot="10800000">
        <a:off x="1164120" y="3336664"/>
        <a:ext cx="2709285" cy="855654"/>
      </dsp:txXfrm>
    </dsp:sp>
    <dsp:sp modelId="{38D2B9F8-DD2E-4950-BE04-5F6B3AE870DD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47C08-610B-40C9-AEED-28F0EAA8877D}">
      <dsp:nvSpPr>
        <dsp:cNvPr id="0" name=""/>
        <dsp:cNvSpPr/>
      </dsp:nvSpPr>
      <dsp:spPr>
        <a:xfrm>
          <a:off x="0" y="89775"/>
          <a:ext cx="4395788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«весну народів».</a:t>
          </a:r>
          <a:endParaRPr lang="uk-UA" sz="2400" kern="1200"/>
        </a:p>
      </dsp:txBody>
      <dsp:txXfrm>
        <a:off x="46541" y="136316"/>
        <a:ext cx="4302706" cy="860321"/>
      </dsp:txXfrm>
    </dsp:sp>
    <dsp:sp modelId="{77B43754-7A75-4926-A447-CDC3C99AD27C}">
      <dsp:nvSpPr>
        <dsp:cNvPr id="0" name=""/>
        <dsp:cNvSpPr/>
      </dsp:nvSpPr>
      <dsp:spPr>
        <a:xfrm>
          <a:off x="0" y="1112298"/>
          <a:ext cx="4395788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«рух </a:t>
          </a:r>
          <a:r>
            <a:rPr lang="ru-RU" sz="2400" b="0" i="0" kern="1200" dirty="0" err="1"/>
            <a:t>опришків</a:t>
          </a:r>
          <a:r>
            <a:rPr lang="ru-RU" sz="2400" b="0" i="0" kern="1200" dirty="0"/>
            <a:t>».</a:t>
          </a:r>
          <a:endParaRPr lang="uk-UA" sz="2400" kern="1200" dirty="0"/>
        </a:p>
      </dsp:txBody>
      <dsp:txXfrm>
        <a:off x="46541" y="1158839"/>
        <a:ext cx="4302706" cy="860321"/>
      </dsp:txXfrm>
    </dsp:sp>
    <dsp:sp modelId="{DCAA716A-20DA-4081-AFFF-AE8FA8869EE7}">
      <dsp:nvSpPr>
        <dsp:cNvPr id="0" name=""/>
        <dsp:cNvSpPr/>
      </dsp:nvSpPr>
      <dsp:spPr>
        <a:xfrm>
          <a:off x="0" y="2134822"/>
          <a:ext cx="4395788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повстання під проводом С. Палія.</a:t>
          </a:r>
          <a:endParaRPr lang="uk-UA" sz="2400" kern="1200"/>
        </a:p>
      </dsp:txBody>
      <dsp:txXfrm>
        <a:off x="46541" y="2181363"/>
        <a:ext cx="4302706" cy="860321"/>
      </dsp:txXfrm>
    </dsp:sp>
    <dsp:sp modelId="{EB69D6CE-02AA-4E73-AC6A-DA185A59A8EF}">
      <dsp:nvSpPr>
        <dsp:cNvPr id="0" name=""/>
        <dsp:cNvSpPr/>
      </dsp:nvSpPr>
      <dsp:spPr>
        <a:xfrm>
          <a:off x="0" y="3157346"/>
          <a:ext cx="4395788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повстанський</a:t>
          </a:r>
          <a:r>
            <a:rPr lang="ru-RU" sz="2400" b="0" i="0" kern="1200" dirty="0"/>
            <a:t> рух </a:t>
          </a:r>
          <a:r>
            <a:rPr lang="ru-RU" sz="2400" b="0" i="0" kern="1200" dirty="0" err="1"/>
            <a:t>під</a:t>
          </a:r>
          <a:r>
            <a:rPr lang="ru-RU" sz="2400" b="0" i="0" kern="1200" dirty="0"/>
            <a:t> проводом У. </a:t>
          </a:r>
          <a:r>
            <a:rPr lang="ru-RU" sz="2400" b="0" i="0" kern="1200" dirty="0" err="1"/>
            <a:t>Кармалюка</a:t>
          </a:r>
          <a:r>
            <a:rPr lang="ru-RU" sz="2400" b="0" i="0" kern="1200" dirty="0"/>
            <a:t>.</a:t>
          </a:r>
          <a:endParaRPr lang="uk-UA" sz="2400" kern="1200" dirty="0"/>
        </a:p>
      </dsp:txBody>
      <dsp:txXfrm>
        <a:off x="46541" y="3203887"/>
        <a:ext cx="4302706" cy="860321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E49D2-3697-4CF4-BE3A-66FA869B9166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сердюків.</a:t>
          </a:r>
          <a:endParaRPr lang="uk-UA" sz="2100" kern="1200" dirty="0"/>
        </a:p>
      </dsp:txBody>
      <dsp:txXfrm rot="10800000">
        <a:off x="1164120" y="3443"/>
        <a:ext cx="2709285" cy="855654"/>
      </dsp:txXfrm>
    </dsp:sp>
    <dsp:sp modelId="{1B233194-18F2-48B2-8844-D0836461BF5D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A1705-10C8-44E5-B97F-470B7B19016E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опришків.</a:t>
          </a:r>
          <a:endParaRPr lang="uk-UA" sz="2100" kern="1200" dirty="0"/>
        </a:p>
      </dsp:txBody>
      <dsp:txXfrm rot="10800000">
        <a:off x="1164120" y="1114517"/>
        <a:ext cx="2709285" cy="855654"/>
      </dsp:txXfrm>
    </dsp:sp>
    <dsp:sp modelId="{58CCF214-5CA2-45C0-A40F-1BCA25AA176E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95D15-A628-4968-A1BD-E17BCE4E8023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гайдамаків.</a:t>
          </a:r>
          <a:endParaRPr lang="uk-UA" sz="2100" kern="1200"/>
        </a:p>
      </dsp:txBody>
      <dsp:txXfrm rot="10800000">
        <a:off x="1164120" y="2225591"/>
        <a:ext cx="2709285" cy="855654"/>
      </dsp:txXfrm>
    </dsp:sp>
    <dsp:sp modelId="{8C70A55B-4C8C-424C-BEA0-78AA77E0B40A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7FB86-202E-4DF0-A430-BA3C809E04C6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компанійців.</a:t>
          </a:r>
          <a:endParaRPr lang="uk-UA" sz="2100" kern="1200" dirty="0"/>
        </a:p>
      </dsp:txBody>
      <dsp:txXfrm rot="10800000">
        <a:off x="1164120" y="3336664"/>
        <a:ext cx="2709285" cy="855654"/>
      </dsp:txXfrm>
    </dsp:sp>
    <dsp:sp modelId="{A511172C-0DED-4A43-AC7B-27AB33BFA7B5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DFCCE-AD34-4D68-9163-555BE7C226FC}">
      <dsp:nvSpPr>
        <dsp:cNvPr id="0" name=""/>
        <dsp:cNvSpPr/>
      </dsp:nvSpPr>
      <dsp:spPr>
        <a:xfrm>
          <a:off x="-4743409" y="-727071"/>
          <a:ext cx="5649905" cy="56499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EDD451-82FB-41E8-B789-E092339604CC}">
      <dsp:nvSpPr>
        <dsp:cNvPr id="0" name=""/>
        <dsp:cNvSpPr/>
      </dsp:nvSpPr>
      <dsp:spPr>
        <a:xfrm>
          <a:off x="474755" y="322570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Південної України.</a:t>
          </a:r>
          <a:endParaRPr lang="uk-UA" sz="2000" kern="1200"/>
        </a:p>
      </dsp:txBody>
      <dsp:txXfrm>
        <a:off x="474755" y="322570"/>
        <a:ext cx="3863764" cy="645476"/>
      </dsp:txXfrm>
    </dsp:sp>
    <dsp:sp modelId="{83446BDC-E8EB-4D29-A2C7-91E6EEB9DECF}">
      <dsp:nvSpPr>
        <dsp:cNvPr id="0" name=""/>
        <dsp:cNvSpPr/>
      </dsp:nvSpPr>
      <dsp:spPr>
        <a:xfrm>
          <a:off x="71332" y="241885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356E2-4647-4D44-BC4A-5DE227102687}">
      <dsp:nvSpPr>
        <dsp:cNvPr id="0" name=""/>
        <dsp:cNvSpPr/>
      </dsp:nvSpPr>
      <dsp:spPr>
        <a:xfrm>
          <a:off x="844821" y="1290952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Слобідської України.</a:t>
          </a:r>
          <a:endParaRPr lang="uk-UA" sz="2000" kern="1200"/>
        </a:p>
      </dsp:txBody>
      <dsp:txXfrm>
        <a:off x="844821" y="1290952"/>
        <a:ext cx="3493697" cy="645476"/>
      </dsp:txXfrm>
    </dsp:sp>
    <dsp:sp modelId="{DC8BE1E3-1947-4E3E-A44A-2909A2640293}">
      <dsp:nvSpPr>
        <dsp:cNvPr id="0" name=""/>
        <dsp:cNvSpPr/>
      </dsp:nvSpPr>
      <dsp:spPr>
        <a:xfrm>
          <a:off x="441398" y="1210267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E8A29-2525-4563-BCF0-DEA2221B6604}">
      <dsp:nvSpPr>
        <dsp:cNvPr id="0" name=""/>
        <dsp:cNvSpPr/>
      </dsp:nvSpPr>
      <dsp:spPr>
        <a:xfrm>
          <a:off x="844821" y="2259334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Лівобережної України.</a:t>
          </a:r>
          <a:endParaRPr lang="uk-UA" sz="2000" kern="1200"/>
        </a:p>
      </dsp:txBody>
      <dsp:txXfrm>
        <a:off x="844821" y="2259334"/>
        <a:ext cx="3493697" cy="645476"/>
      </dsp:txXfrm>
    </dsp:sp>
    <dsp:sp modelId="{871D65E7-C519-4C9D-AE83-6BEFDCC27414}">
      <dsp:nvSpPr>
        <dsp:cNvPr id="0" name=""/>
        <dsp:cNvSpPr/>
      </dsp:nvSpPr>
      <dsp:spPr>
        <a:xfrm>
          <a:off x="441398" y="2178649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899830-9212-40D9-A48E-7E06808468E1}">
      <dsp:nvSpPr>
        <dsp:cNvPr id="0" name=""/>
        <dsp:cNvSpPr/>
      </dsp:nvSpPr>
      <dsp:spPr>
        <a:xfrm>
          <a:off x="474755" y="3227716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Правобережної України.</a:t>
          </a:r>
          <a:endParaRPr lang="uk-UA" sz="2000" kern="1200" dirty="0"/>
        </a:p>
      </dsp:txBody>
      <dsp:txXfrm>
        <a:off x="474755" y="3227716"/>
        <a:ext cx="3863764" cy="645476"/>
      </dsp:txXfrm>
    </dsp:sp>
    <dsp:sp modelId="{32510605-7D67-4D26-8C1D-DED0F430DBE7}">
      <dsp:nvSpPr>
        <dsp:cNvPr id="0" name=""/>
        <dsp:cNvSpPr/>
      </dsp:nvSpPr>
      <dsp:spPr>
        <a:xfrm>
          <a:off x="71332" y="3147032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AA21A0-D148-4FC6-8BA7-77F34930938E}">
      <dsp:nvSpPr>
        <dsp:cNvPr id="0" name=""/>
        <dsp:cNvSpPr/>
      </dsp:nvSpPr>
      <dsp:spPr>
        <a:xfrm>
          <a:off x="0" y="267731"/>
          <a:ext cx="4395787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/>
            <a:t>конфедератами.</a:t>
          </a:r>
          <a:endParaRPr lang="uk-UA" sz="3500" kern="1200"/>
        </a:p>
      </dsp:txBody>
      <dsp:txXfrm>
        <a:off x="40980" y="308711"/>
        <a:ext cx="4313827" cy="757514"/>
      </dsp:txXfrm>
    </dsp:sp>
    <dsp:sp modelId="{570AC489-02A6-4156-8E11-9795E9A18C52}">
      <dsp:nvSpPr>
        <dsp:cNvPr id="0" name=""/>
        <dsp:cNvSpPr/>
      </dsp:nvSpPr>
      <dsp:spPr>
        <a:xfrm>
          <a:off x="0" y="1208006"/>
          <a:ext cx="4395787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dirty="0"/>
            <a:t>гайдамаками.</a:t>
          </a:r>
          <a:endParaRPr lang="uk-UA" sz="3500" kern="1200" dirty="0"/>
        </a:p>
      </dsp:txBody>
      <dsp:txXfrm>
        <a:off x="40980" y="1248986"/>
        <a:ext cx="4313827" cy="757514"/>
      </dsp:txXfrm>
    </dsp:sp>
    <dsp:sp modelId="{B984F4E5-0F48-4CAC-8066-4364F3DA0C60}">
      <dsp:nvSpPr>
        <dsp:cNvPr id="0" name=""/>
        <dsp:cNvSpPr/>
      </dsp:nvSpPr>
      <dsp:spPr>
        <a:xfrm>
          <a:off x="0" y="2148281"/>
          <a:ext cx="4395787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/>
            <a:t>опришками.</a:t>
          </a:r>
          <a:endParaRPr lang="uk-UA" sz="3500" kern="1200"/>
        </a:p>
      </dsp:txBody>
      <dsp:txXfrm>
        <a:off x="40980" y="2189261"/>
        <a:ext cx="4313827" cy="757514"/>
      </dsp:txXfrm>
    </dsp:sp>
    <dsp:sp modelId="{B9EDA276-6F09-4F29-A94D-D3A9140A87EA}">
      <dsp:nvSpPr>
        <dsp:cNvPr id="0" name=""/>
        <dsp:cNvSpPr/>
      </dsp:nvSpPr>
      <dsp:spPr>
        <a:xfrm>
          <a:off x="0" y="3088556"/>
          <a:ext cx="4395787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dirty="0"/>
            <a:t>сердюками.</a:t>
          </a:r>
          <a:endParaRPr lang="uk-UA" sz="3500" kern="1200" dirty="0"/>
        </a:p>
      </dsp:txBody>
      <dsp:txXfrm>
        <a:off x="40980" y="3129536"/>
        <a:ext cx="4313827" cy="75751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D7C5E-8392-40ED-8753-C7A2D153D04B}">
      <dsp:nvSpPr>
        <dsp:cNvPr id="0" name=""/>
        <dsp:cNvSpPr/>
      </dsp:nvSpPr>
      <dsp:spPr>
        <a:xfrm>
          <a:off x="0" y="6004"/>
          <a:ext cx="4395788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Коліївщина</a:t>
          </a:r>
          <a:endParaRPr lang="uk-UA" sz="2500" kern="1200"/>
        </a:p>
      </dsp:txBody>
      <dsp:txXfrm>
        <a:off x="48481" y="54485"/>
        <a:ext cx="4298826" cy="896166"/>
      </dsp:txXfrm>
    </dsp:sp>
    <dsp:sp modelId="{5C9D8BAB-8D57-4199-8ACD-9BF214F72E2A}">
      <dsp:nvSpPr>
        <dsp:cNvPr id="0" name=""/>
        <dsp:cNvSpPr/>
      </dsp:nvSpPr>
      <dsp:spPr>
        <a:xfrm>
          <a:off x="0" y="1071133"/>
          <a:ext cx="4395788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повстання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під</a:t>
          </a:r>
          <a:r>
            <a:rPr lang="ru-RU" sz="2500" b="0" i="0" kern="1200" dirty="0"/>
            <a:t> проводом У. </a:t>
          </a:r>
          <a:r>
            <a:rPr lang="ru-RU" sz="2500" b="0" i="0" kern="1200" dirty="0" err="1"/>
            <a:t>Кармелюка</a:t>
          </a:r>
          <a:endParaRPr lang="uk-UA" sz="2500" kern="1200" dirty="0"/>
        </a:p>
      </dsp:txBody>
      <dsp:txXfrm>
        <a:off x="48481" y="1119614"/>
        <a:ext cx="4298826" cy="896166"/>
      </dsp:txXfrm>
    </dsp:sp>
    <dsp:sp modelId="{7FB6B36A-4530-4DDE-BA3B-1A19BE1F3B1F}">
      <dsp:nvSpPr>
        <dsp:cNvPr id="0" name=""/>
        <dsp:cNvSpPr/>
      </dsp:nvSpPr>
      <dsp:spPr>
        <a:xfrm>
          <a:off x="0" y="2136262"/>
          <a:ext cx="4395788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повстання Чернігівського полку</a:t>
          </a:r>
          <a:endParaRPr lang="uk-UA" sz="2500" kern="1200"/>
        </a:p>
      </dsp:txBody>
      <dsp:txXfrm>
        <a:off x="48481" y="2184743"/>
        <a:ext cx="4298826" cy="896166"/>
      </dsp:txXfrm>
    </dsp:sp>
    <dsp:sp modelId="{01DDD433-8B5E-45C0-99A7-02FCD16BDE8D}">
      <dsp:nvSpPr>
        <dsp:cNvPr id="0" name=""/>
        <dsp:cNvSpPr/>
      </dsp:nvSpPr>
      <dsp:spPr>
        <a:xfrm>
          <a:off x="0" y="3201391"/>
          <a:ext cx="4395788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Польське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повстання</a:t>
          </a:r>
          <a:endParaRPr lang="uk-UA" sz="2500" kern="1200" dirty="0"/>
        </a:p>
      </dsp:txBody>
      <dsp:txXfrm>
        <a:off x="48481" y="3249872"/>
        <a:ext cx="4298826" cy="896166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3A0EA-FF46-413F-952A-3A51D2773302}">
      <dsp:nvSpPr>
        <dsp:cNvPr id="0" name=""/>
        <dsp:cNvSpPr/>
      </dsp:nvSpPr>
      <dsp:spPr>
        <a:xfrm>
          <a:off x="0" y="3262"/>
          <a:ext cx="4395788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причини опришківського руху.</a:t>
          </a:r>
          <a:endParaRPr lang="uk-UA" sz="2500" kern="1200"/>
        </a:p>
      </dsp:txBody>
      <dsp:txXfrm>
        <a:off x="48547" y="51809"/>
        <a:ext cx="4298694" cy="897406"/>
      </dsp:txXfrm>
    </dsp:sp>
    <dsp:sp modelId="{58B02786-7076-4E16-A8E2-F5499387EC5B}">
      <dsp:nvSpPr>
        <dsp:cNvPr id="0" name=""/>
        <dsp:cNvSpPr/>
      </dsp:nvSpPr>
      <dsp:spPr>
        <a:xfrm>
          <a:off x="0" y="1069762"/>
          <a:ext cx="4395788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наслідки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дій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загонів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опришків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118309"/>
        <a:ext cx="4298694" cy="897406"/>
      </dsp:txXfrm>
    </dsp:sp>
    <dsp:sp modelId="{3658462D-89F2-4FE7-B99F-4A58C1BE8FE2}">
      <dsp:nvSpPr>
        <dsp:cNvPr id="0" name=""/>
        <dsp:cNvSpPr/>
      </dsp:nvSpPr>
      <dsp:spPr>
        <a:xfrm>
          <a:off x="0" y="2136262"/>
          <a:ext cx="4395788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розмах опришківського руху.</a:t>
          </a:r>
          <a:endParaRPr lang="uk-UA" sz="2500" kern="1200"/>
        </a:p>
      </dsp:txBody>
      <dsp:txXfrm>
        <a:off x="48547" y="2184809"/>
        <a:ext cx="4298694" cy="897406"/>
      </dsp:txXfrm>
    </dsp:sp>
    <dsp:sp modelId="{4A6337A4-ACC1-459D-A067-E6358C9FD1F2}">
      <dsp:nvSpPr>
        <dsp:cNvPr id="0" name=""/>
        <dsp:cNvSpPr/>
      </dsp:nvSpPr>
      <dsp:spPr>
        <a:xfrm>
          <a:off x="0" y="3202762"/>
          <a:ext cx="4395788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мету </a:t>
          </a:r>
          <a:r>
            <a:rPr lang="ru-RU" sz="2500" b="0" i="0" kern="1200" dirty="0" err="1"/>
            <a:t>дій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опришківських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загонів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251309"/>
        <a:ext cx="4298694" cy="897406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8A1AC-A535-45D0-A3E3-2A7393540B99}">
      <dsp:nvSpPr>
        <dsp:cNvPr id="0" name=""/>
        <dsp:cNvSpPr/>
      </dsp:nvSpPr>
      <dsp:spPr>
        <a:xfrm>
          <a:off x="-4743409" y="-727071"/>
          <a:ext cx="5649905" cy="56499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4BD052-D0F2-44F0-8493-957A34F11EB6}">
      <dsp:nvSpPr>
        <dsp:cNvPr id="0" name=""/>
        <dsp:cNvSpPr/>
      </dsp:nvSpPr>
      <dsp:spPr>
        <a:xfrm>
          <a:off x="474755" y="322570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Правобережної України</a:t>
          </a:r>
          <a:endParaRPr lang="uk-UA" sz="2000" kern="1200" dirty="0"/>
        </a:p>
      </dsp:txBody>
      <dsp:txXfrm>
        <a:off x="474755" y="322570"/>
        <a:ext cx="3863764" cy="645476"/>
      </dsp:txXfrm>
    </dsp:sp>
    <dsp:sp modelId="{EB577697-8004-4A3E-8828-F2D216FA230E}">
      <dsp:nvSpPr>
        <dsp:cNvPr id="0" name=""/>
        <dsp:cNvSpPr/>
      </dsp:nvSpPr>
      <dsp:spPr>
        <a:xfrm>
          <a:off x="71332" y="241885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A77DB-F191-42CD-923B-1DB1A0C8D56A}">
      <dsp:nvSpPr>
        <dsp:cNvPr id="0" name=""/>
        <dsp:cNvSpPr/>
      </dsp:nvSpPr>
      <dsp:spPr>
        <a:xfrm>
          <a:off x="844821" y="1290952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Лівобережної України</a:t>
          </a:r>
          <a:endParaRPr lang="uk-UA" sz="2000" kern="1200"/>
        </a:p>
      </dsp:txBody>
      <dsp:txXfrm>
        <a:off x="844821" y="1290952"/>
        <a:ext cx="3493697" cy="645476"/>
      </dsp:txXfrm>
    </dsp:sp>
    <dsp:sp modelId="{6752E56E-E3B4-44C6-AC48-3B214B70BF38}">
      <dsp:nvSpPr>
        <dsp:cNvPr id="0" name=""/>
        <dsp:cNvSpPr/>
      </dsp:nvSpPr>
      <dsp:spPr>
        <a:xfrm>
          <a:off x="441398" y="1210267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6F697-82FD-4838-AA31-9CFC2C91089D}">
      <dsp:nvSpPr>
        <dsp:cNvPr id="0" name=""/>
        <dsp:cNvSpPr/>
      </dsp:nvSpPr>
      <dsp:spPr>
        <a:xfrm>
          <a:off x="844821" y="2259334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Слобідської України</a:t>
          </a:r>
          <a:endParaRPr lang="uk-UA" sz="2000" kern="1200"/>
        </a:p>
      </dsp:txBody>
      <dsp:txXfrm>
        <a:off x="844821" y="2259334"/>
        <a:ext cx="3493697" cy="645476"/>
      </dsp:txXfrm>
    </dsp:sp>
    <dsp:sp modelId="{EFFF2711-A391-4EA6-A759-46B47C51D7F0}">
      <dsp:nvSpPr>
        <dsp:cNvPr id="0" name=""/>
        <dsp:cNvSpPr/>
      </dsp:nvSpPr>
      <dsp:spPr>
        <a:xfrm>
          <a:off x="441398" y="2178649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62F9B-1D1F-42EA-A91E-440F2833E9AD}">
      <dsp:nvSpPr>
        <dsp:cNvPr id="0" name=""/>
        <dsp:cNvSpPr/>
      </dsp:nvSpPr>
      <dsp:spPr>
        <a:xfrm>
          <a:off x="474755" y="3227716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Південної України</a:t>
          </a:r>
          <a:endParaRPr lang="uk-UA" sz="2000" kern="1200" dirty="0"/>
        </a:p>
      </dsp:txBody>
      <dsp:txXfrm>
        <a:off x="474755" y="3227716"/>
        <a:ext cx="3863764" cy="645476"/>
      </dsp:txXfrm>
    </dsp:sp>
    <dsp:sp modelId="{4A4DE931-5AD1-41E0-8FC1-DAB012F19901}">
      <dsp:nvSpPr>
        <dsp:cNvPr id="0" name=""/>
        <dsp:cNvSpPr/>
      </dsp:nvSpPr>
      <dsp:spPr>
        <a:xfrm>
          <a:off x="71332" y="3147032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85E80-DC99-4D2F-B079-7A4ADA5C3C98}">
      <dsp:nvSpPr>
        <dsp:cNvPr id="0" name=""/>
        <dsp:cNvSpPr/>
      </dsp:nvSpPr>
      <dsp:spPr>
        <a:xfrm>
          <a:off x="0" y="3623"/>
          <a:ext cx="4395787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російським дворянством.</a:t>
          </a:r>
          <a:endParaRPr lang="uk-UA" sz="2500" kern="1200"/>
        </a:p>
      </dsp:txBody>
      <dsp:txXfrm>
        <a:off x="48481" y="52104"/>
        <a:ext cx="4298825" cy="896166"/>
      </dsp:txXfrm>
    </dsp:sp>
    <dsp:sp modelId="{D75AEC91-78CC-4EC6-8318-382A4F6FD876}">
      <dsp:nvSpPr>
        <dsp:cNvPr id="0" name=""/>
        <dsp:cNvSpPr/>
      </dsp:nvSpPr>
      <dsp:spPr>
        <a:xfrm>
          <a:off x="0" y="1068752"/>
          <a:ext cx="4395787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кримськотатарськими</a:t>
          </a:r>
          <a:r>
            <a:rPr lang="ru-RU" sz="2500" b="0" i="0" kern="1200" dirty="0"/>
            <a:t> ханами.</a:t>
          </a:r>
          <a:endParaRPr lang="uk-UA" sz="2500" kern="1200" dirty="0"/>
        </a:p>
      </dsp:txBody>
      <dsp:txXfrm>
        <a:off x="48481" y="1117233"/>
        <a:ext cx="4298825" cy="896166"/>
      </dsp:txXfrm>
    </dsp:sp>
    <dsp:sp modelId="{899E8EEA-5233-4C5B-8E1B-BEA85567570B}">
      <dsp:nvSpPr>
        <dsp:cNvPr id="0" name=""/>
        <dsp:cNvSpPr/>
      </dsp:nvSpPr>
      <dsp:spPr>
        <a:xfrm>
          <a:off x="0" y="2133881"/>
          <a:ext cx="4395787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козацькою старшиною.</a:t>
          </a:r>
          <a:endParaRPr lang="uk-UA" sz="2500" kern="1200"/>
        </a:p>
      </dsp:txBody>
      <dsp:txXfrm>
        <a:off x="48481" y="2182362"/>
        <a:ext cx="4298825" cy="896166"/>
      </dsp:txXfrm>
    </dsp:sp>
    <dsp:sp modelId="{398A4228-1D55-45DD-8058-7142C202BE6E}">
      <dsp:nvSpPr>
        <dsp:cNvPr id="0" name=""/>
        <dsp:cNvSpPr/>
      </dsp:nvSpPr>
      <dsp:spPr>
        <a:xfrm>
          <a:off x="0" y="3199010"/>
          <a:ext cx="4395787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польською</a:t>
          </a:r>
          <a:r>
            <a:rPr lang="ru-RU" sz="2500" b="0" i="0" kern="1200" dirty="0"/>
            <a:t> шляхтою.</a:t>
          </a:r>
          <a:endParaRPr lang="uk-UA" sz="2500" kern="1200" dirty="0"/>
        </a:p>
      </dsp:txBody>
      <dsp:txXfrm>
        <a:off x="48481" y="3247491"/>
        <a:ext cx="4298825" cy="896166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3EB54-A955-487C-9122-3F636F5E0F3E}">
      <dsp:nvSpPr>
        <dsp:cNvPr id="0" name=""/>
        <dsp:cNvSpPr/>
      </dsp:nvSpPr>
      <dsp:spPr>
        <a:xfrm>
          <a:off x="0" y="8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кримськотатарських ханів.</a:t>
          </a:r>
          <a:endParaRPr lang="uk-UA" sz="2500" kern="1200"/>
        </a:p>
      </dsp:txBody>
      <dsp:txXfrm>
        <a:off x="48547" y="49428"/>
        <a:ext cx="4298693" cy="897406"/>
      </dsp:txXfrm>
    </dsp:sp>
    <dsp:sp modelId="{FB2082EB-CA33-4C93-AEF7-F31DE3CFDE73}">
      <dsp:nvSpPr>
        <dsp:cNvPr id="0" name=""/>
        <dsp:cNvSpPr/>
      </dsp:nvSpPr>
      <dsp:spPr>
        <a:xfrm>
          <a:off x="0" y="10673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російського</a:t>
          </a:r>
          <a:r>
            <a:rPr lang="ru-RU" sz="2500" b="0" i="0" kern="1200" dirty="0"/>
            <a:t> дворянства.</a:t>
          </a:r>
          <a:endParaRPr lang="uk-UA" sz="2500" kern="1200" dirty="0"/>
        </a:p>
      </dsp:txBody>
      <dsp:txXfrm>
        <a:off x="48547" y="1115928"/>
        <a:ext cx="4298693" cy="897406"/>
      </dsp:txXfrm>
    </dsp:sp>
    <dsp:sp modelId="{E39555A6-3D78-4D68-9D4F-0EE7219C43D3}">
      <dsp:nvSpPr>
        <dsp:cNvPr id="0" name=""/>
        <dsp:cNvSpPr/>
      </dsp:nvSpPr>
      <dsp:spPr>
        <a:xfrm>
          <a:off x="0" y="21338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козацької старшини.</a:t>
          </a:r>
          <a:endParaRPr lang="uk-UA" sz="2500" kern="1200"/>
        </a:p>
      </dsp:txBody>
      <dsp:txXfrm>
        <a:off x="48547" y="2182428"/>
        <a:ext cx="4298693" cy="897406"/>
      </dsp:txXfrm>
    </dsp:sp>
    <dsp:sp modelId="{F92BBC8C-EE46-4FA6-8EDD-63510BBF93E3}">
      <dsp:nvSpPr>
        <dsp:cNvPr id="0" name=""/>
        <dsp:cNvSpPr/>
      </dsp:nvSpPr>
      <dsp:spPr>
        <a:xfrm>
          <a:off x="0" y="32003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польської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шляхти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248928"/>
        <a:ext cx="4298693" cy="897406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1EBF8-3462-4D46-AB56-722084D72423}">
      <dsp:nvSpPr>
        <dsp:cNvPr id="0" name=""/>
        <dsp:cNvSpPr/>
      </dsp:nvSpPr>
      <dsp:spPr>
        <a:xfrm>
          <a:off x="0" y="506542"/>
          <a:ext cx="4395788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опришківського руху на чолі з О. </a:t>
          </a:r>
          <a:r>
            <a:rPr lang="uk-UA" sz="1900" b="0" i="0" kern="1200" dirty="0" err="1"/>
            <a:t>Довбушем</a:t>
          </a:r>
          <a:r>
            <a:rPr lang="uk-UA" sz="1900" b="0" i="0" kern="1200" dirty="0"/>
            <a:t> (1738 — 1745 рр.).</a:t>
          </a:r>
          <a:endParaRPr lang="uk-UA" sz="1900" kern="1200" dirty="0"/>
        </a:p>
      </dsp:txBody>
      <dsp:txXfrm>
        <a:off x="36896" y="543438"/>
        <a:ext cx="4321996" cy="682028"/>
      </dsp:txXfrm>
    </dsp:sp>
    <dsp:sp modelId="{097BB90A-1D63-4469-B970-14EB42E9C85F}">
      <dsp:nvSpPr>
        <dsp:cNvPr id="0" name=""/>
        <dsp:cNvSpPr/>
      </dsp:nvSpPr>
      <dsp:spPr>
        <a:xfrm>
          <a:off x="0" y="1317082"/>
          <a:ext cx="4395788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гайдамацького руху «Коліївщина» (1768 р.).</a:t>
          </a:r>
          <a:endParaRPr lang="uk-UA" sz="1900" kern="1200"/>
        </a:p>
      </dsp:txBody>
      <dsp:txXfrm>
        <a:off x="36896" y="1353978"/>
        <a:ext cx="4321996" cy="682028"/>
      </dsp:txXfrm>
    </dsp:sp>
    <dsp:sp modelId="{CBEA77F1-B61C-4197-B01B-17064110F5E5}">
      <dsp:nvSpPr>
        <dsp:cNvPr id="0" name=""/>
        <dsp:cNvSpPr/>
      </dsp:nvSpPr>
      <dsp:spPr>
        <a:xfrm>
          <a:off x="0" y="2127622"/>
          <a:ext cx="4395788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дій прихильників Барської конфедерації (1768 — 1769 р.).</a:t>
          </a:r>
          <a:endParaRPr lang="uk-UA" sz="1900" kern="1200"/>
        </a:p>
      </dsp:txBody>
      <dsp:txXfrm>
        <a:off x="36896" y="2164518"/>
        <a:ext cx="4321996" cy="682028"/>
      </dsp:txXfrm>
    </dsp:sp>
    <dsp:sp modelId="{EE92471B-EF0C-4BAA-8C6E-88EA0C47375D}">
      <dsp:nvSpPr>
        <dsp:cNvPr id="0" name=""/>
        <dsp:cNvSpPr/>
      </dsp:nvSpPr>
      <dsp:spPr>
        <a:xfrm>
          <a:off x="0" y="2938162"/>
          <a:ext cx="4395788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повстанського руху під проводом У. Кармелюка (1813 — 1835 рр.).</a:t>
          </a:r>
          <a:endParaRPr lang="uk-UA" sz="1900" kern="1200" dirty="0"/>
        </a:p>
      </dsp:txBody>
      <dsp:txXfrm>
        <a:off x="36896" y="2975058"/>
        <a:ext cx="4321996" cy="68202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659F7-5CF9-4448-A217-3E088EF7BE39}">
      <dsp:nvSpPr>
        <dsp:cNvPr id="0" name=""/>
        <dsp:cNvSpPr/>
      </dsp:nvSpPr>
      <dsp:spPr>
        <a:xfrm rot="10800000">
          <a:off x="950567" y="2303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Коліївщина</a:t>
          </a:r>
          <a:endParaRPr lang="uk-UA" sz="2400" kern="1200"/>
        </a:p>
      </dsp:txBody>
      <dsp:txXfrm rot="10800000">
        <a:off x="1164840" y="2303"/>
        <a:ext cx="2708926" cy="857092"/>
      </dsp:txXfrm>
    </dsp:sp>
    <dsp:sp modelId="{CF217623-9182-4D2E-A49A-74AF235B4483}">
      <dsp:nvSpPr>
        <dsp:cNvPr id="0" name=""/>
        <dsp:cNvSpPr/>
      </dsp:nvSpPr>
      <dsp:spPr>
        <a:xfrm>
          <a:off x="522021" y="2303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CC6ED-4F44-4615-B0F1-3D95645BD74A}">
      <dsp:nvSpPr>
        <dsp:cNvPr id="0" name=""/>
        <dsp:cNvSpPr/>
      </dsp:nvSpPr>
      <dsp:spPr>
        <a:xfrm rot="10800000">
          <a:off x="950567" y="1115245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Рух </a:t>
          </a:r>
          <a:r>
            <a:rPr lang="ru-RU" sz="2400" b="0" i="0" kern="1200" dirty="0" err="1"/>
            <a:t>опришків</a:t>
          </a:r>
          <a:endParaRPr lang="uk-UA" sz="2400" kern="1200" dirty="0"/>
        </a:p>
      </dsp:txBody>
      <dsp:txXfrm rot="10800000">
        <a:off x="1164840" y="1115245"/>
        <a:ext cx="2708926" cy="857092"/>
      </dsp:txXfrm>
    </dsp:sp>
    <dsp:sp modelId="{8D6578A6-8992-4B7B-9FF5-44006179AF62}">
      <dsp:nvSpPr>
        <dsp:cNvPr id="0" name=""/>
        <dsp:cNvSpPr/>
      </dsp:nvSpPr>
      <dsp:spPr>
        <a:xfrm>
          <a:off x="522021" y="1115245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5E3E8-5B9B-4ADC-BB98-25C93150C972}">
      <dsp:nvSpPr>
        <dsp:cNvPr id="0" name=""/>
        <dsp:cNvSpPr/>
      </dsp:nvSpPr>
      <dsp:spPr>
        <a:xfrm rot="10800000">
          <a:off x="950567" y="2228186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«Холерні бунти»</a:t>
          </a:r>
          <a:endParaRPr lang="uk-UA" sz="2400" kern="1200"/>
        </a:p>
      </dsp:txBody>
      <dsp:txXfrm rot="10800000">
        <a:off x="1164840" y="2228186"/>
        <a:ext cx="2708926" cy="857092"/>
      </dsp:txXfrm>
    </dsp:sp>
    <dsp:sp modelId="{DC963932-B67D-4777-9F55-12EEAC4BAF67}">
      <dsp:nvSpPr>
        <dsp:cNvPr id="0" name=""/>
        <dsp:cNvSpPr/>
      </dsp:nvSpPr>
      <dsp:spPr>
        <a:xfrm>
          <a:off x="522021" y="2228186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44288F-47D4-47C2-917C-C561D735C0F3}">
      <dsp:nvSpPr>
        <dsp:cNvPr id="0" name=""/>
        <dsp:cNvSpPr/>
      </dsp:nvSpPr>
      <dsp:spPr>
        <a:xfrm rot="10800000">
          <a:off x="950567" y="3341128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«</a:t>
          </a:r>
          <a:r>
            <a:rPr lang="ru-RU" sz="2400" b="0" i="0" kern="1200" dirty="0" err="1"/>
            <a:t>Ходіння</a:t>
          </a:r>
          <a:r>
            <a:rPr lang="ru-RU" sz="2400" b="0" i="0" kern="1200" dirty="0"/>
            <a:t> в народ»</a:t>
          </a:r>
          <a:endParaRPr lang="uk-UA" sz="2400" kern="1200" dirty="0"/>
        </a:p>
      </dsp:txBody>
      <dsp:txXfrm rot="10800000">
        <a:off x="1164840" y="3341128"/>
        <a:ext cx="2708926" cy="857092"/>
      </dsp:txXfrm>
    </dsp:sp>
    <dsp:sp modelId="{446E62FA-1B33-41AD-9BC9-0DB426AD513C}">
      <dsp:nvSpPr>
        <dsp:cNvPr id="0" name=""/>
        <dsp:cNvSpPr/>
      </dsp:nvSpPr>
      <dsp:spPr>
        <a:xfrm>
          <a:off x="522021" y="3341128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41635-549B-490F-A32F-2A98D0E49888}">
      <dsp:nvSpPr>
        <dsp:cNvPr id="0" name=""/>
        <dsp:cNvSpPr/>
      </dsp:nvSpPr>
      <dsp:spPr>
        <a:xfrm>
          <a:off x="0" y="793012"/>
          <a:ext cx="43957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«ходіння в народ»</a:t>
          </a:r>
          <a:endParaRPr lang="uk-UA" sz="2500" kern="1200"/>
        </a:p>
      </dsp:txBody>
      <dsp:txXfrm>
        <a:off x="29271" y="822283"/>
        <a:ext cx="4337246" cy="541083"/>
      </dsp:txXfrm>
    </dsp:sp>
    <dsp:sp modelId="{AB23E9AF-1B94-4BDF-AE30-62C5D8E5AAC9}">
      <dsp:nvSpPr>
        <dsp:cNvPr id="0" name=""/>
        <dsp:cNvSpPr/>
      </dsp:nvSpPr>
      <dsp:spPr>
        <a:xfrm>
          <a:off x="0" y="1464637"/>
          <a:ext cx="43957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«рух опришків»</a:t>
          </a:r>
          <a:endParaRPr lang="uk-UA" sz="2500" kern="1200"/>
        </a:p>
      </dsp:txBody>
      <dsp:txXfrm>
        <a:off x="29271" y="1493908"/>
        <a:ext cx="4337246" cy="541083"/>
      </dsp:txXfrm>
    </dsp:sp>
    <dsp:sp modelId="{B0A27034-322A-475E-997B-BF5AB5594412}">
      <dsp:nvSpPr>
        <dsp:cNvPr id="0" name=""/>
        <dsp:cNvSpPr/>
      </dsp:nvSpPr>
      <dsp:spPr>
        <a:xfrm>
          <a:off x="0" y="2136262"/>
          <a:ext cx="43957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«холерні бунти»</a:t>
          </a:r>
          <a:endParaRPr lang="uk-UA" sz="2500" kern="1200"/>
        </a:p>
      </dsp:txBody>
      <dsp:txXfrm>
        <a:off x="29271" y="2165533"/>
        <a:ext cx="4337246" cy="541083"/>
      </dsp:txXfrm>
    </dsp:sp>
    <dsp:sp modelId="{96B3B577-1C57-486B-9252-A5B3BCEA50E8}">
      <dsp:nvSpPr>
        <dsp:cNvPr id="0" name=""/>
        <dsp:cNvSpPr/>
      </dsp:nvSpPr>
      <dsp:spPr>
        <a:xfrm>
          <a:off x="0" y="2807887"/>
          <a:ext cx="439578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«</a:t>
          </a:r>
          <a:r>
            <a:rPr lang="ru-RU" sz="2500" b="0" i="0" kern="1200" dirty="0" err="1"/>
            <a:t>похід</a:t>
          </a:r>
          <a:r>
            <a:rPr lang="ru-RU" sz="2500" b="0" i="0" kern="1200" dirty="0"/>
            <a:t> у </a:t>
          </a:r>
          <a:r>
            <a:rPr lang="ru-RU" sz="2500" b="0" i="0" kern="1200" dirty="0" err="1"/>
            <a:t>Таврію</a:t>
          </a:r>
          <a:r>
            <a:rPr lang="ru-RU" sz="2500" b="0" i="0" kern="1200" dirty="0"/>
            <a:t> за волею»</a:t>
          </a:r>
          <a:endParaRPr lang="uk-UA" sz="2500" kern="1200" dirty="0"/>
        </a:p>
      </dsp:txBody>
      <dsp:txXfrm>
        <a:off x="29271" y="2837158"/>
        <a:ext cx="4337246" cy="541083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B6B00-BE78-42C1-851B-A96CE2561B2A}">
      <dsp:nvSpPr>
        <dsp:cNvPr id="0" name=""/>
        <dsp:cNvSpPr/>
      </dsp:nvSpPr>
      <dsp:spPr>
        <a:xfrm rot="10800000">
          <a:off x="950567" y="2303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«Руїни».</a:t>
          </a:r>
          <a:endParaRPr lang="uk-UA" sz="1700" kern="1200"/>
        </a:p>
      </dsp:txBody>
      <dsp:txXfrm rot="10800000">
        <a:off x="1164840" y="2303"/>
        <a:ext cx="2708926" cy="857092"/>
      </dsp:txXfrm>
    </dsp:sp>
    <dsp:sp modelId="{654D9AA9-3E9D-4B13-9B8A-976CEC4A6FB7}">
      <dsp:nvSpPr>
        <dsp:cNvPr id="0" name=""/>
        <dsp:cNvSpPr/>
      </dsp:nvSpPr>
      <dsp:spPr>
        <a:xfrm>
          <a:off x="522021" y="2303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E69B2-19AA-432A-9EBA-BE31D01123C6}">
      <dsp:nvSpPr>
        <dsp:cNvPr id="0" name=""/>
        <dsp:cNvSpPr/>
      </dsp:nvSpPr>
      <dsp:spPr>
        <a:xfrm rot="10800000">
          <a:off x="950567" y="1115245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«</a:t>
          </a:r>
          <a:r>
            <a:rPr lang="ru-RU" sz="1700" b="0" i="0" kern="1200" dirty="0" err="1"/>
            <a:t>Паліївщини</a:t>
          </a:r>
          <a:r>
            <a:rPr lang="ru-RU" sz="1700" b="0" i="0" kern="1200" dirty="0"/>
            <a:t>».</a:t>
          </a:r>
          <a:endParaRPr lang="uk-UA" sz="1700" kern="1200" dirty="0"/>
        </a:p>
      </dsp:txBody>
      <dsp:txXfrm rot="10800000">
        <a:off x="1164840" y="1115245"/>
        <a:ext cx="2708926" cy="857092"/>
      </dsp:txXfrm>
    </dsp:sp>
    <dsp:sp modelId="{CCD48A43-23FD-42EE-8D61-77BD380D1595}">
      <dsp:nvSpPr>
        <dsp:cNvPr id="0" name=""/>
        <dsp:cNvSpPr/>
      </dsp:nvSpPr>
      <dsp:spPr>
        <a:xfrm>
          <a:off x="522021" y="1115245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5296F-6C2F-475D-8C3A-EAF11D0E4151}">
      <dsp:nvSpPr>
        <dsp:cNvPr id="0" name=""/>
        <dsp:cNvSpPr/>
      </dsp:nvSpPr>
      <dsp:spPr>
        <a:xfrm rot="10800000">
          <a:off x="950567" y="2228186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«</a:t>
          </a:r>
          <a:r>
            <a:rPr lang="ru-RU" sz="1700" b="0" i="0" kern="1200" dirty="0" err="1"/>
            <a:t>Коліївщини</a:t>
          </a:r>
          <a:r>
            <a:rPr lang="ru-RU" sz="1700" b="0" i="0" kern="1200" dirty="0"/>
            <a:t>».</a:t>
          </a:r>
          <a:endParaRPr lang="uk-UA" sz="1700" kern="1200" dirty="0"/>
        </a:p>
      </dsp:txBody>
      <dsp:txXfrm rot="10800000">
        <a:off x="1164840" y="2228186"/>
        <a:ext cx="2708926" cy="857092"/>
      </dsp:txXfrm>
    </dsp:sp>
    <dsp:sp modelId="{9403495C-7EB3-4C61-984A-7D25BA88B17F}">
      <dsp:nvSpPr>
        <dsp:cNvPr id="0" name=""/>
        <dsp:cNvSpPr/>
      </dsp:nvSpPr>
      <dsp:spPr>
        <a:xfrm>
          <a:off x="522021" y="2228186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B1D09-0089-4B7A-ACCC-D78D9165B361}">
      <dsp:nvSpPr>
        <dsp:cNvPr id="0" name=""/>
        <dsp:cNvSpPr/>
      </dsp:nvSpPr>
      <dsp:spPr>
        <a:xfrm rot="10800000">
          <a:off x="950567" y="3341128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«</a:t>
          </a:r>
          <a:r>
            <a:rPr lang="ru-RU" sz="1700" b="0" i="0" kern="1200" dirty="0" err="1"/>
            <a:t>Хмельниччини</a:t>
          </a:r>
          <a:r>
            <a:rPr lang="ru-RU" sz="1700" b="0" i="0" kern="1200" dirty="0"/>
            <a:t>»</a:t>
          </a:r>
          <a:endParaRPr lang="uk-UA" sz="1700" kern="1200" dirty="0"/>
        </a:p>
      </dsp:txBody>
      <dsp:txXfrm rot="10800000">
        <a:off x="1164840" y="3341128"/>
        <a:ext cx="2708926" cy="857092"/>
      </dsp:txXfrm>
    </dsp:sp>
    <dsp:sp modelId="{05CC31A8-C822-4F57-AB53-CFA4BA533A87}">
      <dsp:nvSpPr>
        <dsp:cNvPr id="0" name=""/>
        <dsp:cNvSpPr/>
      </dsp:nvSpPr>
      <dsp:spPr>
        <a:xfrm>
          <a:off x="522021" y="3341128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7BDE1-68A4-4058-A3BD-4585E997805A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Лівобережної України.</a:t>
          </a:r>
          <a:endParaRPr lang="uk-UA" sz="1700" kern="1200" dirty="0"/>
        </a:p>
      </dsp:txBody>
      <dsp:txXfrm rot="10800000">
        <a:off x="1164120" y="3443"/>
        <a:ext cx="2709285" cy="855654"/>
      </dsp:txXfrm>
    </dsp:sp>
    <dsp:sp modelId="{C9BBAEDD-7356-42D0-9C95-473AFF2E98FF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DE164-C422-453C-9F52-488425360990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Правобережної України.</a:t>
          </a:r>
          <a:endParaRPr lang="uk-UA" sz="1700" kern="1200" dirty="0"/>
        </a:p>
      </dsp:txBody>
      <dsp:txXfrm rot="10800000">
        <a:off x="1164120" y="1114517"/>
        <a:ext cx="2709285" cy="855654"/>
      </dsp:txXfrm>
    </dsp:sp>
    <dsp:sp modelId="{0F7F28BA-D094-4B7E-9A08-50FAFB2905C6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4467B-B76D-4F65-833E-B30A770BD5DC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Слобідської України.</a:t>
          </a:r>
          <a:endParaRPr lang="uk-UA" sz="1700" kern="1200"/>
        </a:p>
      </dsp:txBody>
      <dsp:txXfrm rot="10800000">
        <a:off x="1164120" y="2225591"/>
        <a:ext cx="2709285" cy="855654"/>
      </dsp:txXfrm>
    </dsp:sp>
    <dsp:sp modelId="{A1FB71D2-598C-4DB2-8008-92555471D3C9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7FA39-090F-4D95-8296-250D9A9AAAF1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Південної України.</a:t>
          </a:r>
          <a:endParaRPr lang="uk-UA" sz="1700" kern="1200" dirty="0"/>
        </a:p>
      </dsp:txBody>
      <dsp:txXfrm rot="10800000">
        <a:off x="1164120" y="3336664"/>
        <a:ext cx="2709285" cy="855654"/>
      </dsp:txXfrm>
    </dsp:sp>
    <dsp:sp modelId="{4A992A6E-E9A7-4D54-ADD3-4FFE1CFA28BA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0BBCD-7BF2-44B6-8103-96904DDC2911}">
      <dsp:nvSpPr>
        <dsp:cNvPr id="0" name=""/>
        <dsp:cNvSpPr/>
      </dsp:nvSpPr>
      <dsp:spPr>
        <a:xfrm>
          <a:off x="0" y="633761"/>
          <a:ext cx="439578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Іван Мазепа</a:t>
          </a:r>
          <a:endParaRPr lang="uk-UA" sz="2800" kern="1200"/>
        </a:p>
      </dsp:txBody>
      <dsp:txXfrm>
        <a:off x="32784" y="666545"/>
        <a:ext cx="4330219" cy="606012"/>
      </dsp:txXfrm>
    </dsp:sp>
    <dsp:sp modelId="{9965CBCB-FBE2-4BD8-B5C6-D47D2F7CE954}">
      <dsp:nvSpPr>
        <dsp:cNvPr id="0" name=""/>
        <dsp:cNvSpPr/>
      </dsp:nvSpPr>
      <dsp:spPr>
        <a:xfrm>
          <a:off x="0" y="1385981"/>
          <a:ext cx="439578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Кирило</a:t>
          </a:r>
          <a:r>
            <a:rPr lang="ru-RU" sz="2800" b="0" i="0" kern="1200" dirty="0"/>
            <a:t> </a:t>
          </a:r>
          <a:r>
            <a:rPr lang="ru-RU" sz="2800" b="0" i="0" kern="1200" dirty="0" err="1"/>
            <a:t>Розумовський</a:t>
          </a:r>
          <a:endParaRPr lang="uk-UA" sz="2800" kern="1200" dirty="0"/>
        </a:p>
      </dsp:txBody>
      <dsp:txXfrm>
        <a:off x="32784" y="1418765"/>
        <a:ext cx="4330219" cy="606012"/>
      </dsp:txXfrm>
    </dsp:sp>
    <dsp:sp modelId="{83D0DDAF-16D7-4B90-9578-0B8247657F58}">
      <dsp:nvSpPr>
        <dsp:cNvPr id="0" name=""/>
        <dsp:cNvSpPr/>
      </dsp:nvSpPr>
      <dsp:spPr>
        <a:xfrm>
          <a:off x="0" y="2138201"/>
          <a:ext cx="439578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Данило Апостол</a:t>
          </a:r>
          <a:endParaRPr lang="uk-UA" sz="2800" kern="1200" dirty="0"/>
        </a:p>
      </dsp:txBody>
      <dsp:txXfrm>
        <a:off x="32784" y="2170985"/>
        <a:ext cx="4330219" cy="606012"/>
      </dsp:txXfrm>
    </dsp:sp>
    <dsp:sp modelId="{BA14886A-D1BF-45B0-A151-20548789F9BF}">
      <dsp:nvSpPr>
        <dsp:cNvPr id="0" name=""/>
        <dsp:cNvSpPr/>
      </dsp:nvSpPr>
      <dsp:spPr>
        <a:xfrm>
          <a:off x="0" y="2890421"/>
          <a:ext cx="439578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Дем’ян</a:t>
          </a:r>
          <a:r>
            <a:rPr lang="ru-RU" sz="2800" b="0" i="0" kern="1200" dirty="0"/>
            <a:t> </a:t>
          </a:r>
          <a:r>
            <a:rPr lang="ru-RU" sz="2800" b="0" i="0" kern="1200" dirty="0" err="1"/>
            <a:t>Многогрішний</a:t>
          </a:r>
          <a:endParaRPr lang="uk-UA" sz="2800" kern="1200" dirty="0"/>
        </a:p>
      </dsp:txBody>
      <dsp:txXfrm>
        <a:off x="32784" y="2923205"/>
        <a:ext cx="4330219" cy="606012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669B0-0FD3-434F-9BEB-8F5F16E4C7BD}">
      <dsp:nvSpPr>
        <dsp:cNvPr id="0" name=""/>
        <dsp:cNvSpPr/>
      </dsp:nvSpPr>
      <dsp:spPr>
        <a:xfrm>
          <a:off x="0" y="189611"/>
          <a:ext cx="4395787" cy="1870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утворення коронного краю Королівства Галіції та Лодомерії</a:t>
          </a:r>
          <a:endParaRPr lang="uk-UA" sz="2600" kern="1200" dirty="0"/>
        </a:p>
      </dsp:txBody>
      <dsp:txXfrm>
        <a:off x="91326" y="280937"/>
        <a:ext cx="4213135" cy="1688178"/>
      </dsp:txXfrm>
    </dsp:sp>
    <dsp:sp modelId="{C38365BA-6FA9-4619-96BD-4EFC4F37B93F}">
      <dsp:nvSpPr>
        <dsp:cNvPr id="0" name=""/>
        <dsp:cNvSpPr/>
      </dsp:nvSpPr>
      <dsp:spPr>
        <a:xfrm>
          <a:off x="0" y="2135321"/>
          <a:ext cx="4395787" cy="1870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розгортання гайдамацького повстанського руху на Правобережній Україні</a:t>
          </a:r>
          <a:endParaRPr lang="uk-UA" sz="2600" kern="1200" dirty="0"/>
        </a:p>
      </dsp:txBody>
      <dsp:txXfrm>
        <a:off x="91326" y="2226647"/>
        <a:ext cx="4213135" cy="1688178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5C4A2-9A0F-4AE9-823B-40EE9BC02518}">
      <dsp:nvSpPr>
        <dsp:cNvPr id="0" name=""/>
        <dsp:cNvSpPr/>
      </dsp:nvSpPr>
      <dsp:spPr>
        <a:xfrm>
          <a:off x="0" y="61582"/>
          <a:ext cx="4395788" cy="1998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kern="1200" dirty="0" err="1"/>
            <a:t>уключення</a:t>
          </a:r>
          <a:r>
            <a:rPr lang="uk-UA" sz="2800" kern="1200" dirty="0"/>
            <a:t> Київщини, Східної Волині, Поділля до складу Російської імперії</a:t>
          </a:r>
        </a:p>
      </dsp:txBody>
      <dsp:txXfrm>
        <a:off x="97552" y="159134"/>
        <a:ext cx="4200684" cy="1803256"/>
      </dsp:txXfrm>
    </dsp:sp>
    <dsp:sp modelId="{491196A5-2825-4FD7-80E1-2AE2142AFC67}">
      <dsp:nvSpPr>
        <dsp:cNvPr id="0" name=""/>
        <dsp:cNvSpPr/>
      </dsp:nvSpPr>
      <dsp:spPr>
        <a:xfrm>
          <a:off x="0" y="2140582"/>
          <a:ext cx="4395788" cy="1998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kern="1200" dirty="0"/>
            <a:t>придушення опришківського руху в Галичині, на Буковині та Закарпатті</a:t>
          </a:r>
        </a:p>
      </dsp:txBody>
      <dsp:txXfrm>
        <a:off x="97552" y="2238134"/>
        <a:ext cx="4200684" cy="1803256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D91BD1-5AF6-4F62-B929-239A8AE6F4A5}">
      <dsp:nvSpPr>
        <dsp:cNvPr id="0" name=""/>
        <dsp:cNvSpPr/>
      </dsp:nvSpPr>
      <dsp:spPr>
        <a:xfrm>
          <a:off x="0" y="6258"/>
          <a:ext cx="4395787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ліквідація общинного землеволодіння</a:t>
          </a:r>
          <a:endParaRPr lang="uk-UA" sz="1800" kern="1200"/>
        </a:p>
      </dsp:txBody>
      <dsp:txXfrm>
        <a:off x="49154" y="55412"/>
        <a:ext cx="4297479" cy="908623"/>
      </dsp:txXfrm>
    </dsp:sp>
    <dsp:sp modelId="{4F11B26C-A135-424B-9F61-9C56B03548BA}">
      <dsp:nvSpPr>
        <dsp:cNvPr id="0" name=""/>
        <dsp:cNvSpPr/>
      </dsp:nvSpPr>
      <dsp:spPr>
        <a:xfrm>
          <a:off x="0" y="1065030"/>
          <a:ext cx="4395787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запровадження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кріпацтва</a:t>
          </a:r>
          <a:endParaRPr lang="uk-UA" sz="1800" kern="1200" dirty="0"/>
        </a:p>
      </dsp:txBody>
      <dsp:txXfrm>
        <a:off x="49154" y="1114184"/>
        <a:ext cx="4297479" cy="908623"/>
      </dsp:txXfrm>
    </dsp:sp>
    <dsp:sp modelId="{1ADD5F9F-FAE9-490D-B2DA-B0B5D642DA82}">
      <dsp:nvSpPr>
        <dsp:cNvPr id="0" name=""/>
        <dsp:cNvSpPr/>
      </dsp:nvSpPr>
      <dsp:spPr>
        <a:xfrm>
          <a:off x="0" y="2123801"/>
          <a:ext cx="4395787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початок промислового перевороту</a:t>
          </a:r>
          <a:endParaRPr lang="uk-UA" sz="1800" kern="1200"/>
        </a:p>
      </dsp:txBody>
      <dsp:txXfrm>
        <a:off x="49154" y="2172955"/>
        <a:ext cx="4297479" cy="908623"/>
      </dsp:txXfrm>
    </dsp:sp>
    <dsp:sp modelId="{1B244851-3EF6-4DC8-A421-7667AFD71FA4}">
      <dsp:nvSpPr>
        <dsp:cNvPr id="0" name=""/>
        <dsp:cNvSpPr/>
      </dsp:nvSpPr>
      <dsp:spPr>
        <a:xfrm>
          <a:off x="0" y="3182572"/>
          <a:ext cx="4395787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роздавання</a:t>
          </a:r>
          <a:r>
            <a:rPr lang="ru-RU" sz="1800" b="0" i="0" kern="1200" dirty="0"/>
            <a:t> </a:t>
          </a:r>
          <a:r>
            <a:rPr lang="ru-RU" sz="1800" b="0" i="0" kern="1200" dirty="0" err="1"/>
            <a:t>російському</a:t>
          </a:r>
          <a:r>
            <a:rPr lang="ru-RU" sz="1800" b="0" i="0" kern="1200" dirty="0"/>
            <a:t> дворянству земель </a:t>
          </a:r>
          <a:r>
            <a:rPr lang="ru-RU" sz="1800" b="0" i="0" kern="1200" dirty="0" err="1"/>
            <a:t>Війська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Запорозьког</a:t>
          </a:r>
          <a:endParaRPr lang="uk-UA" sz="1800" kern="1200" dirty="0"/>
        </a:p>
      </dsp:txBody>
      <dsp:txXfrm>
        <a:off x="49154" y="3231726"/>
        <a:ext cx="4297479" cy="908623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583E3-D803-4C37-B690-C4BE77D4A8A3}">
      <dsp:nvSpPr>
        <dsp:cNvPr id="0" name=""/>
        <dsp:cNvSpPr/>
      </dsp:nvSpPr>
      <dsp:spPr>
        <a:xfrm>
          <a:off x="0" y="17280"/>
          <a:ext cx="4395788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створення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військових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поселень</a:t>
          </a:r>
          <a:endParaRPr lang="uk-UA" sz="2400" kern="1200" dirty="0"/>
        </a:p>
      </dsp:txBody>
      <dsp:txXfrm>
        <a:off x="65539" y="82819"/>
        <a:ext cx="4264710" cy="1211496"/>
      </dsp:txXfrm>
    </dsp:sp>
    <dsp:sp modelId="{EC1B09A7-E529-4FD0-A254-720D45375964}">
      <dsp:nvSpPr>
        <dsp:cNvPr id="0" name=""/>
        <dsp:cNvSpPr/>
      </dsp:nvSpPr>
      <dsp:spPr>
        <a:xfrm>
          <a:off x="0" y="1428975"/>
          <a:ext cx="4395788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ліквідація</a:t>
          </a:r>
          <a:r>
            <a:rPr lang="ru-RU" sz="2400" b="0" i="0" kern="1200" dirty="0"/>
            <a:t> </a:t>
          </a:r>
          <a:r>
            <a:rPr lang="ru-RU" sz="2400" b="0" i="0" kern="1200" dirty="0" err="1"/>
            <a:t>чумацьких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промислів</a:t>
          </a:r>
          <a:endParaRPr lang="uk-UA" sz="2400" kern="1200" dirty="0"/>
        </a:p>
      </dsp:txBody>
      <dsp:txXfrm>
        <a:off x="65539" y="1494514"/>
        <a:ext cx="4264710" cy="1211496"/>
      </dsp:txXfrm>
    </dsp:sp>
    <dsp:sp modelId="{5350B16C-6E49-4D67-86C1-794E31B85C98}">
      <dsp:nvSpPr>
        <dsp:cNvPr id="0" name=""/>
        <dsp:cNvSpPr/>
      </dsp:nvSpPr>
      <dsp:spPr>
        <a:xfrm>
          <a:off x="0" y="2840670"/>
          <a:ext cx="4395788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зрівняння</a:t>
          </a:r>
          <a:r>
            <a:rPr lang="ru-RU" sz="2400" b="0" i="0" kern="1200" dirty="0"/>
            <a:t> в правах </a:t>
          </a:r>
          <a:r>
            <a:rPr lang="ru-RU" sz="2400" b="0" i="0" kern="1200" dirty="0" err="1"/>
            <a:t>козацької</a:t>
          </a:r>
          <a:r>
            <a:rPr lang="ru-RU" sz="2400" b="0" i="0" kern="1200" dirty="0"/>
            <a:t> </a:t>
          </a:r>
          <a:r>
            <a:rPr lang="ru-RU" sz="2400" b="0" i="0" kern="1200" dirty="0" err="1"/>
            <a:t>старшини</a:t>
          </a:r>
          <a:r>
            <a:rPr lang="ru-RU" sz="2400" b="0" i="0" kern="1200" dirty="0"/>
            <a:t> з </a:t>
          </a:r>
          <a:r>
            <a:rPr lang="ru-RU" sz="2400" b="0" i="0" kern="1200" dirty="0" err="1"/>
            <a:t>російським</a:t>
          </a:r>
          <a:r>
            <a:rPr lang="ru-RU" sz="2400" b="0" i="0" kern="1200" dirty="0"/>
            <a:t> дворянством</a:t>
          </a:r>
          <a:endParaRPr lang="uk-UA" sz="2400" kern="1200" dirty="0"/>
        </a:p>
      </dsp:txBody>
      <dsp:txXfrm>
        <a:off x="65539" y="2906209"/>
        <a:ext cx="4264710" cy="1211496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D6B7E0-2450-4392-8137-27307D7B15A0}">
      <dsp:nvSpPr>
        <dsp:cNvPr id="0" name=""/>
        <dsp:cNvSpPr/>
      </dsp:nvSpPr>
      <dsp:spPr>
        <a:xfrm>
          <a:off x="0" y="62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Лівобережжя</a:t>
          </a:r>
          <a:endParaRPr lang="uk-UA" sz="4000" kern="1200"/>
        </a:p>
      </dsp:txBody>
      <dsp:txXfrm>
        <a:off x="46834" y="53115"/>
        <a:ext cx="4302119" cy="865732"/>
      </dsp:txXfrm>
    </dsp:sp>
    <dsp:sp modelId="{96DD9A42-2690-4272-97A1-F4506B06B12C}">
      <dsp:nvSpPr>
        <dsp:cNvPr id="0" name=""/>
        <dsp:cNvSpPr/>
      </dsp:nvSpPr>
      <dsp:spPr>
        <a:xfrm>
          <a:off x="0" y="10808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Галичину</a:t>
          </a:r>
          <a:endParaRPr lang="uk-UA" sz="4000" kern="1200"/>
        </a:p>
      </dsp:txBody>
      <dsp:txXfrm>
        <a:off x="46834" y="1127715"/>
        <a:ext cx="4302119" cy="865732"/>
      </dsp:txXfrm>
    </dsp:sp>
    <dsp:sp modelId="{34681F80-DCDF-4DF4-90D3-ABDDCE51F35E}">
      <dsp:nvSpPr>
        <dsp:cNvPr id="0" name=""/>
        <dsp:cNvSpPr/>
      </dsp:nvSpPr>
      <dsp:spPr>
        <a:xfrm>
          <a:off x="0" y="21554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Поділля</a:t>
          </a:r>
          <a:endParaRPr lang="uk-UA" sz="4000" kern="1200" dirty="0"/>
        </a:p>
      </dsp:txBody>
      <dsp:txXfrm>
        <a:off x="46834" y="2202315"/>
        <a:ext cx="4302119" cy="865732"/>
      </dsp:txXfrm>
    </dsp:sp>
    <dsp:sp modelId="{6F8056B8-211B-4DC3-8BA7-0417CC2C7E6E}">
      <dsp:nvSpPr>
        <dsp:cNvPr id="0" name=""/>
        <dsp:cNvSpPr/>
      </dsp:nvSpPr>
      <dsp:spPr>
        <a:xfrm>
          <a:off x="0" y="32300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Волинь</a:t>
          </a:r>
          <a:endParaRPr lang="uk-UA" sz="4000" kern="1200" dirty="0"/>
        </a:p>
      </dsp:txBody>
      <dsp:txXfrm>
        <a:off x="46834" y="3276915"/>
        <a:ext cx="4302119" cy="865732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0EBD2-867A-4DCF-AB77-BCC1DE6F212D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І. Сірко</a:t>
          </a:r>
        </a:p>
      </dsp:txBody>
      <dsp:txXfrm rot="10800000">
        <a:off x="1164120" y="3443"/>
        <a:ext cx="2709285" cy="855654"/>
      </dsp:txXfrm>
    </dsp:sp>
    <dsp:sp modelId="{4377DAB5-75BB-4C59-A905-796EB5F77955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CA467-52CF-4675-9F1B-D15877911E96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Д. Вишневецький</a:t>
          </a:r>
        </a:p>
      </dsp:txBody>
      <dsp:txXfrm rot="10800000">
        <a:off x="1164120" y="1114517"/>
        <a:ext cx="2709285" cy="855654"/>
      </dsp:txXfrm>
    </dsp:sp>
    <dsp:sp modelId="{D2B16C04-7AD5-4930-8EDD-92902196FCBC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F3D35-EB27-414F-A620-A91760D52017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П. Калнишевський</a:t>
          </a:r>
        </a:p>
      </dsp:txBody>
      <dsp:txXfrm rot="10800000">
        <a:off x="1164120" y="2225591"/>
        <a:ext cx="2709285" cy="855654"/>
      </dsp:txXfrm>
    </dsp:sp>
    <dsp:sp modelId="{979DDA83-0A43-4B30-95D8-2A2A0E1732B9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C7ECD-E4EB-45C5-8D93-D8FD359F742F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П. Конашевич-Сагайдачний</a:t>
          </a:r>
        </a:p>
      </dsp:txBody>
      <dsp:txXfrm rot="10800000">
        <a:off x="1164120" y="3336664"/>
        <a:ext cx="2709285" cy="855654"/>
      </dsp:txXfrm>
    </dsp:sp>
    <dsp:sp modelId="{90DA791B-6D29-4264-95EA-57E10CB24003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7B813-DB52-4180-AB2B-454EE7587DD3}">
      <dsp:nvSpPr>
        <dsp:cNvPr id="0" name=""/>
        <dsp:cNvSpPr/>
      </dsp:nvSpPr>
      <dsp:spPr>
        <a:xfrm>
          <a:off x="98733" y="1102"/>
          <a:ext cx="4198320" cy="419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 err="1"/>
            <a:t>Результати</a:t>
          </a:r>
          <a:r>
            <a:rPr lang="ru-RU" sz="2600" kern="1200" dirty="0"/>
            <a:t> </a:t>
          </a:r>
          <a:r>
            <a:rPr lang="ru-RU" sz="2600" kern="1200" dirty="0" err="1"/>
            <a:t>якого</a:t>
          </a:r>
          <a:r>
            <a:rPr lang="ru-RU" sz="2600" kern="1200" dirty="0"/>
            <a:t> з </a:t>
          </a:r>
          <a:r>
            <a:rPr lang="ru-RU" sz="2600" kern="1200" dirty="0" err="1"/>
            <a:t>поділів</a:t>
          </a:r>
          <a:r>
            <a:rPr lang="ru-RU" sz="2600" kern="1200" dirty="0"/>
            <a:t> </a:t>
          </a:r>
          <a:r>
            <a:rPr lang="ru-RU" sz="2600" kern="1200" dirty="0" err="1"/>
            <a:t>відображено</a:t>
          </a:r>
          <a:r>
            <a:rPr lang="ru-RU" sz="2600" kern="1200" dirty="0"/>
            <a:t> на </a:t>
          </a:r>
          <a:r>
            <a:rPr lang="ru-RU" sz="2600" kern="1200" dirty="0" err="1"/>
            <a:t>карті</a:t>
          </a:r>
          <a:r>
            <a:rPr lang="ru-RU" sz="2600" kern="1200" dirty="0"/>
            <a:t>?</a:t>
          </a:r>
          <a:endParaRPr lang="uk-UA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 err="1"/>
            <a:t>тільки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Першого</a:t>
          </a:r>
          <a:endParaRPr lang="uk-U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 err="1"/>
            <a:t>Першого</a:t>
          </a:r>
          <a:r>
            <a:rPr lang="ru-RU" sz="2000" b="0" i="0" kern="1200" dirty="0"/>
            <a:t> та Другого</a:t>
          </a:r>
          <a:endParaRPr lang="uk-U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 err="1"/>
            <a:t>тільки</a:t>
          </a:r>
          <a:r>
            <a:rPr lang="ru-RU" sz="2000" b="0" i="0" kern="1200" dirty="0"/>
            <a:t> Другого</a:t>
          </a:r>
          <a:endParaRPr lang="uk-U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/>
            <a:t>Другого та </a:t>
          </a:r>
          <a:r>
            <a:rPr lang="ru-RU" sz="2000" b="0" i="0" kern="1200" dirty="0" err="1"/>
            <a:t>Третього</a:t>
          </a:r>
          <a:endParaRPr lang="uk-UA" sz="2000" kern="1200" dirty="0"/>
        </a:p>
      </dsp:txBody>
      <dsp:txXfrm>
        <a:off x="713563" y="615932"/>
        <a:ext cx="2968660" cy="2968660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DF0BA-FF9D-41D5-9390-BF5B673422D8}">
      <dsp:nvSpPr>
        <dsp:cNvPr id="0" name=""/>
        <dsp:cNvSpPr/>
      </dsp:nvSpPr>
      <dsp:spPr>
        <a:xfrm>
          <a:off x="97631" y="0"/>
          <a:ext cx="4200525" cy="42005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6BC28-6542-41BB-B182-2829BC457414}">
      <dsp:nvSpPr>
        <dsp:cNvPr id="0" name=""/>
        <dsp:cNvSpPr/>
      </dsp:nvSpPr>
      <dsp:spPr>
        <a:xfrm>
          <a:off x="496681" y="399049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100" b="0" i="0" kern="1200" dirty="0"/>
            <a:t>1, 4</a:t>
          </a:r>
          <a:endParaRPr lang="uk-UA" sz="5100" kern="1200" dirty="0"/>
        </a:p>
      </dsp:txBody>
      <dsp:txXfrm>
        <a:off x="576652" y="479020"/>
        <a:ext cx="1478262" cy="1478262"/>
      </dsp:txXfrm>
    </dsp:sp>
    <dsp:sp modelId="{3161014B-7F5A-4F3F-B9C9-29BD7001BE89}">
      <dsp:nvSpPr>
        <dsp:cNvPr id="0" name=""/>
        <dsp:cNvSpPr/>
      </dsp:nvSpPr>
      <dsp:spPr>
        <a:xfrm>
          <a:off x="2260901" y="399049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100" b="0" i="0" kern="1200"/>
            <a:t>1, 2</a:t>
          </a:r>
          <a:endParaRPr lang="uk-UA" sz="5100" kern="1200"/>
        </a:p>
      </dsp:txBody>
      <dsp:txXfrm>
        <a:off x="2340872" y="479020"/>
        <a:ext cx="1478262" cy="1478262"/>
      </dsp:txXfrm>
    </dsp:sp>
    <dsp:sp modelId="{7DEFBDD4-275A-44BC-9620-8B0DD720E6F4}">
      <dsp:nvSpPr>
        <dsp:cNvPr id="0" name=""/>
        <dsp:cNvSpPr/>
      </dsp:nvSpPr>
      <dsp:spPr>
        <a:xfrm>
          <a:off x="496681" y="2163270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100" b="0" i="0" kern="1200"/>
            <a:t>2, 3</a:t>
          </a:r>
          <a:endParaRPr lang="uk-UA" sz="5100" kern="1200"/>
        </a:p>
      </dsp:txBody>
      <dsp:txXfrm>
        <a:off x="576652" y="2243241"/>
        <a:ext cx="1478262" cy="1478262"/>
      </dsp:txXfrm>
    </dsp:sp>
    <dsp:sp modelId="{EFFC9984-199E-4D3C-A20A-B375CA072DF1}">
      <dsp:nvSpPr>
        <dsp:cNvPr id="0" name=""/>
        <dsp:cNvSpPr/>
      </dsp:nvSpPr>
      <dsp:spPr>
        <a:xfrm>
          <a:off x="2260901" y="2163270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100" b="0" i="0" kern="1200" dirty="0"/>
            <a:t>3, 4</a:t>
          </a:r>
          <a:endParaRPr lang="uk-UA" sz="5100" kern="1200" dirty="0"/>
        </a:p>
      </dsp:txBody>
      <dsp:txXfrm>
        <a:off x="2340872" y="2243241"/>
        <a:ext cx="1478262" cy="1478262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D979A-6154-4BA4-A337-50F32810F684}">
      <dsp:nvSpPr>
        <dsp:cNvPr id="0" name=""/>
        <dsp:cNvSpPr/>
      </dsp:nvSpPr>
      <dsp:spPr>
        <a:xfrm rot="10800000">
          <a:off x="1104441" y="405503"/>
          <a:ext cx="2923198" cy="147258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371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утворення</a:t>
          </a:r>
          <a:r>
            <a:rPr lang="ru-RU" sz="1600" b="0" i="0" kern="1200" dirty="0"/>
            <a:t> коронного краю «</a:t>
          </a:r>
          <a:r>
            <a:rPr lang="ru-RU" sz="1600" b="0" i="0" kern="1200" dirty="0" err="1"/>
            <a:t>Королівство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Галіції</a:t>
          </a:r>
          <a:r>
            <a:rPr lang="ru-RU" sz="1600" b="0" i="0" kern="1200" dirty="0"/>
            <a:t> та </a:t>
          </a:r>
          <a:r>
            <a:rPr lang="ru-RU" sz="1600" b="0" i="0" kern="1200" dirty="0" err="1"/>
            <a:t>Лодомерії</a:t>
          </a:r>
          <a:r>
            <a:rPr lang="ru-RU" sz="1600" b="0" i="0" kern="1200" dirty="0"/>
            <a:t>» у </a:t>
          </a:r>
          <a:r>
            <a:rPr lang="ru-RU" sz="1600" b="0" i="0" kern="1200" dirty="0" err="1"/>
            <a:t>складі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Австрії</a:t>
          </a:r>
          <a:endParaRPr lang="uk-UA" sz="1600" kern="1200" dirty="0"/>
        </a:p>
      </dsp:txBody>
      <dsp:txXfrm rot="10800000">
        <a:off x="1472588" y="405503"/>
        <a:ext cx="2555051" cy="1472588"/>
      </dsp:txXfrm>
    </dsp:sp>
    <dsp:sp modelId="{477DDB9E-85AB-478D-A9BF-FFF87D87FA99}">
      <dsp:nvSpPr>
        <dsp:cNvPr id="0" name=""/>
        <dsp:cNvSpPr/>
      </dsp:nvSpPr>
      <dsp:spPr>
        <a:xfrm>
          <a:off x="368147" y="405503"/>
          <a:ext cx="1472588" cy="147258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F1013-ECF6-4C27-906A-C75D08686019}">
      <dsp:nvSpPr>
        <dsp:cNvPr id="0" name=""/>
        <dsp:cNvSpPr/>
      </dsp:nvSpPr>
      <dsp:spPr>
        <a:xfrm rot="10800000">
          <a:off x="1104441" y="2317670"/>
          <a:ext cx="2923198" cy="147258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371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розгортання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Коліївщини</a:t>
          </a:r>
          <a:r>
            <a:rPr lang="ru-RU" sz="1600" b="0" i="0" kern="1200" dirty="0"/>
            <a:t> – </a:t>
          </a:r>
          <a:r>
            <a:rPr lang="ru-RU" sz="1600" b="0" i="0" kern="1200" dirty="0" err="1"/>
            <a:t>гайдамацького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повстання</a:t>
          </a:r>
          <a:r>
            <a:rPr lang="ru-RU" sz="1600" b="0" i="0" kern="1200" dirty="0"/>
            <a:t> на </a:t>
          </a:r>
          <a:r>
            <a:rPr lang="ru-RU" sz="1600" b="0" i="0" kern="1200" dirty="0" err="1"/>
            <a:t>Правобережній</a:t>
          </a:r>
          <a:r>
            <a:rPr lang="ru-RU" sz="1600" b="0" i="0" kern="1200" dirty="0"/>
            <a:t> </a:t>
          </a:r>
          <a:r>
            <a:rPr lang="ru-RU" sz="1600" b="0" i="0" kern="1200" dirty="0" err="1"/>
            <a:t>Україні</a:t>
          </a:r>
          <a:endParaRPr lang="uk-UA" sz="1600" kern="1200" dirty="0"/>
        </a:p>
      </dsp:txBody>
      <dsp:txXfrm rot="10800000">
        <a:off x="1472588" y="2317670"/>
        <a:ext cx="2555051" cy="1472588"/>
      </dsp:txXfrm>
    </dsp:sp>
    <dsp:sp modelId="{A8F46DD4-9CD3-4C18-B594-751452F5252F}">
      <dsp:nvSpPr>
        <dsp:cNvPr id="0" name=""/>
        <dsp:cNvSpPr/>
      </dsp:nvSpPr>
      <dsp:spPr>
        <a:xfrm>
          <a:off x="368147" y="2317670"/>
          <a:ext cx="1472588" cy="147258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97ABE-84CB-480D-A895-E9AA4DEAA79B}">
      <dsp:nvSpPr>
        <dsp:cNvPr id="0" name=""/>
        <dsp:cNvSpPr/>
      </dsp:nvSpPr>
      <dsp:spPr>
        <a:xfrm rot="10800000">
          <a:off x="1104441" y="407884"/>
          <a:ext cx="2923199" cy="147258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371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включення Київщини, Східної Волині, Поділля, Брацлавщини до складу Росії</a:t>
          </a:r>
          <a:endParaRPr lang="uk-UA" sz="1600" kern="1200" dirty="0"/>
        </a:p>
      </dsp:txBody>
      <dsp:txXfrm rot="10800000">
        <a:off x="1472588" y="407884"/>
        <a:ext cx="2555052" cy="1472588"/>
      </dsp:txXfrm>
    </dsp:sp>
    <dsp:sp modelId="{1010A641-D7E6-4235-B249-2FB107EC9419}">
      <dsp:nvSpPr>
        <dsp:cNvPr id="0" name=""/>
        <dsp:cNvSpPr/>
      </dsp:nvSpPr>
      <dsp:spPr>
        <a:xfrm>
          <a:off x="368147" y="407884"/>
          <a:ext cx="1472588" cy="147258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3EB099-EBE9-45FF-A6C3-343A54EDE5DC}">
      <dsp:nvSpPr>
        <dsp:cNvPr id="0" name=""/>
        <dsp:cNvSpPr/>
      </dsp:nvSpPr>
      <dsp:spPr>
        <a:xfrm rot="10800000">
          <a:off x="1104441" y="2320051"/>
          <a:ext cx="2923199" cy="147258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371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придушення опришківського руху та селянських «холерних бунтів» в Галичині</a:t>
          </a:r>
          <a:endParaRPr lang="uk-UA" sz="1600" kern="1200" dirty="0"/>
        </a:p>
      </dsp:txBody>
      <dsp:txXfrm rot="10800000">
        <a:off x="1472588" y="2320051"/>
        <a:ext cx="2555052" cy="1472588"/>
      </dsp:txXfrm>
    </dsp:sp>
    <dsp:sp modelId="{84F15A4C-6264-4B55-AAF2-4877F138796C}">
      <dsp:nvSpPr>
        <dsp:cNvPr id="0" name=""/>
        <dsp:cNvSpPr/>
      </dsp:nvSpPr>
      <dsp:spPr>
        <a:xfrm>
          <a:off x="368147" y="2320051"/>
          <a:ext cx="1472588" cy="147258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67DA8-EB11-4C53-8008-1564AEFC0E51}">
      <dsp:nvSpPr>
        <dsp:cNvPr id="0" name=""/>
        <dsp:cNvSpPr/>
      </dsp:nvSpPr>
      <dsp:spPr>
        <a:xfrm>
          <a:off x="0" y="62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Х</a:t>
          </a:r>
          <a:r>
            <a:rPr lang="en-US" sz="4000" b="0" i="0" kern="1200" dirty="0"/>
            <a:t>V</a:t>
          </a:r>
          <a:r>
            <a:rPr lang="uk-UA" sz="4000" b="0" i="0" kern="1200" dirty="0"/>
            <a:t>І ст.</a:t>
          </a:r>
          <a:endParaRPr lang="uk-UA" sz="4000" kern="1200" dirty="0"/>
        </a:p>
      </dsp:txBody>
      <dsp:txXfrm>
        <a:off x="46834" y="53115"/>
        <a:ext cx="4302119" cy="865732"/>
      </dsp:txXfrm>
    </dsp:sp>
    <dsp:sp modelId="{84DFABB4-F073-4A58-83D6-1B59F6F064A9}">
      <dsp:nvSpPr>
        <dsp:cNvPr id="0" name=""/>
        <dsp:cNvSpPr/>
      </dsp:nvSpPr>
      <dsp:spPr>
        <a:xfrm>
          <a:off x="0" y="10808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Х</a:t>
          </a:r>
          <a:r>
            <a:rPr lang="en-US" sz="4000" b="0" i="0" kern="1200"/>
            <a:t>V</a:t>
          </a:r>
          <a:r>
            <a:rPr lang="uk-UA" sz="4000" b="0" i="0" kern="1200"/>
            <a:t>ІІ ст.</a:t>
          </a:r>
          <a:endParaRPr lang="uk-UA" sz="4000" kern="1200"/>
        </a:p>
      </dsp:txBody>
      <dsp:txXfrm>
        <a:off x="46834" y="1127715"/>
        <a:ext cx="4302119" cy="865732"/>
      </dsp:txXfrm>
    </dsp:sp>
    <dsp:sp modelId="{CB1D841F-F2BD-4640-B877-9A99798DF3B7}">
      <dsp:nvSpPr>
        <dsp:cNvPr id="0" name=""/>
        <dsp:cNvSpPr/>
      </dsp:nvSpPr>
      <dsp:spPr>
        <a:xfrm>
          <a:off x="0" y="21554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Х</a:t>
          </a:r>
          <a:r>
            <a:rPr lang="en-US" sz="4000" b="0" i="0" kern="1200"/>
            <a:t>V</a:t>
          </a:r>
          <a:r>
            <a:rPr lang="uk-UA" sz="4000" b="0" i="0" kern="1200"/>
            <a:t>ІІІ ст.</a:t>
          </a:r>
          <a:endParaRPr lang="uk-UA" sz="4000" kern="1200"/>
        </a:p>
      </dsp:txBody>
      <dsp:txXfrm>
        <a:off x="46834" y="2202315"/>
        <a:ext cx="4302119" cy="865732"/>
      </dsp:txXfrm>
    </dsp:sp>
    <dsp:sp modelId="{B14D7B19-5EDE-4CE1-B641-ECF6CF5F5DCB}">
      <dsp:nvSpPr>
        <dsp:cNvPr id="0" name=""/>
        <dsp:cNvSpPr/>
      </dsp:nvSpPr>
      <dsp:spPr>
        <a:xfrm>
          <a:off x="0" y="32300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ХІХ ст.</a:t>
          </a:r>
          <a:endParaRPr lang="uk-UA" sz="4000" kern="1200" dirty="0"/>
        </a:p>
      </dsp:txBody>
      <dsp:txXfrm>
        <a:off x="46834" y="3276915"/>
        <a:ext cx="4302119" cy="865732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0E9EA-C16D-40A1-A73A-BB09BA5433EB}">
      <dsp:nvSpPr>
        <dsp:cNvPr id="0" name=""/>
        <dsp:cNvSpPr/>
      </dsp:nvSpPr>
      <dsp:spPr>
        <a:xfrm>
          <a:off x="0" y="506245"/>
          <a:ext cx="439578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австро-турецької війни.</a:t>
          </a:r>
          <a:endParaRPr lang="uk-UA" sz="1900" kern="1200"/>
        </a:p>
      </dsp:txBody>
      <dsp:txXfrm>
        <a:off x="36845" y="543090"/>
        <a:ext cx="4322097" cy="681087"/>
      </dsp:txXfrm>
    </dsp:sp>
    <dsp:sp modelId="{E6FC53F3-14E0-4AC6-BB75-6EAB03651221}">
      <dsp:nvSpPr>
        <dsp:cNvPr id="0" name=""/>
        <dsp:cNvSpPr/>
      </dsp:nvSpPr>
      <dsp:spPr>
        <a:xfrm>
          <a:off x="0" y="1315743"/>
          <a:ext cx="439578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поділу Речі Посполитої.</a:t>
          </a:r>
          <a:endParaRPr lang="uk-UA" sz="1900" kern="1200"/>
        </a:p>
      </dsp:txBody>
      <dsp:txXfrm>
        <a:off x="36845" y="1352588"/>
        <a:ext cx="4322097" cy="681087"/>
      </dsp:txXfrm>
    </dsp:sp>
    <dsp:sp modelId="{0DA61F80-3DB9-4E46-9AB0-2BD1707B7153}">
      <dsp:nvSpPr>
        <dsp:cNvPr id="0" name=""/>
        <dsp:cNvSpPr/>
      </dsp:nvSpPr>
      <dsp:spPr>
        <a:xfrm>
          <a:off x="0" y="2125241"/>
          <a:ext cx="439578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наполеонівських війн у Європі.</a:t>
          </a:r>
          <a:endParaRPr lang="uk-UA" sz="1900" kern="1200"/>
        </a:p>
      </dsp:txBody>
      <dsp:txXfrm>
        <a:off x="36845" y="2162086"/>
        <a:ext cx="4322097" cy="681087"/>
      </dsp:txXfrm>
    </dsp:sp>
    <dsp:sp modelId="{3883DC4C-1447-4ED4-A3B3-2AE8BACF8FDA}">
      <dsp:nvSpPr>
        <dsp:cNvPr id="0" name=""/>
        <dsp:cNvSpPr/>
      </dsp:nvSpPr>
      <dsp:spPr>
        <a:xfrm>
          <a:off x="0" y="2934739"/>
          <a:ext cx="439578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перетворення Австрійської імперії на Австро-Угорську монархію</a:t>
          </a:r>
          <a:endParaRPr lang="uk-UA" sz="1900" kern="1200" dirty="0"/>
        </a:p>
      </dsp:txBody>
      <dsp:txXfrm>
        <a:off x="36845" y="2971584"/>
        <a:ext cx="4322097" cy="68108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E4772-D59D-43BE-A366-0DB9FF01A488}">
      <dsp:nvSpPr>
        <dsp:cNvPr id="0" name=""/>
        <dsp:cNvSpPr/>
      </dsp:nvSpPr>
      <dsp:spPr>
        <a:xfrm>
          <a:off x="0" y="8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Бессарабської, Холмської, Полтавської</a:t>
          </a:r>
          <a:endParaRPr lang="uk-UA" sz="2500" kern="1200"/>
        </a:p>
      </dsp:txBody>
      <dsp:txXfrm>
        <a:off x="48547" y="49428"/>
        <a:ext cx="4298693" cy="897406"/>
      </dsp:txXfrm>
    </dsp:sp>
    <dsp:sp modelId="{B92757D7-CDE4-48BA-862C-CFB6757E5A3F}">
      <dsp:nvSpPr>
        <dsp:cNvPr id="0" name=""/>
        <dsp:cNvSpPr/>
      </dsp:nvSpPr>
      <dsp:spPr>
        <a:xfrm>
          <a:off x="0" y="10673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Чернігівської, Полтавської, Харківської</a:t>
          </a:r>
          <a:endParaRPr lang="uk-UA" sz="2500" kern="1200" dirty="0"/>
        </a:p>
      </dsp:txBody>
      <dsp:txXfrm>
        <a:off x="48547" y="1115928"/>
        <a:ext cx="4298693" cy="897406"/>
      </dsp:txXfrm>
    </dsp:sp>
    <dsp:sp modelId="{739989A5-057E-4B2E-B6F5-30283373DD77}">
      <dsp:nvSpPr>
        <dsp:cNvPr id="0" name=""/>
        <dsp:cNvSpPr/>
      </dsp:nvSpPr>
      <dsp:spPr>
        <a:xfrm>
          <a:off x="0" y="21338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Херсонської, Таврійської, Катеринославської</a:t>
          </a:r>
          <a:endParaRPr lang="uk-UA" sz="2500" kern="1200" dirty="0"/>
        </a:p>
      </dsp:txBody>
      <dsp:txXfrm>
        <a:off x="48547" y="2182428"/>
        <a:ext cx="4298693" cy="897406"/>
      </dsp:txXfrm>
    </dsp:sp>
    <dsp:sp modelId="{AC367F75-E29D-4A7F-8B89-E0D337ACCD82}">
      <dsp:nvSpPr>
        <dsp:cNvPr id="0" name=""/>
        <dsp:cNvSpPr/>
      </dsp:nvSpPr>
      <dsp:spPr>
        <a:xfrm>
          <a:off x="0" y="32003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Подільської, Волинської, Київської</a:t>
          </a:r>
          <a:endParaRPr lang="uk-UA" sz="2500" kern="1200" dirty="0"/>
        </a:p>
      </dsp:txBody>
      <dsp:txXfrm>
        <a:off x="48547" y="3248928"/>
        <a:ext cx="4298693" cy="897406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EB23F0-EC81-4941-8D08-57E11BE1DEF4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Дмитро </a:t>
          </a:r>
          <a:r>
            <a:rPr lang="ru-RU" sz="1700" b="0" i="0" kern="1200" dirty="0" err="1"/>
            <a:t>Вишневецький</a:t>
          </a:r>
          <a:endParaRPr lang="uk-UA" sz="1700" kern="1200" dirty="0"/>
        </a:p>
      </dsp:txBody>
      <dsp:txXfrm rot="10800000">
        <a:off x="1164120" y="3443"/>
        <a:ext cx="2709285" cy="855654"/>
      </dsp:txXfrm>
    </dsp:sp>
    <dsp:sp modelId="{FCF23C6B-E2D6-4D40-899D-08718006BFD7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CC421-F34D-4AA1-BE72-3CAAD9E68C95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Петро Конашевич-Сагайдачний</a:t>
          </a:r>
          <a:endParaRPr lang="uk-UA" sz="1700" kern="1200"/>
        </a:p>
      </dsp:txBody>
      <dsp:txXfrm rot="10800000">
        <a:off x="1164120" y="1114517"/>
        <a:ext cx="2709285" cy="855654"/>
      </dsp:txXfrm>
    </dsp:sp>
    <dsp:sp modelId="{9C23B01B-4886-4827-A39A-DF418E6073F0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DDA303-8ADF-4D87-B702-DFD861DFFDED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Петро Калнишевський</a:t>
          </a:r>
          <a:endParaRPr lang="uk-UA" sz="1700" kern="1200"/>
        </a:p>
      </dsp:txBody>
      <dsp:txXfrm rot="10800000">
        <a:off x="1164120" y="2225591"/>
        <a:ext cx="2709285" cy="855654"/>
      </dsp:txXfrm>
    </dsp:sp>
    <dsp:sp modelId="{A309BA01-78C1-4112-8A81-1206CAE9121C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089C5-38B7-4712-98F7-6CA8FCD6AFA1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Іван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Сірко</a:t>
          </a:r>
          <a:endParaRPr lang="uk-UA" sz="1700" kern="1200" dirty="0"/>
        </a:p>
      </dsp:txBody>
      <dsp:txXfrm rot="10800000">
        <a:off x="1164120" y="3336664"/>
        <a:ext cx="2709285" cy="855654"/>
      </dsp:txXfrm>
    </dsp:sp>
    <dsp:sp modelId="{8686493A-380E-453A-AE96-AB976896AF27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E3C70-B4A2-4D26-AF94-7F0C8D0BFAEF}">
      <dsp:nvSpPr>
        <dsp:cNvPr id="0" name=""/>
        <dsp:cNvSpPr/>
      </dsp:nvSpPr>
      <dsp:spPr>
        <a:xfrm>
          <a:off x="0" y="252521"/>
          <a:ext cx="4395787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Козацько-селянські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повстання</a:t>
          </a:r>
          <a:r>
            <a:rPr lang="ru-RU" sz="2200" b="0" i="0" kern="1200" dirty="0"/>
            <a:t> 1620-х - 1630-х </a:t>
          </a:r>
          <a:r>
            <a:rPr lang="ru-RU" sz="2200" b="0" i="0" kern="1200" dirty="0" err="1"/>
            <a:t>рр</a:t>
          </a:r>
          <a:r>
            <a:rPr lang="ru-RU" sz="2200" b="0" i="0" kern="1200" dirty="0"/>
            <a:t>.</a:t>
          </a:r>
          <a:endParaRPr lang="uk-UA" sz="2200" kern="1200" dirty="0"/>
        </a:p>
      </dsp:txBody>
      <dsp:txXfrm>
        <a:off x="42722" y="295243"/>
        <a:ext cx="4310343" cy="789716"/>
      </dsp:txXfrm>
    </dsp:sp>
    <dsp:sp modelId="{2A415813-7E76-480D-A379-3D803938E6D7}">
      <dsp:nvSpPr>
        <dsp:cNvPr id="0" name=""/>
        <dsp:cNvSpPr/>
      </dsp:nvSpPr>
      <dsp:spPr>
        <a:xfrm>
          <a:off x="0" y="1191041"/>
          <a:ext cx="4395787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</a:t>
          </a:r>
          <a:r>
            <a:rPr lang="ru-RU" sz="2200" b="0" i="0" kern="1200" dirty="0" err="1"/>
            <a:t>Коліївщина</a:t>
          </a:r>
          <a:r>
            <a:rPr lang="ru-RU" sz="2200" b="0" i="0" kern="1200" dirty="0"/>
            <a:t>»</a:t>
          </a:r>
          <a:endParaRPr lang="uk-UA" sz="2200" kern="1200" dirty="0"/>
        </a:p>
      </dsp:txBody>
      <dsp:txXfrm>
        <a:off x="42722" y="1233763"/>
        <a:ext cx="4310343" cy="789716"/>
      </dsp:txXfrm>
    </dsp:sp>
    <dsp:sp modelId="{8EE6E644-B276-4A10-B0A0-D603EA3846E5}">
      <dsp:nvSpPr>
        <dsp:cNvPr id="0" name=""/>
        <dsp:cNvSpPr/>
      </dsp:nvSpPr>
      <dsp:spPr>
        <a:xfrm>
          <a:off x="0" y="2129561"/>
          <a:ext cx="4395787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«Руїна»</a:t>
          </a:r>
          <a:endParaRPr lang="uk-UA" sz="2200" kern="1200" dirty="0"/>
        </a:p>
      </dsp:txBody>
      <dsp:txXfrm>
        <a:off x="42722" y="2172283"/>
        <a:ext cx="4310343" cy="789716"/>
      </dsp:txXfrm>
    </dsp:sp>
    <dsp:sp modelId="{7FB1EE5D-EEAF-4B43-97F6-B6B764FC1CAC}">
      <dsp:nvSpPr>
        <dsp:cNvPr id="0" name=""/>
        <dsp:cNvSpPr/>
      </dsp:nvSpPr>
      <dsp:spPr>
        <a:xfrm>
          <a:off x="0" y="3068081"/>
          <a:ext cx="4395787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«Доба </a:t>
          </a:r>
          <a:r>
            <a:rPr lang="ru-RU" sz="2200" b="0" i="0" kern="1200" dirty="0" err="1"/>
            <a:t>героїчних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походів</a:t>
          </a:r>
          <a:r>
            <a:rPr lang="ru-RU" sz="2200" b="0" i="0" kern="1200" dirty="0"/>
            <a:t>»</a:t>
          </a:r>
          <a:endParaRPr lang="uk-UA" sz="2200" kern="1200" dirty="0"/>
        </a:p>
      </dsp:txBody>
      <dsp:txXfrm>
        <a:off x="42722" y="3110803"/>
        <a:ext cx="4310343" cy="789716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57B2A-8DC8-47EF-8302-B7A8E5EC8935}">
      <dsp:nvSpPr>
        <dsp:cNvPr id="0" name=""/>
        <dsp:cNvSpPr/>
      </dsp:nvSpPr>
      <dsp:spPr>
        <a:xfrm rot="10800000">
          <a:off x="905807" y="323"/>
          <a:ext cx="2923199" cy="6780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00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«Тарасова </a:t>
          </a:r>
          <a:r>
            <a:rPr lang="ru-RU" sz="1900" b="0" i="0" kern="1200" dirty="0" err="1"/>
            <a:t>ніч</a:t>
          </a:r>
          <a:r>
            <a:rPr lang="ru-RU" sz="1900" b="0" i="0" kern="1200" dirty="0"/>
            <a:t>»</a:t>
          </a:r>
          <a:endParaRPr lang="uk-UA" sz="1900" kern="1200" dirty="0"/>
        </a:p>
      </dsp:txBody>
      <dsp:txXfrm rot="10800000">
        <a:off x="1075320" y="323"/>
        <a:ext cx="2753686" cy="678052"/>
      </dsp:txXfrm>
    </dsp:sp>
    <dsp:sp modelId="{3B946C97-6550-4207-9F06-A212AE603113}">
      <dsp:nvSpPr>
        <dsp:cNvPr id="0" name=""/>
        <dsp:cNvSpPr/>
      </dsp:nvSpPr>
      <dsp:spPr>
        <a:xfrm>
          <a:off x="566781" y="323"/>
          <a:ext cx="678052" cy="6780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5824F-76C0-4C71-A010-AF59303822BE}">
      <dsp:nvSpPr>
        <dsp:cNvPr id="0" name=""/>
        <dsp:cNvSpPr/>
      </dsp:nvSpPr>
      <dsp:spPr>
        <a:xfrm rot="10800000">
          <a:off x="905807" y="880780"/>
          <a:ext cx="2923199" cy="6780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00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«В </a:t>
          </a:r>
          <a:r>
            <a:rPr lang="ru-RU" sz="1900" b="0" i="0" kern="1200" dirty="0" err="1"/>
            <a:t>Путивлі-граді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вранці</a:t>
          </a:r>
          <a:r>
            <a:rPr lang="ru-RU" sz="1900" b="0" i="0" kern="1200" dirty="0"/>
            <a:t>-рано...»</a:t>
          </a:r>
          <a:endParaRPr lang="uk-UA" sz="1900" kern="1200" dirty="0"/>
        </a:p>
      </dsp:txBody>
      <dsp:txXfrm rot="10800000">
        <a:off x="1075320" y="880780"/>
        <a:ext cx="2753686" cy="678052"/>
      </dsp:txXfrm>
    </dsp:sp>
    <dsp:sp modelId="{2C3AC410-F60A-47E2-80B9-CE69CFBDB0A0}">
      <dsp:nvSpPr>
        <dsp:cNvPr id="0" name=""/>
        <dsp:cNvSpPr/>
      </dsp:nvSpPr>
      <dsp:spPr>
        <a:xfrm>
          <a:off x="566781" y="880780"/>
          <a:ext cx="678052" cy="6780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58BDC-F5CC-4E92-B36E-F0663EB1F491}">
      <dsp:nvSpPr>
        <dsp:cNvPr id="0" name=""/>
        <dsp:cNvSpPr/>
      </dsp:nvSpPr>
      <dsp:spPr>
        <a:xfrm rot="10800000">
          <a:off x="905807" y="1761236"/>
          <a:ext cx="2923199" cy="6780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00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«Гамалія»</a:t>
          </a:r>
          <a:endParaRPr lang="uk-UA" sz="1900" kern="1200"/>
        </a:p>
      </dsp:txBody>
      <dsp:txXfrm rot="10800000">
        <a:off x="1075320" y="1761236"/>
        <a:ext cx="2753686" cy="678052"/>
      </dsp:txXfrm>
    </dsp:sp>
    <dsp:sp modelId="{72B3624B-3391-4945-AACE-59275ED987E1}">
      <dsp:nvSpPr>
        <dsp:cNvPr id="0" name=""/>
        <dsp:cNvSpPr/>
      </dsp:nvSpPr>
      <dsp:spPr>
        <a:xfrm>
          <a:off x="566781" y="1761236"/>
          <a:ext cx="678052" cy="6780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23C73-5C30-41D5-BB72-EAF85D562526}">
      <dsp:nvSpPr>
        <dsp:cNvPr id="0" name=""/>
        <dsp:cNvSpPr/>
      </dsp:nvSpPr>
      <dsp:spPr>
        <a:xfrm rot="10800000">
          <a:off x="905807" y="2641692"/>
          <a:ext cx="2923199" cy="6780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00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«Чигрине, Чигрине...»</a:t>
          </a:r>
          <a:endParaRPr lang="uk-UA" sz="1900" kern="1200"/>
        </a:p>
      </dsp:txBody>
      <dsp:txXfrm rot="10800000">
        <a:off x="1075320" y="2641692"/>
        <a:ext cx="2753686" cy="678052"/>
      </dsp:txXfrm>
    </dsp:sp>
    <dsp:sp modelId="{98CC0F5B-EC9F-459A-982A-409D41D6579A}">
      <dsp:nvSpPr>
        <dsp:cNvPr id="0" name=""/>
        <dsp:cNvSpPr/>
      </dsp:nvSpPr>
      <dsp:spPr>
        <a:xfrm>
          <a:off x="566781" y="2641692"/>
          <a:ext cx="678052" cy="6780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DAF22-F251-4B64-BA00-56653872D1BF}">
      <dsp:nvSpPr>
        <dsp:cNvPr id="0" name=""/>
        <dsp:cNvSpPr/>
      </dsp:nvSpPr>
      <dsp:spPr>
        <a:xfrm rot="10800000">
          <a:off x="905807" y="3522148"/>
          <a:ext cx="2923199" cy="6780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00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</a:t>
          </a:r>
          <a:r>
            <a:rPr lang="ru-RU" sz="1900" b="0" i="0" kern="1200" dirty="0" err="1"/>
            <a:t>Холодний</a:t>
          </a:r>
          <a:r>
            <a:rPr lang="ru-RU" sz="1900" b="0" i="0" kern="1200" dirty="0"/>
            <a:t> Яр»</a:t>
          </a:r>
          <a:endParaRPr lang="uk-UA" sz="1900" kern="1200" dirty="0"/>
        </a:p>
      </dsp:txBody>
      <dsp:txXfrm rot="10800000">
        <a:off x="1075320" y="3522148"/>
        <a:ext cx="2753686" cy="678052"/>
      </dsp:txXfrm>
    </dsp:sp>
    <dsp:sp modelId="{790B30B3-3BDB-49BE-A130-A5C657358BBC}">
      <dsp:nvSpPr>
        <dsp:cNvPr id="0" name=""/>
        <dsp:cNvSpPr/>
      </dsp:nvSpPr>
      <dsp:spPr>
        <a:xfrm>
          <a:off x="566781" y="3522148"/>
          <a:ext cx="678052" cy="6780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DA79A-AE45-4466-AE8E-A7A5B5CB3FB4}">
      <dsp:nvSpPr>
        <dsp:cNvPr id="0" name=""/>
        <dsp:cNvSpPr/>
      </dsp:nvSpPr>
      <dsp:spPr>
        <a:xfrm>
          <a:off x="97631" y="0"/>
          <a:ext cx="4200525" cy="42005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A3D7A-A8C5-4305-B504-1BD4D5132B27}">
      <dsp:nvSpPr>
        <dsp:cNvPr id="0" name=""/>
        <dsp:cNvSpPr/>
      </dsp:nvSpPr>
      <dsp:spPr>
        <a:xfrm>
          <a:off x="496681" y="399049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6500" b="0" i="0" kern="1200"/>
            <a:t>1</a:t>
          </a:r>
          <a:endParaRPr lang="uk-UA" sz="6500" kern="1200"/>
        </a:p>
      </dsp:txBody>
      <dsp:txXfrm>
        <a:off x="576652" y="479020"/>
        <a:ext cx="1478262" cy="1478262"/>
      </dsp:txXfrm>
    </dsp:sp>
    <dsp:sp modelId="{4259F37C-6018-4E38-801D-7BC84806C31C}">
      <dsp:nvSpPr>
        <dsp:cNvPr id="0" name=""/>
        <dsp:cNvSpPr/>
      </dsp:nvSpPr>
      <dsp:spPr>
        <a:xfrm>
          <a:off x="2260901" y="399049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6500" b="0" i="0" kern="1200" dirty="0"/>
            <a:t>2</a:t>
          </a:r>
          <a:endParaRPr lang="uk-UA" sz="6500" kern="1200" dirty="0"/>
        </a:p>
      </dsp:txBody>
      <dsp:txXfrm>
        <a:off x="2340872" y="479020"/>
        <a:ext cx="1478262" cy="1478262"/>
      </dsp:txXfrm>
    </dsp:sp>
    <dsp:sp modelId="{FEF57E48-99FB-4B60-9FB4-87F53482B1F0}">
      <dsp:nvSpPr>
        <dsp:cNvPr id="0" name=""/>
        <dsp:cNvSpPr/>
      </dsp:nvSpPr>
      <dsp:spPr>
        <a:xfrm>
          <a:off x="496681" y="2163270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6500" b="0" i="0" kern="1200"/>
            <a:t>3</a:t>
          </a:r>
          <a:endParaRPr lang="uk-UA" sz="6500" kern="1200"/>
        </a:p>
      </dsp:txBody>
      <dsp:txXfrm>
        <a:off x="576652" y="2243241"/>
        <a:ext cx="1478262" cy="1478262"/>
      </dsp:txXfrm>
    </dsp:sp>
    <dsp:sp modelId="{CA74D892-F8EE-4459-B903-869AF3EED333}">
      <dsp:nvSpPr>
        <dsp:cNvPr id="0" name=""/>
        <dsp:cNvSpPr/>
      </dsp:nvSpPr>
      <dsp:spPr>
        <a:xfrm>
          <a:off x="2260901" y="2163270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6500" b="0" i="0" kern="1200" dirty="0"/>
            <a:t>4</a:t>
          </a:r>
          <a:endParaRPr lang="uk-UA" sz="6500" kern="1200" dirty="0"/>
        </a:p>
      </dsp:txBody>
      <dsp:txXfrm>
        <a:off x="2340872" y="2243241"/>
        <a:ext cx="1478262" cy="1478262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8D234-53F8-4C2B-8539-0FB96079C7C4}">
      <dsp:nvSpPr>
        <dsp:cNvPr id="0" name=""/>
        <dsp:cNvSpPr/>
      </dsp:nvSpPr>
      <dsp:spPr>
        <a:xfrm>
          <a:off x="-4743409" y="-727071"/>
          <a:ext cx="5649905" cy="56499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704CB-7B0D-4142-ADCF-14406764B230}">
      <dsp:nvSpPr>
        <dsp:cNvPr id="0" name=""/>
        <dsp:cNvSpPr/>
      </dsp:nvSpPr>
      <dsp:spPr>
        <a:xfrm>
          <a:off x="474755" y="322570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1768–1774 рр.</a:t>
          </a:r>
          <a:endParaRPr lang="uk-UA" sz="3300" kern="1200"/>
        </a:p>
      </dsp:txBody>
      <dsp:txXfrm>
        <a:off x="474755" y="322570"/>
        <a:ext cx="3863764" cy="645476"/>
      </dsp:txXfrm>
    </dsp:sp>
    <dsp:sp modelId="{5C0FA0B5-D08C-46E8-BE0B-3E200D5BE0E0}">
      <dsp:nvSpPr>
        <dsp:cNvPr id="0" name=""/>
        <dsp:cNvSpPr/>
      </dsp:nvSpPr>
      <dsp:spPr>
        <a:xfrm>
          <a:off x="71332" y="241885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6D3A5-1BE6-4761-84C0-132A679B149E}">
      <dsp:nvSpPr>
        <dsp:cNvPr id="0" name=""/>
        <dsp:cNvSpPr/>
      </dsp:nvSpPr>
      <dsp:spPr>
        <a:xfrm>
          <a:off x="844821" y="1290952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1787–1791 рр.</a:t>
          </a:r>
          <a:endParaRPr lang="uk-UA" sz="3300" kern="1200"/>
        </a:p>
      </dsp:txBody>
      <dsp:txXfrm>
        <a:off x="844821" y="1290952"/>
        <a:ext cx="3493697" cy="645476"/>
      </dsp:txXfrm>
    </dsp:sp>
    <dsp:sp modelId="{15BBF8D3-25F7-4383-94BE-1E0CD2E88B4B}">
      <dsp:nvSpPr>
        <dsp:cNvPr id="0" name=""/>
        <dsp:cNvSpPr/>
      </dsp:nvSpPr>
      <dsp:spPr>
        <a:xfrm>
          <a:off x="441398" y="1210267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25D60-2603-4F9E-AE02-37DC8C1D33E2}">
      <dsp:nvSpPr>
        <dsp:cNvPr id="0" name=""/>
        <dsp:cNvSpPr/>
      </dsp:nvSpPr>
      <dsp:spPr>
        <a:xfrm>
          <a:off x="844821" y="2259334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dirty="0"/>
            <a:t>1806–1812 </a:t>
          </a:r>
          <a:r>
            <a:rPr lang="ru-RU" sz="3300" b="0" i="0" kern="1200" dirty="0" err="1"/>
            <a:t>рр</a:t>
          </a:r>
          <a:r>
            <a:rPr lang="ru-RU" sz="3300" b="0" i="0" kern="1200" dirty="0"/>
            <a:t>.</a:t>
          </a:r>
          <a:endParaRPr lang="uk-UA" sz="3300" kern="1200" dirty="0"/>
        </a:p>
      </dsp:txBody>
      <dsp:txXfrm>
        <a:off x="844821" y="2259334"/>
        <a:ext cx="3493697" cy="645476"/>
      </dsp:txXfrm>
    </dsp:sp>
    <dsp:sp modelId="{F8533307-9BEE-4E7D-B739-D4B52A219293}">
      <dsp:nvSpPr>
        <dsp:cNvPr id="0" name=""/>
        <dsp:cNvSpPr/>
      </dsp:nvSpPr>
      <dsp:spPr>
        <a:xfrm>
          <a:off x="441398" y="2178649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DD8B8-3370-44A2-A4F9-6D1A8ED58016}">
      <dsp:nvSpPr>
        <dsp:cNvPr id="0" name=""/>
        <dsp:cNvSpPr/>
      </dsp:nvSpPr>
      <dsp:spPr>
        <a:xfrm>
          <a:off x="474755" y="3227716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dirty="0"/>
            <a:t>1828–1829 </a:t>
          </a:r>
          <a:r>
            <a:rPr lang="ru-RU" sz="3300" b="0" i="0" kern="1200" dirty="0" err="1"/>
            <a:t>рр</a:t>
          </a:r>
          <a:r>
            <a:rPr lang="ru-RU" sz="3300" b="0" i="0" kern="1200" dirty="0"/>
            <a:t>.</a:t>
          </a:r>
          <a:endParaRPr lang="uk-UA" sz="3300" kern="1200" dirty="0"/>
        </a:p>
      </dsp:txBody>
      <dsp:txXfrm>
        <a:off x="474755" y="3227716"/>
        <a:ext cx="3863764" cy="645476"/>
      </dsp:txXfrm>
    </dsp:sp>
    <dsp:sp modelId="{46A77FC2-D874-48A0-A789-C8C85167B36D}">
      <dsp:nvSpPr>
        <dsp:cNvPr id="0" name=""/>
        <dsp:cNvSpPr/>
      </dsp:nvSpPr>
      <dsp:spPr>
        <a:xfrm>
          <a:off x="71332" y="3147032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BBCBD-FBAD-47FB-B2FC-5DB0E7B86706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1768–1774 </a:t>
          </a:r>
          <a:r>
            <a:rPr lang="ru-RU" sz="2400" kern="1200" dirty="0" err="1"/>
            <a:t>рр</a:t>
          </a:r>
          <a:r>
            <a:rPr lang="ru-RU" sz="2400" kern="1200" dirty="0"/>
            <a:t>.</a:t>
          </a:r>
          <a:endParaRPr lang="uk-UA" sz="2400" kern="1200" dirty="0"/>
        </a:p>
      </dsp:txBody>
      <dsp:txXfrm rot="10800000">
        <a:off x="1164120" y="3443"/>
        <a:ext cx="2709285" cy="855654"/>
      </dsp:txXfrm>
    </dsp:sp>
    <dsp:sp modelId="{5F93FFF0-2D56-4900-A3BD-C324D37D7D0D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AE5EE-6D62-45ED-B088-B2D423F68060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1787–1791 рр.</a:t>
          </a:r>
          <a:endParaRPr lang="uk-UA" sz="2400" kern="1200"/>
        </a:p>
      </dsp:txBody>
      <dsp:txXfrm rot="10800000">
        <a:off x="1164120" y="1114517"/>
        <a:ext cx="2709285" cy="855654"/>
      </dsp:txXfrm>
    </dsp:sp>
    <dsp:sp modelId="{E3677B97-B995-4EC2-AD63-19CCD8350D49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4BC67-A417-4D07-AB3C-4AFD4B38DEA9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1806–1812 рр.</a:t>
          </a:r>
          <a:endParaRPr lang="uk-UA" sz="2400" kern="1200"/>
        </a:p>
      </dsp:txBody>
      <dsp:txXfrm rot="10800000">
        <a:off x="1164120" y="2225591"/>
        <a:ext cx="2709285" cy="855654"/>
      </dsp:txXfrm>
    </dsp:sp>
    <dsp:sp modelId="{F0A04193-D10F-4B71-ADB8-9E9B3642B1CF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4AB1A-1435-45ED-96B9-7462E24BDE1D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1828–1829 </a:t>
          </a:r>
          <a:r>
            <a:rPr lang="ru-RU" sz="2400" kern="1200" dirty="0" err="1"/>
            <a:t>рр</a:t>
          </a:r>
          <a:r>
            <a:rPr lang="ru-RU" sz="2400" kern="1200" dirty="0"/>
            <a:t>.</a:t>
          </a:r>
          <a:endParaRPr lang="uk-UA" sz="2400" kern="1200" dirty="0"/>
        </a:p>
      </dsp:txBody>
      <dsp:txXfrm rot="10800000">
        <a:off x="1164120" y="3336664"/>
        <a:ext cx="2709285" cy="855654"/>
      </dsp:txXfrm>
    </dsp:sp>
    <dsp:sp modelId="{AB1B9E6D-8ED2-4D22-A3AC-CBAFD000B900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8FCA9-A603-4CCC-A39E-6C0275E14D1E}">
      <dsp:nvSpPr>
        <dsp:cNvPr id="0" name=""/>
        <dsp:cNvSpPr/>
      </dsp:nvSpPr>
      <dsp:spPr>
        <a:xfrm rot="10800000">
          <a:off x="950207" y="3443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Ліквідація гетьманства.</a:t>
          </a:r>
          <a:endParaRPr lang="uk-UA" sz="1300" kern="1200" dirty="0"/>
        </a:p>
      </dsp:txBody>
      <dsp:txXfrm rot="10800000">
        <a:off x="1164120" y="3443"/>
        <a:ext cx="2709285" cy="855654"/>
      </dsp:txXfrm>
    </dsp:sp>
    <dsp:sp modelId="{07463D00-2CE9-4F3E-B932-971894E18F32}">
      <dsp:nvSpPr>
        <dsp:cNvPr id="0" name=""/>
        <dsp:cNvSpPr/>
      </dsp:nvSpPr>
      <dsp:spPr>
        <a:xfrm>
          <a:off x="522380" y="3443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B6F02-41A8-41E5-BDC3-D733EAA30FC0}">
      <dsp:nvSpPr>
        <dsp:cNvPr id="0" name=""/>
        <dsp:cNvSpPr/>
      </dsp:nvSpPr>
      <dsp:spPr>
        <a:xfrm rot="10800000">
          <a:off x="950207" y="1114517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Заснування Нової (</a:t>
          </a:r>
          <a:r>
            <a:rPr lang="uk-UA" sz="1300" b="0" i="0" kern="1200" dirty="0" err="1"/>
            <a:t>Підпільненської</a:t>
          </a:r>
          <a:r>
            <a:rPr lang="uk-UA" sz="1300" b="0" i="0" kern="1200" dirty="0"/>
            <a:t>) Січі.</a:t>
          </a:r>
          <a:endParaRPr lang="uk-UA" sz="1300" kern="1200" dirty="0"/>
        </a:p>
      </dsp:txBody>
      <dsp:txXfrm rot="10800000">
        <a:off x="1164120" y="1114517"/>
        <a:ext cx="2709285" cy="855654"/>
      </dsp:txXfrm>
    </dsp:sp>
    <dsp:sp modelId="{396A2CB6-3754-414D-A6DB-8475A2C44D75}">
      <dsp:nvSpPr>
        <dsp:cNvPr id="0" name=""/>
        <dsp:cNvSpPr/>
      </dsp:nvSpPr>
      <dsp:spPr>
        <a:xfrm>
          <a:off x="522380" y="1114517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C2448-0DD0-4039-A9EE-7E22E97E36D6}">
      <dsp:nvSpPr>
        <dsp:cNvPr id="0" name=""/>
        <dsp:cNvSpPr/>
      </dsp:nvSpPr>
      <dsp:spPr>
        <a:xfrm rot="10800000">
          <a:off x="950207" y="2225591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Полтавська битва.</a:t>
          </a:r>
          <a:endParaRPr lang="uk-UA" sz="1300" kern="1200" dirty="0"/>
        </a:p>
      </dsp:txBody>
      <dsp:txXfrm rot="10800000">
        <a:off x="1164120" y="2225591"/>
        <a:ext cx="2709285" cy="855654"/>
      </dsp:txXfrm>
    </dsp:sp>
    <dsp:sp modelId="{C28D0695-DC48-4664-8245-231AE45D5550}">
      <dsp:nvSpPr>
        <dsp:cNvPr id="0" name=""/>
        <dsp:cNvSpPr/>
      </dsp:nvSpPr>
      <dsp:spPr>
        <a:xfrm>
          <a:off x="522380" y="2225591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13F44-8D47-404E-BF8F-C741222EF9AF}">
      <dsp:nvSpPr>
        <dsp:cNvPr id="0" name=""/>
        <dsp:cNvSpPr/>
      </dsp:nvSpPr>
      <dsp:spPr>
        <a:xfrm rot="10800000">
          <a:off x="950207" y="3336664"/>
          <a:ext cx="2923198" cy="855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320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Утворення Малоросійської колегії на чолі з бригадиром С. </a:t>
          </a:r>
          <a:r>
            <a:rPr lang="uk-UA" sz="1300" b="0" i="0" kern="1200" dirty="0" err="1"/>
            <a:t>Вельяміновим</a:t>
          </a:r>
          <a:r>
            <a:rPr lang="uk-UA" sz="1300" b="0" i="0" kern="1200" dirty="0"/>
            <a:t>.</a:t>
          </a:r>
          <a:endParaRPr lang="uk-UA" sz="1300" kern="1200" dirty="0"/>
        </a:p>
      </dsp:txBody>
      <dsp:txXfrm rot="10800000">
        <a:off x="1164120" y="3336664"/>
        <a:ext cx="2709285" cy="855654"/>
      </dsp:txXfrm>
    </dsp:sp>
    <dsp:sp modelId="{C6D38957-5982-4B70-933B-69A1F1277E73}">
      <dsp:nvSpPr>
        <dsp:cNvPr id="0" name=""/>
        <dsp:cNvSpPr/>
      </dsp:nvSpPr>
      <dsp:spPr>
        <a:xfrm>
          <a:off x="522380" y="3336664"/>
          <a:ext cx="855654" cy="85565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05B62-7BEA-4D7A-BCD5-6FA714EC1D61}">
      <dsp:nvSpPr>
        <dsp:cNvPr id="0" name=""/>
        <dsp:cNvSpPr/>
      </dsp:nvSpPr>
      <dsp:spPr>
        <a:xfrm>
          <a:off x="-4743409" y="-727071"/>
          <a:ext cx="5649905" cy="56499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F597A9-DC24-4AF1-AEEF-155D4B06B432}">
      <dsp:nvSpPr>
        <dsp:cNvPr id="0" name=""/>
        <dsp:cNvSpPr/>
      </dsp:nvSpPr>
      <dsp:spPr>
        <a:xfrm>
          <a:off x="474755" y="322570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заснування Нової (Підпільненської) Січі</a:t>
          </a:r>
          <a:endParaRPr lang="uk-UA" sz="1300" kern="1200"/>
        </a:p>
      </dsp:txBody>
      <dsp:txXfrm>
        <a:off x="474755" y="322570"/>
        <a:ext cx="3863764" cy="645476"/>
      </dsp:txXfrm>
    </dsp:sp>
    <dsp:sp modelId="{66F11C1C-0E0C-432F-98C7-E7E52F34E17F}">
      <dsp:nvSpPr>
        <dsp:cNvPr id="0" name=""/>
        <dsp:cNvSpPr/>
      </dsp:nvSpPr>
      <dsp:spPr>
        <a:xfrm>
          <a:off x="71332" y="241885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BB65B-A752-4781-8C60-BB2AB0F22691}">
      <dsp:nvSpPr>
        <dsp:cNvPr id="0" name=""/>
        <dsp:cNvSpPr/>
      </dsp:nvSpPr>
      <dsp:spPr>
        <a:xfrm>
          <a:off x="844821" y="1290952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закріпачення селян Лівобережної та Слобідської України</a:t>
          </a:r>
          <a:endParaRPr lang="uk-UA" sz="1300" kern="1200" dirty="0"/>
        </a:p>
      </dsp:txBody>
      <dsp:txXfrm>
        <a:off x="844821" y="1290952"/>
        <a:ext cx="3493697" cy="645476"/>
      </dsp:txXfrm>
    </dsp:sp>
    <dsp:sp modelId="{2D342FFD-B4A3-4D03-95F4-1B517B961A32}">
      <dsp:nvSpPr>
        <dsp:cNvPr id="0" name=""/>
        <dsp:cNvSpPr/>
      </dsp:nvSpPr>
      <dsp:spPr>
        <a:xfrm>
          <a:off x="441398" y="1210267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DD38A-0C8D-49B3-87BE-6C3CB18F6DE4}">
      <dsp:nvSpPr>
        <dsp:cNvPr id="0" name=""/>
        <dsp:cNvSpPr/>
      </dsp:nvSpPr>
      <dsp:spPr>
        <a:xfrm>
          <a:off x="844821" y="2259334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ухвалення Конституції Пилипа Орлика</a:t>
          </a:r>
          <a:endParaRPr lang="uk-UA" sz="1300" kern="1200"/>
        </a:p>
      </dsp:txBody>
      <dsp:txXfrm>
        <a:off x="844821" y="2259334"/>
        <a:ext cx="3493697" cy="645476"/>
      </dsp:txXfrm>
    </dsp:sp>
    <dsp:sp modelId="{B268D62A-DFDA-4464-914D-B2FE4BB8EC19}">
      <dsp:nvSpPr>
        <dsp:cNvPr id="0" name=""/>
        <dsp:cNvSpPr/>
      </dsp:nvSpPr>
      <dsp:spPr>
        <a:xfrm>
          <a:off x="441398" y="2178649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A7C4B-32AB-4291-AA29-C253C7131979}">
      <dsp:nvSpPr>
        <dsp:cNvPr id="0" name=""/>
        <dsp:cNvSpPr/>
      </dsp:nvSpPr>
      <dsp:spPr>
        <a:xfrm>
          <a:off x="474755" y="3227716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початок Коліївщини</a:t>
          </a:r>
          <a:endParaRPr lang="uk-UA" sz="1300" kern="1200" dirty="0"/>
        </a:p>
      </dsp:txBody>
      <dsp:txXfrm>
        <a:off x="474755" y="3227716"/>
        <a:ext cx="3863764" cy="645476"/>
      </dsp:txXfrm>
    </dsp:sp>
    <dsp:sp modelId="{1E7DDEAF-6CDC-4307-9600-777B87A9FFE2}">
      <dsp:nvSpPr>
        <dsp:cNvPr id="0" name=""/>
        <dsp:cNvSpPr/>
      </dsp:nvSpPr>
      <dsp:spPr>
        <a:xfrm>
          <a:off x="71332" y="3147032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4DEFC-58F2-4C2E-A979-EC833196778C}">
      <dsp:nvSpPr>
        <dsp:cNvPr id="0" name=""/>
        <dsp:cNvSpPr/>
      </dsp:nvSpPr>
      <dsp:spPr>
        <a:xfrm>
          <a:off x="100012" y="0"/>
          <a:ext cx="4195763" cy="41957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687EE-081A-4A2A-A84C-CD0DE3CD8F94}">
      <dsp:nvSpPr>
        <dsp:cNvPr id="0" name=""/>
        <dsp:cNvSpPr/>
      </dsp:nvSpPr>
      <dsp:spPr>
        <a:xfrm>
          <a:off x="498609" y="398597"/>
          <a:ext cx="1636347" cy="16363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1774 р.</a:t>
          </a:r>
          <a:endParaRPr lang="uk-UA" sz="4100" kern="1200"/>
        </a:p>
      </dsp:txBody>
      <dsp:txXfrm>
        <a:off x="578489" y="478477"/>
        <a:ext cx="1476587" cy="1476587"/>
      </dsp:txXfrm>
    </dsp:sp>
    <dsp:sp modelId="{C8476A8E-89A5-4ACA-8A04-E59AA93294C5}">
      <dsp:nvSpPr>
        <dsp:cNvPr id="0" name=""/>
        <dsp:cNvSpPr/>
      </dsp:nvSpPr>
      <dsp:spPr>
        <a:xfrm>
          <a:off x="2260829" y="398597"/>
          <a:ext cx="1636347" cy="16363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1768 р.</a:t>
          </a:r>
          <a:endParaRPr lang="uk-UA" sz="4100" kern="1200"/>
        </a:p>
      </dsp:txBody>
      <dsp:txXfrm>
        <a:off x="2340709" y="478477"/>
        <a:ext cx="1476587" cy="1476587"/>
      </dsp:txXfrm>
    </dsp:sp>
    <dsp:sp modelId="{CD049095-85FE-493D-9BDC-8188C0232996}">
      <dsp:nvSpPr>
        <dsp:cNvPr id="0" name=""/>
        <dsp:cNvSpPr/>
      </dsp:nvSpPr>
      <dsp:spPr>
        <a:xfrm>
          <a:off x="498609" y="2160817"/>
          <a:ext cx="1636347" cy="16363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1783 р.</a:t>
          </a:r>
          <a:endParaRPr lang="uk-UA" sz="4100" kern="1200" dirty="0"/>
        </a:p>
      </dsp:txBody>
      <dsp:txXfrm>
        <a:off x="578489" y="2240697"/>
        <a:ext cx="1476587" cy="1476587"/>
      </dsp:txXfrm>
    </dsp:sp>
    <dsp:sp modelId="{5FC15C5C-581A-4147-83D9-7D7BA03AFBC5}">
      <dsp:nvSpPr>
        <dsp:cNvPr id="0" name=""/>
        <dsp:cNvSpPr/>
      </dsp:nvSpPr>
      <dsp:spPr>
        <a:xfrm>
          <a:off x="2260829" y="2160817"/>
          <a:ext cx="1636347" cy="16363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1787 р.</a:t>
          </a:r>
          <a:endParaRPr lang="uk-UA" sz="4100" kern="1200" dirty="0"/>
        </a:p>
      </dsp:txBody>
      <dsp:txXfrm>
        <a:off x="2340709" y="2240697"/>
        <a:ext cx="1476587" cy="1476587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2BFBD-E182-45F7-BD13-806AB6686DD4}">
      <dsp:nvSpPr>
        <dsp:cNvPr id="0" name=""/>
        <dsp:cNvSpPr/>
      </dsp:nvSpPr>
      <dsp:spPr>
        <a:xfrm>
          <a:off x="0" y="322402"/>
          <a:ext cx="4395788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І. Мазепу</a:t>
          </a:r>
          <a:endParaRPr lang="uk-UA" sz="3400" kern="1200" dirty="0"/>
        </a:p>
      </dsp:txBody>
      <dsp:txXfrm>
        <a:off x="39809" y="362211"/>
        <a:ext cx="4316170" cy="735872"/>
      </dsp:txXfrm>
    </dsp:sp>
    <dsp:sp modelId="{D0589AE3-5783-4CE6-9727-5181C1694883}">
      <dsp:nvSpPr>
        <dsp:cNvPr id="0" name=""/>
        <dsp:cNvSpPr/>
      </dsp:nvSpPr>
      <dsp:spPr>
        <a:xfrm>
          <a:off x="0" y="1235812"/>
          <a:ext cx="4395788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І. Скоропадського</a:t>
          </a:r>
          <a:endParaRPr lang="uk-UA" sz="3400" kern="1200"/>
        </a:p>
      </dsp:txBody>
      <dsp:txXfrm>
        <a:off x="39809" y="1275621"/>
        <a:ext cx="4316170" cy="735872"/>
      </dsp:txXfrm>
    </dsp:sp>
    <dsp:sp modelId="{3754D2B8-0A39-4DCC-A4CC-3F781C62A2F5}">
      <dsp:nvSpPr>
        <dsp:cNvPr id="0" name=""/>
        <dsp:cNvSpPr/>
      </dsp:nvSpPr>
      <dsp:spPr>
        <a:xfrm>
          <a:off x="0" y="2149222"/>
          <a:ext cx="4395788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П. Полуботка</a:t>
          </a:r>
          <a:endParaRPr lang="uk-UA" sz="3400" kern="1200"/>
        </a:p>
      </dsp:txBody>
      <dsp:txXfrm>
        <a:off x="39809" y="2189031"/>
        <a:ext cx="4316170" cy="735872"/>
      </dsp:txXfrm>
    </dsp:sp>
    <dsp:sp modelId="{EFD9C6A1-E14F-4AE5-B68E-8D1B9CAFFC6F}">
      <dsp:nvSpPr>
        <dsp:cNvPr id="0" name=""/>
        <dsp:cNvSpPr/>
      </dsp:nvSpPr>
      <dsp:spPr>
        <a:xfrm>
          <a:off x="0" y="3062632"/>
          <a:ext cx="4395788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Д. Апостола</a:t>
          </a:r>
          <a:endParaRPr lang="uk-UA" sz="3400" kern="1200" dirty="0"/>
        </a:p>
      </dsp:txBody>
      <dsp:txXfrm>
        <a:off x="39809" y="3102441"/>
        <a:ext cx="4316170" cy="735872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D4163-5154-4B4F-8E28-BC38B088A410}">
      <dsp:nvSpPr>
        <dsp:cNvPr id="0" name=""/>
        <dsp:cNvSpPr/>
      </dsp:nvSpPr>
      <dsp:spPr>
        <a:xfrm>
          <a:off x="0" y="62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1722-1727 рр.</a:t>
          </a:r>
          <a:endParaRPr lang="uk-UA" sz="4000" kern="1200"/>
        </a:p>
      </dsp:txBody>
      <dsp:txXfrm>
        <a:off x="46834" y="53115"/>
        <a:ext cx="4302119" cy="865732"/>
      </dsp:txXfrm>
    </dsp:sp>
    <dsp:sp modelId="{E4F8AB1B-ECE5-4D08-B12C-452FDF5DF123}">
      <dsp:nvSpPr>
        <dsp:cNvPr id="0" name=""/>
        <dsp:cNvSpPr/>
      </dsp:nvSpPr>
      <dsp:spPr>
        <a:xfrm>
          <a:off x="0" y="10808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1734-1750 </a:t>
          </a:r>
          <a:r>
            <a:rPr lang="ru-RU" sz="4000" b="0" i="0" kern="1200" dirty="0" err="1"/>
            <a:t>рр</a:t>
          </a:r>
          <a:r>
            <a:rPr lang="ru-RU" sz="4000" b="0" i="0" kern="1200" dirty="0"/>
            <a:t>.</a:t>
          </a:r>
          <a:endParaRPr lang="uk-UA" sz="4000" kern="1200" dirty="0"/>
        </a:p>
      </dsp:txBody>
      <dsp:txXfrm>
        <a:off x="46834" y="1127715"/>
        <a:ext cx="4302119" cy="865732"/>
      </dsp:txXfrm>
    </dsp:sp>
    <dsp:sp modelId="{DCD5BF39-21C7-428B-8F06-7B50D603C80F}">
      <dsp:nvSpPr>
        <dsp:cNvPr id="0" name=""/>
        <dsp:cNvSpPr/>
      </dsp:nvSpPr>
      <dsp:spPr>
        <a:xfrm>
          <a:off x="0" y="21554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1750-1764 </a:t>
          </a:r>
          <a:r>
            <a:rPr lang="ru-RU" sz="4000" b="0" i="0" kern="1200" dirty="0" err="1"/>
            <a:t>рр</a:t>
          </a:r>
          <a:r>
            <a:rPr lang="ru-RU" sz="4000" b="0" i="0" kern="1200" dirty="0"/>
            <a:t>.</a:t>
          </a:r>
          <a:endParaRPr lang="uk-UA" sz="4000" kern="1200" dirty="0"/>
        </a:p>
      </dsp:txBody>
      <dsp:txXfrm>
        <a:off x="46834" y="2202315"/>
        <a:ext cx="4302119" cy="865732"/>
      </dsp:txXfrm>
    </dsp:sp>
    <dsp:sp modelId="{666F7D30-F341-4D0A-95AD-FB855BC937E2}">
      <dsp:nvSpPr>
        <dsp:cNvPr id="0" name=""/>
        <dsp:cNvSpPr/>
      </dsp:nvSpPr>
      <dsp:spPr>
        <a:xfrm>
          <a:off x="0" y="32300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1764-1775 </a:t>
          </a:r>
          <a:r>
            <a:rPr lang="ru-RU" sz="4000" b="0" i="0" kern="1200" dirty="0" err="1"/>
            <a:t>рр</a:t>
          </a:r>
          <a:r>
            <a:rPr lang="ru-RU" sz="4000" b="0" i="0" kern="1200" dirty="0"/>
            <a:t>.</a:t>
          </a:r>
          <a:endParaRPr lang="uk-UA" sz="4000" kern="1200" dirty="0"/>
        </a:p>
      </dsp:txBody>
      <dsp:txXfrm>
        <a:off x="46834" y="3276915"/>
        <a:ext cx="4302119" cy="865732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F8CB88-7A5E-40DC-862F-33A9DD2696A4}">
      <dsp:nvSpPr>
        <dsp:cNvPr id="0" name=""/>
        <dsp:cNvSpPr/>
      </dsp:nvSpPr>
      <dsp:spPr>
        <a:xfrm>
          <a:off x="0" y="44621"/>
          <a:ext cx="4395787" cy="2028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«…вирішили Ми взяти під державу Російську півострів Кримський... Сповіщаючи мешканців тих місць цим Нашим Маніфестом про таку переміну їхнього буття, обіцяємо ставитися до них нарівні з іншими Нашими підданими…»</a:t>
          </a:r>
          <a:endParaRPr lang="uk-UA" sz="1700" kern="1200" dirty="0"/>
        </a:p>
      </dsp:txBody>
      <dsp:txXfrm>
        <a:off x="99037" y="143658"/>
        <a:ext cx="4197713" cy="1830705"/>
      </dsp:txXfrm>
    </dsp:sp>
    <dsp:sp modelId="{24CF6087-54A7-4B74-AEEA-00AA73B4238C}">
      <dsp:nvSpPr>
        <dsp:cNvPr id="0" name=""/>
        <dsp:cNvSpPr/>
      </dsp:nvSpPr>
      <dsp:spPr>
        <a:xfrm>
          <a:off x="0" y="2122361"/>
          <a:ext cx="4395787" cy="2028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«На початку року граф П. </a:t>
          </a:r>
          <a:r>
            <a:rPr lang="uk-UA" sz="1700" b="0" i="1" kern="1200" dirty="0" err="1"/>
            <a:t>Рум’янцев</a:t>
          </a:r>
          <a:r>
            <a:rPr lang="uk-UA" sz="1700" b="0" i="1" kern="1200" dirty="0"/>
            <a:t> прибув у Глухів. Першим його кроком стало проведення ревізії людей, худоби, землі, споруд. Її результати, узагальнені майже в тисячі томах, отримали назву «Генерального опису Малоросії».</a:t>
          </a:r>
          <a:endParaRPr lang="uk-UA" sz="1700" kern="1200" dirty="0"/>
        </a:p>
      </dsp:txBody>
      <dsp:txXfrm>
        <a:off x="99037" y="2221398"/>
        <a:ext cx="4197713" cy="1830705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A1AF8-CCD0-4A07-92EF-2C9E7BFE2643}">
      <dsp:nvSpPr>
        <dsp:cNvPr id="0" name=""/>
        <dsp:cNvSpPr/>
      </dsp:nvSpPr>
      <dsp:spPr>
        <a:xfrm>
          <a:off x="0" y="51975"/>
          <a:ext cx="4395788" cy="2023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«Ми захотіли… оголосити всім вірнопідданим, що Запорозька Січ остаточно зруйнована, з викоріненням на майбутнє назви запорозьких козаків за образу імператорської величності…»</a:t>
          </a:r>
          <a:endParaRPr lang="uk-UA" sz="1700" kern="1200" dirty="0"/>
        </a:p>
      </dsp:txBody>
      <dsp:txXfrm>
        <a:off x="98794" y="150769"/>
        <a:ext cx="4198200" cy="1826219"/>
      </dsp:txXfrm>
    </dsp:sp>
    <dsp:sp modelId="{98CA0DD0-6EC9-4C41-8155-05606008886C}">
      <dsp:nvSpPr>
        <dsp:cNvPr id="0" name=""/>
        <dsp:cNvSpPr/>
      </dsp:nvSpPr>
      <dsp:spPr>
        <a:xfrm>
          <a:off x="0" y="2124742"/>
          <a:ext cx="4395788" cy="2023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«…За кілька днів після приєднання козацького головнокомандувача Мазепи до шведів князь Меншиков на чолі війська пішов на Батурин, резиденцію гетьмана… Здобувши місто силою, князь віддав усе живе мечу й вогню…»</a:t>
          </a:r>
          <a:endParaRPr lang="uk-UA" sz="1700" kern="1200" dirty="0"/>
        </a:p>
      </dsp:txBody>
      <dsp:txXfrm>
        <a:off x="98794" y="2223536"/>
        <a:ext cx="4198200" cy="1826219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C6B403-3F4F-4285-908E-9FD8B31BDBEA}">
      <dsp:nvSpPr>
        <dsp:cNvPr id="0" name=""/>
        <dsp:cNvSpPr/>
      </dsp:nvSpPr>
      <dsp:spPr>
        <a:xfrm>
          <a:off x="0" y="350662"/>
          <a:ext cx="4395788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передану Річчю Посполитою Османській імперії за умовами Бучацького договору (1672 р.).</a:t>
          </a:r>
          <a:endParaRPr lang="uk-UA" sz="1500" kern="1200"/>
        </a:p>
      </dsp:txBody>
      <dsp:txXfrm>
        <a:off x="41123" y="391785"/>
        <a:ext cx="4313542" cy="760154"/>
      </dsp:txXfrm>
    </dsp:sp>
    <dsp:sp modelId="{CA9E8EE6-B96C-4F63-BB9B-CC53B09042F0}">
      <dsp:nvSpPr>
        <dsp:cNvPr id="0" name=""/>
        <dsp:cNvSpPr/>
      </dsp:nvSpPr>
      <dsp:spPr>
        <a:xfrm>
          <a:off x="0" y="1236262"/>
          <a:ext cx="4395788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уключену до складу Речі Посполитої за умовами «Вічного миру» (1686 р.).</a:t>
          </a:r>
          <a:endParaRPr lang="uk-UA" sz="1500" kern="1200" dirty="0"/>
        </a:p>
      </dsp:txBody>
      <dsp:txXfrm>
        <a:off x="41123" y="1277385"/>
        <a:ext cx="4313542" cy="760154"/>
      </dsp:txXfrm>
    </dsp:sp>
    <dsp:sp modelId="{CD5F49FD-E90E-49AC-BD71-B533CCAB492E}">
      <dsp:nvSpPr>
        <dsp:cNvPr id="0" name=""/>
        <dsp:cNvSpPr/>
      </dsp:nvSpPr>
      <dsp:spPr>
        <a:xfrm>
          <a:off x="0" y="2121862"/>
          <a:ext cx="4395788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приєднану до володінь Австрійської монархії Габсбургів за результатами першого поділу Речі Посполитої (1772 р.).</a:t>
          </a:r>
          <a:endParaRPr lang="uk-UA" sz="1500" kern="1200" dirty="0"/>
        </a:p>
      </dsp:txBody>
      <dsp:txXfrm>
        <a:off x="41123" y="2162985"/>
        <a:ext cx="4313542" cy="760154"/>
      </dsp:txXfrm>
    </dsp:sp>
    <dsp:sp modelId="{1844AC3D-DEF8-49EC-A964-4BD28EC85CA9}">
      <dsp:nvSpPr>
        <dsp:cNvPr id="0" name=""/>
        <dsp:cNvSpPr/>
      </dsp:nvSpPr>
      <dsp:spPr>
        <a:xfrm>
          <a:off x="0" y="3007462"/>
          <a:ext cx="4395788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уключену до складу Російської імперії за результатами третього поділу Речі Посполитої (1795 р.).</a:t>
          </a:r>
          <a:endParaRPr lang="uk-UA" sz="1500" kern="1200" dirty="0"/>
        </a:p>
      </dsp:txBody>
      <dsp:txXfrm>
        <a:off x="41123" y="3048585"/>
        <a:ext cx="4313542" cy="760154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E97C8-9341-4743-A7F3-7B9CCAA2062B}">
      <dsp:nvSpPr>
        <dsp:cNvPr id="0" name=""/>
        <dsp:cNvSpPr/>
      </dsp:nvSpPr>
      <dsp:spPr>
        <a:xfrm>
          <a:off x="0" y="62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1764-1812 рр.</a:t>
          </a:r>
          <a:endParaRPr lang="uk-UA" sz="4000" kern="1200"/>
        </a:p>
      </dsp:txBody>
      <dsp:txXfrm>
        <a:off x="46834" y="53115"/>
        <a:ext cx="4302119" cy="865732"/>
      </dsp:txXfrm>
    </dsp:sp>
    <dsp:sp modelId="{6BE77C45-AF92-4161-8154-17334627858A}">
      <dsp:nvSpPr>
        <dsp:cNvPr id="0" name=""/>
        <dsp:cNvSpPr/>
      </dsp:nvSpPr>
      <dsp:spPr>
        <a:xfrm>
          <a:off x="0" y="10808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1775-1829 </a:t>
          </a:r>
          <a:r>
            <a:rPr lang="ru-RU" sz="4000" b="0" i="0" kern="1200" dirty="0" err="1"/>
            <a:t>рр</a:t>
          </a:r>
          <a:r>
            <a:rPr lang="ru-RU" sz="4000" b="0" i="0" kern="1200" dirty="0"/>
            <a:t>.</a:t>
          </a:r>
          <a:endParaRPr lang="uk-UA" sz="4000" kern="1200" dirty="0"/>
        </a:p>
      </dsp:txBody>
      <dsp:txXfrm>
        <a:off x="46834" y="1127715"/>
        <a:ext cx="4302119" cy="865732"/>
      </dsp:txXfrm>
    </dsp:sp>
    <dsp:sp modelId="{5612B62D-CC70-424B-88E0-5EDB3C376232}">
      <dsp:nvSpPr>
        <dsp:cNvPr id="0" name=""/>
        <dsp:cNvSpPr/>
      </dsp:nvSpPr>
      <dsp:spPr>
        <a:xfrm>
          <a:off x="0" y="21554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1783-1861 рр.</a:t>
          </a:r>
          <a:endParaRPr lang="uk-UA" sz="4000" kern="1200"/>
        </a:p>
      </dsp:txBody>
      <dsp:txXfrm>
        <a:off x="46834" y="2202315"/>
        <a:ext cx="4302119" cy="865732"/>
      </dsp:txXfrm>
    </dsp:sp>
    <dsp:sp modelId="{2D66A4CE-6AB7-4EF8-AC5F-350434AFA264}">
      <dsp:nvSpPr>
        <dsp:cNvPr id="0" name=""/>
        <dsp:cNvSpPr/>
      </dsp:nvSpPr>
      <dsp:spPr>
        <a:xfrm>
          <a:off x="0" y="3230081"/>
          <a:ext cx="439578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1772-1864 </a:t>
          </a:r>
          <a:r>
            <a:rPr lang="ru-RU" sz="4000" b="0" i="0" kern="1200" dirty="0" err="1"/>
            <a:t>рр</a:t>
          </a:r>
          <a:r>
            <a:rPr lang="ru-RU" sz="4000" b="0" i="0" kern="1200" dirty="0"/>
            <a:t>.</a:t>
          </a:r>
          <a:endParaRPr lang="uk-UA" sz="4000" kern="1200" dirty="0"/>
        </a:p>
      </dsp:txBody>
      <dsp:txXfrm>
        <a:off x="46834" y="3276915"/>
        <a:ext cx="4302119" cy="865732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6A16B-73B4-4126-A096-994FCCDB3546}">
      <dsp:nvSpPr>
        <dsp:cNvPr id="0" name=""/>
        <dsp:cNvSpPr/>
      </dsp:nvSpPr>
      <dsp:spPr>
        <a:xfrm>
          <a:off x="0" y="26489"/>
          <a:ext cx="4395787" cy="13444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запровадження кріпацтва</a:t>
          </a:r>
          <a:endParaRPr lang="uk-UA" sz="1900" kern="1200"/>
        </a:p>
      </dsp:txBody>
      <dsp:txXfrm>
        <a:off x="65631" y="92120"/>
        <a:ext cx="4264525" cy="1213186"/>
      </dsp:txXfrm>
    </dsp:sp>
    <dsp:sp modelId="{342780D9-E7BA-4987-B388-8899D7D799C4}">
      <dsp:nvSpPr>
        <dsp:cNvPr id="0" name=""/>
        <dsp:cNvSpPr/>
      </dsp:nvSpPr>
      <dsp:spPr>
        <a:xfrm>
          <a:off x="0" y="1425657"/>
          <a:ext cx="4395787" cy="13444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початок </a:t>
          </a:r>
          <a:r>
            <a:rPr lang="ru-RU" sz="1900" b="0" i="0" kern="1200" dirty="0" err="1"/>
            <a:t>промислового</a:t>
          </a:r>
          <a:r>
            <a:rPr lang="ru-RU" sz="1900" b="0" i="0" kern="1200" dirty="0"/>
            <a:t> перевороту</a:t>
          </a:r>
          <a:endParaRPr lang="uk-UA" sz="1900" kern="1200" dirty="0"/>
        </a:p>
      </dsp:txBody>
      <dsp:txXfrm>
        <a:off x="65631" y="1491288"/>
        <a:ext cx="4264525" cy="1213186"/>
      </dsp:txXfrm>
    </dsp:sp>
    <dsp:sp modelId="{20C263C6-7C2A-4696-9AF1-5CC065432CFA}">
      <dsp:nvSpPr>
        <dsp:cNvPr id="0" name=""/>
        <dsp:cNvSpPr/>
      </dsp:nvSpPr>
      <dsp:spPr>
        <a:xfrm>
          <a:off x="0" y="2824825"/>
          <a:ext cx="4395787" cy="13444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поширення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дворянського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землеволодіння</a:t>
          </a:r>
          <a:r>
            <a:rPr lang="ru-RU" sz="1900" b="0" i="0" kern="1200" dirty="0"/>
            <a:t> на </a:t>
          </a:r>
          <a:r>
            <a:rPr lang="ru-RU" sz="1900" b="0" i="0" kern="1200" dirty="0" err="1"/>
            <a:t>землі</a:t>
          </a:r>
          <a:r>
            <a:rPr lang="ru-RU" sz="1900" b="0" i="0" kern="1200" dirty="0"/>
            <a:t> Вольностей </a:t>
          </a:r>
          <a:r>
            <a:rPr lang="ru-RU" sz="1900" b="0" i="0" kern="1200" dirty="0" err="1"/>
            <a:t>Війська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Запорозького</a:t>
          </a:r>
          <a:r>
            <a:rPr lang="ru-RU" sz="1900" b="0" i="0" kern="1200" dirty="0"/>
            <a:t> Низового</a:t>
          </a:r>
          <a:endParaRPr lang="uk-UA" sz="1900" kern="1200" dirty="0"/>
        </a:p>
      </dsp:txBody>
      <dsp:txXfrm>
        <a:off x="65631" y="2890456"/>
        <a:ext cx="4264525" cy="1213186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25A178-3C50-48FB-A119-33C9E3EE251D}">
      <dsp:nvSpPr>
        <dsp:cNvPr id="0" name=""/>
        <dsp:cNvSpPr/>
      </dsp:nvSpPr>
      <dsp:spPr>
        <a:xfrm>
          <a:off x="0" y="8639"/>
          <a:ext cx="4395788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ліквідація фільваркового господарства</a:t>
          </a:r>
          <a:endParaRPr lang="uk-UA" sz="1800" kern="1200"/>
        </a:p>
      </dsp:txBody>
      <dsp:txXfrm>
        <a:off x="49154" y="57793"/>
        <a:ext cx="4297480" cy="908623"/>
      </dsp:txXfrm>
    </dsp:sp>
    <dsp:sp modelId="{12F79A26-0FD5-4A21-B3D2-273606BE2A8B}">
      <dsp:nvSpPr>
        <dsp:cNvPr id="0" name=""/>
        <dsp:cNvSpPr/>
      </dsp:nvSpPr>
      <dsp:spPr>
        <a:xfrm>
          <a:off x="0" y="1022130"/>
          <a:ext cx="4395788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ліквідація чумацьких промислів</a:t>
          </a:r>
          <a:endParaRPr lang="uk-UA" sz="1800" kern="1200"/>
        </a:p>
      </dsp:txBody>
      <dsp:txXfrm>
        <a:off x="49154" y="1071284"/>
        <a:ext cx="4297480" cy="908623"/>
      </dsp:txXfrm>
    </dsp:sp>
    <dsp:sp modelId="{B2AD9D67-BCBF-43D3-A2D2-5AB496DD896B}">
      <dsp:nvSpPr>
        <dsp:cNvPr id="0" name=""/>
        <dsp:cNvSpPr/>
      </dsp:nvSpPr>
      <dsp:spPr>
        <a:xfrm>
          <a:off x="0" y="2126182"/>
          <a:ext cx="4395788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зрівняння в правах козацької старшини з російським дворянством</a:t>
          </a:r>
          <a:endParaRPr lang="uk-UA" sz="1800" kern="1200" dirty="0"/>
        </a:p>
      </dsp:txBody>
      <dsp:txXfrm>
        <a:off x="49154" y="2175336"/>
        <a:ext cx="4297480" cy="908623"/>
      </dsp:txXfrm>
    </dsp:sp>
    <dsp:sp modelId="{E5866C37-D2B7-4AA5-8D31-8F2530628840}">
      <dsp:nvSpPr>
        <dsp:cNvPr id="0" name=""/>
        <dsp:cNvSpPr/>
      </dsp:nvSpPr>
      <dsp:spPr>
        <a:xfrm>
          <a:off x="0" y="3184953"/>
          <a:ext cx="4395788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скасування общинного землеволодіння</a:t>
          </a:r>
          <a:endParaRPr lang="uk-UA" sz="1800" kern="1200" dirty="0"/>
        </a:p>
      </dsp:txBody>
      <dsp:txXfrm>
        <a:off x="49154" y="3234107"/>
        <a:ext cx="4297480" cy="908623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F3A52-E9AE-4F19-A3AA-58B245F40374}">
      <dsp:nvSpPr>
        <dsp:cNvPr id="0" name=""/>
        <dsp:cNvSpPr/>
      </dsp:nvSpPr>
      <dsp:spPr>
        <a:xfrm rot="5400000">
          <a:off x="1308925" y="693610"/>
          <a:ext cx="3360420" cy="281330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4600" b="0" i="0" kern="1200" dirty="0"/>
            <a:t>1</a:t>
          </a:r>
          <a:endParaRPr lang="uk-UA" sz="4600" kern="1200" dirty="0"/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4600" b="0" i="0" kern="1200" dirty="0"/>
            <a:t>2</a:t>
          </a:r>
          <a:endParaRPr lang="uk-UA" sz="4600" kern="1200" dirty="0"/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4600" b="0" i="0" kern="1200" dirty="0"/>
            <a:t>3</a:t>
          </a:r>
          <a:endParaRPr lang="uk-UA" sz="4600" kern="1200" dirty="0"/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4600" b="0" i="0" kern="1200" dirty="0"/>
            <a:t>4</a:t>
          </a:r>
          <a:endParaRPr lang="uk-UA" sz="4600" kern="1200" dirty="0"/>
        </a:p>
      </dsp:txBody>
      <dsp:txXfrm rot="-5400000">
        <a:off x="1582483" y="557386"/>
        <a:ext cx="2675970" cy="3085752"/>
      </dsp:txXfrm>
    </dsp:sp>
    <dsp:sp modelId="{87AF2DDE-09B3-4FAE-A49E-02E0FE71910E}">
      <dsp:nvSpPr>
        <dsp:cNvPr id="0" name=""/>
        <dsp:cNvSpPr/>
      </dsp:nvSpPr>
      <dsp:spPr>
        <a:xfrm>
          <a:off x="0" y="0"/>
          <a:ext cx="1582483" cy="4200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Якою</a:t>
          </a:r>
          <a:r>
            <a:rPr lang="ru-RU" sz="1800" kern="1200" dirty="0"/>
            <a:t> цифрою </a:t>
          </a:r>
          <a:r>
            <a:rPr lang="ru-RU" sz="1800" kern="1200" dirty="0" err="1"/>
            <a:t>позначено</a:t>
          </a:r>
          <a:r>
            <a:rPr lang="ru-RU" sz="1800" kern="1200" dirty="0"/>
            <a:t> </a:t>
          </a:r>
          <a:r>
            <a:rPr lang="ru-RU" sz="1800" kern="1200" dirty="0" err="1"/>
            <a:t>регіон</a:t>
          </a:r>
          <a:r>
            <a:rPr lang="ru-RU" sz="1800" kern="1200" dirty="0"/>
            <a:t>, </a:t>
          </a:r>
          <a:r>
            <a:rPr lang="ru-RU" sz="1800" kern="1200" dirty="0" err="1"/>
            <a:t>що</a:t>
          </a:r>
          <a:r>
            <a:rPr lang="ru-RU" sz="1800" kern="1200" dirty="0"/>
            <a:t> НЕ ВХОДИВ до складу </a:t>
          </a:r>
          <a:r>
            <a:rPr lang="ru-RU" sz="1800" kern="1200" dirty="0" err="1"/>
            <a:t>Речі</a:t>
          </a:r>
          <a:r>
            <a:rPr lang="ru-RU" sz="1800" kern="1200" dirty="0"/>
            <a:t> </a:t>
          </a:r>
          <a:r>
            <a:rPr lang="ru-RU" sz="1800" kern="1200" dirty="0" err="1"/>
            <a:t>Посполитої</a:t>
          </a:r>
          <a:r>
            <a:rPr lang="ru-RU" sz="1800" kern="1200" dirty="0"/>
            <a:t> </a:t>
          </a:r>
          <a:r>
            <a:rPr lang="ru-RU" sz="1800" kern="1200" dirty="0" err="1"/>
            <a:t>впродовж</a:t>
          </a:r>
          <a:r>
            <a:rPr lang="ru-RU" sz="1800" kern="1200" dirty="0"/>
            <a:t> 1569–1795 </a:t>
          </a:r>
          <a:r>
            <a:rPr lang="ru-RU" sz="1800" kern="1200" dirty="0" err="1"/>
            <a:t>рр</a:t>
          </a:r>
          <a:r>
            <a:rPr lang="ru-RU" sz="1800" kern="1200" dirty="0"/>
            <a:t>.?</a:t>
          </a:r>
          <a:endParaRPr lang="uk-UA" sz="1800" kern="1200" dirty="0"/>
        </a:p>
      </dsp:txBody>
      <dsp:txXfrm>
        <a:off x="77250" y="77250"/>
        <a:ext cx="1427983" cy="4046025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520443-64C1-46E5-8D1C-7ACA0173011C}">
      <dsp:nvSpPr>
        <dsp:cNvPr id="0" name=""/>
        <dsp:cNvSpPr/>
      </dsp:nvSpPr>
      <dsp:spPr>
        <a:xfrm>
          <a:off x="-4748797" y="-727890"/>
          <a:ext cx="5656305" cy="56563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1156F2-0022-4100-873A-97F8815F3D43}">
      <dsp:nvSpPr>
        <dsp:cNvPr id="0" name=""/>
        <dsp:cNvSpPr/>
      </dsp:nvSpPr>
      <dsp:spPr>
        <a:xfrm>
          <a:off x="475283" y="322936"/>
          <a:ext cx="3863161" cy="646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92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Василя Липківського.</a:t>
          </a:r>
          <a:endParaRPr lang="uk-UA" sz="1900" kern="1200"/>
        </a:p>
      </dsp:txBody>
      <dsp:txXfrm>
        <a:off x="475283" y="322936"/>
        <a:ext cx="3863161" cy="646208"/>
      </dsp:txXfrm>
    </dsp:sp>
    <dsp:sp modelId="{566CE960-BCC7-4FAB-AD17-100B12867B1F}">
      <dsp:nvSpPr>
        <dsp:cNvPr id="0" name=""/>
        <dsp:cNvSpPr/>
      </dsp:nvSpPr>
      <dsp:spPr>
        <a:xfrm>
          <a:off x="71403" y="242160"/>
          <a:ext cx="807760" cy="8077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F1190-3819-46FC-9B25-CDB70EE35019}">
      <dsp:nvSpPr>
        <dsp:cNvPr id="0" name=""/>
        <dsp:cNvSpPr/>
      </dsp:nvSpPr>
      <dsp:spPr>
        <a:xfrm>
          <a:off x="845770" y="1292417"/>
          <a:ext cx="3492675" cy="646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92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Петра Могили.</a:t>
          </a:r>
          <a:endParaRPr lang="uk-UA" sz="1900" kern="1200"/>
        </a:p>
      </dsp:txBody>
      <dsp:txXfrm>
        <a:off x="845770" y="1292417"/>
        <a:ext cx="3492675" cy="646208"/>
      </dsp:txXfrm>
    </dsp:sp>
    <dsp:sp modelId="{F222CA7A-639A-454F-857E-71B91651E685}">
      <dsp:nvSpPr>
        <dsp:cNvPr id="0" name=""/>
        <dsp:cNvSpPr/>
      </dsp:nvSpPr>
      <dsp:spPr>
        <a:xfrm>
          <a:off x="441889" y="1211641"/>
          <a:ext cx="807760" cy="8077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7AE53-7795-4C2C-9C3D-59A2919F947F}">
      <dsp:nvSpPr>
        <dsp:cNvPr id="0" name=""/>
        <dsp:cNvSpPr/>
      </dsp:nvSpPr>
      <dsp:spPr>
        <a:xfrm>
          <a:off x="845770" y="2261898"/>
          <a:ext cx="3492675" cy="646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92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Феофана Прокоповича.</a:t>
          </a:r>
          <a:endParaRPr lang="uk-UA" sz="1900" kern="1200" dirty="0"/>
        </a:p>
      </dsp:txBody>
      <dsp:txXfrm>
        <a:off x="845770" y="2261898"/>
        <a:ext cx="3492675" cy="646208"/>
      </dsp:txXfrm>
    </dsp:sp>
    <dsp:sp modelId="{2E24B776-2A9D-42AB-A981-F8042C79A1EA}">
      <dsp:nvSpPr>
        <dsp:cNvPr id="0" name=""/>
        <dsp:cNvSpPr/>
      </dsp:nvSpPr>
      <dsp:spPr>
        <a:xfrm>
          <a:off x="441889" y="2181122"/>
          <a:ext cx="807760" cy="8077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9379B-CF11-4D86-8DEA-4573EAE06229}">
      <dsp:nvSpPr>
        <dsp:cNvPr id="0" name=""/>
        <dsp:cNvSpPr/>
      </dsp:nvSpPr>
      <dsp:spPr>
        <a:xfrm>
          <a:off x="475283" y="3231379"/>
          <a:ext cx="3863161" cy="646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928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Андрея </a:t>
          </a:r>
          <a:r>
            <a:rPr lang="ru-RU" sz="1900" b="0" i="0" kern="1200" dirty="0" err="1"/>
            <a:t>Шептицького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475283" y="3231379"/>
        <a:ext cx="3863161" cy="646208"/>
      </dsp:txXfrm>
    </dsp:sp>
    <dsp:sp modelId="{428617B5-8B79-496C-92A7-122F92C864B5}">
      <dsp:nvSpPr>
        <dsp:cNvPr id="0" name=""/>
        <dsp:cNvSpPr/>
      </dsp:nvSpPr>
      <dsp:spPr>
        <a:xfrm>
          <a:off x="71403" y="3150603"/>
          <a:ext cx="807760" cy="8077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72F27-1D1F-47F9-941C-805F089ED8C3}">
      <dsp:nvSpPr>
        <dsp:cNvPr id="0" name=""/>
        <dsp:cNvSpPr/>
      </dsp:nvSpPr>
      <dsp:spPr>
        <a:xfrm>
          <a:off x="0" y="422662"/>
          <a:ext cx="439578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Троїцьку соборну церкву в Новомосковську</a:t>
          </a:r>
          <a:endParaRPr lang="uk-UA" sz="2000" kern="1200"/>
        </a:p>
      </dsp:txBody>
      <dsp:txXfrm>
        <a:off x="38838" y="461500"/>
        <a:ext cx="4318112" cy="717924"/>
      </dsp:txXfrm>
    </dsp:sp>
    <dsp:sp modelId="{A34F78BD-C4A0-4831-8E15-0C4BB575AC5C}">
      <dsp:nvSpPr>
        <dsp:cNvPr id="0" name=""/>
        <dsp:cNvSpPr/>
      </dsp:nvSpPr>
      <dsp:spPr>
        <a:xfrm>
          <a:off x="0" y="1275862"/>
          <a:ext cx="439578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Георгіївську</a:t>
          </a:r>
          <a:r>
            <a:rPr lang="ru-RU" sz="2000" b="0" i="0" kern="1200" dirty="0"/>
            <a:t> церкву </a:t>
          </a:r>
          <a:r>
            <a:rPr lang="ru-RU" sz="2000" b="0" i="0" kern="1200" dirty="0" err="1"/>
            <a:t>Видубицького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монастиря</a:t>
          </a:r>
          <a:r>
            <a:rPr lang="ru-RU" sz="2000" b="0" i="0" kern="1200" dirty="0"/>
            <a:t> в </a:t>
          </a:r>
          <a:r>
            <a:rPr lang="ru-RU" sz="2000" b="0" i="0" kern="1200" dirty="0" err="1"/>
            <a:t>Києві</a:t>
          </a:r>
          <a:endParaRPr lang="uk-UA" sz="2000" kern="1200" dirty="0"/>
        </a:p>
      </dsp:txBody>
      <dsp:txXfrm>
        <a:off x="38838" y="1314700"/>
        <a:ext cx="4318112" cy="717924"/>
      </dsp:txXfrm>
    </dsp:sp>
    <dsp:sp modelId="{6EE05648-135B-456A-A8C1-2530016DE195}">
      <dsp:nvSpPr>
        <dsp:cNvPr id="0" name=""/>
        <dsp:cNvSpPr/>
      </dsp:nvSpPr>
      <dsp:spPr>
        <a:xfrm>
          <a:off x="0" y="2129062"/>
          <a:ext cx="439578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Успенську соборну церкву в Почаєві</a:t>
          </a:r>
          <a:endParaRPr lang="uk-UA" sz="2000" kern="1200"/>
        </a:p>
      </dsp:txBody>
      <dsp:txXfrm>
        <a:off x="38838" y="2167900"/>
        <a:ext cx="4318112" cy="717924"/>
      </dsp:txXfrm>
    </dsp:sp>
    <dsp:sp modelId="{A3A1D7D0-2554-41FB-AD03-DF961C6915AF}">
      <dsp:nvSpPr>
        <dsp:cNvPr id="0" name=""/>
        <dsp:cNvSpPr/>
      </dsp:nvSpPr>
      <dsp:spPr>
        <a:xfrm>
          <a:off x="0" y="2982262"/>
          <a:ext cx="439578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Покровський</a:t>
          </a:r>
          <a:r>
            <a:rPr lang="ru-RU" sz="2000" b="0" i="0" kern="1200" dirty="0"/>
            <a:t> собор у </a:t>
          </a:r>
          <a:r>
            <a:rPr lang="ru-RU" sz="2000" b="0" i="0" kern="1200" dirty="0" err="1"/>
            <a:t>Харкові</a:t>
          </a:r>
          <a:endParaRPr lang="uk-UA" sz="2000" kern="1200" dirty="0"/>
        </a:p>
      </dsp:txBody>
      <dsp:txXfrm>
        <a:off x="38838" y="3021100"/>
        <a:ext cx="4318112" cy="717924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64E80-0DA3-45D7-A43F-EE9534F14842}">
      <dsp:nvSpPr>
        <dsp:cNvPr id="0" name=""/>
        <dsp:cNvSpPr/>
      </dsp:nvSpPr>
      <dsp:spPr>
        <a:xfrm>
          <a:off x="-4748797" y="-727890"/>
          <a:ext cx="5656305" cy="56563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997654-4C50-425C-A682-6F48C39DE44E}">
      <dsp:nvSpPr>
        <dsp:cNvPr id="0" name=""/>
        <dsp:cNvSpPr/>
      </dsp:nvSpPr>
      <dsp:spPr>
        <a:xfrm>
          <a:off x="475283" y="322936"/>
          <a:ext cx="3863161" cy="646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928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 dirty="0"/>
            <a:t>бароко.</a:t>
          </a:r>
          <a:endParaRPr lang="uk-UA" sz="3300" kern="1200" dirty="0"/>
        </a:p>
      </dsp:txBody>
      <dsp:txXfrm>
        <a:off x="475283" y="322936"/>
        <a:ext cx="3863161" cy="646208"/>
      </dsp:txXfrm>
    </dsp:sp>
    <dsp:sp modelId="{5C8622D9-DC15-4748-ADFC-BE957B2D5D1E}">
      <dsp:nvSpPr>
        <dsp:cNvPr id="0" name=""/>
        <dsp:cNvSpPr/>
      </dsp:nvSpPr>
      <dsp:spPr>
        <a:xfrm>
          <a:off x="71403" y="242160"/>
          <a:ext cx="807760" cy="8077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3761D-3A57-4092-8BFC-0796BB68CA85}">
      <dsp:nvSpPr>
        <dsp:cNvPr id="0" name=""/>
        <dsp:cNvSpPr/>
      </dsp:nvSpPr>
      <dsp:spPr>
        <a:xfrm>
          <a:off x="845770" y="1292417"/>
          <a:ext cx="3492675" cy="646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928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 dirty="0"/>
            <a:t>класицизму.</a:t>
          </a:r>
          <a:endParaRPr lang="uk-UA" sz="3300" kern="1200" dirty="0"/>
        </a:p>
      </dsp:txBody>
      <dsp:txXfrm>
        <a:off x="845770" y="1292417"/>
        <a:ext cx="3492675" cy="646208"/>
      </dsp:txXfrm>
    </dsp:sp>
    <dsp:sp modelId="{6FB27234-C6D7-4686-8E42-1A803A5C7F29}">
      <dsp:nvSpPr>
        <dsp:cNvPr id="0" name=""/>
        <dsp:cNvSpPr/>
      </dsp:nvSpPr>
      <dsp:spPr>
        <a:xfrm>
          <a:off x="441889" y="1211641"/>
          <a:ext cx="807760" cy="8077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4799A-D5A3-4D38-8928-441A31C6F609}">
      <dsp:nvSpPr>
        <dsp:cNvPr id="0" name=""/>
        <dsp:cNvSpPr/>
      </dsp:nvSpPr>
      <dsp:spPr>
        <a:xfrm>
          <a:off x="845770" y="2261898"/>
          <a:ext cx="3492675" cy="646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928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модерну.</a:t>
          </a:r>
          <a:endParaRPr lang="uk-UA" sz="3300" kern="1200"/>
        </a:p>
      </dsp:txBody>
      <dsp:txXfrm>
        <a:off x="845770" y="2261898"/>
        <a:ext cx="3492675" cy="646208"/>
      </dsp:txXfrm>
    </dsp:sp>
    <dsp:sp modelId="{833C96E5-A78B-4C5F-879A-01DC937AD94D}">
      <dsp:nvSpPr>
        <dsp:cNvPr id="0" name=""/>
        <dsp:cNvSpPr/>
      </dsp:nvSpPr>
      <dsp:spPr>
        <a:xfrm>
          <a:off x="441889" y="2181122"/>
          <a:ext cx="807760" cy="8077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D9F79-A847-4469-8BA3-57D3F3DFD113}">
      <dsp:nvSpPr>
        <dsp:cNvPr id="0" name=""/>
        <dsp:cNvSpPr/>
      </dsp:nvSpPr>
      <dsp:spPr>
        <a:xfrm>
          <a:off x="475283" y="3231379"/>
          <a:ext cx="3863161" cy="646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928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 dirty="0"/>
            <a:t>готики.</a:t>
          </a:r>
          <a:endParaRPr lang="uk-UA" sz="3300" kern="1200" dirty="0"/>
        </a:p>
      </dsp:txBody>
      <dsp:txXfrm>
        <a:off x="475283" y="3231379"/>
        <a:ext cx="3863161" cy="646208"/>
      </dsp:txXfrm>
    </dsp:sp>
    <dsp:sp modelId="{7A33BB03-6924-40ED-B81A-57E51EF5E28C}">
      <dsp:nvSpPr>
        <dsp:cNvPr id="0" name=""/>
        <dsp:cNvSpPr/>
      </dsp:nvSpPr>
      <dsp:spPr>
        <a:xfrm>
          <a:off x="71403" y="3150603"/>
          <a:ext cx="807760" cy="8077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3A96B-34C6-4D1A-9E86-66CF4964FFFC}">
      <dsp:nvSpPr>
        <dsp:cNvPr id="0" name=""/>
        <dsp:cNvSpPr/>
      </dsp:nvSpPr>
      <dsp:spPr>
        <a:xfrm rot="10800000">
          <a:off x="950567" y="2303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Києва.</a:t>
          </a:r>
          <a:endParaRPr lang="uk-UA" sz="2900" kern="1200" dirty="0"/>
        </a:p>
      </dsp:txBody>
      <dsp:txXfrm rot="10800000">
        <a:off x="1164840" y="2303"/>
        <a:ext cx="2708926" cy="857092"/>
      </dsp:txXfrm>
    </dsp:sp>
    <dsp:sp modelId="{156ED39E-9512-42D7-9AFF-8E59F151125A}">
      <dsp:nvSpPr>
        <dsp:cNvPr id="0" name=""/>
        <dsp:cNvSpPr/>
      </dsp:nvSpPr>
      <dsp:spPr>
        <a:xfrm>
          <a:off x="522021" y="2303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CA50B-E705-45E8-8442-85978562D66C}">
      <dsp:nvSpPr>
        <dsp:cNvPr id="0" name=""/>
        <dsp:cNvSpPr/>
      </dsp:nvSpPr>
      <dsp:spPr>
        <a:xfrm rot="10800000">
          <a:off x="950567" y="1115245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Харкова.</a:t>
          </a:r>
          <a:endParaRPr lang="uk-UA" sz="2900" kern="1200" dirty="0"/>
        </a:p>
      </dsp:txBody>
      <dsp:txXfrm rot="10800000">
        <a:off x="1164840" y="1115245"/>
        <a:ext cx="2708926" cy="857092"/>
      </dsp:txXfrm>
    </dsp:sp>
    <dsp:sp modelId="{BAB455CA-B2EB-413C-A6E8-DC5324412646}">
      <dsp:nvSpPr>
        <dsp:cNvPr id="0" name=""/>
        <dsp:cNvSpPr/>
      </dsp:nvSpPr>
      <dsp:spPr>
        <a:xfrm>
          <a:off x="522021" y="1115245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95896-7A22-432B-BABD-5817D3A8ED92}">
      <dsp:nvSpPr>
        <dsp:cNvPr id="0" name=""/>
        <dsp:cNvSpPr/>
      </dsp:nvSpPr>
      <dsp:spPr>
        <a:xfrm rot="10800000">
          <a:off x="950567" y="2228186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Одеси.</a:t>
          </a:r>
          <a:endParaRPr lang="uk-UA" sz="2900" kern="1200"/>
        </a:p>
      </dsp:txBody>
      <dsp:txXfrm rot="10800000">
        <a:off x="1164840" y="2228186"/>
        <a:ext cx="2708926" cy="857092"/>
      </dsp:txXfrm>
    </dsp:sp>
    <dsp:sp modelId="{E6541C34-494F-4658-9B40-1B8EF0287160}">
      <dsp:nvSpPr>
        <dsp:cNvPr id="0" name=""/>
        <dsp:cNvSpPr/>
      </dsp:nvSpPr>
      <dsp:spPr>
        <a:xfrm>
          <a:off x="522021" y="2228186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A1D7C-CD0E-4CFB-BA08-6283D03BFAC9}">
      <dsp:nvSpPr>
        <dsp:cNvPr id="0" name=""/>
        <dsp:cNvSpPr/>
      </dsp:nvSpPr>
      <dsp:spPr>
        <a:xfrm rot="10800000">
          <a:off x="950567" y="3341128"/>
          <a:ext cx="2923199" cy="857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7954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Львова.</a:t>
          </a:r>
          <a:endParaRPr lang="uk-UA" sz="2900" kern="1200" dirty="0"/>
        </a:p>
      </dsp:txBody>
      <dsp:txXfrm rot="10800000">
        <a:off x="1164840" y="3341128"/>
        <a:ext cx="2708926" cy="857092"/>
      </dsp:txXfrm>
    </dsp:sp>
    <dsp:sp modelId="{5AD096FB-BFD9-4A56-A42E-D5E672C36CDA}">
      <dsp:nvSpPr>
        <dsp:cNvPr id="0" name=""/>
        <dsp:cNvSpPr/>
      </dsp:nvSpPr>
      <dsp:spPr>
        <a:xfrm>
          <a:off x="522021" y="3341128"/>
          <a:ext cx="857092" cy="85709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12AA11-385D-4C70-8ED9-FA849289F911}">
      <dsp:nvSpPr>
        <dsp:cNvPr id="0" name=""/>
        <dsp:cNvSpPr/>
      </dsp:nvSpPr>
      <dsp:spPr>
        <a:xfrm>
          <a:off x="0" y="688432"/>
          <a:ext cx="439578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Івана Мазепи.</a:t>
          </a:r>
          <a:endParaRPr lang="uk-UA" sz="2700" kern="1200"/>
        </a:p>
      </dsp:txBody>
      <dsp:txXfrm>
        <a:off x="31613" y="720045"/>
        <a:ext cx="4332562" cy="584369"/>
      </dsp:txXfrm>
    </dsp:sp>
    <dsp:sp modelId="{EA8CF032-B327-4AFD-B553-37F3CDD26E30}">
      <dsp:nvSpPr>
        <dsp:cNvPr id="0" name=""/>
        <dsp:cNvSpPr/>
      </dsp:nvSpPr>
      <dsp:spPr>
        <a:xfrm>
          <a:off x="0" y="1413787"/>
          <a:ext cx="439578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/>
            <a:t>Петра Дорошенка.</a:t>
          </a:r>
          <a:endParaRPr lang="uk-UA" sz="2700" kern="1200" dirty="0"/>
        </a:p>
      </dsp:txBody>
      <dsp:txXfrm>
        <a:off x="31613" y="1445400"/>
        <a:ext cx="4332562" cy="584369"/>
      </dsp:txXfrm>
    </dsp:sp>
    <dsp:sp modelId="{8E377DF5-699A-49B6-9778-0C6CA692D70C}">
      <dsp:nvSpPr>
        <dsp:cNvPr id="0" name=""/>
        <dsp:cNvSpPr/>
      </dsp:nvSpPr>
      <dsp:spPr>
        <a:xfrm>
          <a:off x="0" y="2139142"/>
          <a:ext cx="439578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 err="1"/>
            <a:t>Івана</a:t>
          </a:r>
          <a:r>
            <a:rPr lang="ru-RU" sz="2700" b="0" i="0" kern="1200" dirty="0"/>
            <a:t> Самойловича.</a:t>
          </a:r>
          <a:endParaRPr lang="uk-UA" sz="2700" kern="1200" dirty="0"/>
        </a:p>
      </dsp:txBody>
      <dsp:txXfrm>
        <a:off x="31613" y="2170755"/>
        <a:ext cx="4332562" cy="584369"/>
      </dsp:txXfrm>
    </dsp:sp>
    <dsp:sp modelId="{23C58B14-55AC-414D-B686-0D3DD98E8641}">
      <dsp:nvSpPr>
        <dsp:cNvPr id="0" name=""/>
        <dsp:cNvSpPr/>
      </dsp:nvSpPr>
      <dsp:spPr>
        <a:xfrm>
          <a:off x="0" y="2864497"/>
          <a:ext cx="439578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 err="1"/>
            <a:t>Кирила</a:t>
          </a:r>
          <a:r>
            <a:rPr lang="ru-RU" sz="2700" b="0" i="0" kern="1200" dirty="0"/>
            <a:t> </a:t>
          </a:r>
          <a:r>
            <a:rPr lang="ru-RU" sz="2700" b="0" i="0" kern="1200" dirty="0" err="1"/>
            <a:t>Розумовського</a:t>
          </a:r>
          <a:r>
            <a:rPr lang="ru-RU" sz="2700" b="0" i="0" kern="1200" dirty="0"/>
            <a:t>.</a:t>
          </a:r>
          <a:endParaRPr lang="uk-UA" sz="2700" kern="1200" dirty="0"/>
        </a:p>
      </dsp:txBody>
      <dsp:txXfrm>
        <a:off x="31613" y="2896110"/>
        <a:ext cx="4332562" cy="584369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2FEE0-E1EF-4616-AADB-122E6CA801E9}">
      <dsp:nvSpPr>
        <dsp:cNvPr id="0" name=""/>
        <dsp:cNvSpPr/>
      </dsp:nvSpPr>
      <dsp:spPr>
        <a:xfrm>
          <a:off x="0" y="50416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спорудження собору Святого Юра у Львові</a:t>
          </a:r>
          <a:endParaRPr lang="uk-UA" sz="1900" kern="1200"/>
        </a:p>
      </dsp:txBody>
      <dsp:txXfrm>
        <a:off x="36896" y="541057"/>
        <a:ext cx="4321995" cy="682028"/>
      </dsp:txXfrm>
    </dsp:sp>
    <dsp:sp modelId="{AFF0E88C-3DF2-4E51-A418-FF9DB9285EBC}">
      <dsp:nvSpPr>
        <dsp:cNvPr id="0" name=""/>
        <dsp:cNvSpPr/>
      </dsp:nvSpPr>
      <dsp:spPr>
        <a:xfrm>
          <a:off x="0" y="131470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заснування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Львівського</a:t>
          </a:r>
          <a:r>
            <a:rPr lang="ru-RU" sz="1900" b="0" i="0" kern="1200" dirty="0"/>
            <a:t> православного братства</a:t>
          </a:r>
          <a:endParaRPr lang="uk-UA" sz="1900" kern="1200" dirty="0"/>
        </a:p>
      </dsp:txBody>
      <dsp:txXfrm>
        <a:off x="36896" y="1351597"/>
        <a:ext cx="4321995" cy="682028"/>
      </dsp:txXfrm>
    </dsp:sp>
    <dsp:sp modelId="{2037602B-CEB6-4141-B1D0-05338D6315F1}">
      <dsp:nvSpPr>
        <dsp:cNvPr id="0" name=""/>
        <dsp:cNvSpPr/>
      </dsp:nvSpPr>
      <dsp:spPr>
        <a:xfrm>
          <a:off x="0" y="212524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реформування</a:t>
          </a:r>
          <a:r>
            <a:rPr lang="ru-RU" sz="1900" b="0" i="0" kern="1200" dirty="0"/>
            <a:t> митрополитом П. Могилою </a:t>
          </a:r>
          <a:r>
            <a:rPr lang="ru-RU" sz="1900" b="0" i="0" kern="1200" dirty="0" err="1"/>
            <a:t>православної</a:t>
          </a:r>
          <a:r>
            <a:rPr lang="ru-RU" sz="1900" b="0" i="0" kern="1200" dirty="0"/>
            <a:t> церкви</a:t>
          </a:r>
          <a:endParaRPr lang="uk-UA" sz="1900" kern="1200" dirty="0"/>
        </a:p>
      </dsp:txBody>
      <dsp:txXfrm>
        <a:off x="36896" y="2162137"/>
        <a:ext cx="4321995" cy="682028"/>
      </dsp:txXfrm>
    </dsp:sp>
    <dsp:sp modelId="{2C0EDF23-6DF0-437F-B6D3-C3357BD270C7}">
      <dsp:nvSpPr>
        <dsp:cNvPr id="0" name=""/>
        <dsp:cNvSpPr/>
      </dsp:nvSpPr>
      <dsp:spPr>
        <a:xfrm>
          <a:off x="0" y="293578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утворення</a:t>
          </a:r>
          <a:r>
            <a:rPr lang="ru-RU" sz="1900" b="0" i="0" kern="1200" dirty="0"/>
            <a:t> греко-</a:t>
          </a:r>
          <a:r>
            <a:rPr lang="ru-RU" sz="1900" b="0" i="0" kern="1200" dirty="0" err="1"/>
            <a:t>католицької</a:t>
          </a:r>
          <a:r>
            <a:rPr lang="ru-RU" sz="1900" b="0" i="0" kern="1200" dirty="0"/>
            <a:t> церкви в </a:t>
          </a:r>
          <a:r>
            <a:rPr lang="ru-RU" sz="1900" b="0" i="0" kern="1200" dirty="0" err="1"/>
            <a:t>Речі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Посполитій</a:t>
          </a:r>
          <a:endParaRPr lang="uk-UA" sz="1900" kern="1200" dirty="0"/>
        </a:p>
      </dsp:txBody>
      <dsp:txXfrm>
        <a:off x="36896" y="2972677"/>
        <a:ext cx="4321995" cy="682028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D60AF-861F-4227-8D4C-B93019678B0F}">
      <dsp:nvSpPr>
        <dsp:cNvPr id="0" name=""/>
        <dsp:cNvSpPr/>
      </dsp:nvSpPr>
      <dsp:spPr>
        <a:xfrm>
          <a:off x="0" y="8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впорядкування житій святих козацької доби.</a:t>
          </a:r>
          <a:endParaRPr lang="uk-UA" sz="2500" kern="1200"/>
        </a:p>
      </dsp:txBody>
      <dsp:txXfrm>
        <a:off x="48547" y="49428"/>
        <a:ext cx="4298693" cy="897406"/>
      </dsp:txXfrm>
    </dsp:sp>
    <dsp:sp modelId="{19EB8E8C-316D-4580-B90E-94737367E8E4}">
      <dsp:nvSpPr>
        <dsp:cNvPr id="0" name=""/>
        <dsp:cNvSpPr/>
      </dsp:nvSpPr>
      <dsp:spPr>
        <a:xfrm>
          <a:off x="0" y="10673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твори про козацьку добу в українській історії.</a:t>
          </a:r>
          <a:endParaRPr lang="uk-UA" sz="2500" kern="1200" dirty="0"/>
        </a:p>
      </dsp:txBody>
      <dsp:txXfrm>
        <a:off x="48547" y="1115928"/>
        <a:ext cx="4298693" cy="897406"/>
      </dsp:txXfrm>
    </dsp:sp>
    <dsp:sp modelId="{0DA68A54-52FC-4A7B-82AA-E0872DD5CC00}">
      <dsp:nvSpPr>
        <dsp:cNvPr id="0" name=""/>
        <dsp:cNvSpPr/>
      </dsp:nvSpPr>
      <dsp:spPr>
        <a:xfrm>
          <a:off x="0" y="21338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публіцистичні твори на захист православ’я.</a:t>
          </a:r>
          <a:endParaRPr lang="uk-UA" sz="2500" kern="1200" dirty="0"/>
        </a:p>
      </dsp:txBody>
      <dsp:txXfrm>
        <a:off x="48547" y="2182428"/>
        <a:ext cx="4298693" cy="897406"/>
      </dsp:txXfrm>
    </dsp:sp>
    <dsp:sp modelId="{E62C6F8B-F307-48AA-810F-0AB018BA199A}">
      <dsp:nvSpPr>
        <dsp:cNvPr id="0" name=""/>
        <dsp:cNvSpPr/>
      </dsp:nvSpPr>
      <dsp:spPr>
        <a:xfrm>
          <a:off x="0" y="3200381"/>
          <a:ext cx="4395787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церковні морально-повчальні твори.</a:t>
          </a:r>
          <a:endParaRPr lang="uk-UA" sz="2500" kern="1200" dirty="0"/>
        </a:p>
      </dsp:txBody>
      <dsp:txXfrm>
        <a:off x="48547" y="3248928"/>
        <a:ext cx="4298693" cy="897406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E8D84-AA2D-4587-AE6A-E06BBEEFCBEB}">
      <dsp:nvSpPr>
        <dsp:cNvPr id="0" name=""/>
        <dsp:cNvSpPr/>
      </dsp:nvSpPr>
      <dsp:spPr>
        <a:xfrm>
          <a:off x="0" y="50416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закріпачення селян Лівобережної та Слобідської України</a:t>
          </a:r>
          <a:endParaRPr lang="uk-UA" sz="1900" kern="1200"/>
        </a:p>
      </dsp:txBody>
      <dsp:txXfrm>
        <a:off x="36896" y="541057"/>
        <a:ext cx="4321995" cy="682028"/>
      </dsp:txXfrm>
    </dsp:sp>
    <dsp:sp modelId="{7CCD9525-0582-48F9-9B07-89D8639B6F6E}">
      <dsp:nvSpPr>
        <dsp:cNvPr id="0" name=""/>
        <dsp:cNvSpPr/>
      </dsp:nvSpPr>
      <dsp:spPr>
        <a:xfrm>
          <a:off x="0" y="131470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Другий поділ Речі Посполитої</a:t>
          </a:r>
          <a:endParaRPr lang="uk-UA" sz="1900" kern="1200" dirty="0"/>
        </a:p>
      </dsp:txBody>
      <dsp:txXfrm>
        <a:off x="36896" y="1351597"/>
        <a:ext cx="4321995" cy="682028"/>
      </dsp:txXfrm>
    </dsp:sp>
    <dsp:sp modelId="{28EF5D23-4AF1-4605-AB87-3B3E744C0C9A}">
      <dsp:nvSpPr>
        <dsp:cNvPr id="0" name=""/>
        <dsp:cNvSpPr/>
      </dsp:nvSpPr>
      <dsp:spPr>
        <a:xfrm>
          <a:off x="0" y="212524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утворення Другої Малоросійської колегії</a:t>
          </a:r>
          <a:endParaRPr lang="uk-UA" sz="1900" kern="1200" dirty="0"/>
        </a:p>
      </dsp:txBody>
      <dsp:txXfrm>
        <a:off x="36896" y="2162137"/>
        <a:ext cx="4321995" cy="682028"/>
      </dsp:txXfrm>
    </dsp:sp>
    <dsp:sp modelId="{9020A15F-7A43-40D2-8E85-E17EB15BB749}">
      <dsp:nvSpPr>
        <dsp:cNvPr id="0" name=""/>
        <dsp:cNvSpPr/>
      </dsp:nvSpPr>
      <dsp:spPr>
        <a:xfrm>
          <a:off x="0" y="2935781"/>
          <a:ext cx="439578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остаточна ліквідація Запорозької Січі</a:t>
          </a:r>
          <a:endParaRPr lang="uk-UA" sz="1900" kern="1200" dirty="0"/>
        </a:p>
      </dsp:txBody>
      <dsp:txXfrm>
        <a:off x="36896" y="2972677"/>
        <a:ext cx="4321995" cy="682028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25237-30F4-4191-9473-CED6F09FF1F2}">
      <dsp:nvSpPr>
        <dsp:cNvPr id="0" name=""/>
        <dsp:cNvSpPr/>
      </dsp:nvSpPr>
      <dsp:spPr>
        <a:xfrm>
          <a:off x="0" y="420281"/>
          <a:ext cx="439578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повернення козаків Задунайської Січі на Запоріжжя.</a:t>
          </a:r>
          <a:endParaRPr lang="uk-UA" sz="2000" kern="1200" dirty="0"/>
        </a:p>
      </dsp:txBody>
      <dsp:txXfrm>
        <a:off x="38838" y="459119"/>
        <a:ext cx="4318111" cy="717924"/>
      </dsp:txXfrm>
    </dsp:sp>
    <dsp:sp modelId="{F08C5753-6A09-481F-A0EC-5DDD532BB4FF}">
      <dsp:nvSpPr>
        <dsp:cNvPr id="0" name=""/>
        <dsp:cNvSpPr/>
      </dsp:nvSpPr>
      <dsp:spPr>
        <a:xfrm>
          <a:off x="0" y="1273481"/>
          <a:ext cx="439578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ліквідацію решток автономного устрою Гетьманщини.</a:t>
          </a:r>
          <a:endParaRPr lang="uk-UA" sz="2000" kern="1200"/>
        </a:p>
      </dsp:txBody>
      <dsp:txXfrm>
        <a:off x="38838" y="1312319"/>
        <a:ext cx="4318111" cy="717924"/>
      </dsp:txXfrm>
    </dsp:sp>
    <dsp:sp modelId="{4ABA83AA-2713-4F25-AF93-C23C98C72259}">
      <dsp:nvSpPr>
        <dsp:cNvPr id="0" name=""/>
        <dsp:cNvSpPr/>
      </dsp:nvSpPr>
      <dsp:spPr>
        <a:xfrm>
          <a:off x="0" y="2126681"/>
          <a:ext cx="439578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упорядкування системи правління в Запорозькій Січі.</a:t>
          </a:r>
          <a:endParaRPr lang="uk-UA" sz="2000" kern="1200"/>
        </a:p>
      </dsp:txBody>
      <dsp:txXfrm>
        <a:off x="38838" y="2165519"/>
        <a:ext cx="4318111" cy="717924"/>
      </dsp:txXfrm>
    </dsp:sp>
    <dsp:sp modelId="{4C584C18-16ED-4950-B67A-B977B655712C}">
      <dsp:nvSpPr>
        <dsp:cNvPr id="0" name=""/>
        <dsp:cNvSpPr/>
      </dsp:nvSpPr>
      <dsp:spPr>
        <a:xfrm>
          <a:off x="0" y="2979881"/>
          <a:ext cx="439578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запровадження полкового устрою на Слобідській Україні.</a:t>
          </a:r>
          <a:endParaRPr lang="uk-UA" sz="2000" kern="1200" dirty="0"/>
        </a:p>
      </dsp:txBody>
      <dsp:txXfrm>
        <a:off x="38838" y="3018719"/>
        <a:ext cx="4318111" cy="717924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BB988-0B7E-4CBE-9A79-A287CA727B45}">
      <dsp:nvSpPr>
        <dsp:cNvPr id="0" name=""/>
        <dsp:cNvSpPr/>
      </dsp:nvSpPr>
      <dsp:spPr>
        <a:xfrm>
          <a:off x="0" y="738341"/>
          <a:ext cx="4395787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Лівобережної України.</a:t>
          </a:r>
          <a:endParaRPr lang="uk-UA" sz="2600" kern="1200"/>
        </a:p>
      </dsp:txBody>
      <dsp:txXfrm>
        <a:off x="30442" y="768783"/>
        <a:ext cx="4334903" cy="562726"/>
      </dsp:txXfrm>
    </dsp:sp>
    <dsp:sp modelId="{EBD9FF52-6D29-4F9F-88AA-6BA9195AEA85}">
      <dsp:nvSpPr>
        <dsp:cNvPr id="0" name=""/>
        <dsp:cNvSpPr/>
      </dsp:nvSpPr>
      <dsp:spPr>
        <a:xfrm>
          <a:off x="0" y="1436831"/>
          <a:ext cx="4395787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Правобережної України.</a:t>
          </a:r>
          <a:endParaRPr lang="uk-UA" sz="2600" kern="1200" dirty="0"/>
        </a:p>
      </dsp:txBody>
      <dsp:txXfrm>
        <a:off x="30442" y="1467273"/>
        <a:ext cx="4334903" cy="562726"/>
      </dsp:txXfrm>
    </dsp:sp>
    <dsp:sp modelId="{4FFCC16F-EA4A-4091-A1CB-05FAA9E8A8AF}">
      <dsp:nvSpPr>
        <dsp:cNvPr id="0" name=""/>
        <dsp:cNvSpPr/>
      </dsp:nvSpPr>
      <dsp:spPr>
        <a:xfrm>
          <a:off x="0" y="2135321"/>
          <a:ext cx="4395787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Слобідської України.</a:t>
          </a:r>
          <a:endParaRPr lang="uk-UA" sz="2600" kern="1200" dirty="0"/>
        </a:p>
      </dsp:txBody>
      <dsp:txXfrm>
        <a:off x="30442" y="2165763"/>
        <a:ext cx="4334903" cy="562726"/>
      </dsp:txXfrm>
    </dsp:sp>
    <dsp:sp modelId="{E97552D7-4136-4705-BC07-B45EB8379686}">
      <dsp:nvSpPr>
        <dsp:cNvPr id="0" name=""/>
        <dsp:cNvSpPr/>
      </dsp:nvSpPr>
      <dsp:spPr>
        <a:xfrm>
          <a:off x="0" y="2833811"/>
          <a:ext cx="4395787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Південної України.</a:t>
          </a:r>
          <a:endParaRPr lang="uk-UA" sz="2600" kern="1200" dirty="0"/>
        </a:p>
      </dsp:txBody>
      <dsp:txXfrm>
        <a:off x="30442" y="2864253"/>
        <a:ext cx="4334903" cy="562726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88CBE-796C-403C-B872-3400CC258E09}">
      <dsp:nvSpPr>
        <dsp:cNvPr id="0" name=""/>
        <dsp:cNvSpPr/>
      </dsp:nvSpPr>
      <dsp:spPr>
        <a:xfrm>
          <a:off x="-4743409" y="-727071"/>
          <a:ext cx="5649905" cy="5649905"/>
        </a:xfrm>
        <a:prstGeom prst="blockArc">
          <a:avLst>
            <a:gd name="adj1" fmla="val 18900000"/>
            <a:gd name="adj2" fmla="val 2700000"/>
            <a:gd name="adj3" fmla="val 382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3618FB-D9E3-407F-AD84-96DEFCBE4AF8}">
      <dsp:nvSpPr>
        <dsp:cNvPr id="0" name=""/>
        <dsp:cNvSpPr/>
      </dsp:nvSpPr>
      <dsp:spPr>
        <a:xfrm>
          <a:off x="474755" y="322570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«займанщина»</a:t>
          </a:r>
          <a:endParaRPr lang="uk-UA" sz="3300" kern="1200"/>
        </a:p>
      </dsp:txBody>
      <dsp:txXfrm>
        <a:off x="474755" y="322570"/>
        <a:ext cx="3863764" cy="645476"/>
      </dsp:txXfrm>
    </dsp:sp>
    <dsp:sp modelId="{2216565D-21A5-4757-9E19-D4FEAB9F0BC5}">
      <dsp:nvSpPr>
        <dsp:cNvPr id="0" name=""/>
        <dsp:cNvSpPr/>
      </dsp:nvSpPr>
      <dsp:spPr>
        <a:xfrm>
          <a:off x="71332" y="241885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332400-CBAC-49E0-AD7E-8757E7F28E94}">
      <dsp:nvSpPr>
        <dsp:cNvPr id="0" name=""/>
        <dsp:cNvSpPr/>
      </dsp:nvSpPr>
      <dsp:spPr>
        <a:xfrm>
          <a:off x="844821" y="1290952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dirty="0"/>
            <a:t>«</a:t>
          </a:r>
          <a:r>
            <a:rPr lang="ru-RU" sz="3300" b="0" i="0" kern="1200" dirty="0" err="1"/>
            <a:t>паланка</a:t>
          </a:r>
          <a:r>
            <a:rPr lang="ru-RU" sz="3300" b="0" i="0" kern="1200" dirty="0"/>
            <a:t>»</a:t>
          </a:r>
          <a:endParaRPr lang="uk-UA" sz="3300" kern="1200" dirty="0"/>
        </a:p>
      </dsp:txBody>
      <dsp:txXfrm>
        <a:off x="844821" y="1290952"/>
        <a:ext cx="3493697" cy="645476"/>
      </dsp:txXfrm>
    </dsp:sp>
    <dsp:sp modelId="{4D35DF8A-09C4-433E-B4C6-936BEF5552DC}">
      <dsp:nvSpPr>
        <dsp:cNvPr id="0" name=""/>
        <dsp:cNvSpPr/>
      </dsp:nvSpPr>
      <dsp:spPr>
        <a:xfrm>
          <a:off x="441398" y="1210267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C71F6-EBB0-4EFB-AE34-9574AA3A65E7}">
      <dsp:nvSpPr>
        <dsp:cNvPr id="0" name=""/>
        <dsp:cNvSpPr/>
      </dsp:nvSpPr>
      <dsp:spPr>
        <a:xfrm>
          <a:off x="844821" y="2259334"/>
          <a:ext cx="3493697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«зимівник»</a:t>
          </a:r>
          <a:endParaRPr lang="uk-UA" sz="3300" kern="1200"/>
        </a:p>
      </dsp:txBody>
      <dsp:txXfrm>
        <a:off x="844821" y="2259334"/>
        <a:ext cx="3493697" cy="645476"/>
      </dsp:txXfrm>
    </dsp:sp>
    <dsp:sp modelId="{F6286C06-265C-4F95-A84A-23BFC2CA7097}">
      <dsp:nvSpPr>
        <dsp:cNvPr id="0" name=""/>
        <dsp:cNvSpPr/>
      </dsp:nvSpPr>
      <dsp:spPr>
        <a:xfrm>
          <a:off x="441398" y="2178649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0DE0D-D9A9-4B48-AB45-E49B1D097150}">
      <dsp:nvSpPr>
        <dsp:cNvPr id="0" name=""/>
        <dsp:cNvSpPr/>
      </dsp:nvSpPr>
      <dsp:spPr>
        <a:xfrm>
          <a:off x="474755" y="3227716"/>
          <a:ext cx="3863764" cy="64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2347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dirty="0"/>
            <a:t>«панщина»</a:t>
          </a:r>
          <a:endParaRPr lang="uk-UA" sz="3300" kern="1200" dirty="0"/>
        </a:p>
      </dsp:txBody>
      <dsp:txXfrm>
        <a:off x="474755" y="3227716"/>
        <a:ext cx="3863764" cy="645476"/>
      </dsp:txXfrm>
    </dsp:sp>
    <dsp:sp modelId="{09023FF3-2276-4CDB-8A82-DE803633D623}">
      <dsp:nvSpPr>
        <dsp:cNvPr id="0" name=""/>
        <dsp:cNvSpPr/>
      </dsp:nvSpPr>
      <dsp:spPr>
        <a:xfrm>
          <a:off x="71332" y="3147032"/>
          <a:ext cx="806845" cy="8068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31A018-F964-47AE-AC96-12D11DD4AAC4}">
      <dsp:nvSpPr>
        <dsp:cNvPr id="0" name=""/>
        <dsp:cNvSpPr/>
      </dsp:nvSpPr>
      <dsp:spPr>
        <a:xfrm>
          <a:off x="0" y="61700"/>
          <a:ext cx="4395788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 err="1"/>
            <a:t>військова</a:t>
          </a:r>
          <a:r>
            <a:rPr lang="ru-RU" sz="1400" b="0" i="0" kern="1200" dirty="0"/>
            <a:t>, </a:t>
          </a:r>
          <a:r>
            <a:rPr lang="ru-RU" sz="1400" b="0" i="0" kern="1200" dirty="0" err="1"/>
            <a:t>адміністративно-територіальна</a:t>
          </a:r>
          <a:r>
            <a:rPr lang="ru-RU" sz="1400" b="0" i="0" kern="1200" dirty="0"/>
            <a:t>, </a:t>
          </a:r>
          <a:r>
            <a:rPr lang="ru-RU" sz="1400" b="0" i="0" kern="1200" dirty="0" err="1"/>
            <a:t>господарська</a:t>
          </a:r>
          <a:r>
            <a:rPr lang="ru-RU" sz="1400" b="0" i="0" kern="1200" dirty="0"/>
            <a:t> </a:t>
          </a:r>
          <a:r>
            <a:rPr lang="ru-RU" sz="1400" b="0" i="0" kern="1200" dirty="0" err="1"/>
            <a:t>одиниця</a:t>
          </a:r>
          <a:r>
            <a:rPr lang="ru-RU" sz="1400" b="0" i="0" kern="1200" dirty="0"/>
            <a:t> </a:t>
          </a:r>
          <a:r>
            <a:rPr lang="ru-RU" sz="1400" b="0" i="0" kern="1200" dirty="0" err="1"/>
            <a:t>Запорозької</a:t>
          </a:r>
          <a:r>
            <a:rPr lang="ru-RU" sz="1400" b="0" i="0" kern="1200" dirty="0"/>
            <a:t> (</a:t>
          </a:r>
          <a:r>
            <a:rPr lang="ru-RU" sz="1400" b="0" i="0" kern="1200" dirty="0" err="1"/>
            <a:t>Нової</a:t>
          </a:r>
          <a:r>
            <a:rPr lang="ru-RU" sz="1400" b="0" i="0" kern="1200" dirty="0"/>
            <a:t>) </a:t>
          </a:r>
          <a:r>
            <a:rPr lang="ru-RU" sz="1400" b="0" i="0" kern="1200" dirty="0" err="1"/>
            <a:t>Січі</a:t>
          </a:r>
          <a:endParaRPr lang="uk-UA" sz="1400" kern="1200" dirty="0"/>
        </a:p>
      </dsp:txBody>
      <dsp:txXfrm>
        <a:off x="38231" y="99931"/>
        <a:ext cx="4319326" cy="706706"/>
      </dsp:txXfrm>
    </dsp:sp>
    <dsp:sp modelId="{9A8E3867-2ABB-4C16-83C6-52FBAB7C59C1}">
      <dsp:nvSpPr>
        <dsp:cNvPr id="0" name=""/>
        <dsp:cNvSpPr/>
      </dsp:nvSpPr>
      <dsp:spPr>
        <a:xfrm>
          <a:off x="0" y="885189"/>
          <a:ext cx="4395788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форма визиску селянства, примусове виконання певного обсягу робіт на користь землевласника</a:t>
          </a:r>
          <a:endParaRPr lang="uk-UA" sz="1400" kern="1200"/>
        </a:p>
      </dsp:txBody>
      <dsp:txXfrm>
        <a:off x="38231" y="923420"/>
        <a:ext cx="4319326" cy="706706"/>
      </dsp:txXfrm>
    </dsp:sp>
    <dsp:sp modelId="{05CB1EF9-0248-41DF-9B86-FAD50D531C0B}">
      <dsp:nvSpPr>
        <dsp:cNvPr id="0" name=""/>
        <dsp:cNvSpPr/>
      </dsp:nvSpPr>
      <dsp:spPr>
        <a:xfrm>
          <a:off x="0" y="1708678"/>
          <a:ext cx="4395788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система правових норм, що визначала залежність селянина від феодала</a:t>
          </a:r>
          <a:endParaRPr lang="uk-UA" sz="1400" kern="1200"/>
        </a:p>
      </dsp:txBody>
      <dsp:txXfrm>
        <a:off x="38231" y="1746909"/>
        <a:ext cx="4319326" cy="706706"/>
      </dsp:txXfrm>
    </dsp:sp>
    <dsp:sp modelId="{B29D976F-6BBE-4334-BD75-846CE123766D}">
      <dsp:nvSpPr>
        <dsp:cNvPr id="0" name=""/>
        <dsp:cNvSpPr/>
      </dsp:nvSpPr>
      <dsp:spPr>
        <a:xfrm>
          <a:off x="0" y="2532166"/>
          <a:ext cx="4395788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елемент звичаєвого права, що давав змогу на підставі першості володіти землею</a:t>
          </a:r>
          <a:endParaRPr lang="uk-UA" sz="1400" kern="1200"/>
        </a:p>
      </dsp:txBody>
      <dsp:txXfrm>
        <a:off x="38231" y="2570397"/>
        <a:ext cx="4319326" cy="706706"/>
      </dsp:txXfrm>
    </dsp:sp>
    <dsp:sp modelId="{5DDFA38B-FFF2-49C7-8C24-45AB50A34DAD}">
      <dsp:nvSpPr>
        <dsp:cNvPr id="0" name=""/>
        <dsp:cNvSpPr/>
      </dsp:nvSpPr>
      <dsp:spPr>
        <a:xfrm>
          <a:off x="0" y="3355655"/>
          <a:ext cx="4395788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 err="1"/>
            <a:t>хутір</a:t>
          </a:r>
          <a:r>
            <a:rPr lang="ru-RU" sz="1400" b="0" i="0" kern="1200" dirty="0"/>
            <a:t>, у </a:t>
          </a:r>
          <a:r>
            <a:rPr lang="ru-RU" sz="1400" b="0" i="0" kern="1200" dirty="0" err="1"/>
            <a:t>якому</a:t>
          </a:r>
          <a:r>
            <a:rPr lang="ru-RU" sz="1400" b="0" i="0" kern="1200" dirty="0"/>
            <a:t> </a:t>
          </a:r>
          <a:r>
            <a:rPr lang="ru-RU" sz="1400" b="0" i="0" kern="1200" dirty="0" err="1"/>
            <a:t>запорозькі</a:t>
          </a:r>
          <a:r>
            <a:rPr lang="ru-RU" sz="1400" b="0" i="0" kern="1200" dirty="0"/>
            <a:t> козаки </a:t>
          </a:r>
          <a:r>
            <a:rPr lang="ru-RU" sz="1400" b="0" i="0" kern="1200" dirty="0" err="1"/>
            <a:t>займалися</a:t>
          </a:r>
          <a:r>
            <a:rPr lang="ru-RU" sz="1400" b="0" i="0" kern="1200" dirty="0"/>
            <a:t> </a:t>
          </a:r>
          <a:r>
            <a:rPr lang="ru-RU" sz="1400" b="0" i="0" kern="1200" dirty="0" err="1"/>
            <a:t>скотарством</a:t>
          </a:r>
          <a:r>
            <a:rPr lang="ru-RU" sz="1400" b="0" i="0" kern="1200" dirty="0"/>
            <a:t> і </a:t>
          </a:r>
          <a:r>
            <a:rPr lang="ru-RU" sz="1400" b="0" i="0" kern="1200" dirty="0" err="1"/>
            <a:t>землеробством</a:t>
          </a:r>
          <a:endParaRPr lang="uk-UA" sz="1400" kern="1200" dirty="0"/>
        </a:p>
      </dsp:txBody>
      <dsp:txXfrm>
        <a:off x="38231" y="3393886"/>
        <a:ext cx="4319326" cy="706706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73E41-7617-46D2-B46F-D8E47A7C5B5E}">
      <dsp:nvSpPr>
        <dsp:cNvPr id="0" name=""/>
        <dsp:cNvSpPr/>
      </dsp:nvSpPr>
      <dsp:spPr>
        <a:xfrm>
          <a:off x="97631" y="0"/>
          <a:ext cx="4200525" cy="42005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9F50E3-853B-4C6D-9A6C-0814BD47AB5D}">
      <dsp:nvSpPr>
        <dsp:cNvPr id="0" name=""/>
        <dsp:cNvSpPr/>
      </dsp:nvSpPr>
      <dsp:spPr>
        <a:xfrm>
          <a:off x="496681" y="399049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зимівники</a:t>
          </a:r>
          <a:endParaRPr lang="uk-UA" sz="2100" kern="1200"/>
        </a:p>
      </dsp:txBody>
      <dsp:txXfrm>
        <a:off x="576652" y="479020"/>
        <a:ext cx="1478262" cy="1478262"/>
      </dsp:txXfrm>
    </dsp:sp>
    <dsp:sp modelId="{BC59A968-3E4F-4AF6-ABDE-542292B27BAC}">
      <dsp:nvSpPr>
        <dsp:cNvPr id="0" name=""/>
        <dsp:cNvSpPr/>
      </dsp:nvSpPr>
      <dsp:spPr>
        <a:xfrm>
          <a:off x="2260901" y="399049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паланки</a:t>
          </a:r>
          <a:endParaRPr lang="uk-UA" sz="2100" kern="1200"/>
        </a:p>
      </dsp:txBody>
      <dsp:txXfrm>
        <a:off x="2340872" y="479020"/>
        <a:ext cx="1478262" cy="1478262"/>
      </dsp:txXfrm>
    </dsp:sp>
    <dsp:sp modelId="{8B3E8704-4507-467D-82AA-70D2583DF705}">
      <dsp:nvSpPr>
        <dsp:cNvPr id="0" name=""/>
        <dsp:cNvSpPr/>
      </dsp:nvSpPr>
      <dsp:spPr>
        <a:xfrm>
          <a:off x="496681" y="2163270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повіти</a:t>
          </a:r>
          <a:endParaRPr lang="uk-UA" sz="2100" kern="1200"/>
        </a:p>
      </dsp:txBody>
      <dsp:txXfrm>
        <a:off x="576652" y="2243241"/>
        <a:ext cx="1478262" cy="1478262"/>
      </dsp:txXfrm>
    </dsp:sp>
    <dsp:sp modelId="{A2C1F991-A36B-4DB1-B62E-A2708CEB053F}">
      <dsp:nvSpPr>
        <dsp:cNvPr id="0" name=""/>
        <dsp:cNvSpPr/>
      </dsp:nvSpPr>
      <dsp:spPr>
        <a:xfrm>
          <a:off x="2260901" y="2163270"/>
          <a:ext cx="1638204" cy="16382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 err="1"/>
            <a:t>куріні</a:t>
          </a:r>
          <a:endParaRPr lang="uk-UA" sz="2100" kern="1200" dirty="0"/>
        </a:p>
      </dsp:txBody>
      <dsp:txXfrm>
        <a:off x="2340872" y="2243241"/>
        <a:ext cx="1478262" cy="1478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373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478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992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562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203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458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910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657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390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2644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4831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9081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5116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3016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06882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2256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985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76A5085-19B5-46CE-8ABB-39C0D0539CDD}" type="datetimeFigureOut">
              <a:rPr lang="uk-UA" smtClean="0"/>
              <a:t>15.12.2024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FDAFF-4803-482D-8906-F8789724DF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9159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6.xml"/><Relationship Id="rId3" Type="http://schemas.openxmlformats.org/officeDocument/2006/relationships/diagramLayout" Target="../diagrams/layout45.xml"/><Relationship Id="rId7" Type="http://schemas.openxmlformats.org/officeDocument/2006/relationships/diagramData" Target="../diagrams/data46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11" Type="http://schemas.microsoft.com/office/2007/relationships/diagramDrawing" Target="../diagrams/drawing46.xml"/><Relationship Id="rId5" Type="http://schemas.openxmlformats.org/officeDocument/2006/relationships/diagramColors" Target="../diagrams/colors45.xml"/><Relationship Id="rId10" Type="http://schemas.openxmlformats.org/officeDocument/2006/relationships/diagramColors" Target="../diagrams/colors46.xml"/><Relationship Id="rId4" Type="http://schemas.openxmlformats.org/officeDocument/2006/relationships/diagramQuickStyle" Target="../diagrams/quickStyle45.xml"/><Relationship Id="rId9" Type="http://schemas.openxmlformats.org/officeDocument/2006/relationships/diagramQuickStyle" Target="../diagrams/quickStyle4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8.xml"/><Relationship Id="rId3" Type="http://schemas.openxmlformats.org/officeDocument/2006/relationships/diagramLayout" Target="../diagrams/layout47.xml"/><Relationship Id="rId7" Type="http://schemas.openxmlformats.org/officeDocument/2006/relationships/diagramData" Target="../diagrams/data48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11" Type="http://schemas.microsoft.com/office/2007/relationships/diagramDrawing" Target="../diagrams/drawing48.xml"/><Relationship Id="rId5" Type="http://schemas.openxmlformats.org/officeDocument/2006/relationships/diagramColors" Target="../diagrams/colors47.xml"/><Relationship Id="rId10" Type="http://schemas.openxmlformats.org/officeDocument/2006/relationships/diagramColors" Target="../diagrams/colors48.xml"/><Relationship Id="rId4" Type="http://schemas.openxmlformats.org/officeDocument/2006/relationships/diagramQuickStyle" Target="../diagrams/quickStyle47.xml"/><Relationship Id="rId9" Type="http://schemas.openxmlformats.org/officeDocument/2006/relationships/diagramQuickStyle" Target="../diagrams/quickStyle4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1.xml"/><Relationship Id="rId7" Type="http://schemas.microsoft.com/office/2007/relationships/diagramDrawing" Target="../diagrams/drawing5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1.xml"/><Relationship Id="rId5" Type="http://schemas.openxmlformats.org/officeDocument/2006/relationships/diagramQuickStyle" Target="../diagrams/quickStyle51.xml"/><Relationship Id="rId4" Type="http://schemas.openxmlformats.org/officeDocument/2006/relationships/diagramLayout" Target="../diagrams/layout5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4.xml"/><Relationship Id="rId3" Type="http://schemas.openxmlformats.org/officeDocument/2006/relationships/diagramLayout" Target="../diagrams/layout53.xml"/><Relationship Id="rId7" Type="http://schemas.openxmlformats.org/officeDocument/2006/relationships/diagramData" Target="../diagrams/data54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11" Type="http://schemas.microsoft.com/office/2007/relationships/diagramDrawing" Target="../diagrams/drawing54.xml"/><Relationship Id="rId5" Type="http://schemas.openxmlformats.org/officeDocument/2006/relationships/diagramColors" Target="../diagrams/colors53.xml"/><Relationship Id="rId10" Type="http://schemas.openxmlformats.org/officeDocument/2006/relationships/diagramColors" Target="../diagrams/colors54.xml"/><Relationship Id="rId4" Type="http://schemas.openxmlformats.org/officeDocument/2006/relationships/diagramQuickStyle" Target="../diagrams/quickStyle53.xml"/><Relationship Id="rId9" Type="http://schemas.openxmlformats.org/officeDocument/2006/relationships/diagramQuickStyle" Target="../diagrams/quickStyle5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0.xml"/><Relationship Id="rId3" Type="http://schemas.openxmlformats.org/officeDocument/2006/relationships/diagramLayout" Target="../diagrams/layout59.xml"/><Relationship Id="rId7" Type="http://schemas.openxmlformats.org/officeDocument/2006/relationships/diagramData" Target="../diagrams/data60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11" Type="http://schemas.microsoft.com/office/2007/relationships/diagramDrawing" Target="../diagrams/drawing60.xml"/><Relationship Id="rId5" Type="http://schemas.openxmlformats.org/officeDocument/2006/relationships/diagramColors" Target="../diagrams/colors59.xml"/><Relationship Id="rId10" Type="http://schemas.openxmlformats.org/officeDocument/2006/relationships/diagramColors" Target="../diagrams/colors60.xml"/><Relationship Id="rId4" Type="http://schemas.openxmlformats.org/officeDocument/2006/relationships/diagramQuickStyle" Target="../diagrams/quickStyle59.xml"/><Relationship Id="rId9" Type="http://schemas.openxmlformats.org/officeDocument/2006/relationships/diagramQuickStyle" Target="../diagrams/quickStyle6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1.xml"/><Relationship Id="rId7" Type="http://schemas.microsoft.com/office/2007/relationships/diagramDrawing" Target="../diagrams/drawing6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1.xml"/><Relationship Id="rId5" Type="http://schemas.openxmlformats.org/officeDocument/2006/relationships/diagramQuickStyle" Target="../diagrams/quickStyle61.xml"/><Relationship Id="rId4" Type="http://schemas.openxmlformats.org/officeDocument/2006/relationships/diagramLayout" Target="../diagrams/layout6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0.xml"/><Relationship Id="rId3" Type="http://schemas.openxmlformats.org/officeDocument/2006/relationships/diagramLayout" Target="../diagrams/layout69.xml"/><Relationship Id="rId7" Type="http://schemas.openxmlformats.org/officeDocument/2006/relationships/diagramData" Target="../diagrams/data70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9.xml"/><Relationship Id="rId11" Type="http://schemas.microsoft.com/office/2007/relationships/diagramDrawing" Target="../diagrams/drawing70.xml"/><Relationship Id="rId5" Type="http://schemas.openxmlformats.org/officeDocument/2006/relationships/diagramColors" Target="../diagrams/colors69.xml"/><Relationship Id="rId10" Type="http://schemas.openxmlformats.org/officeDocument/2006/relationships/diagramColors" Target="../diagrams/colors70.xml"/><Relationship Id="rId4" Type="http://schemas.openxmlformats.org/officeDocument/2006/relationships/diagramQuickStyle" Target="../diagrams/quickStyle69.xml"/><Relationship Id="rId9" Type="http://schemas.openxmlformats.org/officeDocument/2006/relationships/diagramQuickStyle" Target="../diagrams/quickStyle7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1.xml"/><Relationship Id="rId7" Type="http://schemas.microsoft.com/office/2007/relationships/diagramDrawing" Target="../diagrams/drawing71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1.xml"/><Relationship Id="rId5" Type="http://schemas.openxmlformats.org/officeDocument/2006/relationships/diagramQuickStyle" Target="../diagrams/quickStyle71.xml"/><Relationship Id="rId4" Type="http://schemas.openxmlformats.org/officeDocument/2006/relationships/diagramLayout" Target="../diagrams/layout7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4.xml"/><Relationship Id="rId3" Type="http://schemas.openxmlformats.org/officeDocument/2006/relationships/diagramLayout" Target="../diagrams/layout73.xml"/><Relationship Id="rId7" Type="http://schemas.openxmlformats.org/officeDocument/2006/relationships/diagramData" Target="../diagrams/data74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11" Type="http://schemas.microsoft.com/office/2007/relationships/diagramDrawing" Target="../diagrams/drawing74.xml"/><Relationship Id="rId5" Type="http://schemas.openxmlformats.org/officeDocument/2006/relationships/diagramColors" Target="../diagrams/colors73.xml"/><Relationship Id="rId10" Type="http://schemas.openxmlformats.org/officeDocument/2006/relationships/diagramColors" Target="../diagrams/colors74.xml"/><Relationship Id="rId4" Type="http://schemas.openxmlformats.org/officeDocument/2006/relationships/diagramQuickStyle" Target="../diagrams/quickStyle73.xml"/><Relationship Id="rId9" Type="http://schemas.openxmlformats.org/officeDocument/2006/relationships/diagramQuickStyle" Target="../diagrams/quickStyle7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5.xml"/><Relationship Id="rId7" Type="http://schemas.microsoft.com/office/2007/relationships/diagramDrawing" Target="../diagrams/drawing7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5.xml"/><Relationship Id="rId5" Type="http://schemas.openxmlformats.org/officeDocument/2006/relationships/diagramQuickStyle" Target="../diagrams/quickStyle75.xml"/><Relationship Id="rId4" Type="http://schemas.openxmlformats.org/officeDocument/2006/relationships/diagramLayout" Target="../diagrams/layout7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6.xml"/><Relationship Id="rId7" Type="http://schemas.microsoft.com/office/2007/relationships/diagramDrawing" Target="../diagrams/drawing7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6.xml"/><Relationship Id="rId5" Type="http://schemas.openxmlformats.org/officeDocument/2006/relationships/diagramQuickStyle" Target="../diagrams/quickStyle76.xml"/><Relationship Id="rId4" Type="http://schemas.openxmlformats.org/officeDocument/2006/relationships/diagramLayout" Target="../diagrams/layout7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7.xml"/><Relationship Id="rId7" Type="http://schemas.microsoft.com/office/2007/relationships/diagramDrawing" Target="../diagrams/drawing7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7.xml"/><Relationship Id="rId5" Type="http://schemas.openxmlformats.org/officeDocument/2006/relationships/diagramQuickStyle" Target="../diagrams/quickStyle77.xml"/><Relationship Id="rId4" Type="http://schemas.openxmlformats.org/officeDocument/2006/relationships/diagramLayout" Target="../diagrams/layout7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8.xml"/><Relationship Id="rId7" Type="http://schemas.microsoft.com/office/2007/relationships/diagramDrawing" Target="../diagrams/drawing78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8.xml"/><Relationship Id="rId5" Type="http://schemas.openxmlformats.org/officeDocument/2006/relationships/diagramQuickStyle" Target="../diagrams/quickStyle78.xml"/><Relationship Id="rId4" Type="http://schemas.openxmlformats.org/officeDocument/2006/relationships/diagramLayout" Target="../diagrams/layout7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9.xml"/><Relationship Id="rId7" Type="http://schemas.microsoft.com/office/2007/relationships/diagramDrawing" Target="../diagrams/drawing79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9.xml"/><Relationship Id="rId5" Type="http://schemas.openxmlformats.org/officeDocument/2006/relationships/diagramQuickStyle" Target="../diagrams/quickStyle79.xml"/><Relationship Id="rId4" Type="http://schemas.openxmlformats.org/officeDocument/2006/relationships/diagramLayout" Target="../diagrams/layout7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0.xml"/><Relationship Id="rId7" Type="http://schemas.microsoft.com/office/2007/relationships/diagramDrawing" Target="../diagrams/drawing8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0.xml"/><Relationship Id="rId5" Type="http://schemas.openxmlformats.org/officeDocument/2006/relationships/diagramQuickStyle" Target="../diagrams/quickStyle80.xml"/><Relationship Id="rId4" Type="http://schemas.openxmlformats.org/officeDocument/2006/relationships/diagramLayout" Target="../diagrams/layout8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4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4.xml"/><Relationship Id="rId5" Type="http://schemas.openxmlformats.org/officeDocument/2006/relationships/diagramColors" Target="../diagrams/colors84.xml"/><Relationship Id="rId4" Type="http://schemas.openxmlformats.org/officeDocument/2006/relationships/diagramQuickStyle" Target="../diagrams/quickStyle8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5.xml"/><Relationship Id="rId2" Type="http://schemas.openxmlformats.org/officeDocument/2006/relationships/diagramData" Target="../diagrams/data8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5.xml"/><Relationship Id="rId5" Type="http://schemas.openxmlformats.org/officeDocument/2006/relationships/diagramColors" Target="../diagrams/colors85.xml"/><Relationship Id="rId4" Type="http://schemas.openxmlformats.org/officeDocument/2006/relationships/diagramQuickStyle" Target="../diagrams/quickStyle85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7.xml"/><Relationship Id="rId3" Type="http://schemas.openxmlformats.org/officeDocument/2006/relationships/diagramLayout" Target="../diagrams/layout86.xml"/><Relationship Id="rId7" Type="http://schemas.openxmlformats.org/officeDocument/2006/relationships/diagramData" Target="../diagrams/data87.xml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6.xml"/><Relationship Id="rId11" Type="http://schemas.microsoft.com/office/2007/relationships/diagramDrawing" Target="../diagrams/drawing87.xml"/><Relationship Id="rId5" Type="http://schemas.openxmlformats.org/officeDocument/2006/relationships/diagramColors" Target="../diagrams/colors86.xml"/><Relationship Id="rId10" Type="http://schemas.openxmlformats.org/officeDocument/2006/relationships/diagramColors" Target="../diagrams/colors87.xml"/><Relationship Id="rId4" Type="http://schemas.openxmlformats.org/officeDocument/2006/relationships/diagramQuickStyle" Target="../diagrams/quickStyle86.xml"/><Relationship Id="rId9" Type="http://schemas.openxmlformats.org/officeDocument/2006/relationships/diagramQuickStyle" Target="../diagrams/quickStyle8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CB52C-5275-38BD-EC16-84F34E7E0A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 </a:t>
            </a:r>
            <a:r>
              <a:rPr lang="ru-RU" dirty="0" err="1"/>
              <a:t>Українські</a:t>
            </a:r>
            <a:r>
              <a:rPr lang="ru-RU" dirty="0"/>
              <a:t> </a:t>
            </a:r>
            <a:r>
              <a:rPr lang="ru-RU" dirty="0" err="1"/>
              <a:t>землі</a:t>
            </a:r>
            <a:r>
              <a:rPr lang="ru-RU" dirty="0"/>
              <a:t>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ХVІІІ ст.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B4255BD-C546-9CF5-6F35-1BCAFD6C1C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458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D7C7B-E7D6-55F7-8269-72AE6432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Малоросійської</a:t>
            </a:r>
            <a:r>
              <a:rPr lang="ru-RU" dirty="0"/>
              <a:t> </a:t>
            </a:r>
            <a:r>
              <a:rPr lang="ru-RU" dirty="0" err="1"/>
              <a:t>колегії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спрямовано</a:t>
            </a:r>
            <a:r>
              <a:rPr lang="ru-RU" dirty="0"/>
              <a:t> на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79B8EF9-C1E5-13C3-4949-3CFCF9CE752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42715695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91726289-231C-02D2-939E-A93239FA8A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7815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56BB8-AC6C-5A9A-9C38-4DA11517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/>
              <a:t>Установіть послідовність здійснення російським урядом заходів, спрямованих на ліквідацію української автономії в </a:t>
            </a:r>
            <a:r>
              <a:rPr lang="en-US" sz="3200" dirty="0"/>
              <a:t>XVIII </a:t>
            </a:r>
            <a:r>
              <a:rPr lang="uk-UA" sz="3200" dirty="0"/>
              <a:t>ст.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37683D5-FE87-80C7-018C-087FDC1F048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37269550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DFA29F6-33CC-EBDE-2490-5306FED989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64225677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2629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22496E-222C-740C-9841-BDC1E8A4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Укажіть</a:t>
            </a:r>
            <a:r>
              <a:rPr lang="ru-RU" sz="3600" dirty="0"/>
              <a:t> заходи, </a:t>
            </a:r>
            <a:r>
              <a:rPr lang="ru-RU" sz="3600" dirty="0" err="1"/>
              <a:t>здійснені</a:t>
            </a:r>
            <a:r>
              <a:rPr lang="ru-RU" sz="3600" dirty="0"/>
              <a:t> Другою </a:t>
            </a:r>
            <a:r>
              <a:rPr lang="ru-RU" sz="3600" dirty="0" err="1"/>
              <a:t>Малоросійською</a:t>
            </a:r>
            <a:r>
              <a:rPr lang="ru-RU" sz="3600" dirty="0"/>
              <a:t> </a:t>
            </a:r>
            <a:r>
              <a:rPr lang="ru-RU" sz="3600" dirty="0" err="1"/>
              <a:t>колегією</a:t>
            </a:r>
            <a:r>
              <a:rPr lang="ru-RU" sz="3600" dirty="0"/>
              <a:t> на </a:t>
            </a:r>
            <a:r>
              <a:rPr lang="ru-RU" sz="3600" dirty="0" err="1"/>
              <a:t>чолі</a:t>
            </a:r>
            <a:r>
              <a:rPr lang="ru-RU" sz="3600" dirty="0"/>
              <a:t> з П. </a:t>
            </a:r>
            <a:r>
              <a:rPr lang="ru-RU" sz="3600" dirty="0" err="1"/>
              <a:t>Рум’янцевим</a:t>
            </a:r>
            <a:r>
              <a:rPr lang="ru-RU" sz="3600" dirty="0"/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1E3E0B-C033-2B83-0A7A-F116B8C9577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54694893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3E145AD-C64D-6535-B251-538638DFAD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09838899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0664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50828-0D8B-1228-FF03-75252579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Яким роком </a:t>
            </a:r>
            <a:r>
              <a:rPr lang="ru-RU" dirty="0" err="1"/>
              <a:t>датується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документ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15C463C-8E48-4A8E-6C41-445CBC6C8A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Після</a:t>
            </a:r>
            <a:r>
              <a:rPr lang="ru-RU" i="1" dirty="0"/>
              <a:t> </a:t>
            </a:r>
            <a:r>
              <a:rPr lang="ru-RU" i="1" dirty="0" err="1"/>
              <a:t>всемилостивішого</a:t>
            </a:r>
            <a:r>
              <a:rPr lang="ru-RU" i="1" dirty="0"/>
              <a:t> </a:t>
            </a:r>
            <a:r>
              <a:rPr lang="ru-RU" i="1" dirty="0" err="1"/>
              <a:t>від</a:t>
            </a:r>
            <a:r>
              <a:rPr lang="ru-RU" i="1" dirty="0"/>
              <a:t> нас </a:t>
            </a:r>
            <a:r>
              <a:rPr lang="ru-RU" i="1" dirty="0" err="1"/>
              <a:t>звільнення</a:t>
            </a:r>
            <a:r>
              <a:rPr lang="ru-RU" i="1" dirty="0"/>
              <a:t> графа </a:t>
            </a:r>
            <a:r>
              <a:rPr lang="ru-RU" i="1" dirty="0" err="1"/>
              <a:t>Розумовського</a:t>
            </a:r>
            <a:r>
              <a:rPr lang="ru-RU" i="1" dirty="0"/>
              <a:t> з чину </a:t>
            </a:r>
            <a:r>
              <a:rPr lang="ru-RU" i="1" dirty="0" err="1"/>
              <a:t>гетьманського</a:t>
            </a:r>
            <a:r>
              <a:rPr lang="ru-RU" i="1" dirty="0"/>
              <a:t> </a:t>
            </a:r>
            <a:r>
              <a:rPr lang="ru-RU" i="1" dirty="0" err="1"/>
              <a:t>наказуємо</a:t>
            </a:r>
            <a:r>
              <a:rPr lang="ru-RU" i="1" dirty="0"/>
              <a:t> </a:t>
            </a:r>
            <a:r>
              <a:rPr lang="ru-RU" i="1" dirty="0" err="1"/>
              <a:t>нашому</a:t>
            </a:r>
            <a:r>
              <a:rPr lang="ru-RU" i="1" dirty="0"/>
              <a:t> </a:t>
            </a:r>
            <a:r>
              <a:rPr lang="ru-RU" i="1" dirty="0" err="1"/>
              <a:t>Сенатові</a:t>
            </a:r>
            <a:r>
              <a:rPr lang="ru-RU" i="1" dirty="0"/>
              <a:t> для </a:t>
            </a:r>
            <a:r>
              <a:rPr lang="ru-RU" i="1" dirty="0" err="1"/>
              <a:t>належного</a:t>
            </a:r>
            <a:r>
              <a:rPr lang="ru-RU" i="1" dirty="0"/>
              <a:t> </a:t>
            </a:r>
            <a:r>
              <a:rPr lang="ru-RU" i="1" dirty="0" err="1"/>
              <a:t>управління</a:t>
            </a:r>
            <a:r>
              <a:rPr lang="ru-RU" i="1" dirty="0"/>
              <a:t> в </a:t>
            </a:r>
            <a:r>
              <a:rPr lang="ru-RU" i="1" dirty="0" err="1"/>
              <a:t>Малій</a:t>
            </a:r>
            <a:r>
              <a:rPr lang="ru-RU" i="1" dirty="0"/>
              <a:t> </a:t>
            </a:r>
            <a:r>
              <a:rPr lang="ru-RU" i="1" dirty="0" err="1"/>
              <a:t>Росії</a:t>
            </a:r>
            <a:r>
              <a:rPr lang="ru-RU" i="1" dirty="0"/>
              <a:t> </a:t>
            </a:r>
            <a:r>
              <a:rPr lang="ru-RU" i="1" dirty="0" err="1"/>
              <a:t>створити</a:t>
            </a:r>
            <a:r>
              <a:rPr lang="ru-RU" i="1" dirty="0"/>
              <a:t> там </a:t>
            </a:r>
            <a:r>
              <a:rPr lang="ru-RU" i="1" dirty="0" err="1"/>
              <a:t>Малоросійську</a:t>
            </a:r>
            <a:r>
              <a:rPr lang="ru-RU" i="1" dirty="0"/>
              <a:t> </a:t>
            </a:r>
            <a:r>
              <a:rPr lang="ru-RU" i="1" dirty="0" err="1"/>
              <a:t>колегію</a:t>
            </a:r>
            <a:r>
              <a:rPr lang="ru-RU" i="1" dirty="0"/>
              <a:t>, в </a:t>
            </a:r>
            <a:r>
              <a:rPr lang="ru-RU" i="1" dirty="0" err="1"/>
              <a:t>якій</a:t>
            </a:r>
            <a:r>
              <a:rPr lang="ru-RU" i="1" dirty="0"/>
              <a:t> бути </a:t>
            </a:r>
            <a:r>
              <a:rPr lang="ru-RU" i="1" dirty="0" err="1"/>
              <a:t>головним</a:t>
            </a:r>
            <a:r>
              <a:rPr lang="ru-RU" i="1" dirty="0"/>
              <a:t> </a:t>
            </a:r>
            <a:r>
              <a:rPr lang="ru-RU" i="1" dirty="0" err="1"/>
              <a:t>нашому</a:t>
            </a:r>
            <a:r>
              <a:rPr lang="ru-RU" i="1" dirty="0"/>
              <a:t> генералу графу </a:t>
            </a:r>
            <a:r>
              <a:rPr lang="ru-RU" i="1" dirty="0" err="1"/>
              <a:t>Рум’янцеву</a:t>
            </a:r>
            <a:r>
              <a:rPr lang="ru-RU" i="1" dirty="0"/>
              <a:t>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AF82A16-79CA-F064-7A49-A03BC59C25D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56289095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625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3DD3B-98D0-8FC8-6EEC-5DA20FC5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Прочитайте </a:t>
            </a:r>
            <a:r>
              <a:rPr lang="ru-RU" sz="3200" dirty="0" err="1"/>
              <a:t>уривок</a:t>
            </a:r>
            <a:r>
              <a:rPr lang="ru-RU" sz="3200" dirty="0"/>
              <a:t> з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джерела</a:t>
            </a:r>
            <a:r>
              <a:rPr lang="ru-RU" sz="3200" dirty="0"/>
              <a:t> та дайте </a:t>
            </a:r>
            <a:r>
              <a:rPr lang="ru-RU" sz="3200" dirty="0" err="1"/>
              <a:t>відповідь</a:t>
            </a:r>
            <a:r>
              <a:rPr lang="ru-RU" sz="3200" dirty="0"/>
              <a:t> на </a:t>
            </a:r>
            <a:r>
              <a:rPr lang="ru-RU" sz="3200" dirty="0" err="1"/>
              <a:t>запитання</a:t>
            </a:r>
            <a:r>
              <a:rPr lang="ru-RU" sz="3200" dirty="0"/>
              <a:t>.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44CB498-4141-EE4C-800A-D9FA17C03A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«…нашому генерал-поручику </a:t>
            </a:r>
            <a:r>
              <a:rPr lang="uk-UA" i="1" dirty="0" err="1"/>
              <a:t>Текелію</a:t>
            </a:r>
            <a:r>
              <a:rPr lang="uk-UA" i="1" dirty="0"/>
              <a:t> з довіреними нашими військами... без будь-якого опору з боку козаків, тому що були оточені з усіх боків... у цілковитому порядку …найспокійнішим чином виконати доручену йому справу, уникаючи, наскільки це можливо, кровопролиття...»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8196F7-E5D7-ADC8-4F45-1FCEBDE865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24728343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168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3C550A-046B-FA31-1E93-0FCD63B1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643C5EF-75CB-B161-28EE-D24B44F6C54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49475704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5D6F22E-3BA9-F27A-FB7F-F2A18D8AB6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2191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45266-195F-2346-EAA2-58779B48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Малоросійської</a:t>
            </a:r>
            <a:r>
              <a:rPr lang="ru-RU" dirty="0"/>
              <a:t> </a:t>
            </a:r>
            <a:r>
              <a:rPr lang="ru-RU" dirty="0" err="1"/>
              <a:t>колегії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спрямовано</a:t>
            </a:r>
            <a:r>
              <a:rPr lang="ru-RU" dirty="0"/>
              <a:t>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2A9B6A-990F-D412-5819-6218B971995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04301590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881BA3F-EF31-F7EE-E104-4836985FA5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28561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71D1F-58C0-44FC-AB32-8BE9376D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послідовність</a:t>
            </a:r>
            <a:r>
              <a:rPr lang="ru-RU" sz="3200" dirty="0"/>
              <a:t> </a:t>
            </a:r>
            <a:r>
              <a:rPr lang="ru-RU" sz="3200" dirty="0" err="1"/>
              <a:t>подій</a:t>
            </a:r>
            <a:r>
              <a:rPr lang="ru-RU" sz="3200" dirty="0"/>
              <a:t>, </a:t>
            </a:r>
            <a:r>
              <a:rPr lang="ru-RU" sz="3200" dirty="0" err="1"/>
              <a:t>описаних</a:t>
            </a:r>
            <a:r>
              <a:rPr lang="ru-RU" sz="3200" dirty="0"/>
              <a:t> в </a:t>
            </a:r>
            <a:r>
              <a:rPr lang="ru-RU" sz="3200" dirty="0" err="1"/>
              <a:t>уривках</a:t>
            </a:r>
            <a:r>
              <a:rPr lang="ru-RU" sz="3200" dirty="0"/>
              <a:t> з </a:t>
            </a:r>
            <a:r>
              <a:rPr lang="ru-RU" sz="3200" dirty="0" err="1"/>
              <a:t>історичних</a:t>
            </a:r>
            <a:r>
              <a:rPr lang="ru-RU" sz="3200" dirty="0"/>
              <a:t> </a:t>
            </a:r>
            <a:r>
              <a:rPr lang="ru-RU" sz="3200" dirty="0" err="1"/>
              <a:t>джерел</a:t>
            </a:r>
            <a:r>
              <a:rPr lang="ru-RU" sz="3200" dirty="0"/>
              <a:t>.</a:t>
            </a:r>
            <a:endParaRPr lang="uk-UA" sz="3200" dirty="0"/>
          </a:p>
        </p:txBody>
      </p:sp>
      <p:graphicFrame>
        <p:nvGraphicFramePr>
          <p:cNvPr id="11" name="Місце для вмісту 10">
            <a:extLst>
              <a:ext uri="{FF2B5EF4-FFF2-40B4-BE49-F238E27FC236}">
                <a16:creationId xmlns:a16="http://schemas.microsoft.com/office/drawing/2014/main" id="{DBBF5D48-0BAD-FC49-3DA8-B3EB527919A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83906394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5A8A84F7-CFB3-AD2B-51A9-22AB34A3D4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08986861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09007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BC21B7-B4C9-172E-F591-416235E1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Задунайську</a:t>
            </a:r>
            <a:r>
              <a:rPr lang="ru-RU" dirty="0"/>
              <a:t> </a:t>
            </a:r>
            <a:r>
              <a:rPr lang="ru-RU" dirty="0" err="1"/>
              <a:t>Січ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створено на землях, </a:t>
            </a:r>
            <a:r>
              <a:rPr lang="ru-RU" dirty="0" err="1"/>
              <a:t>підвладних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88CAA1B-9A1E-F712-85B3-751FA7E903E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33437740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0F30041-1094-4A8C-383D-E2E771C6F7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9989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A9BB7-8829-4B0F-992C-8C86EB43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назвами державних інституцій і результатами їхньої діяльності.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804B4B-2CB2-602D-FBDF-B9502B3FFC9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90834758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0B965F1-24AF-E0B7-9000-9814FDAE875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98380937"/>
              </p:ext>
            </p:extLst>
          </p:nvPr>
        </p:nvGraphicFramePr>
        <p:xfrm>
          <a:off x="6172200" y="1163782"/>
          <a:ext cx="5181600" cy="5694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22455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7910F-5159-FB76-BE47-7A20FCDE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Після</a:t>
            </a:r>
            <a:r>
              <a:rPr lang="ru-RU" sz="3200" dirty="0"/>
              <a:t> </a:t>
            </a:r>
            <a:r>
              <a:rPr lang="ru-RU" sz="3200" dirty="0" err="1"/>
              <a:t>остаточної</a:t>
            </a:r>
            <a:r>
              <a:rPr lang="ru-RU" sz="3200" dirty="0"/>
              <a:t> </a:t>
            </a:r>
            <a:r>
              <a:rPr lang="ru-RU" sz="3200" dirty="0" err="1"/>
              <a:t>ліквідації</a:t>
            </a:r>
            <a:r>
              <a:rPr lang="ru-RU" sz="3200" dirty="0"/>
              <a:t> </a:t>
            </a:r>
            <a:r>
              <a:rPr lang="ru-RU" sz="3200" dirty="0" err="1"/>
              <a:t>гетьманства</a:t>
            </a:r>
            <a:r>
              <a:rPr lang="ru-RU" sz="3200" dirty="0"/>
              <a:t> для </a:t>
            </a:r>
            <a:r>
              <a:rPr lang="ru-RU" sz="3200" dirty="0" err="1"/>
              <a:t>управління</a:t>
            </a:r>
            <a:r>
              <a:rPr lang="ru-RU" sz="3200" dirty="0"/>
              <a:t> </a:t>
            </a:r>
            <a:r>
              <a:rPr lang="ru-RU" sz="3200" dirty="0" err="1"/>
              <a:t>Лівобережною</a:t>
            </a:r>
            <a:r>
              <a:rPr lang="ru-RU" sz="3200" dirty="0"/>
              <a:t> </a:t>
            </a:r>
            <a:r>
              <a:rPr lang="ru-RU" sz="3200" dirty="0" err="1"/>
              <a:t>Україною</a:t>
            </a:r>
            <a:r>
              <a:rPr lang="ru-RU" sz="3200" dirty="0"/>
              <a:t> </a:t>
            </a:r>
            <a:r>
              <a:rPr lang="ru-RU" sz="3200" dirty="0" err="1"/>
              <a:t>царською</a:t>
            </a:r>
            <a:r>
              <a:rPr lang="ru-RU" sz="3200" dirty="0"/>
              <a:t> </a:t>
            </a:r>
            <a:r>
              <a:rPr lang="ru-RU" sz="3200" dirty="0" err="1"/>
              <a:t>владою</a:t>
            </a:r>
            <a:r>
              <a:rPr lang="ru-RU" sz="3200" dirty="0"/>
              <a:t> </a:t>
            </a:r>
            <a:r>
              <a:rPr lang="ru-RU" sz="3200" dirty="0" err="1"/>
              <a:t>було</a:t>
            </a:r>
            <a:r>
              <a:rPr lang="ru-RU" sz="3200" dirty="0"/>
              <a:t> створено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DC794F-57D3-C8F7-D8F2-AA546286F6E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13543747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3352CFE-3968-E79F-6F4A-33C86E4E25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7117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3315C-9B74-2AE4-9F51-F49CEF3DA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Яким роком </a:t>
            </a:r>
            <a:r>
              <a:rPr lang="ru-RU" dirty="0" err="1"/>
              <a:t>датується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документ: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BEEFB6-C7E8-95A9-DD09-D97DE71605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«Ми захотіли оголосити.., що Запорозька Січ остаточно зруйнована, з викоріненням на майбутнє й самої назви запорозьких козаків... Місцевих жителів і угіддя ми залишаємо, зараховуючи їх до Новоросійської губернії»?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E84C3DC-4E58-14F0-2D9C-03045AF0A6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47593212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005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F0505-38B2-BF23-C080-8D91DACF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виникнення</a:t>
            </a:r>
            <a:r>
              <a:rPr lang="ru-RU" dirty="0"/>
              <a:t> (</a:t>
            </a:r>
            <a:r>
              <a:rPr lang="ru-RU" dirty="0" err="1"/>
              <a:t>заснування</a:t>
            </a:r>
            <a:r>
              <a:rPr lang="ru-RU" dirty="0"/>
              <a:t>) </a:t>
            </a:r>
            <a:r>
              <a:rPr lang="ru-RU" dirty="0" err="1"/>
              <a:t>козацьких</a:t>
            </a:r>
            <a:r>
              <a:rPr lang="ru-RU" dirty="0"/>
              <a:t> </a:t>
            </a:r>
            <a:r>
              <a:rPr lang="ru-RU" dirty="0" err="1"/>
              <a:t>Січей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A17308-72E5-1C34-3FBE-405C7CE153D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58155781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FA64682-6C67-E7EB-EFCD-53CEFD32CB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654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82E01-09F1-EE2F-F12E-B643503E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Установість</a:t>
            </a:r>
            <a:r>
              <a:rPr lang="ru-RU" sz="3200" dirty="0"/>
              <a:t> </a:t>
            </a:r>
            <a:r>
              <a:rPr lang="ru-RU" sz="3200" dirty="0" err="1"/>
              <a:t>послідновність</a:t>
            </a:r>
            <a:r>
              <a:rPr lang="ru-RU" sz="3200" dirty="0"/>
              <a:t> </a:t>
            </a:r>
            <a:r>
              <a:rPr lang="ru-RU" sz="3200" dirty="0" err="1"/>
              <a:t>заходів</a:t>
            </a:r>
            <a:r>
              <a:rPr lang="ru-RU" sz="3200" dirty="0"/>
              <a:t> </a:t>
            </a:r>
            <a:r>
              <a:rPr lang="ru-RU" sz="3200" dirty="0" err="1"/>
              <a:t>царської</a:t>
            </a:r>
            <a:r>
              <a:rPr lang="ru-RU" sz="3200" dirty="0"/>
              <a:t> </a:t>
            </a:r>
            <a:r>
              <a:rPr lang="ru-RU" sz="3200" dirty="0" err="1"/>
              <a:t>влади</a:t>
            </a:r>
            <a:r>
              <a:rPr lang="ru-RU" sz="3200" dirty="0"/>
              <a:t> </a:t>
            </a:r>
            <a:r>
              <a:rPr lang="ru-RU" sz="3200" dirty="0" err="1"/>
              <a:t>щодо</a:t>
            </a:r>
            <a:r>
              <a:rPr lang="ru-RU" sz="3200" dirty="0"/>
              <a:t> </a:t>
            </a:r>
            <a:r>
              <a:rPr lang="ru-RU" sz="3200" dirty="0" err="1"/>
              <a:t>ліквідації</a:t>
            </a:r>
            <a:r>
              <a:rPr lang="ru-RU" sz="3200" dirty="0"/>
              <a:t> автономного устрою </a:t>
            </a:r>
            <a:r>
              <a:rPr lang="ru-RU" sz="3200" dirty="0" err="1"/>
              <a:t>українських</a:t>
            </a:r>
            <a:r>
              <a:rPr lang="ru-RU" sz="3200" dirty="0"/>
              <a:t> земель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6355468-807F-4274-BA5C-4F6762FADA9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97792412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77284A4-3A1A-78A1-50D1-D9C5E12C6A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8814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7B06F-D5D9-B17A-330C-F559A04A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 err="1"/>
              <a:t>Установіть</a:t>
            </a:r>
            <a:r>
              <a:rPr lang="ru-RU" sz="3600" dirty="0"/>
              <a:t> </a:t>
            </a:r>
            <a:r>
              <a:rPr lang="ru-RU" sz="3600" dirty="0" err="1"/>
              <a:t>відповідність</a:t>
            </a:r>
            <a:r>
              <a:rPr lang="ru-RU" sz="3600" dirty="0"/>
              <a:t> </a:t>
            </a:r>
            <a:r>
              <a:rPr lang="ru-RU" sz="3600" dirty="0" err="1"/>
              <a:t>між</a:t>
            </a:r>
            <a:r>
              <a:rPr lang="ru-RU" sz="3600" dirty="0"/>
              <a:t> </a:t>
            </a:r>
            <a:r>
              <a:rPr lang="ru-RU" sz="3600" dirty="0" err="1"/>
              <a:t>подією</a:t>
            </a:r>
            <a:r>
              <a:rPr lang="ru-RU" sz="3600" dirty="0"/>
              <a:t> та роком, коли вона </a:t>
            </a:r>
            <a:r>
              <a:rPr lang="ru-RU" sz="3600" dirty="0" err="1"/>
              <a:t>відбулася</a:t>
            </a:r>
            <a:r>
              <a:rPr lang="ru-RU" sz="3600" dirty="0"/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8A3BD2-4EC8-9A9B-5976-D8590DA82C9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66081687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35725A0-8A90-42EB-D972-403CF1B788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27210814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40684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6E336-A1A7-7C31-661B-1670AEBC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E0E025E-313A-CF51-2845-D54606079D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19033642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52743E2-396B-8865-0337-7597BA6AEB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8293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9E43C-FE56-C367-31DF-B26D352C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імена</a:t>
            </a:r>
            <a:r>
              <a:rPr lang="ru-RU" dirty="0"/>
              <a:t> </a:t>
            </a:r>
            <a:r>
              <a:rPr lang="ru-RU" dirty="0" err="1"/>
              <a:t>кошових</a:t>
            </a:r>
            <a:r>
              <a:rPr lang="ru-RU" dirty="0"/>
              <a:t> </a:t>
            </a:r>
            <a:r>
              <a:rPr lang="ru-RU" dirty="0" err="1"/>
              <a:t>отаманів</a:t>
            </a:r>
            <a:r>
              <a:rPr lang="ru-RU" dirty="0"/>
              <a:t> </a:t>
            </a:r>
            <a:r>
              <a:rPr lang="ru-RU" dirty="0" err="1"/>
              <a:t>Запорозької</a:t>
            </a:r>
            <a:r>
              <a:rPr lang="ru-RU" dirty="0"/>
              <a:t> </a:t>
            </a:r>
            <a:r>
              <a:rPr lang="ru-RU" dirty="0" err="1"/>
              <a:t>Січі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0273737-0A56-F1B0-5033-2B706561FCA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37250245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0565C5A-A2E1-5DE9-2548-AE964E69E75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74725638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09335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40D60-B6BC-94E3-CBDB-47058C7F9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 яку </a:t>
            </a:r>
            <a:r>
              <a:rPr lang="ru-RU" dirty="0" err="1"/>
              <a:t>Січ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D8AC51-DA3C-A86C-D364-21399F6383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i="1" dirty="0"/>
              <a:t>«Кошового вибирають безпосередньо із самих козаків. У мирний час турецький уряд видає жалування на курінь по 200 левів,.. а коли бувають у поході, тоді на кожну людину видають жалування по 6 левів на місяць.</a:t>
            </a:r>
          </a:p>
          <a:p>
            <a:endParaRPr lang="uk-UA" i="1" dirty="0"/>
          </a:p>
          <a:p>
            <a:r>
              <a:rPr lang="uk-UA" i="1" dirty="0"/>
              <a:t>Січ і курені є в управлінні кошового та курінних отаманів, і турецький уряд не втручається не тільки до запорожців, а й до поселень, що їм належать, у яких живуть із сім’ями запорожці... Але якщо трапиться кому відлучитися в міста та села турецькі на заробітки, то нерідко </a:t>
            </a:r>
            <a:r>
              <a:rPr lang="uk-UA" i="1" dirty="0" err="1"/>
              <a:t>тії</a:t>
            </a:r>
            <a:r>
              <a:rPr lang="uk-UA" i="1" dirty="0"/>
              <a:t> козаки зазнають від турків утисків...»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3FD9F14-2473-4436-EE37-8C200A623A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1716421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299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BB895-B736-BFED-379F-0186A636E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2DCC4C-434E-E521-EF10-76B09688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спричинило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Січі</a:t>
            </a:r>
            <a:r>
              <a:rPr lang="ru-RU" dirty="0"/>
              <a:t>, про яку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754821-AF04-E364-5178-18E65558A0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i="1" dirty="0"/>
              <a:t>«Кошового вибирають безпосередньо із самих козаків. У мирний час турецький уряд видає жалування на курінь по 200 левів,.. а коли бувають у поході, тоді на кожну людину видають жалування по 6 левів на місяць.</a:t>
            </a:r>
          </a:p>
          <a:p>
            <a:endParaRPr lang="uk-UA" i="1" dirty="0"/>
          </a:p>
          <a:p>
            <a:r>
              <a:rPr lang="uk-UA" i="1" dirty="0"/>
              <a:t>Січ і курені є в управлінні кошового та курінних отаманів, і турецький уряд не втручається не тільки до запорожців, а й до поселень, що їм належать, у яких живуть із сім’ями запорожці... Але якщо трапиться кому відлучитися в міста та села турецькі на заробітки, то нерідко </a:t>
            </a:r>
            <a:r>
              <a:rPr lang="uk-UA" i="1" dirty="0" err="1"/>
              <a:t>тії</a:t>
            </a:r>
            <a:r>
              <a:rPr lang="uk-UA" i="1" dirty="0"/>
              <a:t> козаки зазнають від турків утисків...»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B004A165-059B-895C-055E-F40B9DFFE2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50122811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163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A5C8-27BB-807D-6AEE-E4DB9732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D81B6-4881-1E0B-561F-AA93032EB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Одним з </a:t>
            </a:r>
            <a:r>
              <a:rPr lang="ru-RU" dirty="0" err="1"/>
              <a:t>кошових</a:t>
            </a:r>
            <a:r>
              <a:rPr lang="ru-RU" dirty="0"/>
              <a:t> </a:t>
            </a:r>
            <a:r>
              <a:rPr lang="ru-RU" dirty="0" err="1"/>
              <a:t>отаманів</a:t>
            </a:r>
            <a:r>
              <a:rPr lang="ru-RU" dirty="0"/>
              <a:t> </a:t>
            </a:r>
            <a:r>
              <a:rPr lang="ru-RU" dirty="0" err="1"/>
              <a:t>Січі</a:t>
            </a:r>
            <a:r>
              <a:rPr lang="ru-RU" dirty="0"/>
              <a:t>, </a:t>
            </a:r>
            <a:r>
              <a:rPr lang="ru-RU" dirty="0" err="1"/>
              <a:t>згаданої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документа, </a:t>
            </a:r>
            <a:r>
              <a:rPr lang="ru-RU" dirty="0" err="1"/>
              <a:t>був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52EC12A-FDD5-AC04-8E6A-D76013F82E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i="1" dirty="0"/>
              <a:t>«Кошового вибирають безпосередньо із самих козаків. У мирний час турецький уряд видає жалування на курінь по 200 левів,.. а коли бувають у поході, тоді на кожну людину видають жалування по 6 левів на місяць.</a:t>
            </a:r>
          </a:p>
          <a:p>
            <a:endParaRPr lang="uk-UA" i="1" dirty="0"/>
          </a:p>
          <a:p>
            <a:r>
              <a:rPr lang="uk-UA" i="1" dirty="0"/>
              <a:t>Січ і курені є в управлінні кошового та курінних отаманів, і турецький уряд не втручається не тільки до запорожців, а й до поселень, що їм належать, у яких живуть із сім’ями запорожці... Але якщо трапиться кому відлучитися в міста та села турецькі на заробітки, то нерідко </a:t>
            </a:r>
            <a:r>
              <a:rPr lang="uk-UA" i="1" dirty="0" err="1"/>
              <a:t>тії</a:t>
            </a:r>
            <a:r>
              <a:rPr lang="uk-UA" i="1" dirty="0"/>
              <a:t> козаки зазнають від турків утисків...»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20E9223-1C99-605D-19EF-B02CE8CC8B2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28123068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939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A8115-A68D-1593-B64F-C09270D1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У </a:t>
            </a:r>
            <a:r>
              <a:rPr lang="ru-RU" sz="4000" dirty="0" err="1"/>
              <a:t>яких</a:t>
            </a:r>
            <a:r>
              <a:rPr lang="ru-RU" sz="4000" dirty="0"/>
              <a:t> </a:t>
            </a:r>
            <a:r>
              <a:rPr lang="ru-RU" sz="4000" dirty="0" err="1"/>
              <a:t>уривках</a:t>
            </a:r>
            <a:r>
              <a:rPr lang="ru-RU" sz="4000" dirty="0"/>
              <a:t> з </a:t>
            </a:r>
            <a:r>
              <a:rPr lang="ru-RU" sz="4000" dirty="0" err="1"/>
              <a:t>історичних</a:t>
            </a:r>
            <a:r>
              <a:rPr lang="ru-RU" sz="4000" dirty="0"/>
              <a:t> </a:t>
            </a:r>
            <a:r>
              <a:rPr lang="ru-RU" sz="4000" dirty="0" err="1"/>
              <a:t>джерел</a:t>
            </a:r>
            <a:r>
              <a:rPr lang="ru-RU" sz="4000" dirty="0"/>
              <a:t> </a:t>
            </a:r>
            <a:r>
              <a:rPr lang="ru-RU" sz="4000" dirty="0" err="1"/>
              <a:t>йдеться</a:t>
            </a:r>
            <a:r>
              <a:rPr lang="ru-RU" sz="4000" dirty="0"/>
              <a:t> про </a:t>
            </a:r>
            <a:r>
              <a:rPr lang="ru-RU" sz="4000" dirty="0" err="1"/>
              <a:t>події</a:t>
            </a:r>
            <a:r>
              <a:rPr lang="ru-RU" sz="4000" dirty="0"/>
              <a:t> </a:t>
            </a:r>
            <a:r>
              <a:rPr lang="ru-RU" sz="4000" dirty="0" err="1"/>
              <a:t>Коліївщини</a:t>
            </a:r>
            <a:r>
              <a:rPr lang="ru-RU" sz="4000" dirty="0"/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6CDC62D-60AF-9874-29F1-E3215AB17F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sz="1400" b="0" i="1" dirty="0">
                <a:effectLst/>
                <a:latin typeface="Century Gothic" panose="020B0502020202020204" pitchFamily="34" charset="0"/>
              </a:rPr>
              <a:t>1. «Бунт в Україні та Подолії селян із гайдамаками слід вважати наслідком Барської конфедерації, оскільки той фанатизм католиків викликав у наших єдиновірних [православних] жорстокий супротив…»</a:t>
            </a:r>
            <a:endParaRPr lang="uk-UA" sz="1400" b="0" i="0" dirty="0">
              <a:effectLst/>
              <a:latin typeface="Century Gothic" panose="020B0502020202020204" pitchFamily="34" charset="0"/>
            </a:endParaRPr>
          </a:p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sz="1400" b="0" i="1" dirty="0">
                <a:effectLst/>
                <a:latin typeface="Century Gothic" panose="020B0502020202020204" pitchFamily="34" charset="0"/>
              </a:rPr>
              <a:t>2. «Того ж року козак Наливайко, зібравши військо козаків, перш за все об’явився був на Поділлі, у Волохах, вдерся в Турецькі землі, потім, повертаючись до Польщі, сплюндрував маєтки пана Калиновського…»</a:t>
            </a:r>
            <a:endParaRPr lang="uk-UA" sz="1400" b="0" i="0" dirty="0">
              <a:effectLst/>
              <a:latin typeface="Century Gothic" panose="020B0502020202020204" pitchFamily="34" charset="0"/>
            </a:endParaRPr>
          </a:p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sz="1400" b="0" i="1" dirty="0">
                <a:effectLst/>
                <a:latin typeface="Century Gothic" panose="020B0502020202020204" pitchFamily="34" charset="0"/>
              </a:rPr>
              <a:t>3. «Цього року …пішов до Умані Залізняк, де зібралося людей з рушницями чоловік до тисячі, …а уманський сотник І. Гонта…, прибувши до Залізняка, оголосив, що він має козаків до чотирьохсот…»</a:t>
            </a:r>
            <a:endParaRPr lang="uk-UA" sz="1400" b="0" i="0" dirty="0">
              <a:effectLst/>
              <a:latin typeface="Century Gothic" panose="020B0502020202020204" pitchFamily="34" charset="0"/>
            </a:endParaRPr>
          </a:p>
          <a:p>
            <a:endParaRPr lang="uk-UA" sz="1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221A94D-B500-6830-275F-6AB5CD738D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2656752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209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A61DE-7179-A7F0-0550-42D2DE39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Проаналізуйте</a:t>
            </a:r>
            <a:r>
              <a:rPr lang="ru-RU" dirty="0"/>
              <a:t>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BF7A75A-DF50-9CC7-C3C6-786CF106BF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b="0" i="1" dirty="0">
                <a:effectLst/>
                <a:latin typeface="Century Gothic" panose="020B0502020202020204" pitchFamily="34" charset="0"/>
              </a:rPr>
              <a:t>«До Нашого відома дійшло, що за прикладом барської змови проти законної влади грішать вони через своє неуцтво, а ще більше – через обман шайки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розбишак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, що вдають, нібито вони є частиною Нашого вірного низового Війська Запорозького... Ми вважаємо невідхильним обов’язком Нашої монаршої влади оберігати слушні бажання польської Речі Посполитої, з якою Ми є в союзі, тісній дружбі...»</a:t>
            </a:r>
          </a:p>
          <a:p>
            <a:endParaRPr lang="uk-UA" i="1" dirty="0">
              <a:latin typeface="Century Gothic" panose="020B0502020202020204" pitchFamily="34" charset="0"/>
            </a:endParaRPr>
          </a:p>
          <a:p>
            <a:r>
              <a:rPr lang="ru-RU" b="0" i="0" dirty="0"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документі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події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1D2A1D9-7FA5-FAF2-CAFC-6255A5D0BB6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25915010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4665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C245E-4C76-2344-48EE-499DE2306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Загони </a:t>
            </a:r>
            <a:r>
              <a:rPr lang="ru-RU" dirty="0" err="1"/>
              <a:t>опришків</a:t>
            </a:r>
            <a:r>
              <a:rPr lang="ru-RU" dirty="0"/>
              <a:t> на </a:t>
            </a:r>
            <a:r>
              <a:rPr lang="ru-RU" dirty="0" err="1"/>
              <a:t>чолі</a:t>
            </a:r>
            <a:r>
              <a:rPr lang="ru-RU" dirty="0"/>
              <a:t> з О. </a:t>
            </a:r>
            <a:r>
              <a:rPr lang="ru-RU" dirty="0" err="1"/>
              <a:t>Довбушем</a:t>
            </a:r>
            <a:r>
              <a:rPr lang="ru-RU" dirty="0"/>
              <a:t> </a:t>
            </a:r>
            <a:r>
              <a:rPr lang="ru-RU" dirty="0" err="1"/>
              <a:t>діяли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(перша половина XVIII ст.),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перебували</a:t>
            </a:r>
            <a:r>
              <a:rPr lang="ru-RU" dirty="0"/>
              <a:t> на той час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владою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72AF8DA-CDE0-F05C-C8DC-7DD1E40F4C3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51994992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D73E75D-F5E2-0C22-5A34-266274A858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4595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E01F3-879B-8FEC-BEA4-8C304861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Відомий</a:t>
            </a:r>
            <a:r>
              <a:rPr lang="ru-RU" dirty="0"/>
              <a:t> </a:t>
            </a:r>
            <a:r>
              <a:rPr lang="ru-RU" dirty="0" err="1"/>
              <a:t>український</a:t>
            </a:r>
            <a:r>
              <a:rPr lang="ru-RU" dirty="0"/>
              <a:t> </a:t>
            </a:r>
            <a:r>
              <a:rPr lang="ru-RU" dirty="0" err="1"/>
              <a:t>історик</a:t>
            </a:r>
            <a:r>
              <a:rPr lang="ru-RU" dirty="0"/>
              <a:t> Д. Дорошенко </a:t>
            </a:r>
            <a:r>
              <a:rPr lang="ru-RU" dirty="0" err="1"/>
              <a:t>вважав</a:t>
            </a:r>
            <a:r>
              <a:rPr lang="ru-RU" dirty="0"/>
              <a:t>, </a:t>
            </a:r>
            <a:r>
              <a:rPr lang="ru-RU" dirty="0" err="1"/>
              <a:t>що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5DE6A95-7900-6899-3C83-AA87E80DA2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 «...</a:t>
            </a:r>
            <a:r>
              <a:rPr lang="ru-RU" i="1" dirty="0" err="1"/>
              <a:t>гайдамацтво</a:t>
            </a:r>
            <a:r>
              <a:rPr lang="ru-RU" i="1" dirty="0"/>
              <a:t> як форму активного протесту </a:t>
            </a:r>
            <a:r>
              <a:rPr lang="ru-RU" i="1" dirty="0" err="1"/>
              <a:t>проти</a:t>
            </a:r>
            <a:r>
              <a:rPr lang="ru-RU" i="1" dirty="0"/>
              <a:t> </a:t>
            </a:r>
            <a:r>
              <a:rPr lang="ru-RU" i="1" dirty="0" err="1"/>
              <a:t>несприятливих</a:t>
            </a:r>
            <a:r>
              <a:rPr lang="ru-RU" i="1" dirty="0"/>
              <a:t> умов </a:t>
            </a:r>
            <a:r>
              <a:rPr lang="ru-RU" i="1" dirty="0" err="1"/>
              <a:t>суспільного</a:t>
            </a:r>
            <a:r>
              <a:rPr lang="ru-RU" i="1" dirty="0"/>
              <a:t> ладу знали також і </a:t>
            </a:r>
            <a:r>
              <a:rPr lang="ru-RU" i="1" dirty="0" err="1"/>
              <a:t>західноукраїнські</a:t>
            </a:r>
            <a:r>
              <a:rPr lang="ru-RU" i="1" dirty="0"/>
              <a:t> </a:t>
            </a:r>
            <a:r>
              <a:rPr lang="ru-RU" i="1" dirty="0" err="1"/>
              <a:t>землі</a:t>
            </a:r>
            <a:r>
              <a:rPr lang="ru-RU" i="1" dirty="0"/>
              <a:t> – Галичина й Буковина».</a:t>
            </a:r>
          </a:p>
          <a:p>
            <a:endParaRPr lang="ru-RU" dirty="0"/>
          </a:p>
          <a:p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висновок</a:t>
            </a:r>
            <a:r>
              <a:rPr lang="ru-RU" dirty="0"/>
              <a:t> </a:t>
            </a:r>
            <a:r>
              <a:rPr lang="ru-RU" dirty="0" err="1"/>
              <a:t>історик</a:t>
            </a:r>
            <a:r>
              <a:rPr lang="ru-RU" dirty="0"/>
              <a:t> </a:t>
            </a:r>
            <a:r>
              <a:rPr lang="ru-RU" dirty="0" err="1"/>
              <a:t>зробив</a:t>
            </a:r>
            <a:r>
              <a:rPr lang="ru-RU" dirty="0"/>
              <a:t>, </a:t>
            </a:r>
            <a:r>
              <a:rPr lang="ru-RU" dirty="0" err="1"/>
              <a:t>дослідивши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1DA09EB-D245-0866-5EE1-55294307DDF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85459757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3369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84585-2C41-4516-18E2-51AD52CF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Виявом</a:t>
            </a:r>
            <a:r>
              <a:rPr lang="ru-RU" sz="3200" dirty="0"/>
              <a:t> «</a:t>
            </a:r>
            <a:r>
              <a:rPr lang="ru-RU" sz="3200" dirty="0" err="1"/>
              <a:t>соціального</a:t>
            </a:r>
            <a:r>
              <a:rPr lang="ru-RU" sz="3200" dirty="0"/>
              <a:t> </a:t>
            </a:r>
            <a:r>
              <a:rPr lang="ru-RU" sz="3200" dirty="0" err="1"/>
              <a:t>розбійництва</a:t>
            </a:r>
            <a:r>
              <a:rPr lang="ru-RU" sz="3200" dirty="0"/>
              <a:t>» на </a:t>
            </a:r>
            <a:r>
              <a:rPr lang="ru-RU" sz="3200" dirty="0" err="1"/>
              <a:t>теренах</a:t>
            </a:r>
            <a:r>
              <a:rPr lang="ru-RU" sz="3200" dirty="0"/>
              <a:t> </a:t>
            </a:r>
            <a:r>
              <a:rPr lang="ru-RU" sz="3200" dirty="0" err="1"/>
              <a:t>Галичини</a:t>
            </a:r>
            <a:r>
              <a:rPr lang="ru-RU" sz="3200" dirty="0"/>
              <a:t>, </a:t>
            </a:r>
            <a:r>
              <a:rPr lang="ru-RU" sz="3200" dirty="0" err="1"/>
              <a:t>Буковини</a:t>
            </a:r>
            <a:r>
              <a:rPr lang="ru-RU" sz="3200" dirty="0"/>
              <a:t> та </a:t>
            </a:r>
            <a:r>
              <a:rPr lang="ru-RU" sz="3200" dirty="0" err="1"/>
              <a:t>Закарпаття</a:t>
            </a:r>
            <a:r>
              <a:rPr lang="ru-RU" sz="3200" dirty="0"/>
              <a:t> в XVI–XIX ст. </a:t>
            </a:r>
            <a:r>
              <a:rPr lang="ru-RU" sz="3200" dirty="0" err="1"/>
              <a:t>була</a:t>
            </a:r>
            <a:r>
              <a:rPr lang="ru-RU" sz="3200" dirty="0"/>
              <a:t> </a:t>
            </a:r>
            <a:r>
              <a:rPr lang="ru-RU" sz="3200" dirty="0" err="1"/>
              <a:t>діяльність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00EE55-5EA4-B573-D1A0-64CBDA6C008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60202109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274DD0B-CFDB-233F-8DC1-2859F721F9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15467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1BC17-20F5-E878-D598-2AD402F0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Гайдамацький</a:t>
            </a:r>
            <a:r>
              <a:rPr lang="ru-RU" dirty="0"/>
              <a:t> рух у XVIII ст. </a:t>
            </a:r>
            <a:r>
              <a:rPr lang="ru-RU" dirty="0" err="1"/>
              <a:t>набув</a:t>
            </a:r>
            <a:r>
              <a:rPr lang="ru-RU" dirty="0"/>
              <a:t> </a:t>
            </a:r>
            <a:r>
              <a:rPr lang="ru-RU" dirty="0" err="1"/>
              <a:t>поширення</a:t>
            </a:r>
            <a:r>
              <a:rPr lang="ru-RU" dirty="0"/>
              <a:t> на </a:t>
            </a:r>
            <a:r>
              <a:rPr lang="ru-RU" dirty="0" err="1"/>
              <a:t>території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D2675CD-43CD-5EDC-F626-68E1D47B6E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11897598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DFD80AD-DEF2-451E-A052-199B9DB3F9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5435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CA079-ADC6-400C-A8CC-CD2809E4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 err="1"/>
              <a:t>Учасників</a:t>
            </a:r>
            <a:r>
              <a:rPr lang="ru-RU" sz="4000" dirty="0"/>
              <a:t> </a:t>
            </a:r>
            <a:r>
              <a:rPr lang="ru-RU" sz="4000" dirty="0" err="1"/>
              <a:t>соціальних</a:t>
            </a:r>
            <a:r>
              <a:rPr lang="ru-RU" sz="4000" dirty="0"/>
              <a:t> </a:t>
            </a:r>
            <a:r>
              <a:rPr lang="ru-RU" sz="4000" dirty="0" err="1"/>
              <a:t>виступів</a:t>
            </a:r>
            <a:r>
              <a:rPr lang="ru-RU" sz="4000" dirty="0"/>
              <a:t> на </a:t>
            </a:r>
            <a:r>
              <a:rPr lang="ru-RU" sz="4000" dirty="0" err="1"/>
              <a:t>Правобережній</a:t>
            </a:r>
            <a:r>
              <a:rPr lang="ru-RU" sz="4000" dirty="0"/>
              <a:t> </a:t>
            </a:r>
            <a:r>
              <a:rPr lang="ru-RU" sz="4000" dirty="0" err="1"/>
              <a:t>Україні</a:t>
            </a:r>
            <a:r>
              <a:rPr lang="ru-RU" sz="4000" dirty="0"/>
              <a:t> у XVIII ст. </a:t>
            </a:r>
            <a:r>
              <a:rPr lang="ru-RU" sz="4000" dirty="0" err="1"/>
              <a:t>називали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8193740-E78E-5D92-C343-2F98201DC1F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11127008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90AC2BC-02CD-DEEE-CD6C-BFBAB628F5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37289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22936-E764-252B-CEE3-B10DBA2C1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спричинило</a:t>
            </a:r>
            <a:r>
              <a:rPr lang="ru-RU" dirty="0"/>
              <a:t> </a:t>
            </a:r>
            <a:r>
              <a:rPr lang="ru-RU" dirty="0" err="1"/>
              <a:t>оприлюднення</a:t>
            </a:r>
            <a:r>
              <a:rPr lang="ru-RU" dirty="0"/>
              <a:t> </a:t>
            </a:r>
            <a:r>
              <a:rPr lang="ru-RU" dirty="0" err="1"/>
              <a:t>цитованого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2668629-7E1C-EF6E-3450-ED49B3967A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effectLst/>
                <a:latin typeface="Century Gothic" panose="020B0502020202020204" pitchFamily="34" charset="0"/>
              </a:rPr>
              <a:t>«…Ми, Катерина </a:t>
            </a:r>
            <a:r>
              <a:rPr lang="en-US" b="0" i="1" dirty="0">
                <a:effectLst/>
                <a:latin typeface="Century Gothic" panose="020B0502020202020204" pitchFamily="34" charset="0"/>
              </a:rPr>
              <a:t>II, 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імператриця всеросійська… Об’являємо всім нашим людям, які живуть в… Речі Посполитій, зокрема у воєводствах Київському, Подільському, Брацлавському, Волинському… Ми змушені з жалем прийняти до відома, що… кріпаки, відкинувши послух владі і їхнім панам допустились [бунту]… внаслідок обману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розбишак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, які видають себе частиною Війська Запорозького…»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90B7F7-3B86-D9A5-6BFC-153379E9CD0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94498129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580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31735-5F15-9446-4E33-14205E73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своїй</a:t>
            </a:r>
            <a:r>
              <a:rPr lang="ru-RU" dirty="0"/>
              <a:t> </a:t>
            </a:r>
            <a:r>
              <a:rPr lang="ru-RU" dirty="0" err="1"/>
              <a:t>праці</a:t>
            </a:r>
            <a:r>
              <a:rPr lang="ru-RU" dirty="0"/>
              <a:t> «До </a:t>
            </a:r>
            <a:r>
              <a:rPr lang="ru-RU" dirty="0" err="1"/>
              <a:t>знесення</a:t>
            </a:r>
            <a:r>
              <a:rPr lang="ru-RU" dirty="0"/>
              <a:t> </a:t>
            </a:r>
            <a:r>
              <a:rPr lang="ru-RU" dirty="0" err="1"/>
              <a:t>панщини</a:t>
            </a:r>
            <a:r>
              <a:rPr lang="ru-RU" dirty="0"/>
              <a:t> в </a:t>
            </a:r>
            <a:r>
              <a:rPr lang="ru-RU" dirty="0" err="1"/>
              <a:t>Галичині</a:t>
            </a:r>
            <a:r>
              <a:rPr lang="ru-RU" dirty="0"/>
              <a:t>» </a:t>
            </a:r>
            <a:r>
              <a:rPr lang="ru-RU" dirty="0" err="1"/>
              <a:t>Іван</a:t>
            </a:r>
            <a:r>
              <a:rPr lang="ru-RU" dirty="0"/>
              <a:t> Франко писав: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495DF3B-7142-1D7D-741E-60C92BAD59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«Коли на хлопа </a:t>
            </a:r>
            <a:r>
              <a:rPr lang="ru-RU" i="1" dirty="0" err="1"/>
              <a:t>надто</a:t>
            </a:r>
            <a:r>
              <a:rPr lang="ru-RU" i="1" dirty="0"/>
              <a:t> тиснула панщина, </a:t>
            </a:r>
            <a:r>
              <a:rPr lang="ru-RU" i="1" dirty="0" err="1"/>
              <a:t>він</a:t>
            </a:r>
            <a:r>
              <a:rPr lang="ru-RU" i="1" dirty="0"/>
              <a:t> </a:t>
            </a:r>
            <a:r>
              <a:rPr lang="ru-RU" i="1" dirty="0" err="1"/>
              <a:t>тікав</a:t>
            </a:r>
            <a:r>
              <a:rPr lang="ru-RU" i="1" dirty="0"/>
              <a:t> </a:t>
            </a:r>
            <a:r>
              <a:rPr lang="ru-RU" i="1" dirty="0" err="1"/>
              <a:t>від</a:t>
            </a:r>
            <a:r>
              <a:rPr lang="ru-RU" i="1" dirty="0"/>
              <a:t> </a:t>
            </a:r>
            <a:r>
              <a:rPr lang="ru-RU" i="1" dirty="0" err="1"/>
              <a:t>неї</a:t>
            </a:r>
            <a:r>
              <a:rPr lang="ru-RU" i="1" dirty="0"/>
              <a:t>… в </a:t>
            </a:r>
            <a:r>
              <a:rPr lang="ru-RU" i="1" dirty="0" err="1"/>
              <a:t>крайньому</a:t>
            </a:r>
            <a:r>
              <a:rPr lang="ru-RU" i="1" dirty="0"/>
              <a:t> </a:t>
            </a:r>
            <a:r>
              <a:rPr lang="ru-RU" i="1" dirty="0" err="1"/>
              <a:t>разі</a:t>
            </a:r>
            <a:r>
              <a:rPr lang="ru-RU" i="1" dirty="0"/>
              <a:t> в опришки».</a:t>
            </a:r>
          </a:p>
          <a:p>
            <a:endParaRPr lang="ru-RU" dirty="0"/>
          </a:p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вислові</a:t>
            </a:r>
            <a:r>
              <a:rPr lang="ru-RU" dirty="0"/>
              <a:t> автор </a:t>
            </a:r>
            <a:r>
              <a:rPr lang="ru-RU" dirty="0" err="1"/>
              <a:t>указував</a:t>
            </a:r>
            <a:r>
              <a:rPr lang="ru-RU" dirty="0"/>
              <a:t>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41592C-F2B3-9121-1293-684C2772F94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4754864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243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C3821-7F04-1703-5631-9EC67A3D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1768 р. </a:t>
            </a:r>
            <a:r>
              <a:rPr lang="ru-RU" dirty="0" err="1"/>
              <a:t>Коліївщиною</a:t>
            </a:r>
            <a:r>
              <a:rPr lang="ru-RU" dirty="0"/>
              <a:t> були </a:t>
            </a:r>
            <a:r>
              <a:rPr lang="ru-RU" dirty="0" err="1"/>
              <a:t>охоплені</a:t>
            </a:r>
            <a:r>
              <a:rPr lang="ru-RU" dirty="0"/>
              <a:t> </a:t>
            </a:r>
            <a:r>
              <a:rPr lang="ru-RU" dirty="0" err="1"/>
              <a:t>райони</a:t>
            </a:r>
            <a:r>
              <a:rPr lang="ru-RU" dirty="0"/>
              <a:t>: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0D1A877-8828-CCDD-1739-8F7FAEAA435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48603113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C3208C9-7C71-7A13-FA12-C70DFD4B10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4284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AAA95-795B-68A7-79FC-183F0F0C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25286"/>
            <a:ext cx="9404723" cy="1400530"/>
          </a:xfrm>
        </p:spPr>
        <p:txBody>
          <a:bodyPr>
            <a:noAutofit/>
          </a:bodyPr>
          <a:lstStyle/>
          <a:p>
            <a:r>
              <a:rPr lang="ru-RU" sz="3200" dirty="0" err="1"/>
              <a:t>Гайдамацький</a:t>
            </a:r>
            <a:r>
              <a:rPr lang="ru-RU" sz="3200" dirty="0"/>
              <a:t> та </a:t>
            </a:r>
            <a:r>
              <a:rPr lang="ru-RU" sz="3200" dirty="0" err="1"/>
              <a:t>опришківський</a:t>
            </a:r>
            <a:r>
              <a:rPr lang="ru-RU" sz="3200" dirty="0"/>
              <a:t> рухи у ХVІІІ ст. були </a:t>
            </a:r>
            <a:r>
              <a:rPr lang="ru-RU" sz="3200" dirty="0" err="1"/>
              <a:t>спрямовані</a:t>
            </a:r>
            <a:r>
              <a:rPr lang="ru-RU" sz="3200" dirty="0"/>
              <a:t> </a:t>
            </a:r>
            <a:r>
              <a:rPr lang="ru-RU" sz="3200" dirty="0" err="1"/>
              <a:t>проти</a:t>
            </a:r>
            <a:r>
              <a:rPr lang="ru-RU" sz="3200" dirty="0"/>
              <a:t> </a:t>
            </a:r>
            <a:r>
              <a:rPr lang="ru-RU" sz="3200" dirty="0" err="1"/>
              <a:t>експлуатації</a:t>
            </a:r>
            <a:r>
              <a:rPr lang="ru-RU" sz="3200" dirty="0"/>
              <a:t> </a:t>
            </a:r>
            <a:r>
              <a:rPr lang="ru-RU" sz="3200" dirty="0" err="1"/>
              <a:t>українського</a:t>
            </a:r>
            <a:r>
              <a:rPr lang="ru-RU" sz="3200" dirty="0"/>
              <a:t> селянства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853A0FE-2514-5723-D5C3-EBB21682925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78055791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AF3D37D-286A-60B5-3BDF-72A82EF91A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264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F911A-EF8C-53C3-5CA2-9141F45C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err="1"/>
              <a:t>Гайдамацький</a:t>
            </a:r>
            <a:r>
              <a:rPr lang="ru-RU" sz="3200" dirty="0"/>
              <a:t> і </a:t>
            </a:r>
            <a:r>
              <a:rPr lang="ru-RU" sz="3200" dirty="0" err="1"/>
              <a:t>опришківський</a:t>
            </a:r>
            <a:r>
              <a:rPr lang="ru-RU" sz="3200" dirty="0"/>
              <a:t> рухи у XVIII ст. </a:t>
            </a:r>
            <a:r>
              <a:rPr lang="ru-RU" sz="3200" dirty="0" err="1"/>
              <a:t>було</a:t>
            </a:r>
            <a:r>
              <a:rPr lang="ru-RU" sz="3200" dirty="0"/>
              <a:t> </a:t>
            </a:r>
            <a:r>
              <a:rPr lang="ru-RU" sz="3200" dirty="0" err="1"/>
              <a:t>спрямовано</a:t>
            </a:r>
            <a:r>
              <a:rPr lang="ru-RU" sz="3200" dirty="0"/>
              <a:t> </a:t>
            </a:r>
            <a:r>
              <a:rPr lang="ru-RU" sz="3200" dirty="0" err="1"/>
              <a:t>проти</a:t>
            </a:r>
            <a:r>
              <a:rPr lang="ru-RU" sz="3200" dirty="0"/>
              <a:t> </a:t>
            </a:r>
            <a:r>
              <a:rPr lang="ru-RU" sz="3200" dirty="0" err="1"/>
              <a:t>визисків</a:t>
            </a:r>
            <a:r>
              <a:rPr lang="ru-RU" sz="3200" dirty="0"/>
              <a:t> з боку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857D52F-2D80-64C5-1659-BE862F29AB7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21082310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DBC0FED-1ABD-ABEA-3CE5-42270C9B34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2593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76ABF-604B-DC00-22EE-05C840BB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карті заштриховано територію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93EA39-7F71-512A-EE77-885B5D78368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142301"/>
            <a:ext cx="4395787" cy="403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9441899-AE83-7FE0-1558-AEA461B21A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9143433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303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73062-6F45-EE0F-DA94-43FDC49C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спричинило</a:t>
            </a:r>
            <a:r>
              <a:rPr lang="ru-RU" dirty="0"/>
              <a:t> </a:t>
            </a:r>
            <a:r>
              <a:rPr lang="ru-RU" dirty="0" err="1"/>
              <a:t>оприлюднення</a:t>
            </a:r>
            <a:r>
              <a:rPr lang="ru-RU" dirty="0"/>
              <a:t> </a:t>
            </a:r>
            <a:r>
              <a:rPr lang="ru-RU" dirty="0" err="1"/>
              <a:t>цитованого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BE23912-0F89-3FB8-5C99-DD10A915DC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«...Ми, Катерина </a:t>
            </a:r>
            <a:r>
              <a:rPr lang="en-US" i="1" dirty="0"/>
              <a:t>II, </a:t>
            </a:r>
            <a:r>
              <a:rPr lang="uk-UA" i="1" dirty="0"/>
              <a:t>імператриця всеросійська...Об’являємо всім нашим людям, які живуть в... Речі Посполитій, зокрема у воєводствах Київському, Подільському, Брацлавському, Волинському... Ми змушені з жалем прийняти до відома, що... кріпаки, відкинувши послух владі і їхнім панам допустились убивств... внаслідок обману </a:t>
            </a:r>
            <a:r>
              <a:rPr lang="uk-UA" i="1" dirty="0" err="1"/>
              <a:t>розбишак</a:t>
            </a:r>
            <a:r>
              <a:rPr lang="uk-UA" i="1" dirty="0"/>
              <a:t>, які видають себе частиною Війська Запорозького...»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BD5D39A-714E-2E3B-C9AF-F804811EB91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16917058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1737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40BA9-C3EE-F2F3-75EF-96EB6D06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Історик</a:t>
            </a:r>
            <a:r>
              <a:rPr lang="ru-RU" dirty="0"/>
              <a:t> Д. Дорошенко </a:t>
            </a:r>
            <a:r>
              <a:rPr lang="ru-RU" dirty="0" err="1"/>
              <a:t>вважав</a:t>
            </a:r>
            <a:r>
              <a:rPr lang="ru-RU" dirty="0"/>
              <a:t>, </a:t>
            </a:r>
            <a:r>
              <a:rPr lang="ru-RU" dirty="0" err="1"/>
              <a:t>що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AF024F9-70F4-464E-66C4-EE3D95F2C6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«...</a:t>
            </a:r>
            <a:r>
              <a:rPr lang="ru-RU" i="1" dirty="0" err="1"/>
              <a:t>гайдамацтво</a:t>
            </a:r>
            <a:r>
              <a:rPr lang="ru-RU" i="1" dirty="0"/>
              <a:t> як форму активного протесту </a:t>
            </a:r>
            <a:r>
              <a:rPr lang="ru-RU" i="1" dirty="0" err="1"/>
              <a:t>проти</a:t>
            </a:r>
            <a:r>
              <a:rPr lang="ru-RU" i="1" dirty="0"/>
              <a:t> </a:t>
            </a:r>
            <a:r>
              <a:rPr lang="ru-RU" i="1" dirty="0" err="1"/>
              <a:t>несприятливих</a:t>
            </a:r>
            <a:r>
              <a:rPr lang="ru-RU" i="1" dirty="0"/>
              <a:t> умов </a:t>
            </a:r>
            <a:r>
              <a:rPr lang="ru-RU" i="1" dirty="0" err="1"/>
              <a:t>суспільного</a:t>
            </a:r>
            <a:r>
              <a:rPr lang="ru-RU" i="1" dirty="0"/>
              <a:t> ладу знали також і </a:t>
            </a:r>
            <a:r>
              <a:rPr lang="ru-RU" i="1" dirty="0" err="1"/>
              <a:t>західноукраїнські</a:t>
            </a:r>
            <a:r>
              <a:rPr lang="ru-RU" i="1" dirty="0"/>
              <a:t> </a:t>
            </a:r>
            <a:r>
              <a:rPr lang="ru-RU" i="1" dirty="0" err="1"/>
              <a:t>землі</a:t>
            </a:r>
            <a:r>
              <a:rPr lang="ru-RU" i="1" dirty="0"/>
              <a:t> Галичина й Буковина».</a:t>
            </a:r>
          </a:p>
          <a:p>
            <a:endParaRPr lang="ru-RU" dirty="0"/>
          </a:p>
          <a:p>
            <a:r>
              <a:rPr lang="ru-RU" dirty="0"/>
              <a:t>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аналізу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явища</a:t>
            </a:r>
            <a:r>
              <a:rPr lang="ru-RU" dirty="0"/>
              <a:t> </a:t>
            </a:r>
            <a:r>
              <a:rPr lang="ru-RU" dirty="0" err="1"/>
              <a:t>зроблено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висновок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3AE7F97-D69B-0916-1574-EA68F98A8D5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90742898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166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71897-EF30-246F-C1BF-24D556ED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51C8A9-FBE6-79A1-B550-5880B0E8B8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«…Гонта </a:t>
            </a:r>
            <a:r>
              <a:rPr lang="ru-RU" i="1" dirty="0" err="1"/>
              <a:t>поніс</a:t>
            </a:r>
            <a:r>
              <a:rPr lang="ru-RU" i="1" dirty="0"/>
              <a:t> </a:t>
            </a:r>
            <a:r>
              <a:rPr lang="ru-RU" i="1" dirty="0" err="1"/>
              <a:t>заслужену</a:t>
            </a:r>
            <a:r>
              <a:rPr lang="ru-RU" i="1" dirty="0"/>
              <a:t> кару, </a:t>
            </a:r>
            <a:r>
              <a:rPr lang="ru-RU" i="1" dirty="0" err="1"/>
              <a:t>росіяни</a:t>
            </a:r>
            <a:r>
              <a:rPr lang="ru-RU" i="1" dirty="0"/>
              <a:t> </a:t>
            </a:r>
            <a:r>
              <a:rPr lang="ru-RU" i="1" dirty="0" err="1"/>
              <a:t>приборкали</a:t>
            </a:r>
            <a:r>
              <a:rPr lang="ru-RU" i="1" dirty="0"/>
              <a:t> </a:t>
            </a:r>
            <a:r>
              <a:rPr lang="ru-RU" i="1" dirty="0" err="1"/>
              <a:t>запорожців</a:t>
            </a:r>
            <a:r>
              <a:rPr lang="ru-RU" i="1" dirty="0"/>
              <a:t>. Для </a:t>
            </a:r>
            <a:r>
              <a:rPr lang="ru-RU" i="1" dirty="0" err="1"/>
              <a:t>приборкання</a:t>
            </a:r>
            <a:r>
              <a:rPr lang="ru-RU" i="1" dirty="0"/>
              <a:t> </a:t>
            </a:r>
            <a:r>
              <a:rPr lang="ru-RU" i="1" dirty="0" err="1"/>
              <a:t>заворушень</a:t>
            </a:r>
            <a:r>
              <a:rPr lang="ru-RU" i="1" dirty="0"/>
              <a:t> </a:t>
            </a:r>
            <a:r>
              <a:rPr lang="ru-RU" i="1" dirty="0" err="1"/>
              <a:t>хлопів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ще</a:t>
            </a:r>
            <a:r>
              <a:rPr lang="ru-RU" i="1" dirty="0"/>
              <a:t> </a:t>
            </a:r>
            <a:r>
              <a:rPr lang="ru-RU" i="1" dirty="0" err="1"/>
              <a:t>продовжувалися</a:t>
            </a:r>
            <a:r>
              <a:rPr lang="ru-RU" i="1" dirty="0"/>
              <a:t>, </a:t>
            </a:r>
            <a:r>
              <a:rPr lang="ru-RU" i="1" dirty="0" err="1"/>
              <a:t>готувалася</a:t>
            </a:r>
            <a:r>
              <a:rPr lang="ru-RU" i="1" dirty="0"/>
              <a:t> </a:t>
            </a:r>
            <a:r>
              <a:rPr lang="ru-RU" i="1" dirty="0" err="1"/>
              <a:t>окрема</a:t>
            </a:r>
            <a:r>
              <a:rPr lang="ru-RU" i="1" dirty="0"/>
              <a:t> </a:t>
            </a:r>
            <a:r>
              <a:rPr lang="ru-RU" i="1" dirty="0" err="1"/>
              <a:t>військова</a:t>
            </a:r>
            <a:r>
              <a:rPr lang="ru-RU" i="1" dirty="0"/>
              <a:t> </a:t>
            </a:r>
            <a:r>
              <a:rPr lang="ru-RU" i="1" dirty="0" err="1"/>
              <a:t>експедиція</a:t>
            </a:r>
            <a:r>
              <a:rPr lang="ru-RU" i="1" dirty="0"/>
              <a:t>…»</a:t>
            </a:r>
          </a:p>
          <a:p>
            <a:endParaRPr lang="ru-RU" dirty="0"/>
          </a:p>
          <a:p>
            <a:r>
              <a:rPr lang="ru-RU" dirty="0"/>
              <a:t>У </a:t>
            </a:r>
            <a:r>
              <a:rPr lang="ru-RU" dirty="0" err="1"/>
              <a:t>документі</a:t>
            </a:r>
            <a:r>
              <a:rPr lang="ru-RU" dirty="0"/>
              <a:t> описано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часів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2ADD71-8201-C747-95C5-6650551A915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5652871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0146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48248-6AEC-F104-1136-EF42B31A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1768 р. </a:t>
            </a:r>
            <a:r>
              <a:rPr lang="ru-RU" dirty="0" err="1"/>
              <a:t>Коліївщиною</a:t>
            </a:r>
            <a:r>
              <a:rPr lang="ru-RU" dirty="0"/>
              <a:t> були </a:t>
            </a:r>
            <a:r>
              <a:rPr lang="ru-RU" dirty="0" err="1"/>
              <a:t>охоплені</a:t>
            </a:r>
            <a:r>
              <a:rPr lang="ru-RU" dirty="0"/>
              <a:t> </a:t>
            </a:r>
            <a:r>
              <a:rPr lang="ru-RU" dirty="0" err="1"/>
              <a:t>райони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2BA986E-468F-F903-0384-891E64753FC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04401282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79462A7-9993-6AEA-AFDB-596AE7AEC5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5286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67E31-70E2-6907-D80E-5C87024B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перебування</a:t>
            </a:r>
            <a:r>
              <a:rPr lang="ru-RU" dirty="0"/>
              <a:t> при </a:t>
            </a:r>
            <a:r>
              <a:rPr lang="ru-RU" dirty="0" err="1"/>
              <a:t>владі</a:t>
            </a:r>
            <a:r>
              <a:rPr lang="ru-RU" dirty="0"/>
              <a:t> </a:t>
            </a:r>
            <a:r>
              <a:rPr lang="ru-RU" dirty="0" err="1"/>
              <a:t>гетьманів</a:t>
            </a:r>
            <a:r>
              <a:rPr lang="ru-RU" dirty="0"/>
              <a:t> </a:t>
            </a:r>
            <a:r>
              <a:rPr lang="ru-RU" dirty="0" err="1"/>
              <a:t>Лівобережної</a:t>
            </a:r>
            <a:r>
              <a:rPr lang="ru-RU" dirty="0"/>
              <a:t> </a:t>
            </a:r>
            <a:r>
              <a:rPr lang="ru-RU" dirty="0" err="1"/>
              <a:t>Гетьманщини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4B9407F-5EF3-2140-AFAF-C6AFF7DEA47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68401877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AEE4062-2A8F-F218-1F6F-71970DDD04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37156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80C2C-2EC2-1C5F-A4DE-22A7B6C87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останнього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89FED6F-EA43-9761-AFF6-49664F82954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79"/>
          <a:stretch/>
        </p:blipFill>
        <p:spPr bwMode="auto">
          <a:xfrm>
            <a:off x="401773" y="2259789"/>
            <a:ext cx="2930045" cy="441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0E5A8E9-D54F-E95C-328B-41A210723F4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55" r="24911"/>
          <a:stretch/>
        </p:blipFill>
        <p:spPr bwMode="auto">
          <a:xfrm>
            <a:off x="6206190" y="2272845"/>
            <a:ext cx="2957561" cy="439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F76D7D3D-B87B-74A6-7BF4-28377424C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2" r="49652"/>
          <a:stretch/>
        </p:blipFill>
        <p:spPr bwMode="auto">
          <a:xfrm>
            <a:off x="3387491" y="2246733"/>
            <a:ext cx="2930045" cy="439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747ACCC4-0D47-CEDE-3AA8-DD06E56B5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04"/>
          <a:stretch/>
        </p:blipFill>
        <p:spPr bwMode="auto">
          <a:xfrm>
            <a:off x="9061100" y="2259789"/>
            <a:ext cx="2921350" cy="4386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51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876DA-D179-204F-EF46-54E06041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 err="1"/>
              <a:t>Що</a:t>
            </a:r>
            <a:r>
              <a:rPr lang="ru-RU" sz="3600" dirty="0"/>
              <a:t> </a:t>
            </a:r>
            <a:r>
              <a:rPr lang="ru-RU" sz="3600" dirty="0" err="1"/>
              <a:t>було</a:t>
            </a:r>
            <a:r>
              <a:rPr lang="ru-RU" sz="3600" dirty="0"/>
              <a:t> одним </a:t>
            </a:r>
            <a:r>
              <a:rPr lang="ru-RU" sz="3600" dirty="0" err="1"/>
              <a:t>із</a:t>
            </a:r>
            <a:r>
              <a:rPr lang="ru-RU" sz="3600" dirty="0"/>
              <a:t> </a:t>
            </a:r>
            <a:r>
              <a:rPr lang="ru-RU" sz="3600" dirty="0" err="1"/>
              <a:t>результатів</a:t>
            </a:r>
            <a:r>
              <a:rPr lang="ru-RU" sz="3600" dirty="0"/>
              <a:t> Другого </a:t>
            </a:r>
            <a:r>
              <a:rPr lang="ru-RU" sz="3600" dirty="0" err="1"/>
              <a:t>поділу</a:t>
            </a:r>
            <a:r>
              <a:rPr lang="ru-RU" sz="3600" dirty="0"/>
              <a:t> </a:t>
            </a:r>
            <a:r>
              <a:rPr lang="ru-RU" sz="3600" dirty="0" err="1"/>
              <a:t>Речі</a:t>
            </a:r>
            <a:r>
              <a:rPr lang="ru-RU" sz="3600" dirty="0"/>
              <a:t> </a:t>
            </a:r>
            <a:r>
              <a:rPr lang="ru-RU" sz="3600" dirty="0" err="1"/>
              <a:t>Посполитої</a:t>
            </a:r>
            <a:r>
              <a:rPr lang="ru-RU" sz="3600" dirty="0"/>
              <a:t> (1793 р.)?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820710-4E75-C772-1A69-4800B93A11C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15530084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2137DDC-7B24-2A54-8963-C44CA9F20E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5769478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38729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8818C-2F6E-8883-270E-EABB094B1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Які соціально-економічні зміни відбувались на Лівобережній та Слобідській Україні в другій половині </a:t>
            </a:r>
            <a:r>
              <a:rPr lang="en-US" dirty="0"/>
              <a:t>XVIII </a:t>
            </a:r>
            <a:r>
              <a:rPr lang="uk-UA" dirty="0"/>
              <a:t>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1065A0-8A98-199D-BCB0-05D7FEBDEF1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31473823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6F677A5-4846-110F-B686-EC7CC643F0A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6753882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306077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FE80C-D1EC-D491-6368-516EC82F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регіон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1783 р.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поширено</a:t>
            </a:r>
            <a:r>
              <a:rPr lang="ru-RU" dirty="0"/>
              <a:t> </a:t>
            </a:r>
            <a:r>
              <a:rPr lang="ru-RU" dirty="0" err="1"/>
              <a:t>кріпосне</a:t>
            </a:r>
            <a:r>
              <a:rPr lang="ru-RU" dirty="0"/>
              <a:t> право?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4E686E2-1604-574C-F2D7-20A8C13A50C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54172153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4B8D51C-B6F4-BF63-6561-732B612BD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553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30857-514C-1F61-5E85-CD77AF93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Установіть</a:t>
            </a:r>
            <a:r>
              <a:rPr lang="ru-RU" sz="36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ru-RU" sz="3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послідовність</a:t>
            </a:r>
            <a:r>
              <a:rPr lang="ru-RU" sz="36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ru-RU" sz="3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перебування</a:t>
            </a:r>
            <a:r>
              <a:rPr lang="ru-RU" sz="3600" dirty="0">
                <a:solidFill>
                  <a:schemeClr val="tx1"/>
                </a:solidFill>
                <a:latin typeface="Century Gothic" panose="020B0502020202020204" pitchFamily="34" charset="0"/>
              </a:rPr>
              <a:t> при </a:t>
            </a:r>
            <a:r>
              <a:rPr lang="ru-RU" sz="3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владі</a:t>
            </a:r>
            <a:r>
              <a:rPr lang="ru-RU" sz="36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ru-RU" sz="3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гетьманів</a:t>
            </a:r>
            <a:r>
              <a:rPr lang="ru-RU" sz="3600" dirty="0">
                <a:solidFill>
                  <a:schemeClr val="tx1"/>
                </a:solidFill>
                <a:latin typeface="Century Gothic" panose="020B0502020202020204" pitchFamily="34" charset="0"/>
              </a:rPr>
              <a:t>/</a:t>
            </a:r>
            <a:r>
              <a:rPr lang="ru-RU" sz="3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кошових</a:t>
            </a:r>
            <a:r>
              <a:rPr lang="ru-RU" sz="36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ru-RU" sz="3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отаманів</a:t>
            </a:r>
            <a:r>
              <a:rPr lang="ru-RU" sz="36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  <a:endParaRPr lang="uk-UA" sz="3600" dirty="0">
              <a:solidFill>
                <a:schemeClr val="tx1"/>
              </a:solidFill>
            </a:endParaRP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FDCD1BF-CF29-01E0-B3C8-82BA5192C97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56678199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ED5C8C4-0985-E0BB-6E8D-08598CA1E9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39914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3A37CD-A727-EB8A-907D-C05CC11B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/>
              <a:t>На карті позначено території, що ввійшли до складу Російської та Австрійської імперій під час різних поділів Речі Посполитої.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0FAC9D1-604C-A6E3-BC69-90731CFEDB4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078911"/>
            <a:ext cx="4395787" cy="415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1D3BC7DC-BAAF-2AD5-2EA9-D9B99C6C31C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95643626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4777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59639-039A-AB8D-54F3-B3FC8C9C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Настанова</a:t>
            </a:r>
            <a:r>
              <a:rPr lang="ru-RU" dirty="0"/>
              <a:t> </a:t>
            </a:r>
            <a:r>
              <a:rPr lang="ru-RU" dirty="0" err="1"/>
              <a:t>імператриці</a:t>
            </a:r>
            <a:r>
              <a:rPr lang="ru-RU" dirty="0"/>
              <a:t> </a:t>
            </a:r>
            <a:r>
              <a:rPr lang="ru-RU" dirty="0" err="1"/>
              <a:t>Катерини</a:t>
            </a:r>
            <a:r>
              <a:rPr lang="ru-RU" dirty="0"/>
              <a:t> ІІ </a:t>
            </a:r>
            <a:r>
              <a:rPr lang="ru-RU" dirty="0" err="1"/>
              <a:t>реалізовувалася</a:t>
            </a:r>
            <a:r>
              <a:rPr lang="ru-RU" dirty="0"/>
              <a:t> шляхом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CF95E5A-1488-17F4-AF9B-466D33DE4A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dirty="0"/>
              <a:t>запровадження </a:t>
            </a:r>
            <a:r>
              <a:rPr lang="uk-UA" dirty="0" err="1"/>
              <a:t>намісництв</a:t>
            </a:r>
            <a:r>
              <a:rPr lang="uk-UA" dirty="0"/>
              <a:t> замість полкового устрою та створення регулярних кавалерійських полків.</a:t>
            </a:r>
          </a:p>
          <a:p>
            <a:pPr marL="514350" indent="-514350">
              <a:buFont typeface="+mj-lt"/>
              <a:buAutoNum type="arabicPeriod"/>
            </a:pPr>
            <a:r>
              <a:rPr lang="uk-UA" dirty="0"/>
              <a:t>організації Донського та Чорноморського козачого військ замість ліквідованої Запорозької Січі.</a:t>
            </a:r>
          </a:p>
          <a:p>
            <a:pPr marL="514350" indent="-514350">
              <a:buFont typeface="+mj-lt"/>
              <a:buAutoNum type="arabicPeriod"/>
            </a:pPr>
            <a:r>
              <a:rPr lang="uk-UA" dirty="0"/>
              <a:t>придушення Коліївщини та гайдамацького руху.</a:t>
            </a:r>
          </a:p>
          <a:p>
            <a:pPr marL="514350" indent="-514350">
              <a:buFont typeface="+mj-lt"/>
              <a:buAutoNum type="arabicPeriod"/>
            </a:pPr>
            <a:r>
              <a:rPr lang="uk-UA" dirty="0"/>
              <a:t>остаточного закріпачення українських селян і зрівняння в правах української старшини з російським дворянством.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A1C51CA-9FE2-1124-DE1F-8FA2F6DD4C0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49024207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29070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CFE6B-DF26-AAC8-72B5-AE0D0EC6F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Другого </a:t>
            </a:r>
            <a:r>
              <a:rPr lang="ru-RU" dirty="0" err="1"/>
              <a:t>поділу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 (1793 р.)?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7AB542A-7014-7A84-2A35-A2934627A2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861276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1C45128-002D-DCD6-6705-7C33A4E9E7C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8059315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16303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8210C-FA04-C27A-A9E1-F6F31C2A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У </a:t>
            </a:r>
            <a:r>
              <a:rPr lang="ru-RU" sz="3200" dirty="0" err="1"/>
              <a:t>якому</a:t>
            </a:r>
            <a:r>
              <a:rPr lang="ru-RU" sz="3200" dirty="0"/>
              <a:t> </a:t>
            </a:r>
            <a:r>
              <a:rPr lang="ru-RU" sz="3200" dirty="0" err="1"/>
              <a:t>столітті</a:t>
            </a:r>
            <a:r>
              <a:rPr lang="ru-RU" sz="3200" dirty="0"/>
              <a:t> </a:t>
            </a:r>
            <a:r>
              <a:rPr lang="ru-RU" sz="3200" dirty="0" err="1"/>
              <a:t>відбулося</a:t>
            </a:r>
            <a:r>
              <a:rPr lang="ru-RU" sz="3200" dirty="0"/>
              <a:t> </a:t>
            </a:r>
            <a:r>
              <a:rPr lang="ru-RU" sz="3200" dirty="0" err="1"/>
              <a:t>закріпачення</a:t>
            </a:r>
            <a:r>
              <a:rPr lang="ru-RU" sz="3200" dirty="0"/>
              <a:t> селянства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землях, </a:t>
            </a:r>
            <a:r>
              <a:rPr lang="ru-RU" sz="3200" dirty="0" err="1"/>
              <a:t>що</a:t>
            </a:r>
            <a:r>
              <a:rPr lang="ru-RU" sz="3200" dirty="0"/>
              <a:t> входили до складу </a:t>
            </a:r>
            <a:r>
              <a:rPr lang="ru-RU" sz="3200" dirty="0" err="1"/>
              <a:t>Російської</a:t>
            </a:r>
            <a:r>
              <a:rPr lang="ru-RU" sz="3200" dirty="0"/>
              <a:t> </a:t>
            </a:r>
            <a:r>
              <a:rPr lang="ru-RU" sz="3200" dirty="0" err="1"/>
              <a:t>імперії</a:t>
            </a:r>
            <a:r>
              <a:rPr lang="ru-RU" sz="3200" dirty="0"/>
              <a:t>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637C3D1-8291-9B94-053A-DC2D0B33CC8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01008560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616210C-4698-3D88-1CDD-694152D254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29751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4FBD51-FAF7-E095-7ED1-B1C526F6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1772 р. Галичина </a:t>
            </a:r>
            <a:r>
              <a:rPr lang="ru-RU" dirty="0" err="1"/>
              <a:t>увійшла</a:t>
            </a:r>
            <a:r>
              <a:rPr lang="ru-RU" dirty="0"/>
              <a:t> до складу </a:t>
            </a:r>
            <a:r>
              <a:rPr lang="ru-RU" dirty="0" err="1"/>
              <a:t>володінь</a:t>
            </a:r>
            <a:r>
              <a:rPr lang="ru-RU" dirty="0"/>
              <a:t> </a:t>
            </a:r>
            <a:r>
              <a:rPr lang="ru-RU" dirty="0" err="1"/>
              <a:t>австрійських</a:t>
            </a:r>
            <a:r>
              <a:rPr lang="ru-RU" dirty="0"/>
              <a:t> </a:t>
            </a:r>
            <a:r>
              <a:rPr lang="ru-RU" dirty="0" err="1"/>
              <a:t>Габсбургів</a:t>
            </a:r>
            <a:r>
              <a:rPr lang="ru-RU" dirty="0"/>
              <a:t> у </a:t>
            </a:r>
            <a:r>
              <a:rPr lang="ru-RU" dirty="0" err="1"/>
              <a:t>результаті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BEC9CC6-8A07-C8C2-2081-E25A96996D9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01256787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7ECFED1-4F03-064F-1BFE-54FACF52D0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613280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12E92-0D67-D659-4DA4-72F0644B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Створення</a:t>
            </a:r>
            <a:r>
              <a:rPr lang="ru-RU" sz="3200" dirty="0"/>
              <a:t> </a:t>
            </a:r>
            <a:r>
              <a:rPr lang="ru-RU" sz="3200" dirty="0" err="1"/>
              <a:t>яких</a:t>
            </a:r>
            <a:r>
              <a:rPr lang="ru-RU" sz="3200" dirty="0"/>
              <a:t> </a:t>
            </a:r>
            <a:r>
              <a:rPr lang="ru-RU" sz="3200" dirty="0" err="1"/>
              <a:t>губерній</a:t>
            </a:r>
            <a:r>
              <a:rPr lang="ru-RU" sz="3200" dirty="0"/>
              <a:t> у </a:t>
            </a:r>
            <a:r>
              <a:rPr lang="ru-RU" sz="3200" dirty="0" err="1"/>
              <a:t>складі</a:t>
            </a:r>
            <a:r>
              <a:rPr lang="ru-RU" sz="3200" dirty="0"/>
              <a:t> </a:t>
            </a:r>
            <a:r>
              <a:rPr lang="ru-RU" sz="3200" dirty="0" err="1"/>
              <a:t>Російської</a:t>
            </a:r>
            <a:r>
              <a:rPr lang="ru-RU" sz="3200" dirty="0"/>
              <a:t> </a:t>
            </a:r>
            <a:r>
              <a:rPr lang="ru-RU" sz="3200" dirty="0" err="1"/>
              <a:t>імперії</a:t>
            </a:r>
            <a:r>
              <a:rPr lang="ru-RU" sz="3200" dirty="0"/>
              <a:t> стало </a:t>
            </a:r>
            <a:r>
              <a:rPr lang="ru-RU" sz="3200" dirty="0" err="1"/>
              <a:t>наслідком</a:t>
            </a:r>
            <a:r>
              <a:rPr lang="ru-RU" sz="3200" dirty="0"/>
              <a:t> </a:t>
            </a:r>
            <a:r>
              <a:rPr lang="ru-RU" sz="3200" dirty="0" err="1"/>
              <a:t>третього</a:t>
            </a:r>
            <a:r>
              <a:rPr lang="ru-RU" sz="3200" dirty="0"/>
              <a:t> </a:t>
            </a:r>
            <a:r>
              <a:rPr lang="ru-RU" sz="3200" dirty="0" err="1"/>
              <a:t>поділу</a:t>
            </a:r>
            <a:r>
              <a:rPr lang="ru-RU" sz="3200" dirty="0"/>
              <a:t> </a:t>
            </a:r>
            <a:r>
              <a:rPr lang="ru-RU" sz="3200" dirty="0" err="1"/>
              <a:t>Речі</a:t>
            </a:r>
            <a:r>
              <a:rPr lang="ru-RU" sz="3200" dirty="0"/>
              <a:t> </a:t>
            </a:r>
            <a:r>
              <a:rPr lang="ru-RU" sz="3200" dirty="0" err="1"/>
              <a:t>Посполитої</a:t>
            </a:r>
            <a:r>
              <a:rPr lang="ru-RU" sz="3200" dirty="0"/>
              <a:t>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D1EBA24-CF70-F7B4-D686-B59AE220201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0451601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62A78B0-7517-FDA9-8CCB-EDF3D84813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870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6DA57-DF26-0FB9-3469-B14EF07B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обрання</a:t>
            </a:r>
            <a:r>
              <a:rPr lang="ru-RU" dirty="0"/>
              <a:t>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 </a:t>
            </a:r>
            <a:r>
              <a:rPr lang="ru-RU" dirty="0" err="1"/>
              <a:t>гетьманами</a:t>
            </a:r>
            <a:r>
              <a:rPr lang="ru-RU" dirty="0"/>
              <a:t> (</a:t>
            </a:r>
            <a:r>
              <a:rPr lang="ru-RU" dirty="0" err="1"/>
              <a:t>кошовими</a:t>
            </a:r>
            <a:r>
              <a:rPr lang="ru-RU" dirty="0"/>
              <a:t> </a:t>
            </a:r>
            <a:r>
              <a:rPr lang="ru-RU" dirty="0" err="1"/>
              <a:t>отаманами</a:t>
            </a:r>
            <a:r>
              <a:rPr lang="ru-RU" dirty="0"/>
              <a:t>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28598A-C693-7B4B-F517-8C1F1C10538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63770596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FD6B609-2DC1-683D-5E3A-7A9E4BA643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8959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1D72D-A2DD-EE55-AE26-CBB3384D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історичним</a:t>
            </a:r>
            <a:r>
              <a:rPr lang="ru-RU" sz="3200" dirty="0"/>
              <a:t> </a:t>
            </a:r>
            <a:r>
              <a:rPr lang="ru-RU" sz="3200" dirty="0" err="1"/>
              <a:t>явищем</a:t>
            </a:r>
            <a:r>
              <a:rPr lang="ru-RU" sz="3200" dirty="0"/>
              <a:t> та </a:t>
            </a:r>
            <a:r>
              <a:rPr lang="ru-RU" sz="3200" dirty="0" err="1"/>
              <a:t>твором</a:t>
            </a:r>
            <a:r>
              <a:rPr lang="ru-RU" sz="3200" dirty="0"/>
              <a:t> Т. Шевченка, у </a:t>
            </a:r>
            <a:r>
              <a:rPr lang="ru-RU" sz="3200" dirty="0" err="1"/>
              <a:t>якому</a:t>
            </a:r>
            <a:r>
              <a:rPr lang="ru-RU" sz="3200" dirty="0"/>
              <a:t> </a:t>
            </a:r>
            <a:r>
              <a:rPr lang="ru-RU" sz="3200" dirty="0" err="1"/>
              <a:t>це</a:t>
            </a:r>
            <a:r>
              <a:rPr lang="ru-RU" sz="3200" dirty="0"/>
              <a:t> </a:t>
            </a:r>
            <a:r>
              <a:rPr lang="ru-RU" sz="3200" dirty="0" err="1"/>
              <a:t>явище</a:t>
            </a:r>
            <a:r>
              <a:rPr lang="ru-RU" sz="3200" dirty="0"/>
              <a:t> описано.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262A2F4-C1FB-C7AC-169F-425936A3384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61571471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21C15D7-10C3-1321-A9BE-35C6A8D9E22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0302015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946259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393CD-14E6-A9CE-190D-84C7475E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Якою</a:t>
            </a:r>
            <a:r>
              <a:rPr lang="ru-RU" sz="3200" dirty="0"/>
              <a:t> цифрою на </a:t>
            </a:r>
            <a:r>
              <a:rPr lang="ru-RU" sz="3200" dirty="0" err="1"/>
              <a:t>картосхемі</a:t>
            </a:r>
            <a:r>
              <a:rPr lang="ru-RU" sz="3200" dirty="0"/>
              <a:t> </a:t>
            </a:r>
            <a:r>
              <a:rPr lang="ru-RU" sz="3200" dirty="0" err="1"/>
              <a:t>позначено</a:t>
            </a:r>
            <a:r>
              <a:rPr lang="ru-RU" sz="3200" dirty="0"/>
              <a:t> </a:t>
            </a:r>
            <a:r>
              <a:rPr lang="ru-RU" sz="3200" dirty="0" err="1"/>
              <a:t>території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ввійшли</a:t>
            </a:r>
            <a:r>
              <a:rPr lang="ru-RU" sz="3200" dirty="0"/>
              <a:t> до складу </a:t>
            </a:r>
            <a:r>
              <a:rPr lang="ru-RU" sz="3200" dirty="0" err="1"/>
              <a:t>Російської</a:t>
            </a:r>
            <a:r>
              <a:rPr lang="ru-RU" sz="3200" dirty="0"/>
              <a:t> </a:t>
            </a:r>
            <a:r>
              <a:rPr lang="ru-RU" sz="3200" dirty="0" err="1"/>
              <a:t>імперії</a:t>
            </a:r>
            <a:r>
              <a:rPr lang="ru-RU" sz="3200" dirty="0"/>
              <a:t> в </a:t>
            </a:r>
            <a:r>
              <a:rPr lang="ru-RU" sz="3200" dirty="0" err="1"/>
              <a:t>результаті</a:t>
            </a:r>
            <a:r>
              <a:rPr lang="ru-RU" sz="3200" dirty="0"/>
              <a:t> </a:t>
            </a:r>
            <a:r>
              <a:rPr lang="ru-RU" sz="3200" dirty="0" err="1"/>
              <a:t>російсько-турецької</a:t>
            </a:r>
            <a:r>
              <a:rPr lang="ru-RU" sz="3200" dirty="0"/>
              <a:t> </a:t>
            </a:r>
            <a:r>
              <a:rPr lang="ru-RU" sz="3200" dirty="0" err="1"/>
              <a:t>війни</a:t>
            </a:r>
            <a:r>
              <a:rPr lang="ru-RU" sz="3200" dirty="0"/>
              <a:t> 1787–1791 </a:t>
            </a:r>
            <a:r>
              <a:rPr lang="ru-RU" sz="3200" dirty="0" err="1"/>
              <a:t>рр</a:t>
            </a:r>
            <a:r>
              <a:rPr lang="ru-RU" sz="3200" dirty="0"/>
              <a:t>.?</a:t>
            </a:r>
            <a:endParaRPr lang="uk-UA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D5AC49-F26B-CF1D-64A8-07620A298B8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672680"/>
            <a:ext cx="4395787" cy="297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B12A109-FB92-5990-E6B9-B4E480BC49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33175523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41888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EA3C4-EC6A-1C93-9859-7791C3C5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/>
              <a:t>Укажіть хронологічні межі російсько-турецької війни, результати якої створили передумови для ліквідації Російською імперією Кримського ханства.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43AA85B-2F21-99F5-BB4E-FB3CB3F96EA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33706753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0D8AFEE-65A8-2E8F-04D8-EEA56F6579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10438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C4BE0-213D-FCA1-8E2E-47415BCA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Російсько-турецька</a:t>
            </a:r>
            <a:r>
              <a:rPr lang="ru-RU" sz="3200" dirty="0"/>
              <a:t> </a:t>
            </a:r>
            <a:r>
              <a:rPr lang="ru-RU" sz="3200" dirty="0" err="1"/>
              <a:t>війна</a:t>
            </a:r>
            <a:r>
              <a:rPr lang="ru-RU" sz="3200" dirty="0"/>
              <a:t>, яка створила </a:t>
            </a:r>
            <a:r>
              <a:rPr lang="ru-RU" sz="3200" dirty="0" err="1"/>
              <a:t>передумови</a:t>
            </a:r>
            <a:r>
              <a:rPr lang="ru-RU" sz="3200" dirty="0"/>
              <a:t> </a:t>
            </a:r>
            <a:r>
              <a:rPr lang="ru-RU" sz="3200" dirty="0" err="1"/>
              <a:t>ліквідації</a:t>
            </a:r>
            <a:r>
              <a:rPr lang="ru-RU" sz="3200" dirty="0"/>
              <a:t> </a:t>
            </a:r>
            <a:r>
              <a:rPr lang="ru-RU" sz="3200" dirty="0" err="1"/>
              <a:t>Кримського</a:t>
            </a:r>
            <a:r>
              <a:rPr lang="ru-RU" sz="3200" dirty="0"/>
              <a:t> ханства, </a:t>
            </a:r>
            <a:r>
              <a:rPr lang="ru-RU" sz="3200" dirty="0" err="1"/>
              <a:t>тривала</a:t>
            </a:r>
            <a:r>
              <a:rPr lang="ru-RU" sz="3200" dirty="0"/>
              <a:t> </a:t>
            </a:r>
            <a:r>
              <a:rPr lang="ru-RU" sz="3200" dirty="0" err="1"/>
              <a:t>впродовж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0623FB3-51A5-A626-A128-0EE4CD2C6FB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78775345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63FE177-E46B-0551-7CDF-F728E2CE36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18601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25B00-477F-B6DA-355E-E1BDDC6A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державно-</a:t>
            </a:r>
            <a:r>
              <a:rPr lang="ru-RU" dirty="0" err="1"/>
              <a:t>політичного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5793F84-AED4-250B-62FE-1C61456CFE7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06025558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C958A64-C791-7962-17A0-C0B6BD7DBA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95169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9FF1D-D802-EA0D-4B9F-2D4A10B8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438A76-F0A5-4F62-2C21-1AE52886114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9119216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026232A-D487-35F8-D085-EF53EF1278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11500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4D8A3-7B47-908D-DBB2-BEA6CC69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територія</a:t>
            </a:r>
            <a:r>
              <a:rPr lang="ru-RU" dirty="0"/>
              <a:t> </a:t>
            </a:r>
            <a:r>
              <a:rPr lang="ru-RU" dirty="0" err="1"/>
              <a:t>Кримського</a:t>
            </a:r>
            <a:r>
              <a:rPr lang="ru-RU" dirty="0"/>
              <a:t> ханства </a:t>
            </a:r>
            <a:r>
              <a:rPr lang="ru-RU" dirty="0" err="1"/>
              <a:t>увійшла</a:t>
            </a:r>
            <a:r>
              <a:rPr lang="ru-RU" dirty="0"/>
              <a:t> до складу </a:t>
            </a:r>
            <a:r>
              <a:rPr lang="ru-RU" dirty="0" err="1"/>
              <a:t>Російської</a:t>
            </a:r>
            <a:r>
              <a:rPr lang="ru-RU" dirty="0"/>
              <a:t> </a:t>
            </a:r>
            <a:r>
              <a:rPr lang="ru-RU" dirty="0" err="1"/>
              <a:t>імперії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6B1CE5A-E780-9CC1-AEAD-E43BE586314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42079896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83BEFA3-E6A9-ABA5-EC65-3D58D63938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70418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0B87F4-E2C8-BFD2-F8B0-1E7BC42C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800" dirty="0"/>
              <a:t>За ініціативи князя О. Меншикова на засіданні Верховної таємної ради було вирішено запропонувати російській імператриці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ED05FB-0F70-900F-C6DF-3B314BBB3B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 «1) </a:t>
            </a:r>
            <a:r>
              <a:rPr lang="ru-RU" i="1" dirty="0" err="1"/>
              <a:t>поки</a:t>
            </a:r>
            <a:r>
              <a:rPr lang="ru-RU" i="1" dirty="0"/>
              <a:t> </a:t>
            </a:r>
            <a:r>
              <a:rPr lang="ru-RU" i="1" dirty="0" err="1"/>
              <a:t>ще</a:t>
            </a:r>
            <a:r>
              <a:rPr lang="ru-RU" i="1" dirty="0"/>
              <a:t> з турками до </a:t>
            </a:r>
            <a:r>
              <a:rPr lang="ru-RU" i="1" dirty="0" err="1"/>
              <a:t>розриву</a:t>
            </a:r>
            <a:r>
              <a:rPr lang="ru-RU" i="1" dirty="0"/>
              <a:t> не </a:t>
            </a:r>
            <a:r>
              <a:rPr lang="ru-RU" i="1" dirty="0" err="1"/>
              <a:t>дійшло</a:t>
            </a:r>
            <a:r>
              <a:rPr lang="ru-RU" i="1" dirty="0"/>
              <a:t>, до тих </a:t>
            </a:r>
            <a:r>
              <a:rPr lang="ru-RU" i="1" dirty="0" err="1"/>
              <a:t>місць</a:t>
            </a:r>
            <a:r>
              <a:rPr lang="ru-RU" i="1" dirty="0"/>
              <a:t>, ради </a:t>
            </a:r>
            <a:r>
              <a:rPr lang="ru-RU" i="1" dirty="0" err="1"/>
              <a:t>приласкання</a:t>
            </a:r>
            <a:r>
              <a:rPr lang="ru-RU" i="1" dirty="0"/>
              <a:t> </a:t>
            </a:r>
            <a:r>
              <a:rPr lang="ru-RU" i="1" dirty="0" err="1"/>
              <a:t>тамтешнього</a:t>
            </a:r>
            <a:r>
              <a:rPr lang="ru-RU" i="1" dirty="0"/>
              <a:t> народу, обрати персону </a:t>
            </a:r>
            <a:r>
              <a:rPr lang="ru-RU" i="1" dirty="0" err="1"/>
              <a:t>гідну</a:t>
            </a:r>
            <a:r>
              <a:rPr lang="ru-RU" i="1" dirty="0"/>
              <a:t> і </a:t>
            </a:r>
            <a:r>
              <a:rPr lang="ru-RU" i="1" dirty="0" err="1"/>
              <a:t>вірну</a:t>
            </a:r>
            <a:r>
              <a:rPr lang="ru-RU" i="1" dirty="0"/>
              <a:t> з </a:t>
            </a:r>
            <a:r>
              <a:rPr lang="ru-RU" i="1" dirty="0" err="1"/>
              <a:t>малоросіян</a:t>
            </a:r>
            <a:r>
              <a:rPr lang="ru-RU" i="1" dirty="0"/>
              <a:t> в </a:t>
            </a:r>
            <a:r>
              <a:rPr lang="ru-RU" i="1" dirty="0" err="1"/>
              <a:t>гетьмани</a:t>
            </a:r>
            <a:r>
              <a:rPr lang="ru-RU" i="1" dirty="0"/>
              <a:t>... </a:t>
            </a:r>
          </a:p>
          <a:p>
            <a:r>
              <a:rPr lang="ru-RU" i="1" dirty="0"/>
              <a:t>2) суди </a:t>
            </a:r>
            <a:r>
              <a:rPr lang="ru-RU" i="1" dirty="0" err="1"/>
              <a:t>між</a:t>
            </a:r>
            <a:r>
              <a:rPr lang="ru-RU" i="1" dirty="0"/>
              <a:t> народом </a:t>
            </a:r>
            <a:r>
              <a:rPr lang="ru-RU" i="1" dirty="0" err="1"/>
              <a:t>малоросійським</a:t>
            </a:r>
            <a:r>
              <a:rPr lang="ru-RU" i="1" dirty="0"/>
              <a:t> </a:t>
            </a:r>
            <a:r>
              <a:rPr lang="ru-RU" i="1" dirty="0" err="1"/>
              <a:t>відправляти</a:t>
            </a:r>
            <a:r>
              <a:rPr lang="ru-RU" i="1" dirty="0"/>
              <a:t> </a:t>
            </a:r>
            <a:r>
              <a:rPr lang="ru-RU" i="1" dirty="0" err="1"/>
              <a:t>їм</a:t>
            </a:r>
            <a:r>
              <a:rPr lang="ru-RU" i="1" dirty="0"/>
              <a:t> самим...».</a:t>
            </a:r>
          </a:p>
          <a:p>
            <a:r>
              <a:rPr lang="ru-RU" dirty="0"/>
              <a:t>Кого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обрано</a:t>
            </a:r>
            <a:r>
              <a:rPr lang="ru-RU" dirty="0"/>
              <a:t> </a:t>
            </a:r>
            <a:r>
              <a:rPr lang="ru-RU" dirty="0" err="1"/>
              <a:t>гетьманом</a:t>
            </a:r>
            <a:r>
              <a:rPr lang="ru-RU" dirty="0"/>
              <a:t> за </a:t>
            </a:r>
            <a:r>
              <a:rPr lang="ru-RU" dirty="0" err="1"/>
              <a:t>цією</a:t>
            </a:r>
            <a:r>
              <a:rPr lang="ru-RU" dirty="0"/>
              <a:t> </a:t>
            </a:r>
            <a:r>
              <a:rPr lang="ru-RU" dirty="0" err="1"/>
              <a:t>рекомендацією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FBB5B23-537B-C1E3-51A0-8BA1579469A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04976919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24412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AC35E-6064-36B5-5A90-4D18D925E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гетьманування</a:t>
            </a:r>
            <a:r>
              <a:rPr lang="ru-RU" dirty="0"/>
              <a:t> К. </a:t>
            </a:r>
            <a:r>
              <a:rPr lang="ru-RU" dirty="0" err="1"/>
              <a:t>Розумовського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6DA89D-22D7-D4CD-E4C6-8EB006AFF14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48393489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8664447-E051-2B23-5819-3B60CB18F0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75865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8963FE-F034-DFA1-3E6C-A9A17D78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описаних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0759140-BE9F-142E-AFDA-9C03FC7EFCF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09274133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3638D0B-F56F-8EDE-8B4C-1F8F584581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72230246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465469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F22B6-EF56-A442-1A5A-4173309E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На </a:t>
            </a:r>
            <a:r>
              <a:rPr lang="ru-RU" sz="3200" dirty="0" err="1"/>
              <a:t>картосхемі</a:t>
            </a:r>
            <a:r>
              <a:rPr lang="ru-RU" sz="3200" dirty="0"/>
              <a:t> </a:t>
            </a:r>
            <a:r>
              <a:rPr lang="ru-RU" sz="3200" dirty="0" err="1"/>
              <a:t>суцільною</a:t>
            </a:r>
            <a:r>
              <a:rPr lang="ru-RU" sz="3200" dirty="0"/>
              <a:t> жирною </a:t>
            </a:r>
            <a:r>
              <a:rPr lang="ru-RU" sz="3200" dirty="0" err="1"/>
              <a:t>лінією</a:t>
            </a:r>
            <a:r>
              <a:rPr lang="ru-RU" sz="3200" dirty="0"/>
              <a:t> </a:t>
            </a:r>
            <a:r>
              <a:rPr lang="ru-RU" sz="3200" dirty="0" err="1"/>
              <a:t>позначено</a:t>
            </a:r>
            <a:r>
              <a:rPr lang="ru-RU" sz="3200" dirty="0"/>
              <a:t> кордон </a:t>
            </a:r>
            <a:r>
              <a:rPr lang="ru-RU" sz="3200" dirty="0" err="1"/>
              <a:t>Речі</a:t>
            </a:r>
            <a:r>
              <a:rPr lang="ru-RU" sz="3200" dirty="0"/>
              <a:t> </a:t>
            </a:r>
            <a:r>
              <a:rPr lang="ru-RU" sz="3200" dirty="0" err="1"/>
              <a:t>Посполитої</a:t>
            </a:r>
            <a:r>
              <a:rPr lang="ru-RU" sz="3200" dirty="0"/>
              <a:t>. </a:t>
            </a:r>
            <a:r>
              <a:rPr lang="ru-RU" sz="3200" dirty="0" err="1"/>
              <a:t>Штрихуванням</a:t>
            </a:r>
            <a:r>
              <a:rPr lang="ru-RU" sz="3200" dirty="0"/>
              <a:t> на </a:t>
            </a:r>
            <a:r>
              <a:rPr lang="ru-RU" sz="3200" dirty="0" err="1"/>
              <a:t>картосхемі</a:t>
            </a:r>
            <a:r>
              <a:rPr lang="ru-RU" sz="3200" dirty="0"/>
              <a:t> </a:t>
            </a:r>
            <a:r>
              <a:rPr lang="ru-RU" sz="3200" dirty="0" err="1"/>
              <a:t>позначено</a:t>
            </a:r>
            <a:r>
              <a:rPr lang="ru-RU" sz="3200" dirty="0"/>
              <a:t> </a:t>
            </a:r>
            <a:r>
              <a:rPr lang="ru-RU" sz="3200" dirty="0" err="1"/>
              <a:t>територію</a:t>
            </a:r>
            <a:endParaRPr lang="uk-UA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7EA24ED-7CD8-2B43-75F7-1EF107FAD3F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0506" y="2591594"/>
            <a:ext cx="35814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C820D3-72D6-321B-D0F1-7A6137629D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32331209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39168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83ACD0-FB58-1FBB-872E-B3A7F3BB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Панування кріпосницьких відносин в Наддніпрянській Україні припадає на період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5E4C7C-71DC-FCBB-3553-05CFE50278A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93851120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4E6FD2B-A982-835E-EF21-9E03CECC5C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92280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D2613-FDC1-6A54-CB03-3046E400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800" dirty="0"/>
              <a:t>Які соціально-економічні зміни відбувалися на українських землях у складі Російської імперії в другій половині Х</a:t>
            </a:r>
            <a:r>
              <a:rPr lang="en-US" sz="2800" dirty="0"/>
              <a:t>V</a:t>
            </a:r>
            <a:r>
              <a:rPr lang="uk-UA" sz="2800" dirty="0"/>
              <a:t>ІІІ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D389B1E-1EDB-48DD-0A19-83E888BAED3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04056421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824981D-6B0F-9152-5096-5A985ECA019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7893869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495557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AD1A3-1104-18CA-830B-CD8B31FC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Розгляньте</a:t>
            </a:r>
            <a:r>
              <a:rPr lang="ru-RU" sz="3200" dirty="0"/>
              <a:t> картосхему, на </a:t>
            </a:r>
            <a:r>
              <a:rPr lang="ru-RU" sz="3200" dirty="0" err="1"/>
              <a:t>якій</a:t>
            </a:r>
            <a:r>
              <a:rPr lang="ru-RU" sz="3200" dirty="0"/>
              <a:t> </a:t>
            </a:r>
            <a:r>
              <a:rPr lang="ru-RU" sz="3200" dirty="0" err="1"/>
              <a:t>зображено</a:t>
            </a:r>
            <a:r>
              <a:rPr lang="ru-RU" sz="3200" dirty="0"/>
              <a:t> та </a:t>
            </a:r>
            <a:r>
              <a:rPr lang="ru-RU" sz="3200" dirty="0" err="1"/>
              <a:t>позначено</a:t>
            </a:r>
            <a:r>
              <a:rPr lang="ru-RU" sz="3200" dirty="0"/>
              <a:t> </a:t>
            </a:r>
            <a:r>
              <a:rPr lang="ru-RU" sz="3200" dirty="0" err="1"/>
              <a:t>історико-географічні</a:t>
            </a:r>
            <a:r>
              <a:rPr lang="ru-RU" sz="3200" dirty="0"/>
              <a:t> </a:t>
            </a:r>
            <a:r>
              <a:rPr lang="ru-RU" sz="3200" dirty="0" err="1"/>
              <a:t>регіони</a:t>
            </a:r>
            <a:r>
              <a:rPr lang="ru-RU" sz="3200" dirty="0"/>
              <a:t> </a:t>
            </a:r>
            <a:r>
              <a:rPr lang="ru-RU" sz="3200" dirty="0" err="1"/>
              <a:t>українських</a:t>
            </a:r>
            <a:r>
              <a:rPr lang="ru-RU" sz="3200" dirty="0"/>
              <a:t> земель, і дайте </a:t>
            </a:r>
            <a:r>
              <a:rPr lang="ru-RU" sz="3200" dirty="0" err="1"/>
              <a:t>відповідь</a:t>
            </a:r>
            <a:r>
              <a:rPr lang="ru-RU" sz="3200" dirty="0"/>
              <a:t> на </a:t>
            </a:r>
            <a:r>
              <a:rPr lang="ru-RU" sz="3200" dirty="0" err="1"/>
              <a:t>запитання</a:t>
            </a:r>
            <a:r>
              <a:rPr lang="ru-RU" sz="3200" dirty="0"/>
              <a:t>.</a:t>
            </a:r>
            <a:endParaRPr lang="uk-UA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6851B00-21C2-0327-90E2-F8699306C61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508174"/>
            <a:ext cx="4395787" cy="3300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C15FC382-6CD0-9D66-06DB-AA6380F2710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6734447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41592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5ED6DB-9C58-B1E8-089B-635AD28D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зображеним</a:t>
            </a:r>
            <a:r>
              <a:rPr lang="ru-RU" dirty="0"/>
              <a:t> на фото собором </a:t>
            </a:r>
            <a:r>
              <a:rPr lang="ru-RU" dirty="0" err="1"/>
              <a:t>тісно</a:t>
            </a:r>
            <a:r>
              <a:rPr lang="ru-RU" dirty="0"/>
              <a:t> </a:t>
            </a:r>
            <a:r>
              <a:rPr lang="ru-RU" dirty="0" err="1"/>
              <a:t>пов’язана</a:t>
            </a:r>
            <a:r>
              <a:rPr lang="ru-RU" dirty="0"/>
              <a:t> </a:t>
            </a:r>
            <a:r>
              <a:rPr lang="ru-RU" dirty="0" err="1"/>
              <a:t>діяльність</a:t>
            </a:r>
            <a:r>
              <a:rPr lang="ru-RU" dirty="0"/>
              <a:t> митрополита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963A8CE-D2B0-984F-666A-8C7614A2662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602348"/>
            <a:ext cx="4395787" cy="311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2A73F5C-DFD2-7856-F3A9-768A660CB9E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65363348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56747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89BEB-3708-8440-9716-B6F7007E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Яку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EE34877-9572-49E8-B8C3-91278125366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1951" y="2060575"/>
            <a:ext cx="3758510" cy="419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C3EBE7B-50CB-9BA8-B99D-FFDDD91036B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94572904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57187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0EAAD-2E63-BEF0-FF9F-F4F0E1DC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Давньоруську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9ACBB75-E837-61EF-FB1F-38ABF8EF952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32" y="2630530"/>
            <a:ext cx="2711664" cy="319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EA432A5-410F-34B7-F3F0-C1C56E3B5CC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331" y="2644817"/>
            <a:ext cx="2711664" cy="319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986AEEB-D645-6FEE-87C3-E55C0A177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008" y="2644818"/>
            <a:ext cx="2442556" cy="319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93D52DF8-9C7B-7D66-E25C-9F796BAC3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873" y="2630531"/>
            <a:ext cx="2442556" cy="330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7050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537C1-35F7-707F-CB4C-056D7038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/>
              <a:t>За стильовими ознаками можна встановити, що зображена пам’ятка культури України</a:t>
            </a:r>
            <a:r>
              <a:rPr lang="ru-RU" sz="3200" dirty="0"/>
              <a:t> є </a:t>
            </a:r>
            <a:r>
              <a:rPr lang="ru-RU" sz="3200"/>
              <a:t>прикладом </a:t>
            </a:r>
            <a:r>
              <a:rPr lang="ru-RU" sz="3200" dirty="0" err="1"/>
              <a:t>архітектури</a:t>
            </a:r>
            <a:endParaRPr lang="uk-UA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04E40E-B751-7F92-524D-7EEC64ACDA4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0656" y="2367756"/>
            <a:ext cx="37211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3A99B7-4950-1954-C68B-9119541019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41896956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49120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67673-FB3C-2E99-9B23-6346C52A8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Пам'ятка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6330866-9843-AFF5-D8CE-A59CB43278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492" y="1825625"/>
            <a:ext cx="343589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08BD84A-DE0D-0355-DB5F-43DCED08DF9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64385728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90890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80C64-CFEC-4805-FC6A-D22BEE91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</a:t>
            </a:r>
            <a:r>
              <a:rPr lang="ru-RU" dirty="0" err="1"/>
              <a:t>пов’язана</a:t>
            </a:r>
            <a:r>
              <a:rPr lang="ru-RU" dirty="0"/>
              <a:t> з </a:t>
            </a:r>
            <a:r>
              <a:rPr lang="ru-RU" dirty="0" err="1"/>
              <a:t>іменем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7F251D-A6BA-4925-4887-1F06F44748D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510036"/>
            <a:ext cx="4395787" cy="329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2906C03-27BF-74CE-AA20-2D1520CCDE2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36559225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14222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13913-88F6-0CF3-FBED-251D7E94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культурно-</a:t>
            </a:r>
            <a:r>
              <a:rPr lang="ru-RU" dirty="0" err="1"/>
              <a:t>релігійного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XVI—XVIII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FEC5B43-E13B-2822-F684-FD1A008111A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53257444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092B230-D46D-564C-12E6-213CAE6F99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4178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0ADAF-39F1-B8F9-8547-027B3968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"</a:t>
            </a:r>
            <a:r>
              <a:rPr lang="ru-RU" sz="2800" dirty="0" err="1"/>
              <a:t>Літопис</a:t>
            </a:r>
            <a:r>
              <a:rPr lang="ru-RU" sz="2800" dirty="0"/>
              <a:t> </a:t>
            </a:r>
            <a:r>
              <a:rPr lang="ru-RU" sz="2800" dirty="0" err="1"/>
              <a:t>Самовидця</a:t>
            </a:r>
            <a:r>
              <a:rPr lang="ru-RU" sz="2800" dirty="0"/>
              <a:t>" Романа Ракушки-</a:t>
            </a:r>
            <a:r>
              <a:rPr lang="ru-RU" sz="2800" dirty="0" err="1"/>
              <a:t>Романовського</a:t>
            </a:r>
            <a:r>
              <a:rPr lang="ru-RU" sz="2800" dirty="0"/>
              <a:t>, "</a:t>
            </a:r>
            <a:r>
              <a:rPr lang="ru-RU" sz="2800" dirty="0" err="1"/>
              <a:t>Літопис</a:t>
            </a:r>
            <a:r>
              <a:rPr lang="ru-RU" sz="2800" dirty="0"/>
              <a:t>" </a:t>
            </a:r>
            <a:r>
              <a:rPr lang="ru-RU" sz="2800" dirty="0" err="1"/>
              <a:t>Григорія</a:t>
            </a:r>
            <a:r>
              <a:rPr lang="ru-RU" sz="2800" dirty="0"/>
              <a:t> </a:t>
            </a:r>
            <a:r>
              <a:rPr lang="ru-RU" sz="2800" dirty="0" err="1"/>
              <a:t>Грабянки</a:t>
            </a:r>
            <a:r>
              <a:rPr lang="ru-RU" sz="2800" dirty="0"/>
              <a:t>, "</a:t>
            </a:r>
            <a:r>
              <a:rPr lang="ru-RU" sz="2800" dirty="0" err="1"/>
              <a:t>Літопис</a:t>
            </a:r>
            <a:r>
              <a:rPr lang="ru-RU" sz="2800" dirty="0"/>
              <a:t>" </a:t>
            </a:r>
            <a:r>
              <a:rPr lang="ru-RU" sz="2800" dirty="0" err="1"/>
              <a:t>Самійла</a:t>
            </a:r>
            <a:r>
              <a:rPr lang="ru-RU" sz="2800" dirty="0"/>
              <a:t> </a:t>
            </a:r>
            <a:r>
              <a:rPr lang="ru-RU" sz="2800" dirty="0" err="1"/>
              <a:t>Величка</a:t>
            </a:r>
            <a:r>
              <a:rPr lang="ru-RU" sz="2800" dirty="0"/>
              <a:t> — </a:t>
            </a:r>
            <a:r>
              <a:rPr lang="ru-RU" sz="2800" dirty="0" err="1"/>
              <a:t>це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7EBB71-9F5D-FEC8-1DA1-808B3A7610A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55436664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A5EDE2B-31D4-DFC4-6D79-300DDDDDB0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95373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A6C9C-D36F-978C-BE80-3352D69B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суспільно-політичних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ХVIII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210D502-5509-7B69-D383-77118D2CE55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90944140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EE3B6E6-B78B-6EBB-F59D-2087CD908A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98134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F50E2-7287-B663-591F-46437571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Малоросійської</a:t>
            </a:r>
            <a:r>
              <a:rPr lang="ru-RU" dirty="0"/>
              <a:t> </a:t>
            </a:r>
            <a:r>
              <a:rPr lang="ru-RU" dirty="0" err="1"/>
              <a:t>колегії</a:t>
            </a:r>
            <a:r>
              <a:rPr lang="ru-RU" dirty="0"/>
              <a:t> </a:t>
            </a:r>
            <a:r>
              <a:rPr lang="ru-RU" dirty="0" err="1"/>
              <a:t>спрямовано</a:t>
            </a:r>
            <a:r>
              <a:rPr lang="ru-RU" dirty="0"/>
              <a:t>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C42A3D9-0953-EB3F-FED8-1C0BA64367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7708233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5BD25A1-A9A3-7A6D-6B86-61818F764E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40109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414D7-D388-ED9E-1013-CCC3338F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1768 р. </a:t>
            </a:r>
            <a:r>
              <a:rPr lang="ru-RU" dirty="0" err="1"/>
              <a:t>Коліївщиною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охоплено</a:t>
            </a:r>
            <a:r>
              <a:rPr lang="ru-RU" dirty="0"/>
              <a:t> </a:t>
            </a:r>
            <a:r>
              <a:rPr lang="ru-RU" dirty="0" err="1"/>
              <a:t>райони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7110902-3FB5-720F-E036-B7B53227E79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73950185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4E4B5EC-62ED-679B-4C26-722379D99F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0819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2A136-DCDD-1F12-D1A0-B99F8D57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Узгодьте</a:t>
            </a:r>
            <a:r>
              <a:rPr lang="ru-RU" dirty="0"/>
              <a:t> </a:t>
            </a:r>
            <a:r>
              <a:rPr lang="ru-RU" dirty="0" err="1"/>
              <a:t>поняття</a:t>
            </a:r>
            <a:r>
              <a:rPr lang="ru-RU" dirty="0"/>
              <a:t> (1–4) з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визначенням</a:t>
            </a:r>
            <a:r>
              <a:rPr lang="ru-RU" dirty="0"/>
              <a:t> (А – Д).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81D00A3-D24B-B983-0A73-8027F500E64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12700767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4E1D226-920F-51D2-1EE5-5983D702B06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16268117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096281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CD7DC-9F0C-B2CF-95B0-FDDDF860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 козаки </a:t>
            </a:r>
            <a:r>
              <a:rPr lang="ru-RU" dirty="0" err="1"/>
              <a:t>називали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«</a:t>
            </a:r>
            <a:r>
              <a:rPr lang="ru-RU" dirty="0" err="1"/>
              <a:t>поселення</a:t>
            </a:r>
            <a:r>
              <a:rPr lang="ru-RU" dirty="0"/>
              <a:t>»?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F0452B-4371-436D-F33C-482D9E52F8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0" dirty="0"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Запорозькі козаки</a:t>
            </a:r>
            <a:r>
              <a:rPr lang="uk-UA" b="0" i="0" dirty="0">
                <a:effectLst/>
                <a:latin typeface="Century Gothic" panose="020B0502020202020204" pitchFamily="34" charset="0"/>
              </a:rPr>
              <a:t>, – писав 1776 р. старшина В. Чернявський, – 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мають деякі поселення, де тримають худобу, коней й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овець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, мають пасіки, розводять сади й городи, роблять запаси сіна та худоби й засівають поля різним хлібом, ловлять звіра, а в річках – рибу</a:t>
            </a:r>
            <a:r>
              <a:rPr lang="uk-UA" b="0" i="0" dirty="0">
                <a:effectLst/>
                <a:latin typeface="Century Gothic" panose="020B0502020202020204" pitchFamily="34" charset="0"/>
              </a:rPr>
              <a:t>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A66509C-45BB-5DCA-198B-AF3A3DD9244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71763441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33679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51BAB-6A39-2F14-0313-EDDCF8FD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14B93CE-511D-9008-D631-041393CA48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C25EE45-C40F-921A-299C-3426340704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5662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он">
  <a:themeElements>
    <a:clrScheme name="І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І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І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624</TotalTime>
  <Words>3623</Words>
  <Application>Microsoft Office PowerPoint</Application>
  <PresentationFormat>Широкий екран</PresentationFormat>
  <Paragraphs>452</Paragraphs>
  <Slides>79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79</vt:i4>
      </vt:variant>
    </vt:vector>
  </HeadingPairs>
  <TitlesOfParts>
    <vt:vector size="82" baseType="lpstr">
      <vt:lpstr>Century Gothic</vt:lpstr>
      <vt:lpstr>Wingdings 3</vt:lpstr>
      <vt:lpstr>Іон</vt:lpstr>
      <vt:lpstr> Українські землі в другій половині ХVІІІ ст.</vt:lpstr>
      <vt:lpstr>Діяльність Другої Малоросійської колегії було спрямовано на</vt:lpstr>
      <vt:lpstr>Установіть послідовність здійснення російським урядом заходів, спрямованих на ліквідацію української автономії в XVIII ст.</vt:lpstr>
      <vt:lpstr>Укажіть заходи, здійснені Другою Малоросійською колегією на чолі з П. Рум’янцевим.</vt:lpstr>
      <vt:lpstr>Яким роком датується цитований документ</vt:lpstr>
      <vt:lpstr>Прочитайте уривок з історичного джерела та дайте відповідь на запитання.</vt:lpstr>
      <vt:lpstr>Установіть послідовність подій другої половини XVIII ст.</vt:lpstr>
      <vt:lpstr>Діяльність Другої Малоросійської колегії було спрямовано на</vt:lpstr>
      <vt:lpstr>Установіть послідовність подій, описаних в уривках з історичних джерел.</vt:lpstr>
      <vt:lpstr>Задунайську Січ було створено на землях, підвладних</vt:lpstr>
      <vt:lpstr>Установіть відповідність між назвами державних інституцій і результатами їхньої діяльності.</vt:lpstr>
      <vt:lpstr>Після остаточної ліквідації гетьманства для управління Лівобережною Україною царською владою було створено</vt:lpstr>
      <vt:lpstr>Яким роком датується цитований документ:</vt:lpstr>
      <vt:lpstr>Установіть послідовність виникнення (заснування) козацьких Січей.</vt:lpstr>
      <vt:lpstr>Установість послідновність заходів царської влади щодо ліквідації автономного устрою українських земель</vt:lpstr>
      <vt:lpstr>Установіть відповідність між подією та роком, коли вона відбулася.</vt:lpstr>
      <vt:lpstr>Установіть послідовність подій XVIII ст.</vt:lpstr>
      <vt:lpstr>Укажіть імена кошових отаманів Запорозької Січі.</vt:lpstr>
      <vt:lpstr>Про яку Січ ідеться в уривку документа?</vt:lpstr>
      <vt:lpstr>Що спричинило створення Січі, про яку йдеться в уривку документа?</vt:lpstr>
      <vt:lpstr>Одним з кошових отаманів Січі, згаданої в уривку документа, був</vt:lpstr>
      <vt:lpstr>У яких уривках з історичних джерел йдеться про події Коліївщини?</vt:lpstr>
      <vt:lpstr>Проаналізуйте уривок з історичного джерела:</vt:lpstr>
      <vt:lpstr>Загони опришків на чолі з О. Довбушем діяли на українських землях (перша половина XVIII ст.), що перебували на той час під владою</vt:lpstr>
      <vt:lpstr>Відомий український історик Д. Дорошенко вважав, що</vt:lpstr>
      <vt:lpstr>Виявом «соціального розбійництва» на теренах Галичини, Буковини та Закарпаття в XVI–XIX ст. була діяльність</vt:lpstr>
      <vt:lpstr>Гайдамацький рух у XVIII ст. набув поширення на території</vt:lpstr>
      <vt:lpstr>Учасників соціальних виступів на Правобережній Україні у XVIII ст. називали</vt:lpstr>
      <vt:lpstr>Що спричинило оприлюднення цитованого документа?</vt:lpstr>
      <vt:lpstr>У своїй праці «До знесення панщини в Галичині» Іван Франко писав:</vt:lpstr>
      <vt:lpstr>У 1768 р. Коліївщиною були охоплені райони:</vt:lpstr>
      <vt:lpstr>Гайдамацький та опришківський рухи у ХVІІІ ст. були спрямовані проти експлуатації українського селянства</vt:lpstr>
      <vt:lpstr>Гайдамацький і опришківський рухи у XVIII ст. було спрямовано проти визисків з боку</vt:lpstr>
      <vt:lpstr>На карті заштриховано територію</vt:lpstr>
      <vt:lpstr>Що спричинило оприлюднення цитованого документа?</vt:lpstr>
      <vt:lpstr>Історик Д. Дорошенко вважав, що</vt:lpstr>
      <vt:lpstr>Прочитайте уривок з історичного джерела та виконайте завдання.</vt:lpstr>
      <vt:lpstr>У 1768 р. Коліївщиною були охоплені райони</vt:lpstr>
      <vt:lpstr>Установіть послідовність перебування при владі гетьманів Лівобережної Гетьманщини.</vt:lpstr>
      <vt:lpstr>Укажіть портрет останнього гетьмана України.</vt:lpstr>
      <vt:lpstr>Що було одним із результатів Другого поділу Речі Посполитої (1793 р.)?</vt:lpstr>
      <vt:lpstr>Які соціально-економічні зміни відбувались на Лівобережній та Слобідській Україні в другій половині XVIII ст.?</vt:lpstr>
      <vt:lpstr>На який регіон України в 1783 р. було поширено кріпосне право?</vt:lpstr>
      <vt:lpstr>Установіть послідовність перебування при владі гетьманів/кошових отаманів.</vt:lpstr>
      <vt:lpstr>На карті позначено території, що ввійшли до складу Російської та Австрійської імперій під час різних поділів Речі Посполитої.</vt:lpstr>
      <vt:lpstr>Настанова імператриці Катерини ІІ реалізовувалася шляхом</vt:lpstr>
      <vt:lpstr>Що було одним із результатів Другого поділу Речі Посполитої (1793 р.)?</vt:lpstr>
      <vt:lpstr>У якому столітті відбулося закріпачення селянства на українських землях, що входили до складу Російської імперії?</vt:lpstr>
      <vt:lpstr>У 1772 р. Галичина увійшла до складу володінь австрійських Габсбургів у результаті</vt:lpstr>
      <vt:lpstr>Створення яких губерній у складі Російської імперії стало наслідком третього поділу Речі Посполитої?</vt:lpstr>
      <vt:lpstr>Установіть послідовність обрання історичних діячів гетьманами (кошовими отаманами).</vt:lpstr>
      <vt:lpstr>Установіть відповідність між історичним явищем та твором Т. Шевченка, у якому це явище описано.</vt:lpstr>
      <vt:lpstr>Якою цифрою на картосхемі позначено території, що ввійшли до складу Російської імперії в результаті російсько-турецької війни 1787–1791 рр.?</vt:lpstr>
      <vt:lpstr>Укажіть хронологічні межі російсько-турецької війни, результати якої створили передумови для ліквідації Російською імперією Кримського ханства.</vt:lpstr>
      <vt:lpstr>Російсько-турецька війна, яка створила передумови ліквідації Кримського ханства, тривала впродовж</vt:lpstr>
      <vt:lpstr>Установіть послідовність подій державно-політичного життя XVIII ст.</vt:lpstr>
      <vt:lpstr>Установіть послідовність подій XVIII ст.</vt:lpstr>
      <vt:lpstr>У якому році територія Кримського ханства увійшла до складу Російської імперії?</vt:lpstr>
      <vt:lpstr>За ініціативи князя О. Меншикова на засіданні Верховної таємної ради було вирішено запропонувати російській імператриці</vt:lpstr>
      <vt:lpstr>Укажіть період гетьманування К. Розумовського.</vt:lpstr>
      <vt:lpstr>Установіть послідовність описаних подій XVIII ст.</vt:lpstr>
      <vt:lpstr>На картосхемі суцільною жирною лінією позначено кордон Речі Посполитої. Штрихуванням на картосхемі позначено територію</vt:lpstr>
      <vt:lpstr>Панування кріпосницьких відносин в Наддніпрянській Україні припадає на період</vt:lpstr>
      <vt:lpstr>Які соціально-економічні зміни відбувалися на українських землях у складі Російської імперії в другій половині ХVІІІ ст.?</vt:lpstr>
      <vt:lpstr>Розгляньте картосхему, на якій зображено та позначено історико-географічні регіони українських земель, і дайте відповідь на запитання.</vt:lpstr>
      <vt:lpstr>Із зображеним на фото собором тісно пов’язана діяльність митрополита</vt:lpstr>
      <vt:lpstr>Яку пам’ятку архітектури України зображено на фото?</vt:lpstr>
      <vt:lpstr>Давньоруську пам’ятку архітектури зображено на фото</vt:lpstr>
      <vt:lpstr>За стильовими ознаками можна встановити, що зображена пам’ятка культури України є прикладом архітектури</vt:lpstr>
      <vt:lpstr>Пам'ятка архітектури, зображена на фото, є окрасою міста</vt:lpstr>
      <vt:lpstr>Пам’ятка архітектури, зображена на фото, пов’язана з іменем гетьмана</vt:lpstr>
      <vt:lpstr>Установіть послідовність подій культурно-релігійного життя XVI—XVIII ст.</vt:lpstr>
      <vt:lpstr>"Літопис Самовидця" Романа Ракушки-Романовського, "Літопис" Григорія Грабянки, "Літопис" Самійла Величка — це</vt:lpstr>
      <vt:lpstr>Установіть послідовність суспільно-політичних подій ХVIII ст.</vt:lpstr>
      <vt:lpstr>Діяльність Другої Малоросійської колегії спрямовано на</vt:lpstr>
      <vt:lpstr>У 1768 р. Коліївщиною було охоплено райони</vt:lpstr>
      <vt:lpstr>Узгодьте поняття (1–4) з його визначенням (А – Д).</vt:lpstr>
      <vt:lpstr>Як козаки називали такі «поселення»?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7</cp:revision>
  <dcterms:created xsi:type="dcterms:W3CDTF">2024-12-12T21:51:37Z</dcterms:created>
  <dcterms:modified xsi:type="dcterms:W3CDTF">2024-12-15T11:49:04Z</dcterms:modified>
</cp:coreProperties>
</file>