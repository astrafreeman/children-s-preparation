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8" r:id="rId1"/>
  </p:sldMasterIdLst>
  <p:notesMasterIdLst>
    <p:notesMasterId r:id="rId65"/>
  </p:notesMasterIdLst>
  <p:sldIdLst>
    <p:sldId id="256" r:id="rId2"/>
    <p:sldId id="257" r:id="rId3"/>
    <p:sldId id="305" r:id="rId4"/>
    <p:sldId id="268" r:id="rId5"/>
    <p:sldId id="273" r:id="rId6"/>
    <p:sldId id="298" r:id="rId7"/>
    <p:sldId id="321" r:id="rId8"/>
    <p:sldId id="261" r:id="rId9"/>
    <p:sldId id="278" r:id="rId10"/>
    <p:sldId id="315" r:id="rId11"/>
    <p:sldId id="324" r:id="rId12"/>
    <p:sldId id="318" r:id="rId13"/>
    <p:sldId id="275" r:id="rId14"/>
    <p:sldId id="272" r:id="rId15"/>
    <p:sldId id="333" r:id="rId16"/>
    <p:sldId id="259" r:id="rId17"/>
    <p:sldId id="320" r:id="rId18"/>
    <p:sldId id="265" r:id="rId19"/>
    <p:sldId id="331" r:id="rId20"/>
    <p:sldId id="263" r:id="rId21"/>
    <p:sldId id="304" r:id="rId22"/>
    <p:sldId id="274" r:id="rId23"/>
    <p:sldId id="290" r:id="rId24"/>
    <p:sldId id="309" r:id="rId25"/>
    <p:sldId id="297" r:id="rId26"/>
    <p:sldId id="316" r:id="rId27"/>
    <p:sldId id="332" r:id="rId28"/>
    <p:sldId id="279" r:id="rId29"/>
    <p:sldId id="300" r:id="rId30"/>
    <p:sldId id="314" r:id="rId31"/>
    <p:sldId id="285" r:id="rId32"/>
    <p:sldId id="292" r:id="rId33"/>
    <p:sldId id="270" r:id="rId34"/>
    <p:sldId id="264" r:id="rId35"/>
    <p:sldId id="317" r:id="rId36"/>
    <p:sldId id="306" r:id="rId37"/>
    <p:sldId id="294" r:id="rId38"/>
    <p:sldId id="293" r:id="rId39"/>
    <p:sldId id="307" r:id="rId40"/>
    <p:sldId id="302" r:id="rId41"/>
    <p:sldId id="288" r:id="rId42"/>
    <p:sldId id="271" r:id="rId43"/>
    <p:sldId id="313" r:id="rId44"/>
    <p:sldId id="283" r:id="rId45"/>
    <p:sldId id="295" r:id="rId46"/>
    <p:sldId id="329" r:id="rId47"/>
    <p:sldId id="301" r:id="rId48"/>
    <p:sldId id="299" r:id="rId49"/>
    <p:sldId id="312" r:id="rId50"/>
    <p:sldId id="325" r:id="rId51"/>
    <p:sldId id="323" r:id="rId52"/>
    <p:sldId id="327" r:id="rId53"/>
    <p:sldId id="280" r:id="rId54"/>
    <p:sldId id="284" r:id="rId55"/>
    <p:sldId id="276" r:id="rId56"/>
    <p:sldId id="277" r:id="rId57"/>
    <p:sldId id="281" r:id="rId58"/>
    <p:sldId id="286" r:id="rId59"/>
    <p:sldId id="287" r:id="rId60"/>
    <p:sldId id="289" r:id="rId61"/>
    <p:sldId id="319" r:id="rId62"/>
    <p:sldId id="328" r:id="rId63"/>
    <p:sldId id="334" r:id="rId6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озділ за замовчуванням" id="{1A0DCA88-9B71-48C6-BD02-23BBB28247CE}">
          <p14:sldIdLst>
            <p14:sldId id="256"/>
          </p14:sldIdLst>
        </p14:section>
        <p14:section name="Політика" id="{C21AEF94-80E8-4532-86AB-833D2D631CE4}">
          <p14:sldIdLst>
            <p14:sldId id="257"/>
            <p14:sldId id="305"/>
            <p14:sldId id="268"/>
            <p14:sldId id="273"/>
            <p14:sldId id="298"/>
            <p14:sldId id="321"/>
            <p14:sldId id="261"/>
            <p14:sldId id="278"/>
            <p14:sldId id="315"/>
            <p14:sldId id="324"/>
            <p14:sldId id="318"/>
            <p14:sldId id="275"/>
            <p14:sldId id="272"/>
            <p14:sldId id="333"/>
            <p14:sldId id="259"/>
            <p14:sldId id="320"/>
            <p14:sldId id="265"/>
            <p14:sldId id="331"/>
            <p14:sldId id="263"/>
            <p14:sldId id="304"/>
            <p14:sldId id="274"/>
            <p14:sldId id="290"/>
            <p14:sldId id="309"/>
            <p14:sldId id="297"/>
            <p14:sldId id="316"/>
            <p14:sldId id="332"/>
          </p14:sldIdLst>
        </p14:section>
        <p14:section name="Культура" id="{25C61D87-63F9-4848-B30F-1A6C5B68355D}">
          <p14:sldIdLst>
            <p14:sldId id="279"/>
            <p14:sldId id="300"/>
            <p14:sldId id="314"/>
            <p14:sldId id="285"/>
            <p14:sldId id="292"/>
            <p14:sldId id="270"/>
            <p14:sldId id="264"/>
            <p14:sldId id="317"/>
            <p14:sldId id="306"/>
            <p14:sldId id="294"/>
            <p14:sldId id="293"/>
            <p14:sldId id="307"/>
            <p14:sldId id="302"/>
            <p14:sldId id="288"/>
            <p14:sldId id="271"/>
            <p14:sldId id="313"/>
            <p14:sldId id="283"/>
            <p14:sldId id="295"/>
            <p14:sldId id="329"/>
            <p14:sldId id="301"/>
            <p14:sldId id="299"/>
            <p14:sldId id="312"/>
            <p14:sldId id="325"/>
            <p14:sldId id="323"/>
            <p14:sldId id="327"/>
          </p14:sldIdLst>
        </p14:section>
        <p14:section name="Економіка" id="{AB461D19-7D7B-4BD3-8032-DE7E22AF3249}">
          <p14:sldIdLst>
            <p14:sldId id="280"/>
            <p14:sldId id="284"/>
            <p14:sldId id="276"/>
            <p14:sldId id="277"/>
            <p14:sldId id="281"/>
            <p14:sldId id="286"/>
            <p14:sldId id="287"/>
            <p14:sldId id="289"/>
          </p14:sldIdLst>
        </p14:section>
        <p14:section name="Інше" id="{13A0ACAC-166E-4225-9D92-184A1567CF9E}">
          <p14:sldIdLst>
            <p14:sldId id="319"/>
            <p14:sldId id="328"/>
            <p14:sldId id="33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021" autoAdjust="0"/>
  </p:normalViewPr>
  <p:slideViewPr>
    <p:cSldViewPr snapToGrid="0">
      <p:cViewPr varScale="1">
        <p:scale>
          <a:sx n="58" d="100"/>
          <a:sy n="58" d="100"/>
        </p:scale>
        <p:origin x="78" y="10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Relationship Id="rId4" Type="http://schemas.openxmlformats.org/officeDocument/2006/relationships/image" Target="../media/image20.png"/></Relationships>
</file>

<file path=ppt/diagrams/_rels/drawing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Relationship Id="rId4" Type="http://schemas.openxmlformats.org/officeDocument/2006/relationships/image" Target="../media/image2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2B42163-D854-428E-BB4F-E5CF3F40191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3D47B2A-47C3-4524-907F-6EAD778E0123}">
      <dgm:prSet/>
      <dgm:spPr/>
      <dgm:t>
        <a:bodyPr/>
        <a:lstStyle/>
        <a:p>
          <a:r>
            <a:rPr lang="ru-RU"/>
            <a:t>Лівонським орденом.</a:t>
          </a:r>
          <a:endParaRPr lang="uk-UA"/>
        </a:p>
      </dgm:t>
    </dgm:pt>
    <dgm:pt modelId="{7E09D7B8-E9B3-490F-AD6F-50E2A052AE5A}" type="parTrans" cxnId="{D54B0457-A0FD-4AF4-A331-5E608FC9228F}">
      <dgm:prSet/>
      <dgm:spPr/>
      <dgm:t>
        <a:bodyPr/>
        <a:lstStyle/>
        <a:p>
          <a:endParaRPr lang="uk-UA"/>
        </a:p>
      </dgm:t>
    </dgm:pt>
    <dgm:pt modelId="{B0C3FE40-0A0F-4C45-911A-C4BEF0A2140C}" type="sibTrans" cxnId="{D54B0457-A0FD-4AF4-A331-5E608FC9228F}">
      <dgm:prSet/>
      <dgm:spPr/>
      <dgm:t>
        <a:bodyPr/>
        <a:lstStyle/>
        <a:p>
          <a:endParaRPr lang="uk-UA"/>
        </a:p>
      </dgm:t>
    </dgm:pt>
    <dgm:pt modelId="{BF9F5824-C6E5-4DAE-A909-9E324E0166BD}">
      <dgm:prSet/>
      <dgm:spPr/>
      <dgm:t>
        <a:bodyPr/>
        <a:lstStyle/>
        <a:p>
          <a:r>
            <a:rPr lang="ru-RU"/>
            <a:t>Османською імперією.</a:t>
          </a:r>
          <a:endParaRPr lang="uk-UA"/>
        </a:p>
      </dgm:t>
    </dgm:pt>
    <dgm:pt modelId="{1F13EC0E-C214-4BE4-84F7-7DE47115FEF7}" type="parTrans" cxnId="{EFA4B2B4-6F40-4E3B-A176-0A6A38F6703B}">
      <dgm:prSet/>
      <dgm:spPr/>
      <dgm:t>
        <a:bodyPr/>
        <a:lstStyle/>
        <a:p>
          <a:endParaRPr lang="uk-UA"/>
        </a:p>
      </dgm:t>
    </dgm:pt>
    <dgm:pt modelId="{3D095B78-9DC3-40E7-B079-72B7330B812D}" type="sibTrans" cxnId="{EFA4B2B4-6F40-4E3B-A176-0A6A38F6703B}">
      <dgm:prSet/>
      <dgm:spPr/>
      <dgm:t>
        <a:bodyPr/>
        <a:lstStyle/>
        <a:p>
          <a:endParaRPr lang="uk-UA"/>
        </a:p>
      </dgm:t>
    </dgm:pt>
    <dgm:pt modelId="{0E01A68E-A9EE-43EE-9268-E4F787D88831}">
      <dgm:prSet/>
      <dgm:spPr/>
      <dgm:t>
        <a:bodyPr/>
        <a:lstStyle/>
        <a:p>
          <a:r>
            <a:rPr lang="ru-RU"/>
            <a:t>Московським царством.</a:t>
          </a:r>
          <a:endParaRPr lang="uk-UA"/>
        </a:p>
      </dgm:t>
    </dgm:pt>
    <dgm:pt modelId="{D9BDCF42-D338-4305-963A-DE7039794235}" type="parTrans" cxnId="{334578DF-1477-4434-8F6D-F9B0F611AC35}">
      <dgm:prSet/>
      <dgm:spPr/>
      <dgm:t>
        <a:bodyPr/>
        <a:lstStyle/>
        <a:p>
          <a:endParaRPr lang="uk-UA"/>
        </a:p>
      </dgm:t>
    </dgm:pt>
    <dgm:pt modelId="{0D7DBD4E-84A2-4BC0-A60D-C7933BDEECEA}" type="sibTrans" cxnId="{334578DF-1477-4434-8F6D-F9B0F611AC35}">
      <dgm:prSet/>
      <dgm:spPr/>
      <dgm:t>
        <a:bodyPr/>
        <a:lstStyle/>
        <a:p>
          <a:endParaRPr lang="uk-UA"/>
        </a:p>
      </dgm:t>
    </dgm:pt>
    <dgm:pt modelId="{1A889236-684A-44AD-9E68-43A8268716DD}">
      <dgm:prSet/>
      <dgm:spPr/>
      <dgm:t>
        <a:bodyPr/>
        <a:lstStyle/>
        <a:p>
          <a:r>
            <a:rPr lang="ru-RU"/>
            <a:t>Шведським королівством.</a:t>
          </a:r>
          <a:endParaRPr lang="uk-UA"/>
        </a:p>
      </dgm:t>
    </dgm:pt>
    <dgm:pt modelId="{AE135709-AFC7-40C1-860C-02873A087EE3}" type="parTrans" cxnId="{7169BF13-7ABA-440B-BD42-E32603270332}">
      <dgm:prSet/>
      <dgm:spPr/>
      <dgm:t>
        <a:bodyPr/>
        <a:lstStyle/>
        <a:p>
          <a:endParaRPr lang="uk-UA"/>
        </a:p>
      </dgm:t>
    </dgm:pt>
    <dgm:pt modelId="{5692E264-F8B7-460C-B1D9-5812AF383495}" type="sibTrans" cxnId="{7169BF13-7ABA-440B-BD42-E32603270332}">
      <dgm:prSet/>
      <dgm:spPr/>
      <dgm:t>
        <a:bodyPr/>
        <a:lstStyle/>
        <a:p>
          <a:endParaRPr lang="uk-UA"/>
        </a:p>
      </dgm:t>
    </dgm:pt>
    <dgm:pt modelId="{B65E492A-31F4-4D2C-A634-A925812B89CB}" type="pres">
      <dgm:prSet presAssocID="{D2B42163-D854-428E-BB4F-E5CF3F40191B}" presName="linear" presStyleCnt="0">
        <dgm:presLayoutVars>
          <dgm:animLvl val="lvl"/>
          <dgm:resizeHandles val="exact"/>
        </dgm:presLayoutVars>
      </dgm:prSet>
      <dgm:spPr/>
    </dgm:pt>
    <dgm:pt modelId="{12A3F0CB-5849-435B-810A-CEA8394D06B4}" type="pres">
      <dgm:prSet presAssocID="{73D47B2A-47C3-4524-907F-6EAD778E012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4AD2496-A25D-4216-90F2-FBD43FECF2E5}" type="pres">
      <dgm:prSet presAssocID="{B0C3FE40-0A0F-4C45-911A-C4BEF0A2140C}" presName="spacer" presStyleCnt="0"/>
      <dgm:spPr/>
    </dgm:pt>
    <dgm:pt modelId="{8800700D-4B0F-44E8-B940-D5C4846ECCB7}" type="pres">
      <dgm:prSet presAssocID="{BF9F5824-C6E5-4DAE-A909-9E324E0166B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4AEA02C-7E4B-4032-90FA-4D7CA8B002AD}" type="pres">
      <dgm:prSet presAssocID="{3D095B78-9DC3-40E7-B079-72B7330B812D}" presName="spacer" presStyleCnt="0"/>
      <dgm:spPr/>
    </dgm:pt>
    <dgm:pt modelId="{F0D3D8CE-3499-4469-BAC3-D0DCD04E0281}" type="pres">
      <dgm:prSet presAssocID="{0E01A68E-A9EE-43EE-9268-E4F787D8883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29F0B28-5C0D-4E85-AE0F-C3F50CB1F129}" type="pres">
      <dgm:prSet presAssocID="{0D7DBD4E-84A2-4BC0-A60D-C7933BDEECEA}" presName="spacer" presStyleCnt="0"/>
      <dgm:spPr/>
    </dgm:pt>
    <dgm:pt modelId="{09D4486D-DDBD-4A0F-9931-66FE90D8203C}" type="pres">
      <dgm:prSet presAssocID="{1A889236-684A-44AD-9E68-43A8268716D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169BF13-7ABA-440B-BD42-E32603270332}" srcId="{D2B42163-D854-428E-BB4F-E5CF3F40191B}" destId="{1A889236-684A-44AD-9E68-43A8268716DD}" srcOrd="3" destOrd="0" parTransId="{AE135709-AFC7-40C1-860C-02873A087EE3}" sibTransId="{5692E264-F8B7-460C-B1D9-5812AF383495}"/>
    <dgm:cxn modelId="{D7B9281E-24CF-4648-9AEC-588BB44C369A}" type="presOf" srcId="{0E01A68E-A9EE-43EE-9268-E4F787D88831}" destId="{F0D3D8CE-3499-4469-BAC3-D0DCD04E0281}" srcOrd="0" destOrd="0" presId="urn:microsoft.com/office/officeart/2005/8/layout/vList2"/>
    <dgm:cxn modelId="{E9550E63-443F-4198-BD39-33127CAE6570}" type="presOf" srcId="{1A889236-684A-44AD-9E68-43A8268716DD}" destId="{09D4486D-DDBD-4A0F-9931-66FE90D8203C}" srcOrd="0" destOrd="0" presId="urn:microsoft.com/office/officeart/2005/8/layout/vList2"/>
    <dgm:cxn modelId="{20B10866-74F4-4500-A3D5-BC3B7741D415}" type="presOf" srcId="{73D47B2A-47C3-4524-907F-6EAD778E0123}" destId="{12A3F0CB-5849-435B-810A-CEA8394D06B4}" srcOrd="0" destOrd="0" presId="urn:microsoft.com/office/officeart/2005/8/layout/vList2"/>
    <dgm:cxn modelId="{D54B0457-A0FD-4AF4-A331-5E608FC9228F}" srcId="{D2B42163-D854-428E-BB4F-E5CF3F40191B}" destId="{73D47B2A-47C3-4524-907F-6EAD778E0123}" srcOrd="0" destOrd="0" parTransId="{7E09D7B8-E9B3-490F-AD6F-50E2A052AE5A}" sibTransId="{B0C3FE40-0A0F-4C45-911A-C4BEF0A2140C}"/>
    <dgm:cxn modelId="{4108DCA1-4EB7-429E-A2A7-2913F11059CB}" type="presOf" srcId="{D2B42163-D854-428E-BB4F-E5CF3F40191B}" destId="{B65E492A-31F4-4D2C-A634-A925812B89CB}" srcOrd="0" destOrd="0" presId="urn:microsoft.com/office/officeart/2005/8/layout/vList2"/>
    <dgm:cxn modelId="{EFA4B2B4-6F40-4E3B-A176-0A6A38F6703B}" srcId="{D2B42163-D854-428E-BB4F-E5CF3F40191B}" destId="{BF9F5824-C6E5-4DAE-A909-9E324E0166BD}" srcOrd="1" destOrd="0" parTransId="{1F13EC0E-C214-4BE4-84F7-7DE47115FEF7}" sibTransId="{3D095B78-9DC3-40E7-B079-72B7330B812D}"/>
    <dgm:cxn modelId="{334578DF-1477-4434-8F6D-F9B0F611AC35}" srcId="{D2B42163-D854-428E-BB4F-E5CF3F40191B}" destId="{0E01A68E-A9EE-43EE-9268-E4F787D88831}" srcOrd="2" destOrd="0" parTransId="{D9BDCF42-D338-4305-963A-DE7039794235}" sibTransId="{0D7DBD4E-84A2-4BC0-A60D-C7933BDEECEA}"/>
    <dgm:cxn modelId="{6B62D9FB-3E12-43DF-ABEA-309A987FA2B2}" type="presOf" srcId="{BF9F5824-C6E5-4DAE-A909-9E324E0166BD}" destId="{8800700D-4B0F-44E8-B940-D5C4846ECCB7}" srcOrd="0" destOrd="0" presId="urn:microsoft.com/office/officeart/2005/8/layout/vList2"/>
    <dgm:cxn modelId="{4D199CDF-B564-49E4-9A85-00881EB5E4C2}" type="presParOf" srcId="{B65E492A-31F4-4D2C-A634-A925812B89CB}" destId="{12A3F0CB-5849-435B-810A-CEA8394D06B4}" srcOrd="0" destOrd="0" presId="urn:microsoft.com/office/officeart/2005/8/layout/vList2"/>
    <dgm:cxn modelId="{C439DE4C-535B-4845-848D-9AC27CB28130}" type="presParOf" srcId="{B65E492A-31F4-4D2C-A634-A925812B89CB}" destId="{F4AD2496-A25D-4216-90F2-FBD43FECF2E5}" srcOrd="1" destOrd="0" presId="urn:microsoft.com/office/officeart/2005/8/layout/vList2"/>
    <dgm:cxn modelId="{C612340E-EEFC-4A95-8B26-1D2DE7F2C7BE}" type="presParOf" srcId="{B65E492A-31F4-4D2C-A634-A925812B89CB}" destId="{8800700D-4B0F-44E8-B940-D5C4846ECCB7}" srcOrd="2" destOrd="0" presId="urn:microsoft.com/office/officeart/2005/8/layout/vList2"/>
    <dgm:cxn modelId="{2D16DD2D-A773-49F1-AF0D-2E09956E352F}" type="presParOf" srcId="{B65E492A-31F4-4D2C-A634-A925812B89CB}" destId="{84AEA02C-7E4B-4032-90FA-4D7CA8B002AD}" srcOrd="3" destOrd="0" presId="urn:microsoft.com/office/officeart/2005/8/layout/vList2"/>
    <dgm:cxn modelId="{A16987E2-42DD-4440-91FA-B870006B89AF}" type="presParOf" srcId="{B65E492A-31F4-4D2C-A634-A925812B89CB}" destId="{F0D3D8CE-3499-4469-BAC3-D0DCD04E0281}" srcOrd="4" destOrd="0" presId="urn:microsoft.com/office/officeart/2005/8/layout/vList2"/>
    <dgm:cxn modelId="{D65FF148-0F63-486B-B0B5-85714B7D8525}" type="presParOf" srcId="{B65E492A-31F4-4D2C-A634-A925812B89CB}" destId="{929F0B28-5C0D-4E85-AE0F-C3F50CB1F129}" srcOrd="5" destOrd="0" presId="urn:microsoft.com/office/officeart/2005/8/layout/vList2"/>
    <dgm:cxn modelId="{1B3C40A3-2906-4830-A751-C171F3FBADD0}" type="presParOf" srcId="{B65E492A-31F4-4D2C-A634-A925812B89CB}" destId="{09D4486D-DDBD-4A0F-9931-66FE90D8203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03FE310-C8F9-4A7B-B6BF-1F7B301750C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11B41E9-37FD-49A0-88FA-3D4464AAE4A4}">
      <dgm:prSet/>
      <dgm:spPr/>
      <dgm:t>
        <a:bodyPr/>
        <a:lstStyle/>
        <a:p>
          <a:r>
            <a:rPr lang="uk-UA" b="0" i="0"/>
            <a:t>династичний шлюб литовського князя та польської королеви за умови прийняття Великим князівством Литовським католицизму</a:t>
          </a:r>
          <a:endParaRPr lang="uk-UA"/>
        </a:p>
      </dgm:t>
    </dgm:pt>
    <dgm:pt modelId="{376BBCB6-5434-40E1-BE46-66501C24ECCE}" type="parTrans" cxnId="{4144C37A-F2D8-4716-A8A1-C0369FAD99B7}">
      <dgm:prSet/>
      <dgm:spPr/>
      <dgm:t>
        <a:bodyPr/>
        <a:lstStyle/>
        <a:p>
          <a:endParaRPr lang="uk-UA"/>
        </a:p>
      </dgm:t>
    </dgm:pt>
    <dgm:pt modelId="{82A60E00-6BAD-4CC1-8443-C5060D23BA7E}" type="sibTrans" cxnId="{4144C37A-F2D8-4716-A8A1-C0369FAD99B7}">
      <dgm:prSet/>
      <dgm:spPr/>
      <dgm:t>
        <a:bodyPr/>
        <a:lstStyle/>
        <a:p>
          <a:endParaRPr lang="uk-UA"/>
        </a:p>
      </dgm:t>
    </dgm:pt>
    <dgm:pt modelId="{C7A1D20C-4551-4E3F-BB2B-DCFF8F39D151}">
      <dgm:prSet/>
      <dgm:spPr/>
      <dgm:t>
        <a:bodyPr/>
        <a:lstStyle/>
        <a:p>
          <a:r>
            <a:rPr lang="uk-UA" b="0" i="0"/>
            <a:t>спільні воєнні дії військ Великого князівства Литовського та Польського королівства проти рицарів-хрестоносців Тевтонського ордену</a:t>
          </a:r>
          <a:endParaRPr lang="uk-UA"/>
        </a:p>
      </dgm:t>
    </dgm:pt>
    <dgm:pt modelId="{4AEC43B1-A387-42E1-A12B-EAE9D0D527A7}" type="parTrans" cxnId="{A8F074FA-F110-46E9-904E-02364514448E}">
      <dgm:prSet/>
      <dgm:spPr/>
      <dgm:t>
        <a:bodyPr/>
        <a:lstStyle/>
        <a:p>
          <a:endParaRPr lang="uk-UA"/>
        </a:p>
      </dgm:t>
    </dgm:pt>
    <dgm:pt modelId="{A380DE7D-7D66-4CF6-9768-4E7EFF85A0A2}" type="sibTrans" cxnId="{A8F074FA-F110-46E9-904E-02364514448E}">
      <dgm:prSet/>
      <dgm:spPr/>
      <dgm:t>
        <a:bodyPr/>
        <a:lstStyle/>
        <a:p>
          <a:endParaRPr lang="uk-UA"/>
        </a:p>
      </dgm:t>
    </dgm:pt>
    <dgm:pt modelId="{F4F386C9-925D-4C31-8B29-6A63EB55DF25}">
      <dgm:prSet/>
      <dgm:spPr/>
      <dgm:t>
        <a:bodyPr/>
        <a:lstStyle/>
        <a:p>
          <a:r>
            <a:rPr lang="uk-UA" b="0" i="0"/>
            <a:t>відновлення у складі Великого князівства Литовського Київського та Волинського удільних князівств на чолі з представниками литовської династії</a:t>
          </a:r>
          <a:endParaRPr lang="uk-UA"/>
        </a:p>
      </dgm:t>
    </dgm:pt>
    <dgm:pt modelId="{71F6ACB8-06AD-4F94-AFC0-396673F41EA0}" type="parTrans" cxnId="{63150392-7150-4D4D-AF68-127D78E8F80F}">
      <dgm:prSet/>
      <dgm:spPr/>
      <dgm:t>
        <a:bodyPr/>
        <a:lstStyle/>
        <a:p>
          <a:endParaRPr lang="uk-UA"/>
        </a:p>
      </dgm:t>
    </dgm:pt>
    <dgm:pt modelId="{8EB4DA00-1305-4BE7-89E5-0DBA43095E89}" type="sibTrans" cxnId="{63150392-7150-4D4D-AF68-127D78E8F80F}">
      <dgm:prSet/>
      <dgm:spPr/>
      <dgm:t>
        <a:bodyPr/>
        <a:lstStyle/>
        <a:p>
          <a:endParaRPr lang="uk-UA"/>
        </a:p>
      </dgm:t>
    </dgm:pt>
    <dgm:pt modelId="{1BADA462-9018-4B20-BC7A-D07B5E9CE936}">
      <dgm:prSet/>
      <dgm:spPr/>
      <dgm:t>
        <a:bodyPr/>
        <a:lstStyle/>
        <a:p>
          <a:r>
            <a:rPr lang="uk-UA" b="0" i="0"/>
            <a:t>об’єднання Польського королівства й Великого князівства Литовського в єдину федеративну державу — Річ Посполиту</a:t>
          </a:r>
          <a:endParaRPr lang="uk-UA"/>
        </a:p>
      </dgm:t>
    </dgm:pt>
    <dgm:pt modelId="{BC4EA06B-BBEC-4003-947F-93D774187334}" type="parTrans" cxnId="{86E03BD3-438C-4376-A3B2-EC8B5A572921}">
      <dgm:prSet/>
      <dgm:spPr/>
      <dgm:t>
        <a:bodyPr/>
        <a:lstStyle/>
        <a:p>
          <a:endParaRPr lang="uk-UA"/>
        </a:p>
      </dgm:t>
    </dgm:pt>
    <dgm:pt modelId="{05C89CA3-04B3-4327-9247-799B88AA148F}" type="sibTrans" cxnId="{86E03BD3-438C-4376-A3B2-EC8B5A572921}">
      <dgm:prSet/>
      <dgm:spPr/>
      <dgm:t>
        <a:bodyPr/>
        <a:lstStyle/>
        <a:p>
          <a:endParaRPr lang="uk-UA"/>
        </a:p>
      </dgm:t>
    </dgm:pt>
    <dgm:pt modelId="{B8431217-F355-48DA-A1AD-41FE9D4DE59F}" type="pres">
      <dgm:prSet presAssocID="{D03FE310-C8F9-4A7B-B6BF-1F7B301750CE}" presName="linear" presStyleCnt="0">
        <dgm:presLayoutVars>
          <dgm:animLvl val="lvl"/>
          <dgm:resizeHandles val="exact"/>
        </dgm:presLayoutVars>
      </dgm:prSet>
      <dgm:spPr/>
    </dgm:pt>
    <dgm:pt modelId="{B0F92684-701C-4C39-99A3-AC4EF930AB83}" type="pres">
      <dgm:prSet presAssocID="{011B41E9-37FD-49A0-88FA-3D4464AAE4A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795ACEF-2995-48B0-8623-A8D9BD5C8A8E}" type="pres">
      <dgm:prSet presAssocID="{82A60E00-6BAD-4CC1-8443-C5060D23BA7E}" presName="spacer" presStyleCnt="0"/>
      <dgm:spPr/>
    </dgm:pt>
    <dgm:pt modelId="{D1B3EF3F-E2B6-4AEE-AD1C-919C829B899F}" type="pres">
      <dgm:prSet presAssocID="{C7A1D20C-4551-4E3F-BB2B-DCFF8F39D15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94BD1DC-7AE7-4A50-ACBF-F1A0A7E25A60}" type="pres">
      <dgm:prSet presAssocID="{A380DE7D-7D66-4CF6-9768-4E7EFF85A0A2}" presName="spacer" presStyleCnt="0"/>
      <dgm:spPr/>
    </dgm:pt>
    <dgm:pt modelId="{CBA4C13A-8250-44FB-94DF-BD7A3F113953}" type="pres">
      <dgm:prSet presAssocID="{F4F386C9-925D-4C31-8B29-6A63EB55DF2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0FFA677-AC59-437C-8CE2-BA295EB29FDA}" type="pres">
      <dgm:prSet presAssocID="{8EB4DA00-1305-4BE7-89E5-0DBA43095E89}" presName="spacer" presStyleCnt="0"/>
      <dgm:spPr/>
    </dgm:pt>
    <dgm:pt modelId="{563D3A08-4EF5-4B3A-84D3-3EF32CF8E8C6}" type="pres">
      <dgm:prSet presAssocID="{1BADA462-9018-4B20-BC7A-D07B5E9CE93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9466B11-C34F-4221-A00B-54BE39A42A4A}" type="presOf" srcId="{F4F386C9-925D-4C31-8B29-6A63EB55DF25}" destId="{CBA4C13A-8250-44FB-94DF-BD7A3F113953}" srcOrd="0" destOrd="0" presId="urn:microsoft.com/office/officeart/2005/8/layout/vList2"/>
    <dgm:cxn modelId="{A7BA4F41-DAF6-4AF5-A069-451EA5ED2A5C}" type="presOf" srcId="{1BADA462-9018-4B20-BC7A-D07B5E9CE936}" destId="{563D3A08-4EF5-4B3A-84D3-3EF32CF8E8C6}" srcOrd="0" destOrd="0" presId="urn:microsoft.com/office/officeart/2005/8/layout/vList2"/>
    <dgm:cxn modelId="{B3D18744-7050-47C6-AB4D-C7AD58471749}" type="presOf" srcId="{C7A1D20C-4551-4E3F-BB2B-DCFF8F39D151}" destId="{D1B3EF3F-E2B6-4AEE-AD1C-919C829B899F}" srcOrd="0" destOrd="0" presId="urn:microsoft.com/office/officeart/2005/8/layout/vList2"/>
    <dgm:cxn modelId="{DCF4CA45-F325-4EB3-A13D-8334B49B1D8D}" type="presOf" srcId="{011B41E9-37FD-49A0-88FA-3D4464AAE4A4}" destId="{B0F92684-701C-4C39-99A3-AC4EF930AB83}" srcOrd="0" destOrd="0" presId="urn:microsoft.com/office/officeart/2005/8/layout/vList2"/>
    <dgm:cxn modelId="{4144C37A-F2D8-4716-A8A1-C0369FAD99B7}" srcId="{D03FE310-C8F9-4A7B-B6BF-1F7B301750CE}" destId="{011B41E9-37FD-49A0-88FA-3D4464AAE4A4}" srcOrd="0" destOrd="0" parTransId="{376BBCB6-5434-40E1-BE46-66501C24ECCE}" sibTransId="{82A60E00-6BAD-4CC1-8443-C5060D23BA7E}"/>
    <dgm:cxn modelId="{63150392-7150-4D4D-AF68-127D78E8F80F}" srcId="{D03FE310-C8F9-4A7B-B6BF-1F7B301750CE}" destId="{F4F386C9-925D-4C31-8B29-6A63EB55DF25}" srcOrd="2" destOrd="0" parTransId="{71F6ACB8-06AD-4F94-AFC0-396673F41EA0}" sibTransId="{8EB4DA00-1305-4BE7-89E5-0DBA43095E89}"/>
    <dgm:cxn modelId="{C51F16B1-8E13-4B30-A63B-A8E66E7EBD78}" type="presOf" srcId="{D03FE310-C8F9-4A7B-B6BF-1F7B301750CE}" destId="{B8431217-F355-48DA-A1AD-41FE9D4DE59F}" srcOrd="0" destOrd="0" presId="urn:microsoft.com/office/officeart/2005/8/layout/vList2"/>
    <dgm:cxn modelId="{86E03BD3-438C-4376-A3B2-EC8B5A572921}" srcId="{D03FE310-C8F9-4A7B-B6BF-1F7B301750CE}" destId="{1BADA462-9018-4B20-BC7A-D07B5E9CE936}" srcOrd="3" destOrd="0" parTransId="{BC4EA06B-BBEC-4003-947F-93D774187334}" sibTransId="{05C89CA3-04B3-4327-9247-799B88AA148F}"/>
    <dgm:cxn modelId="{A8F074FA-F110-46E9-904E-02364514448E}" srcId="{D03FE310-C8F9-4A7B-B6BF-1F7B301750CE}" destId="{C7A1D20C-4551-4E3F-BB2B-DCFF8F39D151}" srcOrd="1" destOrd="0" parTransId="{4AEC43B1-A387-42E1-A12B-EAE9D0D527A7}" sibTransId="{A380DE7D-7D66-4CF6-9768-4E7EFF85A0A2}"/>
    <dgm:cxn modelId="{8735C4FC-5F48-497D-8529-C34875AC6889}" type="presParOf" srcId="{B8431217-F355-48DA-A1AD-41FE9D4DE59F}" destId="{B0F92684-701C-4C39-99A3-AC4EF930AB83}" srcOrd="0" destOrd="0" presId="urn:microsoft.com/office/officeart/2005/8/layout/vList2"/>
    <dgm:cxn modelId="{C644C21B-101C-4AD5-81EE-6D4E84CD35C9}" type="presParOf" srcId="{B8431217-F355-48DA-A1AD-41FE9D4DE59F}" destId="{3795ACEF-2995-48B0-8623-A8D9BD5C8A8E}" srcOrd="1" destOrd="0" presId="urn:microsoft.com/office/officeart/2005/8/layout/vList2"/>
    <dgm:cxn modelId="{C1FE27E5-ED45-4078-912E-0B11E297C858}" type="presParOf" srcId="{B8431217-F355-48DA-A1AD-41FE9D4DE59F}" destId="{D1B3EF3F-E2B6-4AEE-AD1C-919C829B899F}" srcOrd="2" destOrd="0" presId="urn:microsoft.com/office/officeart/2005/8/layout/vList2"/>
    <dgm:cxn modelId="{36EE945C-B579-43D0-BD18-5392856B6EC1}" type="presParOf" srcId="{B8431217-F355-48DA-A1AD-41FE9D4DE59F}" destId="{394BD1DC-7AE7-4A50-ACBF-F1A0A7E25A60}" srcOrd="3" destOrd="0" presId="urn:microsoft.com/office/officeart/2005/8/layout/vList2"/>
    <dgm:cxn modelId="{C1751751-A85B-4261-88DC-35AD7519A892}" type="presParOf" srcId="{B8431217-F355-48DA-A1AD-41FE9D4DE59F}" destId="{CBA4C13A-8250-44FB-94DF-BD7A3F113953}" srcOrd="4" destOrd="0" presId="urn:microsoft.com/office/officeart/2005/8/layout/vList2"/>
    <dgm:cxn modelId="{EC3FFE78-C706-4027-89C4-7762D7806182}" type="presParOf" srcId="{B8431217-F355-48DA-A1AD-41FE9D4DE59F}" destId="{10FFA677-AC59-437C-8CE2-BA295EB29FDA}" srcOrd="5" destOrd="0" presId="urn:microsoft.com/office/officeart/2005/8/layout/vList2"/>
    <dgm:cxn modelId="{62766376-CDA0-47CA-A091-CCBB85644886}" type="presParOf" srcId="{B8431217-F355-48DA-A1AD-41FE9D4DE59F}" destId="{563D3A08-4EF5-4B3A-84D3-3EF32CF8E8C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1BF0382-714A-4FCA-8390-C3A33840AC79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FA9688C-B6A8-486B-8158-D2FDFF005554}">
      <dgm:prSet/>
      <dgm:spPr/>
      <dgm:t>
        <a:bodyPr/>
        <a:lstStyle/>
        <a:p>
          <a:r>
            <a:rPr lang="ru-RU"/>
            <a:t>династичний шлюб литовського князя та польської королеви за умови прийняття Великим князівством Литовським католицизму</a:t>
          </a:r>
          <a:endParaRPr lang="uk-UA"/>
        </a:p>
      </dgm:t>
    </dgm:pt>
    <dgm:pt modelId="{A5417948-F50F-4355-89BC-671F8F98134D}" type="parTrans" cxnId="{CB199807-6777-4DDD-BB00-A816E6BF96E4}">
      <dgm:prSet/>
      <dgm:spPr/>
      <dgm:t>
        <a:bodyPr/>
        <a:lstStyle/>
        <a:p>
          <a:endParaRPr lang="uk-UA"/>
        </a:p>
      </dgm:t>
    </dgm:pt>
    <dgm:pt modelId="{EEA17839-2536-4D86-BB8A-59B0C4DDB12A}" type="sibTrans" cxnId="{CB199807-6777-4DDD-BB00-A816E6BF96E4}">
      <dgm:prSet/>
      <dgm:spPr/>
      <dgm:t>
        <a:bodyPr/>
        <a:lstStyle/>
        <a:p>
          <a:endParaRPr lang="uk-UA"/>
        </a:p>
      </dgm:t>
    </dgm:pt>
    <dgm:pt modelId="{9A3DC84F-20E2-46BE-AC89-6ED1FDE776E4}">
      <dgm:prSet/>
      <dgm:spPr/>
      <dgm:t>
        <a:bodyPr/>
        <a:lstStyle/>
        <a:p>
          <a:r>
            <a:rPr lang="ru-RU"/>
            <a:t>спільні воєнні дії військ Великого князівства Литовського та Польського королівства проти рицарів-хрестоносців Тевтонського ордену</a:t>
          </a:r>
          <a:endParaRPr lang="uk-UA"/>
        </a:p>
      </dgm:t>
    </dgm:pt>
    <dgm:pt modelId="{1250EC6D-75DD-4964-947D-D29089EE3F00}" type="parTrans" cxnId="{5BD43126-37A8-4E23-9978-71BBAC672E02}">
      <dgm:prSet/>
      <dgm:spPr/>
      <dgm:t>
        <a:bodyPr/>
        <a:lstStyle/>
        <a:p>
          <a:endParaRPr lang="uk-UA"/>
        </a:p>
      </dgm:t>
    </dgm:pt>
    <dgm:pt modelId="{8563D033-5C14-4424-9D7C-041B3F785AA7}" type="sibTrans" cxnId="{5BD43126-37A8-4E23-9978-71BBAC672E02}">
      <dgm:prSet/>
      <dgm:spPr/>
      <dgm:t>
        <a:bodyPr/>
        <a:lstStyle/>
        <a:p>
          <a:endParaRPr lang="uk-UA"/>
        </a:p>
      </dgm:t>
    </dgm:pt>
    <dgm:pt modelId="{5DFF1D55-C37C-4BCB-A8E2-FF1EF8334B57}">
      <dgm:prSet/>
      <dgm:spPr/>
      <dgm:t>
        <a:bodyPr/>
        <a:lstStyle/>
        <a:p>
          <a:r>
            <a:rPr lang="ru-RU"/>
            <a:t>відновлення в складі Великого князівства Литовського Київського та Волинського удільних князівств на чолі з представниками литовської династії</a:t>
          </a:r>
          <a:endParaRPr lang="uk-UA"/>
        </a:p>
      </dgm:t>
    </dgm:pt>
    <dgm:pt modelId="{BD6D1AAE-6CB6-4D32-B7F7-25558C1EC8D7}" type="parTrans" cxnId="{519E0B48-0423-4E4F-9F9D-70000AAF5653}">
      <dgm:prSet/>
      <dgm:spPr/>
      <dgm:t>
        <a:bodyPr/>
        <a:lstStyle/>
        <a:p>
          <a:endParaRPr lang="uk-UA"/>
        </a:p>
      </dgm:t>
    </dgm:pt>
    <dgm:pt modelId="{A1E803C4-97C0-4DC1-B49B-3280EB22B8C6}" type="sibTrans" cxnId="{519E0B48-0423-4E4F-9F9D-70000AAF5653}">
      <dgm:prSet/>
      <dgm:spPr/>
      <dgm:t>
        <a:bodyPr/>
        <a:lstStyle/>
        <a:p>
          <a:endParaRPr lang="uk-UA"/>
        </a:p>
      </dgm:t>
    </dgm:pt>
    <dgm:pt modelId="{11D513BF-A9F8-428D-BEE7-800D2B8223A9}">
      <dgm:prSet/>
      <dgm:spPr/>
      <dgm:t>
        <a:bodyPr/>
        <a:lstStyle/>
        <a:p>
          <a:r>
            <a:rPr lang="ru-RU"/>
            <a:t>об’єднання Польського королівства й Великого князівства Литовського в єдину федеративну державу – Річ Посполиту</a:t>
          </a:r>
          <a:endParaRPr lang="uk-UA"/>
        </a:p>
      </dgm:t>
    </dgm:pt>
    <dgm:pt modelId="{FC733AA9-C21D-4043-ABDE-6561EA429852}" type="parTrans" cxnId="{7F1F71BC-8032-49F0-BB35-4D1DDA0D42EC}">
      <dgm:prSet/>
      <dgm:spPr/>
      <dgm:t>
        <a:bodyPr/>
        <a:lstStyle/>
        <a:p>
          <a:endParaRPr lang="uk-UA"/>
        </a:p>
      </dgm:t>
    </dgm:pt>
    <dgm:pt modelId="{CFCE6C82-FA59-47FE-A75A-01B7DC04328D}" type="sibTrans" cxnId="{7F1F71BC-8032-49F0-BB35-4D1DDA0D42EC}">
      <dgm:prSet/>
      <dgm:spPr/>
      <dgm:t>
        <a:bodyPr/>
        <a:lstStyle/>
        <a:p>
          <a:endParaRPr lang="uk-UA"/>
        </a:p>
      </dgm:t>
    </dgm:pt>
    <dgm:pt modelId="{7E4240C6-8F9F-4F4B-92E0-9C580769CC7E}" type="pres">
      <dgm:prSet presAssocID="{61BF0382-714A-4FCA-8390-C3A33840AC79}" presName="linearFlow" presStyleCnt="0">
        <dgm:presLayoutVars>
          <dgm:dir/>
          <dgm:resizeHandles val="exact"/>
        </dgm:presLayoutVars>
      </dgm:prSet>
      <dgm:spPr/>
    </dgm:pt>
    <dgm:pt modelId="{8F729266-0A97-4AD8-9F30-6BEB6FDC4592}" type="pres">
      <dgm:prSet presAssocID="{CFA9688C-B6A8-486B-8158-D2FDFF005554}" presName="composite" presStyleCnt="0"/>
      <dgm:spPr/>
    </dgm:pt>
    <dgm:pt modelId="{353A47AA-920E-459B-9444-195725710787}" type="pres">
      <dgm:prSet presAssocID="{CFA9688C-B6A8-486B-8158-D2FDFF005554}" presName="imgShp" presStyleLbl="fgImgPlace1" presStyleIdx="0" presStyleCnt="4"/>
      <dgm:spPr/>
    </dgm:pt>
    <dgm:pt modelId="{B68D8BD7-EBAA-4D87-870A-5B04B20765BF}" type="pres">
      <dgm:prSet presAssocID="{CFA9688C-B6A8-486B-8158-D2FDFF005554}" presName="txShp" presStyleLbl="node1" presStyleIdx="0" presStyleCnt="4">
        <dgm:presLayoutVars>
          <dgm:bulletEnabled val="1"/>
        </dgm:presLayoutVars>
      </dgm:prSet>
      <dgm:spPr/>
    </dgm:pt>
    <dgm:pt modelId="{523C12C9-4E09-4950-97E4-6E21296F8B25}" type="pres">
      <dgm:prSet presAssocID="{EEA17839-2536-4D86-BB8A-59B0C4DDB12A}" presName="spacing" presStyleCnt="0"/>
      <dgm:spPr/>
    </dgm:pt>
    <dgm:pt modelId="{7D0ADE6F-202B-45FE-B561-E935AA203354}" type="pres">
      <dgm:prSet presAssocID="{9A3DC84F-20E2-46BE-AC89-6ED1FDE776E4}" presName="composite" presStyleCnt="0"/>
      <dgm:spPr/>
    </dgm:pt>
    <dgm:pt modelId="{624E2E2F-7CC5-42DF-8897-948ED2CF9022}" type="pres">
      <dgm:prSet presAssocID="{9A3DC84F-20E2-46BE-AC89-6ED1FDE776E4}" presName="imgShp" presStyleLbl="fgImgPlace1" presStyleIdx="1" presStyleCnt="4"/>
      <dgm:spPr/>
    </dgm:pt>
    <dgm:pt modelId="{0038AD85-11CC-49AB-8BC3-39F5AC5D8295}" type="pres">
      <dgm:prSet presAssocID="{9A3DC84F-20E2-46BE-AC89-6ED1FDE776E4}" presName="txShp" presStyleLbl="node1" presStyleIdx="1" presStyleCnt="4">
        <dgm:presLayoutVars>
          <dgm:bulletEnabled val="1"/>
        </dgm:presLayoutVars>
      </dgm:prSet>
      <dgm:spPr/>
    </dgm:pt>
    <dgm:pt modelId="{A37060B3-1BD8-4BA1-8877-EBC67D1AD5D5}" type="pres">
      <dgm:prSet presAssocID="{8563D033-5C14-4424-9D7C-041B3F785AA7}" presName="spacing" presStyleCnt="0"/>
      <dgm:spPr/>
    </dgm:pt>
    <dgm:pt modelId="{BABCCA17-CD07-4150-9013-94B5ED74142B}" type="pres">
      <dgm:prSet presAssocID="{5DFF1D55-C37C-4BCB-A8E2-FF1EF8334B57}" presName="composite" presStyleCnt="0"/>
      <dgm:spPr/>
    </dgm:pt>
    <dgm:pt modelId="{F3C8F90C-2A36-4DE5-BB84-702FA2D0035A}" type="pres">
      <dgm:prSet presAssocID="{5DFF1D55-C37C-4BCB-A8E2-FF1EF8334B57}" presName="imgShp" presStyleLbl="fgImgPlace1" presStyleIdx="2" presStyleCnt="4"/>
      <dgm:spPr/>
    </dgm:pt>
    <dgm:pt modelId="{F79475C2-D30B-4672-A3B5-13F22847FF28}" type="pres">
      <dgm:prSet presAssocID="{5DFF1D55-C37C-4BCB-A8E2-FF1EF8334B57}" presName="txShp" presStyleLbl="node1" presStyleIdx="2" presStyleCnt="4">
        <dgm:presLayoutVars>
          <dgm:bulletEnabled val="1"/>
        </dgm:presLayoutVars>
      </dgm:prSet>
      <dgm:spPr/>
    </dgm:pt>
    <dgm:pt modelId="{2C1F4F03-66E9-4577-A4E2-4743D2948F38}" type="pres">
      <dgm:prSet presAssocID="{A1E803C4-97C0-4DC1-B49B-3280EB22B8C6}" presName="spacing" presStyleCnt="0"/>
      <dgm:spPr/>
    </dgm:pt>
    <dgm:pt modelId="{A9D542D5-9E79-41E7-BE68-BCBB670E6551}" type="pres">
      <dgm:prSet presAssocID="{11D513BF-A9F8-428D-BEE7-800D2B8223A9}" presName="composite" presStyleCnt="0"/>
      <dgm:spPr/>
    </dgm:pt>
    <dgm:pt modelId="{DF842B3C-0C98-4807-AE37-02D6CC4E8170}" type="pres">
      <dgm:prSet presAssocID="{11D513BF-A9F8-428D-BEE7-800D2B8223A9}" presName="imgShp" presStyleLbl="fgImgPlace1" presStyleIdx="3" presStyleCnt="4"/>
      <dgm:spPr/>
    </dgm:pt>
    <dgm:pt modelId="{9AC1FD1B-5791-494A-A93B-3900945FF78B}" type="pres">
      <dgm:prSet presAssocID="{11D513BF-A9F8-428D-BEE7-800D2B8223A9}" presName="txShp" presStyleLbl="node1" presStyleIdx="3" presStyleCnt="4">
        <dgm:presLayoutVars>
          <dgm:bulletEnabled val="1"/>
        </dgm:presLayoutVars>
      </dgm:prSet>
      <dgm:spPr/>
    </dgm:pt>
  </dgm:ptLst>
  <dgm:cxnLst>
    <dgm:cxn modelId="{CB199807-6777-4DDD-BB00-A816E6BF96E4}" srcId="{61BF0382-714A-4FCA-8390-C3A33840AC79}" destId="{CFA9688C-B6A8-486B-8158-D2FDFF005554}" srcOrd="0" destOrd="0" parTransId="{A5417948-F50F-4355-89BC-671F8F98134D}" sibTransId="{EEA17839-2536-4D86-BB8A-59B0C4DDB12A}"/>
    <dgm:cxn modelId="{5BD43126-37A8-4E23-9978-71BBAC672E02}" srcId="{61BF0382-714A-4FCA-8390-C3A33840AC79}" destId="{9A3DC84F-20E2-46BE-AC89-6ED1FDE776E4}" srcOrd="1" destOrd="0" parTransId="{1250EC6D-75DD-4964-947D-D29089EE3F00}" sibTransId="{8563D033-5C14-4424-9D7C-041B3F785AA7}"/>
    <dgm:cxn modelId="{42F4245C-5975-46EA-8A41-8CDFCD609084}" type="presOf" srcId="{5DFF1D55-C37C-4BCB-A8E2-FF1EF8334B57}" destId="{F79475C2-D30B-4672-A3B5-13F22847FF28}" srcOrd="0" destOrd="0" presId="urn:microsoft.com/office/officeart/2005/8/layout/vList3"/>
    <dgm:cxn modelId="{519E0B48-0423-4E4F-9F9D-70000AAF5653}" srcId="{61BF0382-714A-4FCA-8390-C3A33840AC79}" destId="{5DFF1D55-C37C-4BCB-A8E2-FF1EF8334B57}" srcOrd="2" destOrd="0" parTransId="{BD6D1AAE-6CB6-4D32-B7F7-25558C1EC8D7}" sibTransId="{A1E803C4-97C0-4DC1-B49B-3280EB22B8C6}"/>
    <dgm:cxn modelId="{088D5B77-8E90-41C8-A3E5-FC190F2B7A90}" type="presOf" srcId="{61BF0382-714A-4FCA-8390-C3A33840AC79}" destId="{7E4240C6-8F9F-4F4B-92E0-9C580769CC7E}" srcOrd="0" destOrd="0" presId="urn:microsoft.com/office/officeart/2005/8/layout/vList3"/>
    <dgm:cxn modelId="{04B1B58B-A746-4CEA-90CA-6A7F44882C80}" type="presOf" srcId="{11D513BF-A9F8-428D-BEE7-800D2B8223A9}" destId="{9AC1FD1B-5791-494A-A93B-3900945FF78B}" srcOrd="0" destOrd="0" presId="urn:microsoft.com/office/officeart/2005/8/layout/vList3"/>
    <dgm:cxn modelId="{D4C15D9A-42B9-4110-8B77-5884981126D0}" type="presOf" srcId="{CFA9688C-B6A8-486B-8158-D2FDFF005554}" destId="{B68D8BD7-EBAA-4D87-870A-5B04B20765BF}" srcOrd="0" destOrd="0" presId="urn:microsoft.com/office/officeart/2005/8/layout/vList3"/>
    <dgm:cxn modelId="{7F1F71BC-8032-49F0-BB35-4D1DDA0D42EC}" srcId="{61BF0382-714A-4FCA-8390-C3A33840AC79}" destId="{11D513BF-A9F8-428D-BEE7-800D2B8223A9}" srcOrd="3" destOrd="0" parTransId="{FC733AA9-C21D-4043-ABDE-6561EA429852}" sibTransId="{CFCE6C82-FA59-47FE-A75A-01B7DC04328D}"/>
    <dgm:cxn modelId="{06D446CD-FAB1-45E9-92E1-BD19BF835643}" type="presOf" srcId="{9A3DC84F-20E2-46BE-AC89-6ED1FDE776E4}" destId="{0038AD85-11CC-49AB-8BC3-39F5AC5D8295}" srcOrd="0" destOrd="0" presId="urn:microsoft.com/office/officeart/2005/8/layout/vList3"/>
    <dgm:cxn modelId="{D4ACD314-9F33-483C-90FF-A157B6DB0972}" type="presParOf" srcId="{7E4240C6-8F9F-4F4B-92E0-9C580769CC7E}" destId="{8F729266-0A97-4AD8-9F30-6BEB6FDC4592}" srcOrd="0" destOrd="0" presId="urn:microsoft.com/office/officeart/2005/8/layout/vList3"/>
    <dgm:cxn modelId="{0712C087-BB9C-45B3-9F38-4E5CD284C1C2}" type="presParOf" srcId="{8F729266-0A97-4AD8-9F30-6BEB6FDC4592}" destId="{353A47AA-920E-459B-9444-195725710787}" srcOrd="0" destOrd="0" presId="urn:microsoft.com/office/officeart/2005/8/layout/vList3"/>
    <dgm:cxn modelId="{D86EDC93-27E0-42E9-89D8-BDA47B5D2832}" type="presParOf" srcId="{8F729266-0A97-4AD8-9F30-6BEB6FDC4592}" destId="{B68D8BD7-EBAA-4D87-870A-5B04B20765BF}" srcOrd="1" destOrd="0" presId="urn:microsoft.com/office/officeart/2005/8/layout/vList3"/>
    <dgm:cxn modelId="{87D3D1B6-3CD7-40C9-8F88-F765E13B1690}" type="presParOf" srcId="{7E4240C6-8F9F-4F4B-92E0-9C580769CC7E}" destId="{523C12C9-4E09-4950-97E4-6E21296F8B25}" srcOrd="1" destOrd="0" presId="urn:microsoft.com/office/officeart/2005/8/layout/vList3"/>
    <dgm:cxn modelId="{B6DCC0D2-CC9B-434D-902E-F420F007AC95}" type="presParOf" srcId="{7E4240C6-8F9F-4F4B-92E0-9C580769CC7E}" destId="{7D0ADE6F-202B-45FE-B561-E935AA203354}" srcOrd="2" destOrd="0" presId="urn:microsoft.com/office/officeart/2005/8/layout/vList3"/>
    <dgm:cxn modelId="{E2F71931-3E5B-4914-82B3-A7982298F2D5}" type="presParOf" srcId="{7D0ADE6F-202B-45FE-B561-E935AA203354}" destId="{624E2E2F-7CC5-42DF-8897-948ED2CF9022}" srcOrd="0" destOrd="0" presId="urn:microsoft.com/office/officeart/2005/8/layout/vList3"/>
    <dgm:cxn modelId="{DEF33660-1569-4C53-BE43-6872188C8C23}" type="presParOf" srcId="{7D0ADE6F-202B-45FE-B561-E935AA203354}" destId="{0038AD85-11CC-49AB-8BC3-39F5AC5D8295}" srcOrd="1" destOrd="0" presId="urn:microsoft.com/office/officeart/2005/8/layout/vList3"/>
    <dgm:cxn modelId="{BAE8EDA7-1F22-4B7F-AC39-F2827EF746AA}" type="presParOf" srcId="{7E4240C6-8F9F-4F4B-92E0-9C580769CC7E}" destId="{A37060B3-1BD8-4BA1-8877-EBC67D1AD5D5}" srcOrd="3" destOrd="0" presId="urn:microsoft.com/office/officeart/2005/8/layout/vList3"/>
    <dgm:cxn modelId="{2AE934AD-4247-49E8-B104-E7E900186816}" type="presParOf" srcId="{7E4240C6-8F9F-4F4B-92E0-9C580769CC7E}" destId="{BABCCA17-CD07-4150-9013-94B5ED74142B}" srcOrd="4" destOrd="0" presId="urn:microsoft.com/office/officeart/2005/8/layout/vList3"/>
    <dgm:cxn modelId="{00B50881-402E-451C-8D98-9B63CF00A9E9}" type="presParOf" srcId="{BABCCA17-CD07-4150-9013-94B5ED74142B}" destId="{F3C8F90C-2A36-4DE5-BB84-702FA2D0035A}" srcOrd="0" destOrd="0" presId="urn:microsoft.com/office/officeart/2005/8/layout/vList3"/>
    <dgm:cxn modelId="{A6AE8BF3-3B00-40CA-843F-11F9308D48DE}" type="presParOf" srcId="{BABCCA17-CD07-4150-9013-94B5ED74142B}" destId="{F79475C2-D30B-4672-A3B5-13F22847FF28}" srcOrd="1" destOrd="0" presId="urn:microsoft.com/office/officeart/2005/8/layout/vList3"/>
    <dgm:cxn modelId="{6CF70B51-76DE-4109-8F50-774FCCA8AD73}" type="presParOf" srcId="{7E4240C6-8F9F-4F4B-92E0-9C580769CC7E}" destId="{2C1F4F03-66E9-4577-A4E2-4743D2948F38}" srcOrd="5" destOrd="0" presId="urn:microsoft.com/office/officeart/2005/8/layout/vList3"/>
    <dgm:cxn modelId="{0AAD6077-65D2-4008-972E-59967259D95C}" type="presParOf" srcId="{7E4240C6-8F9F-4F4B-92E0-9C580769CC7E}" destId="{A9D542D5-9E79-41E7-BE68-BCBB670E6551}" srcOrd="6" destOrd="0" presId="urn:microsoft.com/office/officeart/2005/8/layout/vList3"/>
    <dgm:cxn modelId="{479DA8B6-3A9E-4F9A-82B5-F9B691B214A0}" type="presParOf" srcId="{A9D542D5-9E79-41E7-BE68-BCBB670E6551}" destId="{DF842B3C-0C98-4807-AE37-02D6CC4E8170}" srcOrd="0" destOrd="0" presId="urn:microsoft.com/office/officeart/2005/8/layout/vList3"/>
    <dgm:cxn modelId="{46D85165-33F2-41B5-B3B1-928EE1E0118E}" type="presParOf" srcId="{A9D542D5-9E79-41E7-BE68-BCBB670E6551}" destId="{9AC1FD1B-5791-494A-A93B-3900945FF78B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B5DC3CE-4299-4210-8543-7403A2BB79C3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E10EAF9-730C-431C-BAB7-5FF6A999B724}">
      <dgm:prSet/>
      <dgm:spPr/>
      <dgm:t>
        <a:bodyPr/>
        <a:lstStyle/>
        <a:p>
          <a:r>
            <a:rPr lang="ru-RU"/>
            <a:t>Кревської</a:t>
          </a:r>
          <a:endParaRPr lang="uk-UA"/>
        </a:p>
      </dgm:t>
    </dgm:pt>
    <dgm:pt modelId="{59F0F106-B6F4-4AED-BEFB-9B547458C7DA}" type="parTrans" cxnId="{B062D5FD-501B-461D-84A4-071493F9227B}">
      <dgm:prSet/>
      <dgm:spPr/>
      <dgm:t>
        <a:bodyPr/>
        <a:lstStyle/>
        <a:p>
          <a:endParaRPr lang="uk-UA"/>
        </a:p>
      </dgm:t>
    </dgm:pt>
    <dgm:pt modelId="{172C7C97-FA63-4078-A6EA-D9ADD5E2BB49}" type="sibTrans" cxnId="{B062D5FD-501B-461D-84A4-071493F9227B}">
      <dgm:prSet/>
      <dgm:spPr/>
      <dgm:t>
        <a:bodyPr/>
        <a:lstStyle/>
        <a:p>
          <a:endParaRPr lang="uk-UA"/>
        </a:p>
      </dgm:t>
    </dgm:pt>
    <dgm:pt modelId="{5046FA09-DBDF-4E4D-AC8B-28E83B5F80A8}">
      <dgm:prSet/>
      <dgm:spPr/>
      <dgm:t>
        <a:bodyPr/>
        <a:lstStyle/>
        <a:p>
          <a:r>
            <a:rPr lang="ru-RU"/>
            <a:t>Городельської</a:t>
          </a:r>
          <a:endParaRPr lang="uk-UA"/>
        </a:p>
      </dgm:t>
    </dgm:pt>
    <dgm:pt modelId="{A9B502B9-F7FF-4D86-8005-2A768882E2BA}" type="parTrans" cxnId="{B4FFEE95-89D6-464E-8F96-10372DE7A53F}">
      <dgm:prSet/>
      <dgm:spPr/>
      <dgm:t>
        <a:bodyPr/>
        <a:lstStyle/>
        <a:p>
          <a:endParaRPr lang="uk-UA"/>
        </a:p>
      </dgm:t>
    </dgm:pt>
    <dgm:pt modelId="{664DB798-CF3E-4D6F-987B-0A3F395F5AB6}" type="sibTrans" cxnId="{B4FFEE95-89D6-464E-8F96-10372DE7A53F}">
      <dgm:prSet/>
      <dgm:spPr/>
      <dgm:t>
        <a:bodyPr/>
        <a:lstStyle/>
        <a:p>
          <a:endParaRPr lang="uk-UA"/>
        </a:p>
      </dgm:t>
    </dgm:pt>
    <dgm:pt modelId="{32B52572-AD32-467C-B86A-FF705F7F6E25}">
      <dgm:prSet/>
      <dgm:spPr/>
      <dgm:t>
        <a:bodyPr/>
        <a:lstStyle/>
        <a:p>
          <a:r>
            <a:rPr lang="ru-RU"/>
            <a:t>Люблінської</a:t>
          </a:r>
          <a:endParaRPr lang="uk-UA"/>
        </a:p>
      </dgm:t>
    </dgm:pt>
    <dgm:pt modelId="{A8509F68-C4CA-4F28-9BEF-A3F12706E9E1}" type="parTrans" cxnId="{FA400358-1383-4184-BA39-E6A9548F6654}">
      <dgm:prSet/>
      <dgm:spPr/>
      <dgm:t>
        <a:bodyPr/>
        <a:lstStyle/>
        <a:p>
          <a:endParaRPr lang="uk-UA"/>
        </a:p>
      </dgm:t>
    </dgm:pt>
    <dgm:pt modelId="{1F1AD625-F32E-45E0-BD3B-F0E1E0696D25}" type="sibTrans" cxnId="{FA400358-1383-4184-BA39-E6A9548F6654}">
      <dgm:prSet/>
      <dgm:spPr/>
      <dgm:t>
        <a:bodyPr/>
        <a:lstStyle/>
        <a:p>
          <a:endParaRPr lang="uk-UA"/>
        </a:p>
      </dgm:t>
    </dgm:pt>
    <dgm:pt modelId="{E06663C4-C644-4498-AF0F-0B257C7C9B6F}">
      <dgm:prSet/>
      <dgm:spPr/>
      <dgm:t>
        <a:bodyPr/>
        <a:lstStyle/>
        <a:p>
          <a:r>
            <a:rPr lang="ru-RU"/>
            <a:t>Берестейської</a:t>
          </a:r>
          <a:endParaRPr lang="uk-UA"/>
        </a:p>
      </dgm:t>
    </dgm:pt>
    <dgm:pt modelId="{ABEA9D40-75BA-4E1D-9E15-CE6AB2A84736}" type="parTrans" cxnId="{CF9180C2-E904-436B-BF87-05C4F40A2BF0}">
      <dgm:prSet/>
      <dgm:spPr/>
      <dgm:t>
        <a:bodyPr/>
        <a:lstStyle/>
        <a:p>
          <a:endParaRPr lang="uk-UA"/>
        </a:p>
      </dgm:t>
    </dgm:pt>
    <dgm:pt modelId="{4AAC21EA-D560-4631-A63B-E601E5C51F3B}" type="sibTrans" cxnId="{CF9180C2-E904-436B-BF87-05C4F40A2BF0}">
      <dgm:prSet/>
      <dgm:spPr/>
      <dgm:t>
        <a:bodyPr/>
        <a:lstStyle/>
        <a:p>
          <a:endParaRPr lang="uk-UA"/>
        </a:p>
      </dgm:t>
    </dgm:pt>
    <dgm:pt modelId="{939591A5-D1DA-4630-9F7F-437CA0BCC6F6}" type="pres">
      <dgm:prSet presAssocID="{BB5DC3CE-4299-4210-8543-7403A2BB79C3}" presName="Name0" presStyleCnt="0">
        <dgm:presLayoutVars>
          <dgm:chMax val="7"/>
          <dgm:chPref val="7"/>
          <dgm:dir/>
        </dgm:presLayoutVars>
      </dgm:prSet>
      <dgm:spPr/>
    </dgm:pt>
    <dgm:pt modelId="{226ED62D-D572-4215-B455-D632078DEF76}" type="pres">
      <dgm:prSet presAssocID="{BB5DC3CE-4299-4210-8543-7403A2BB79C3}" presName="Name1" presStyleCnt="0"/>
      <dgm:spPr/>
    </dgm:pt>
    <dgm:pt modelId="{C85B3665-C277-4FC6-8167-E1AF17046867}" type="pres">
      <dgm:prSet presAssocID="{BB5DC3CE-4299-4210-8543-7403A2BB79C3}" presName="cycle" presStyleCnt="0"/>
      <dgm:spPr/>
    </dgm:pt>
    <dgm:pt modelId="{E43CBECF-8C3C-4478-AF0B-CEB70F448FEC}" type="pres">
      <dgm:prSet presAssocID="{BB5DC3CE-4299-4210-8543-7403A2BB79C3}" presName="srcNode" presStyleLbl="node1" presStyleIdx="0" presStyleCnt="4"/>
      <dgm:spPr/>
    </dgm:pt>
    <dgm:pt modelId="{646700F1-F4FE-4581-8019-1D785E97C8DC}" type="pres">
      <dgm:prSet presAssocID="{BB5DC3CE-4299-4210-8543-7403A2BB79C3}" presName="conn" presStyleLbl="parChTrans1D2" presStyleIdx="0" presStyleCnt="1"/>
      <dgm:spPr/>
    </dgm:pt>
    <dgm:pt modelId="{9F21188B-420C-4278-AF63-6777AF3BEB29}" type="pres">
      <dgm:prSet presAssocID="{BB5DC3CE-4299-4210-8543-7403A2BB79C3}" presName="extraNode" presStyleLbl="node1" presStyleIdx="0" presStyleCnt="4"/>
      <dgm:spPr/>
    </dgm:pt>
    <dgm:pt modelId="{C232FEC5-F109-4CA4-B8CB-147B4A80FBB0}" type="pres">
      <dgm:prSet presAssocID="{BB5DC3CE-4299-4210-8543-7403A2BB79C3}" presName="dstNode" presStyleLbl="node1" presStyleIdx="0" presStyleCnt="4"/>
      <dgm:spPr/>
    </dgm:pt>
    <dgm:pt modelId="{101CE026-C18D-4568-AC1A-79247274EFEC}" type="pres">
      <dgm:prSet presAssocID="{3E10EAF9-730C-431C-BAB7-5FF6A999B724}" presName="text_1" presStyleLbl="node1" presStyleIdx="0" presStyleCnt="4">
        <dgm:presLayoutVars>
          <dgm:bulletEnabled val="1"/>
        </dgm:presLayoutVars>
      </dgm:prSet>
      <dgm:spPr/>
    </dgm:pt>
    <dgm:pt modelId="{F66320B7-F8F8-4D56-947A-F172D325FEC7}" type="pres">
      <dgm:prSet presAssocID="{3E10EAF9-730C-431C-BAB7-5FF6A999B724}" presName="accent_1" presStyleCnt="0"/>
      <dgm:spPr/>
    </dgm:pt>
    <dgm:pt modelId="{D12EBB96-7DCF-4215-A232-60475529830B}" type="pres">
      <dgm:prSet presAssocID="{3E10EAF9-730C-431C-BAB7-5FF6A999B724}" presName="accentRepeatNode" presStyleLbl="solidFgAcc1" presStyleIdx="0" presStyleCnt="4"/>
      <dgm:spPr/>
    </dgm:pt>
    <dgm:pt modelId="{8C0AF566-0107-490C-ABEB-2F5DE13160E6}" type="pres">
      <dgm:prSet presAssocID="{5046FA09-DBDF-4E4D-AC8B-28E83B5F80A8}" presName="text_2" presStyleLbl="node1" presStyleIdx="1" presStyleCnt="4">
        <dgm:presLayoutVars>
          <dgm:bulletEnabled val="1"/>
        </dgm:presLayoutVars>
      </dgm:prSet>
      <dgm:spPr/>
    </dgm:pt>
    <dgm:pt modelId="{DFD829FB-FD82-421D-BE41-E351E7544C06}" type="pres">
      <dgm:prSet presAssocID="{5046FA09-DBDF-4E4D-AC8B-28E83B5F80A8}" presName="accent_2" presStyleCnt="0"/>
      <dgm:spPr/>
    </dgm:pt>
    <dgm:pt modelId="{98D4E227-7054-43B2-8008-29823B418B94}" type="pres">
      <dgm:prSet presAssocID="{5046FA09-DBDF-4E4D-AC8B-28E83B5F80A8}" presName="accentRepeatNode" presStyleLbl="solidFgAcc1" presStyleIdx="1" presStyleCnt="4"/>
      <dgm:spPr/>
    </dgm:pt>
    <dgm:pt modelId="{8953BC4B-E5C1-4915-BDA6-FB58AAB3B7E2}" type="pres">
      <dgm:prSet presAssocID="{32B52572-AD32-467C-B86A-FF705F7F6E25}" presName="text_3" presStyleLbl="node1" presStyleIdx="2" presStyleCnt="4">
        <dgm:presLayoutVars>
          <dgm:bulletEnabled val="1"/>
        </dgm:presLayoutVars>
      </dgm:prSet>
      <dgm:spPr/>
    </dgm:pt>
    <dgm:pt modelId="{6C18CC90-A84F-497C-B4AE-018CD766DCA9}" type="pres">
      <dgm:prSet presAssocID="{32B52572-AD32-467C-B86A-FF705F7F6E25}" presName="accent_3" presStyleCnt="0"/>
      <dgm:spPr/>
    </dgm:pt>
    <dgm:pt modelId="{7AC8B867-AB1A-4FEC-A605-542E9F59F7B4}" type="pres">
      <dgm:prSet presAssocID="{32B52572-AD32-467C-B86A-FF705F7F6E25}" presName="accentRepeatNode" presStyleLbl="solidFgAcc1" presStyleIdx="2" presStyleCnt="4"/>
      <dgm:spPr/>
    </dgm:pt>
    <dgm:pt modelId="{EA95F952-AE2B-4D2B-BDE8-74E3414178D2}" type="pres">
      <dgm:prSet presAssocID="{E06663C4-C644-4498-AF0F-0B257C7C9B6F}" presName="text_4" presStyleLbl="node1" presStyleIdx="3" presStyleCnt="4">
        <dgm:presLayoutVars>
          <dgm:bulletEnabled val="1"/>
        </dgm:presLayoutVars>
      </dgm:prSet>
      <dgm:spPr/>
    </dgm:pt>
    <dgm:pt modelId="{61F6B941-D13E-4AE7-B142-325A16DCA696}" type="pres">
      <dgm:prSet presAssocID="{E06663C4-C644-4498-AF0F-0B257C7C9B6F}" presName="accent_4" presStyleCnt="0"/>
      <dgm:spPr/>
    </dgm:pt>
    <dgm:pt modelId="{8110E05C-9A70-49B8-A8E7-D395D61A305A}" type="pres">
      <dgm:prSet presAssocID="{E06663C4-C644-4498-AF0F-0B257C7C9B6F}" presName="accentRepeatNode" presStyleLbl="solidFgAcc1" presStyleIdx="3" presStyleCnt="4"/>
      <dgm:spPr/>
    </dgm:pt>
  </dgm:ptLst>
  <dgm:cxnLst>
    <dgm:cxn modelId="{A432D106-528C-4049-9490-F5B6B3A16126}" type="presOf" srcId="{E06663C4-C644-4498-AF0F-0B257C7C9B6F}" destId="{EA95F952-AE2B-4D2B-BDE8-74E3414178D2}" srcOrd="0" destOrd="0" presId="urn:microsoft.com/office/officeart/2008/layout/VerticalCurvedList"/>
    <dgm:cxn modelId="{C87ACA24-7738-4BE4-9569-05063256DC17}" type="presOf" srcId="{32B52572-AD32-467C-B86A-FF705F7F6E25}" destId="{8953BC4B-E5C1-4915-BDA6-FB58AAB3B7E2}" srcOrd="0" destOrd="0" presId="urn:microsoft.com/office/officeart/2008/layout/VerticalCurvedList"/>
    <dgm:cxn modelId="{04B0F54B-13B3-4973-B1F0-9C99006B0056}" type="presOf" srcId="{3E10EAF9-730C-431C-BAB7-5FF6A999B724}" destId="{101CE026-C18D-4568-AC1A-79247274EFEC}" srcOrd="0" destOrd="0" presId="urn:microsoft.com/office/officeart/2008/layout/VerticalCurvedList"/>
    <dgm:cxn modelId="{FA400358-1383-4184-BA39-E6A9548F6654}" srcId="{BB5DC3CE-4299-4210-8543-7403A2BB79C3}" destId="{32B52572-AD32-467C-B86A-FF705F7F6E25}" srcOrd="2" destOrd="0" parTransId="{A8509F68-C4CA-4F28-9BEF-A3F12706E9E1}" sibTransId="{1F1AD625-F32E-45E0-BD3B-F0E1E0696D25}"/>
    <dgm:cxn modelId="{B4FFEE95-89D6-464E-8F96-10372DE7A53F}" srcId="{BB5DC3CE-4299-4210-8543-7403A2BB79C3}" destId="{5046FA09-DBDF-4E4D-AC8B-28E83B5F80A8}" srcOrd="1" destOrd="0" parTransId="{A9B502B9-F7FF-4D86-8005-2A768882E2BA}" sibTransId="{664DB798-CF3E-4D6F-987B-0A3F395F5AB6}"/>
    <dgm:cxn modelId="{1C3C6096-B60F-4E8C-95E4-7FFC0B436C21}" type="presOf" srcId="{172C7C97-FA63-4078-A6EA-D9ADD5E2BB49}" destId="{646700F1-F4FE-4581-8019-1D785E97C8DC}" srcOrd="0" destOrd="0" presId="urn:microsoft.com/office/officeart/2008/layout/VerticalCurvedList"/>
    <dgm:cxn modelId="{04B04EA9-E568-4A2E-B3CD-CD70E060D584}" type="presOf" srcId="{BB5DC3CE-4299-4210-8543-7403A2BB79C3}" destId="{939591A5-D1DA-4630-9F7F-437CA0BCC6F6}" srcOrd="0" destOrd="0" presId="urn:microsoft.com/office/officeart/2008/layout/VerticalCurvedList"/>
    <dgm:cxn modelId="{CF9180C2-E904-436B-BF87-05C4F40A2BF0}" srcId="{BB5DC3CE-4299-4210-8543-7403A2BB79C3}" destId="{E06663C4-C644-4498-AF0F-0B257C7C9B6F}" srcOrd="3" destOrd="0" parTransId="{ABEA9D40-75BA-4E1D-9E15-CE6AB2A84736}" sibTransId="{4AAC21EA-D560-4631-A63B-E601E5C51F3B}"/>
    <dgm:cxn modelId="{A82837F6-1DD8-412D-9B06-83D2087F4FCE}" type="presOf" srcId="{5046FA09-DBDF-4E4D-AC8B-28E83B5F80A8}" destId="{8C0AF566-0107-490C-ABEB-2F5DE13160E6}" srcOrd="0" destOrd="0" presId="urn:microsoft.com/office/officeart/2008/layout/VerticalCurvedList"/>
    <dgm:cxn modelId="{B062D5FD-501B-461D-84A4-071493F9227B}" srcId="{BB5DC3CE-4299-4210-8543-7403A2BB79C3}" destId="{3E10EAF9-730C-431C-BAB7-5FF6A999B724}" srcOrd="0" destOrd="0" parTransId="{59F0F106-B6F4-4AED-BEFB-9B547458C7DA}" sibTransId="{172C7C97-FA63-4078-A6EA-D9ADD5E2BB49}"/>
    <dgm:cxn modelId="{B9EA86A8-42FA-436E-BECE-DC4CFF6F3ABD}" type="presParOf" srcId="{939591A5-D1DA-4630-9F7F-437CA0BCC6F6}" destId="{226ED62D-D572-4215-B455-D632078DEF76}" srcOrd="0" destOrd="0" presId="urn:microsoft.com/office/officeart/2008/layout/VerticalCurvedList"/>
    <dgm:cxn modelId="{3F3777B3-CC00-4FDB-9137-664C5AAC8F9D}" type="presParOf" srcId="{226ED62D-D572-4215-B455-D632078DEF76}" destId="{C85B3665-C277-4FC6-8167-E1AF17046867}" srcOrd="0" destOrd="0" presId="urn:microsoft.com/office/officeart/2008/layout/VerticalCurvedList"/>
    <dgm:cxn modelId="{691FEFBB-5289-41F0-8E03-E4C793D4DF83}" type="presParOf" srcId="{C85B3665-C277-4FC6-8167-E1AF17046867}" destId="{E43CBECF-8C3C-4478-AF0B-CEB70F448FEC}" srcOrd="0" destOrd="0" presId="urn:microsoft.com/office/officeart/2008/layout/VerticalCurvedList"/>
    <dgm:cxn modelId="{AD24B823-EC54-4F86-9A99-F16D04DD2372}" type="presParOf" srcId="{C85B3665-C277-4FC6-8167-E1AF17046867}" destId="{646700F1-F4FE-4581-8019-1D785E97C8DC}" srcOrd="1" destOrd="0" presId="urn:microsoft.com/office/officeart/2008/layout/VerticalCurvedList"/>
    <dgm:cxn modelId="{AA12ED63-F519-4751-A5C1-E72E62F5BAD4}" type="presParOf" srcId="{C85B3665-C277-4FC6-8167-E1AF17046867}" destId="{9F21188B-420C-4278-AF63-6777AF3BEB29}" srcOrd="2" destOrd="0" presId="urn:microsoft.com/office/officeart/2008/layout/VerticalCurvedList"/>
    <dgm:cxn modelId="{C1E0BDA1-1548-46F3-9E7D-240EDA693B7F}" type="presParOf" srcId="{C85B3665-C277-4FC6-8167-E1AF17046867}" destId="{C232FEC5-F109-4CA4-B8CB-147B4A80FBB0}" srcOrd="3" destOrd="0" presId="urn:microsoft.com/office/officeart/2008/layout/VerticalCurvedList"/>
    <dgm:cxn modelId="{E7CC92A3-028F-46DD-A6CC-E4D7B1D197BE}" type="presParOf" srcId="{226ED62D-D572-4215-B455-D632078DEF76}" destId="{101CE026-C18D-4568-AC1A-79247274EFEC}" srcOrd="1" destOrd="0" presId="urn:microsoft.com/office/officeart/2008/layout/VerticalCurvedList"/>
    <dgm:cxn modelId="{8CFD7CC9-FC4F-4D3C-8F92-FD9FC02EFE73}" type="presParOf" srcId="{226ED62D-D572-4215-B455-D632078DEF76}" destId="{F66320B7-F8F8-4D56-947A-F172D325FEC7}" srcOrd="2" destOrd="0" presId="urn:microsoft.com/office/officeart/2008/layout/VerticalCurvedList"/>
    <dgm:cxn modelId="{78919B13-B03A-4D7A-A312-92EC4C543EAE}" type="presParOf" srcId="{F66320B7-F8F8-4D56-947A-F172D325FEC7}" destId="{D12EBB96-7DCF-4215-A232-60475529830B}" srcOrd="0" destOrd="0" presId="urn:microsoft.com/office/officeart/2008/layout/VerticalCurvedList"/>
    <dgm:cxn modelId="{C968177E-8FE6-4A87-9D8D-9E876E127CCB}" type="presParOf" srcId="{226ED62D-D572-4215-B455-D632078DEF76}" destId="{8C0AF566-0107-490C-ABEB-2F5DE13160E6}" srcOrd="3" destOrd="0" presId="urn:microsoft.com/office/officeart/2008/layout/VerticalCurvedList"/>
    <dgm:cxn modelId="{C357DC2C-680D-4B97-B11B-BCA112D33E5D}" type="presParOf" srcId="{226ED62D-D572-4215-B455-D632078DEF76}" destId="{DFD829FB-FD82-421D-BE41-E351E7544C06}" srcOrd="4" destOrd="0" presId="urn:microsoft.com/office/officeart/2008/layout/VerticalCurvedList"/>
    <dgm:cxn modelId="{E374F361-FE0C-49DF-B82E-08330CDF4CF7}" type="presParOf" srcId="{DFD829FB-FD82-421D-BE41-E351E7544C06}" destId="{98D4E227-7054-43B2-8008-29823B418B94}" srcOrd="0" destOrd="0" presId="urn:microsoft.com/office/officeart/2008/layout/VerticalCurvedList"/>
    <dgm:cxn modelId="{FB9C0087-19DD-4D78-88E4-BB2587C4BC7D}" type="presParOf" srcId="{226ED62D-D572-4215-B455-D632078DEF76}" destId="{8953BC4B-E5C1-4915-BDA6-FB58AAB3B7E2}" srcOrd="5" destOrd="0" presId="urn:microsoft.com/office/officeart/2008/layout/VerticalCurvedList"/>
    <dgm:cxn modelId="{7577EF19-4F5C-4D5B-91E7-7B83DE65BDC0}" type="presParOf" srcId="{226ED62D-D572-4215-B455-D632078DEF76}" destId="{6C18CC90-A84F-497C-B4AE-018CD766DCA9}" srcOrd="6" destOrd="0" presId="urn:microsoft.com/office/officeart/2008/layout/VerticalCurvedList"/>
    <dgm:cxn modelId="{1812B105-6100-4FF4-9309-ED9C39D2F745}" type="presParOf" srcId="{6C18CC90-A84F-497C-B4AE-018CD766DCA9}" destId="{7AC8B867-AB1A-4FEC-A605-542E9F59F7B4}" srcOrd="0" destOrd="0" presId="urn:microsoft.com/office/officeart/2008/layout/VerticalCurvedList"/>
    <dgm:cxn modelId="{EC08504D-456A-4F9D-9871-AA826B91191C}" type="presParOf" srcId="{226ED62D-D572-4215-B455-D632078DEF76}" destId="{EA95F952-AE2B-4D2B-BDE8-74E3414178D2}" srcOrd="7" destOrd="0" presId="urn:microsoft.com/office/officeart/2008/layout/VerticalCurvedList"/>
    <dgm:cxn modelId="{FBF000D2-5635-458E-B981-D7E319C233C0}" type="presParOf" srcId="{226ED62D-D572-4215-B455-D632078DEF76}" destId="{61F6B941-D13E-4AE7-B142-325A16DCA696}" srcOrd="8" destOrd="0" presId="urn:microsoft.com/office/officeart/2008/layout/VerticalCurvedList"/>
    <dgm:cxn modelId="{E7AE8EAF-A093-4FFE-88C9-B91C9A5A3E27}" type="presParOf" srcId="{61F6B941-D13E-4AE7-B142-325A16DCA696}" destId="{8110E05C-9A70-49B8-A8E7-D395D61A305A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BB09DDC-AC30-4132-A0A7-B897E0FC52E8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3601909-55D5-4099-AF7A-28206358403C}">
      <dgm:prSet/>
      <dgm:spPr/>
      <dgm:t>
        <a:bodyPr/>
        <a:lstStyle/>
        <a:p>
          <a:r>
            <a:rPr lang="uk-UA" b="0" i="0"/>
            <a:t>запровадження єдиного сейму та єдиної грошової одиниці в межах нової держави — Речі Посполитої.</a:t>
          </a:r>
          <a:endParaRPr lang="uk-UA"/>
        </a:p>
      </dgm:t>
    </dgm:pt>
    <dgm:pt modelId="{9E69AB39-EE15-49AB-B910-DC114CC4D7E9}" type="parTrans" cxnId="{7E1B89F5-7DC8-4C55-A635-9D97BD5AEC8C}">
      <dgm:prSet/>
      <dgm:spPr/>
      <dgm:t>
        <a:bodyPr/>
        <a:lstStyle/>
        <a:p>
          <a:endParaRPr lang="uk-UA"/>
        </a:p>
      </dgm:t>
    </dgm:pt>
    <dgm:pt modelId="{2AB9FE2D-EA35-4874-849D-094617B996F5}" type="sibTrans" cxnId="{7E1B89F5-7DC8-4C55-A635-9D97BD5AEC8C}">
      <dgm:prSet/>
      <dgm:spPr/>
      <dgm:t>
        <a:bodyPr/>
        <a:lstStyle/>
        <a:p>
          <a:endParaRPr lang="uk-UA"/>
        </a:p>
      </dgm:t>
    </dgm:pt>
    <dgm:pt modelId="{137B1896-70BE-48CF-A267-8E68962B11B0}">
      <dgm:prSet/>
      <dgm:spPr/>
      <dgm:t>
        <a:bodyPr/>
        <a:lstStyle/>
        <a:p>
          <a:r>
            <a:rPr lang="uk-UA" b="0" i="0"/>
            <a:t>збереження у новоутвореній Речі Посполитій Київського та Волинського удільних князівств.</a:t>
          </a:r>
          <a:endParaRPr lang="uk-UA"/>
        </a:p>
      </dgm:t>
    </dgm:pt>
    <dgm:pt modelId="{A0FCF68A-66F6-43EE-8C8F-B2EFDE932DBA}" type="parTrans" cxnId="{82D1CCCA-B53E-4BA8-8D3F-47D709676EA0}">
      <dgm:prSet/>
      <dgm:spPr/>
      <dgm:t>
        <a:bodyPr/>
        <a:lstStyle/>
        <a:p>
          <a:endParaRPr lang="uk-UA"/>
        </a:p>
      </dgm:t>
    </dgm:pt>
    <dgm:pt modelId="{541457E5-065E-4605-9900-BB98B041BE80}" type="sibTrans" cxnId="{82D1CCCA-B53E-4BA8-8D3F-47D709676EA0}">
      <dgm:prSet/>
      <dgm:spPr/>
      <dgm:t>
        <a:bodyPr/>
        <a:lstStyle/>
        <a:p>
          <a:endParaRPr lang="uk-UA"/>
        </a:p>
      </dgm:t>
    </dgm:pt>
    <dgm:pt modelId="{C4625B7F-D5DA-4A0B-9AC3-5D2D6C4DE5E8}">
      <dgm:prSet/>
      <dgm:spPr/>
      <dgm:t>
        <a:bodyPr/>
        <a:lstStyle/>
        <a:p>
          <a:r>
            <a:rPr lang="uk-UA" b="0" i="0"/>
            <a:t>ліквідація Великого князівства Литовського шляхом його включення до складу Польського королівства.</a:t>
          </a:r>
          <a:endParaRPr lang="uk-UA"/>
        </a:p>
      </dgm:t>
    </dgm:pt>
    <dgm:pt modelId="{0DF8037D-E6F2-4FB2-906E-96F3A52E3668}" type="parTrans" cxnId="{EEB1530E-F997-40D4-86A2-557A46CFCDF6}">
      <dgm:prSet/>
      <dgm:spPr/>
      <dgm:t>
        <a:bodyPr/>
        <a:lstStyle/>
        <a:p>
          <a:endParaRPr lang="uk-UA"/>
        </a:p>
      </dgm:t>
    </dgm:pt>
    <dgm:pt modelId="{6AA21DB3-B2B6-4BE7-811D-A9D86AD8C221}" type="sibTrans" cxnId="{EEB1530E-F997-40D4-86A2-557A46CFCDF6}">
      <dgm:prSet/>
      <dgm:spPr/>
      <dgm:t>
        <a:bodyPr/>
        <a:lstStyle/>
        <a:p>
          <a:endParaRPr lang="uk-UA"/>
        </a:p>
      </dgm:t>
    </dgm:pt>
    <dgm:pt modelId="{FF6399AE-0145-4A0A-9576-04CDDE568FFD}">
      <dgm:prSet/>
      <dgm:spPr/>
      <dgm:t>
        <a:bodyPr/>
        <a:lstStyle/>
        <a:p>
          <a:r>
            <a:rPr lang="uk-UA" b="0" i="0"/>
            <a:t>визнання владою Речі Посполитої догмату про сходження Духа Святого не тільки від Бога-Отця, а й від Бога-Сина.</a:t>
          </a:r>
          <a:endParaRPr lang="uk-UA"/>
        </a:p>
      </dgm:t>
    </dgm:pt>
    <dgm:pt modelId="{A5B76250-5FC5-41FA-A68A-52DA6A5BCA9B}" type="parTrans" cxnId="{F0866C5A-19EC-437D-A99D-EB11C183328A}">
      <dgm:prSet/>
      <dgm:spPr/>
      <dgm:t>
        <a:bodyPr/>
        <a:lstStyle/>
        <a:p>
          <a:endParaRPr lang="uk-UA"/>
        </a:p>
      </dgm:t>
    </dgm:pt>
    <dgm:pt modelId="{0E73ACC2-A261-4D2A-B139-EABDBAA109E4}" type="sibTrans" cxnId="{F0866C5A-19EC-437D-A99D-EB11C183328A}">
      <dgm:prSet/>
      <dgm:spPr/>
      <dgm:t>
        <a:bodyPr/>
        <a:lstStyle/>
        <a:p>
          <a:endParaRPr lang="uk-UA"/>
        </a:p>
      </dgm:t>
    </dgm:pt>
    <dgm:pt modelId="{A5B0138B-F445-43B9-89D8-00757B83C82C}" type="pres">
      <dgm:prSet presAssocID="{DBB09DDC-AC30-4132-A0A7-B897E0FC52E8}" presName="Name0" presStyleCnt="0">
        <dgm:presLayoutVars>
          <dgm:chMax val="7"/>
          <dgm:chPref val="7"/>
          <dgm:dir/>
        </dgm:presLayoutVars>
      </dgm:prSet>
      <dgm:spPr/>
    </dgm:pt>
    <dgm:pt modelId="{6C89F337-8F41-41BE-A93F-7217AA297235}" type="pres">
      <dgm:prSet presAssocID="{DBB09DDC-AC30-4132-A0A7-B897E0FC52E8}" presName="Name1" presStyleCnt="0"/>
      <dgm:spPr/>
    </dgm:pt>
    <dgm:pt modelId="{7A95F6B4-7261-4AE1-99A9-77FF861E9550}" type="pres">
      <dgm:prSet presAssocID="{DBB09DDC-AC30-4132-A0A7-B897E0FC52E8}" presName="cycle" presStyleCnt="0"/>
      <dgm:spPr/>
    </dgm:pt>
    <dgm:pt modelId="{D316B214-FF8B-491C-BC85-E896FFC124DE}" type="pres">
      <dgm:prSet presAssocID="{DBB09DDC-AC30-4132-A0A7-B897E0FC52E8}" presName="srcNode" presStyleLbl="node1" presStyleIdx="0" presStyleCnt="4"/>
      <dgm:spPr/>
    </dgm:pt>
    <dgm:pt modelId="{9E0928F0-B834-4F84-A857-2A03DDA3B856}" type="pres">
      <dgm:prSet presAssocID="{DBB09DDC-AC30-4132-A0A7-B897E0FC52E8}" presName="conn" presStyleLbl="parChTrans1D2" presStyleIdx="0" presStyleCnt="1"/>
      <dgm:spPr/>
    </dgm:pt>
    <dgm:pt modelId="{0114CD41-B798-4E55-9170-4280BB316362}" type="pres">
      <dgm:prSet presAssocID="{DBB09DDC-AC30-4132-A0A7-B897E0FC52E8}" presName="extraNode" presStyleLbl="node1" presStyleIdx="0" presStyleCnt="4"/>
      <dgm:spPr/>
    </dgm:pt>
    <dgm:pt modelId="{2839D93A-CF97-43A3-BC56-6CF3B01555F1}" type="pres">
      <dgm:prSet presAssocID="{DBB09DDC-AC30-4132-A0A7-B897E0FC52E8}" presName="dstNode" presStyleLbl="node1" presStyleIdx="0" presStyleCnt="4"/>
      <dgm:spPr/>
    </dgm:pt>
    <dgm:pt modelId="{A3DD2B96-EC99-4479-9B24-75C499A78521}" type="pres">
      <dgm:prSet presAssocID="{63601909-55D5-4099-AF7A-28206358403C}" presName="text_1" presStyleLbl="node1" presStyleIdx="0" presStyleCnt="4">
        <dgm:presLayoutVars>
          <dgm:bulletEnabled val="1"/>
        </dgm:presLayoutVars>
      </dgm:prSet>
      <dgm:spPr/>
    </dgm:pt>
    <dgm:pt modelId="{08998234-CAFB-41E6-9E77-0C7887EEA1CE}" type="pres">
      <dgm:prSet presAssocID="{63601909-55D5-4099-AF7A-28206358403C}" presName="accent_1" presStyleCnt="0"/>
      <dgm:spPr/>
    </dgm:pt>
    <dgm:pt modelId="{A79B2216-DEC7-4DC7-9D9C-AEBC18AA8394}" type="pres">
      <dgm:prSet presAssocID="{63601909-55D5-4099-AF7A-28206358403C}" presName="accentRepeatNode" presStyleLbl="solidFgAcc1" presStyleIdx="0" presStyleCnt="4"/>
      <dgm:spPr/>
    </dgm:pt>
    <dgm:pt modelId="{1CFC76BD-6B49-46AD-BDD9-E39CC3CDA664}" type="pres">
      <dgm:prSet presAssocID="{137B1896-70BE-48CF-A267-8E68962B11B0}" presName="text_2" presStyleLbl="node1" presStyleIdx="1" presStyleCnt="4">
        <dgm:presLayoutVars>
          <dgm:bulletEnabled val="1"/>
        </dgm:presLayoutVars>
      </dgm:prSet>
      <dgm:spPr/>
    </dgm:pt>
    <dgm:pt modelId="{09A666D6-438E-492F-A038-C2BBB7807B8C}" type="pres">
      <dgm:prSet presAssocID="{137B1896-70BE-48CF-A267-8E68962B11B0}" presName="accent_2" presStyleCnt="0"/>
      <dgm:spPr/>
    </dgm:pt>
    <dgm:pt modelId="{61CB0720-1FD1-4B1F-8DF4-AD4309F1E37E}" type="pres">
      <dgm:prSet presAssocID="{137B1896-70BE-48CF-A267-8E68962B11B0}" presName="accentRepeatNode" presStyleLbl="solidFgAcc1" presStyleIdx="1" presStyleCnt="4"/>
      <dgm:spPr/>
    </dgm:pt>
    <dgm:pt modelId="{7B933798-3784-4B4C-91CF-D4B066542E57}" type="pres">
      <dgm:prSet presAssocID="{C4625B7F-D5DA-4A0B-9AC3-5D2D6C4DE5E8}" presName="text_3" presStyleLbl="node1" presStyleIdx="2" presStyleCnt="4">
        <dgm:presLayoutVars>
          <dgm:bulletEnabled val="1"/>
        </dgm:presLayoutVars>
      </dgm:prSet>
      <dgm:spPr/>
    </dgm:pt>
    <dgm:pt modelId="{7749586E-8A8A-42F7-92A6-A2FD45AB35F1}" type="pres">
      <dgm:prSet presAssocID="{C4625B7F-D5DA-4A0B-9AC3-5D2D6C4DE5E8}" presName="accent_3" presStyleCnt="0"/>
      <dgm:spPr/>
    </dgm:pt>
    <dgm:pt modelId="{23F6775E-8E8A-48DB-83B8-850CFE5C115D}" type="pres">
      <dgm:prSet presAssocID="{C4625B7F-D5DA-4A0B-9AC3-5D2D6C4DE5E8}" presName="accentRepeatNode" presStyleLbl="solidFgAcc1" presStyleIdx="2" presStyleCnt="4"/>
      <dgm:spPr/>
    </dgm:pt>
    <dgm:pt modelId="{B07A56DB-D284-4D07-B6A2-E8C74BC4E61C}" type="pres">
      <dgm:prSet presAssocID="{FF6399AE-0145-4A0A-9576-04CDDE568FFD}" presName="text_4" presStyleLbl="node1" presStyleIdx="3" presStyleCnt="4">
        <dgm:presLayoutVars>
          <dgm:bulletEnabled val="1"/>
        </dgm:presLayoutVars>
      </dgm:prSet>
      <dgm:spPr/>
    </dgm:pt>
    <dgm:pt modelId="{2B9F9CE6-E962-426D-B1C3-B0555C789F4E}" type="pres">
      <dgm:prSet presAssocID="{FF6399AE-0145-4A0A-9576-04CDDE568FFD}" presName="accent_4" presStyleCnt="0"/>
      <dgm:spPr/>
    </dgm:pt>
    <dgm:pt modelId="{EF6A5B50-B6DE-4617-8D49-F5E1811C6E34}" type="pres">
      <dgm:prSet presAssocID="{FF6399AE-0145-4A0A-9576-04CDDE568FFD}" presName="accentRepeatNode" presStyleLbl="solidFgAcc1" presStyleIdx="3" presStyleCnt="4"/>
      <dgm:spPr/>
    </dgm:pt>
  </dgm:ptLst>
  <dgm:cxnLst>
    <dgm:cxn modelId="{EEB1530E-F997-40D4-86A2-557A46CFCDF6}" srcId="{DBB09DDC-AC30-4132-A0A7-B897E0FC52E8}" destId="{C4625B7F-D5DA-4A0B-9AC3-5D2D6C4DE5E8}" srcOrd="2" destOrd="0" parTransId="{0DF8037D-E6F2-4FB2-906E-96F3A52E3668}" sibTransId="{6AA21DB3-B2B6-4BE7-811D-A9D86AD8C221}"/>
    <dgm:cxn modelId="{398F3623-781E-4E25-BA8B-0D23F9226E1F}" type="presOf" srcId="{FF6399AE-0145-4A0A-9576-04CDDE568FFD}" destId="{B07A56DB-D284-4D07-B6A2-E8C74BC4E61C}" srcOrd="0" destOrd="0" presId="urn:microsoft.com/office/officeart/2008/layout/VerticalCurvedList"/>
    <dgm:cxn modelId="{C0781772-A492-4AFF-AA93-F5E018957B2E}" type="presOf" srcId="{2AB9FE2D-EA35-4874-849D-094617B996F5}" destId="{9E0928F0-B834-4F84-A857-2A03DDA3B856}" srcOrd="0" destOrd="0" presId="urn:microsoft.com/office/officeart/2008/layout/VerticalCurvedList"/>
    <dgm:cxn modelId="{EF3F0F55-B29F-4826-818E-07FCD03237E6}" type="presOf" srcId="{63601909-55D5-4099-AF7A-28206358403C}" destId="{A3DD2B96-EC99-4479-9B24-75C499A78521}" srcOrd="0" destOrd="0" presId="urn:microsoft.com/office/officeart/2008/layout/VerticalCurvedList"/>
    <dgm:cxn modelId="{F0866C5A-19EC-437D-A99D-EB11C183328A}" srcId="{DBB09DDC-AC30-4132-A0A7-B897E0FC52E8}" destId="{FF6399AE-0145-4A0A-9576-04CDDE568FFD}" srcOrd="3" destOrd="0" parTransId="{A5B76250-5FC5-41FA-A68A-52DA6A5BCA9B}" sibTransId="{0E73ACC2-A261-4D2A-B139-EABDBAA109E4}"/>
    <dgm:cxn modelId="{82D1CCCA-B53E-4BA8-8D3F-47D709676EA0}" srcId="{DBB09DDC-AC30-4132-A0A7-B897E0FC52E8}" destId="{137B1896-70BE-48CF-A267-8E68962B11B0}" srcOrd="1" destOrd="0" parTransId="{A0FCF68A-66F6-43EE-8C8F-B2EFDE932DBA}" sibTransId="{541457E5-065E-4605-9900-BB98B041BE80}"/>
    <dgm:cxn modelId="{4C2052CE-CBA9-4AF5-8D0C-77BA0874015C}" type="presOf" srcId="{137B1896-70BE-48CF-A267-8E68962B11B0}" destId="{1CFC76BD-6B49-46AD-BDD9-E39CC3CDA664}" srcOrd="0" destOrd="0" presId="urn:microsoft.com/office/officeart/2008/layout/VerticalCurvedList"/>
    <dgm:cxn modelId="{8A288DEB-2D50-4968-9F84-146035DE3FED}" type="presOf" srcId="{DBB09DDC-AC30-4132-A0A7-B897E0FC52E8}" destId="{A5B0138B-F445-43B9-89D8-00757B83C82C}" srcOrd="0" destOrd="0" presId="urn:microsoft.com/office/officeart/2008/layout/VerticalCurvedList"/>
    <dgm:cxn modelId="{7E1B89F5-7DC8-4C55-A635-9D97BD5AEC8C}" srcId="{DBB09DDC-AC30-4132-A0A7-B897E0FC52E8}" destId="{63601909-55D5-4099-AF7A-28206358403C}" srcOrd="0" destOrd="0" parTransId="{9E69AB39-EE15-49AB-B910-DC114CC4D7E9}" sibTransId="{2AB9FE2D-EA35-4874-849D-094617B996F5}"/>
    <dgm:cxn modelId="{291B8AFA-F7B4-4BD3-8775-726C86DA1EDD}" type="presOf" srcId="{C4625B7F-D5DA-4A0B-9AC3-5D2D6C4DE5E8}" destId="{7B933798-3784-4B4C-91CF-D4B066542E57}" srcOrd="0" destOrd="0" presId="urn:microsoft.com/office/officeart/2008/layout/VerticalCurvedList"/>
    <dgm:cxn modelId="{953A307A-7FCC-4303-ABFD-F37428904175}" type="presParOf" srcId="{A5B0138B-F445-43B9-89D8-00757B83C82C}" destId="{6C89F337-8F41-41BE-A93F-7217AA297235}" srcOrd="0" destOrd="0" presId="urn:microsoft.com/office/officeart/2008/layout/VerticalCurvedList"/>
    <dgm:cxn modelId="{57473930-B47D-4022-8EBB-E4C0D7B3EC54}" type="presParOf" srcId="{6C89F337-8F41-41BE-A93F-7217AA297235}" destId="{7A95F6B4-7261-4AE1-99A9-77FF861E9550}" srcOrd="0" destOrd="0" presId="urn:microsoft.com/office/officeart/2008/layout/VerticalCurvedList"/>
    <dgm:cxn modelId="{97CCFC52-9128-4B65-B7D6-9A82F857F03F}" type="presParOf" srcId="{7A95F6B4-7261-4AE1-99A9-77FF861E9550}" destId="{D316B214-FF8B-491C-BC85-E896FFC124DE}" srcOrd="0" destOrd="0" presId="urn:microsoft.com/office/officeart/2008/layout/VerticalCurvedList"/>
    <dgm:cxn modelId="{C8DDA2E1-47FF-486C-BBFC-C9503083F60F}" type="presParOf" srcId="{7A95F6B4-7261-4AE1-99A9-77FF861E9550}" destId="{9E0928F0-B834-4F84-A857-2A03DDA3B856}" srcOrd="1" destOrd="0" presId="urn:microsoft.com/office/officeart/2008/layout/VerticalCurvedList"/>
    <dgm:cxn modelId="{958DB214-F5AF-4F17-9339-C016D8922B73}" type="presParOf" srcId="{7A95F6B4-7261-4AE1-99A9-77FF861E9550}" destId="{0114CD41-B798-4E55-9170-4280BB316362}" srcOrd="2" destOrd="0" presId="urn:microsoft.com/office/officeart/2008/layout/VerticalCurvedList"/>
    <dgm:cxn modelId="{B0A47898-BF03-4B9E-BF8F-743E95210240}" type="presParOf" srcId="{7A95F6B4-7261-4AE1-99A9-77FF861E9550}" destId="{2839D93A-CF97-43A3-BC56-6CF3B01555F1}" srcOrd="3" destOrd="0" presId="urn:microsoft.com/office/officeart/2008/layout/VerticalCurvedList"/>
    <dgm:cxn modelId="{6DD0CA4E-2423-4938-A69B-072E2A309C22}" type="presParOf" srcId="{6C89F337-8F41-41BE-A93F-7217AA297235}" destId="{A3DD2B96-EC99-4479-9B24-75C499A78521}" srcOrd="1" destOrd="0" presId="urn:microsoft.com/office/officeart/2008/layout/VerticalCurvedList"/>
    <dgm:cxn modelId="{A3B06107-E8C5-4288-80D5-25B09FB67893}" type="presParOf" srcId="{6C89F337-8F41-41BE-A93F-7217AA297235}" destId="{08998234-CAFB-41E6-9E77-0C7887EEA1CE}" srcOrd="2" destOrd="0" presId="urn:microsoft.com/office/officeart/2008/layout/VerticalCurvedList"/>
    <dgm:cxn modelId="{BE288840-0B22-4991-BE43-BBABC288D9A2}" type="presParOf" srcId="{08998234-CAFB-41E6-9E77-0C7887EEA1CE}" destId="{A79B2216-DEC7-4DC7-9D9C-AEBC18AA8394}" srcOrd="0" destOrd="0" presId="urn:microsoft.com/office/officeart/2008/layout/VerticalCurvedList"/>
    <dgm:cxn modelId="{651CFE44-D6BA-440A-A1ED-4305BDE919DD}" type="presParOf" srcId="{6C89F337-8F41-41BE-A93F-7217AA297235}" destId="{1CFC76BD-6B49-46AD-BDD9-E39CC3CDA664}" srcOrd="3" destOrd="0" presId="urn:microsoft.com/office/officeart/2008/layout/VerticalCurvedList"/>
    <dgm:cxn modelId="{6E0926E7-79A7-40CC-A367-E3B223BEE9B5}" type="presParOf" srcId="{6C89F337-8F41-41BE-A93F-7217AA297235}" destId="{09A666D6-438E-492F-A038-C2BBB7807B8C}" srcOrd="4" destOrd="0" presId="urn:microsoft.com/office/officeart/2008/layout/VerticalCurvedList"/>
    <dgm:cxn modelId="{F5FDD681-F43A-4DE1-B656-A6C8D16C3FEB}" type="presParOf" srcId="{09A666D6-438E-492F-A038-C2BBB7807B8C}" destId="{61CB0720-1FD1-4B1F-8DF4-AD4309F1E37E}" srcOrd="0" destOrd="0" presId="urn:microsoft.com/office/officeart/2008/layout/VerticalCurvedList"/>
    <dgm:cxn modelId="{567178FE-CC18-48E4-AB46-B3849565244C}" type="presParOf" srcId="{6C89F337-8F41-41BE-A93F-7217AA297235}" destId="{7B933798-3784-4B4C-91CF-D4B066542E57}" srcOrd="5" destOrd="0" presId="urn:microsoft.com/office/officeart/2008/layout/VerticalCurvedList"/>
    <dgm:cxn modelId="{1936EE00-AB02-48AD-B623-9C5F7CBCFD83}" type="presParOf" srcId="{6C89F337-8F41-41BE-A93F-7217AA297235}" destId="{7749586E-8A8A-42F7-92A6-A2FD45AB35F1}" srcOrd="6" destOrd="0" presId="urn:microsoft.com/office/officeart/2008/layout/VerticalCurvedList"/>
    <dgm:cxn modelId="{C744C589-1322-4362-B26C-CC137E43C6A3}" type="presParOf" srcId="{7749586E-8A8A-42F7-92A6-A2FD45AB35F1}" destId="{23F6775E-8E8A-48DB-83B8-850CFE5C115D}" srcOrd="0" destOrd="0" presId="urn:microsoft.com/office/officeart/2008/layout/VerticalCurvedList"/>
    <dgm:cxn modelId="{FBA26274-7F60-46B0-92AD-BC3622974E0C}" type="presParOf" srcId="{6C89F337-8F41-41BE-A93F-7217AA297235}" destId="{B07A56DB-D284-4D07-B6A2-E8C74BC4E61C}" srcOrd="7" destOrd="0" presId="urn:microsoft.com/office/officeart/2008/layout/VerticalCurvedList"/>
    <dgm:cxn modelId="{0EFC4EB7-817F-485D-B33C-F2F240BC166A}" type="presParOf" srcId="{6C89F337-8F41-41BE-A93F-7217AA297235}" destId="{2B9F9CE6-E962-426D-B1C3-B0555C789F4E}" srcOrd="8" destOrd="0" presId="urn:microsoft.com/office/officeart/2008/layout/VerticalCurvedList"/>
    <dgm:cxn modelId="{0A1E8AE4-42E8-449C-8158-C7F2B2BA6A00}" type="presParOf" srcId="{2B9F9CE6-E962-426D-B1C3-B0555C789F4E}" destId="{EF6A5B50-B6DE-4617-8D49-F5E1811C6E34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0D028A6-DD62-45D1-BAD4-F130273585D2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48E7B16-00F3-4E39-9A67-8A57E1E493C4}">
      <dgm:prSet/>
      <dgm:spPr/>
      <dgm:t>
        <a:bodyPr/>
        <a:lstStyle/>
        <a:p>
          <a:r>
            <a:rPr lang="ru-RU"/>
            <a:t>полонізація та денаціоналізація української шляхти.</a:t>
          </a:r>
          <a:endParaRPr lang="uk-UA"/>
        </a:p>
      </dgm:t>
    </dgm:pt>
    <dgm:pt modelId="{3C4023C7-6CE6-4003-8B55-3C750F383919}" type="parTrans" cxnId="{6B2935DE-8433-47C2-97B6-C37433ECAFCA}">
      <dgm:prSet/>
      <dgm:spPr/>
      <dgm:t>
        <a:bodyPr/>
        <a:lstStyle/>
        <a:p>
          <a:endParaRPr lang="uk-UA"/>
        </a:p>
      </dgm:t>
    </dgm:pt>
    <dgm:pt modelId="{EB0E4A7D-AF48-40B6-A5AB-DD83DE285C9C}" type="sibTrans" cxnId="{6B2935DE-8433-47C2-97B6-C37433ECAFCA}">
      <dgm:prSet/>
      <dgm:spPr/>
      <dgm:t>
        <a:bodyPr/>
        <a:lstStyle/>
        <a:p>
          <a:endParaRPr lang="uk-UA"/>
        </a:p>
      </dgm:t>
    </dgm:pt>
    <dgm:pt modelId="{B3AF2F00-7E14-458C-83FB-97C3AE33A28A}">
      <dgm:prSet/>
      <dgm:spPr/>
      <dgm:t>
        <a:bodyPr/>
        <a:lstStyle/>
        <a:p>
          <a:r>
            <a:rPr lang="ru-RU"/>
            <a:t>відновлення удільних князівств на українських землях.</a:t>
          </a:r>
          <a:endParaRPr lang="uk-UA"/>
        </a:p>
      </dgm:t>
    </dgm:pt>
    <dgm:pt modelId="{0E26C31B-A5CB-4BCA-8F74-5CE8877914D5}" type="parTrans" cxnId="{9FC60524-2697-4547-B125-6EFAA512C436}">
      <dgm:prSet/>
      <dgm:spPr/>
      <dgm:t>
        <a:bodyPr/>
        <a:lstStyle/>
        <a:p>
          <a:endParaRPr lang="uk-UA"/>
        </a:p>
      </dgm:t>
    </dgm:pt>
    <dgm:pt modelId="{FD844B50-E9E1-4B6E-AAED-CD6D3A3301FD}" type="sibTrans" cxnId="{9FC60524-2697-4547-B125-6EFAA512C436}">
      <dgm:prSet/>
      <dgm:spPr/>
      <dgm:t>
        <a:bodyPr/>
        <a:lstStyle/>
        <a:p>
          <a:endParaRPr lang="uk-UA"/>
        </a:p>
      </dgm:t>
    </dgm:pt>
    <dgm:pt modelId="{3B17AD99-C1DC-4F6B-880E-9DAAD42686BC}">
      <dgm:prSet/>
      <dgm:spPr/>
      <dgm:t>
        <a:bodyPr/>
        <a:lstStyle/>
        <a:p>
          <a:r>
            <a:rPr lang="ru-RU"/>
            <a:t>ліквідація міського самоврядування на основі Магдебурзького права.</a:t>
          </a:r>
          <a:endParaRPr lang="uk-UA"/>
        </a:p>
      </dgm:t>
    </dgm:pt>
    <dgm:pt modelId="{4B80D80C-201B-4D26-8715-44B5C48CB683}" type="parTrans" cxnId="{7AD498D6-E28B-4FD8-B324-6601C21075DC}">
      <dgm:prSet/>
      <dgm:spPr/>
      <dgm:t>
        <a:bodyPr/>
        <a:lstStyle/>
        <a:p>
          <a:endParaRPr lang="uk-UA"/>
        </a:p>
      </dgm:t>
    </dgm:pt>
    <dgm:pt modelId="{FAB46503-07F8-4613-B0F8-C4053D8E7A3B}" type="sibTrans" cxnId="{7AD498D6-E28B-4FD8-B324-6601C21075DC}">
      <dgm:prSet/>
      <dgm:spPr/>
      <dgm:t>
        <a:bodyPr/>
        <a:lstStyle/>
        <a:p>
          <a:endParaRPr lang="uk-UA"/>
        </a:p>
      </dgm:t>
    </dgm:pt>
    <dgm:pt modelId="{75978621-9683-438C-A45B-7771AF05C551}">
      <dgm:prSet/>
      <dgm:spPr/>
      <dgm:t>
        <a:bodyPr/>
        <a:lstStyle/>
        <a:p>
          <a:r>
            <a:rPr lang="ru-RU"/>
            <a:t>скасування Литовських Статутів і впровадження польського судочинства</a:t>
          </a:r>
          <a:endParaRPr lang="uk-UA"/>
        </a:p>
      </dgm:t>
    </dgm:pt>
    <dgm:pt modelId="{1FAC2FE0-D90D-42F2-9C57-85738F49ECD3}" type="parTrans" cxnId="{EAA04DF8-4028-41E0-9B51-5417BD50CE50}">
      <dgm:prSet/>
      <dgm:spPr/>
      <dgm:t>
        <a:bodyPr/>
        <a:lstStyle/>
        <a:p>
          <a:endParaRPr lang="uk-UA"/>
        </a:p>
      </dgm:t>
    </dgm:pt>
    <dgm:pt modelId="{94DD912A-C92A-4716-ADC3-1F86E8F55031}" type="sibTrans" cxnId="{EAA04DF8-4028-41E0-9B51-5417BD50CE50}">
      <dgm:prSet/>
      <dgm:spPr/>
      <dgm:t>
        <a:bodyPr/>
        <a:lstStyle/>
        <a:p>
          <a:endParaRPr lang="uk-UA"/>
        </a:p>
      </dgm:t>
    </dgm:pt>
    <dgm:pt modelId="{29CDCE9D-F015-45F9-8D35-BC2C589B944E}" type="pres">
      <dgm:prSet presAssocID="{D0D028A6-DD62-45D1-BAD4-F130273585D2}" presName="Name0" presStyleCnt="0">
        <dgm:presLayoutVars>
          <dgm:chMax val="7"/>
          <dgm:chPref val="7"/>
          <dgm:dir/>
        </dgm:presLayoutVars>
      </dgm:prSet>
      <dgm:spPr/>
    </dgm:pt>
    <dgm:pt modelId="{1445FE99-EA55-4766-AB5E-B497C7D3ED30}" type="pres">
      <dgm:prSet presAssocID="{D0D028A6-DD62-45D1-BAD4-F130273585D2}" presName="Name1" presStyleCnt="0"/>
      <dgm:spPr/>
    </dgm:pt>
    <dgm:pt modelId="{C8A815CB-B06F-4F3A-8F4B-E47F0F4F6D8F}" type="pres">
      <dgm:prSet presAssocID="{D0D028A6-DD62-45D1-BAD4-F130273585D2}" presName="cycle" presStyleCnt="0"/>
      <dgm:spPr/>
    </dgm:pt>
    <dgm:pt modelId="{38BB468A-6980-431A-B306-D3DB0AE18F28}" type="pres">
      <dgm:prSet presAssocID="{D0D028A6-DD62-45D1-BAD4-F130273585D2}" presName="srcNode" presStyleLbl="node1" presStyleIdx="0" presStyleCnt="4"/>
      <dgm:spPr/>
    </dgm:pt>
    <dgm:pt modelId="{555F366F-20F7-4E02-9F46-0CDD265E45F9}" type="pres">
      <dgm:prSet presAssocID="{D0D028A6-DD62-45D1-BAD4-F130273585D2}" presName="conn" presStyleLbl="parChTrans1D2" presStyleIdx="0" presStyleCnt="1"/>
      <dgm:spPr/>
    </dgm:pt>
    <dgm:pt modelId="{5DFD72C3-FC36-4FA0-AD55-38576F6AC934}" type="pres">
      <dgm:prSet presAssocID="{D0D028A6-DD62-45D1-BAD4-F130273585D2}" presName="extraNode" presStyleLbl="node1" presStyleIdx="0" presStyleCnt="4"/>
      <dgm:spPr/>
    </dgm:pt>
    <dgm:pt modelId="{960D7EE0-7692-40B2-9996-E937077E0701}" type="pres">
      <dgm:prSet presAssocID="{D0D028A6-DD62-45D1-BAD4-F130273585D2}" presName="dstNode" presStyleLbl="node1" presStyleIdx="0" presStyleCnt="4"/>
      <dgm:spPr/>
    </dgm:pt>
    <dgm:pt modelId="{027CCDE7-D686-411E-BE1E-75BF0058F999}" type="pres">
      <dgm:prSet presAssocID="{648E7B16-00F3-4E39-9A67-8A57E1E493C4}" presName="text_1" presStyleLbl="node1" presStyleIdx="0" presStyleCnt="4">
        <dgm:presLayoutVars>
          <dgm:bulletEnabled val="1"/>
        </dgm:presLayoutVars>
      </dgm:prSet>
      <dgm:spPr/>
    </dgm:pt>
    <dgm:pt modelId="{E38E2AC7-2493-42AA-923B-CF31218FA1FB}" type="pres">
      <dgm:prSet presAssocID="{648E7B16-00F3-4E39-9A67-8A57E1E493C4}" presName="accent_1" presStyleCnt="0"/>
      <dgm:spPr/>
    </dgm:pt>
    <dgm:pt modelId="{FBB80D5C-00E2-4791-A364-4D5DEFEAC0EE}" type="pres">
      <dgm:prSet presAssocID="{648E7B16-00F3-4E39-9A67-8A57E1E493C4}" presName="accentRepeatNode" presStyleLbl="solidFgAcc1" presStyleIdx="0" presStyleCnt="4"/>
      <dgm:spPr/>
    </dgm:pt>
    <dgm:pt modelId="{5C3F9A98-4D5E-4B5E-84A9-E6064912B2B9}" type="pres">
      <dgm:prSet presAssocID="{B3AF2F00-7E14-458C-83FB-97C3AE33A28A}" presName="text_2" presStyleLbl="node1" presStyleIdx="1" presStyleCnt="4">
        <dgm:presLayoutVars>
          <dgm:bulletEnabled val="1"/>
        </dgm:presLayoutVars>
      </dgm:prSet>
      <dgm:spPr/>
    </dgm:pt>
    <dgm:pt modelId="{91554898-38C2-4B03-A1BA-61885182863D}" type="pres">
      <dgm:prSet presAssocID="{B3AF2F00-7E14-458C-83FB-97C3AE33A28A}" presName="accent_2" presStyleCnt="0"/>
      <dgm:spPr/>
    </dgm:pt>
    <dgm:pt modelId="{544B286B-148A-46EB-94A6-A167007D829C}" type="pres">
      <dgm:prSet presAssocID="{B3AF2F00-7E14-458C-83FB-97C3AE33A28A}" presName="accentRepeatNode" presStyleLbl="solidFgAcc1" presStyleIdx="1" presStyleCnt="4"/>
      <dgm:spPr/>
    </dgm:pt>
    <dgm:pt modelId="{221E6FE2-CFEF-4EBB-8C0A-10B315984EC6}" type="pres">
      <dgm:prSet presAssocID="{3B17AD99-C1DC-4F6B-880E-9DAAD42686BC}" presName="text_3" presStyleLbl="node1" presStyleIdx="2" presStyleCnt="4">
        <dgm:presLayoutVars>
          <dgm:bulletEnabled val="1"/>
        </dgm:presLayoutVars>
      </dgm:prSet>
      <dgm:spPr/>
    </dgm:pt>
    <dgm:pt modelId="{A087FA67-C358-4EFB-92F2-70444D1DC10F}" type="pres">
      <dgm:prSet presAssocID="{3B17AD99-C1DC-4F6B-880E-9DAAD42686BC}" presName="accent_3" presStyleCnt="0"/>
      <dgm:spPr/>
    </dgm:pt>
    <dgm:pt modelId="{A5D39DC1-CB40-412C-93DC-240DE945999B}" type="pres">
      <dgm:prSet presAssocID="{3B17AD99-C1DC-4F6B-880E-9DAAD42686BC}" presName="accentRepeatNode" presStyleLbl="solidFgAcc1" presStyleIdx="2" presStyleCnt="4"/>
      <dgm:spPr/>
    </dgm:pt>
    <dgm:pt modelId="{474056B6-30EE-41E8-A965-DE0885EC69F1}" type="pres">
      <dgm:prSet presAssocID="{75978621-9683-438C-A45B-7771AF05C551}" presName="text_4" presStyleLbl="node1" presStyleIdx="3" presStyleCnt="4">
        <dgm:presLayoutVars>
          <dgm:bulletEnabled val="1"/>
        </dgm:presLayoutVars>
      </dgm:prSet>
      <dgm:spPr/>
    </dgm:pt>
    <dgm:pt modelId="{7FE74536-B8AD-400F-A170-83B9AE5E5FEF}" type="pres">
      <dgm:prSet presAssocID="{75978621-9683-438C-A45B-7771AF05C551}" presName="accent_4" presStyleCnt="0"/>
      <dgm:spPr/>
    </dgm:pt>
    <dgm:pt modelId="{FC6862A0-12F8-45D3-85C0-9080D43A7361}" type="pres">
      <dgm:prSet presAssocID="{75978621-9683-438C-A45B-7771AF05C551}" presName="accentRepeatNode" presStyleLbl="solidFgAcc1" presStyleIdx="3" presStyleCnt="4"/>
      <dgm:spPr/>
    </dgm:pt>
  </dgm:ptLst>
  <dgm:cxnLst>
    <dgm:cxn modelId="{9FC60524-2697-4547-B125-6EFAA512C436}" srcId="{D0D028A6-DD62-45D1-BAD4-F130273585D2}" destId="{B3AF2F00-7E14-458C-83FB-97C3AE33A28A}" srcOrd="1" destOrd="0" parTransId="{0E26C31B-A5CB-4BCA-8F74-5CE8877914D5}" sibTransId="{FD844B50-E9E1-4B6E-AAED-CD6D3A3301FD}"/>
    <dgm:cxn modelId="{870F773D-4E3C-47EF-A067-4638B4619B52}" type="presOf" srcId="{3B17AD99-C1DC-4F6B-880E-9DAAD42686BC}" destId="{221E6FE2-CFEF-4EBB-8C0A-10B315984EC6}" srcOrd="0" destOrd="0" presId="urn:microsoft.com/office/officeart/2008/layout/VerticalCurvedList"/>
    <dgm:cxn modelId="{6FCF8540-DD5A-441B-85EF-9940705F4239}" type="presOf" srcId="{75978621-9683-438C-A45B-7771AF05C551}" destId="{474056B6-30EE-41E8-A965-DE0885EC69F1}" srcOrd="0" destOrd="0" presId="urn:microsoft.com/office/officeart/2008/layout/VerticalCurvedList"/>
    <dgm:cxn modelId="{1D526B50-15FE-46F2-A409-9F3C03B0C4A0}" type="presOf" srcId="{B3AF2F00-7E14-458C-83FB-97C3AE33A28A}" destId="{5C3F9A98-4D5E-4B5E-84A9-E6064912B2B9}" srcOrd="0" destOrd="0" presId="urn:microsoft.com/office/officeart/2008/layout/VerticalCurvedList"/>
    <dgm:cxn modelId="{B832B99D-5DE6-46DA-805E-85820E51DFBD}" type="presOf" srcId="{648E7B16-00F3-4E39-9A67-8A57E1E493C4}" destId="{027CCDE7-D686-411E-BE1E-75BF0058F999}" srcOrd="0" destOrd="0" presId="urn:microsoft.com/office/officeart/2008/layout/VerticalCurvedList"/>
    <dgm:cxn modelId="{C75A81D2-44EB-4A4C-ABC8-F50065B181B3}" type="presOf" srcId="{D0D028A6-DD62-45D1-BAD4-F130273585D2}" destId="{29CDCE9D-F015-45F9-8D35-BC2C589B944E}" srcOrd="0" destOrd="0" presId="urn:microsoft.com/office/officeart/2008/layout/VerticalCurvedList"/>
    <dgm:cxn modelId="{7AD498D6-E28B-4FD8-B324-6601C21075DC}" srcId="{D0D028A6-DD62-45D1-BAD4-F130273585D2}" destId="{3B17AD99-C1DC-4F6B-880E-9DAAD42686BC}" srcOrd="2" destOrd="0" parTransId="{4B80D80C-201B-4D26-8715-44B5C48CB683}" sibTransId="{FAB46503-07F8-4613-B0F8-C4053D8E7A3B}"/>
    <dgm:cxn modelId="{6B2935DE-8433-47C2-97B6-C37433ECAFCA}" srcId="{D0D028A6-DD62-45D1-BAD4-F130273585D2}" destId="{648E7B16-00F3-4E39-9A67-8A57E1E493C4}" srcOrd="0" destOrd="0" parTransId="{3C4023C7-6CE6-4003-8B55-3C750F383919}" sibTransId="{EB0E4A7D-AF48-40B6-A5AB-DD83DE285C9C}"/>
    <dgm:cxn modelId="{716F2AF4-05B4-4351-9E9F-B243F85B0EB2}" type="presOf" srcId="{EB0E4A7D-AF48-40B6-A5AB-DD83DE285C9C}" destId="{555F366F-20F7-4E02-9F46-0CDD265E45F9}" srcOrd="0" destOrd="0" presId="urn:microsoft.com/office/officeart/2008/layout/VerticalCurvedList"/>
    <dgm:cxn modelId="{EAA04DF8-4028-41E0-9B51-5417BD50CE50}" srcId="{D0D028A6-DD62-45D1-BAD4-F130273585D2}" destId="{75978621-9683-438C-A45B-7771AF05C551}" srcOrd="3" destOrd="0" parTransId="{1FAC2FE0-D90D-42F2-9C57-85738F49ECD3}" sibTransId="{94DD912A-C92A-4716-ADC3-1F86E8F55031}"/>
    <dgm:cxn modelId="{8B87DCB7-D119-422B-9E53-9700CAB7F29B}" type="presParOf" srcId="{29CDCE9D-F015-45F9-8D35-BC2C589B944E}" destId="{1445FE99-EA55-4766-AB5E-B497C7D3ED30}" srcOrd="0" destOrd="0" presId="urn:microsoft.com/office/officeart/2008/layout/VerticalCurvedList"/>
    <dgm:cxn modelId="{95D6A5F4-03E3-40BC-AB15-D9C3ED7E1023}" type="presParOf" srcId="{1445FE99-EA55-4766-AB5E-B497C7D3ED30}" destId="{C8A815CB-B06F-4F3A-8F4B-E47F0F4F6D8F}" srcOrd="0" destOrd="0" presId="urn:microsoft.com/office/officeart/2008/layout/VerticalCurvedList"/>
    <dgm:cxn modelId="{209840C2-8519-49F1-8CC3-B20C4ECF4D85}" type="presParOf" srcId="{C8A815CB-B06F-4F3A-8F4B-E47F0F4F6D8F}" destId="{38BB468A-6980-431A-B306-D3DB0AE18F28}" srcOrd="0" destOrd="0" presId="urn:microsoft.com/office/officeart/2008/layout/VerticalCurvedList"/>
    <dgm:cxn modelId="{7B517C24-BB4B-4DB6-991C-772F891263F9}" type="presParOf" srcId="{C8A815CB-B06F-4F3A-8F4B-E47F0F4F6D8F}" destId="{555F366F-20F7-4E02-9F46-0CDD265E45F9}" srcOrd="1" destOrd="0" presId="urn:microsoft.com/office/officeart/2008/layout/VerticalCurvedList"/>
    <dgm:cxn modelId="{2F2720AF-279A-4D58-8D7C-E2F03E289B29}" type="presParOf" srcId="{C8A815CB-B06F-4F3A-8F4B-E47F0F4F6D8F}" destId="{5DFD72C3-FC36-4FA0-AD55-38576F6AC934}" srcOrd="2" destOrd="0" presId="urn:microsoft.com/office/officeart/2008/layout/VerticalCurvedList"/>
    <dgm:cxn modelId="{52597876-155B-4C1F-94C0-B5B24EEB88C2}" type="presParOf" srcId="{C8A815CB-B06F-4F3A-8F4B-E47F0F4F6D8F}" destId="{960D7EE0-7692-40B2-9996-E937077E0701}" srcOrd="3" destOrd="0" presId="urn:microsoft.com/office/officeart/2008/layout/VerticalCurvedList"/>
    <dgm:cxn modelId="{A9EE5BED-33D2-49C9-822A-93ADFF3F7141}" type="presParOf" srcId="{1445FE99-EA55-4766-AB5E-B497C7D3ED30}" destId="{027CCDE7-D686-411E-BE1E-75BF0058F999}" srcOrd="1" destOrd="0" presId="urn:microsoft.com/office/officeart/2008/layout/VerticalCurvedList"/>
    <dgm:cxn modelId="{7CBAE920-F318-4075-B8AA-EB542328D855}" type="presParOf" srcId="{1445FE99-EA55-4766-AB5E-B497C7D3ED30}" destId="{E38E2AC7-2493-42AA-923B-CF31218FA1FB}" srcOrd="2" destOrd="0" presId="urn:microsoft.com/office/officeart/2008/layout/VerticalCurvedList"/>
    <dgm:cxn modelId="{0E25DD70-E15D-4456-B4AF-E5490C25E54E}" type="presParOf" srcId="{E38E2AC7-2493-42AA-923B-CF31218FA1FB}" destId="{FBB80D5C-00E2-4791-A364-4D5DEFEAC0EE}" srcOrd="0" destOrd="0" presId="urn:microsoft.com/office/officeart/2008/layout/VerticalCurvedList"/>
    <dgm:cxn modelId="{A3645B01-890C-48B3-A08A-CD8E9830BD78}" type="presParOf" srcId="{1445FE99-EA55-4766-AB5E-B497C7D3ED30}" destId="{5C3F9A98-4D5E-4B5E-84A9-E6064912B2B9}" srcOrd="3" destOrd="0" presId="urn:microsoft.com/office/officeart/2008/layout/VerticalCurvedList"/>
    <dgm:cxn modelId="{F7099E32-0A02-4F62-9BDA-318B9B0B64DB}" type="presParOf" srcId="{1445FE99-EA55-4766-AB5E-B497C7D3ED30}" destId="{91554898-38C2-4B03-A1BA-61885182863D}" srcOrd="4" destOrd="0" presId="urn:microsoft.com/office/officeart/2008/layout/VerticalCurvedList"/>
    <dgm:cxn modelId="{4A023A34-42A6-4546-A4DA-4627C68C7C43}" type="presParOf" srcId="{91554898-38C2-4B03-A1BA-61885182863D}" destId="{544B286B-148A-46EB-94A6-A167007D829C}" srcOrd="0" destOrd="0" presId="urn:microsoft.com/office/officeart/2008/layout/VerticalCurvedList"/>
    <dgm:cxn modelId="{E224089A-1AEE-4EF9-83F9-BED8106C3DF3}" type="presParOf" srcId="{1445FE99-EA55-4766-AB5E-B497C7D3ED30}" destId="{221E6FE2-CFEF-4EBB-8C0A-10B315984EC6}" srcOrd="5" destOrd="0" presId="urn:microsoft.com/office/officeart/2008/layout/VerticalCurvedList"/>
    <dgm:cxn modelId="{A73E64DE-39A2-43AC-AACF-69A8C0B04B8C}" type="presParOf" srcId="{1445FE99-EA55-4766-AB5E-B497C7D3ED30}" destId="{A087FA67-C358-4EFB-92F2-70444D1DC10F}" srcOrd="6" destOrd="0" presId="urn:microsoft.com/office/officeart/2008/layout/VerticalCurvedList"/>
    <dgm:cxn modelId="{33073559-97F3-4B63-97DA-EEE9175CF328}" type="presParOf" srcId="{A087FA67-C358-4EFB-92F2-70444D1DC10F}" destId="{A5D39DC1-CB40-412C-93DC-240DE945999B}" srcOrd="0" destOrd="0" presId="urn:microsoft.com/office/officeart/2008/layout/VerticalCurvedList"/>
    <dgm:cxn modelId="{E9E18960-7EE4-48D0-AC8C-6CC00802E441}" type="presParOf" srcId="{1445FE99-EA55-4766-AB5E-B497C7D3ED30}" destId="{474056B6-30EE-41E8-A965-DE0885EC69F1}" srcOrd="7" destOrd="0" presId="urn:microsoft.com/office/officeart/2008/layout/VerticalCurvedList"/>
    <dgm:cxn modelId="{9B035E20-D7CF-470E-8AAB-65EADD97BE32}" type="presParOf" srcId="{1445FE99-EA55-4766-AB5E-B497C7D3ED30}" destId="{7FE74536-B8AD-400F-A170-83B9AE5E5FEF}" srcOrd="8" destOrd="0" presId="urn:microsoft.com/office/officeart/2008/layout/VerticalCurvedList"/>
    <dgm:cxn modelId="{0410DCA6-EA29-4856-B020-2D96C457A8C8}" type="presParOf" srcId="{7FE74536-B8AD-400F-A170-83B9AE5E5FEF}" destId="{FC6862A0-12F8-45D3-85C0-9080D43A7361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6EAFB0C-9C4C-427B-904B-26A780BB344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B6FEB8B-B3EF-43A7-AC92-7056AED0EA43}">
      <dgm:prSet/>
      <dgm:spPr/>
      <dgm:t>
        <a:bodyPr/>
        <a:lstStyle/>
        <a:p>
          <a:r>
            <a:rPr lang="ru-RU"/>
            <a:t>Османської імперії.</a:t>
          </a:r>
          <a:endParaRPr lang="uk-UA"/>
        </a:p>
      </dgm:t>
    </dgm:pt>
    <dgm:pt modelId="{080106D9-D191-468F-9FAC-C73B00E0C3CC}" type="parTrans" cxnId="{558B6532-523F-450A-B0C3-83EF3AA84A78}">
      <dgm:prSet/>
      <dgm:spPr/>
      <dgm:t>
        <a:bodyPr/>
        <a:lstStyle/>
        <a:p>
          <a:endParaRPr lang="uk-UA"/>
        </a:p>
      </dgm:t>
    </dgm:pt>
    <dgm:pt modelId="{7EF35AC6-0EFC-4B00-82B0-757BBE52D0EE}" type="sibTrans" cxnId="{558B6532-523F-450A-B0C3-83EF3AA84A78}">
      <dgm:prSet/>
      <dgm:spPr/>
      <dgm:t>
        <a:bodyPr/>
        <a:lstStyle/>
        <a:p>
          <a:endParaRPr lang="uk-UA"/>
        </a:p>
      </dgm:t>
    </dgm:pt>
    <dgm:pt modelId="{17F4FDD5-9339-444B-9CB9-13A148004EF8}">
      <dgm:prSet/>
      <dgm:spPr/>
      <dgm:t>
        <a:bodyPr/>
        <a:lstStyle/>
        <a:p>
          <a:r>
            <a:rPr lang="ru-RU"/>
            <a:t>Московського царства.</a:t>
          </a:r>
          <a:endParaRPr lang="uk-UA"/>
        </a:p>
      </dgm:t>
    </dgm:pt>
    <dgm:pt modelId="{EAB56B7A-9203-415B-8610-FDB6066BB7DE}" type="parTrans" cxnId="{F0EA73F6-7B8A-446A-9DC2-1937E2AD6E7C}">
      <dgm:prSet/>
      <dgm:spPr/>
      <dgm:t>
        <a:bodyPr/>
        <a:lstStyle/>
        <a:p>
          <a:endParaRPr lang="uk-UA"/>
        </a:p>
      </dgm:t>
    </dgm:pt>
    <dgm:pt modelId="{9D9E94AE-B069-456A-A2D6-94D5786C3A11}" type="sibTrans" cxnId="{F0EA73F6-7B8A-446A-9DC2-1937E2AD6E7C}">
      <dgm:prSet/>
      <dgm:spPr/>
      <dgm:t>
        <a:bodyPr/>
        <a:lstStyle/>
        <a:p>
          <a:endParaRPr lang="uk-UA"/>
        </a:p>
      </dgm:t>
    </dgm:pt>
    <dgm:pt modelId="{8096D856-0D3D-4A76-AEEB-F71EC36380A2}">
      <dgm:prSet/>
      <dgm:spPr/>
      <dgm:t>
        <a:bodyPr/>
        <a:lstStyle/>
        <a:p>
          <a:r>
            <a:rPr lang="ru-RU"/>
            <a:t>Польського королівства.</a:t>
          </a:r>
          <a:endParaRPr lang="uk-UA"/>
        </a:p>
      </dgm:t>
    </dgm:pt>
    <dgm:pt modelId="{C4EF780F-AFDF-420F-AF18-352C9B85AE5C}" type="parTrans" cxnId="{0FA42574-701D-4D1D-90A3-EA725E602065}">
      <dgm:prSet/>
      <dgm:spPr/>
      <dgm:t>
        <a:bodyPr/>
        <a:lstStyle/>
        <a:p>
          <a:endParaRPr lang="uk-UA"/>
        </a:p>
      </dgm:t>
    </dgm:pt>
    <dgm:pt modelId="{59069605-5319-4095-901F-517FE7BB726B}" type="sibTrans" cxnId="{0FA42574-701D-4D1D-90A3-EA725E602065}">
      <dgm:prSet/>
      <dgm:spPr/>
      <dgm:t>
        <a:bodyPr/>
        <a:lstStyle/>
        <a:p>
          <a:endParaRPr lang="uk-UA"/>
        </a:p>
      </dgm:t>
    </dgm:pt>
    <dgm:pt modelId="{D66C88C8-8CCC-42F4-82F1-70EA29B1DC4F}">
      <dgm:prSet/>
      <dgm:spPr/>
      <dgm:t>
        <a:bodyPr/>
        <a:lstStyle/>
        <a:p>
          <a:r>
            <a:rPr lang="ru-RU"/>
            <a:t>Молдавського князівства.</a:t>
          </a:r>
          <a:endParaRPr lang="uk-UA"/>
        </a:p>
      </dgm:t>
    </dgm:pt>
    <dgm:pt modelId="{149318D8-57A2-40C7-A346-76AD423770C0}" type="parTrans" cxnId="{7E293B5F-7165-4AFA-A9BA-1B08CE64377A}">
      <dgm:prSet/>
      <dgm:spPr/>
      <dgm:t>
        <a:bodyPr/>
        <a:lstStyle/>
        <a:p>
          <a:endParaRPr lang="uk-UA"/>
        </a:p>
      </dgm:t>
    </dgm:pt>
    <dgm:pt modelId="{3903EEF3-1FFC-47DD-901C-A749A8D2018A}" type="sibTrans" cxnId="{7E293B5F-7165-4AFA-A9BA-1B08CE64377A}">
      <dgm:prSet/>
      <dgm:spPr/>
      <dgm:t>
        <a:bodyPr/>
        <a:lstStyle/>
        <a:p>
          <a:endParaRPr lang="uk-UA"/>
        </a:p>
      </dgm:t>
    </dgm:pt>
    <dgm:pt modelId="{1BD529F5-D49F-41ED-B516-BD48A647C98A}" type="pres">
      <dgm:prSet presAssocID="{16EAFB0C-9C4C-427B-904B-26A780BB344F}" presName="linear" presStyleCnt="0">
        <dgm:presLayoutVars>
          <dgm:animLvl val="lvl"/>
          <dgm:resizeHandles val="exact"/>
        </dgm:presLayoutVars>
      </dgm:prSet>
      <dgm:spPr/>
    </dgm:pt>
    <dgm:pt modelId="{5D9463AD-7F9B-470D-9111-27A9F274857E}" type="pres">
      <dgm:prSet presAssocID="{6B6FEB8B-B3EF-43A7-AC92-7056AED0EA4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D17A2DA-6A91-4667-B28C-649C1A6AF9B6}" type="pres">
      <dgm:prSet presAssocID="{7EF35AC6-0EFC-4B00-82B0-757BBE52D0EE}" presName="spacer" presStyleCnt="0"/>
      <dgm:spPr/>
    </dgm:pt>
    <dgm:pt modelId="{2CA72BDD-EF5C-4595-833A-8B36A63048E6}" type="pres">
      <dgm:prSet presAssocID="{17F4FDD5-9339-444B-9CB9-13A148004EF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4620218-B735-4569-8117-A81AC68451BB}" type="pres">
      <dgm:prSet presAssocID="{9D9E94AE-B069-456A-A2D6-94D5786C3A11}" presName="spacer" presStyleCnt="0"/>
      <dgm:spPr/>
    </dgm:pt>
    <dgm:pt modelId="{8B281F98-7F80-45FA-AEF9-6D3B88195924}" type="pres">
      <dgm:prSet presAssocID="{8096D856-0D3D-4A76-AEEB-F71EC36380A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1687CA7-732A-48C2-BA12-9760A3F8CAF8}" type="pres">
      <dgm:prSet presAssocID="{59069605-5319-4095-901F-517FE7BB726B}" presName="spacer" presStyleCnt="0"/>
      <dgm:spPr/>
    </dgm:pt>
    <dgm:pt modelId="{05664F9A-5438-41F8-A087-7966721625A0}" type="pres">
      <dgm:prSet presAssocID="{D66C88C8-8CCC-42F4-82F1-70EA29B1DC4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1951F20-C4AD-4271-85E5-0E1A9AE0350D}" type="presOf" srcId="{6B6FEB8B-B3EF-43A7-AC92-7056AED0EA43}" destId="{5D9463AD-7F9B-470D-9111-27A9F274857E}" srcOrd="0" destOrd="0" presId="urn:microsoft.com/office/officeart/2005/8/layout/vList2"/>
    <dgm:cxn modelId="{2D806A28-95FF-4271-95A8-FE2EAF88A4B9}" type="presOf" srcId="{16EAFB0C-9C4C-427B-904B-26A780BB344F}" destId="{1BD529F5-D49F-41ED-B516-BD48A647C98A}" srcOrd="0" destOrd="0" presId="urn:microsoft.com/office/officeart/2005/8/layout/vList2"/>
    <dgm:cxn modelId="{558B6532-523F-450A-B0C3-83EF3AA84A78}" srcId="{16EAFB0C-9C4C-427B-904B-26A780BB344F}" destId="{6B6FEB8B-B3EF-43A7-AC92-7056AED0EA43}" srcOrd="0" destOrd="0" parTransId="{080106D9-D191-468F-9FAC-C73B00E0C3CC}" sibTransId="{7EF35AC6-0EFC-4B00-82B0-757BBE52D0EE}"/>
    <dgm:cxn modelId="{7E293B5F-7165-4AFA-A9BA-1B08CE64377A}" srcId="{16EAFB0C-9C4C-427B-904B-26A780BB344F}" destId="{D66C88C8-8CCC-42F4-82F1-70EA29B1DC4F}" srcOrd="3" destOrd="0" parTransId="{149318D8-57A2-40C7-A346-76AD423770C0}" sibTransId="{3903EEF3-1FFC-47DD-901C-A749A8D2018A}"/>
    <dgm:cxn modelId="{0FA42574-701D-4D1D-90A3-EA725E602065}" srcId="{16EAFB0C-9C4C-427B-904B-26A780BB344F}" destId="{8096D856-0D3D-4A76-AEEB-F71EC36380A2}" srcOrd="2" destOrd="0" parTransId="{C4EF780F-AFDF-420F-AF18-352C9B85AE5C}" sibTransId="{59069605-5319-4095-901F-517FE7BB726B}"/>
    <dgm:cxn modelId="{704F5290-1DF8-4E78-BD02-B7BA6DEF6222}" type="presOf" srcId="{D66C88C8-8CCC-42F4-82F1-70EA29B1DC4F}" destId="{05664F9A-5438-41F8-A087-7966721625A0}" srcOrd="0" destOrd="0" presId="urn:microsoft.com/office/officeart/2005/8/layout/vList2"/>
    <dgm:cxn modelId="{68D9ADBE-AE1E-4DEC-8CB5-05E6A8C884E1}" type="presOf" srcId="{17F4FDD5-9339-444B-9CB9-13A148004EF8}" destId="{2CA72BDD-EF5C-4595-833A-8B36A63048E6}" srcOrd="0" destOrd="0" presId="urn:microsoft.com/office/officeart/2005/8/layout/vList2"/>
    <dgm:cxn modelId="{521CC6C5-AB0F-4B2F-8E92-E0C7255AAEE9}" type="presOf" srcId="{8096D856-0D3D-4A76-AEEB-F71EC36380A2}" destId="{8B281F98-7F80-45FA-AEF9-6D3B88195924}" srcOrd="0" destOrd="0" presId="urn:microsoft.com/office/officeart/2005/8/layout/vList2"/>
    <dgm:cxn modelId="{F0EA73F6-7B8A-446A-9DC2-1937E2AD6E7C}" srcId="{16EAFB0C-9C4C-427B-904B-26A780BB344F}" destId="{17F4FDD5-9339-444B-9CB9-13A148004EF8}" srcOrd="1" destOrd="0" parTransId="{EAB56B7A-9203-415B-8610-FDB6066BB7DE}" sibTransId="{9D9E94AE-B069-456A-A2D6-94D5786C3A11}"/>
    <dgm:cxn modelId="{5604D003-3563-4E78-9AAC-C314B5720CBB}" type="presParOf" srcId="{1BD529F5-D49F-41ED-B516-BD48A647C98A}" destId="{5D9463AD-7F9B-470D-9111-27A9F274857E}" srcOrd="0" destOrd="0" presId="urn:microsoft.com/office/officeart/2005/8/layout/vList2"/>
    <dgm:cxn modelId="{0AF0EA6A-7B0C-45FE-8DED-A91741716327}" type="presParOf" srcId="{1BD529F5-D49F-41ED-B516-BD48A647C98A}" destId="{0D17A2DA-6A91-4667-B28C-649C1A6AF9B6}" srcOrd="1" destOrd="0" presId="urn:microsoft.com/office/officeart/2005/8/layout/vList2"/>
    <dgm:cxn modelId="{0D323DAA-A0A5-4135-83A2-DC10AFD032D7}" type="presParOf" srcId="{1BD529F5-D49F-41ED-B516-BD48A647C98A}" destId="{2CA72BDD-EF5C-4595-833A-8B36A63048E6}" srcOrd="2" destOrd="0" presId="urn:microsoft.com/office/officeart/2005/8/layout/vList2"/>
    <dgm:cxn modelId="{BBDD01A9-D52D-4C83-A740-3046A470F6CE}" type="presParOf" srcId="{1BD529F5-D49F-41ED-B516-BD48A647C98A}" destId="{54620218-B735-4569-8117-A81AC68451BB}" srcOrd="3" destOrd="0" presId="urn:microsoft.com/office/officeart/2005/8/layout/vList2"/>
    <dgm:cxn modelId="{D18B830A-0D5E-4D22-A256-7407D30ADF9B}" type="presParOf" srcId="{1BD529F5-D49F-41ED-B516-BD48A647C98A}" destId="{8B281F98-7F80-45FA-AEF9-6D3B88195924}" srcOrd="4" destOrd="0" presId="urn:microsoft.com/office/officeart/2005/8/layout/vList2"/>
    <dgm:cxn modelId="{395274FB-1A7D-4196-9E2A-635C49714FDC}" type="presParOf" srcId="{1BD529F5-D49F-41ED-B516-BD48A647C98A}" destId="{81687CA7-732A-48C2-BA12-9760A3F8CAF8}" srcOrd="5" destOrd="0" presId="urn:microsoft.com/office/officeart/2005/8/layout/vList2"/>
    <dgm:cxn modelId="{AD103C9E-A99D-4863-A919-B2E837A75C7A}" type="presParOf" srcId="{1BD529F5-D49F-41ED-B516-BD48A647C98A}" destId="{05664F9A-5438-41F8-A087-7966721625A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8062674-5EF7-401E-9E91-FAAD3B99A833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7EE3FEDE-993E-4D44-A55B-988183DA5FA8}">
      <dgm:prSet/>
      <dgm:spPr/>
      <dgm:t>
        <a:bodyPr/>
        <a:lstStyle/>
        <a:p>
          <a:r>
            <a:rPr lang="ru-RU"/>
            <a:t>козацтво</a:t>
          </a:r>
          <a:endParaRPr lang="uk-UA"/>
        </a:p>
      </dgm:t>
    </dgm:pt>
    <dgm:pt modelId="{57FDAA25-CC4E-4070-9DD7-4BA1BC10D101}" type="parTrans" cxnId="{C1C9E27D-A465-4230-8C62-F5EC1D726AF0}">
      <dgm:prSet/>
      <dgm:spPr/>
      <dgm:t>
        <a:bodyPr/>
        <a:lstStyle/>
        <a:p>
          <a:endParaRPr lang="uk-UA"/>
        </a:p>
      </dgm:t>
    </dgm:pt>
    <dgm:pt modelId="{49C0787D-808E-41BD-8A0D-5E13E65817CC}" type="sibTrans" cxnId="{C1C9E27D-A465-4230-8C62-F5EC1D726AF0}">
      <dgm:prSet/>
      <dgm:spPr/>
      <dgm:t>
        <a:bodyPr/>
        <a:lstStyle/>
        <a:p>
          <a:endParaRPr lang="uk-UA"/>
        </a:p>
      </dgm:t>
    </dgm:pt>
    <dgm:pt modelId="{1BF16453-83FB-4AE7-85E6-53AAB2E7B881}">
      <dgm:prSet/>
      <dgm:spPr/>
      <dgm:t>
        <a:bodyPr/>
        <a:lstStyle/>
        <a:p>
          <a:r>
            <a:rPr lang="ru-RU"/>
            <a:t>міщанство</a:t>
          </a:r>
          <a:endParaRPr lang="uk-UA"/>
        </a:p>
      </dgm:t>
    </dgm:pt>
    <dgm:pt modelId="{AF42E06A-00F2-46D2-860C-A2BE73B930E9}" type="parTrans" cxnId="{F5244181-8570-4371-912E-B7D44BEC8038}">
      <dgm:prSet/>
      <dgm:spPr/>
      <dgm:t>
        <a:bodyPr/>
        <a:lstStyle/>
        <a:p>
          <a:endParaRPr lang="uk-UA"/>
        </a:p>
      </dgm:t>
    </dgm:pt>
    <dgm:pt modelId="{150AC636-0AFC-4C4A-84A2-45CB9C233C84}" type="sibTrans" cxnId="{F5244181-8570-4371-912E-B7D44BEC8038}">
      <dgm:prSet/>
      <dgm:spPr/>
      <dgm:t>
        <a:bodyPr/>
        <a:lstStyle/>
        <a:p>
          <a:endParaRPr lang="uk-UA"/>
        </a:p>
      </dgm:t>
    </dgm:pt>
    <dgm:pt modelId="{A94B16FF-EF5D-43A6-B91D-A84580AC71EB}">
      <dgm:prSet/>
      <dgm:spPr/>
      <dgm:t>
        <a:bodyPr/>
        <a:lstStyle/>
        <a:p>
          <a:r>
            <a:rPr lang="ru-RU"/>
            <a:t>шляхта</a:t>
          </a:r>
          <a:endParaRPr lang="uk-UA"/>
        </a:p>
      </dgm:t>
    </dgm:pt>
    <dgm:pt modelId="{9DF840AD-0998-45F1-AC00-ED3312E93021}" type="parTrans" cxnId="{C9FB9B5A-AC3A-455E-94DD-BF48E136AF76}">
      <dgm:prSet/>
      <dgm:spPr/>
      <dgm:t>
        <a:bodyPr/>
        <a:lstStyle/>
        <a:p>
          <a:endParaRPr lang="uk-UA"/>
        </a:p>
      </dgm:t>
    </dgm:pt>
    <dgm:pt modelId="{73AB5374-1504-40B8-8E1A-A3B6B9C8217C}" type="sibTrans" cxnId="{C9FB9B5A-AC3A-455E-94DD-BF48E136AF76}">
      <dgm:prSet/>
      <dgm:spPr/>
      <dgm:t>
        <a:bodyPr/>
        <a:lstStyle/>
        <a:p>
          <a:endParaRPr lang="uk-UA"/>
        </a:p>
      </dgm:t>
    </dgm:pt>
    <dgm:pt modelId="{D81F83E5-2C32-4676-921A-F10B1638B8C1}">
      <dgm:prSet/>
      <dgm:spPr/>
      <dgm:t>
        <a:bodyPr/>
        <a:lstStyle/>
        <a:p>
          <a:r>
            <a:rPr lang="ru-RU"/>
            <a:t>селянство</a:t>
          </a:r>
          <a:endParaRPr lang="uk-UA"/>
        </a:p>
      </dgm:t>
    </dgm:pt>
    <dgm:pt modelId="{56825311-6BB9-4BBA-96E7-2E375A55AAD1}" type="parTrans" cxnId="{6D7DF2D1-39CD-43F1-B4D7-3D53E5F23C11}">
      <dgm:prSet/>
      <dgm:spPr/>
      <dgm:t>
        <a:bodyPr/>
        <a:lstStyle/>
        <a:p>
          <a:endParaRPr lang="uk-UA"/>
        </a:p>
      </dgm:t>
    </dgm:pt>
    <dgm:pt modelId="{9FE3B798-C821-4DC0-89C2-3FBBC8155767}" type="sibTrans" cxnId="{6D7DF2D1-39CD-43F1-B4D7-3D53E5F23C11}">
      <dgm:prSet/>
      <dgm:spPr/>
      <dgm:t>
        <a:bodyPr/>
        <a:lstStyle/>
        <a:p>
          <a:endParaRPr lang="uk-UA"/>
        </a:p>
      </dgm:t>
    </dgm:pt>
    <dgm:pt modelId="{C549E1B0-EA9F-4BDD-80AC-B990B9477E05}" type="pres">
      <dgm:prSet presAssocID="{38062674-5EF7-401E-9E91-FAAD3B99A833}" presName="Name0" presStyleCnt="0">
        <dgm:presLayoutVars>
          <dgm:chMax val="7"/>
          <dgm:chPref val="7"/>
          <dgm:dir/>
        </dgm:presLayoutVars>
      </dgm:prSet>
      <dgm:spPr/>
    </dgm:pt>
    <dgm:pt modelId="{3C1F7070-C896-40A9-8A29-A63364626772}" type="pres">
      <dgm:prSet presAssocID="{38062674-5EF7-401E-9E91-FAAD3B99A833}" presName="Name1" presStyleCnt="0"/>
      <dgm:spPr/>
    </dgm:pt>
    <dgm:pt modelId="{D64FFB9B-1949-4206-925C-08A13F1E5998}" type="pres">
      <dgm:prSet presAssocID="{38062674-5EF7-401E-9E91-FAAD3B99A833}" presName="cycle" presStyleCnt="0"/>
      <dgm:spPr/>
    </dgm:pt>
    <dgm:pt modelId="{F2C989A4-4EEC-4D7D-A8EA-FC313851A008}" type="pres">
      <dgm:prSet presAssocID="{38062674-5EF7-401E-9E91-FAAD3B99A833}" presName="srcNode" presStyleLbl="node1" presStyleIdx="0" presStyleCnt="4"/>
      <dgm:spPr/>
    </dgm:pt>
    <dgm:pt modelId="{0263C80B-EF68-4B07-9006-1B10C82E944B}" type="pres">
      <dgm:prSet presAssocID="{38062674-5EF7-401E-9E91-FAAD3B99A833}" presName="conn" presStyleLbl="parChTrans1D2" presStyleIdx="0" presStyleCnt="1"/>
      <dgm:spPr/>
    </dgm:pt>
    <dgm:pt modelId="{39BE667D-BFFE-45CD-8B34-3FDFE3B49FB4}" type="pres">
      <dgm:prSet presAssocID="{38062674-5EF7-401E-9E91-FAAD3B99A833}" presName="extraNode" presStyleLbl="node1" presStyleIdx="0" presStyleCnt="4"/>
      <dgm:spPr/>
    </dgm:pt>
    <dgm:pt modelId="{ACB5FCB8-34B1-4DDE-8E3C-3DBE7FDE33D7}" type="pres">
      <dgm:prSet presAssocID="{38062674-5EF7-401E-9E91-FAAD3B99A833}" presName="dstNode" presStyleLbl="node1" presStyleIdx="0" presStyleCnt="4"/>
      <dgm:spPr/>
    </dgm:pt>
    <dgm:pt modelId="{D1B32D2A-E8E5-4FF5-88F3-CED3F6BAD1FD}" type="pres">
      <dgm:prSet presAssocID="{7EE3FEDE-993E-4D44-A55B-988183DA5FA8}" presName="text_1" presStyleLbl="node1" presStyleIdx="0" presStyleCnt="4">
        <dgm:presLayoutVars>
          <dgm:bulletEnabled val="1"/>
        </dgm:presLayoutVars>
      </dgm:prSet>
      <dgm:spPr/>
    </dgm:pt>
    <dgm:pt modelId="{5E205211-32A4-4DF8-9C9A-FD3B9428331E}" type="pres">
      <dgm:prSet presAssocID="{7EE3FEDE-993E-4D44-A55B-988183DA5FA8}" presName="accent_1" presStyleCnt="0"/>
      <dgm:spPr/>
    </dgm:pt>
    <dgm:pt modelId="{91D04A13-C324-4CDD-BB16-92021D894026}" type="pres">
      <dgm:prSet presAssocID="{7EE3FEDE-993E-4D44-A55B-988183DA5FA8}" presName="accentRepeatNode" presStyleLbl="solidFgAcc1" presStyleIdx="0" presStyleCnt="4"/>
      <dgm:spPr/>
    </dgm:pt>
    <dgm:pt modelId="{F3C4C144-D858-4F12-8137-06AE231297FD}" type="pres">
      <dgm:prSet presAssocID="{1BF16453-83FB-4AE7-85E6-53AAB2E7B881}" presName="text_2" presStyleLbl="node1" presStyleIdx="1" presStyleCnt="4">
        <dgm:presLayoutVars>
          <dgm:bulletEnabled val="1"/>
        </dgm:presLayoutVars>
      </dgm:prSet>
      <dgm:spPr/>
    </dgm:pt>
    <dgm:pt modelId="{BA88331D-6D5C-4452-BC61-E2D45267AA21}" type="pres">
      <dgm:prSet presAssocID="{1BF16453-83FB-4AE7-85E6-53AAB2E7B881}" presName="accent_2" presStyleCnt="0"/>
      <dgm:spPr/>
    </dgm:pt>
    <dgm:pt modelId="{F576E51D-2021-4A20-B11D-23BF099C8FCE}" type="pres">
      <dgm:prSet presAssocID="{1BF16453-83FB-4AE7-85E6-53AAB2E7B881}" presName="accentRepeatNode" presStyleLbl="solidFgAcc1" presStyleIdx="1" presStyleCnt="4"/>
      <dgm:spPr/>
    </dgm:pt>
    <dgm:pt modelId="{DD4DE5E1-D033-4AE3-B397-62649C8DA55C}" type="pres">
      <dgm:prSet presAssocID="{A94B16FF-EF5D-43A6-B91D-A84580AC71EB}" presName="text_3" presStyleLbl="node1" presStyleIdx="2" presStyleCnt="4">
        <dgm:presLayoutVars>
          <dgm:bulletEnabled val="1"/>
        </dgm:presLayoutVars>
      </dgm:prSet>
      <dgm:spPr/>
    </dgm:pt>
    <dgm:pt modelId="{01012C48-4004-4542-9FD1-3785D6C70F1C}" type="pres">
      <dgm:prSet presAssocID="{A94B16FF-EF5D-43A6-B91D-A84580AC71EB}" presName="accent_3" presStyleCnt="0"/>
      <dgm:spPr/>
    </dgm:pt>
    <dgm:pt modelId="{AD25AC8D-739D-4C40-8367-358AAF4C729E}" type="pres">
      <dgm:prSet presAssocID="{A94B16FF-EF5D-43A6-B91D-A84580AC71EB}" presName="accentRepeatNode" presStyleLbl="solidFgAcc1" presStyleIdx="2" presStyleCnt="4"/>
      <dgm:spPr/>
    </dgm:pt>
    <dgm:pt modelId="{310AD4C0-0010-4B5C-9BEA-5E83366633B5}" type="pres">
      <dgm:prSet presAssocID="{D81F83E5-2C32-4676-921A-F10B1638B8C1}" presName="text_4" presStyleLbl="node1" presStyleIdx="3" presStyleCnt="4">
        <dgm:presLayoutVars>
          <dgm:bulletEnabled val="1"/>
        </dgm:presLayoutVars>
      </dgm:prSet>
      <dgm:spPr/>
    </dgm:pt>
    <dgm:pt modelId="{19D4BE8A-CDC3-47A2-8C73-FC6F70F4BFF2}" type="pres">
      <dgm:prSet presAssocID="{D81F83E5-2C32-4676-921A-F10B1638B8C1}" presName="accent_4" presStyleCnt="0"/>
      <dgm:spPr/>
    </dgm:pt>
    <dgm:pt modelId="{4A754663-19E4-4F00-A271-B676B98122AE}" type="pres">
      <dgm:prSet presAssocID="{D81F83E5-2C32-4676-921A-F10B1638B8C1}" presName="accentRepeatNode" presStyleLbl="solidFgAcc1" presStyleIdx="3" presStyleCnt="4"/>
      <dgm:spPr/>
    </dgm:pt>
  </dgm:ptLst>
  <dgm:cxnLst>
    <dgm:cxn modelId="{55491E0E-652B-4BB3-834D-949F6230B08D}" type="presOf" srcId="{49C0787D-808E-41BD-8A0D-5E13E65817CC}" destId="{0263C80B-EF68-4B07-9006-1B10C82E944B}" srcOrd="0" destOrd="0" presId="urn:microsoft.com/office/officeart/2008/layout/VerticalCurvedList"/>
    <dgm:cxn modelId="{28224726-4625-4096-9228-32F1D15E057E}" type="presOf" srcId="{D81F83E5-2C32-4676-921A-F10B1638B8C1}" destId="{310AD4C0-0010-4B5C-9BEA-5E83366633B5}" srcOrd="0" destOrd="0" presId="urn:microsoft.com/office/officeart/2008/layout/VerticalCurvedList"/>
    <dgm:cxn modelId="{A050E73D-A784-430B-B16A-2465964F2070}" type="presOf" srcId="{7EE3FEDE-993E-4D44-A55B-988183DA5FA8}" destId="{D1B32D2A-E8E5-4FF5-88F3-CED3F6BAD1FD}" srcOrd="0" destOrd="0" presId="urn:microsoft.com/office/officeart/2008/layout/VerticalCurvedList"/>
    <dgm:cxn modelId="{0CAC6C4E-7DE5-4BBA-A5BF-9F3118B60D70}" type="presOf" srcId="{A94B16FF-EF5D-43A6-B91D-A84580AC71EB}" destId="{DD4DE5E1-D033-4AE3-B397-62649C8DA55C}" srcOrd="0" destOrd="0" presId="urn:microsoft.com/office/officeart/2008/layout/VerticalCurvedList"/>
    <dgm:cxn modelId="{C9FB9B5A-AC3A-455E-94DD-BF48E136AF76}" srcId="{38062674-5EF7-401E-9E91-FAAD3B99A833}" destId="{A94B16FF-EF5D-43A6-B91D-A84580AC71EB}" srcOrd="2" destOrd="0" parTransId="{9DF840AD-0998-45F1-AC00-ED3312E93021}" sibTransId="{73AB5374-1504-40B8-8E1A-A3B6B9C8217C}"/>
    <dgm:cxn modelId="{C1C9E27D-A465-4230-8C62-F5EC1D726AF0}" srcId="{38062674-5EF7-401E-9E91-FAAD3B99A833}" destId="{7EE3FEDE-993E-4D44-A55B-988183DA5FA8}" srcOrd="0" destOrd="0" parTransId="{57FDAA25-CC4E-4070-9DD7-4BA1BC10D101}" sibTransId="{49C0787D-808E-41BD-8A0D-5E13E65817CC}"/>
    <dgm:cxn modelId="{0126DC7E-8AD2-4229-8889-BC612A32CFB8}" type="presOf" srcId="{38062674-5EF7-401E-9E91-FAAD3B99A833}" destId="{C549E1B0-EA9F-4BDD-80AC-B990B9477E05}" srcOrd="0" destOrd="0" presId="urn:microsoft.com/office/officeart/2008/layout/VerticalCurvedList"/>
    <dgm:cxn modelId="{F5244181-8570-4371-912E-B7D44BEC8038}" srcId="{38062674-5EF7-401E-9E91-FAAD3B99A833}" destId="{1BF16453-83FB-4AE7-85E6-53AAB2E7B881}" srcOrd="1" destOrd="0" parTransId="{AF42E06A-00F2-46D2-860C-A2BE73B930E9}" sibTransId="{150AC636-0AFC-4C4A-84A2-45CB9C233C84}"/>
    <dgm:cxn modelId="{9C9B6C9C-7C01-4575-9B75-FB08B8AD3044}" type="presOf" srcId="{1BF16453-83FB-4AE7-85E6-53AAB2E7B881}" destId="{F3C4C144-D858-4F12-8137-06AE231297FD}" srcOrd="0" destOrd="0" presId="urn:microsoft.com/office/officeart/2008/layout/VerticalCurvedList"/>
    <dgm:cxn modelId="{6D7DF2D1-39CD-43F1-B4D7-3D53E5F23C11}" srcId="{38062674-5EF7-401E-9E91-FAAD3B99A833}" destId="{D81F83E5-2C32-4676-921A-F10B1638B8C1}" srcOrd="3" destOrd="0" parTransId="{56825311-6BB9-4BBA-96E7-2E375A55AAD1}" sibTransId="{9FE3B798-C821-4DC0-89C2-3FBBC8155767}"/>
    <dgm:cxn modelId="{25894155-440D-4657-B28E-DD025FDCAF01}" type="presParOf" srcId="{C549E1B0-EA9F-4BDD-80AC-B990B9477E05}" destId="{3C1F7070-C896-40A9-8A29-A63364626772}" srcOrd="0" destOrd="0" presId="urn:microsoft.com/office/officeart/2008/layout/VerticalCurvedList"/>
    <dgm:cxn modelId="{1FEBEB50-BEAA-44F6-B1FD-62ACA6F4F589}" type="presParOf" srcId="{3C1F7070-C896-40A9-8A29-A63364626772}" destId="{D64FFB9B-1949-4206-925C-08A13F1E5998}" srcOrd="0" destOrd="0" presId="urn:microsoft.com/office/officeart/2008/layout/VerticalCurvedList"/>
    <dgm:cxn modelId="{8C5F5DC5-F157-41E0-AFCF-B5A7D2176B43}" type="presParOf" srcId="{D64FFB9B-1949-4206-925C-08A13F1E5998}" destId="{F2C989A4-4EEC-4D7D-A8EA-FC313851A008}" srcOrd="0" destOrd="0" presId="urn:microsoft.com/office/officeart/2008/layout/VerticalCurvedList"/>
    <dgm:cxn modelId="{393FE96C-3BF6-466F-AA1B-DC876C91AEE8}" type="presParOf" srcId="{D64FFB9B-1949-4206-925C-08A13F1E5998}" destId="{0263C80B-EF68-4B07-9006-1B10C82E944B}" srcOrd="1" destOrd="0" presId="urn:microsoft.com/office/officeart/2008/layout/VerticalCurvedList"/>
    <dgm:cxn modelId="{CE051AFC-4076-4E3E-8A7B-1D18080360D6}" type="presParOf" srcId="{D64FFB9B-1949-4206-925C-08A13F1E5998}" destId="{39BE667D-BFFE-45CD-8B34-3FDFE3B49FB4}" srcOrd="2" destOrd="0" presId="urn:microsoft.com/office/officeart/2008/layout/VerticalCurvedList"/>
    <dgm:cxn modelId="{B54BCE85-8629-4FEB-B15C-D002EA52DBF5}" type="presParOf" srcId="{D64FFB9B-1949-4206-925C-08A13F1E5998}" destId="{ACB5FCB8-34B1-4DDE-8E3C-3DBE7FDE33D7}" srcOrd="3" destOrd="0" presId="urn:microsoft.com/office/officeart/2008/layout/VerticalCurvedList"/>
    <dgm:cxn modelId="{9434FBAA-3876-4E71-8129-926C55513735}" type="presParOf" srcId="{3C1F7070-C896-40A9-8A29-A63364626772}" destId="{D1B32D2A-E8E5-4FF5-88F3-CED3F6BAD1FD}" srcOrd="1" destOrd="0" presId="urn:microsoft.com/office/officeart/2008/layout/VerticalCurvedList"/>
    <dgm:cxn modelId="{EB51FA05-49BC-4DCF-85A4-5ED7010AA137}" type="presParOf" srcId="{3C1F7070-C896-40A9-8A29-A63364626772}" destId="{5E205211-32A4-4DF8-9C9A-FD3B9428331E}" srcOrd="2" destOrd="0" presId="urn:microsoft.com/office/officeart/2008/layout/VerticalCurvedList"/>
    <dgm:cxn modelId="{02B4DC23-6A0D-4F18-809C-FECA761C6316}" type="presParOf" srcId="{5E205211-32A4-4DF8-9C9A-FD3B9428331E}" destId="{91D04A13-C324-4CDD-BB16-92021D894026}" srcOrd="0" destOrd="0" presId="urn:microsoft.com/office/officeart/2008/layout/VerticalCurvedList"/>
    <dgm:cxn modelId="{A63D0B1D-5055-423B-A40C-6C2814F053A2}" type="presParOf" srcId="{3C1F7070-C896-40A9-8A29-A63364626772}" destId="{F3C4C144-D858-4F12-8137-06AE231297FD}" srcOrd="3" destOrd="0" presId="urn:microsoft.com/office/officeart/2008/layout/VerticalCurvedList"/>
    <dgm:cxn modelId="{09C85AE0-9457-4DBF-BF94-6CFE86468B04}" type="presParOf" srcId="{3C1F7070-C896-40A9-8A29-A63364626772}" destId="{BA88331D-6D5C-4452-BC61-E2D45267AA21}" srcOrd="4" destOrd="0" presId="urn:microsoft.com/office/officeart/2008/layout/VerticalCurvedList"/>
    <dgm:cxn modelId="{43222C90-F1A3-4154-8A5B-79151F03276D}" type="presParOf" srcId="{BA88331D-6D5C-4452-BC61-E2D45267AA21}" destId="{F576E51D-2021-4A20-B11D-23BF099C8FCE}" srcOrd="0" destOrd="0" presId="urn:microsoft.com/office/officeart/2008/layout/VerticalCurvedList"/>
    <dgm:cxn modelId="{2562ABEE-7330-4276-88A1-BB5E70A40C71}" type="presParOf" srcId="{3C1F7070-C896-40A9-8A29-A63364626772}" destId="{DD4DE5E1-D033-4AE3-B397-62649C8DA55C}" srcOrd="5" destOrd="0" presId="urn:microsoft.com/office/officeart/2008/layout/VerticalCurvedList"/>
    <dgm:cxn modelId="{03AA4C4D-6FBB-4BE8-BE50-6F7863187841}" type="presParOf" srcId="{3C1F7070-C896-40A9-8A29-A63364626772}" destId="{01012C48-4004-4542-9FD1-3785D6C70F1C}" srcOrd="6" destOrd="0" presId="urn:microsoft.com/office/officeart/2008/layout/VerticalCurvedList"/>
    <dgm:cxn modelId="{8561491F-3178-4F46-809D-25B037304565}" type="presParOf" srcId="{01012C48-4004-4542-9FD1-3785D6C70F1C}" destId="{AD25AC8D-739D-4C40-8367-358AAF4C729E}" srcOrd="0" destOrd="0" presId="urn:microsoft.com/office/officeart/2008/layout/VerticalCurvedList"/>
    <dgm:cxn modelId="{4E132F15-39B4-4F9A-8CBD-617FA3F4CE01}" type="presParOf" srcId="{3C1F7070-C896-40A9-8A29-A63364626772}" destId="{310AD4C0-0010-4B5C-9BEA-5E83366633B5}" srcOrd="7" destOrd="0" presId="urn:microsoft.com/office/officeart/2008/layout/VerticalCurvedList"/>
    <dgm:cxn modelId="{13D03546-63E4-4401-A510-CC275815FB67}" type="presParOf" srcId="{3C1F7070-C896-40A9-8A29-A63364626772}" destId="{19D4BE8A-CDC3-47A2-8C73-FC6F70F4BFF2}" srcOrd="8" destOrd="0" presId="urn:microsoft.com/office/officeart/2008/layout/VerticalCurvedList"/>
    <dgm:cxn modelId="{4F114609-B403-4171-9472-6CA6EB418DD4}" type="presParOf" srcId="{19D4BE8A-CDC3-47A2-8C73-FC6F70F4BFF2}" destId="{4A754663-19E4-4F00-A271-B676B98122AE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E5EE80C-5DF4-4B3D-B3CA-D83BA2E4AFB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B1D5051-1E6B-419C-8C5B-B6DDD4C00EE1}">
      <dgm:prSet/>
      <dgm:spPr/>
      <dgm:t>
        <a:bodyPr/>
        <a:lstStyle/>
        <a:p>
          <a:r>
            <a:rPr lang="ru-RU" b="0" i="0"/>
            <a:t>Ліквідація Великого князівства Литовського, перетворення його земель на провінції Польського королівства.</a:t>
          </a:r>
          <a:endParaRPr lang="uk-UA"/>
        </a:p>
      </dgm:t>
    </dgm:pt>
    <dgm:pt modelId="{7BD43B9E-E40F-471E-A56E-2D9741F72F74}" type="parTrans" cxnId="{3C0FD332-C06D-4E54-BD36-3221D2F36054}">
      <dgm:prSet/>
      <dgm:spPr/>
      <dgm:t>
        <a:bodyPr/>
        <a:lstStyle/>
        <a:p>
          <a:endParaRPr lang="uk-UA"/>
        </a:p>
      </dgm:t>
    </dgm:pt>
    <dgm:pt modelId="{3052981C-9DF9-4880-882B-FBBB8A26405E}" type="sibTrans" cxnId="{3C0FD332-C06D-4E54-BD36-3221D2F36054}">
      <dgm:prSet/>
      <dgm:spPr/>
      <dgm:t>
        <a:bodyPr/>
        <a:lstStyle/>
        <a:p>
          <a:endParaRPr lang="uk-UA"/>
        </a:p>
      </dgm:t>
    </dgm:pt>
    <dgm:pt modelId="{CE719537-E231-42A5-BF2B-B72808A6FF09}">
      <dgm:prSet/>
      <dgm:spPr/>
      <dgm:t>
        <a:bodyPr/>
        <a:lstStyle/>
        <a:p>
          <a:r>
            <a:rPr lang="ru-RU" b="0" i="0"/>
            <a:t>Зміцнення союзу Великого князівства Литовського та Польського королівства під час боротьби проти Тевтонського ордену.</a:t>
          </a:r>
          <a:endParaRPr lang="uk-UA"/>
        </a:p>
      </dgm:t>
    </dgm:pt>
    <dgm:pt modelId="{281C0CB9-CA1C-4FFE-AEBE-6F2EBD094AFA}" type="parTrans" cxnId="{CD9973A4-7315-4BD4-9CC4-96E8ED8CB70E}">
      <dgm:prSet/>
      <dgm:spPr/>
      <dgm:t>
        <a:bodyPr/>
        <a:lstStyle/>
        <a:p>
          <a:endParaRPr lang="uk-UA"/>
        </a:p>
      </dgm:t>
    </dgm:pt>
    <dgm:pt modelId="{CAD1526F-ADF8-48DE-AEA2-384DED0C66EC}" type="sibTrans" cxnId="{CD9973A4-7315-4BD4-9CC4-96E8ED8CB70E}">
      <dgm:prSet/>
      <dgm:spPr/>
      <dgm:t>
        <a:bodyPr/>
        <a:lstStyle/>
        <a:p>
          <a:endParaRPr lang="uk-UA"/>
        </a:p>
      </dgm:t>
    </dgm:pt>
    <dgm:pt modelId="{EB00BCD9-721B-4F69-9DC4-F0A384CD3C09}" type="pres">
      <dgm:prSet presAssocID="{1E5EE80C-5DF4-4B3D-B3CA-D83BA2E4AFB4}" presName="linear" presStyleCnt="0">
        <dgm:presLayoutVars>
          <dgm:animLvl val="lvl"/>
          <dgm:resizeHandles val="exact"/>
        </dgm:presLayoutVars>
      </dgm:prSet>
      <dgm:spPr/>
    </dgm:pt>
    <dgm:pt modelId="{BD86D3B1-C91E-41C1-84CB-1879B97E148C}" type="pres">
      <dgm:prSet presAssocID="{1B1D5051-1E6B-419C-8C5B-B6DDD4C00EE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58AEB05-BD2A-4CD2-8BF4-9B171ADBFB6B}" type="pres">
      <dgm:prSet presAssocID="{3052981C-9DF9-4880-882B-FBBB8A26405E}" presName="spacer" presStyleCnt="0"/>
      <dgm:spPr/>
    </dgm:pt>
    <dgm:pt modelId="{225757E2-D81A-4483-877B-A48678449227}" type="pres">
      <dgm:prSet presAssocID="{CE719537-E231-42A5-BF2B-B72808A6FF09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4BF0C529-46E3-4B99-AFEB-0C24E00DDEF0}" type="presOf" srcId="{1B1D5051-1E6B-419C-8C5B-B6DDD4C00EE1}" destId="{BD86D3B1-C91E-41C1-84CB-1879B97E148C}" srcOrd="0" destOrd="0" presId="urn:microsoft.com/office/officeart/2005/8/layout/vList2"/>
    <dgm:cxn modelId="{3C0FD332-C06D-4E54-BD36-3221D2F36054}" srcId="{1E5EE80C-5DF4-4B3D-B3CA-D83BA2E4AFB4}" destId="{1B1D5051-1E6B-419C-8C5B-B6DDD4C00EE1}" srcOrd="0" destOrd="0" parTransId="{7BD43B9E-E40F-471E-A56E-2D9741F72F74}" sibTransId="{3052981C-9DF9-4880-882B-FBBB8A26405E}"/>
    <dgm:cxn modelId="{CD9973A4-7315-4BD4-9CC4-96E8ED8CB70E}" srcId="{1E5EE80C-5DF4-4B3D-B3CA-D83BA2E4AFB4}" destId="{CE719537-E231-42A5-BF2B-B72808A6FF09}" srcOrd="1" destOrd="0" parTransId="{281C0CB9-CA1C-4FFE-AEBE-6F2EBD094AFA}" sibTransId="{CAD1526F-ADF8-48DE-AEA2-384DED0C66EC}"/>
    <dgm:cxn modelId="{0FEF5AAA-F3D8-4611-9DBE-01DBF86776AC}" type="presOf" srcId="{CE719537-E231-42A5-BF2B-B72808A6FF09}" destId="{225757E2-D81A-4483-877B-A48678449227}" srcOrd="0" destOrd="0" presId="urn:microsoft.com/office/officeart/2005/8/layout/vList2"/>
    <dgm:cxn modelId="{4D77CAFF-AA77-44A6-AFF7-82D29ADB554A}" type="presOf" srcId="{1E5EE80C-5DF4-4B3D-B3CA-D83BA2E4AFB4}" destId="{EB00BCD9-721B-4F69-9DC4-F0A384CD3C09}" srcOrd="0" destOrd="0" presId="urn:microsoft.com/office/officeart/2005/8/layout/vList2"/>
    <dgm:cxn modelId="{7EE78EFE-9F70-4DCA-8571-E80AFCDFE291}" type="presParOf" srcId="{EB00BCD9-721B-4F69-9DC4-F0A384CD3C09}" destId="{BD86D3B1-C91E-41C1-84CB-1879B97E148C}" srcOrd="0" destOrd="0" presId="urn:microsoft.com/office/officeart/2005/8/layout/vList2"/>
    <dgm:cxn modelId="{EDA68A2E-AC71-48F1-BD93-DC7C18FDF27B}" type="presParOf" srcId="{EB00BCD9-721B-4F69-9DC4-F0A384CD3C09}" destId="{B58AEB05-BD2A-4CD2-8BF4-9B171ADBFB6B}" srcOrd="1" destOrd="0" presId="urn:microsoft.com/office/officeart/2005/8/layout/vList2"/>
    <dgm:cxn modelId="{5380EBD8-C2E7-4C67-BEB7-7148DC5B709A}" type="presParOf" srcId="{EB00BCD9-721B-4F69-9DC4-F0A384CD3C09}" destId="{225757E2-D81A-4483-877B-A48678449227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3E804EBC-3E22-4F12-88CA-19E147CA2DF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A895A5F-369D-479F-B9B7-3C3AFF819551}">
      <dgm:prSet/>
      <dgm:spPr/>
      <dgm:t>
        <a:bodyPr/>
        <a:lstStyle/>
        <a:p>
          <a:r>
            <a:rPr lang="ru-RU" b="0" i="0"/>
            <a:t>Уніфікація адміністративно-територіального устрою Великого князівства Литовського за польським зразком.</a:t>
          </a:r>
          <a:endParaRPr lang="uk-UA"/>
        </a:p>
      </dgm:t>
    </dgm:pt>
    <dgm:pt modelId="{C7A90D3D-8F26-4556-934D-575BEBD62EFA}" type="parTrans" cxnId="{2605CEAA-809D-4AF7-9D02-F4A820EB2F5C}">
      <dgm:prSet/>
      <dgm:spPr/>
      <dgm:t>
        <a:bodyPr/>
        <a:lstStyle/>
        <a:p>
          <a:endParaRPr lang="uk-UA"/>
        </a:p>
      </dgm:t>
    </dgm:pt>
    <dgm:pt modelId="{2BC7CACE-8D31-425D-91CC-3D94B1612E26}" type="sibTrans" cxnId="{2605CEAA-809D-4AF7-9D02-F4A820EB2F5C}">
      <dgm:prSet/>
      <dgm:spPr/>
      <dgm:t>
        <a:bodyPr/>
        <a:lstStyle/>
        <a:p>
          <a:endParaRPr lang="uk-UA"/>
        </a:p>
      </dgm:t>
    </dgm:pt>
    <dgm:pt modelId="{457E1659-3F03-43B6-B9E6-2BB4C81A80E5}">
      <dgm:prSet/>
      <dgm:spPr/>
      <dgm:t>
        <a:bodyPr/>
        <a:lstStyle/>
        <a:p>
          <a:r>
            <a:rPr lang="ru-RU" b="0" i="0"/>
            <a:t>Включення українських земель до складу Польського королівства, згуртування українського народу в межах однієї держави.</a:t>
          </a:r>
          <a:endParaRPr lang="uk-UA"/>
        </a:p>
      </dgm:t>
    </dgm:pt>
    <dgm:pt modelId="{3F7AD36F-3C2A-4191-950D-8FA1E923B3AE}" type="parTrans" cxnId="{BF427BEA-C136-4A55-92D7-8D04738F3689}">
      <dgm:prSet/>
      <dgm:spPr/>
      <dgm:t>
        <a:bodyPr/>
        <a:lstStyle/>
        <a:p>
          <a:endParaRPr lang="uk-UA"/>
        </a:p>
      </dgm:t>
    </dgm:pt>
    <dgm:pt modelId="{62C2B9A8-193F-472D-A8CC-A72C23DAEC8B}" type="sibTrans" cxnId="{BF427BEA-C136-4A55-92D7-8D04738F3689}">
      <dgm:prSet/>
      <dgm:spPr/>
      <dgm:t>
        <a:bodyPr/>
        <a:lstStyle/>
        <a:p>
          <a:endParaRPr lang="uk-UA"/>
        </a:p>
      </dgm:t>
    </dgm:pt>
    <dgm:pt modelId="{20F11DF8-7F67-43D6-9F77-A7671A3452E7}" type="pres">
      <dgm:prSet presAssocID="{3E804EBC-3E22-4F12-88CA-19E147CA2DF8}" presName="linear" presStyleCnt="0">
        <dgm:presLayoutVars>
          <dgm:animLvl val="lvl"/>
          <dgm:resizeHandles val="exact"/>
        </dgm:presLayoutVars>
      </dgm:prSet>
      <dgm:spPr/>
    </dgm:pt>
    <dgm:pt modelId="{C7B1C7EE-D31B-49CC-986C-F218EE5DA9D8}" type="pres">
      <dgm:prSet presAssocID="{4A895A5F-369D-479F-B9B7-3C3AFF81955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391C9F0-3734-4463-8E5C-D969B83AD76B}" type="pres">
      <dgm:prSet presAssocID="{2BC7CACE-8D31-425D-91CC-3D94B1612E26}" presName="spacer" presStyleCnt="0"/>
      <dgm:spPr/>
    </dgm:pt>
    <dgm:pt modelId="{89CBCEAF-390A-4924-9960-C1A922FA6DAE}" type="pres">
      <dgm:prSet presAssocID="{457E1659-3F03-43B6-B9E6-2BB4C81A80E5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99F6875E-C0F1-4EC7-8D76-3721FEC8FBC0}" type="presOf" srcId="{3E804EBC-3E22-4F12-88CA-19E147CA2DF8}" destId="{20F11DF8-7F67-43D6-9F77-A7671A3452E7}" srcOrd="0" destOrd="0" presId="urn:microsoft.com/office/officeart/2005/8/layout/vList2"/>
    <dgm:cxn modelId="{2605CEAA-809D-4AF7-9D02-F4A820EB2F5C}" srcId="{3E804EBC-3E22-4F12-88CA-19E147CA2DF8}" destId="{4A895A5F-369D-479F-B9B7-3C3AFF819551}" srcOrd="0" destOrd="0" parTransId="{C7A90D3D-8F26-4556-934D-575BEBD62EFA}" sibTransId="{2BC7CACE-8D31-425D-91CC-3D94B1612E26}"/>
    <dgm:cxn modelId="{6592A4C8-8A36-4AF6-BB60-0BBD05EB5624}" type="presOf" srcId="{4A895A5F-369D-479F-B9B7-3C3AFF819551}" destId="{C7B1C7EE-D31B-49CC-986C-F218EE5DA9D8}" srcOrd="0" destOrd="0" presId="urn:microsoft.com/office/officeart/2005/8/layout/vList2"/>
    <dgm:cxn modelId="{C85DF2D4-44E7-4B88-8A00-7265A19618B4}" type="presOf" srcId="{457E1659-3F03-43B6-B9E6-2BB4C81A80E5}" destId="{89CBCEAF-390A-4924-9960-C1A922FA6DAE}" srcOrd="0" destOrd="0" presId="urn:microsoft.com/office/officeart/2005/8/layout/vList2"/>
    <dgm:cxn modelId="{BF427BEA-C136-4A55-92D7-8D04738F3689}" srcId="{3E804EBC-3E22-4F12-88CA-19E147CA2DF8}" destId="{457E1659-3F03-43B6-B9E6-2BB4C81A80E5}" srcOrd="1" destOrd="0" parTransId="{3F7AD36F-3C2A-4191-950D-8FA1E923B3AE}" sibTransId="{62C2B9A8-193F-472D-A8CC-A72C23DAEC8B}"/>
    <dgm:cxn modelId="{33FBF79C-B452-4634-8DE3-4270E4681512}" type="presParOf" srcId="{20F11DF8-7F67-43D6-9F77-A7671A3452E7}" destId="{C7B1C7EE-D31B-49CC-986C-F218EE5DA9D8}" srcOrd="0" destOrd="0" presId="urn:microsoft.com/office/officeart/2005/8/layout/vList2"/>
    <dgm:cxn modelId="{9EE68F81-3D56-4238-9FBA-1A4F38EB8372}" type="presParOf" srcId="{20F11DF8-7F67-43D6-9F77-A7671A3452E7}" destId="{E391C9F0-3734-4463-8E5C-D969B83AD76B}" srcOrd="1" destOrd="0" presId="urn:microsoft.com/office/officeart/2005/8/layout/vList2"/>
    <dgm:cxn modelId="{C5B8AD5B-7EA3-4F35-959A-0F56765569E0}" type="presParOf" srcId="{20F11DF8-7F67-43D6-9F77-A7671A3452E7}" destId="{89CBCEAF-390A-4924-9960-C1A922FA6DAE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48FA4E6-6F96-4891-A36D-6CB4C336DFC3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C89D149-2802-4511-9F6C-78FF18705EB3}">
      <dgm:prSet/>
      <dgm:spPr/>
      <dgm:t>
        <a:bodyPr/>
        <a:lstStyle/>
        <a:p>
          <a:r>
            <a:rPr lang="uk-UA" b="0" i="0"/>
            <a:t>укладення Кревської унії</a:t>
          </a:r>
          <a:endParaRPr lang="uk-UA"/>
        </a:p>
      </dgm:t>
    </dgm:pt>
    <dgm:pt modelId="{D2A034BC-C793-4868-8B2D-6E4E04995963}" type="parTrans" cxnId="{73EAC63D-DCCC-4057-8E44-7E71AB726966}">
      <dgm:prSet/>
      <dgm:spPr/>
      <dgm:t>
        <a:bodyPr/>
        <a:lstStyle/>
        <a:p>
          <a:endParaRPr lang="uk-UA"/>
        </a:p>
      </dgm:t>
    </dgm:pt>
    <dgm:pt modelId="{21811949-A53F-4087-B970-0A967A188AD9}" type="sibTrans" cxnId="{73EAC63D-DCCC-4057-8E44-7E71AB726966}">
      <dgm:prSet/>
      <dgm:spPr/>
      <dgm:t>
        <a:bodyPr/>
        <a:lstStyle/>
        <a:p>
          <a:endParaRPr lang="uk-UA"/>
        </a:p>
      </dgm:t>
    </dgm:pt>
    <dgm:pt modelId="{01A9A487-6D35-44E4-AEB0-8D70B8B9C1C0}">
      <dgm:prSet/>
      <dgm:spPr/>
      <dgm:t>
        <a:bodyPr/>
        <a:lstStyle/>
        <a:p>
          <a:r>
            <a:rPr lang="uk-UA" b="0" i="0"/>
            <a:t>утворення Речі Посполитої</a:t>
          </a:r>
          <a:endParaRPr lang="uk-UA"/>
        </a:p>
      </dgm:t>
    </dgm:pt>
    <dgm:pt modelId="{5D0780F7-52D4-40C8-A462-D1EAAF65337B}" type="parTrans" cxnId="{99E66213-4283-44E3-9937-63F44102794D}">
      <dgm:prSet/>
      <dgm:spPr/>
      <dgm:t>
        <a:bodyPr/>
        <a:lstStyle/>
        <a:p>
          <a:endParaRPr lang="uk-UA"/>
        </a:p>
      </dgm:t>
    </dgm:pt>
    <dgm:pt modelId="{4F47C910-62E7-429B-BAE1-E97B254E77E0}" type="sibTrans" cxnId="{99E66213-4283-44E3-9937-63F44102794D}">
      <dgm:prSet/>
      <dgm:spPr/>
      <dgm:t>
        <a:bodyPr/>
        <a:lstStyle/>
        <a:p>
          <a:endParaRPr lang="uk-UA"/>
        </a:p>
      </dgm:t>
    </dgm:pt>
    <dgm:pt modelId="{8FBA63FD-EDB2-41ED-B8CE-B51273D6D587}">
      <dgm:prSet/>
      <dgm:spPr/>
      <dgm:t>
        <a:bodyPr/>
        <a:lstStyle/>
        <a:p>
          <a:r>
            <a:rPr lang="uk-UA" b="0" i="0"/>
            <a:t>заснування греко-католицької церкви</a:t>
          </a:r>
          <a:endParaRPr lang="uk-UA"/>
        </a:p>
      </dgm:t>
    </dgm:pt>
    <dgm:pt modelId="{260DC98F-CF8E-4E8B-B2B7-791071B80C9C}" type="parTrans" cxnId="{E59DBEF3-8C1F-48FF-80F8-F365A5A61360}">
      <dgm:prSet/>
      <dgm:spPr/>
      <dgm:t>
        <a:bodyPr/>
        <a:lstStyle/>
        <a:p>
          <a:endParaRPr lang="uk-UA"/>
        </a:p>
      </dgm:t>
    </dgm:pt>
    <dgm:pt modelId="{ED94A2D0-8498-44E9-A98D-368D31006777}" type="sibTrans" cxnId="{E59DBEF3-8C1F-48FF-80F8-F365A5A61360}">
      <dgm:prSet/>
      <dgm:spPr/>
      <dgm:t>
        <a:bodyPr/>
        <a:lstStyle/>
        <a:p>
          <a:endParaRPr lang="uk-UA"/>
        </a:p>
      </dgm:t>
    </dgm:pt>
    <dgm:pt modelId="{EA897FBC-0537-4559-B41D-76E79BD27830}">
      <dgm:prSet/>
      <dgm:spPr/>
      <dgm:t>
        <a:bodyPr/>
        <a:lstStyle/>
        <a:p>
          <a:r>
            <a:rPr lang="uk-UA" b="0" i="0"/>
            <a:t>ліквідацію Київського удільного князівства</a:t>
          </a:r>
          <a:endParaRPr lang="uk-UA"/>
        </a:p>
      </dgm:t>
    </dgm:pt>
    <dgm:pt modelId="{531FBB68-22C5-4D28-9EBA-286F67957149}" type="parTrans" cxnId="{1E2FC5A0-5BD0-4BCC-A62B-C982CDB86558}">
      <dgm:prSet/>
      <dgm:spPr/>
      <dgm:t>
        <a:bodyPr/>
        <a:lstStyle/>
        <a:p>
          <a:endParaRPr lang="uk-UA"/>
        </a:p>
      </dgm:t>
    </dgm:pt>
    <dgm:pt modelId="{2E4BCA2A-0CD1-4172-A7B3-7A509251F635}" type="sibTrans" cxnId="{1E2FC5A0-5BD0-4BCC-A62B-C982CDB86558}">
      <dgm:prSet/>
      <dgm:spPr/>
      <dgm:t>
        <a:bodyPr/>
        <a:lstStyle/>
        <a:p>
          <a:endParaRPr lang="uk-UA"/>
        </a:p>
      </dgm:t>
    </dgm:pt>
    <dgm:pt modelId="{3D05D05C-23A2-46E7-9F39-60DC754B9B5B}" type="pres">
      <dgm:prSet presAssocID="{048FA4E6-6F96-4891-A36D-6CB4C336DFC3}" presName="Name0" presStyleCnt="0">
        <dgm:presLayoutVars>
          <dgm:chMax val="7"/>
          <dgm:chPref val="7"/>
          <dgm:dir/>
        </dgm:presLayoutVars>
      </dgm:prSet>
      <dgm:spPr/>
    </dgm:pt>
    <dgm:pt modelId="{C2BF6410-EF93-4A15-8201-376CC43F5A47}" type="pres">
      <dgm:prSet presAssocID="{048FA4E6-6F96-4891-A36D-6CB4C336DFC3}" presName="Name1" presStyleCnt="0"/>
      <dgm:spPr/>
    </dgm:pt>
    <dgm:pt modelId="{4747221B-0A55-4FD4-80CA-FE862E5AFC90}" type="pres">
      <dgm:prSet presAssocID="{048FA4E6-6F96-4891-A36D-6CB4C336DFC3}" presName="cycle" presStyleCnt="0"/>
      <dgm:spPr/>
    </dgm:pt>
    <dgm:pt modelId="{B92D5CB6-3B17-488E-A76F-4BBE9B371D89}" type="pres">
      <dgm:prSet presAssocID="{048FA4E6-6F96-4891-A36D-6CB4C336DFC3}" presName="srcNode" presStyleLbl="node1" presStyleIdx="0" presStyleCnt="4"/>
      <dgm:spPr/>
    </dgm:pt>
    <dgm:pt modelId="{0DECA7EB-D7EE-4438-B94B-DDA3044F8318}" type="pres">
      <dgm:prSet presAssocID="{048FA4E6-6F96-4891-A36D-6CB4C336DFC3}" presName="conn" presStyleLbl="parChTrans1D2" presStyleIdx="0" presStyleCnt="1"/>
      <dgm:spPr/>
    </dgm:pt>
    <dgm:pt modelId="{5D7CD843-480B-48BC-B97A-6B7059788056}" type="pres">
      <dgm:prSet presAssocID="{048FA4E6-6F96-4891-A36D-6CB4C336DFC3}" presName="extraNode" presStyleLbl="node1" presStyleIdx="0" presStyleCnt="4"/>
      <dgm:spPr/>
    </dgm:pt>
    <dgm:pt modelId="{6D755470-9DA9-4C47-A561-38049788574C}" type="pres">
      <dgm:prSet presAssocID="{048FA4E6-6F96-4891-A36D-6CB4C336DFC3}" presName="dstNode" presStyleLbl="node1" presStyleIdx="0" presStyleCnt="4"/>
      <dgm:spPr/>
    </dgm:pt>
    <dgm:pt modelId="{D9E6C8D5-CC9B-4E2A-8E6D-569E0B0ADB2F}" type="pres">
      <dgm:prSet presAssocID="{EC89D149-2802-4511-9F6C-78FF18705EB3}" presName="text_1" presStyleLbl="node1" presStyleIdx="0" presStyleCnt="4">
        <dgm:presLayoutVars>
          <dgm:bulletEnabled val="1"/>
        </dgm:presLayoutVars>
      </dgm:prSet>
      <dgm:spPr/>
    </dgm:pt>
    <dgm:pt modelId="{A06183A8-7936-408D-86B2-D5AFA9DB2929}" type="pres">
      <dgm:prSet presAssocID="{EC89D149-2802-4511-9F6C-78FF18705EB3}" presName="accent_1" presStyleCnt="0"/>
      <dgm:spPr/>
    </dgm:pt>
    <dgm:pt modelId="{7413EDCF-C8EB-4C04-834E-CCBCAEB4A295}" type="pres">
      <dgm:prSet presAssocID="{EC89D149-2802-4511-9F6C-78FF18705EB3}" presName="accentRepeatNode" presStyleLbl="solidFgAcc1" presStyleIdx="0" presStyleCnt="4"/>
      <dgm:spPr/>
    </dgm:pt>
    <dgm:pt modelId="{C6779F86-0697-4E11-9B3E-10A782B9E9FB}" type="pres">
      <dgm:prSet presAssocID="{01A9A487-6D35-44E4-AEB0-8D70B8B9C1C0}" presName="text_2" presStyleLbl="node1" presStyleIdx="1" presStyleCnt="4">
        <dgm:presLayoutVars>
          <dgm:bulletEnabled val="1"/>
        </dgm:presLayoutVars>
      </dgm:prSet>
      <dgm:spPr/>
    </dgm:pt>
    <dgm:pt modelId="{08080B90-673D-46CC-BE28-06FE29467B6C}" type="pres">
      <dgm:prSet presAssocID="{01A9A487-6D35-44E4-AEB0-8D70B8B9C1C0}" presName="accent_2" presStyleCnt="0"/>
      <dgm:spPr/>
    </dgm:pt>
    <dgm:pt modelId="{2564CF99-B029-4A8C-8F25-BA3432666B5F}" type="pres">
      <dgm:prSet presAssocID="{01A9A487-6D35-44E4-AEB0-8D70B8B9C1C0}" presName="accentRepeatNode" presStyleLbl="solidFgAcc1" presStyleIdx="1" presStyleCnt="4"/>
      <dgm:spPr/>
    </dgm:pt>
    <dgm:pt modelId="{544256D8-963E-4946-B1CD-66F9D15EF98C}" type="pres">
      <dgm:prSet presAssocID="{8FBA63FD-EDB2-41ED-B8CE-B51273D6D587}" presName="text_3" presStyleLbl="node1" presStyleIdx="2" presStyleCnt="4">
        <dgm:presLayoutVars>
          <dgm:bulletEnabled val="1"/>
        </dgm:presLayoutVars>
      </dgm:prSet>
      <dgm:spPr/>
    </dgm:pt>
    <dgm:pt modelId="{CC6570EF-C280-4CF0-9CF6-8677AB77F3E6}" type="pres">
      <dgm:prSet presAssocID="{8FBA63FD-EDB2-41ED-B8CE-B51273D6D587}" presName="accent_3" presStyleCnt="0"/>
      <dgm:spPr/>
    </dgm:pt>
    <dgm:pt modelId="{68C386B3-FADB-43CC-B8B0-EF107D104CAC}" type="pres">
      <dgm:prSet presAssocID="{8FBA63FD-EDB2-41ED-B8CE-B51273D6D587}" presName="accentRepeatNode" presStyleLbl="solidFgAcc1" presStyleIdx="2" presStyleCnt="4"/>
      <dgm:spPr/>
    </dgm:pt>
    <dgm:pt modelId="{5E93C98C-25CE-45DA-B08E-1046B2B72A55}" type="pres">
      <dgm:prSet presAssocID="{EA897FBC-0537-4559-B41D-76E79BD27830}" presName="text_4" presStyleLbl="node1" presStyleIdx="3" presStyleCnt="4">
        <dgm:presLayoutVars>
          <dgm:bulletEnabled val="1"/>
        </dgm:presLayoutVars>
      </dgm:prSet>
      <dgm:spPr/>
    </dgm:pt>
    <dgm:pt modelId="{45F67803-7D05-4519-983B-BC5EA58EC179}" type="pres">
      <dgm:prSet presAssocID="{EA897FBC-0537-4559-B41D-76E79BD27830}" presName="accent_4" presStyleCnt="0"/>
      <dgm:spPr/>
    </dgm:pt>
    <dgm:pt modelId="{8244BED0-35A0-41AB-AB14-562E6097CA65}" type="pres">
      <dgm:prSet presAssocID="{EA897FBC-0537-4559-B41D-76E79BD27830}" presName="accentRepeatNode" presStyleLbl="solidFgAcc1" presStyleIdx="3" presStyleCnt="4"/>
      <dgm:spPr/>
    </dgm:pt>
  </dgm:ptLst>
  <dgm:cxnLst>
    <dgm:cxn modelId="{A8413205-1D4F-4FBC-83A9-3D800401F7DD}" type="presOf" srcId="{048FA4E6-6F96-4891-A36D-6CB4C336DFC3}" destId="{3D05D05C-23A2-46E7-9F39-60DC754B9B5B}" srcOrd="0" destOrd="0" presId="urn:microsoft.com/office/officeart/2008/layout/VerticalCurvedList"/>
    <dgm:cxn modelId="{99E66213-4283-44E3-9937-63F44102794D}" srcId="{048FA4E6-6F96-4891-A36D-6CB4C336DFC3}" destId="{01A9A487-6D35-44E4-AEB0-8D70B8B9C1C0}" srcOrd="1" destOrd="0" parTransId="{5D0780F7-52D4-40C8-A462-D1EAAF65337B}" sibTransId="{4F47C910-62E7-429B-BAE1-E97B254E77E0}"/>
    <dgm:cxn modelId="{74111420-E427-4ADC-9A4F-774CFBF2D56F}" type="presOf" srcId="{01A9A487-6D35-44E4-AEB0-8D70B8B9C1C0}" destId="{C6779F86-0697-4E11-9B3E-10A782B9E9FB}" srcOrd="0" destOrd="0" presId="urn:microsoft.com/office/officeart/2008/layout/VerticalCurvedList"/>
    <dgm:cxn modelId="{73EAC63D-DCCC-4057-8E44-7E71AB726966}" srcId="{048FA4E6-6F96-4891-A36D-6CB4C336DFC3}" destId="{EC89D149-2802-4511-9F6C-78FF18705EB3}" srcOrd="0" destOrd="0" parTransId="{D2A034BC-C793-4868-8B2D-6E4E04995963}" sibTransId="{21811949-A53F-4087-B970-0A967A188AD9}"/>
    <dgm:cxn modelId="{9FA2D15B-7707-45E1-8854-F2A59854F079}" type="presOf" srcId="{EC89D149-2802-4511-9F6C-78FF18705EB3}" destId="{D9E6C8D5-CC9B-4E2A-8E6D-569E0B0ADB2F}" srcOrd="0" destOrd="0" presId="urn:microsoft.com/office/officeart/2008/layout/VerticalCurvedList"/>
    <dgm:cxn modelId="{D65B4D83-A9F6-4D3C-B761-96D00E5CC850}" type="presOf" srcId="{21811949-A53F-4087-B970-0A967A188AD9}" destId="{0DECA7EB-D7EE-4438-B94B-DDA3044F8318}" srcOrd="0" destOrd="0" presId="urn:microsoft.com/office/officeart/2008/layout/VerticalCurvedList"/>
    <dgm:cxn modelId="{540C528E-F935-4B9F-8910-ECC32B8723F2}" type="presOf" srcId="{8FBA63FD-EDB2-41ED-B8CE-B51273D6D587}" destId="{544256D8-963E-4946-B1CD-66F9D15EF98C}" srcOrd="0" destOrd="0" presId="urn:microsoft.com/office/officeart/2008/layout/VerticalCurvedList"/>
    <dgm:cxn modelId="{1E2FC5A0-5BD0-4BCC-A62B-C982CDB86558}" srcId="{048FA4E6-6F96-4891-A36D-6CB4C336DFC3}" destId="{EA897FBC-0537-4559-B41D-76E79BD27830}" srcOrd="3" destOrd="0" parTransId="{531FBB68-22C5-4D28-9EBA-286F67957149}" sibTransId="{2E4BCA2A-0CD1-4172-A7B3-7A509251F635}"/>
    <dgm:cxn modelId="{E59DBEF3-8C1F-48FF-80F8-F365A5A61360}" srcId="{048FA4E6-6F96-4891-A36D-6CB4C336DFC3}" destId="{8FBA63FD-EDB2-41ED-B8CE-B51273D6D587}" srcOrd="2" destOrd="0" parTransId="{260DC98F-CF8E-4E8B-B2B7-791071B80C9C}" sibTransId="{ED94A2D0-8498-44E9-A98D-368D31006777}"/>
    <dgm:cxn modelId="{86024FFF-47DD-4B00-9D62-3CD12E737920}" type="presOf" srcId="{EA897FBC-0537-4559-B41D-76E79BD27830}" destId="{5E93C98C-25CE-45DA-B08E-1046B2B72A55}" srcOrd="0" destOrd="0" presId="urn:microsoft.com/office/officeart/2008/layout/VerticalCurvedList"/>
    <dgm:cxn modelId="{4A50FAB8-3768-4E2E-A688-7BBDF02C4DCE}" type="presParOf" srcId="{3D05D05C-23A2-46E7-9F39-60DC754B9B5B}" destId="{C2BF6410-EF93-4A15-8201-376CC43F5A47}" srcOrd="0" destOrd="0" presId="urn:microsoft.com/office/officeart/2008/layout/VerticalCurvedList"/>
    <dgm:cxn modelId="{40ED8CF7-E939-4848-A57A-B84D7604CC67}" type="presParOf" srcId="{C2BF6410-EF93-4A15-8201-376CC43F5A47}" destId="{4747221B-0A55-4FD4-80CA-FE862E5AFC90}" srcOrd="0" destOrd="0" presId="urn:microsoft.com/office/officeart/2008/layout/VerticalCurvedList"/>
    <dgm:cxn modelId="{A60E72AB-8569-44B9-9A6D-D9B79C98F586}" type="presParOf" srcId="{4747221B-0A55-4FD4-80CA-FE862E5AFC90}" destId="{B92D5CB6-3B17-488E-A76F-4BBE9B371D89}" srcOrd="0" destOrd="0" presId="urn:microsoft.com/office/officeart/2008/layout/VerticalCurvedList"/>
    <dgm:cxn modelId="{2D3714A0-4434-4CAF-A7CC-AE018FEF4B69}" type="presParOf" srcId="{4747221B-0A55-4FD4-80CA-FE862E5AFC90}" destId="{0DECA7EB-D7EE-4438-B94B-DDA3044F8318}" srcOrd="1" destOrd="0" presId="urn:microsoft.com/office/officeart/2008/layout/VerticalCurvedList"/>
    <dgm:cxn modelId="{DD06F0DD-A586-4307-8E32-1901BB81B151}" type="presParOf" srcId="{4747221B-0A55-4FD4-80CA-FE862E5AFC90}" destId="{5D7CD843-480B-48BC-B97A-6B7059788056}" srcOrd="2" destOrd="0" presId="urn:microsoft.com/office/officeart/2008/layout/VerticalCurvedList"/>
    <dgm:cxn modelId="{EDD00DF2-A5D3-43DE-B8BF-B1F5744CD982}" type="presParOf" srcId="{4747221B-0A55-4FD4-80CA-FE862E5AFC90}" destId="{6D755470-9DA9-4C47-A561-38049788574C}" srcOrd="3" destOrd="0" presId="urn:microsoft.com/office/officeart/2008/layout/VerticalCurvedList"/>
    <dgm:cxn modelId="{02E8E8F1-AA1E-43CE-A62A-2132DFE83692}" type="presParOf" srcId="{C2BF6410-EF93-4A15-8201-376CC43F5A47}" destId="{D9E6C8D5-CC9B-4E2A-8E6D-569E0B0ADB2F}" srcOrd="1" destOrd="0" presId="urn:microsoft.com/office/officeart/2008/layout/VerticalCurvedList"/>
    <dgm:cxn modelId="{B2631558-F658-4EE4-82B0-41952832983A}" type="presParOf" srcId="{C2BF6410-EF93-4A15-8201-376CC43F5A47}" destId="{A06183A8-7936-408D-86B2-D5AFA9DB2929}" srcOrd="2" destOrd="0" presId="urn:microsoft.com/office/officeart/2008/layout/VerticalCurvedList"/>
    <dgm:cxn modelId="{0233C4CE-7779-4FE1-8C85-1E467B6DD13D}" type="presParOf" srcId="{A06183A8-7936-408D-86B2-D5AFA9DB2929}" destId="{7413EDCF-C8EB-4C04-834E-CCBCAEB4A295}" srcOrd="0" destOrd="0" presId="urn:microsoft.com/office/officeart/2008/layout/VerticalCurvedList"/>
    <dgm:cxn modelId="{C1005206-EFD5-491F-A002-A8478EAC820D}" type="presParOf" srcId="{C2BF6410-EF93-4A15-8201-376CC43F5A47}" destId="{C6779F86-0697-4E11-9B3E-10A782B9E9FB}" srcOrd="3" destOrd="0" presId="urn:microsoft.com/office/officeart/2008/layout/VerticalCurvedList"/>
    <dgm:cxn modelId="{129CAB25-D1BF-4CBC-B74F-A02CCF734950}" type="presParOf" srcId="{C2BF6410-EF93-4A15-8201-376CC43F5A47}" destId="{08080B90-673D-46CC-BE28-06FE29467B6C}" srcOrd="4" destOrd="0" presId="urn:microsoft.com/office/officeart/2008/layout/VerticalCurvedList"/>
    <dgm:cxn modelId="{296CC467-80E1-4972-80F2-DFD0954F138E}" type="presParOf" srcId="{08080B90-673D-46CC-BE28-06FE29467B6C}" destId="{2564CF99-B029-4A8C-8F25-BA3432666B5F}" srcOrd="0" destOrd="0" presId="urn:microsoft.com/office/officeart/2008/layout/VerticalCurvedList"/>
    <dgm:cxn modelId="{A95A6D67-DC1B-45A6-BC04-74ED8305CA4C}" type="presParOf" srcId="{C2BF6410-EF93-4A15-8201-376CC43F5A47}" destId="{544256D8-963E-4946-B1CD-66F9D15EF98C}" srcOrd="5" destOrd="0" presId="urn:microsoft.com/office/officeart/2008/layout/VerticalCurvedList"/>
    <dgm:cxn modelId="{1D5C7DF5-44A2-42FD-9819-9D4638B42AB6}" type="presParOf" srcId="{C2BF6410-EF93-4A15-8201-376CC43F5A47}" destId="{CC6570EF-C280-4CF0-9CF6-8677AB77F3E6}" srcOrd="6" destOrd="0" presId="urn:microsoft.com/office/officeart/2008/layout/VerticalCurvedList"/>
    <dgm:cxn modelId="{8BDD2C8E-2D18-4CDF-9BD8-F29346862F37}" type="presParOf" srcId="{CC6570EF-C280-4CF0-9CF6-8677AB77F3E6}" destId="{68C386B3-FADB-43CC-B8B0-EF107D104CAC}" srcOrd="0" destOrd="0" presId="urn:microsoft.com/office/officeart/2008/layout/VerticalCurvedList"/>
    <dgm:cxn modelId="{175322D3-43E2-420D-9542-F0661682C3E3}" type="presParOf" srcId="{C2BF6410-EF93-4A15-8201-376CC43F5A47}" destId="{5E93C98C-25CE-45DA-B08E-1046B2B72A55}" srcOrd="7" destOrd="0" presId="urn:microsoft.com/office/officeart/2008/layout/VerticalCurvedList"/>
    <dgm:cxn modelId="{C39F53EC-E1BA-4926-B9F7-436BBAB91FCF}" type="presParOf" srcId="{C2BF6410-EF93-4A15-8201-376CC43F5A47}" destId="{45F67803-7D05-4519-983B-BC5EA58EC179}" srcOrd="8" destOrd="0" presId="urn:microsoft.com/office/officeart/2008/layout/VerticalCurvedList"/>
    <dgm:cxn modelId="{E133D79F-776E-4D8B-924C-60AC39332165}" type="presParOf" srcId="{45F67803-7D05-4519-983B-BC5EA58EC179}" destId="{8244BED0-35A0-41AB-AB14-562E6097CA65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41A70188-AC2E-4E0F-9408-778003080022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2E8AB07-7865-4FF4-817F-41853BAD925C}">
      <dgm:prSet/>
      <dgm:spPr/>
      <dgm:t>
        <a:bodyPr/>
        <a:lstStyle/>
        <a:p>
          <a:r>
            <a:rPr lang="ru-RU"/>
            <a:t>заснування першої Запорозької Січі на о. Мала Хортиця</a:t>
          </a:r>
          <a:endParaRPr lang="uk-UA"/>
        </a:p>
      </dgm:t>
    </dgm:pt>
    <dgm:pt modelId="{1280DF82-D292-455B-A92C-DEE1BED97427}" type="parTrans" cxnId="{2C98CE02-2DD5-4EBE-976D-7931B279A49E}">
      <dgm:prSet/>
      <dgm:spPr/>
      <dgm:t>
        <a:bodyPr/>
        <a:lstStyle/>
        <a:p>
          <a:endParaRPr lang="uk-UA"/>
        </a:p>
      </dgm:t>
    </dgm:pt>
    <dgm:pt modelId="{BE4C16F5-DE31-4964-A692-0EFE1566ABB7}" type="sibTrans" cxnId="{2C98CE02-2DD5-4EBE-976D-7931B279A49E}">
      <dgm:prSet/>
      <dgm:spPr/>
      <dgm:t>
        <a:bodyPr/>
        <a:lstStyle/>
        <a:p>
          <a:endParaRPr lang="uk-UA"/>
        </a:p>
      </dgm:t>
    </dgm:pt>
    <dgm:pt modelId="{C75723A4-5751-43AC-8002-4F82FDF6B65C}">
      <dgm:prSet/>
      <dgm:spPr/>
      <dgm:t>
        <a:bodyPr/>
        <a:lstStyle/>
        <a:p>
          <a:r>
            <a:rPr lang="ru-RU"/>
            <a:t>похід козаків під проводом П. Сагайдачного на Московське царство</a:t>
          </a:r>
          <a:endParaRPr lang="uk-UA"/>
        </a:p>
      </dgm:t>
    </dgm:pt>
    <dgm:pt modelId="{8569591F-949D-4577-AF93-EAF93FCC7A12}" type="parTrans" cxnId="{C74F2D72-BB71-4869-BA3C-CADFCB89921E}">
      <dgm:prSet/>
      <dgm:spPr/>
      <dgm:t>
        <a:bodyPr/>
        <a:lstStyle/>
        <a:p>
          <a:endParaRPr lang="uk-UA"/>
        </a:p>
      </dgm:t>
    </dgm:pt>
    <dgm:pt modelId="{0E999978-D86A-4112-B2BB-C352EDE72217}" type="sibTrans" cxnId="{C74F2D72-BB71-4869-BA3C-CADFCB89921E}">
      <dgm:prSet/>
      <dgm:spPr/>
      <dgm:t>
        <a:bodyPr/>
        <a:lstStyle/>
        <a:p>
          <a:endParaRPr lang="uk-UA"/>
        </a:p>
      </dgm:t>
    </dgm:pt>
    <dgm:pt modelId="{E3140672-0793-4281-9509-5AECCCD4EBCE}">
      <dgm:prSet/>
      <dgm:spPr/>
      <dgm:t>
        <a:bodyPr/>
        <a:lstStyle/>
        <a:p>
          <a:r>
            <a:rPr lang="ru-RU"/>
            <a:t>об’єднання Великого князівства Литовського та Польського королівства</a:t>
          </a:r>
          <a:endParaRPr lang="uk-UA"/>
        </a:p>
      </dgm:t>
    </dgm:pt>
    <dgm:pt modelId="{67E31933-5B8E-4D0D-95BB-18E7A922039B}" type="parTrans" cxnId="{338FD95B-6896-4732-B156-CE4E0B969FE3}">
      <dgm:prSet/>
      <dgm:spPr/>
      <dgm:t>
        <a:bodyPr/>
        <a:lstStyle/>
        <a:p>
          <a:endParaRPr lang="uk-UA"/>
        </a:p>
      </dgm:t>
    </dgm:pt>
    <dgm:pt modelId="{0E91E488-5243-467D-A4C6-E0F46D91BE0B}" type="sibTrans" cxnId="{338FD95B-6896-4732-B156-CE4E0B969FE3}">
      <dgm:prSet/>
      <dgm:spPr/>
      <dgm:t>
        <a:bodyPr/>
        <a:lstStyle/>
        <a:p>
          <a:endParaRPr lang="uk-UA"/>
        </a:p>
      </dgm:t>
    </dgm:pt>
    <dgm:pt modelId="{15941CC6-EAF9-4A04-84E4-CC5ADCDA11ED}">
      <dgm:prSet/>
      <dgm:spPr/>
      <dgm:t>
        <a:bodyPr/>
        <a:lstStyle/>
        <a:p>
          <a:r>
            <a:rPr lang="ru-RU"/>
            <a:t>укладення козацького реєстру польським королем Стефаном Баторієм</a:t>
          </a:r>
          <a:endParaRPr lang="uk-UA"/>
        </a:p>
      </dgm:t>
    </dgm:pt>
    <dgm:pt modelId="{90DB3B2A-BC1F-4C04-8C64-1A0B9D1BE274}" type="parTrans" cxnId="{2E96E2C3-A850-4B41-9FD3-489F3E63C437}">
      <dgm:prSet/>
      <dgm:spPr/>
      <dgm:t>
        <a:bodyPr/>
        <a:lstStyle/>
        <a:p>
          <a:endParaRPr lang="uk-UA"/>
        </a:p>
      </dgm:t>
    </dgm:pt>
    <dgm:pt modelId="{F2A19BFB-D1F3-469A-AFFB-EA22DCA1D420}" type="sibTrans" cxnId="{2E96E2C3-A850-4B41-9FD3-489F3E63C437}">
      <dgm:prSet/>
      <dgm:spPr/>
      <dgm:t>
        <a:bodyPr/>
        <a:lstStyle/>
        <a:p>
          <a:endParaRPr lang="uk-UA"/>
        </a:p>
      </dgm:t>
    </dgm:pt>
    <dgm:pt modelId="{6C904FE2-524E-4FB3-8DBF-258E8BD2E383}" type="pres">
      <dgm:prSet presAssocID="{41A70188-AC2E-4E0F-9408-778003080022}" presName="Name0" presStyleCnt="0">
        <dgm:presLayoutVars>
          <dgm:chMax val="7"/>
          <dgm:chPref val="7"/>
          <dgm:dir/>
        </dgm:presLayoutVars>
      </dgm:prSet>
      <dgm:spPr/>
    </dgm:pt>
    <dgm:pt modelId="{B2AA21EA-8A0A-4F08-B1C8-C4DFFD315AEF}" type="pres">
      <dgm:prSet presAssocID="{41A70188-AC2E-4E0F-9408-778003080022}" presName="Name1" presStyleCnt="0"/>
      <dgm:spPr/>
    </dgm:pt>
    <dgm:pt modelId="{04DC61EC-CC6E-4157-97E0-C37004DF0408}" type="pres">
      <dgm:prSet presAssocID="{41A70188-AC2E-4E0F-9408-778003080022}" presName="cycle" presStyleCnt="0"/>
      <dgm:spPr/>
    </dgm:pt>
    <dgm:pt modelId="{3A9E8890-8A8D-436B-983A-F79A7B7C5794}" type="pres">
      <dgm:prSet presAssocID="{41A70188-AC2E-4E0F-9408-778003080022}" presName="srcNode" presStyleLbl="node1" presStyleIdx="0" presStyleCnt="4"/>
      <dgm:spPr/>
    </dgm:pt>
    <dgm:pt modelId="{95DAC581-146C-4362-B909-C41C227DC3AA}" type="pres">
      <dgm:prSet presAssocID="{41A70188-AC2E-4E0F-9408-778003080022}" presName="conn" presStyleLbl="parChTrans1D2" presStyleIdx="0" presStyleCnt="1"/>
      <dgm:spPr/>
    </dgm:pt>
    <dgm:pt modelId="{96543DC0-BD27-45AA-844F-F7A8491B6B92}" type="pres">
      <dgm:prSet presAssocID="{41A70188-AC2E-4E0F-9408-778003080022}" presName="extraNode" presStyleLbl="node1" presStyleIdx="0" presStyleCnt="4"/>
      <dgm:spPr/>
    </dgm:pt>
    <dgm:pt modelId="{51CA380F-5CC4-4BCD-8BC2-1360E4CB3FE1}" type="pres">
      <dgm:prSet presAssocID="{41A70188-AC2E-4E0F-9408-778003080022}" presName="dstNode" presStyleLbl="node1" presStyleIdx="0" presStyleCnt="4"/>
      <dgm:spPr/>
    </dgm:pt>
    <dgm:pt modelId="{2F0576C2-D7B7-4104-B569-0D9531FC31FF}" type="pres">
      <dgm:prSet presAssocID="{F2E8AB07-7865-4FF4-817F-41853BAD925C}" presName="text_1" presStyleLbl="node1" presStyleIdx="0" presStyleCnt="4">
        <dgm:presLayoutVars>
          <dgm:bulletEnabled val="1"/>
        </dgm:presLayoutVars>
      </dgm:prSet>
      <dgm:spPr/>
    </dgm:pt>
    <dgm:pt modelId="{EA2EB1CB-0A64-4D21-83C9-8B90E3BE7766}" type="pres">
      <dgm:prSet presAssocID="{F2E8AB07-7865-4FF4-817F-41853BAD925C}" presName="accent_1" presStyleCnt="0"/>
      <dgm:spPr/>
    </dgm:pt>
    <dgm:pt modelId="{2E5A530A-7EA7-43A8-86D6-EEE6B060F551}" type="pres">
      <dgm:prSet presAssocID="{F2E8AB07-7865-4FF4-817F-41853BAD925C}" presName="accentRepeatNode" presStyleLbl="solidFgAcc1" presStyleIdx="0" presStyleCnt="4"/>
      <dgm:spPr/>
    </dgm:pt>
    <dgm:pt modelId="{DB96683F-BC94-4783-8C70-F62BCC3D6E5B}" type="pres">
      <dgm:prSet presAssocID="{C75723A4-5751-43AC-8002-4F82FDF6B65C}" presName="text_2" presStyleLbl="node1" presStyleIdx="1" presStyleCnt="4">
        <dgm:presLayoutVars>
          <dgm:bulletEnabled val="1"/>
        </dgm:presLayoutVars>
      </dgm:prSet>
      <dgm:spPr/>
    </dgm:pt>
    <dgm:pt modelId="{BE2B55FC-34D2-4FBF-A015-FEE72C000F83}" type="pres">
      <dgm:prSet presAssocID="{C75723A4-5751-43AC-8002-4F82FDF6B65C}" presName="accent_2" presStyleCnt="0"/>
      <dgm:spPr/>
    </dgm:pt>
    <dgm:pt modelId="{5B122BA1-4150-4FC8-88DE-10BD1DABACBB}" type="pres">
      <dgm:prSet presAssocID="{C75723A4-5751-43AC-8002-4F82FDF6B65C}" presName="accentRepeatNode" presStyleLbl="solidFgAcc1" presStyleIdx="1" presStyleCnt="4"/>
      <dgm:spPr/>
    </dgm:pt>
    <dgm:pt modelId="{066EC5A7-0EF5-4B4B-BD7D-FD9590180592}" type="pres">
      <dgm:prSet presAssocID="{E3140672-0793-4281-9509-5AECCCD4EBCE}" presName="text_3" presStyleLbl="node1" presStyleIdx="2" presStyleCnt="4">
        <dgm:presLayoutVars>
          <dgm:bulletEnabled val="1"/>
        </dgm:presLayoutVars>
      </dgm:prSet>
      <dgm:spPr/>
    </dgm:pt>
    <dgm:pt modelId="{22DD24A7-4F89-4C5D-8DD3-A4FAFCE881D5}" type="pres">
      <dgm:prSet presAssocID="{E3140672-0793-4281-9509-5AECCCD4EBCE}" presName="accent_3" presStyleCnt="0"/>
      <dgm:spPr/>
    </dgm:pt>
    <dgm:pt modelId="{82E1EDBD-9F2A-4A98-ABA2-89DB1F1A5562}" type="pres">
      <dgm:prSet presAssocID="{E3140672-0793-4281-9509-5AECCCD4EBCE}" presName="accentRepeatNode" presStyleLbl="solidFgAcc1" presStyleIdx="2" presStyleCnt="4"/>
      <dgm:spPr/>
    </dgm:pt>
    <dgm:pt modelId="{FF5F40CF-91EF-4784-B817-0C63EB4CEFD0}" type="pres">
      <dgm:prSet presAssocID="{15941CC6-EAF9-4A04-84E4-CC5ADCDA11ED}" presName="text_4" presStyleLbl="node1" presStyleIdx="3" presStyleCnt="4">
        <dgm:presLayoutVars>
          <dgm:bulletEnabled val="1"/>
        </dgm:presLayoutVars>
      </dgm:prSet>
      <dgm:spPr/>
    </dgm:pt>
    <dgm:pt modelId="{9A4BBA7D-2D12-4704-9F5F-7F32F0AF7A76}" type="pres">
      <dgm:prSet presAssocID="{15941CC6-EAF9-4A04-84E4-CC5ADCDA11ED}" presName="accent_4" presStyleCnt="0"/>
      <dgm:spPr/>
    </dgm:pt>
    <dgm:pt modelId="{9CF0CA60-9306-4440-A709-167A027FD9E1}" type="pres">
      <dgm:prSet presAssocID="{15941CC6-EAF9-4A04-84E4-CC5ADCDA11ED}" presName="accentRepeatNode" presStyleLbl="solidFgAcc1" presStyleIdx="3" presStyleCnt="4"/>
      <dgm:spPr/>
    </dgm:pt>
  </dgm:ptLst>
  <dgm:cxnLst>
    <dgm:cxn modelId="{2C98CE02-2DD5-4EBE-976D-7931B279A49E}" srcId="{41A70188-AC2E-4E0F-9408-778003080022}" destId="{F2E8AB07-7865-4FF4-817F-41853BAD925C}" srcOrd="0" destOrd="0" parTransId="{1280DF82-D292-455B-A92C-DEE1BED97427}" sibTransId="{BE4C16F5-DE31-4964-A692-0EFE1566ABB7}"/>
    <dgm:cxn modelId="{8850283A-1E32-4D3C-9C2E-CDC22FEE195C}" type="presOf" srcId="{E3140672-0793-4281-9509-5AECCCD4EBCE}" destId="{066EC5A7-0EF5-4B4B-BD7D-FD9590180592}" srcOrd="0" destOrd="0" presId="urn:microsoft.com/office/officeart/2008/layout/VerticalCurvedList"/>
    <dgm:cxn modelId="{338FD95B-6896-4732-B156-CE4E0B969FE3}" srcId="{41A70188-AC2E-4E0F-9408-778003080022}" destId="{E3140672-0793-4281-9509-5AECCCD4EBCE}" srcOrd="2" destOrd="0" parTransId="{67E31933-5B8E-4D0D-95BB-18E7A922039B}" sibTransId="{0E91E488-5243-467D-A4C6-E0F46D91BE0B}"/>
    <dgm:cxn modelId="{C74F2D72-BB71-4869-BA3C-CADFCB89921E}" srcId="{41A70188-AC2E-4E0F-9408-778003080022}" destId="{C75723A4-5751-43AC-8002-4F82FDF6B65C}" srcOrd="1" destOrd="0" parTransId="{8569591F-949D-4577-AF93-EAF93FCC7A12}" sibTransId="{0E999978-D86A-4112-B2BB-C352EDE72217}"/>
    <dgm:cxn modelId="{32E3EB90-E4EE-47E7-8DB9-32E43BEC4C87}" type="presOf" srcId="{41A70188-AC2E-4E0F-9408-778003080022}" destId="{6C904FE2-524E-4FB3-8DBF-258E8BD2E383}" srcOrd="0" destOrd="0" presId="urn:microsoft.com/office/officeart/2008/layout/VerticalCurvedList"/>
    <dgm:cxn modelId="{BEB65E9E-AFFA-41EA-8EB6-94629E1DE435}" type="presOf" srcId="{BE4C16F5-DE31-4964-A692-0EFE1566ABB7}" destId="{95DAC581-146C-4362-B909-C41C227DC3AA}" srcOrd="0" destOrd="0" presId="urn:microsoft.com/office/officeart/2008/layout/VerticalCurvedList"/>
    <dgm:cxn modelId="{2E96E2C3-A850-4B41-9FD3-489F3E63C437}" srcId="{41A70188-AC2E-4E0F-9408-778003080022}" destId="{15941CC6-EAF9-4A04-84E4-CC5ADCDA11ED}" srcOrd="3" destOrd="0" parTransId="{90DB3B2A-BC1F-4C04-8C64-1A0B9D1BE274}" sibTransId="{F2A19BFB-D1F3-469A-AFFB-EA22DCA1D420}"/>
    <dgm:cxn modelId="{B1AA95E1-7D54-46CF-8651-118DA3E667D8}" type="presOf" srcId="{C75723A4-5751-43AC-8002-4F82FDF6B65C}" destId="{DB96683F-BC94-4783-8C70-F62BCC3D6E5B}" srcOrd="0" destOrd="0" presId="urn:microsoft.com/office/officeart/2008/layout/VerticalCurvedList"/>
    <dgm:cxn modelId="{57A914F6-7A1F-4693-8352-1E206531A3DA}" type="presOf" srcId="{15941CC6-EAF9-4A04-84E4-CC5ADCDA11ED}" destId="{FF5F40CF-91EF-4784-B817-0C63EB4CEFD0}" srcOrd="0" destOrd="0" presId="urn:microsoft.com/office/officeart/2008/layout/VerticalCurvedList"/>
    <dgm:cxn modelId="{BA39DFF8-0F70-42D4-B413-B40CF6C51FDE}" type="presOf" srcId="{F2E8AB07-7865-4FF4-817F-41853BAD925C}" destId="{2F0576C2-D7B7-4104-B569-0D9531FC31FF}" srcOrd="0" destOrd="0" presId="urn:microsoft.com/office/officeart/2008/layout/VerticalCurvedList"/>
    <dgm:cxn modelId="{040E2F66-3430-40C2-8D6A-76DD3136BE1A}" type="presParOf" srcId="{6C904FE2-524E-4FB3-8DBF-258E8BD2E383}" destId="{B2AA21EA-8A0A-4F08-B1C8-C4DFFD315AEF}" srcOrd="0" destOrd="0" presId="urn:microsoft.com/office/officeart/2008/layout/VerticalCurvedList"/>
    <dgm:cxn modelId="{EA0A2405-2762-4DE8-AB8E-2DCEEB753731}" type="presParOf" srcId="{B2AA21EA-8A0A-4F08-B1C8-C4DFFD315AEF}" destId="{04DC61EC-CC6E-4157-97E0-C37004DF0408}" srcOrd="0" destOrd="0" presId="urn:microsoft.com/office/officeart/2008/layout/VerticalCurvedList"/>
    <dgm:cxn modelId="{225A2FDC-3755-4F13-9F44-AEA9859D7CEA}" type="presParOf" srcId="{04DC61EC-CC6E-4157-97E0-C37004DF0408}" destId="{3A9E8890-8A8D-436B-983A-F79A7B7C5794}" srcOrd="0" destOrd="0" presId="urn:microsoft.com/office/officeart/2008/layout/VerticalCurvedList"/>
    <dgm:cxn modelId="{4C3B983B-4B75-4AB7-BD97-D697B84A8584}" type="presParOf" srcId="{04DC61EC-CC6E-4157-97E0-C37004DF0408}" destId="{95DAC581-146C-4362-B909-C41C227DC3AA}" srcOrd="1" destOrd="0" presId="urn:microsoft.com/office/officeart/2008/layout/VerticalCurvedList"/>
    <dgm:cxn modelId="{5366A1A9-9F78-4515-8F91-B00EDE5626D6}" type="presParOf" srcId="{04DC61EC-CC6E-4157-97E0-C37004DF0408}" destId="{96543DC0-BD27-45AA-844F-F7A8491B6B92}" srcOrd="2" destOrd="0" presId="urn:microsoft.com/office/officeart/2008/layout/VerticalCurvedList"/>
    <dgm:cxn modelId="{83A3CB0B-3844-44EE-B350-E749C5011591}" type="presParOf" srcId="{04DC61EC-CC6E-4157-97E0-C37004DF0408}" destId="{51CA380F-5CC4-4BCD-8BC2-1360E4CB3FE1}" srcOrd="3" destOrd="0" presId="urn:microsoft.com/office/officeart/2008/layout/VerticalCurvedList"/>
    <dgm:cxn modelId="{4A412C03-4C1D-4BE3-BDFE-9D7CAB108E3C}" type="presParOf" srcId="{B2AA21EA-8A0A-4F08-B1C8-C4DFFD315AEF}" destId="{2F0576C2-D7B7-4104-B569-0D9531FC31FF}" srcOrd="1" destOrd="0" presId="urn:microsoft.com/office/officeart/2008/layout/VerticalCurvedList"/>
    <dgm:cxn modelId="{DD626803-8595-4855-8C6D-9B9446BEADD0}" type="presParOf" srcId="{B2AA21EA-8A0A-4F08-B1C8-C4DFFD315AEF}" destId="{EA2EB1CB-0A64-4D21-83C9-8B90E3BE7766}" srcOrd="2" destOrd="0" presId="urn:microsoft.com/office/officeart/2008/layout/VerticalCurvedList"/>
    <dgm:cxn modelId="{A32C90B3-9780-49B9-B979-BF7EB8D6FB1E}" type="presParOf" srcId="{EA2EB1CB-0A64-4D21-83C9-8B90E3BE7766}" destId="{2E5A530A-7EA7-43A8-86D6-EEE6B060F551}" srcOrd="0" destOrd="0" presId="urn:microsoft.com/office/officeart/2008/layout/VerticalCurvedList"/>
    <dgm:cxn modelId="{A5764042-AC3B-4D17-807A-EE12777197F7}" type="presParOf" srcId="{B2AA21EA-8A0A-4F08-B1C8-C4DFFD315AEF}" destId="{DB96683F-BC94-4783-8C70-F62BCC3D6E5B}" srcOrd="3" destOrd="0" presId="urn:microsoft.com/office/officeart/2008/layout/VerticalCurvedList"/>
    <dgm:cxn modelId="{BE22CEBC-C67C-44E9-AA16-B44B1127AD55}" type="presParOf" srcId="{B2AA21EA-8A0A-4F08-B1C8-C4DFFD315AEF}" destId="{BE2B55FC-34D2-4FBF-A015-FEE72C000F83}" srcOrd="4" destOrd="0" presId="urn:microsoft.com/office/officeart/2008/layout/VerticalCurvedList"/>
    <dgm:cxn modelId="{F5834E49-944C-4498-A8F1-FF713AD06223}" type="presParOf" srcId="{BE2B55FC-34D2-4FBF-A015-FEE72C000F83}" destId="{5B122BA1-4150-4FC8-88DE-10BD1DABACBB}" srcOrd="0" destOrd="0" presId="urn:microsoft.com/office/officeart/2008/layout/VerticalCurvedList"/>
    <dgm:cxn modelId="{6D4EAFF9-30BB-44F5-9A15-CE70DB4A800B}" type="presParOf" srcId="{B2AA21EA-8A0A-4F08-B1C8-C4DFFD315AEF}" destId="{066EC5A7-0EF5-4B4B-BD7D-FD9590180592}" srcOrd="5" destOrd="0" presId="urn:microsoft.com/office/officeart/2008/layout/VerticalCurvedList"/>
    <dgm:cxn modelId="{1DA7EA1E-CF1F-4263-9036-0F0BB99E5F11}" type="presParOf" srcId="{B2AA21EA-8A0A-4F08-B1C8-C4DFFD315AEF}" destId="{22DD24A7-4F89-4C5D-8DD3-A4FAFCE881D5}" srcOrd="6" destOrd="0" presId="urn:microsoft.com/office/officeart/2008/layout/VerticalCurvedList"/>
    <dgm:cxn modelId="{94DD5AE0-62D5-4EF1-A918-88EECFA26FF5}" type="presParOf" srcId="{22DD24A7-4F89-4C5D-8DD3-A4FAFCE881D5}" destId="{82E1EDBD-9F2A-4A98-ABA2-89DB1F1A5562}" srcOrd="0" destOrd="0" presId="urn:microsoft.com/office/officeart/2008/layout/VerticalCurvedList"/>
    <dgm:cxn modelId="{F1838D6C-D854-4D56-9C60-AC04C89D4F23}" type="presParOf" srcId="{B2AA21EA-8A0A-4F08-B1C8-C4DFFD315AEF}" destId="{FF5F40CF-91EF-4784-B817-0C63EB4CEFD0}" srcOrd="7" destOrd="0" presId="urn:microsoft.com/office/officeart/2008/layout/VerticalCurvedList"/>
    <dgm:cxn modelId="{C88C0258-4B6E-4B0E-9A0A-C75932CB56D9}" type="presParOf" srcId="{B2AA21EA-8A0A-4F08-B1C8-C4DFFD315AEF}" destId="{9A4BBA7D-2D12-4704-9F5F-7F32F0AF7A76}" srcOrd="8" destOrd="0" presId="urn:microsoft.com/office/officeart/2008/layout/VerticalCurvedList"/>
    <dgm:cxn modelId="{4C574DE2-5636-421A-A514-B06A902ED956}" type="presParOf" srcId="{9A4BBA7D-2D12-4704-9F5F-7F32F0AF7A76}" destId="{9CF0CA60-9306-4440-A709-167A027FD9E1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81E646D1-958E-4B09-A973-1FA6141049D4}" type="doc">
      <dgm:prSet loTypeId="urn:microsoft.com/office/officeart/2005/8/layout/arrow3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5FDDE6C8-AEAE-4BBE-8984-6829CB47FFE7}">
      <dgm:prSet/>
      <dgm:spPr/>
      <dgm:t>
        <a:bodyPr/>
        <a:lstStyle/>
        <a:p>
          <a:r>
            <a:rPr lang="ru-RU"/>
            <a:t>1569</a:t>
          </a:r>
          <a:endParaRPr lang="uk-UA"/>
        </a:p>
      </dgm:t>
    </dgm:pt>
    <dgm:pt modelId="{415B7104-7735-4F4F-AA5E-C0BA84072735}" type="parTrans" cxnId="{2CF86A52-1448-4CDB-BB96-EA93576DB09A}">
      <dgm:prSet/>
      <dgm:spPr/>
      <dgm:t>
        <a:bodyPr/>
        <a:lstStyle/>
        <a:p>
          <a:endParaRPr lang="uk-UA"/>
        </a:p>
      </dgm:t>
    </dgm:pt>
    <dgm:pt modelId="{F1E3A73A-D02E-451A-931D-5E4732E6FA1A}" type="sibTrans" cxnId="{2CF86A52-1448-4CDB-BB96-EA93576DB09A}">
      <dgm:prSet/>
      <dgm:spPr/>
      <dgm:t>
        <a:bodyPr/>
        <a:lstStyle/>
        <a:p>
          <a:endParaRPr lang="uk-UA"/>
        </a:p>
      </dgm:t>
    </dgm:pt>
    <dgm:pt modelId="{B3718615-8BC6-4C68-AC17-E8A3AFBE3FCC}">
      <dgm:prSet/>
      <dgm:spPr/>
      <dgm:t>
        <a:bodyPr/>
        <a:lstStyle/>
        <a:p>
          <a:r>
            <a:rPr lang="ru-RU"/>
            <a:t>1596</a:t>
          </a:r>
          <a:endParaRPr lang="uk-UA"/>
        </a:p>
      </dgm:t>
    </dgm:pt>
    <dgm:pt modelId="{D4F92B10-3AC2-4E3E-A78E-1CD9667B26E4}" type="parTrans" cxnId="{68662C91-7392-4D5C-BF22-418C21DBA869}">
      <dgm:prSet/>
      <dgm:spPr/>
      <dgm:t>
        <a:bodyPr/>
        <a:lstStyle/>
        <a:p>
          <a:endParaRPr lang="uk-UA"/>
        </a:p>
      </dgm:t>
    </dgm:pt>
    <dgm:pt modelId="{A0972E18-2600-4CCD-909B-BAF6DD68CDE4}" type="sibTrans" cxnId="{68662C91-7392-4D5C-BF22-418C21DBA869}">
      <dgm:prSet/>
      <dgm:spPr/>
      <dgm:t>
        <a:bodyPr/>
        <a:lstStyle/>
        <a:p>
          <a:endParaRPr lang="uk-UA"/>
        </a:p>
      </dgm:t>
    </dgm:pt>
    <dgm:pt modelId="{A8B9A789-848B-4600-8478-1DC062EF2646}" type="pres">
      <dgm:prSet presAssocID="{81E646D1-958E-4B09-A973-1FA6141049D4}" presName="compositeShape" presStyleCnt="0">
        <dgm:presLayoutVars>
          <dgm:chMax val="2"/>
          <dgm:dir/>
          <dgm:resizeHandles val="exact"/>
        </dgm:presLayoutVars>
      </dgm:prSet>
      <dgm:spPr/>
    </dgm:pt>
    <dgm:pt modelId="{999CB3B0-D33B-4D73-966D-0095A12D18C8}" type="pres">
      <dgm:prSet presAssocID="{81E646D1-958E-4B09-A973-1FA6141049D4}" presName="divider" presStyleLbl="fgShp" presStyleIdx="0" presStyleCnt="1"/>
      <dgm:spPr/>
    </dgm:pt>
    <dgm:pt modelId="{3EDD86B3-2C25-4556-80ED-EF6A93EB603C}" type="pres">
      <dgm:prSet presAssocID="{5FDDE6C8-AEAE-4BBE-8984-6829CB47FFE7}" presName="downArrow" presStyleLbl="node1" presStyleIdx="0" presStyleCnt="2"/>
      <dgm:spPr/>
    </dgm:pt>
    <dgm:pt modelId="{04D6C137-7E9D-4DA2-9F07-08FC59BBE527}" type="pres">
      <dgm:prSet presAssocID="{5FDDE6C8-AEAE-4BBE-8984-6829CB47FFE7}" presName="downArrowText" presStyleLbl="revTx" presStyleIdx="0" presStyleCnt="2">
        <dgm:presLayoutVars>
          <dgm:bulletEnabled val="1"/>
        </dgm:presLayoutVars>
      </dgm:prSet>
      <dgm:spPr/>
    </dgm:pt>
    <dgm:pt modelId="{8124609C-D5E8-48E3-9C29-8E05BF7F9F9D}" type="pres">
      <dgm:prSet presAssocID="{B3718615-8BC6-4C68-AC17-E8A3AFBE3FCC}" presName="upArrow" presStyleLbl="node1" presStyleIdx="1" presStyleCnt="2"/>
      <dgm:spPr/>
    </dgm:pt>
    <dgm:pt modelId="{D8EBA35F-A3C2-4404-AC73-A1A877AB60F2}" type="pres">
      <dgm:prSet presAssocID="{B3718615-8BC6-4C68-AC17-E8A3AFBE3FCC}" presName="upArrowText" presStyleLbl="revTx" presStyleIdx="1" presStyleCnt="2">
        <dgm:presLayoutVars>
          <dgm:bulletEnabled val="1"/>
        </dgm:presLayoutVars>
      </dgm:prSet>
      <dgm:spPr/>
    </dgm:pt>
  </dgm:ptLst>
  <dgm:cxnLst>
    <dgm:cxn modelId="{2CF86A52-1448-4CDB-BB96-EA93576DB09A}" srcId="{81E646D1-958E-4B09-A973-1FA6141049D4}" destId="{5FDDE6C8-AEAE-4BBE-8984-6829CB47FFE7}" srcOrd="0" destOrd="0" parTransId="{415B7104-7735-4F4F-AA5E-C0BA84072735}" sibTransId="{F1E3A73A-D02E-451A-931D-5E4732E6FA1A}"/>
    <dgm:cxn modelId="{69184158-DCF8-4D43-8C69-58086DCBFC9E}" type="presOf" srcId="{B3718615-8BC6-4C68-AC17-E8A3AFBE3FCC}" destId="{D8EBA35F-A3C2-4404-AC73-A1A877AB60F2}" srcOrd="0" destOrd="0" presId="urn:microsoft.com/office/officeart/2005/8/layout/arrow3"/>
    <dgm:cxn modelId="{ADCC508E-E3B0-4FFC-A3DC-A3A44A51707E}" type="presOf" srcId="{81E646D1-958E-4B09-A973-1FA6141049D4}" destId="{A8B9A789-848B-4600-8478-1DC062EF2646}" srcOrd="0" destOrd="0" presId="urn:microsoft.com/office/officeart/2005/8/layout/arrow3"/>
    <dgm:cxn modelId="{68662C91-7392-4D5C-BF22-418C21DBA869}" srcId="{81E646D1-958E-4B09-A973-1FA6141049D4}" destId="{B3718615-8BC6-4C68-AC17-E8A3AFBE3FCC}" srcOrd="1" destOrd="0" parTransId="{D4F92B10-3AC2-4E3E-A78E-1CD9667B26E4}" sibTransId="{A0972E18-2600-4CCD-909B-BAF6DD68CDE4}"/>
    <dgm:cxn modelId="{3C882AA6-6078-409D-A4F9-43851D6B9864}" type="presOf" srcId="{5FDDE6C8-AEAE-4BBE-8984-6829CB47FFE7}" destId="{04D6C137-7E9D-4DA2-9F07-08FC59BBE527}" srcOrd="0" destOrd="0" presId="urn:microsoft.com/office/officeart/2005/8/layout/arrow3"/>
    <dgm:cxn modelId="{B853FA8F-5BEA-4169-B129-D6F9C418DB00}" type="presParOf" srcId="{A8B9A789-848B-4600-8478-1DC062EF2646}" destId="{999CB3B0-D33B-4D73-966D-0095A12D18C8}" srcOrd="0" destOrd="0" presId="urn:microsoft.com/office/officeart/2005/8/layout/arrow3"/>
    <dgm:cxn modelId="{90848A7C-EC3C-4629-BC0E-7E683F6F2802}" type="presParOf" srcId="{A8B9A789-848B-4600-8478-1DC062EF2646}" destId="{3EDD86B3-2C25-4556-80ED-EF6A93EB603C}" srcOrd="1" destOrd="0" presId="urn:microsoft.com/office/officeart/2005/8/layout/arrow3"/>
    <dgm:cxn modelId="{C037F14E-DA87-4083-8D53-8B32DA88BD6C}" type="presParOf" srcId="{A8B9A789-848B-4600-8478-1DC062EF2646}" destId="{04D6C137-7E9D-4DA2-9F07-08FC59BBE527}" srcOrd="2" destOrd="0" presId="urn:microsoft.com/office/officeart/2005/8/layout/arrow3"/>
    <dgm:cxn modelId="{3EB0BCEC-47F8-4B8B-A40F-338E9D245944}" type="presParOf" srcId="{A8B9A789-848B-4600-8478-1DC062EF2646}" destId="{8124609C-D5E8-48E3-9C29-8E05BF7F9F9D}" srcOrd="3" destOrd="0" presId="urn:microsoft.com/office/officeart/2005/8/layout/arrow3"/>
    <dgm:cxn modelId="{EA03147E-C0E0-453E-8849-AA7975BC67FA}" type="presParOf" srcId="{A8B9A789-848B-4600-8478-1DC062EF2646}" destId="{D8EBA35F-A3C2-4404-AC73-A1A877AB60F2}" srcOrd="4" destOrd="0" presId="urn:microsoft.com/office/officeart/2005/8/layout/arrow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74F755CC-7AAB-4C0C-83C2-8552434D5A27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BE4C756F-A9DD-4DEA-B89A-0CA27A7D120F}">
      <dgm:prSet/>
      <dgm:spPr/>
      <dgm:t>
        <a:bodyPr/>
        <a:lstStyle/>
        <a:p>
          <a:r>
            <a:rPr lang="ru-RU" b="0" i="0" dirty="0"/>
            <a:t>1556 р.</a:t>
          </a:r>
          <a:endParaRPr lang="uk-UA" dirty="0"/>
        </a:p>
      </dgm:t>
    </dgm:pt>
    <dgm:pt modelId="{8EB70E84-07CE-4B26-9B22-709574A139FC}" type="parTrans" cxnId="{E493295C-C567-467C-80A6-CED027C522F7}">
      <dgm:prSet/>
      <dgm:spPr/>
      <dgm:t>
        <a:bodyPr/>
        <a:lstStyle/>
        <a:p>
          <a:endParaRPr lang="uk-UA"/>
        </a:p>
      </dgm:t>
    </dgm:pt>
    <dgm:pt modelId="{11EF6A23-D8FF-4591-B0B3-5D2F7D19DC78}" type="sibTrans" cxnId="{E493295C-C567-467C-80A6-CED027C522F7}">
      <dgm:prSet/>
      <dgm:spPr/>
      <dgm:t>
        <a:bodyPr/>
        <a:lstStyle/>
        <a:p>
          <a:endParaRPr lang="uk-UA"/>
        </a:p>
      </dgm:t>
    </dgm:pt>
    <dgm:pt modelId="{2C539D6B-09B4-4114-A2D1-ED3DA2F9A755}">
      <dgm:prSet/>
      <dgm:spPr/>
      <dgm:t>
        <a:bodyPr/>
        <a:lstStyle/>
        <a:p>
          <a:r>
            <a:rPr lang="ru-RU" b="0" i="0" dirty="0"/>
            <a:t>1574 р.</a:t>
          </a:r>
          <a:endParaRPr lang="uk-UA" dirty="0"/>
        </a:p>
      </dgm:t>
    </dgm:pt>
    <dgm:pt modelId="{5B02779F-0812-4406-8DCD-FFC7A3052FE4}" type="parTrans" cxnId="{946D2D5A-71E9-4DC2-A59A-4AEEFCEA1DE6}">
      <dgm:prSet/>
      <dgm:spPr/>
      <dgm:t>
        <a:bodyPr/>
        <a:lstStyle/>
        <a:p>
          <a:endParaRPr lang="uk-UA"/>
        </a:p>
      </dgm:t>
    </dgm:pt>
    <dgm:pt modelId="{752CAC57-090C-4D3A-BD18-783C78EB710F}" type="sibTrans" cxnId="{946D2D5A-71E9-4DC2-A59A-4AEEFCEA1DE6}">
      <dgm:prSet/>
      <dgm:spPr/>
      <dgm:t>
        <a:bodyPr/>
        <a:lstStyle/>
        <a:p>
          <a:endParaRPr lang="uk-UA"/>
        </a:p>
      </dgm:t>
    </dgm:pt>
    <dgm:pt modelId="{8F564BC6-509F-4EE4-A7F0-B3BF6318BCA1}">
      <dgm:prSet/>
      <dgm:spPr/>
      <dgm:t>
        <a:bodyPr/>
        <a:lstStyle/>
        <a:p>
          <a:r>
            <a:rPr lang="ru-RU" b="0" i="0" dirty="0"/>
            <a:t>1569 р.</a:t>
          </a:r>
          <a:endParaRPr lang="uk-UA" dirty="0"/>
        </a:p>
      </dgm:t>
    </dgm:pt>
    <dgm:pt modelId="{B222A84F-81BC-49C2-98D3-DA8CBDB9E2BA}" type="parTrans" cxnId="{AFE8B708-B4C1-4ED3-89A3-CF90F7AF45EF}">
      <dgm:prSet/>
      <dgm:spPr/>
      <dgm:t>
        <a:bodyPr/>
        <a:lstStyle/>
        <a:p>
          <a:endParaRPr lang="uk-UA"/>
        </a:p>
      </dgm:t>
    </dgm:pt>
    <dgm:pt modelId="{DD94A544-785C-458E-B668-F289A9DD09AB}" type="sibTrans" cxnId="{AFE8B708-B4C1-4ED3-89A3-CF90F7AF45EF}">
      <dgm:prSet/>
      <dgm:spPr/>
      <dgm:t>
        <a:bodyPr/>
        <a:lstStyle/>
        <a:p>
          <a:endParaRPr lang="uk-UA"/>
        </a:p>
      </dgm:t>
    </dgm:pt>
    <dgm:pt modelId="{2D518B2E-70D9-481E-B20F-980B5A8228BB}">
      <dgm:prSet/>
      <dgm:spPr/>
      <dgm:t>
        <a:bodyPr/>
        <a:lstStyle/>
        <a:p>
          <a:r>
            <a:rPr lang="ru-RU" b="0" i="0" dirty="0"/>
            <a:t>1596 р.</a:t>
          </a:r>
          <a:endParaRPr lang="uk-UA" dirty="0"/>
        </a:p>
      </dgm:t>
    </dgm:pt>
    <dgm:pt modelId="{06C3119E-D74B-4E24-A71D-9C04C4E4D871}" type="parTrans" cxnId="{DF9225CD-B6C7-469B-BE22-D43AC3EA6E7B}">
      <dgm:prSet/>
      <dgm:spPr/>
      <dgm:t>
        <a:bodyPr/>
        <a:lstStyle/>
        <a:p>
          <a:endParaRPr lang="uk-UA"/>
        </a:p>
      </dgm:t>
    </dgm:pt>
    <dgm:pt modelId="{EBFCA1CA-8A40-4F6F-905A-F0599FC6C2A7}" type="sibTrans" cxnId="{DF9225CD-B6C7-469B-BE22-D43AC3EA6E7B}">
      <dgm:prSet/>
      <dgm:spPr/>
      <dgm:t>
        <a:bodyPr/>
        <a:lstStyle/>
        <a:p>
          <a:endParaRPr lang="uk-UA"/>
        </a:p>
      </dgm:t>
    </dgm:pt>
    <dgm:pt modelId="{034D2982-7ADC-457F-9776-D7B5E5863316}" type="pres">
      <dgm:prSet presAssocID="{74F755CC-7AAB-4C0C-83C2-8552434D5A27}" presName="linearFlow" presStyleCnt="0">
        <dgm:presLayoutVars>
          <dgm:dir/>
          <dgm:resizeHandles val="exact"/>
        </dgm:presLayoutVars>
      </dgm:prSet>
      <dgm:spPr/>
    </dgm:pt>
    <dgm:pt modelId="{04A35CF5-9618-437C-AAE5-6554FED5C064}" type="pres">
      <dgm:prSet presAssocID="{BE4C756F-A9DD-4DEA-B89A-0CA27A7D120F}" presName="composite" presStyleCnt="0"/>
      <dgm:spPr/>
    </dgm:pt>
    <dgm:pt modelId="{0868CAF3-8159-4E37-87F0-C81BE0B13FC8}" type="pres">
      <dgm:prSet presAssocID="{BE4C756F-A9DD-4DEA-B89A-0CA27A7D120F}" presName="imgShp" presStyleLbl="fgImgPlace1" presStyleIdx="0" presStyleCnt="4"/>
      <dgm:spPr>
        <a:blipFill rotWithShape="1">
          <a:blip xmlns:r="http://schemas.openxmlformats.org/officeDocument/2006/relationships" r:embed="rId1"/>
          <a:srcRect/>
          <a:stretch>
            <a:fillRect t="-6000" b="-6000"/>
          </a:stretch>
        </a:blipFill>
      </dgm:spPr>
    </dgm:pt>
    <dgm:pt modelId="{120611C1-2755-4CE4-A7F6-9AC1DB709B9F}" type="pres">
      <dgm:prSet presAssocID="{BE4C756F-A9DD-4DEA-B89A-0CA27A7D120F}" presName="txShp" presStyleLbl="node1" presStyleIdx="0" presStyleCnt="4">
        <dgm:presLayoutVars>
          <dgm:bulletEnabled val="1"/>
        </dgm:presLayoutVars>
      </dgm:prSet>
      <dgm:spPr/>
    </dgm:pt>
    <dgm:pt modelId="{66400833-F0D7-46ED-81CB-5E06C5B48795}" type="pres">
      <dgm:prSet presAssocID="{11EF6A23-D8FF-4591-B0B3-5D2F7D19DC78}" presName="spacing" presStyleCnt="0"/>
      <dgm:spPr/>
    </dgm:pt>
    <dgm:pt modelId="{DC9E2F11-AE31-4A89-8C5D-145B1902690B}" type="pres">
      <dgm:prSet presAssocID="{2C539D6B-09B4-4114-A2D1-ED3DA2F9A755}" presName="composite" presStyleCnt="0"/>
      <dgm:spPr/>
    </dgm:pt>
    <dgm:pt modelId="{F6329C2A-4744-44B6-9878-852765349CB8}" type="pres">
      <dgm:prSet presAssocID="{2C539D6B-09B4-4114-A2D1-ED3DA2F9A755}" presName="imgShp" presStyleLbl="fgImgPlace1" presStyleIdx="1" presStyleCnt="4"/>
      <dgm:spPr>
        <a:blipFill rotWithShape="1">
          <a:blip xmlns:r="http://schemas.openxmlformats.org/officeDocument/2006/relationships" r:embed="rId2"/>
          <a:srcRect/>
          <a:stretch>
            <a:fillRect t="-7000" b="-7000"/>
          </a:stretch>
        </a:blipFill>
      </dgm:spPr>
    </dgm:pt>
    <dgm:pt modelId="{300AF638-A4C0-475F-BC5F-9808D8B83962}" type="pres">
      <dgm:prSet presAssocID="{2C539D6B-09B4-4114-A2D1-ED3DA2F9A755}" presName="txShp" presStyleLbl="node1" presStyleIdx="1" presStyleCnt="4">
        <dgm:presLayoutVars>
          <dgm:bulletEnabled val="1"/>
        </dgm:presLayoutVars>
      </dgm:prSet>
      <dgm:spPr/>
    </dgm:pt>
    <dgm:pt modelId="{FC274171-75EA-4A45-9C09-3BE6B3781E4D}" type="pres">
      <dgm:prSet presAssocID="{752CAC57-090C-4D3A-BD18-783C78EB710F}" presName="spacing" presStyleCnt="0"/>
      <dgm:spPr/>
    </dgm:pt>
    <dgm:pt modelId="{00BCB6E7-B735-430D-B260-5465C5C11363}" type="pres">
      <dgm:prSet presAssocID="{8F564BC6-509F-4EE4-A7F0-B3BF6318BCA1}" presName="composite" presStyleCnt="0"/>
      <dgm:spPr/>
    </dgm:pt>
    <dgm:pt modelId="{2DB3AC8D-8D0F-4346-869D-8168E5A9F6BC}" type="pres">
      <dgm:prSet presAssocID="{8F564BC6-509F-4EE4-A7F0-B3BF6318BCA1}" presName="imgShp" presStyleLbl="fgImgPlace1" presStyleIdx="2" presStyleCnt="4"/>
      <dgm:spPr>
        <a:blipFill rotWithShape="1">
          <a:blip xmlns:r="http://schemas.openxmlformats.org/officeDocument/2006/relationships" r:embed="rId3"/>
          <a:srcRect/>
          <a:stretch>
            <a:fillRect t="-3000" b="-3000"/>
          </a:stretch>
        </a:blipFill>
      </dgm:spPr>
    </dgm:pt>
    <dgm:pt modelId="{526A1045-F1DB-4D72-BFB8-3A4B3E05B4FC}" type="pres">
      <dgm:prSet presAssocID="{8F564BC6-509F-4EE4-A7F0-B3BF6318BCA1}" presName="txShp" presStyleLbl="node1" presStyleIdx="2" presStyleCnt="4">
        <dgm:presLayoutVars>
          <dgm:bulletEnabled val="1"/>
        </dgm:presLayoutVars>
      </dgm:prSet>
      <dgm:spPr/>
    </dgm:pt>
    <dgm:pt modelId="{D602B216-C855-4ED4-B871-214B4D4CEFA8}" type="pres">
      <dgm:prSet presAssocID="{DD94A544-785C-458E-B668-F289A9DD09AB}" presName="spacing" presStyleCnt="0"/>
      <dgm:spPr/>
    </dgm:pt>
    <dgm:pt modelId="{DCBC1C43-7EB9-4F67-B02E-FB8D79E28324}" type="pres">
      <dgm:prSet presAssocID="{2D518B2E-70D9-481E-B20F-980B5A8228BB}" presName="composite" presStyleCnt="0"/>
      <dgm:spPr/>
    </dgm:pt>
    <dgm:pt modelId="{98313BDF-3005-451C-87C7-3A9FC174B634}" type="pres">
      <dgm:prSet presAssocID="{2D518B2E-70D9-481E-B20F-980B5A8228BB}" presName="imgShp" presStyleLbl="fgImgPlace1" presStyleIdx="3" presStyleCnt="4"/>
      <dgm:spPr>
        <a:blipFill rotWithShape="1">
          <a:blip xmlns:r="http://schemas.openxmlformats.org/officeDocument/2006/relationships" r:embed="rId4"/>
          <a:srcRect/>
          <a:stretch>
            <a:fillRect t="-4000" b="-4000"/>
          </a:stretch>
        </a:blipFill>
      </dgm:spPr>
    </dgm:pt>
    <dgm:pt modelId="{D70EC736-D665-4347-BF31-BE7C1EE9935B}" type="pres">
      <dgm:prSet presAssocID="{2D518B2E-70D9-481E-B20F-980B5A8228BB}" presName="txShp" presStyleLbl="node1" presStyleIdx="3" presStyleCnt="4">
        <dgm:presLayoutVars>
          <dgm:bulletEnabled val="1"/>
        </dgm:presLayoutVars>
      </dgm:prSet>
      <dgm:spPr/>
    </dgm:pt>
  </dgm:ptLst>
  <dgm:cxnLst>
    <dgm:cxn modelId="{AFE8B708-B4C1-4ED3-89A3-CF90F7AF45EF}" srcId="{74F755CC-7AAB-4C0C-83C2-8552434D5A27}" destId="{8F564BC6-509F-4EE4-A7F0-B3BF6318BCA1}" srcOrd="2" destOrd="0" parTransId="{B222A84F-81BC-49C2-98D3-DA8CBDB9E2BA}" sibTransId="{DD94A544-785C-458E-B668-F289A9DD09AB}"/>
    <dgm:cxn modelId="{ECA55309-3C9E-4DF7-90E0-872377591E24}" type="presOf" srcId="{74F755CC-7AAB-4C0C-83C2-8552434D5A27}" destId="{034D2982-7ADC-457F-9776-D7B5E5863316}" srcOrd="0" destOrd="0" presId="urn:microsoft.com/office/officeart/2005/8/layout/vList3"/>
    <dgm:cxn modelId="{E493295C-C567-467C-80A6-CED027C522F7}" srcId="{74F755CC-7AAB-4C0C-83C2-8552434D5A27}" destId="{BE4C756F-A9DD-4DEA-B89A-0CA27A7D120F}" srcOrd="0" destOrd="0" parTransId="{8EB70E84-07CE-4B26-9B22-709574A139FC}" sibTransId="{11EF6A23-D8FF-4591-B0B3-5D2F7D19DC78}"/>
    <dgm:cxn modelId="{F4553B4A-F66B-4489-85B8-4111392C538F}" type="presOf" srcId="{8F564BC6-509F-4EE4-A7F0-B3BF6318BCA1}" destId="{526A1045-F1DB-4D72-BFB8-3A4B3E05B4FC}" srcOrd="0" destOrd="0" presId="urn:microsoft.com/office/officeart/2005/8/layout/vList3"/>
    <dgm:cxn modelId="{AAA5EF6A-4663-467C-AAE3-2F86B02E96B8}" type="presOf" srcId="{BE4C756F-A9DD-4DEA-B89A-0CA27A7D120F}" destId="{120611C1-2755-4CE4-A7F6-9AC1DB709B9F}" srcOrd="0" destOrd="0" presId="urn:microsoft.com/office/officeart/2005/8/layout/vList3"/>
    <dgm:cxn modelId="{946D2D5A-71E9-4DC2-A59A-4AEEFCEA1DE6}" srcId="{74F755CC-7AAB-4C0C-83C2-8552434D5A27}" destId="{2C539D6B-09B4-4114-A2D1-ED3DA2F9A755}" srcOrd="1" destOrd="0" parTransId="{5B02779F-0812-4406-8DCD-FFC7A3052FE4}" sibTransId="{752CAC57-090C-4D3A-BD18-783C78EB710F}"/>
    <dgm:cxn modelId="{63D9D396-4200-4DCF-913D-F809723211C7}" type="presOf" srcId="{2D518B2E-70D9-481E-B20F-980B5A8228BB}" destId="{D70EC736-D665-4347-BF31-BE7C1EE9935B}" srcOrd="0" destOrd="0" presId="urn:microsoft.com/office/officeart/2005/8/layout/vList3"/>
    <dgm:cxn modelId="{42DB36A2-EF19-4F70-8F47-5B9DFD060CDA}" type="presOf" srcId="{2C539D6B-09B4-4114-A2D1-ED3DA2F9A755}" destId="{300AF638-A4C0-475F-BC5F-9808D8B83962}" srcOrd="0" destOrd="0" presId="urn:microsoft.com/office/officeart/2005/8/layout/vList3"/>
    <dgm:cxn modelId="{DF9225CD-B6C7-469B-BE22-D43AC3EA6E7B}" srcId="{74F755CC-7AAB-4C0C-83C2-8552434D5A27}" destId="{2D518B2E-70D9-481E-B20F-980B5A8228BB}" srcOrd="3" destOrd="0" parTransId="{06C3119E-D74B-4E24-A71D-9C04C4E4D871}" sibTransId="{EBFCA1CA-8A40-4F6F-905A-F0599FC6C2A7}"/>
    <dgm:cxn modelId="{ED731E04-7F8D-4681-8C20-8FE98CC75BB6}" type="presParOf" srcId="{034D2982-7ADC-457F-9776-D7B5E5863316}" destId="{04A35CF5-9618-437C-AAE5-6554FED5C064}" srcOrd="0" destOrd="0" presId="urn:microsoft.com/office/officeart/2005/8/layout/vList3"/>
    <dgm:cxn modelId="{1AFEFA9C-8A93-45DB-8A73-A2C31889C561}" type="presParOf" srcId="{04A35CF5-9618-437C-AAE5-6554FED5C064}" destId="{0868CAF3-8159-4E37-87F0-C81BE0B13FC8}" srcOrd="0" destOrd="0" presId="urn:microsoft.com/office/officeart/2005/8/layout/vList3"/>
    <dgm:cxn modelId="{B4597F73-5A31-469E-BA3E-2F7C1B35D6C4}" type="presParOf" srcId="{04A35CF5-9618-437C-AAE5-6554FED5C064}" destId="{120611C1-2755-4CE4-A7F6-9AC1DB709B9F}" srcOrd="1" destOrd="0" presId="urn:microsoft.com/office/officeart/2005/8/layout/vList3"/>
    <dgm:cxn modelId="{F56A7B89-53E7-4C2E-891C-93B9A1FF5421}" type="presParOf" srcId="{034D2982-7ADC-457F-9776-D7B5E5863316}" destId="{66400833-F0D7-46ED-81CB-5E06C5B48795}" srcOrd="1" destOrd="0" presId="urn:microsoft.com/office/officeart/2005/8/layout/vList3"/>
    <dgm:cxn modelId="{AC619471-82F1-45F5-B0F5-C0DE28BECFCF}" type="presParOf" srcId="{034D2982-7ADC-457F-9776-D7B5E5863316}" destId="{DC9E2F11-AE31-4A89-8C5D-145B1902690B}" srcOrd="2" destOrd="0" presId="urn:microsoft.com/office/officeart/2005/8/layout/vList3"/>
    <dgm:cxn modelId="{44DC5935-A13E-4B0C-B1C7-A260C45F10C3}" type="presParOf" srcId="{DC9E2F11-AE31-4A89-8C5D-145B1902690B}" destId="{F6329C2A-4744-44B6-9878-852765349CB8}" srcOrd="0" destOrd="0" presId="urn:microsoft.com/office/officeart/2005/8/layout/vList3"/>
    <dgm:cxn modelId="{A091BF3F-5A0D-46F0-A4B7-21AF6885AD5F}" type="presParOf" srcId="{DC9E2F11-AE31-4A89-8C5D-145B1902690B}" destId="{300AF638-A4C0-475F-BC5F-9808D8B83962}" srcOrd="1" destOrd="0" presId="urn:microsoft.com/office/officeart/2005/8/layout/vList3"/>
    <dgm:cxn modelId="{DEA79018-DABF-475A-82F0-A9F586C7114B}" type="presParOf" srcId="{034D2982-7ADC-457F-9776-D7B5E5863316}" destId="{FC274171-75EA-4A45-9C09-3BE6B3781E4D}" srcOrd="3" destOrd="0" presId="urn:microsoft.com/office/officeart/2005/8/layout/vList3"/>
    <dgm:cxn modelId="{9361D6CB-3285-40A1-AED5-0DD0E6491DD8}" type="presParOf" srcId="{034D2982-7ADC-457F-9776-D7B5E5863316}" destId="{00BCB6E7-B735-430D-B260-5465C5C11363}" srcOrd="4" destOrd="0" presId="urn:microsoft.com/office/officeart/2005/8/layout/vList3"/>
    <dgm:cxn modelId="{B94EFC1F-96B2-4A5E-8F80-99E6A2AEA855}" type="presParOf" srcId="{00BCB6E7-B735-430D-B260-5465C5C11363}" destId="{2DB3AC8D-8D0F-4346-869D-8168E5A9F6BC}" srcOrd="0" destOrd="0" presId="urn:microsoft.com/office/officeart/2005/8/layout/vList3"/>
    <dgm:cxn modelId="{35FB270E-6173-447F-AF28-AAF211E4C98C}" type="presParOf" srcId="{00BCB6E7-B735-430D-B260-5465C5C11363}" destId="{526A1045-F1DB-4D72-BFB8-3A4B3E05B4FC}" srcOrd="1" destOrd="0" presId="urn:microsoft.com/office/officeart/2005/8/layout/vList3"/>
    <dgm:cxn modelId="{1E9A3A1F-15FD-4D1F-B8B3-343D9D6D19E3}" type="presParOf" srcId="{034D2982-7ADC-457F-9776-D7B5E5863316}" destId="{D602B216-C855-4ED4-B871-214B4D4CEFA8}" srcOrd="5" destOrd="0" presId="urn:microsoft.com/office/officeart/2005/8/layout/vList3"/>
    <dgm:cxn modelId="{FC0C6BB2-7461-43B6-838F-1E03E0390257}" type="presParOf" srcId="{034D2982-7ADC-457F-9776-D7B5E5863316}" destId="{DCBC1C43-7EB9-4F67-B02E-FB8D79E28324}" srcOrd="6" destOrd="0" presId="urn:microsoft.com/office/officeart/2005/8/layout/vList3"/>
    <dgm:cxn modelId="{6AE514C3-7E67-46A0-A08D-1F8E1CAFF363}" type="presParOf" srcId="{DCBC1C43-7EB9-4F67-B02E-FB8D79E28324}" destId="{98313BDF-3005-451C-87C7-3A9FC174B634}" srcOrd="0" destOrd="0" presId="urn:microsoft.com/office/officeart/2005/8/layout/vList3"/>
    <dgm:cxn modelId="{F4527B00-7317-46B6-AC0D-52A920507D8F}" type="presParOf" srcId="{DCBC1C43-7EB9-4F67-B02E-FB8D79E28324}" destId="{D70EC736-D665-4347-BF31-BE7C1EE9935B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85F4EAB8-ECFF-4AB6-AB6C-D1BAE6EFBB13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C228CD9-46BB-453A-9075-18184F0F6E07}">
      <dgm:prSet/>
      <dgm:spPr/>
      <dgm:t>
        <a:bodyPr/>
        <a:lstStyle/>
        <a:p>
          <a:r>
            <a:rPr lang="ru-RU"/>
            <a:t>легалізацію вищої ієрархії православної церкви</a:t>
          </a:r>
          <a:endParaRPr lang="uk-UA"/>
        </a:p>
      </dgm:t>
    </dgm:pt>
    <dgm:pt modelId="{7A76FBD5-40EF-4AB7-ACB2-F62CCF94E516}" type="parTrans" cxnId="{290E3E41-A2F5-4BA2-835E-D9C1EBC48790}">
      <dgm:prSet/>
      <dgm:spPr/>
      <dgm:t>
        <a:bodyPr/>
        <a:lstStyle/>
        <a:p>
          <a:endParaRPr lang="uk-UA"/>
        </a:p>
      </dgm:t>
    </dgm:pt>
    <dgm:pt modelId="{B1808287-2757-4451-9976-7F70C6578EBA}" type="sibTrans" cxnId="{290E3E41-A2F5-4BA2-835E-D9C1EBC48790}">
      <dgm:prSet/>
      <dgm:spPr/>
      <dgm:t>
        <a:bodyPr/>
        <a:lstStyle/>
        <a:p>
          <a:endParaRPr lang="uk-UA"/>
        </a:p>
      </dgm:t>
    </dgm:pt>
    <dgm:pt modelId="{4F0C16BE-5BC3-45EB-92AC-33511104EE69}">
      <dgm:prSet/>
      <dgm:spPr/>
      <dgm:t>
        <a:bodyPr/>
        <a:lstStyle/>
        <a:p>
          <a:r>
            <a:rPr lang="ru-RU"/>
            <a:t>приєднання Київської митрополії до Московського патріархату</a:t>
          </a:r>
          <a:endParaRPr lang="uk-UA"/>
        </a:p>
      </dgm:t>
    </dgm:pt>
    <dgm:pt modelId="{D5EEF4B6-7AD3-491F-BF34-60BDDB7D164C}" type="parTrans" cxnId="{91A8A380-F7D2-4D51-99DA-17153E8C59DF}">
      <dgm:prSet/>
      <dgm:spPr/>
      <dgm:t>
        <a:bodyPr/>
        <a:lstStyle/>
        <a:p>
          <a:endParaRPr lang="uk-UA"/>
        </a:p>
      </dgm:t>
    </dgm:pt>
    <dgm:pt modelId="{D01A117E-785E-4B94-B9DD-A0F9BE95FF1C}" type="sibTrans" cxnId="{91A8A380-F7D2-4D51-99DA-17153E8C59DF}">
      <dgm:prSet/>
      <dgm:spPr/>
      <dgm:t>
        <a:bodyPr/>
        <a:lstStyle/>
        <a:p>
          <a:endParaRPr lang="uk-UA"/>
        </a:p>
      </dgm:t>
    </dgm:pt>
    <dgm:pt modelId="{F555F1A0-74BF-4953-9ED2-C23318E72C68}">
      <dgm:prSet/>
      <dgm:spPr/>
      <dgm:t>
        <a:bodyPr/>
        <a:lstStyle/>
        <a:p>
          <a:r>
            <a:rPr lang="ru-RU"/>
            <a:t>реформування православної церкви митрополитом П. Могилою</a:t>
          </a:r>
          <a:endParaRPr lang="uk-UA"/>
        </a:p>
      </dgm:t>
    </dgm:pt>
    <dgm:pt modelId="{5D79B18C-DCC3-4D52-BCFD-3A6D52F1D501}" type="parTrans" cxnId="{091497B9-8385-4D10-BD8C-8121EE4E5B0A}">
      <dgm:prSet/>
      <dgm:spPr/>
      <dgm:t>
        <a:bodyPr/>
        <a:lstStyle/>
        <a:p>
          <a:endParaRPr lang="uk-UA"/>
        </a:p>
      </dgm:t>
    </dgm:pt>
    <dgm:pt modelId="{552AD1FB-FC08-4209-B9C7-0183E3C58305}" type="sibTrans" cxnId="{091497B9-8385-4D10-BD8C-8121EE4E5B0A}">
      <dgm:prSet/>
      <dgm:spPr/>
      <dgm:t>
        <a:bodyPr/>
        <a:lstStyle/>
        <a:p>
          <a:endParaRPr lang="uk-UA"/>
        </a:p>
      </dgm:t>
    </dgm:pt>
    <dgm:pt modelId="{8CDEFA98-F94F-4EA3-BF66-5823AF35CBA9}">
      <dgm:prSet/>
      <dgm:spPr/>
      <dgm:t>
        <a:bodyPr/>
        <a:lstStyle/>
        <a:p>
          <a:r>
            <a:rPr lang="ru-RU"/>
            <a:t>утворення греко-католицької церкви</a:t>
          </a:r>
          <a:endParaRPr lang="uk-UA"/>
        </a:p>
      </dgm:t>
    </dgm:pt>
    <dgm:pt modelId="{7662F173-D505-4E06-ADD5-DB9FE1C8D7E6}" type="parTrans" cxnId="{7134952B-C08C-4EEC-8156-6FEC358FDE94}">
      <dgm:prSet/>
      <dgm:spPr/>
      <dgm:t>
        <a:bodyPr/>
        <a:lstStyle/>
        <a:p>
          <a:endParaRPr lang="uk-UA"/>
        </a:p>
      </dgm:t>
    </dgm:pt>
    <dgm:pt modelId="{D6D3936B-A3F0-493D-9E5D-CAE004C3F482}" type="sibTrans" cxnId="{7134952B-C08C-4EEC-8156-6FEC358FDE94}">
      <dgm:prSet/>
      <dgm:spPr/>
      <dgm:t>
        <a:bodyPr/>
        <a:lstStyle/>
        <a:p>
          <a:endParaRPr lang="uk-UA"/>
        </a:p>
      </dgm:t>
    </dgm:pt>
    <dgm:pt modelId="{4E27D238-4433-4C63-B9F1-500160A7FFC6}" type="pres">
      <dgm:prSet presAssocID="{85F4EAB8-ECFF-4AB6-AB6C-D1BAE6EFBB13}" presName="Name0" presStyleCnt="0">
        <dgm:presLayoutVars>
          <dgm:chMax val="7"/>
          <dgm:chPref val="7"/>
          <dgm:dir/>
        </dgm:presLayoutVars>
      </dgm:prSet>
      <dgm:spPr/>
    </dgm:pt>
    <dgm:pt modelId="{90F32681-5DEF-4018-AD97-F8E132C442C7}" type="pres">
      <dgm:prSet presAssocID="{85F4EAB8-ECFF-4AB6-AB6C-D1BAE6EFBB13}" presName="Name1" presStyleCnt="0"/>
      <dgm:spPr/>
    </dgm:pt>
    <dgm:pt modelId="{D272314C-EA2E-4013-93D3-FC5F7AFDB99C}" type="pres">
      <dgm:prSet presAssocID="{85F4EAB8-ECFF-4AB6-AB6C-D1BAE6EFBB13}" presName="cycle" presStyleCnt="0"/>
      <dgm:spPr/>
    </dgm:pt>
    <dgm:pt modelId="{F00D6C12-1DC6-46D4-AA47-41D35C6BE3C7}" type="pres">
      <dgm:prSet presAssocID="{85F4EAB8-ECFF-4AB6-AB6C-D1BAE6EFBB13}" presName="srcNode" presStyleLbl="node1" presStyleIdx="0" presStyleCnt="4"/>
      <dgm:spPr/>
    </dgm:pt>
    <dgm:pt modelId="{AEE6E77C-8D9E-488B-802A-872F88FD81F5}" type="pres">
      <dgm:prSet presAssocID="{85F4EAB8-ECFF-4AB6-AB6C-D1BAE6EFBB13}" presName="conn" presStyleLbl="parChTrans1D2" presStyleIdx="0" presStyleCnt="1"/>
      <dgm:spPr/>
    </dgm:pt>
    <dgm:pt modelId="{734F2407-C0E5-4EF2-B9C6-7560031F93E1}" type="pres">
      <dgm:prSet presAssocID="{85F4EAB8-ECFF-4AB6-AB6C-D1BAE6EFBB13}" presName="extraNode" presStyleLbl="node1" presStyleIdx="0" presStyleCnt="4"/>
      <dgm:spPr/>
    </dgm:pt>
    <dgm:pt modelId="{1E425B9B-75FF-47BD-BA79-6CCC716C2069}" type="pres">
      <dgm:prSet presAssocID="{85F4EAB8-ECFF-4AB6-AB6C-D1BAE6EFBB13}" presName="dstNode" presStyleLbl="node1" presStyleIdx="0" presStyleCnt="4"/>
      <dgm:spPr/>
    </dgm:pt>
    <dgm:pt modelId="{F7F91181-5228-44B1-B284-760CB956E18F}" type="pres">
      <dgm:prSet presAssocID="{6C228CD9-46BB-453A-9075-18184F0F6E07}" presName="text_1" presStyleLbl="node1" presStyleIdx="0" presStyleCnt="4">
        <dgm:presLayoutVars>
          <dgm:bulletEnabled val="1"/>
        </dgm:presLayoutVars>
      </dgm:prSet>
      <dgm:spPr/>
    </dgm:pt>
    <dgm:pt modelId="{41754791-FC59-4E00-AABF-0C7D6AA85EB2}" type="pres">
      <dgm:prSet presAssocID="{6C228CD9-46BB-453A-9075-18184F0F6E07}" presName="accent_1" presStyleCnt="0"/>
      <dgm:spPr/>
    </dgm:pt>
    <dgm:pt modelId="{FF231420-FDEA-44EE-A413-80DAC869D240}" type="pres">
      <dgm:prSet presAssocID="{6C228CD9-46BB-453A-9075-18184F0F6E07}" presName="accentRepeatNode" presStyleLbl="solidFgAcc1" presStyleIdx="0" presStyleCnt="4"/>
      <dgm:spPr/>
    </dgm:pt>
    <dgm:pt modelId="{8BDA91B3-F465-47EC-88CA-B6A6F4507017}" type="pres">
      <dgm:prSet presAssocID="{4F0C16BE-5BC3-45EB-92AC-33511104EE69}" presName="text_2" presStyleLbl="node1" presStyleIdx="1" presStyleCnt="4">
        <dgm:presLayoutVars>
          <dgm:bulletEnabled val="1"/>
        </dgm:presLayoutVars>
      </dgm:prSet>
      <dgm:spPr/>
    </dgm:pt>
    <dgm:pt modelId="{257D5DF9-FDA7-4D06-AA3F-9C310F7699FE}" type="pres">
      <dgm:prSet presAssocID="{4F0C16BE-5BC3-45EB-92AC-33511104EE69}" presName="accent_2" presStyleCnt="0"/>
      <dgm:spPr/>
    </dgm:pt>
    <dgm:pt modelId="{7D23B7AD-B62A-436D-B839-A77CA624E4E6}" type="pres">
      <dgm:prSet presAssocID="{4F0C16BE-5BC3-45EB-92AC-33511104EE69}" presName="accentRepeatNode" presStyleLbl="solidFgAcc1" presStyleIdx="1" presStyleCnt="4"/>
      <dgm:spPr/>
    </dgm:pt>
    <dgm:pt modelId="{69C1442B-F8C8-4D8C-8051-410C2390AE04}" type="pres">
      <dgm:prSet presAssocID="{F555F1A0-74BF-4953-9ED2-C23318E72C68}" presName="text_3" presStyleLbl="node1" presStyleIdx="2" presStyleCnt="4">
        <dgm:presLayoutVars>
          <dgm:bulletEnabled val="1"/>
        </dgm:presLayoutVars>
      </dgm:prSet>
      <dgm:spPr/>
    </dgm:pt>
    <dgm:pt modelId="{441260BA-EF95-45CB-8247-B701B83E8086}" type="pres">
      <dgm:prSet presAssocID="{F555F1A0-74BF-4953-9ED2-C23318E72C68}" presName="accent_3" presStyleCnt="0"/>
      <dgm:spPr/>
    </dgm:pt>
    <dgm:pt modelId="{138BC488-6183-4A9F-8857-C1ABED17D244}" type="pres">
      <dgm:prSet presAssocID="{F555F1A0-74BF-4953-9ED2-C23318E72C68}" presName="accentRepeatNode" presStyleLbl="solidFgAcc1" presStyleIdx="2" presStyleCnt="4"/>
      <dgm:spPr/>
    </dgm:pt>
    <dgm:pt modelId="{AE60399B-98E3-4A49-A6A3-890AC78FF03F}" type="pres">
      <dgm:prSet presAssocID="{8CDEFA98-F94F-4EA3-BF66-5823AF35CBA9}" presName="text_4" presStyleLbl="node1" presStyleIdx="3" presStyleCnt="4">
        <dgm:presLayoutVars>
          <dgm:bulletEnabled val="1"/>
        </dgm:presLayoutVars>
      </dgm:prSet>
      <dgm:spPr/>
    </dgm:pt>
    <dgm:pt modelId="{06F1D11C-1F0B-487B-8C55-9ECEE5469887}" type="pres">
      <dgm:prSet presAssocID="{8CDEFA98-F94F-4EA3-BF66-5823AF35CBA9}" presName="accent_4" presStyleCnt="0"/>
      <dgm:spPr/>
    </dgm:pt>
    <dgm:pt modelId="{12DFAB59-7A64-4D97-8E0D-9F9CE77FCA06}" type="pres">
      <dgm:prSet presAssocID="{8CDEFA98-F94F-4EA3-BF66-5823AF35CBA9}" presName="accentRepeatNode" presStyleLbl="solidFgAcc1" presStyleIdx="3" presStyleCnt="4"/>
      <dgm:spPr/>
    </dgm:pt>
  </dgm:ptLst>
  <dgm:cxnLst>
    <dgm:cxn modelId="{D5D0E425-4AE8-4298-89A7-2B5CAA819BBB}" type="presOf" srcId="{B1808287-2757-4451-9976-7F70C6578EBA}" destId="{AEE6E77C-8D9E-488B-802A-872F88FD81F5}" srcOrd="0" destOrd="0" presId="urn:microsoft.com/office/officeart/2008/layout/VerticalCurvedList"/>
    <dgm:cxn modelId="{7134952B-C08C-4EEC-8156-6FEC358FDE94}" srcId="{85F4EAB8-ECFF-4AB6-AB6C-D1BAE6EFBB13}" destId="{8CDEFA98-F94F-4EA3-BF66-5823AF35CBA9}" srcOrd="3" destOrd="0" parTransId="{7662F173-D505-4E06-ADD5-DB9FE1C8D7E6}" sibTransId="{D6D3936B-A3F0-493D-9E5D-CAE004C3F482}"/>
    <dgm:cxn modelId="{290E3E41-A2F5-4BA2-835E-D9C1EBC48790}" srcId="{85F4EAB8-ECFF-4AB6-AB6C-D1BAE6EFBB13}" destId="{6C228CD9-46BB-453A-9075-18184F0F6E07}" srcOrd="0" destOrd="0" parTransId="{7A76FBD5-40EF-4AB7-ACB2-F62CCF94E516}" sibTransId="{B1808287-2757-4451-9976-7F70C6578EBA}"/>
    <dgm:cxn modelId="{0BFE3869-F30E-4E96-82BE-C7C705576D2F}" type="presOf" srcId="{6C228CD9-46BB-453A-9075-18184F0F6E07}" destId="{F7F91181-5228-44B1-B284-760CB956E18F}" srcOrd="0" destOrd="0" presId="urn:microsoft.com/office/officeart/2008/layout/VerticalCurvedList"/>
    <dgm:cxn modelId="{B6835769-FC43-4CC9-B745-1E27E7AC6114}" type="presOf" srcId="{85F4EAB8-ECFF-4AB6-AB6C-D1BAE6EFBB13}" destId="{4E27D238-4433-4C63-B9F1-500160A7FFC6}" srcOrd="0" destOrd="0" presId="urn:microsoft.com/office/officeart/2008/layout/VerticalCurvedList"/>
    <dgm:cxn modelId="{91A8A380-F7D2-4D51-99DA-17153E8C59DF}" srcId="{85F4EAB8-ECFF-4AB6-AB6C-D1BAE6EFBB13}" destId="{4F0C16BE-5BC3-45EB-92AC-33511104EE69}" srcOrd="1" destOrd="0" parTransId="{D5EEF4B6-7AD3-491F-BF34-60BDDB7D164C}" sibTransId="{D01A117E-785E-4B94-B9DD-A0F9BE95FF1C}"/>
    <dgm:cxn modelId="{091497B9-8385-4D10-BD8C-8121EE4E5B0A}" srcId="{85F4EAB8-ECFF-4AB6-AB6C-D1BAE6EFBB13}" destId="{F555F1A0-74BF-4953-9ED2-C23318E72C68}" srcOrd="2" destOrd="0" parTransId="{5D79B18C-DCC3-4D52-BCFD-3A6D52F1D501}" sibTransId="{552AD1FB-FC08-4209-B9C7-0183E3C58305}"/>
    <dgm:cxn modelId="{51C8D5BE-D0F5-44AC-B2D9-5EFEFAA631A8}" type="presOf" srcId="{4F0C16BE-5BC3-45EB-92AC-33511104EE69}" destId="{8BDA91B3-F465-47EC-88CA-B6A6F4507017}" srcOrd="0" destOrd="0" presId="urn:microsoft.com/office/officeart/2008/layout/VerticalCurvedList"/>
    <dgm:cxn modelId="{AC4B92D1-99BE-4440-A909-6386782A6ED5}" type="presOf" srcId="{8CDEFA98-F94F-4EA3-BF66-5823AF35CBA9}" destId="{AE60399B-98E3-4A49-A6A3-890AC78FF03F}" srcOrd="0" destOrd="0" presId="urn:microsoft.com/office/officeart/2008/layout/VerticalCurvedList"/>
    <dgm:cxn modelId="{E638E6D8-805E-4239-9C37-44947FDD0FA4}" type="presOf" srcId="{F555F1A0-74BF-4953-9ED2-C23318E72C68}" destId="{69C1442B-F8C8-4D8C-8051-410C2390AE04}" srcOrd="0" destOrd="0" presId="urn:microsoft.com/office/officeart/2008/layout/VerticalCurvedList"/>
    <dgm:cxn modelId="{26A77B41-12D9-48AF-9D42-53E0714824CA}" type="presParOf" srcId="{4E27D238-4433-4C63-B9F1-500160A7FFC6}" destId="{90F32681-5DEF-4018-AD97-F8E132C442C7}" srcOrd="0" destOrd="0" presId="urn:microsoft.com/office/officeart/2008/layout/VerticalCurvedList"/>
    <dgm:cxn modelId="{1A945858-F293-41F9-A3B1-09F0694A383D}" type="presParOf" srcId="{90F32681-5DEF-4018-AD97-F8E132C442C7}" destId="{D272314C-EA2E-4013-93D3-FC5F7AFDB99C}" srcOrd="0" destOrd="0" presId="urn:microsoft.com/office/officeart/2008/layout/VerticalCurvedList"/>
    <dgm:cxn modelId="{13CE0761-2F23-490B-A5F9-5FC2C9A7E0FD}" type="presParOf" srcId="{D272314C-EA2E-4013-93D3-FC5F7AFDB99C}" destId="{F00D6C12-1DC6-46D4-AA47-41D35C6BE3C7}" srcOrd="0" destOrd="0" presId="urn:microsoft.com/office/officeart/2008/layout/VerticalCurvedList"/>
    <dgm:cxn modelId="{48A316A8-94BA-4F98-B1DC-11A705379A7E}" type="presParOf" srcId="{D272314C-EA2E-4013-93D3-FC5F7AFDB99C}" destId="{AEE6E77C-8D9E-488B-802A-872F88FD81F5}" srcOrd="1" destOrd="0" presId="urn:microsoft.com/office/officeart/2008/layout/VerticalCurvedList"/>
    <dgm:cxn modelId="{749B4D22-4834-4BA9-B953-184FB04D406D}" type="presParOf" srcId="{D272314C-EA2E-4013-93D3-FC5F7AFDB99C}" destId="{734F2407-C0E5-4EF2-B9C6-7560031F93E1}" srcOrd="2" destOrd="0" presId="urn:microsoft.com/office/officeart/2008/layout/VerticalCurvedList"/>
    <dgm:cxn modelId="{60A2B8B6-1C56-4C97-BD8D-B80B6B201125}" type="presParOf" srcId="{D272314C-EA2E-4013-93D3-FC5F7AFDB99C}" destId="{1E425B9B-75FF-47BD-BA79-6CCC716C2069}" srcOrd="3" destOrd="0" presId="urn:microsoft.com/office/officeart/2008/layout/VerticalCurvedList"/>
    <dgm:cxn modelId="{4AB283CB-526F-4BED-868B-6C686A50B445}" type="presParOf" srcId="{90F32681-5DEF-4018-AD97-F8E132C442C7}" destId="{F7F91181-5228-44B1-B284-760CB956E18F}" srcOrd="1" destOrd="0" presId="urn:microsoft.com/office/officeart/2008/layout/VerticalCurvedList"/>
    <dgm:cxn modelId="{52889A8E-E362-4836-9AB5-65D7D2DDC170}" type="presParOf" srcId="{90F32681-5DEF-4018-AD97-F8E132C442C7}" destId="{41754791-FC59-4E00-AABF-0C7D6AA85EB2}" srcOrd="2" destOrd="0" presId="urn:microsoft.com/office/officeart/2008/layout/VerticalCurvedList"/>
    <dgm:cxn modelId="{D7A9DE0C-B5D6-48E4-BE79-01C90F26A7B2}" type="presParOf" srcId="{41754791-FC59-4E00-AABF-0C7D6AA85EB2}" destId="{FF231420-FDEA-44EE-A413-80DAC869D240}" srcOrd="0" destOrd="0" presId="urn:microsoft.com/office/officeart/2008/layout/VerticalCurvedList"/>
    <dgm:cxn modelId="{0A76B5FB-7286-4B70-B70F-92DB4B1BED44}" type="presParOf" srcId="{90F32681-5DEF-4018-AD97-F8E132C442C7}" destId="{8BDA91B3-F465-47EC-88CA-B6A6F4507017}" srcOrd="3" destOrd="0" presId="urn:microsoft.com/office/officeart/2008/layout/VerticalCurvedList"/>
    <dgm:cxn modelId="{3E5F8F13-06C0-4013-BA3A-39885C60A06E}" type="presParOf" srcId="{90F32681-5DEF-4018-AD97-F8E132C442C7}" destId="{257D5DF9-FDA7-4D06-AA3F-9C310F7699FE}" srcOrd="4" destOrd="0" presId="urn:microsoft.com/office/officeart/2008/layout/VerticalCurvedList"/>
    <dgm:cxn modelId="{32BDB152-592D-4C91-8569-129258AE8AF3}" type="presParOf" srcId="{257D5DF9-FDA7-4D06-AA3F-9C310F7699FE}" destId="{7D23B7AD-B62A-436D-B839-A77CA624E4E6}" srcOrd="0" destOrd="0" presId="urn:microsoft.com/office/officeart/2008/layout/VerticalCurvedList"/>
    <dgm:cxn modelId="{91706EED-4484-4A6C-A5F3-877B8B98016C}" type="presParOf" srcId="{90F32681-5DEF-4018-AD97-F8E132C442C7}" destId="{69C1442B-F8C8-4D8C-8051-410C2390AE04}" srcOrd="5" destOrd="0" presId="urn:microsoft.com/office/officeart/2008/layout/VerticalCurvedList"/>
    <dgm:cxn modelId="{39BA48DD-5C59-4B8D-92EB-3E7FAA370A68}" type="presParOf" srcId="{90F32681-5DEF-4018-AD97-F8E132C442C7}" destId="{441260BA-EF95-45CB-8247-B701B83E8086}" srcOrd="6" destOrd="0" presId="urn:microsoft.com/office/officeart/2008/layout/VerticalCurvedList"/>
    <dgm:cxn modelId="{A58B0DE9-D479-4E20-8379-BD62712454BD}" type="presParOf" srcId="{441260BA-EF95-45CB-8247-B701B83E8086}" destId="{138BC488-6183-4A9F-8857-C1ABED17D244}" srcOrd="0" destOrd="0" presId="urn:microsoft.com/office/officeart/2008/layout/VerticalCurvedList"/>
    <dgm:cxn modelId="{09537BAF-10CB-4B04-96A6-61642F0CBFB9}" type="presParOf" srcId="{90F32681-5DEF-4018-AD97-F8E132C442C7}" destId="{AE60399B-98E3-4A49-A6A3-890AC78FF03F}" srcOrd="7" destOrd="0" presId="urn:microsoft.com/office/officeart/2008/layout/VerticalCurvedList"/>
    <dgm:cxn modelId="{A66D13BF-31AF-4C3E-A1FD-0750CA3A1F65}" type="presParOf" srcId="{90F32681-5DEF-4018-AD97-F8E132C442C7}" destId="{06F1D11C-1F0B-487B-8C55-9ECEE5469887}" srcOrd="8" destOrd="0" presId="urn:microsoft.com/office/officeart/2008/layout/VerticalCurvedList"/>
    <dgm:cxn modelId="{F40ED60C-5499-425E-BF47-5A6F87FE0CFD}" type="presParOf" srcId="{06F1D11C-1F0B-487B-8C55-9ECEE5469887}" destId="{12DFAB59-7A64-4D97-8E0D-9F9CE77FCA06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867B8E3C-7B40-4C2A-8B27-F19DC615050A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B67FA23F-911B-4D9C-8D7D-A9DBCC0486DE}">
      <dgm:prSet/>
      <dgm:spPr/>
      <dgm:t>
        <a:bodyPr/>
        <a:lstStyle/>
        <a:p>
          <a:r>
            <a:rPr lang="ru-RU" b="0" i="0"/>
            <a:t>Куруківською угодою.</a:t>
          </a:r>
          <a:endParaRPr lang="uk-UA"/>
        </a:p>
      </dgm:t>
    </dgm:pt>
    <dgm:pt modelId="{87C15B0D-19D6-4FDD-989B-4CEE29383105}" type="parTrans" cxnId="{CD07C0AF-453C-4D78-849E-D36D65D20179}">
      <dgm:prSet/>
      <dgm:spPr/>
      <dgm:t>
        <a:bodyPr/>
        <a:lstStyle/>
        <a:p>
          <a:endParaRPr lang="uk-UA"/>
        </a:p>
      </dgm:t>
    </dgm:pt>
    <dgm:pt modelId="{E87F2FB3-8B62-4405-87C0-B2A2E1256890}" type="sibTrans" cxnId="{CD07C0AF-453C-4D78-849E-D36D65D20179}">
      <dgm:prSet/>
      <dgm:spPr/>
      <dgm:t>
        <a:bodyPr/>
        <a:lstStyle/>
        <a:p>
          <a:endParaRPr lang="uk-UA"/>
        </a:p>
      </dgm:t>
    </dgm:pt>
    <dgm:pt modelId="{9BEDAC5C-0143-4F35-A6A4-8CBD7C8243F2}">
      <dgm:prSet/>
      <dgm:spPr/>
      <dgm:t>
        <a:bodyPr/>
        <a:lstStyle/>
        <a:p>
          <a:r>
            <a:rPr lang="ru-RU" b="0" i="0"/>
            <a:t>Третім Литовським Статутом.</a:t>
          </a:r>
          <a:endParaRPr lang="uk-UA"/>
        </a:p>
      </dgm:t>
    </dgm:pt>
    <dgm:pt modelId="{55AE5BB0-508F-4153-9310-EC620BD07D56}" type="parTrans" cxnId="{2C853A4D-F4FE-4F06-91A2-3D6C1082EECF}">
      <dgm:prSet/>
      <dgm:spPr/>
      <dgm:t>
        <a:bodyPr/>
        <a:lstStyle/>
        <a:p>
          <a:endParaRPr lang="uk-UA"/>
        </a:p>
      </dgm:t>
    </dgm:pt>
    <dgm:pt modelId="{66FC1D7C-A41F-4C8A-AB96-96EA926585C5}" type="sibTrans" cxnId="{2C853A4D-F4FE-4F06-91A2-3D6C1082EECF}">
      <dgm:prSet/>
      <dgm:spPr/>
      <dgm:t>
        <a:bodyPr/>
        <a:lstStyle/>
        <a:p>
          <a:endParaRPr lang="uk-UA"/>
        </a:p>
      </dgm:t>
    </dgm:pt>
    <dgm:pt modelId="{CC37FDA2-4869-4EF4-8ED7-C3E66D4CBDF8}">
      <dgm:prSet/>
      <dgm:spPr/>
      <dgm:t>
        <a:bodyPr/>
        <a:lstStyle/>
        <a:p>
          <a:r>
            <a:rPr lang="ru-RU" b="0" i="0"/>
            <a:t>Універсалом короля Стефана Баторія.</a:t>
          </a:r>
          <a:endParaRPr lang="uk-UA"/>
        </a:p>
      </dgm:t>
    </dgm:pt>
    <dgm:pt modelId="{498850FD-EFBA-48C5-B89C-5C5BD9E03891}" type="parTrans" cxnId="{D7D214FF-FB07-4FEE-A1FC-1093C64BE22A}">
      <dgm:prSet/>
      <dgm:spPr/>
      <dgm:t>
        <a:bodyPr/>
        <a:lstStyle/>
        <a:p>
          <a:endParaRPr lang="uk-UA"/>
        </a:p>
      </dgm:t>
    </dgm:pt>
    <dgm:pt modelId="{8A901FBE-79E1-4EE7-AFC8-EF11A5AB80B5}" type="sibTrans" cxnId="{D7D214FF-FB07-4FEE-A1FC-1093C64BE22A}">
      <dgm:prSet/>
      <dgm:spPr/>
      <dgm:t>
        <a:bodyPr/>
        <a:lstStyle/>
        <a:p>
          <a:endParaRPr lang="uk-UA"/>
        </a:p>
      </dgm:t>
    </dgm:pt>
    <dgm:pt modelId="{4FDEB571-36ED-46A0-8279-AAF7E628E729}">
      <dgm:prSet/>
      <dgm:spPr/>
      <dgm:t>
        <a:bodyPr/>
        <a:lstStyle/>
        <a:p>
          <a:r>
            <a:rPr lang="ru-RU" b="0" i="0"/>
            <a:t>«Ординацією Війська Запорозького…».</a:t>
          </a:r>
          <a:endParaRPr lang="uk-UA"/>
        </a:p>
      </dgm:t>
    </dgm:pt>
    <dgm:pt modelId="{A8532BBC-E56A-450E-817F-D53FFBF4C912}" type="parTrans" cxnId="{47FEF94F-0B7F-4F1E-80F5-58317277B958}">
      <dgm:prSet/>
      <dgm:spPr/>
      <dgm:t>
        <a:bodyPr/>
        <a:lstStyle/>
        <a:p>
          <a:endParaRPr lang="uk-UA"/>
        </a:p>
      </dgm:t>
    </dgm:pt>
    <dgm:pt modelId="{A5B75730-A6DA-4E4E-9517-4984A3BD442E}" type="sibTrans" cxnId="{47FEF94F-0B7F-4F1E-80F5-58317277B958}">
      <dgm:prSet/>
      <dgm:spPr/>
      <dgm:t>
        <a:bodyPr/>
        <a:lstStyle/>
        <a:p>
          <a:endParaRPr lang="uk-UA"/>
        </a:p>
      </dgm:t>
    </dgm:pt>
    <dgm:pt modelId="{4BBD4021-130A-40E9-8ED1-E67588DFB283}" type="pres">
      <dgm:prSet presAssocID="{867B8E3C-7B40-4C2A-8B27-F19DC615050A}" presName="linearFlow" presStyleCnt="0">
        <dgm:presLayoutVars>
          <dgm:dir/>
          <dgm:resizeHandles val="exact"/>
        </dgm:presLayoutVars>
      </dgm:prSet>
      <dgm:spPr/>
    </dgm:pt>
    <dgm:pt modelId="{3A448F80-9E44-4F09-B8B1-583BFA55E4D1}" type="pres">
      <dgm:prSet presAssocID="{B67FA23F-911B-4D9C-8D7D-A9DBCC0486DE}" presName="composite" presStyleCnt="0"/>
      <dgm:spPr/>
    </dgm:pt>
    <dgm:pt modelId="{288236AD-7194-48D5-A4FC-DF08AF2A6C69}" type="pres">
      <dgm:prSet presAssocID="{B67FA23F-911B-4D9C-8D7D-A9DBCC0486DE}" presName="imgShp" presStyleLbl="fgImgPlace1" presStyleIdx="0" presStyleCnt="4"/>
      <dgm:spPr/>
    </dgm:pt>
    <dgm:pt modelId="{614719E5-4109-4EAC-B7FE-93D0A27B2846}" type="pres">
      <dgm:prSet presAssocID="{B67FA23F-911B-4D9C-8D7D-A9DBCC0486DE}" presName="txShp" presStyleLbl="node1" presStyleIdx="0" presStyleCnt="4">
        <dgm:presLayoutVars>
          <dgm:bulletEnabled val="1"/>
        </dgm:presLayoutVars>
      </dgm:prSet>
      <dgm:spPr/>
    </dgm:pt>
    <dgm:pt modelId="{AB4093AD-8974-4CDD-A218-780FFF2E5C67}" type="pres">
      <dgm:prSet presAssocID="{E87F2FB3-8B62-4405-87C0-B2A2E1256890}" presName="spacing" presStyleCnt="0"/>
      <dgm:spPr/>
    </dgm:pt>
    <dgm:pt modelId="{54E592A2-87C8-4F57-B848-F0F97C932D1E}" type="pres">
      <dgm:prSet presAssocID="{9BEDAC5C-0143-4F35-A6A4-8CBD7C8243F2}" presName="composite" presStyleCnt="0"/>
      <dgm:spPr/>
    </dgm:pt>
    <dgm:pt modelId="{CDB94618-FD56-4288-ADF2-10BBFC09089D}" type="pres">
      <dgm:prSet presAssocID="{9BEDAC5C-0143-4F35-A6A4-8CBD7C8243F2}" presName="imgShp" presStyleLbl="fgImgPlace1" presStyleIdx="1" presStyleCnt="4"/>
      <dgm:spPr/>
    </dgm:pt>
    <dgm:pt modelId="{5F0B5E8F-D7E4-4651-8740-F44DF374E56A}" type="pres">
      <dgm:prSet presAssocID="{9BEDAC5C-0143-4F35-A6A4-8CBD7C8243F2}" presName="txShp" presStyleLbl="node1" presStyleIdx="1" presStyleCnt="4">
        <dgm:presLayoutVars>
          <dgm:bulletEnabled val="1"/>
        </dgm:presLayoutVars>
      </dgm:prSet>
      <dgm:spPr/>
    </dgm:pt>
    <dgm:pt modelId="{0DF30B4E-B8C5-4EFB-AA42-09E0C8B87332}" type="pres">
      <dgm:prSet presAssocID="{66FC1D7C-A41F-4C8A-AB96-96EA926585C5}" presName="spacing" presStyleCnt="0"/>
      <dgm:spPr/>
    </dgm:pt>
    <dgm:pt modelId="{998DD4F5-941A-4653-8222-3745B16DE6BA}" type="pres">
      <dgm:prSet presAssocID="{CC37FDA2-4869-4EF4-8ED7-C3E66D4CBDF8}" presName="composite" presStyleCnt="0"/>
      <dgm:spPr/>
    </dgm:pt>
    <dgm:pt modelId="{5D84A400-228B-4FCF-9C23-4240A2BF12D0}" type="pres">
      <dgm:prSet presAssocID="{CC37FDA2-4869-4EF4-8ED7-C3E66D4CBDF8}" presName="imgShp" presStyleLbl="fgImgPlace1" presStyleIdx="2" presStyleCnt="4"/>
      <dgm:spPr/>
    </dgm:pt>
    <dgm:pt modelId="{B0669177-5698-4E64-B7A0-75D8C5A94E04}" type="pres">
      <dgm:prSet presAssocID="{CC37FDA2-4869-4EF4-8ED7-C3E66D4CBDF8}" presName="txShp" presStyleLbl="node1" presStyleIdx="2" presStyleCnt="4">
        <dgm:presLayoutVars>
          <dgm:bulletEnabled val="1"/>
        </dgm:presLayoutVars>
      </dgm:prSet>
      <dgm:spPr/>
    </dgm:pt>
    <dgm:pt modelId="{6AC17522-2C46-4467-A0DA-56F567F131F4}" type="pres">
      <dgm:prSet presAssocID="{8A901FBE-79E1-4EE7-AFC8-EF11A5AB80B5}" presName="spacing" presStyleCnt="0"/>
      <dgm:spPr/>
    </dgm:pt>
    <dgm:pt modelId="{CFD1BE35-7A65-45B6-972D-18A0864686EE}" type="pres">
      <dgm:prSet presAssocID="{4FDEB571-36ED-46A0-8279-AAF7E628E729}" presName="composite" presStyleCnt="0"/>
      <dgm:spPr/>
    </dgm:pt>
    <dgm:pt modelId="{6103B53A-4955-48A3-A911-192971B742BD}" type="pres">
      <dgm:prSet presAssocID="{4FDEB571-36ED-46A0-8279-AAF7E628E729}" presName="imgShp" presStyleLbl="fgImgPlace1" presStyleIdx="3" presStyleCnt="4"/>
      <dgm:spPr/>
    </dgm:pt>
    <dgm:pt modelId="{EB2723A0-B3F2-4C19-A54B-73AE566DC911}" type="pres">
      <dgm:prSet presAssocID="{4FDEB571-36ED-46A0-8279-AAF7E628E729}" presName="txShp" presStyleLbl="node1" presStyleIdx="3" presStyleCnt="4">
        <dgm:presLayoutVars>
          <dgm:bulletEnabled val="1"/>
        </dgm:presLayoutVars>
      </dgm:prSet>
      <dgm:spPr/>
    </dgm:pt>
  </dgm:ptLst>
  <dgm:cxnLst>
    <dgm:cxn modelId="{5AE00523-CFD5-45E0-9233-0D842396B7B5}" type="presOf" srcId="{B67FA23F-911B-4D9C-8D7D-A9DBCC0486DE}" destId="{614719E5-4109-4EAC-B7FE-93D0A27B2846}" srcOrd="0" destOrd="0" presId="urn:microsoft.com/office/officeart/2005/8/layout/vList3"/>
    <dgm:cxn modelId="{D4DE3B3F-449C-46B9-8BD1-1680C221FEAC}" type="presOf" srcId="{CC37FDA2-4869-4EF4-8ED7-C3E66D4CBDF8}" destId="{B0669177-5698-4E64-B7A0-75D8C5A94E04}" srcOrd="0" destOrd="0" presId="urn:microsoft.com/office/officeart/2005/8/layout/vList3"/>
    <dgm:cxn modelId="{9ACB5848-A89E-487E-AD81-9DE8E7BDEB6F}" type="presOf" srcId="{4FDEB571-36ED-46A0-8279-AAF7E628E729}" destId="{EB2723A0-B3F2-4C19-A54B-73AE566DC911}" srcOrd="0" destOrd="0" presId="urn:microsoft.com/office/officeart/2005/8/layout/vList3"/>
    <dgm:cxn modelId="{2C853A4D-F4FE-4F06-91A2-3D6C1082EECF}" srcId="{867B8E3C-7B40-4C2A-8B27-F19DC615050A}" destId="{9BEDAC5C-0143-4F35-A6A4-8CBD7C8243F2}" srcOrd="1" destOrd="0" parTransId="{55AE5BB0-508F-4153-9310-EC620BD07D56}" sibTransId="{66FC1D7C-A41F-4C8A-AB96-96EA926585C5}"/>
    <dgm:cxn modelId="{47FEF94F-0B7F-4F1E-80F5-58317277B958}" srcId="{867B8E3C-7B40-4C2A-8B27-F19DC615050A}" destId="{4FDEB571-36ED-46A0-8279-AAF7E628E729}" srcOrd="3" destOrd="0" parTransId="{A8532BBC-E56A-450E-817F-D53FFBF4C912}" sibTransId="{A5B75730-A6DA-4E4E-9517-4984A3BD442E}"/>
    <dgm:cxn modelId="{DCD92656-C1B0-4EC0-8A71-64B499B1CB68}" type="presOf" srcId="{9BEDAC5C-0143-4F35-A6A4-8CBD7C8243F2}" destId="{5F0B5E8F-D7E4-4651-8740-F44DF374E56A}" srcOrd="0" destOrd="0" presId="urn:microsoft.com/office/officeart/2005/8/layout/vList3"/>
    <dgm:cxn modelId="{3DA6F9AB-EEB3-4F53-8AD9-B0DADE439D94}" type="presOf" srcId="{867B8E3C-7B40-4C2A-8B27-F19DC615050A}" destId="{4BBD4021-130A-40E9-8ED1-E67588DFB283}" srcOrd="0" destOrd="0" presId="urn:microsoft.com/office/officeart/2005/8/layout/vList3"/>
    <dgm:cxn modelId="{CD07C0AF-453C-4D78-849E-D36D65D20179}" srcId="{867B8E3C-7B40-4C2A-8B27-F19DC615050A}" destId="{B67FA23F-911B-4D9C-8D7D-A9DBCC0486DE}" srcOrd="0" destOrd="0" parTransId="{87C15B0D-19D6-4FDD-989B-4CEE29383105}" sibTransId="{E87F2FB3-8B62-4405-87C0-B2A2E1256890}"/>
    <dgm:cxn modelId="{D7D214FF-FB07-4FEE-A1FC-1093C64BE22A}" srcId="{867B8E3C-7B40-4C2A-8B27-F19DC615050A}" destId="{CC37FDA2-4869-4EF4-8ED7-C3E66D4CBDF8}" srcOrd="2" destOrd="0" parTransId="{498850FD-EFBA-48C5-B89C-5C5BD9E03891}" sibTransId="{8A901FBE-79E1-4EE7-AFC8-EF11A5AB80B5}"/>
    <dgm:cxn modelId="{2AA7DDEE-D444-4933-831A-E85D93E7FB34}" type="presParOf" srcId="{4BBD4021-130A-40E9-8ED1-E67588DFB283}" destId="{3A448F80-9E44-4F09-B8B1-583BFA55E4D1}" srcOrd="0" destOrd="0" presId="urn:microsoft.com/office/officeart/2005/8/layout/vList3"/>
    <dgm:cxn modelId="{6B2A6706-C74F-4788-A6B9-602D2A7481BB}" type="presParOf" srcId="{3A448F80-9E44-4F09-B8B1-583BFA55E4D1}" destId="{288236AD-7194-48D5-A4FC-DF08AF2A6C69}" srcOrd="0" destOrd="0" presId="urn:microsoft.com/office/officeart/2005/8/layout/vList3"/>
    <dgm:cxn modelId="{7BC0B817-6FE5-4406-AD2D-BFF3A1AFB55B}" type="presParOf" srcId="{3A448F80-9E44-4F09-B8B1-583BFA55E4D1}" destId="{614719E5-4109-4EAC-B7FE-93D0A27B2846}" srcOrd="1" destOrd="0" presId="urn:microsoft.com/office/officeart/2005/8/layout/vList3"/>
    <dgm:cxn modelId="{4832F8FB-EAC2-432B-B78B-A65A9CA95885}" type="presParOf" srcId="{4BBD4021-130A-40E9-8ED1-E67588DFB283}" destId="{AB4093AD-8974-4CDD-A218-780FFF2E5C67}" srcOrd="1" destOrd="0" presId="urn:microsoft.com/office/officeart/2005/8/layout/vList3"/>
    <dgm:cxn modelId="{1947F559-57F1-4954-B92D-94469EE5AB77}" type="presParOf" srcId="{4BBD4021-130A-40E9-8ED1-E67588DFB283}" destId="{54E592A2-87C8-4F57-B848-F0F97C932D1E}" srcOrd="2" destOrd="0" presId="urn:microsoft.com/office/officeart/2005/8/layout/vList3"/>
    <dgm:cxn modelId="{856EF7FE-93E8-434A-8C7F-D5A4895B5784}" type="presParOf" srcId="{54E592A2-87C8-4F57-B848-F0F97C932D1E}" destId="{CDB94618-FD56-4288-ADF2-10BBFC09089D}" srcOrd="0" destOrd="0" presId="urn:microsoft.com/office/officeart/2005/8/layout/vList3"/>
    <dgm:cxn modelId="{270E8F84-A273-4C78-8E87-B58EC9803156}" type="presParOf" srcId="{54E592A2-87C8-4F57-B848-F0F97C932D1E}" destId="{5F0B5E8F-D7E4-4651-8740-F44DF374E56A}" srcOrd="1" destOrd="0" presId="urn:microsoft.com/office/officeart/2005/8/layout/vList3"/>
    <dgm:cxn modelId="{941935E8-4E0B-4108-87F1-3553C81C4A67}" type="presParOf" srcId="{4BBD4021-130A-40E9-8ED1-E67588DFB283}" destId="{0DF30B4E-B8C5-4EFB-AA42-09E0C8B87332}" srcOrd="3" destOrd="0" presId="urn:microsoft.com/office/officeart/2005/8/layout/vList3"/>
    <dgm:cxn modelId="{9DD0929D-2B10-402C-B3FC-A4986CC61D5D}" type="presParOf" srcId="{4BBD4021-130A-40E9-8ED1-E67588DFB283}" destId="{998DD4F5-941A-4653-8222-3745B16DE6BA}" srcOrd="4" destOrd="0" presId="urn:microsoft.com/office/officeart/2005/8/layout/vList3"/>
    <dgm:cxn modelId="{0067CE53-60D8-4DDE-B282-D2684E0ED8C4}" type="presParOf" srcId="{998DD4F5-941A-4653-8222-3745B16DE6BA}" destId="{5D84A400-228B-4FCF-9C23-4240A2BF12D0}" srcOrd="0" destOrd="0" presId="urn:microsoft.com/office/officeart/2005/8/layout/vList3"/>
    <dgm:cxn modelId="{17FA8DEC-1F5C-4E6D-B030-07E67F4B7E7D}" type="presParOf" srcId="{998DD4F5-941A-4653-8222-3745B16DE6BA}" destId="{B0669177-5698-4E64-B7A0-75D8C5A94E04}" srcOrd="1" destOrd="0" presId="urn:microsoft.com/office/officeart/2005/8/layout/vList3"/>
    <dgm:cxn modelId="{68E85EB9-3645-4927-B446-C06AFDD4BB9B}" type="presParOf" srcId="{4BBD4021-130A-40E9-8ED1-E67588DFB283}" destId="{6AC17522-2C46-4467-A0DA-56F567F131F4}" srcOrd="5" destOrd="0" presId="urn:microsoft.com/office/officeart/2005/8/layout/vList3"/>
    <dgm:cxn modelId="{B4A534E9-1E8B-4D24-951F-B1BA3AE6F223}" type="presParOf" srcId="{4BBD4021-130A-40E9-8ED1-E67588DFB283}" destId="{CFD1BE35-7A65-45B6-972D-18A0864686EE}" srcOrd="6" destOrd="0" presId="urn:microsoft.com/office/officeart/2005/8/layout/vList3"/>
    <dgm:cxn modelId="{0483B564-6C17-4A8F-A5DA-005A6FC2BB06}" type="presParOf" srcId="{CFD1BE35-7A65-45B6-972D-18A0864686EE}" destId="{6103B53A-4955-48A3-A911-192971B742BD}" srcOrd="0" destOrd="0" presId="urn:microsoft.com/office/officeart/2005/8/layout/vList3"/>
    <dgm:cxn modelId="{571C9498-213E-4A31-942A-776A4944352E}" type="presParOf" srcId="{CFD1BE35-7A65-45B6-972D-18A0864686EE}" destId="{EB2723A0-B3F2-4C19-A54B-73AE566DC911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3E9A66E8-135F-48EA-8BE0-3FBF1E51CEA2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3AB17A2C-B60C-4405-8E7A-4DE9E0321300}">
      <dgm:prSet/>
      <dgm:spPr/>
      <dgm:t>
        <a:bodyPr/>
        <a:lstStyle/>
        <a:p>
          <a:r>
            <a:rPr lang="ru-RU"/>
            <a:t>«губернія».</a:t>
          </a:r>
          <a:endParaRPr lang="uk-UA"/>
        </a:p>
      </dgm:t>
    </dgm:pt>
    <dgm:pt modelId="{E6B3A84B-2F2A-4D29-BA34-7564D95875F4}" type="parTrans" cxnId="{8C55311C-8187-448A-BBE3-3A9C799A6248}">
      <dgm:prSet/>
      <dgm:spPr/>
      <dgm:t>
        <a:bodyPr/>
        <a:lstStyle/>
        <a:p>
          <a:endParaRPr lang="uk-UA"/>
        </a:p>
      </dgm:t>
    </dgm:pt>
    <dgm:pt modelId="{24B06319-8097-463D-8AB4-B03D185FA61F}" type="sibTrans" cxnId="{8C55311C-8187-448A-BBE3-3A9C799A6248}">
      <dgm:prSet/>
      <dgm:spPr/>
      <dgm:t>
        <a:bodyPr/>
        <a:lstStyle/>
        <a:p>
          <a:endParaRPr lang="uk-UA"/>
        </a:p>
      </dgm:t>
    </dgm:pt>
    <dgm:pt modelId="{B8A2369C-AB9A-47A3-96CD-692478AFA73E}">
      <dgm:prSet/>
      <dgm:spPr/>
      <dgm:t>
        <a:bodyPr/>
        <a:lstStyle/>
        <a:p>
          <a:r>
            <a:rPr lang="ru-RU"/>
            <a:t>«воєводство».</a:t>
          </a:r>
          <a:endParaRPr lang="uk-UA"/>
        </a:p>
      </dgm:t>
    </dgm:pt>
    <dgm:pt modelId="{023ECD23-0C89-44B9-91A9-50FC9C3ACF4E}" type="parTrans" cxnId="{012056D8-B2E7-4251-A1C2-CE867E3E777C}">
      <dgm:prSet/>
      <dgm:spPr/>
      <dgm:t>
        <a:bodyPr/>
        <a:lstStyle/>
        <a:p>
          <a:endParaRPr lang="uk-UA"/>
        </a:p>
      </dgm:t>
    </dgm:pt>
    <dgm:pt modelId="{8FA5E3B2-9555-40D3-A947-F4BA13AF5912}" type="sibTrans" cxnId="{012056D8-B2E7-4251-A1C2-CE867E3E777C}">
      <dgm:prSet/>
      <dgm:spPr/>
      <dgm:t>
        <a:bodyPr/>
        <a:lstStyle/>
        <a:p>
          <a:endParaRPr lang="uk-UA"/>
        </a:p>
      </dgm:t>
    </dgm:pt>
    <dgm:pt modelId="{496A62E4-4319-4A37-820C-7D0A4D2B01BC}">
      <dgm:prSet/>
      <dgm:spPr/>
      <dgm:t>
        <a:bodyPr/>
        <a:lstStyle/>
        <a:p>
          <a:r>
            <a:rPr lang="ru-RU"/>
            <a:t>«князівство».</a:t>
          </a:r>
          <a:endParaRPr lang="uk-UA"/>
        </a:p>
      </dgm:t>
    </dgm:pt>
    <dgm:pt modelId="{C260A39B-6267-4C56-B865-7B1F5136B97E}" type="parTrans" cxnId="{B2F5B01F-9693-463C-A300-DDBE92B2010F}">
      <dgm:prSet/>
      <dgm:spPr/>
      <dgm:t>
        <a:bodyPr/>
        <a:lstStyle/>
        <a:p>
          <a:endParaRPr lang="uk-UA"/>
        </a:p>
      </dgm:t>
    </dgm:pt>
    <dgm:pt modelId="{B1A595A1-B259-41F3-895F-A1499D1B4F0B}" type="sibTrans" cxnId="{B2F5B01F-9693-463C-A300-DDBE92B2010F}">
      <dgm:prSet/>
      <dgm:spPr/>
      <dgm:t>
        <a:bodyPr/>
        <a:lstStyle/>
        <a:p>
          <a:endParaRPr lang="uk-UA"/>
        </a:p>
      </dgm:t>
    </dgm:pt>
    <dgm:pt modelId="{964657A8-9403-455B-BE72-DE370A59CC39}">
      <dgm:prSet/>
      <dgm:spPr/>
      <dgm:t>
        <a:bodyPr/>
        <a:lstStyle/>
        <a:p>
          <a:r>
            <a:rPr lang="ru-RU"/>
            <a:t>«намісництво».</a:t>
          </a:r>
          <a:endParaRPr lang="uk-UA"/>
        </a:p>
      </dgm:t>
    </dgm:pt>
    <dgm:pt modelId="{B36B77B3-F1E2-42F0-8AE6-E01FB3D2CF0D}" type="parTrans" cxnId="{1C40A0DF-D48D-4C49-8EC0-06A9433AAE56}">
      <dgm:prSet/>
      <dgm:spPr/>
      <dgm:t>
        <a:bodyPr/>
        <a:lstStyle/>
        <a:p>
          <a:endParaRPr lang="uk-UA"/>
        </a:p>
      </dgm:t>
    </dgm:pt>
    <dgm:pt modelId="{7760BFC4-9936-4786-B7A7-0E12A4597034}" type="sibTrans" cxnId="{1C40A0DF-D48D-4C49-8EC0-06A9433AAE56}">
      <dgm:prSet/>
      <dgm:spPr/>
      <dgm:t>
        <a:bodyPr/>
        <a:lstStyle/>
        <a:p>
          <a:endParaRPr lang="uk-UA"/>
        </a:p>
      </dgm:t>
    </dgm:pt>
    <dgm:pt modelId="{9BF28CD0-E137-4055-8F15-A9B56766BAE3}" type="pres">
      <dgm:prSet presAssocID="{3E9A66E8-135F-48EA-8BE0-3FBF1E51CEA2}" presName="Name0" presStyleCnt="0">
        <dgm:presLayoutVars>
          <dgm:chMax val="7"/>
          <dgm:chPref val="7"/>
          <dgm:dir/>
        </dgm:presLayoutVars>
      </dgm:prSet>
      <dgm:spPr/>
    </dgm:pt>
    <dgm:pt modelId="{FD9B6C4B-C68D-425A-88F9-4BEE7741FF7F}" type="pres">
      <dgm:prSet presAssocID="{3E9A66E8-135F-48EA-8BE0-3FBF1E51CEA2}" presName="Name1" presStyleCnt="0"/>
      <dgm:spPr/>
    </dgm:pt>
    <dgm:pt modelId="{DF656C49-5956-4358-BD5A-63AA0E0F0E1D}" type="pres">
      <dgm:prSet presAssocID="{3E9A66E8-135F-48EA-8BE0-3FBF1E51CEA2}" presName="cycle" presStyleCnt="0"/>
      <dgm:spPr/>
    </dgm:pt>
    <dgm:pt modelId="{0A5E237C-6C74-4B15-87EF-F52F105F9972}" type="pres">
      <dgm:prSet presAssocID="{3E9A66E8-135F-48EA-8BE0-3FBF1E51CEA2}" presName="srcNode" presStyleLbl="node1" presStyleIdx="0" presStyleCnt="4"/>
      <dgm:spPr/>
    </dgm:pt>
    <dgm:pt modelId="{946714F5-2F07-42DE-8E9B-FC2C5E294B60}" type="pres">
      <dgm:prSet presAssocID="{3E9A66E8-135F-48EA-8BE0-3FBF1E51CEA2}" presName="conn" presStyleLbl="parChTrans1D2" presStyleIdx="0" presStyleCnt="1"/>
      <dgm:spPr/>
    </dgm:pt>
    <dgm:pt modelId="{53E396BD-7E0E-446D-99A8-9C46D71194C5}" type="pres">
      <dgm:prSet presAssocID="{3E9A66E8-135F-48EA-8BE0-3FBF1E51CEA2}" presName="extraNode" presStyleLbl="node1" presStyleIdx="0" presStyleCnt="4"/>
      <dgm:spPr/>
    </dgm:pt>
    <dgm:pt modelId="{B6FCCB86-1F54-4C35-8AB4-E936685222EF}" type="pres">
      <dgm:prSet presAssocID="{3E9A66E8-135F-48EA-8BE0-3FBF1E51CEA2}" presName="dstNode" presStyleLbl="node1" presStyleIdx="0" presStyleCnt="4"/>
      <dgm:spPr/>
    </dgm:pt>
    <dgm:pt modelId="{26294EC4-D097-4233-A828-2737E915000E}" type="pres">
      <dgm:prSet presAssocID="{3AB17A2C-B60C-4405-8E7A-4DE9E0321300}" presName="text_1" presStyleLbl="node1" presStyleIdx="0" presStyleCnt="4">
        <dgm:presLayoutVars>
          <dgm:bulletEnabled val="1"/>
        </dgm:presLayoutVars>
      </dgm:prSet>
      <dgm:spPr/>
    </dgm:pt>
    <dgm:pt modelId="{23D8FAEF-A39B-4B07-8CFC-2D0ADC39420E}" type="pres">
      <dgm:prSet presAssocID="{3AB17A2C-B60C-4405-8E7A-4DE9E0321300}" presName="accent_1" presStyleCnt="0"/>
      <dgm:spPr/>
    </dgm:pt>
    <dgm:pt modelId="{5969062D-FBCC-460E-9FF3-0D9765E90CC4}" type="pres">
      <dgm:prSet presAssocID="{3AB17A2C-B60C-4405-8E7A-4DE9E0321300}" presName="accentRepeatNode" presStyleLbl="solidFgAcc1" presStyleIdx="0" presStyleCnt="4"/>
      <dgm:spPr/>
    </dgm:pt>
    <dgm:pt modelId="{27695D6E-DED6-49E4-AF2B-4042809AD2AA}" type="pres">
      <dgm:prSet presAssocID="{B8A2369C-AB9A-47A3-96CD-692478AFA73E}" presName="text_2" presStyleLbl="node1" presStyleIdx="1" presStyleCnt="4">
        <dgm:presLayoutVars>
          <dgm:bulletEnabled val="1"/>
        </dgm:presLayoutVars>
      </dgm:prSet>
      <dgm:spPr/>
    </dgm:pt>
    <dgm:pt modelId="{B4BB9528-76F9-4795-B2A6-D2D583C58310}" type="pres">
      <dgm:prSet presAssocID="{B8A2369C-AB9A-47A3-96CD-692478AFA73E}" presName="accent_2" presStyleCnt="0"/>
      <dgm:spPr/>
    </dgm:pt>
    <dgm:pt modelId="{709830C2-A641-4BEB-A327-03C59959DA73}" type="pres">
      <dgm:prSet presAssocID="{B8A2369C-AB9A-47A3-96CD-692478AFA73E}" presName="accentRepeatNode" presStyleLbl="solidFgAcc1" presStyleIdx="1" presStyleCnt="4"/>
      <dgm:spPr/>
    </dgm:pt>
    <dgm:pt modelId="{33E76FBA-2958-4E5C-B980-D44D51723274}" type="pres">
      <dgm:prSet presAssocID="{496A62E4-4319-4A37-820C-7D0A4D2B01BC}" presName="text_3" presStyleLbl="node1" presStyleIdx="2" presStyleCnt="4">
        <dgm:presLayoutVars>
          <dgm:bulletEnabled val="1"/>
        </dgm:presLayoutVars>
      </dgm:prSet>
      <dgm:spPr/>
    </dgm:pt>
    <dgm:pt modelId="{6DF1FEB5-5852-4A2D-BB57-87553039B182}" type="pres">
      <dgm:prSet presAssocID="{496A62E4-4319-4A37-820C-7D0A4D2B01BC}" presName="accent_3" presStyleCnt="0"/>
      <dgm:spPr/>
    </dgm:pt>
    <dgm:pt modelId="{C92FB4E3-898E-46E4-B478-E615197742A3}" type="pres">
      <dgm:prSet presAssocID="{496A62E4-4319-4A37-820C-7D0A4D2B01BC}" presName="accentRepeatNode" presStyleLbl="solidFgAcc1" presStyleIdx="2" presStyleCnt="4"/>
      <dgm:spPr/>
    </dgm:pt>
    <dgm:pt modelId="{20E83893-3B27-4075-B6EA-296D469D8C03}" type="pres">
      <dgm:prSet presAssocID="{964657A8-9403-455B-BE72-DE370A59CC39}" presName="text_4" presStyleLbl="node1" presStyleIdx="3" presStyleCnt="4">
        <dgm:presLayoutVars>
          <dgm:bulletEnabled val="1"/>
        </dgm:presLayoutVars>
      </dgm:prSet>
      <dgm:spPr/>
    </dgm:pt>
    <dgm:pt modelId="{709BF76C-F8CB-431C-8E87-4C34A46CDF11}" type="pres">
      <dgm:prSet presAssocID="{964657A8-9403-455B-BE72-DE370A59CC39}" presName="accent_4" presStyleCnt="0"/>
      <dgm:spPr/>
    </dgm:pt>
    <dgm:pt modelId="{8CD25440-AF78-4740-9AF4-7C53EBEBCACE}" type="pres">
      <dgm:prSet presAssocID="{964657A8-9403-455B-BE72-DE370A59CC39}" presName="accentRepeatNode" presStyleLbl="solidFgAcc1" presStyleIdx="3" presStyleCnt="4"/>
      <dgm:spPr/>
    </dgm:pt>
  </dgm:ptLst>
  <dgm:cxnLst>
    <dgm:cxn modelId="{D0D1A404-B3FE-4432-8695-6A0D81D48468}" type="presOf" srcId="{964657A8-9403-455B-BE72-DE370A59CC39}" destId="{20E83893-3B27-4075-B6EA-296D469D8C03}" srcOrd="0" destOrd="0" presId="urn:microsoft.com/office/officeart/2008/layout/VerticalCurvedList"/>
    <dgm:cxn modelId="{8C55311C-8187-448A-BBE3-3A9C799A6248}" srcId="{3E9A66E8-135F-48EA-8BE0-3FBF1E51CEA2}" destId="{3AB17A2C-B60C-4405-8E7A-4DE9E0321300}" srcOrd="0" destOrd="0" parTransId="{E6B3A84B-2F2A-4D29-BA34-7564D95875F4}" sibTransId="{24B06319-8097-463D-8AB4-B03D185FA61F}"/>
    <dgm:cxn modelId="{B2F5B01F-9693-463C-A300-DDBE92B2010F}" srcId="{3E9A66E8-135F-48EA-8BE0-3FBF1E51CEA2}" destId="{496A62E4-4319-4A37-820C-7D0A4D2B01BC}" srcOrd="2" destOrd="0" parTransId="{C260A39B-6267-4C56-B865-7B1F5136B97E}" sibTransId="{B1A595A1-B259-41F3-895F-A1499D1B4F0B}"/>
    <dgm:cxn modelId="{685C5A33-B63A-4996-A909-6725CA39A80A}" type="presOf" srcId="{3AB17A2C-B60C-4405-8E7A-4DE9E0321300}" destId="{26294EC4-D097-4233-A828-2737E915000E}" srcOrd="0" destOrd="0" presId="urn:microsoft.com/office/officeart/2008/layout/VerticalCurvedList"/>
    <dgm:cxn modelId="{B4BB216F-4F33-42EC-B974-70730CAE10EA}" type="presOf" srcId="{496A62E4-4319-4A37-820C-7D0A4D2B01BC}" destId="{33E76FBA-2958-4E5C-B980-D44D51723274}" srcOrd="0" destOrd="0" presId="urn:microsoft.com/office/officeart/2008/layout/VerticalCurvedList"/>
    <dgm:cxn modelId="{D4C351D3-1BA2-4399-A901-A054ED8FC0AD}" type="presOf" srcId="{24B06319-8097-463D-8AB4-B03D185FA61F}" destId="{946714F5-2F07-42DE-8E9B-FC2C5E294B60}" srcOrd="0" destOrd="0" presId="urn:microsoft.com/office/officeart/2008/layout/VerticalCurvedList"/>
    <dgm:cxn modelId="{012056D8-B2E7-4251-A1C2-CE867E3E777C}" srcId="{3E9A66E8-135F-48EA-8BE0-3FBF1E51CEA2}" destId="{B8A2369C-AB9A-47A3-96CD-692478AFA73E}" srcOrd="1" destOrd="0" parTransId="{023ECD23-0C89-44B9-91A9-50FC9C3ACF4E}" sibTransId="{8FA5E3B2-9555-40D3-A947-F4BA13AF5912}"/>
    <dgm:cxn modelId="{19CE8ADE-57DE-4CD5-A709-B4995E1CFAD4}" type="presOf" srcId="{B8A2369C-AB9A-47A3-96CD-692478AFA73E}" destId="{27695D6E-DED6-49E4-AF2B-4042809AD2AA}" srcOrd="0" destOrd="0" presId="urn:microsoft.com/office/officeart/2008/layout/VerticalCurvedList"/>
    <dgm:cxn modelId="{1C40A0DF-D48D-4C49-8EC0-06A9433AAE56}" srcId="{3E9A66E8-135F-48EA-8BE0-3FBF1E51CEA2}" destId="{964657A8-9403-455B-BE72-DE370A59CC39}" srcOrd="3" destOrd="0" parTransId="{B36B77B3-F1E2-42F0-8AE6-E01FB3D2CF0D}" sibTransId="{7760BFC4-9936-4786-B7A7-0E12A4597034}"/>
    <dgm:cxn modelId="{F6545CE8-AB79-4F40-A4CB-D2F91A4CA096}" type="presOf" srcId="{3E9A66E8-135F-48EA-8BE0-3FBF1E51CEA2}" destId="{9BF28CD0-E137-4055-8F15-A9B56766BAE3}" srcOrd="0" destOrd="0" presId="urn:microsoft.com/office/officeart/2008/layout/VerticalCurvedList"/>
    <dgm:cxn modelId="{39054C8C-7D40-4569-9EE4-CAB63C864F83}" type="presParOf" srcId="{9BF28CD0-E137-4055-8F15-A9B56766BAE3}" destId="{FD9B6C4B-C68D-425A-88F9-4BEE7741FF7F}" srcOrd="0" destOrd="0" presId="urn:microsoft.com/office/officeart/2008/layout/VerticalCurvedList"/>
    <dgm:cxn modelId="{83BE0F1D-D784-4F33-BA52-CBC1D1166181}" type="presParOf" srcId="{FD9B6C4B-C68D-425A-88F9-4BEE7741FF7F}" destId="{DF656C49-5956-4358-BD5A-63AA0E0F0E1D}" srcOrd="0" destOrd="0" presId="urn:microsoft.com/office/officeart/2008/layout/VerticalCurvedList"/>
    <dgm:cxn modelId="{3761FD3B-63D7-401C-9930-A1DF37766922}" type="presParOf" srcId="{DF656C49-5956-4358-BD5A-63AA0E0F0E1D}" destId="{0A5E237C-6C74-4B15-87EF-F52F105F9972}" srcOrd="0" destOrd="0" presId="urn:microsoft.com/office/officeart/2008/layout/VerticalCurvedList"/>
    <dgm:cxn modelId="{E7D156B0-528E-4FDA-9511-A186684CC5B2}" type="presParOf" srcId="{DF656C49-5956-4358-BD5A-63AA0E0F0E1D}" destId="{946714F5-2F07-42DE-8E9B-FC2C5E294B60}" srcOrd="1" destOrd="0" presId="urn:microsoft.com/office/officeart/2008/layout/VerticalCurvedList"/>
    <dgm:cxn modelId="{93FC516B-5271-4CEE-AD8F-B5429DC573CA}" type="presParOf" srcId="{DF656C49-5956-4358-BD5A-63AA0E0F0E1D}" destId="{53E396BD-7E0E-446D-99A8-9C46D71194C5}" srcOrd="2" destOrd="0" presId="urn:microsoft.com/office/officeart/2008/layout/VerticalCurvedList"/>
    <dgm:cxn modelId="{65A57726-EA7A-4411-8199-E6401EA91B4F}" type="presParOf" srcId="{DF656C49-5956-4358-BD5A-63AA0E0F0E1D}" destId="{B6FCCB86-1F54-4C35-8AB4-E936685222EF}" srcOrd="3" destOrd="0" presId="urn:microsoft.com/office/officeart/2008/layout/VerticalCurvedList"/>
    <dgm:cxn modelId="{AAC0EFDE-9152-4322-8881-648B79A470AD}" type="presParOf" srcId="{FD9B6C4B-C68D-425A-88F9-4BEE7741FF7F}" destId="{26294EC4-D097-4233-A828-2737E915000E}" srcOrd="1" destOrd="0" presId="urn:microsoft.com/office/officeart/2008/layout/VerticalCurvedList"/>
    <dgm:cxn modelId="{AD0A35D6-4A03-495E-ACA9-EF9CA492F979}" type="presParOf" srcId="{FD9B6C4B-C68D-425A-88F9-4BEE7741FF7F}" destId="{23D8FAEF-A39B-4B07-8CFC-2D0ADC39420E}" srcOrd="2" destOrd="0" presId="urn:microsoft.com/office/officeart/2008/layout/VerticalCurvedList"/>
    <dgm:cxn modelId="{5B797FDA-3CF5-435B-95EF-7227F38ED688}" type="presParOf" srcId="{23D8FAEF-A39B-4B07-8CFC-2D0ADC39420E}" destId="{5969062D-FBCC-460E-9FF3-0D9765E90CC4}" srcOrd="0" destOrd="0" presId="urn:microsoft.com/office/officeart/2008/layout/VerticalCurvedList"/>
    <dgm:cxn modelId="{BFC6BAD9-C2EF-4D6B-AFCA-D8DDC3C91B03}" type="presParOf" srcId="{FD9B6C4B-C68D-425A-88F9-4BEE7741FF7F}" destId="{27695D6E-DED6-49E4-AF2B-4042809AD2AA}" srcOrd="3" destOrd="0" presId="urn:microsoft.com/office/officeart/2008/layout/VerticalCurvedList"/>
    <dgm:cxn modelId="{7FBC98AF-7514-4322-AFD4-0DF60FB41404}" type="presParOf" srcId="{FD9B6C4B-C68D-425A-88F9-4BEE7741FF7F}" destId="{B4BB9528-76F9-4795-B2A6-D2D583C58310}" srcOrd="4" destOrd="0" presId="urn:microsoft.com/office/officeart/2008/layout/VerticalCurvedList"/>
    <dgm:cxn modelId="{940F74B0-4D3B-4B84-851C-AE3E203EDB4B}" type="presParOf" srcId="{B4BB9528-76F9-4795-B2A6-D2D583C58310}" destId="{709830C2-A641-4BEB-A327-03C59959DA73}" srcOrd="0" destOrd="0" presId="urn:microsoft.com/office/officeart/2008/layout/VerticalCurvedList"/>
    <dgm:cxn modelId="{3099FD5E-2BE4-474D-A18F-337490042C28}" type="presParOf" srcId="{FD9B6C4B-C68D-425A-88F9-4BEE7741FF7F}" destId="{33E76FBA-2958-4E5C-B980-D44D51723274}" srcOrd="5" destOrd="0" presId="urn:microsoft.com/office/officeart/2008/layout/VerticalCurvedList"/>
    <dgm:cxn modelId="{66BA36B7-BE25-482B-9663-8B4F1C5FBC7E}" type="presParOf" srcId="{FD9B6C4B-C68D-425A-88F9-4BEE7741FF7F}" destId="{6DF1FEB5-5852-4A2D-BB57-87553039B182}" srcOrd="6" destOrd="0" presId="urn:microsoft.com/office/officeart/2008/layout/VerticalCurvedList"/>
    <dgm:cxn modelId="{1C5BE870-9BD4-4DE3-8A3C-077931F062F2}" type="presParOf" srcId="{6DF1FEB5-5852-4A2D-BB57-87553039B182}" destId="{C92FB4E3-898E-46E4-B478-E615197742A3}" srcOrd="0" destOrd="0" presId="urn:microsoft.com/office/officeart/2008/layout/VerticalCurvedList"/>
    <dgm:cxn modelId="{AED02890-3ED3-42F8-9D23-DDC4EFAE142A}" type="presParOf" srcId="{FD9B6C4B-C68D-425A-88F9-4BEE7741FF7F}" destId="{20E83893-3B27-4075-B6EA-296D469D8C03}" srcOrd="7" destOrd="0" presId="urn:microsoft.com/office/officeart/2008/layout/VerticalCurvedList"/>
    <dgm:cxn modelId="{6905F5E4-830B-4E7A-9148-7BD8B2191DDD}" type="presParOf" srcId="{FD9B6C4B-C68D-425A-88F9-4BEE7741FF7F}" destId="{709BF76C-F8CB-431C-8E87-4C34A46CDF11}" srcOrd="8" destOrd="0" presId="urn:microsoft.com/office/officeart/2008/layout/VerticalCurvedList"/>
    <dgm:cxn modelId="{707201CB-DB16-446C-A23A-863C9DF4F765}" type="presParOf" srcId="{709BF76C-F8CB-431C-8E87-4C34A46CDF11}" destId="{8CD25440-AF78-4740-9AF4-7C53EBEBCACE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5334969B-AE65-4510-9109-ED2A51A9145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5CAEBC2-DCBD-441E-BBAC-232F0BF84B8F}">
      <dgm:prSet/>
      <dgm:spPr/>
      <dgm:t>
        <a:bodyPr/>
        <a:lstStyle/>
        <a:p>
          <a:r>
            <a:rPr lang="uk-UA" b="0" i="0"/>
            <a:t>1</a:t>
          </a:r>
          <a:endParaRPr lang="uk-UA"/>
        </a:p>
      </dgm:t>
    </dgm:pt>
    <dgm:pt modelId="{24363757-8B0B-4177-BEED-8A298EA358A4}" type="parTrans" cxnId="{B3BEB8A6-155F-4107-A540-BD0C7B667D9A}">
      <dgm:prSet/>
      <dgm:spPr/>
      <dgm:t>
        <a:bodyPr/>
        <a:lstStyle/>
        <a:p>
          <a:endParaRPr lang="uk-UA"/>
        </a:p>
      </dgm:t>
    </dgm:pt>
    <dgm:pt modelId="{0085FDE5-02C8-4942-B8C7-20ECFBB7551D}" type="sibTrans" cxnId="{B3BEB8A6-155F-4107-A540-BD0C7B667D9A}">
      <dgm:prSet/>
      <dgm:spPr/>
      <dgm:t>
        <a:bodyPr/>
        <a:lstStyle/>
        <a:p>
          <a:endParaRPr lang="uk-UA"/>
        </a:p>
      </dgm:t>
    </dgm:pt>
    <dgm:pt modelId="{BDD916B3-CD32-4266-AAA5-47A3D4E5D0F2}">
      <dgm:prSet/>
      <dgm:spPr/>
      <dgm:t>
        <a:bodyPr/>
        <a:lstStyle/>
        <a:p>
          <a:r>
            <a:rPr lang="uk-UA" b="0" i="0"/>
            <a:t>Руське</a:t>
          </a:r>
          <a:endParaRPr lang="uk-UA"/>
        </a:p>
      </dgm:t>
    </dgm:pt>
    <dgm:pt modelId="{E9E0AECB-AC76-46A7-BD55-B350B8B9FD5A}" type="parTrans" cxnId="{B12246AF-838C-4AF7-B2E1-6441BE3691DA}">
      <dgm:prSet/>
      <dgm:spPr/>
      <dgm:t>
        <a:bodyPr/>
        <a:lstStyle/>
        <a:p>
          <a:endParaRPr lang="uk-UA"/>
        </a:p>
      </dgm:t>
    </dgm:pt>
    <dgm:pt modelId="{5846813C-7DD4-499C-A172-B3EBBD8DD5C0}" type="sibTrans" cxnId="{B12246AF-838C-4AF7-B2E1-6441BE3691DA}">
      <dgm:prSet/>
      <dgm:spPr/>
      <dgm:t>
        <a:bodyPr/>
        <a:lstStyle/>
        <a:p>
          <a:endParaRPr lang="uk-UA"/>
        </a:p>
      </dgm:t>
    </dgm:pt>
    <dgm:pt modelId="{7FA77CC2-DA7B-4356-A0BD-97B06E67FA67}">
      <dgm:prSet/>
      <dgm:spPr/>
      <dgm:t>
        <a:bodyPr/>
        <a:lstStyle/>
        <a:p>
          <a:r>
            <a:rPr lang="uk-UA" b="0" i="0"/>
            <a:t>2</a:t>
          </a:r>
          <a:endParaRPr lang="uk-UA"/>
        </a:p>
      </dgm:t>
    </dgm:pt>
    <dgm:pt modelId="{131D33F8-ECBC-4969-91E8-5A38243D343E}" type="parTrans" cxnId="{4AEFFA2F-B369-4857-AC57-3105E82B932F}">
      <dgm:prSet/>
      <dgm:spPr/>
      <dgm:t>
        <a:bodyPr/>
        <a:lstStyle/>
        <a:p>
          <a:endParaRPr lang="uk-UA"/>
        </a:p>
      </dgm:t>
    </dgm:pt>
    <dgm:pt modelId="{67EE3E1E-3F91-4D2A-A337-7C23F8AAE8D9}" type="sibTrans" cxnId="{4AEFFA2F-B369-4857-AC57-3105E82B932F}">
      <dgm:prSet/>
      <dgm:spPr/>
      <dgm:t>
        <a:bodyPr/>
        <a:lstStyle/>
        <a:p>
          <a:endParaRPr lang="uk-UA"/>
        </a:p>
      </dgm:t>
    </dgm:pt>
    <dgm:pt modelId="{617714B8-3F54-414A-95B8-1523A7881B9B}">
      <dgm:prSet/>
      <dgm:spPr/>
      <dgm:t>
        <a:bodyPr/>
        <a:lstStyle/>
        <a:p>
          <a:r>
            <a:rPr lang="uk-UA" b="0" i="0" dirty="0"/>
            <a:t>Київське</a:t>
          </a:r>
          <a:endParaRPr lang="uk-UA" dirty="0"/>
        </a:p>
      </dgm:t>
    </dgm:pt>
    <dgm:pt modelId="{1148F349-8A6C-4016-9E24-4A69A8844A2B}" type="parTrans" cxnId="{9A759473-531D-4B33-967A-3361F9840CE0}">
      <dgm:prSet/>
      <dgm:spPr/>
      <dgm:t>
        <a:bodyPr/>
        <a:lstStyle/>
        <a:p>
          <a:endParaRPr lang="uk-UA"/>
        </a:p>
      </dgm:t>
    </dgm:pt>
    <dgm:pt modelId="{CB458E29-E597-4EBF-BEB6-BD4CC4E2CEA4}" type="sibTrans" cxnId="{9A759473-531D-4B33-967A-3361F9840CE0}">
      <dgm:prSet/>
      <dgm:spPr/>
      <dgm:t>
        <a:bodyPr/>
        <a:lstStyle/>
        <a:p>
          <a:endParaRPr lang="uk-UA"/>
        </a:p>
      </dgm:t>
    </dgm:pt>
    <dgm:pt modelId="{DA02F1FD-5703-476C-966C-BDD998A67C5B}">
      <dgm:prSet/>
      <dgm:spPr/>
      <dgm:t>
        <a:bodyPr/>
        <a:lstStyle/>
        <a:p>
          <a:r>
            <a:rPr lang="uk-UA" b="0" i="0"/>
            <a:t>3</a:t>
          </a:r>
          <a:endParaRPr lang="uk-UA"/>
        </a:p>
      </dgm:t>
    </dgm:pt>
    <dgm:pt modelId="{77C946E0-F42E-4AE3-B025-BE937B9BA7F7}" type="parTrans" cxnId="{0D47A7FB-6192-45FB-9185-548ADC8C7628}">
      <dgm:prSet/>
      <dgm:spPr/>
      <dgm:t>
        <a:bodyPr/>
        <a:lstStyle/>
        <a:p>
          <a:endParaRPr lang="uk-UA"/>
        </a:p>
      </dgm:t>
    </dgm:pt>
    <dgm:pt modelId="{9AAEFB87-1AC4-4F40-A2E3-E740E507044A}" type="sibTrans" cxnId="{0D47A7FB-6192-45FB-9185-548ADC8C7628}">
      <dgm:prSet/>
      <dgm:spPr/>
      <dgm:t>
        <a:bodyPr/>
        <a:lstStyle/>
        <a:p>
          <a:endParaRPr lang="uk-UA"/>
        </a:p>
      </dgm:t>
    </dgm:pt>
    <dgm:pt modelId="{4751FCD6-5F4D-461B-AD35-64E01943FB26}">
      <dgm:prSet/>
      <dgm:spPr/>
      <dgm:t>
        <a:bodyPr/>
        <a:lstStyle/>
        <a:p>
          <a:r>
            <a:rPr lang="uk-UA" b="0" i="0"/>
            <a:t>Волинське</a:t>
          </a:r>
          <a:endParaRPr lang="uk-UA"/>
        </a:p>
      </dgm:t>
    </dgm:pt>
    <dgm:pt modelId="{2B3C4D6F-E188-4754-AE6E-7277F9AB72CC}" type="parTrans" cxnId="{EAACCD59-BDB1-4C59-8117-89CF2ADEF81F}">
      <dgm:prSet/>
      <dgm:spPr/>
      <dgm:t>
        <a:bodyPr/>
        <a:lstStyle/>
        <a:p>
          <a:endParaRPr lang="uk-UA"/>
        </a:p>
      </dgm:t>
    </dgm:pt>
    <dgm:pt modelId="{818DED57-B23E-47B0-A78C-F38726F08FE3}" type="sibTrans" cxnId="{EAACCD59-BDB1-4C59-8117-89CF2ADEF81F}">
      <dgm:prSet/>
      <dgm:spPr/>
      <dgm:t>
        <a:bodyPr/>
        <a:lstStyle/>
        <a:p>
          <a:endParaRPr lang="uk-UA"/>
        </a:p>
      </dgm:t>
    </dgm:pt>
    <dgm:pt modelId="{D7ADA2E3-6DB9-46B2-AF9D-D7494020EC74}">
      <dgm:prSet/>
      <dgm:spPr/>
      <dgm:t>
        <a:bodyPr/>
        <a:lstStyle/>
        <a:p>
          <a:r>
            <a:rPr lang="uk-UA" b="0" i="0"/>
            <a:t>4</a:t>
          </a:r>
          <a:endParaRPr lang="uk-UA"/>
        </a:p>
      </dgm:t>
    </dgm:pt>
    <dgm:pt modelId="{61AF6734-03CD-43A9-A282-ECD60B452B7E}" type="parTrans" cxnId="{D050608F-4C57-405B-8E75-3A8219C6D074}">
      <dgm:prSet/>
      <dgm:spPr/>
      <dgm:t>
        <a:bodyPr/>
        <a:lstStyle/>
        <a:p>
          <a:endParaRPr lang="uk-UA"/>
        </a:p>
      </dgm:t>
    </dgm:pt>
    <dgm:pt modelId="{DC9A24FC-37B4-4EC8-88D9-0806A1212AA0}" type="sibTrans" cxnId="{D050608F-4C57-405B-8E75-3A8219C6D074}">
      <dgm:prSet/>
      <dgm:spPr/>
      <dgm:t>
        <a:bodyPr/>
        <a:lstStyle/>
        <a:p>
          <a:endParaRPr lang="uk-UA"/>
        </a:p>
      </dgm:t>
    </dgm:pt>
    <dgm:pt modelId="{314E6D3D-FF2E-4D9E-B898-54B82A6BD1FC}">
      <dgm:prSet/>
      <dgm:spPr/>
      <dgm:t>
        <a:bodyPr/>
        <a:lstStyle/>
        <a:p>
          <a:r>
            <a:rPr lang="uk-UA" b="0" i="0"/>
            <a:t>Подільське</a:t>
          </a:r>
          <a:endParaRPr lang="uk-UA"/>
        </a:p>
      </dgm:t>
    </dgm:pt>
    <dgm:pt modelId="{64E0BC93-1E0C-4030-91FD-8399756DAF6D}" type="parTrans" cxnId="{5818B306-0435-4292-8635-AEA72F7F19CC}">
      <dgm:prSet/>
      <dgm:spPr/>
      <dgm:t>
        <a:bodyPr/>
        <a:lstStyle/>
        <a:p>
          <a:endParaRPr lang="uk-UA"/>
        </a:p>
      </dgm:t>
    </dgm:pt>
    <dgm:pt modelId="{415BB87F-29F4-4CDC-92AD-37A8E81FC1D5}" type="sibTrans" cxnId="{5818B306-0435-4292-8635-AEA72F7F19CC}">
      <dgm:prSet/>
      <dgm:spPr/>
      <dgm:t>
        <a:bodyPr/>
        <a:lstStyle/>
        <a:p>
          <a:endParaRPr lang="uk-UA"/>
        </a:p>
      </dgm:t>
    </dgm:pt>
    <dgm:pt modelId="{2EBBC8E3-524A-43F5-BBD0-DCF657ACE3C8}" type="pres">
      <dgm:prSet presAssocID="{5334969B-AE65-4510-9109-ED2A51A9145C}" presName="linear" presStyleCnt="0">
        <dgm:presLayoutVars>
          <dgm:animLvl val="lvl"/>
          <dgm:resizeHandles val="exact"/>
        </dgm:presLayoutVars>
      </dgm:prSet>
      <dgm:spPr/>
    </dgm:pt>
    <dgm:pt modelId="{237A7A24-C11E-4DE9-A485-D64BB7187E37}" type="pres">
      <dgm:prSet presAssocID="{15CAEBC2-DCBD-441E-BBAC-232F0BF84B8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66A0740-A55B-4F78-A6C6-FFDF2C38BCD3}" type="pres">
      <dgm:prSet presAssocID="{15CAEBC2-DCBD-441E-BBAC-232F0BF84B8F}" presName="childText" presStyleLbl="revTx" presStyleIdx="0" presStyleCnt="4">
        <dgm:presLayoutVars>
          <dgm:bulletEnabled val="1"/>
        </dgm:presLayoutVars>
      </dgm:prSet>
      <dgm:spPr/>
    </dgm:pt>
    <dgm:pt modelId="{82F7C2C4-4165-4CE3-A240-12AEC8338832}" type="pres">
      <dgm:prSet presAssocID="{7FA77CC2-DA7B-4356-A0BD-97B06E67FA6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452293A-D4A1-45EA-BD79-81DA970DF112}" type="pres">
      <dgm:prSet presAssocID="{7FA77CC2-DA7B-4356-A0BD-97B06E67FA67}" presName="childText" presStyleLbl="revTx" presStyleIdx="1" presStyleCnt="4">
        <dgm:presLayoutVars>
          <dgm:bulletEnabled val="1"/>
        </dgm:presLayoutVars>
      </dgm:prSet>
      <dgm:spPr/>
    </dgm:pt>
    <dgm:pt modelId="{7E5E9BE3-9E4F-40FC-8343-122058FF18C8}" type="pres">
      <dgm:prSet presAssocID="{DA02F1FD-5703-476C-966C-BDD998A67C5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F249997-D0C6-41C3-97CB-C17942473AA1}" type="pres">
      <dgm:prSet presAssocID="{DA02F1FD-5703-476C-966C-BDD998A67C5B}" presName="childText" presStyleLbl="revTx" presStyleIdx="2" presStyleCnt="4">
        <dgm:presLayoutVars>
          <dgm:bulletEnabled val="1"/>
        </dgm:presLayoutVars>
      </dgm:prSet>
      <dgm:spPr/>
    </dgm:pt>
    <dgm:pt modelId="{831A31BB-20BC-4E53-9791-D36B959B1CA6}" type="pres">
      <dgm:prSet presAssocID="{D7ADA2E3-6DB9-46B2-AF9D-D7494020EC74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5D041A4C-A87F-4C7D-A4DF-F037DBC23A1A}" type="pres">
      <dgm:prSet presAssocID="{D7ADA2E3-6DB9-46B2-AF9D-D7494020EC74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1DD3B805-F662-4B0A-8AD8-79403F9E1B6A}" type="presOf" srcId="{4751FCD6-5F4D-461B-AD35-64E01943FB26}" destId="{8F249997-D0C6-41C3-97CB-C17942473AA1}" srcOrd="0" destOrd="0" presId="urn:microsoft.com/office/officeart/2005/8/layout/vList2"/>
    <dgm:cxn modelId="{5818B306-0435-4292-8635-AEA72F7F19CC}" srcId="{D7ADA2E3-6DB9-46B2-AF9D-D7494020EC74}" destId="{314E6D3D-FF2E-4D9E-B898-54B82A6BD1FC}" srcOrd="0" destOrd="0" parTransId="{64E0BC93-1E0C-4030-91FD-8399756DAF6D}" sibTransId="{415BB87F-29F4-4CDC-92AD-37A8E81FC1D5}"/>
    <dgm:cxn modelId="{4AEFFA2F-B369-4857-AC57-3105E82B932F}" srcId="{5334969B-AE65-4510-9109-ED2A51A9145C}" destId="{7FA77CC2-DA7B-4356-A0BD-97B06E67FA67}" srcOrd="1" destOrd="0" parTransId="{131D33F8-ECBC-4969-91E8-5A38243D343E}" sibTransId="{67EE3E1E-3F91-4D2A-A337-7C23F8AAE8D9}"/>
    <dgm:cxn modelId="{ABE63331-E809-4CB6-8894-30554A60FC44}" type="presOf" srcId="{15CAEBC2-DCBD-441E-BBAC-232F0BF84B8F}" destId="{237A7A24-C11E-4DE9-A485-D64BB7187E37}" srcOrd="0" destOrd="0" presId="urn:microsoft.com/office/officeart/2005/8/layout/vList2"/>
    <dgm:cxn modelId="{2A267F48-1F2F-40B7-A993-CDFBF5D60F3E}" type="presOf" srcId="{BDD916B3-CD32-4266-AAA5-47A3D4E5D0F2}" destId="{566A0740-A55B-4F78-A6C6-FFDF2C38BCD3}" srcOrd="0" destOrd="0" presId="urn:microsoft.com/office/officeart/2005/8/layout/vList2"/>
    <dgm:cxn modelId="{32DD356A-A018-4D70-9746-0E315B310F5D}" type="presOf" srcId="{314E6D3D-FF2E-4D9E-B898-54B82A6BD1FC}" destId="{5D041A4C-A87F-4C7D-A4DF-F037DBC23A1A}" srcOrd="0" destOrd="0" presId="urn:microsoft.com/office/officeart/2005/8/layout/vList2"/>
    <dgm:cxn modelId="{9A759473-531D-4B33-967A-3361F9840CE0}" srcId="{7FA77CC2-DA7B-4356-A0BD-97B06E67FA67}" destId="{617714B8-3F54-414A-95B8-1523A7881B9B}" srcOrd="0" destOrd="0" parTransId="{1148F349-8A6C-4016-9E24-4A69A8844A2B}" sibTransId="{CB458E29-E597-4EBF-BEB6-BD4CC4E2CEA4}"/>
    <dgm:cxn modelId="{EAACCD59-BDB1-4C59-8117-89CF2ADEF81F}" srcId="{DA02F1FD-5703-476C-966C-BDD998A67C5B}" destId="{4751FCD6-5F4D-461B-AD35-64E01943FB26}" srcOrd="0" destOrd="0" parTransId="{2B3C4D6F-E188-4754-AE6E-7277F9AB72CC}" sibTransId="{818DED57-B23E-47B0-A78C-F38726F08FE3}"/>
    <dgm:cxn modelId="{D050608F-4C57-405B-8E75-3A8219C6D074}" srcId="{5334969B-AE65-4510-9109-ED2A51A9145C}" destId="{D7ADA2E3-6DB9-46B2-AF9D-D7494020EC74}" srcOrd="3" destOrd="0" parTransId="{61AF6734-03CD-43A9-A282-ECD60B452B7E}" sibTransId="{DC9A24FC-37B4-4EC8-88D9-0806A1212AA0}"/>
    <dgm:cxn modelId="{3312919A-4E76-4046-AF9F-4FD55F5E1B1C}" type="presOf" srcId="{7FA77CC2-DA7B-4356-A0BD-97B06E67FA67}" destId="{82F7C2C4-4165-4CE3-A240-12AEC8338832}" srcOrd="0" destOrd="0" presId="urn:microsoft.com/office/officeart/2005/8/layout/vList2"/>
    <dgm:cxn modelId="{B3BEB8A6-155F-4107-A540-BD0C7B667D9A}" srcId="{5334969B-AE65-4510-9109-ED2A51A9145C}" destId="{15CAEBC2-DCBD-441E-BBAC-232F0BF84B8F}" srcOrd="0" destOrd="0" parTransId="{24363757-8B0B-4177-BEED-8A298EA358A4}" sibTransId="{0085FDE5-02C8-4942-B8C7-20ECFBB7551D}"/>
    <dgm:cxn modelId="{B12246AF-838C-4AF7-B2E1-6441BE3691DA}" srcId="{15CAEBC2-DCBD-441E-BBAC-232F0BF84B8F}" destId="{BDD916B3-CD32-4266-AAA5-47A3D4E5D0F2}" srcOrd="0" destOrd="0" parTransId="{E9E0AECB-AC76-46A7-BD55-B350B8B9FD5A}" sibTransId="{5846813C-7DD4-499C-A172-B3EBBD8DD5C0}"/>
    <dgm:cxn modelId="{D7A1B6B6-BC98-49B4-88E6-8319F0A1CAA3}" type="presOf" srcId="{617714B8-3F54-414A-95B8-1523A7881B9B}" destId="{3452293A-D4A1-45EA-BD79-81DA970DF112}" srcOrd="0" destOrd="0" presId="urn:microsoft.com/office/officeart/2005/8/layout/vList2"/>
    <dgm:cxn modelId="{BE62B3CF-3EBF-422E-9D3A-61A1B4F2E3B5}" type="presOf" srcId="{D7ADA2E3-6DB9-46B2-AF9D-D7494020EC74}" destId="{831A31BB-20BC-4E53-9791-D36B959B1CA6}" srcOrd="0" destOrd="0" presId="urn:microsoft.com/office/officeart/2005/8/layout/vList2"/>
    <dgm:cxn modelId="{F233DCDD-959E-4796-A357-A82961DEA55C}" type="presOf" srcId="{5334969B-AE65-4510-9109-ED2A51A9145C}" destId="{2EBBC8E3-524A-43F5-BBD0-DCF657ACE3C8}" srcOrd="0" destOrd="0" presId="urn:microsoft.com/office/officeart/2005/8/layout/vList2"/>
    <dgm:cxn modelId="{6EFCEBE7-D6E0-46D2-805D-CF7EBE20888E}" type="presOf" srcId="{DA02F1FD-5703-476C-966C-BDD998A67C5B}" destId="{7E5E9BE3-9E4F-40FC-8343-122058FF18C8}" srcOrd="0" destOrd="0" presId="urn:microsoft.com/office/officeart/2005/8/layout/vList2"/>
    <dgm:cxn modelId="{0D47A7FB-6192-45FB-9185-548ADC8C7628}" srcId="{5334969B-AE65-4510-9109-ED2A51A9145C}" destId="{DA02F1FD-5703-476C-966C-BDD998A67C5B}" srcOrd="2" destOrd="0" parTransId="{77C946E0-F42E-4AE3-B025-BE937B9BA7F7}" sibTransId="{9AAEFB87-1AC4-4F40-A2E3-E740E507044A}"/>
    <dgm:cxn modelId="{D9559578-FE42-4F8F-9B44-EC0E91CCC463}" type="presParOf" srcId="{2EBBC8E3-524A-43F5-BBD0-DCF657ACE3C8}" destId="{237A7A24-C11E-4DE9-A485-D64BB7187E37}" srcOrd="0" destOrd="0" presId="urn:microsoft.com/office/officeart/2005/8/layout/vList2"/>
    <dgm:cxn modelId="{88ED00DE-8AF1-4352-9C19-6BEFB48190C5}" type="presParOf" srcId="{2EBBC8E3-524A-43F5-BBD0-DCF657ACE3C8}" destId="{566A0740-A55B-4F78-A6C6-FFDF2C38BCD3}" srcOrd="1" destOrd="0" presId="urn:microsoft.com/office/officeart/2005/8/layout/vList2"/>
    <dgm:cxn modelId="{EBFF799D-6023-439D-BE5D-E7A86733CA40}" type="presParOf" srcId="{2EBBC8E3-524A-43F5-BBD0-DCF657ACE3C8}" destId="{82F7C2C4-4165-4CE3-A240-12AEC8338832}" srcOrd="2" destOrd="0" presId="urn:microsoft.com/office/officeart/2005/8/layout/vList2"/>
    <dgm:cxn modelId="{8DD711A3-57FA-4E22-A273-0A81E8BA2D94}" type="presParOf" srcId="{2EBBC8E3-524A-43F5-BBD0-DCF657ACE3C8}" destId="{3452293A-D4A1-45EA-BD79-81DA970DF112}" srcOrd="3" destOrd="0" presId="urn:microsoft.com/office/officeart/2005/8/layout/vList2"/>
    <dgm:cxn modelId="{122F07C8-7E5D-4DCD-8A7F-2F9D2789709D}" type="presParOf" srcId="{2EBBC8E3-524A-43F5-BBD0-DCF657ACE3C8}" destId="{7E5E9BE3-9E4F-40FC-8343-122058FF18C8}" srcOrd="4" destOrd="0" presId="urn:microsoft.com/office/officeart/2005/8/layout/vList2"/>
    <dgm:cxn modelId="{51D322A8-6D85-4E0D-A185-7F73A3979F7E}" type="presParOf" srcId="{2EBBC8E3-524A-43F5-BBD0-DCF657ACE3C8}" destId="{8F249997-D0C6-41C3-97CB-C17942473AA1}" srcOrd="5" destOrd="0" presId="urn:microsoft.com/office/officeart/2005/8/layout/vList2"/>
    <dgm:cxn modelId="{805CD4B4-DDFF-4A22-9C6E-5655209A8018}" type="presParOf" srcId="{2EBBC8E3-524A-43F5-BBD0-DCF657ACE3C8}" destId="{831A31BB-20BC-4E53-9791-D36B959B1CA6}" srcOrd="6" destOrd="0" presId="urn:microsoft.com/office/officeart/2005/8/layout/vList2"/>
    <dgm:cxn modelId="{E9DDB57F-BC14-49C9-867E-911F04148C65}" type="presParOf" srcId="{2EBBC8E3-524A-43F5-BBD0-DCF657ACE3C8}" destId="{5D041A4C-A87F-4C7D-A4DF-F037DBC23A1A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D79587B4-7E9B-443F-BD5A-7F73022D4FB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5D79D6A-A77A-4FC6-B15B-D9820BC7CD98}">
      <dgm:prSet/>
      <dgm:spPr/>
      <dgm:t>
        <a:bodyPr/>
        <a:lstStyle/>
        <a:p>
          <a:r>
            <a:rPr lang="ru-RU"/>
            <a:t>укладення Люблінської унії</a:t>
          </a:r>
          <a:endParaRPr lang="uk-UA"/>
        </a:p>
      </dgm:t>
    </dgm:pt>
    <dgm:pt modelId="{4E8E194F-5E2F-416A-9C64-2D27973F4684}" type="parTrans" cxnId="{3E8F36E6-4620-4322-875A-C10F459DD85A}">
      <dgm:prSet/>
      <dgm:spPr/>
      <dgm:t>
        <a:bodyPr/>
        <a:lstStyle/>
        <a:p>
          <a:endParaRPr lang="uk-UA"/>
        </a:p>
      </dgm:t>
    </dgm:pt>
    <dgm:pt modelId="{4FE72AC3-C323-47F4-BB31-DAA155EADDA0}" type="sibTrans" cxnId="{3E8F36E6-4620-4322-875A-C10F459DD85A}">
      <dgm:prSet/>
      <dgm:spPr/>
      <dgm:t>
        <a:bodyPr/>
        <a:lstStyle/>
        <a:p>
          <a:endParaRPr lang="uk-UA"/>
        </a:p>
      </dgm:t>
    </dgm:pt>
    <dgm:pt modelId="{FED7117F-ADAE-429B-AF01-F5EF32B0ED74}">
      <dgm:prSet/>
      <dgm:spPr/>
      <dgm:t>
        <a:bodyPr/>
        <a:lstStyle/>
        <a:p>
          <a:r>
            <a:rPr lang="ru-RU"/>
            <a:t>утворення греко-католицької церкви</a:t>
          </a:r>
          <a:endParaRPr lang="uk-UA"/>
        </a:p>
      </dgm:t>
    </dgm:pt>
    <dgm:pt modelId="{BF5B8067-693D-4C7D-89A5-539B07152CA1}" type="parTrans" cxnId="{5E2960BF-3E8D-4ED3-9DC8-2B3960071CC2}">
      <dgm:prSet/>
      <dgm:spPr/>
      <dgm:t>
        <a:bodyPr/>
        <a:lstStyle/>
        <a:p>
          <a:endParaRPr lang="uk-UA"/>
        </a:p>
      </dgm:t>
    </dgm:pt>
    <dgm:pt modelId="{D6F10AB2-8EBC-467E-893C-FC017ACEE5EB}" type="sibTrans" cxnId="{5E2960BF-3E8D-4ED3-9DC8-2B3960071CC2}">
      <dgm:prSet/>
      <dgm:spPr/>
      <dgm:t>
        <a:bodyPr/>
        <a:lstStyle/>
        <a:p>
          <a:endParaRPr lang="uk-UA"/>
        </a:p>
      </dgm:t>
    </dgm:pt>
    <dgm:pt modelId="{4FCE2AF2-0FBD-4493-81F7-73729FCD69A1}">
      <dgm:prSet/>
      <dgm:spPr/>
      <dgm:t>
        <a:bodyPr/>
        <a:lstStyle/>
        <a:p>
          <a:r>
            <a:rPr lang="ru-RU"/>
            <a:t>утворення першої братської (слов’яно-греко-латинської) школи у Львові</a:t>
          </a:r>
          <a:endParaRPr lang="uk-UA"/>
        </a:p>
      </dgm:t>
    </dgm:pt>
    <dgm:pt modelId="{65EB3513-DF20-4E59-B9AF-83EBB9F319CE}" type="parTrans" cxnId="{A7593596-A007-4E34-A5E8-91D015DD3AAA}">
      <dgm:prSet/>
      <dgm:spPr/>
      <dgm:t>
        <a:bodyPr/>
        <a:lstStyle/>
        <a:p>
          <a:endParaRPr lang="uk-UA"/>
        </a:p>
      </dgm:t>
    </dgm:pt>
    <dgm:pt modelId="{7C0F90FE-49C3-48C8-80CC-5B14792C8E94}" type="sibTrans" cxnId="{A7593596-A007-4E34-A5E8-91D015DD3AAA}">
      <dgm:prSet/>
      <dgm:spPr/>
      <dgm:t>
        <a:bodyPr/>
        <a:lstStyle/>
        <a:p>
          <a:endParaRPr lang="uk-UA"/>
        </a:p>
      </dgm:t>
    </dgm:pt>
    <dgm:pt modelId="{E5CBE086-E2D3-44F1-A6A1-B07821927613}">
      <dgm:prSet/>
      <dgm:spPr/>
      <dgm:t>
        <a:bodyPr/>
        <a:lstStyle/>
        <a:p>
          <a:r>
            <a:rPr lang="ru-RU"/>
            <a:t>заснування Д. Вишневецьким на о. Мала Хортиця першої відомої Січі</a:t>
          </a:r>
          <a:endParaRPr lang="uk-UA"/>
        </a:p>
      </dgm:t>
    </dgm:pt>
    <dgm:pt modelId="{CA44D863-45A9-4FA7-8264-27509CD18DC3}" type="parTrans" cxnId="{38D4EDB5-7039-4CA6-AB27-F74118F769C8}">
      <dgm:prSet/>
      <dgm:spPr/>
      <dgm:t>
        <a:bodyPr/>
        <a:lstStyle/>
        <a:p>
          <a:endParaRPr lang="uk-UA"/>
        </a:p>
      </dgm:t>
    </dgm:pt>
    <dgm:pt modelId="{D84D5914-B558-4CC8-9FB7-7DCDFC5574A8}" type="sibTrans" cxnId="{38D4EDB5-7039-4CA6-AB27-F74118F769C8}">
      <dgm:prSet/>
      <dgm:spPr/>
      <dgm:t>
        <a:bodyPr/>
        <a:lstStyle/>
        <a:p>
          <a:endParaRPr lang="uk-UA"/>
        </a:p>
      </dgm:t>
    </dgm:pt>
    <dgm:pt modelId="{E8C71186-7707-4D74-A4A3-2573A341515A}" type="pres">
      <dgm:prSet presAssocID="{D79587B4-7E9B-443F-BD5A-7F73022D4FB0}" presName="linear" presStyleCnt="0">
        <dgm:presLayoutVars>
          <dgm:animLvl val="lvl"/>
          <dgm:resizeHandles val="exact"/>
        </dgm:presLayoutVars>
      </dgm:prSet>
      <dgm:spPr/>
    </dgm:pt>
    <dgm:pt modelId="{657DC0CC-2A2F-4907-9A53-C2EE80F440DE}" type="pres">
      <dgm:prSet presAssocID="{95D79D6A-A77A-4FC6-B15B-D9820BC7CD9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5A471DF-644C-4866-8884-C209AFD7F298}" type="pres">
      <dgm:prSet presAssocID="{4FE72AC3-C323-47F4-BB31-DAA155EADDA0}" presName="spacer" presStyleCnt="0"/>
      <dgm:spPr/>
    </dgm:pt>
    <dgm:pt modelId="{7CBF0C14-1E20-4363-85EC-C7D36711FCF4}" type="pres">
      <dgm:prSet presAssocID="{FED7117F-ADAE-429B-AF01-F5EF32B0ED7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79348B5-2AE3-4D7B-B24D-3CA9712D56D4}" type="pres">
      <dgm:prSet presAssocID="{D6F10AB2-8EBC-467E-893C-FC017ACEE5EB}" presName="spacer" presStyleCnt="0"/>
      <dgm:spPr/>
    </dgm:pt>
    <dgm:pt modelId="{866F0CAB-F63A-42AB-A347-BAFBC832852E}" type="pres">
      <dgm:prSet presAssocID="{4FCE2AF2-0FBD-4493-81F7-73729FCD69A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35826B8-A5A5-4804-AB45-FAA253449F49}" type="pres">
      <dgm:prSet presAssocID="{7C0F90FE-49C3-48C8-80CC-5B14792C8E94}" presName="spacer" presStyleCnt="0"/>
      <dgm:spPr/>
    </dgm:pt>
    <dgm:pt modelId="{4E92D4CC-7E4F-4B65-B95F-434960B6BE99}" type="pres">
      <dgm:prSet presAssocID="{E5CBE086-E2D3-44F1-A6A1-B0782192761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417CF11-C840-4296-A03E-C05758779579}" type="presOf" srcId="{E5CBE086-E2D3-44F1-A6A1-B07821927613}" destId="{4E92D4CC-7E4F-4B65-B95F-434960B6BE99}" srcOrd="0" destOrd="0" presId="urn:microsoft.com/office/officeart/2005/8/layout/vList2"/>
    <dgm:cxn modelId="{12EB8D61-EB45-479B-A2C0-91E49CAFDE9A}" type="presOf" srcId="{95D79D6A-A77A-4FC6-B15B-D9820BC7CD98}" destId="{657DC0CC-2A2F-4907-9A53-C2EE80F440DE}" srcOrd="0" destOrd="0" presId="urn:microsoft.com/office/officeart/2005/8/layout/vList2"/>
    <dgm:cxn modelId="{3479D076-E2C7-42BA-8801-7688803DC201}" type="presOf" srcId="{4FCE2AF2-0FBD-4493-81F7-73729FCD69A1}" destId="{866F0CAB-F63A-42AB-A347-BAFBC832852E}" srcOrd="0" destOrd="0" presId="urn:microsoft.com/office/officeart/2005/8/layout/vList2"/>
    <dgm:cxn modelId="{A7593596-A007-4E34-A5E8-91D015DD3AAA}" srcId="{D79587B4-7E9B-443F-BD5A-7F73022D4FB0}" destId="{4FCE2AF2-0FBD-4493-81F7-73729FCD69A1}" srcOrd="2" destOrd="0" parTransId="{65EB3513-DF20-4E59-B9AF-83EBB9F319CE}" sibTransId="{7C0F90FE-49C3-48C8-80CC-5B14792C8E94}"/>
    <dgm:cxn modelId="{16A3BBB2-AB27-4AE5-BB77-6A70ADD8ED84}" type="presOf" srcId="{D79587B4-7E9B-443F-BD5A-7F73022D4FB0}" destId="{E8C71186-7707-4D74-A4A3-2573A341515A}" srcOrd="0" destOrd="0" presId="urn:microsoft.com/office/officeart/2005/8/layout/vList2"/>
    <dgm:cxn modelId="{38D4EDB5-7039-4CA6-AB27-F74118F769C8}" srcId="{D79587B4-7E9B-443F-BD5A-7F73022D4FB0}" destId="{E5CBE086-E2D3-44F1-A6A1-B07821927613}" srcOrd="3" destOrd="0" parTransId="{CA44D863-45A9-4FA7-8264-27509CD18DC3}" sibTransId="{D84D5914-B558-4CC8-9FB7-7DCDFC5574A8}"/>
    <dgm:cxn modelId="{5E2960BF-3E8D-4ED3-9DC8-2B3960071CC2}" srcId="{D79587B4-7E9B-443F-BD5A-7F73022D4FB0}" destId="{FED7117F-ADAE-429B-AF01-F5EF32B0ED74}" srcOrd="1" destOrd="0" parTransId="{BF5B8067-693D-4C7D-89A5-539B07152CA1}" sibTransId="{D6F10AB2-8EBC-467E-893C-FC017ACEE5EB}"/>
    <dgm:cxn modelId="{489878D9-A2F2-4C5C-86E6-6253F6295112}" type="presOf" srcId="{FED7117F-ADAE-429B-AF01-F5EF32B0ED74}" destId="{7CBF0C14-1E20-4363-85EC-C7D36711FCF4}" srcOrd="0" destOrd="0" presId="urn:microsoft.com/office/officeart/2005/8/layout/vList2"/>
    <dgm:cxn modelId="{3E8F36E6-4620-4322-875A-C10F459DD85A}" srcId="{D79587B4-7E9B-443F-BD5A-7F73022D4FB0}" destId="{95D79D6A-A77A-4FC6-B15B-D9820BC7CD98}" srcOrd="0" destOrd="0" parTransId="{4E8E194F-5E2F-416A-9C64-2D27973F4684}" sibTransId="{4FE72AC3-C323-47F4-BB31-DAA155EADDA0}"/>
    <dgm:cxn modelId="{94E6536C-DFD5-4C65-AD0F-3D06E0CB83F1}" type="presParOf" srcId="{E8C71186-7707-4D74-A4A3-2573A341515A}" destId="{657DC0CC-2A2F-4907-9A53-C2EE80F440DE}" srcOrd="0" destOrd="0" presId="urn:microsoft.com/office/officeart/2005/8/layout/vList2"/>
    <dgm:cxn modelId="{199C45B1-56DF-454D-B708-2DAAD1D161A3}" type="presParOf" srcId="{E8C71186-7707-4D74-A4A3-2573A341515A}" destId="{D5A471DF-644C-4866-8884-C209AFD7F298}" srcOrd="1" destOrd="0" presId="urn:microsoft.com/office/officeart/2005/8/layout/vList2"/>
    <dgm:cxn modelId="{D02736FF-E57A-4261-8718-CBB1D2415741}" type="presParOf" srcId="{E8C71186-7707-4D74-A4A3-2573A341515A}" destId="{7CBF0C14-1E20-4363-85EC-C7D36711FCF4}" srcOrd="2" destOrd="0" presId="urn:microsoft.com/office/officeart/2005/8/layout/vList2"/>
    <dgm:cxn modelId="{491BD53F-9BDF-40DC-BA92-08F2613ED212}" type="presParOf" srcId="{E8C71186-7707-4D74-A4A3-2573A341515A}" destId="{579348B5-2AE3-4D7B-B24D-3CA9712D56D4}" srcOrd="3" destOrd="0" presId="urn:microsoft.com/office/officeart/2005/8/layout/vList2"/>
    <dgm:cxn modelId="{5BD1C576-793E-4EA4-B0AB-E1B556A34339}" type="presParOf" srcId="{E8C71186-7707-4D74-A4A3-2573A341515A}" destId="{866F0CAB-F63A-42AB-A347-BAFBC832852E}" srcOrd="4" destOrd="0" presId="urn:microsoft.com/office/officeart/2005/8/layout/vList2"/>
    <dgm:cxn modelId="{29F38C56-CD77-48D2-BBC4-87E11F789494}" type="presParOf" srcId="{E8C71186-7707-4D74-A4A3-2573A341515A}" destId="{A35826B8-A5A5-4804-AB45-FAA253449F49}" srcOrd="5" destOrd="0" presId="urn:microsoft.com/office/officeart/2005/8/layout/vList2"/>
    <dgm:cxn modelId="{1E5A9584-D8E6-4794-B01D-57A8691335C9}" type="presParOf" srcId="{E8C71186-7707-4D74-A4A3-2573A341515A}" destId="{4E92D4CC-7E4F-4B65-B95F-434960B6BE9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DA768B11-C97F-4E26-B84C-3F8A8A5D9D6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04020CBD-7649-4F3F-B7F1-BDFE60C0BA51}">
      <dgm:prSet/>
      <dgm:spPr/>
      <dgm:t>
        <a:bodyPr/>
        <a:lstStyle/>
        <a:p>
          <a:r>
            <a:rPr lang="ru-RU"/>
            <a:t>Цех, магістрат, вотчинне землеволодіння.</a:t>
          </a:r>
          <a:endParaRPr lang="uk-UA"/>
        </a:p>
      </dgm:t>
    </dgm:pt>
    <dgm:pt modelId="{FD5099E3-0CDB-44AA-B37D-C4498C22FE55}" type="parTrans" cxnId="{84BD6814-F05C-486A-A360-48A624EC3706}">
      <dgm:prSet/>
      <dgm:spPr/>
      <dgm:t>
        <a:bodyPr/>
        <a:lstStyle/>
        <a:p>
          <a:endParaRPr lang="uk-UA"/>
        </a:p>
      </dgm:t>
    </dgm:pt>
    <dgm:pt modelId="{713CB880-24FB-4193-AE67-5A1F686F404E}" type="sibTrans" cxnId="{84BD6814-F05C-486A-A360-48A624EC3706}">
      <dgm:prSet/>
      <dgm:spPr/>
      <dgm:t>
        <a:bodyPr/>
        <a:lstStyle/>
        <a:p>
          <a:endParaRPr lang="uk-UA"/>
        </a:p>
      </dgm:t>
    </dgm:pt>
    <dgm:pt modelId="{0775C7EC-167D-44E8-B429-9DCE51817E0B}">
      <dgm:prSet/>
      <dgm:spPr/>
      <dgm:t>
        <a:bodyPr/>
        <a:lstStyle/>
        <a:p>
          <a:r>
            <a:rPr lang="ru-RU"/>
            <a:t>Помісне землеволодіння, смерди, полюддя.</a:t>
          </a:r>
          <a:endParaRPr lang="uk-UA"/>
        </a:p>
      </dgm:t>
    </dgm:pt>
    <dgm:pt modelId="{A0A37E5A-3C5F-4C2F-AC10-7810B82CAE9E}" type="parTrans" cxnId="{E4177338-2589-4FED-A5EA-F9EE10D39E0F}">
      <dgm:prSet/>
      <dgm:spPr/>
      <dgm:t>
        <a:bodyPr/>
        <a:lstStyle/>
        <a:p>
          <a:endParaRPr lang="uk-UA"/>
        </a:p>
      </dgm:t>
    </dgm:pt>
    <dgm:pt modelId="{D5CEF20C-1A7B-4887-A7CE-6F390A5B1203}" type="sibTrans" cxnId="{E4177338-2589-4FED-A5EA-F9EE10D39E0F}">
      <dgm:prSet/>
      <dgm:spPr/>
      <dgm:t>
        <a:bodyPr/>
        <a:lstStyle/>
        <a:p>
          <a:endParaRPr lang="uk-UA"/>
        </a:p>
      </dgm:t>
    </dgm:pt>
    <dgm:pt modelId="{2EA93B99-605F-4183-8044-F88265FF98B9}">
      <dgm:prSet/>
      <dgm:spPr/>
      <dgm:t>
        <a:bodyPr/>
        <a:lstStyle/>
        <a:p>
          <a:r>
            <a:rPr lang="ru-RU" dirty="0"/>
            <a:t>Панщина, </a:t>
          </a:r>
          <a:r>
            <a:rPr lang="ru-RU" dirty="0" err="1"/>
            <a:t>магнатське</a:t>
          </a:r>
          <a:r>
            <a:rPr lang="ru-RU" dirty="0"/>
            <a:t> </a:t>
          </a:r>
          <a:r>
            <a:rPr lang="ru-RU" dirty="0" err="1"/>
            <a:t>землеволодіння</a:t>
          </a:r>
          <a:r>
            <a:rPr lang="ru-RU" dirty="0"/>
            <a:t>, </a:t>
          </a:r>
          <a:r>
            <a:rPr lang="ru-RU" dirty="0" err="1"/>
            <a:t>фільварки</a:t>
          </a:r>
          <a:r>
            <a:rPr lang="ru-RU" dirty="0"/>
            <a:t>.</a:t>
          </a:r>
          <a:endParaRPr lang="uk-UA" dirty="0"/>
        </a:p>
      </dgm:t>
    </dgm:pt>
    <dgm:pt modelId="{DADB621E-C468-48CE-BFD3-71C0B2C7F811}" type="parTrans" cxnId="{DC64AB83-ECCA-4807-AF9E-5C8B55D3F1B5}">
      <dgm:prSet/>
      <dgm:spPr/>
      <dgm:t>
        <a:bodyPr/>
        <a:lstStyle/>
        <a:p>
          <a:endParaRPr lang="uk-UA"/>
        </a:p>
      </dgm:t>
    </dgm:pt>
    <dgm:pt modelId="{22321B5F-E7C2-4A3F-99D7-8A92500590E1}" type="sibTrans" cxnId="{DC64AB83-ECCA-4807-AF9E-5C8B55D3F1B5}">
      <dgm:prSet/>
      <dgm:spPr/>
      <dgm:t>
        <a:bodyPr/>
        <a:lstStyle/>
        <a:p>
          <a:endParaRPr lang="uk-UA"/>
        </a:p>
      </dgm:t>
    </dgm:pt>
    <dgm:pt modelId="{D3D6515A-94CF-42E8-A24D-3A9891A0438B}">
      <dgm:prSet/>
      <dgm:spPr/>
      <dgm:t>
        <a:bodyPr/>
        <a:lstStyle/>
        <a:p>
          <a:r>
            <a:rPr lang="ru-RU"/>
            <a:t>Мануфактура, князівське землеволодіння, бюргери</a:t>
          </a:r>
          <a:endParaRPr lang="uk-UA"/>
        </a:p>
      </dgm:t>
    </dgm:pt>
    <dgm:pt modelId="{6773782F-BD67-401D-9254-FAC576BBF974}" type="parTrans" cxnId="{9C6561B6-7B4D-4956-81C9-51DBD331404A}">
      <dgm:prSet/>
      <dgm:spPr/>
      <dgm:t>
        <a:bodyPr/>
        <a:lstStyle/>
        <a:p>
          <a:endParaRPr lang="uk-UA"/>
        </a:p>
      </dgm:t>
    </dgm:pt>
    <dgm:pt modelId="{8D808CD0-120F-450F-8420-6E514E924213}" type="sibTrans" cxnId="{9C6561B6-7B4D-4956-81C9-51DBD331404A}">
      <dgm:prSet/>
      <dgm:spPr/>
      <dgm:t>
        <a:bodyPr/>
        <a:lstStyle/>
        <a:p>
          <a:endParaRPr lang="uk-UA"/>
        </a:p>
      </dgm:t>
    </dgm:pt>
    <dgm:pt modelId="{C35481AE-4F13-46AA-9742-84B1F0B01C33}" type="pres">
      <dgm:prSet presAssocID="{DA768B11-C97F-4E26-B84C-3F8A8A5D9D6D}" presName="linear" presStyleCnt="0">
        <dgm:presLayoutVars>
          <dgm:animLvl val="lvl"/>
          <dgm:resizeHandles val="exact"/>
        </dgm:presLayoutVars>
      </dgm:prSet>
      <dgm:spPr/>
    </dgm:pt>
    <dgm:pt modelId="{1C222226-3CB3-44D3-81AF-A0BE8B8E6234}" type="pres">
      <dgm:prSet presAssocID="{04020CBD-7649-4F3F-B7F1-BDFE60C0BA5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AEF1A07-795C-410B-B764-E5884480CA7E}" type="pres">
      <dgm:prSet presAssocID="{713CB880-24FB-4193-AE67-5A1F686F404E}" presName="spacer" presStyleCnt="0"/>
      <dgm:spPr/>
    </dgm:pt>
    <dgm:pt modelId="{F599B4E7-BBE5-4D8B-A7FF-113408C610AD}" type="pres">
      <dgm:prSet presAssocID="{0775C7EC-167D-44E8-B429-9DCE51817E0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A653485-FEA2-4509-AB8C-D9690E77B187}" type="pres">
      <dgm:prSet presAssocID="{D5CEF20C-1A7B-4887-A7CE-6F390A5B1203}" presName="spacer" presStyleCnt="0"/>
      <dgm:spPr/>
    </dgm:pt>
    <dgm:pt modelId="{82D68898-0236-4051-8807-1253D210438D}" type="pres">
      <dgm:prSet presAssocID="{2EA93B99-605F-4183-8044-F88265FF98B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B833102-6AFE-4014-ACC6-CF4F55E5DF32}" type="pres">
      <dgm:prSet presAssocID="{22321B5F-E7C2-4A3F-99D7-8A92500590E1}" presName="spacer" presStyleCnt="0"/>
      <dgm:spPr/>
    </dgm:pt>
    <dgm:pt modelId="{AC4FD43C-F933-4A23-8E8C-C9420FBBCE05}" type="pres">
      <dgm:prSet presAssocID="{D3D6515A-94CF-42E8-A24D-3A9891A0438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4BD6814-F05C-486A-A360-48A624EC3706}" srcId="{DA768B11-C97F-4E26-B84C-3F8A8A5D9D6D}" destId="{04020CBD-7649-4F3F-B7F1-BDFE60C0BA51}" srcOrd="0" destOrd="0" parTransId="{FD5099E3-0CDB-44AA-B37D-C4498C22FE55}" sibTransId="{713CB880-24FB-4193-AE67-5A1F686F404E}"/>
    <dgm:cxn modelId="{E4177338-2589-4FED-A5EA-F9EE10D39E0F}" srcId="{DA768B11-C97F-4E26-B84C-3F8A8A5D9D6D}" destId="{0775C7EC-167D-44E8-B429-9DCE51817E0B}" srcOrd="1" destOrd="0" parTransId="{A0A37E5A-3C5F-4C2F-AC10-7810B82CAE9E}" sibTransId="{D5CEF20C-1A7B-4887-A7CE-6F390A5B1203}"/>
    <dgm:cxn modelId="{35C8EC69-C3CC-4826-B058-D257E3710D49}" type="presOf" srcId="{DA768B11-C97F-4E26-B84C-3F8A8A5D9D6D}" destId="{C35481AE-4F13-46AA-9742-84B1F0B01C33}" srcOrd="0" destOrd="0" presId="urn:microsoft.com/office/officeart/2005/8/layout/vList2"/>
    <dgm:cxn modelId="{342BA74A-9936-47B8-A698-03B24E6DEF23}" type="presOf" srcId="{D3D6515A-94CF-42E8-A24D-3A9891A0438B}" destId="{AC4FD43C-F933-4A23-8E8C-C9420FBBCE05}" srcOrd="0" destOrd="0" presId="urn:microsoft.com/office/officeart/2005/8/layout/vList2"/>
    <dgm:cxn modelId="{DC64AB83-ECCA-4807-AF9E-5C8B55D3F1B5}" srcId="{DA768B11-C97F-4E26-B84C-3F8A8A5D9D6D}" destId="{2EA93B99-605F-4183-8044-F88265FF98B9}" srcOrd="2" destOrd="0" parTransId="{DADB621E-C468-48CE-BFD3-71C0B2C7F811}" sibTransId="{22321B5F-E7C2-4A3F-99D7-8A92500590E1}"/>
    <dgm:cxn modelId="{053E3390-A6F9-47F2-8B00-C8189910CB35}" type="presOf" srcId="{2EA93B99-605F-4183-8044-F88265FF98B9}" destId="{82D68898-0236-4051-8807-1253D210438D}" srcOrd="0" destOrd="0" presId="urn:microsoft.com/office/officeart/2005/8/layout/vList2"/>
    <dgm:cxn modelId="{EFD34A9E-5282-41FA-8ED7-1D13AE4950B6}" type="presOf" srcId="{0775C7EC-167D-44E8-B429-9DCE51817E0B}" destId="{F599B4E7-BBE5-4D8B-A7FF-113408C610AD}" srcOrd="0" destOrd="0" presId="urn:microsoft.com/office/officeart/2005/8/layout/vList2"/>
    <dgm:cxn modelId="{9C6561B6-7B4D-4956-81C9-51DBD331404A}" srcId="{DA768B11-C97F-4E26-B84C-3F8A8A5D9D6D}" destId="{D3D6515A-94CF-42E8-A24D-3A9891A0438B}" srcOrd="3" destOrd="0" parTransId="{6773782F-BD67-401D-9254-FAC576BBF974}" sibTransId="{8D808CD0-120F-450F-8420-6E514E924213}"/>
    <dgm:cxn modelId="{544C6DDB-B421-4C24-9A67-30389E2F2328}" type="presOf" srcId="{04020CBD-7649-4F3F-B7F1-BDFE60C0BA51}" destId="{1C222226-3CB3-44D3-81AF-A0BE8B8E6234}" srcOrd="0" destOrd="0" presId="urn:microsoft.com/office/officeart/2005/8/layout/vList2"/>
    <dgm:cxn modelId="{85327DB6-B1F2-4CD1-A92A-DD482F741A91}" type="presParOf" srcId="{C35481AE-4F13-46AA-9742-84B1F0B01C33}" destId="{1C222226-3CB3-44D3-81AF-A0BE8B8E6234}" srcOrd="0" destOrd="0" presId="urn:microsoft.com/office/officeart/2005/8/layout/vList2"/>
    <dgm:cxn modelId="{57CA55CB-56A6-4AFE-964D-421F11E0F652}" type="presParOf" srcId="{C35481AE-4F13-46AA-9742-84B1F0B01C33}" destId="{1AEF1A07-795C-410B-B764-E5884480CA7E}" srcOrd="1" destOrd="0" presId="urn:microsoft.com/office/officeart/2005/8/layout/vList2"/>
    <dgm:cxn modelId="{13E3E9F0-540C-4062-9143-7BA0838CBBFE}" type="presParOf" srcId="{C35481AE-4F13-46AA-9742-84B1F0B01C33}" destId="{F599B4E7-BBE5-4D8B-A7FF-113408C610AD}" srcOrd="2" destOrd="0" presId="urn:microsoft.com/office/officeart/2005/8/layout/vList2"/>
    <dgm:cxn modelId="{839AC0F4-F116-4B17-80BE-A1EBB9AD598C}" type="presParOf" srcId="{C35481AE-4F13-46AA-9742-84B1F0B01C33}" destId="{8A653485-FEA2-4509-AB8C-D9690E77B187}" srcOrd="3" destOrd="0" presId="urn:microsoft.com/office/officeart/2005/8/layout/vList2"/>
    <dgm:cxn modelId="{9ACBE224-8845-4C2D-A030-8B19F9C6F1A0}" type="presParOf" srcId="{C35481AE-4F13-46AA-9742-84B1F0B01C33}" destId="{82D68898-0236-4051-8807-1253D210438D}" srcOrd="4" destOrd="0" presId="urn:microsoft.com/office/officeart/2005/8/layout/vList2"/>
    <dgm:cxn modelId="{129CE1B8-02B5-4FF2-B7F1-2A7A92B20E62}" type="presParOf" srcId="{C35481AE-4F13-46AA-9742-84B1F0B01C33}" destId="{CB833102-6AFE-4014-ACC6-CF4F55E5DF32}" srcOrd="5" destOrd="0" presId="urn:microsoft.com/office/officeart/2005/8/layout/vList2"/>
    <dgm:cxn modelId="{8CD5973A-F064-43DA-8956-8057B33D9FAE}" type="presParOf" srcId="{C35481AE-4F13-46AA-9742-84B1F0B01C33}" destId="{AC4FD43C-F933-4A23-8E8C-C9420FBBCE0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44B40B0C-502A-4D83-920D-38408E70103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A59A2E0-84D3-4F37-9C2D-7D579C1A7201}">
      <dgm:prSet/>
      <dgm:spPr/>
      <dgm:t>
        <a:bodyPr/>
        <a:lstStyle/>
        <a:p>
          <a:r>
            <a:rPr lang="ru-RU"/>
            <a:t>утворення Речі Посполитої</a:t>
          </a:r>
          <a:endParaRPr lang="uk-UA"/>
        </a:p>
      </dgm:t>
    </dgm:pt>
    <dgm:pt modelId="{9978F1CC-A1F3-4D46-ADBA-9729EDA0E7DF}" type="parTrans" cxnId="{FFBF2803-7E6B-44CB-9FA5-9E334DD625FB}">
      <dgm:prSet/>
      <dgm:spPr/>
      <dgm:t>
        <a:bodyPr/>
        <a:lstStyle/>
        <a:p>
          <a:endParaRPr lang="uk-UA"/>
        </a:p>
      </dgm:t>
    </dgm:pt>
    <dgm:pt modelId="{CC7352E1-65A2-466B-AE56-04CD09925E36}" type="sibTrans" cxnId="{FFBF2803-7E6B-44CB-9FA5-9E334DD625FB}">
      <dgm:prSet/>
      <dgm:spPr/>
      <dgm:t>
        <a:bodyPr/>
        <a:lstStyle/>
        <a:p>
          <a:endParaRPr lang="uk-UA"/>
        </a:p>
      </dgm:t>
    </dgm:pt>
    <dgm:pt modelId="{A1B642ED-5274-4D87-AEEA-29C9872E603A}">
      <dgm:prSet/>
      <dgm:spPr/>
      <dgm:t>
        <a:bodyPr/>
        <a:lstStyle/>
        <a:p>
          <a:r>
            <a:rPr lang="ru-RU"/>
            <a:t>кладення Берестейської унії</a:t>
          </a:r>
          <a:endParaRPr lang="uk-UA"/>
        </a:p>
      </dgm:t>
    </dgm:pt>
    <dgm:pt modelId="{C7F28E25-F53D-4CE5-B983-C48C1ADD5781}" type="parTrans" cxnId="{4A459A1A-C18C-452C-9FD2-92D40406D6AE}">
      <dgm:prSet/>
      <dgm:spPr/>
      <dgm:t>
        <a:bodyPr/>
        <a:lstStyle/>
        <a:p>
          <a:endParaRPr lang="uk-UA"/>
        </a:p>
      </dgm:t>
    </dgm:pt>
    <dgm:pt modelId="{6A96B0A6-0F55-47A7-B804-C1974382FFA2}" type="sibTrans" cxnId="{4A459A1A-C18C-452C-9FD2-92D40406D6AE}">
      <dgm:prSet/>
      <dgm:spPr/>
      <dgm:t>
        <a:bodyPr/>
        <a:lstStyle/>
        <a:p>
          <a:endParaRPr lang="uk-UA"/>
        </a:p>
      </dgm:t>
    </dgm:pt>
    <dgm:pt modelId="{1FC9847A-6C2C-4041-828B-91003D8BC4D2}">
      <dgm:prSet/>
      <dgm:spPr/>
      <dgm:t>
        <a:bodyPr/>
        <a:lstStyle/>
        <a:p>
          <a:r>
            <a:rPr lang="ru-RU"/>
            <a:t>заснування перших православних братств у Львові</a:t>
          </a:r>
          <a:endParaRPr lang="uk-UA"/>
        </a:p>
      </dgm:t>
    </dgm:pt>
    <dgm:pt modelId="{9E5B4D4E-5C0A-4DE8-9DEF-2131E82C07F8}" type="parTrans" cxnId="{9C4E1C96-7791-4DA7-B131-38888B86E6C7}">
      <dgm:prSet/>
      <dgm:spPr/>
      <dgm:t>
        <a:bodyPr/>
        <a:lstStyle/>
        <a:p>
          <a:endParaRPr lang="uk-UA"/>
        </a:p>
      </dgm:t>
    </dgm:pt>
    <dgm:pt modelId="{916623EB-B86E-4CFF-99DA-B011D9559DE1}" type="sibTrans" cxnId="{9C4E1C96-7791-4DA7-B131-38888B86E6C7}">
      <dgm:prSet/>
      <dgm:spPr/>
      <dgm:t>
        <a:bodyPr/>
        <a:lstStyle/>
        <a:p>
          <a:endParaRPr lang="uk-UA"/>
        </a:p>
      </dgm:t>
    </dgm:pt>
    <dgm:pt modelId="{FA3ACB74-48DC-469A-98EA-046BC0C1B04A}">
      <dgm:prSet/>
      <dgm:spPr/>
      <dgm:t>
        <a:bodyPr/>
        <a:lstStyle/>
        <a:p>
          <a:r>
            <a:rPr lang="ru-RU"/>
            <a:t>обрання Петра Могили Київським митрополитом</a:t>
          </a:r>
          <a:endParaRPr lang="uk-UA"/>
        </a:p>
      </dgm:t>
    </dgm:pt>
    <dgm:pt modelId="{66785B8C-DDE4-414E-987F-434D432F4A35}" type="parTrans" cxnId="{AEBD915B-0B8D-4BCA-812A-79426D69D21F}">
      <dgm:prSet/>
      <dgm:spPr/>
      <dgm:t>
        <a:bodyPr/>
        <a:lstStyle/>
        <a:p>
          <a:endParaRPr lang="uk-UA"/>
        </a:p>
      </dgm:t>
    </dgm:pt>
    <dgm:pt modelId="{860752D3-8B7F-4F39-A438-7D7246483F42}" type="sibTrans" cxnId="{AEBD915B-0B8D-4BCA-812A-79426D69D21F}">
      <dgm:prSet/>
      <dgm:spPr/>
      <dgm:t>
        <a:bodyPr/>
        <a:lstStyle/>
        <a:p>
          <a:endParaRPr lang="uk-UA"/>
        </a:p>
      </dgm:t>
    </dgm:pt>
    <dgm:pt modelId="{B8B7E93E-9721-4682-B088-6643D0D35B46}" type="pres">
      <dgm:prSet presAssocID="{44B40B0C-502A-4D83-920D-38408E701038}" presName="linear" presStyleCnt="0">
        <dgm:presLayoutVars>
          <dgm:animLvl val="lvl"/>
          <dgm:resizeHandles val="exact"/>
        </dgm:presLayoutVars>
      </dgm:prSet>
      <dgm:spPr/>
    </dgm:pt>
    <dgm:pt modelId="{11DDE576-70A9-42CF-8624-5CEB2384AB7B}" type="pres">
      <dgm:prSet presAssocID="{4A59A2E0-84D3-4F37-9C2D-7D579C1A720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E7314DA-FE87-4339-AEED-B69C7E95BC05}" type="pres">
      <dgm:prSet presAssocID="{CC7352E1-65A2-466B-AE56-04CD09925E36}" presName="spacer" presStyleCnt="0"/>
      <dgm:spPr/>
    </dgm:pt>
    <dgm:pt modelId="{4B29A736-AF40-4993-AFA8-957FEBE923F2}" type="pres">
      <dgm:prSet presAssocID="{A1B642ED-5274-4D87-AEEA-29C9872E603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728119F-265B-4719-800D-D51EA397C2B5}" type="pres">
      <dgm:prSet presAssocID="{6A96B0A6-0F55-47A7-B804-C1974382FFA2}" presName="spacer" presStyleCnt="0"/>
      <dgm:spPr/>
    </dgm:pt>
    <dgm:pt modelId="{666087D1-7A5F-4062-8DDD-2C3A7791FE9C}" type="pres">
      <dgm:prSet presAssocID="{1FC9847A-6C2C-4041-828B-91003D8BC4D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1C254A1-A67A-402F-BCFE-B28C478BEC97}" type="pres">
      <dgm:prSet presAssocID="{916623EB-B86E-4CFF-99DA-B011D9559DE1}" presName="spacer" presStyleCnt="0"/>
      <dgm:spPr/>
    </dgm:pt>
    <dgm:pt modelId="{8EB63F75-3EA3-498C-9DB0-E08CD53E26C6}" type="pres">
      <dgm:prSet presAssocID="{FA3ACB74-48DC-469A-98EA-046BC0C1B04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FBF2803-7E6B-44CB-9FA5-9E334DD625FB}" srcId="{44B40B0C-502A-4D83-920D-38408E701038}" destId="{4A59A2E0-84D3-4F37-9C2D-7D579C1A7201}" srcOrd="0" destOrd="0" parTransId="{9978F1CC-A1F3-4D46-ADBA-9729EDA0E7DF}" sibTransId="{CC7352E1-65A2-466B-AE56-04CD09925E36}"/>
    <dgm:cxn modelId="{4A459A1A-C18C-452C-9FD2-92D40406D6AE}" srcId="{44B40B0C-502A-4D83-920D-38408E701038}" destId="{A1B642ED-5274-4D87-AEEA-29C9872E603A}" srcOrd="1" destOrd="0" parTransId="{C7F28E25-F53D-4CE5-B983-C48C1ADD5781}" sibTransId="{6A96B0A6-0F55-47A7-B804-C1974382FFA2}"/>
    <dgm:cxn modelId="{76985037-F4C8-4880-86AD-056119F6A8B2}" type="presOf" srcId="{1FC9847A-6C2C-4041-828B-91003D8BC4D2}" destId="{666087D1-7A5F-4062-8DDD-2C3A7791FE9C}" srcOrd="0" destOrd="0" presId="urn:microsoft.com/office/officeart/2005/8/layout/vList2"/>
    <dgm:cxn modelId="{AEBD915B-0B8D-4BCA-812A-79426D69D21F}" srcId="{44B40B0C-502A-4D83-920D-38408E701038}" destId="{FA3ACB74-48DC-469A-98EA-046BC0C1B04A}" srcOrd="3" destOrd="0" parTransId="{66785B8C-DDE4-414E-987F-434D432F4A35}" sibTransId="{860752D3-8B7F-4F39-A438-7D7246483F42}"/>
    <dgm:cxn modelId="{C6B4B17E-B492-4372-A87B-562AE8840C9A}" type="presOf" srcId="{44B40B0C-502A-4D83-920D-38408E701038}" destId="{B8B7E93E-9721-4682-B088-6643D0D35B46}" srcOrd="0" destOrd="0" presId="urn:microsoft.com/office/officeart/2005/8/layout/vList2"/>
    <dgm:cxn modelId="{9C4E1C96-7791-4DA7-B131-38888B86E6C7}" srcId="{44B40B0C-502A-4D83-920D-38408E701038}" destId="{1FC9847A-6C2C-4041-828B-91003D8BC4D2}" srcOrd="2" destOrd="0" parTransId="{9E5B4D4E-5C0A-4DE8-9DEF-2131E82C07F8}" sibTransId="{916623EB-B86E-4CFF-99DA-B011D9559DE1}"/>
    <dgm:cxn modelId="{D6696596-D51C-4B7D-8DE5-8A7CE1C23BE5}" type="presOf" srcId="{4A59A2E0-84D3-4F37-9C2D-7D579C1A7201}" destId="{11DDE576-70A9-42CF-8624-5CEB2384AB7B}" srcOrd="0" destOrd="0" presId="urn:microsoft.com/office/officeart/2005/8/layout/vList2"/>
    <dgm:cxn modelId="{005777A6-91FC-4010-99AD-5FD490A82707}" type="presOf" srcId="{FA3ACB74-48DC-469A-98EA-046BC0C1B04A}" destId="{8EB63F75-3EA3-498C-9DB0-E08CD53E26C6}" srcOrd="0" destOrd="0" presId="urn:microsoft.com/office/officeart/2005/8/layout/vList2"/>
    <dgm:cxn modelId="{D3EA5CDB-C86A-4510-AA8F-0A057112CCD2}" type="presOf" srcId="{A1B642ED-5274-4D87-AEEA-29C9872E603A}" destId="{4B29A736-AF40-4993-AFA8-957FEBE923F2}" srcOrd="0" destOrd="0" presId="urn:microsoft.com/office/officeart/2005/8/layout/vList2"/>
    <dgm:cxn modelId="{49729383-7939-4C1D-A993-7620630FB659}" type="presParOf" srcId="{B8B7E93E-9721-4682-B088-6643D0D35B46}" destId="{11DDE576-70A9-42CF-8624-5CEB2384AB7B}" srcOrd="0" destOrd="0" presId="urn:microsoft.com/office/officeart/2005/8/layout/vList2"/>
    <dgm:cxn modelId="{93BEB679-74B1-42CA-9AB3-A9CC5FB421B6}" type="presParOf" srcId="{B8B7E93E-9721-4682-B088-6643D0D35B46}" destId="{7E7314DA-FE87-4339-AEED-B69C7E95BC05}" srcOrd="1" destOrd="0" presId="urn:microsoft.com/office/officeart/2005/8/layout/vList2"/>
    <dgm:cxn modelId="{C8E90B7A-1377-44FA-9A1A-BF81A5F0D7BC}" type="presParOf" srcId="{B8B7E93E-9721-4682-B088-6643D0D35B46}" destId="{4B29A736-AF40-4993-AFA8-957FEBE923F2}" srcOrd="2" destOrd="0" presId="urn:microsoft.com/office/officeart/2005/8/layout/vList2"/>
    <dgm:cxn modelId="{B5B094D1-B4BD-4F92-ACF9-E1F8D8BE7909}" type="presParOf" srcId="{B8B7E93E-9721-4682-B088-6643D0D35B46}" destId="{5728119F-265B-4719-800D-D51EA397C2B5}" srcOrd="3" destOrd="0" presId="urn:microsoft.com/office/officeart/2005/8/layout/vList2"/>
    <dgm:cxn modelId="{F0C89C29-331D-4087-AD35-EF63DC81EF20}" type="presParOf" srcId="{B8B7E93E-9721-4682-B088-6643D0D35B46}" destId="{666087D1-7A5F-4062-8DDD-2C3A7791FE9C}" srcOrd="4" destOrd="0" presId="urn:microsoft.com/office/officeart/2005/8/layout/vList2"/>
    <dgm:cxn modelId="{062973B8-9583-41E7-A6E9-96A15C6735F5}" type="presParOf" srcId="{B8B7E93E-9721-4682-B088-6643D0D35B46}" destId="{91C254A1-A67A-402F-BCFE-B28C478BEC97}" srcOrd="5" destOrd="0" presId="urn:microsoft.com/office/officeart/2005/8/layout/vList2"/>
    <dgm:cxn modelId="{F0AF7FFF-A865-4DF0-AD9B-AE039B31872D}" type="presParOf" srcId="{B8B7E93E-9721-4682-B088-6643D0D35B46}" destId="{8EB63F75-3EA3-498C-9DB0-E08CD53E26C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CD8D6E5B-1066-48C3-BB6E-EC1B34DC327A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9076968-C7FB-4111-9F59-85DB92004661}">
      <dgm:prSet/>
      <dgm:spPr/>
      <dgm:t>
        <a:bodyPr/>
        <a:lstStyle/>
        <a:p>
          <a:r>
            <a:rPr lang="ru-RU"/>
            <a:t>реформування православної церкви</a:t>
          </a:r>
          <a:endParaRPr lang="uk-UA"/>
        </a:p>
      </dgm:t>
    </dgm:pt>
    <dgm:pt modelId="{83BB5251-7F3F-4965-8B47-B573E62DE1F6}" type="parTrans" cxnId="{3A90F623-5B31-4F2F-8FE7-AFF43AC0A4E1}">
      <dgm:prSet/>
      <dgm:spPr/>
      <dgm:t>
        <a:bodyPr/>
        <a:lstStyle/>
        <a:p>
          <a:endParaRPr lang="uk-UA"/>
        </a:p>
      </dgm:t>
    </dgm:pt>
    <dgm:pt modelId="{5019E77E-5E8C-40B1-8842-B5DD35E1C2E0}" type="sibTrans" cxnId="{3A90F623-5B31-4F2F-8FE7-AFF43AC0A4E1}">
      <dgm:prSet/>
      <dgm:spPr/>
      <dgm:t>
        <a:bodyPr/>
        <a:lstStyle/>
        <a:p>
          <a:endParaRPr lang="uk-UA"/>
        </a:p>
      </dgm:t>
    </dgm:pt>
    <dgm:pt modelId="{87911101-EC24-4EF2-97A0-322CFAA2494C}">
      <dgm:prSet/>
      <dgm:spPr/>
      <dgm:t>
        <a:bodyPr/>
        <a:lstStyle/>
        <a:p>
          <a:r>
            <a:rPr lang="ru-RU"/>
            <a:t>масове покозачення селянства</a:t>
          </a:r>
          <a:endParaRPr lang="uk-UA"/>
        </a:p>
      </dgm:t>
    </dgm:pt>
    <dgm:pt modelId="{26BC7282-CE13-4F77-A0F1-3BEBCEA252EA}" type="parTrans" cxnId="{E5F8B2E1-80B4-443A-ACF5-4D3A4BD9133D}">
      <dgm:prSet/>
      <dgm:spPr/>
      <dgm:t>
        <a:bodyPr/>
        <a:lstStyle/>
        <a:p>
          <a:endParaRPr lang="uk-UA"/>
        </a:p>
      </dgm:t>
    </dgm:pt>
    <dgm:pt modelId="{EC1DC686-B348-47BA-B977-29F16AE6B6B1}" type="sibTrans" cxnId="{E5F8B2E1-80B4-443A-ACF5-4D3A4BD9133D}">
      <dgm:prSet/>
      <dgm:spPr/>
      <dgm:t>
        <a:bodyPr/>
        <a:lstStyle/>
        <a:p>
          <a:endParaRPr lang="uk-UA"/>
        </a:p>
      </dgm:t>
    </dgm:pt>
    <dgm:pt modelId="{E796DEE6-D86B-438E-AF14-68692D8A4635}">
      <dgm:prSet/>
      <dgm:spPr/>
      <dgm:t>
        <a:bodyPr/>
        <a:lstStyle/>
        <a:p>
          <a:r>
            <a:rPr lang="ru-RU"/>
            <a:t>поширення фільварків</a:t>
          </a:r>
          <a:endParaRPr lang="uk-UA"/>
        </a:p>
      </dgm:t>
    </dgm:pt>
    <dgm:pt modelId="{AABF2487-7EEB-4BE2-AC8E-9DFFE4588563}" type="parTrans" cxnId="{E9C56BE9-F704-4729-A4C7-A0269082291A}">
      <dgm:prSet/>
      <dgm:spPr/>
      <dgm:t>
        <a:bodyPr/>
        <a:lstStyle/>
        <a:p>
          <a:endParaRPr lang="uk-UA"/>
        </a:p>
      </dgm:t>
    </dgm:pt>
    <dgm:pt modelId="{6D871BD8-E8D9-4D76-8D7F-1C38FA63A84B}" type="sibTrans" cxnId="{E9C56BE9-F704-4729-A4C7-A0269082291A}">
      <dgm:prSet/>
      <dgm:spPr/>
      <dgm:t>
        <a:bodyPr/>
        <a:lstStyle/>
        <a:p>
          <a:endParaRPr lang="uk-UA"/>
        </a:p>
      </dgm:t>
    </dgm:pt>
    <dgm:pt modelId="{CF381889-2758-4012-B673-E0D9463E2650}">
      <dgm:prSet/>
      <dgm:spPr/>
      <dgm:t>
        <a:bodyPr/>
        <a:lstStyle/>
        <a:p>
          <a:r>
            <a:rPr lang="ru-RU"/>
            <a:t>започаткування книгодрукування</a:t>
          </a:r>
          <a:endParaRPr lang="uk-UA"/>
        </a:p>
      </dgm:t>
    </dgm:pt>
    <dgm:pt modelId="{723513E7-213A-4688-BE85-DEC2A9A4E263}" type="parTrans" cxnId="{07B0D5BD-481D-4318-8701-9650C41CDEBD}">
      <dgm:prSet/>
      <dgm:spPr/>
      <dgm:t>
        <a:bodyPr/>
        <a:lstStyle/>
        <a:p>
          <a:endParaRPr lang="uk-UA"/>
        </a:p>
      </dgm:t>
    </dgm:pt>
    <dgm:pt modelId="{2918AB80-4CBA-4EE9-81C4-D663541143CE}" type="sibTrans" cxnId="{07B0D5BD-481D-4318-8701-9650C41CDEBD}">
      <dgm:prSet/>
      <dgm:spPr/>
      <dgm:t>
        <a:bodyPr/>
        <a:lstStyle/>
        <a:p>
          <a:endParaRPr lang="uk-UA"/>
        </a:p>
      </dgm:t>
    </dgm:pt>
    <dgm:pt modelId="{F3BA8556-CEE0-4CFB-A61F-AEA39C518C49}">
      <dgm:prSet/>
      <dgm:spPr/>
      <dgm:t>
        <a:bodyPr/>
        <a:lstStyle/>
        <a:p>
          <a:r>
            <a:rPr lang="ru-RU"/>
            <a:t>розкол православної церкви</a:t>
          </a:r>
          <a:endParaRPr lang="uk-UA"/>
        </a:p>
      </dgm:t>
    </dgm:pt>
    <dgm:pt modelId="{2EA601C6-1348-452C-A281-6A483E549390}" type="parTrans" cxnId="{523C8242-53E4-4900-B659-09B5418B2E73}">
      <dgm:prSet/>
      <dgm:spPr/>
      <dgm:t>
        <a:bodyPr/>
        <a:lstStyle/>
        <a:p>
          <a:endParaRPr lang="uk-UA"/>
        </a:p>
      </dgm:t>
    </dgm:pt>
    <dgm:pt modelId="{1C168392-39BB-44F2-A7E5-A8ECB37A4F65}" type="sibTrans" cxnId="{523C8242-53E4-4900-B659-09B5418B2E73}">
      <dgm:prSet/>
      <dgm:spPr/>
      <dgm:t>
        <a:bodyPr/>
        <a:lstStyle/>
        <a:p>
          <a:endParaRPr lang="uk-UA"/>
        </a:p>
      </dgm:t>
    </dgm:pt>
    <dgm:pt modelId="{3C5DBF39-8746-48B0-B8FB-418297FFFC8D}" type="pres">
      <dgm:prSet presAssocID="{CD8D6E5B-1066-48C3-BB6E-EC1B34DC327A}" presName="Name0" presStyleCnt="0">
        <dgm:presLayoutVars>
          <dgm:chMax val="7"/>
          <dgm:chPref val="7"/>
          <dgm:dir/>
        </dgm:presLayoutVars>
      </dgm:prSet>
      <dgm:spPr/>
    </dgm:pt>
    <dgm:pt modelId="{59CABDF3-697C-41AD-A0FC-180C84894A4B}" type="pres">
      <dgm:prSet presAssocID="{CD8D6E5B-1066-48C3-BB6E-EC1B34DC327A}" presName="Name1" presStyleCnt="0"/>
      <dgm:spPr/>
    </dgm:pt>
    <dgm:pt modelId="{6019F22A-FF66-404D-98DA-66714E658380}" type="pres">
      <dgm:prSet presAssocID="{CD8D6E5B-1066-48C3-BB6E-EC1B34DC327A}" presName="cycle" presStyleCnt="0"/>
      <dgm:spPr/>
    </dgm:pt>
    <dgm:pt modelId="{A2506E5C-0320-4730-8C21-99086D92DFEB}" type="pres">
      <dgm:prSet presAssocID="{CD8D6E5B-1066-48C3-BB6E-EC1B34DC327A}" presName="srcNode" presStyleLbl="node1" presStyleIdx="0" presStyleCnt="5"/>
      <dgm:spPr/>
    </dgm:pt>
    <dgm:pt modelId="{B59D3C8A-66C4-4199-AEC8-99C2DA5D1409}" type="pres">
      <dgm:prSet presAssocID="{CD8D6E5B-1066-48C3-BB6E-EC1B34DC327A}" presName="conn" presStyleLbl="parChTrans1D2" presStyleIdx="0" presStyleCnt="1"/>
      <dgm:spPr/>
    </dgm:pt>
    <dgm:pt modelId="{6C0CB0A7-CD29-4EFC-8116-83BEE1E1671C}" type="pres">
      <dgm:prSet presAssocID="{CD8D6E5B-1066-48C3-BB6E-EC1B34DC327A}" presName="extraNode" presStyleLbl="node1" presStyleIdx="0" presStyleCnt="5"/>
      <dgm:spPr/>
    </dgm:pt>
    <dgm:pt modelId="{7CE0640A-47CD-4CAC-BBA3-3B5F744C1A9D}" type="pres">
      <dgm:prSet presAssocID="{CD8D6E5B-1066-48C3-BB6E-EC1B34DC327A}" presName="dstNode" presStyleLbl="node1" presStyleIdx="0" presStyleCnt="5"/>
      <dgm:spPr/>
    </dgm:pt>
    <dgm:pt modelId="{6324AB3E-4FBE-4FC6-BDC1-917ABD2476B1}" type="pres">
      <dgm:prSet presAssocID="{49076968-C7FB-4111-9F59-85DB92004661}" presName="text_1" presStyleLbl="node1" presStyleIdx="0" presStyleCnt="5">
        <dgm:presLayoutVars>
          <dgm:bulletEnabled val="1"/>
        </dgm:presLayoutVars>
      </dgm:prSet>
      <dgm:spPr/>
    </dgm:pt>
    <dgm:pt modelId="{58AA727F-E777-46EA-BEED-FB6027347C7F}" type="pres">
      <dgm:prSet presAssocID="{49076968-C7FB-4111-9F59-85DB92004661}" presName="accent_1" presStyleCnt="0"/>
      <dgm:spPr/>
    </dgm:pt>
    <dgm:pt modelId="{7138DD89-CDAB-4B0B-BCAF-0C880FBDFD86}" type="pres">
      <dgm:prSet presAssocID="{49076968-C7FB-4111-9F59-85DB92004661}" presName="accentRepeatNode" presStyleLbl="solidFgAcc1" presStyleIdx="0" presStyleCnt="5"/>
      <dgm:spPr/>
    </dgm:pt>
    <dgm:pt modelId="{A960A178-0CB1-492B-9530-25894CF7763A}" type="pres">
      <dgm:prSet presAssocID="{87911101-EC24-4EF2-97A0-322CFAA2494C}" presName="text_2" presStyleLbl="node1" presStyleIdx="1" presStyleCnt="5">
        <dgm:presLayoutVars>
          <dgm:bulletEnabled val="1"/>
        </dgm:presLayoutVars>
      </dgm:prSet>
      <dgm:spPr/>
    </dgm:pt>
    <dgm:pt modelId="{F7A5F287-64A8-47A8-8424-540B362F3339}" type="pres">
      <dgm:prSet presAssocID="{87911101-EC24-4EF2-97A0-322CFAA2494C}" presName="accent_2" presStyleCnt="0"/>
      <dgm:spPr/>
    </dgm:pt>
    <dgm:pt modelId="{E69BFEBE-65FC-4283-9DEC-F83588A277D4}" type="pres">
      <dgm:prSet presAssocID="{87911101-EC24-4EF2-97A0-322CFAA2494C}" presName="accentRepeatNode" presStyleLbl="solidFgAcc1" presStyleIdx="1" presStyleCnt="5"/>
      <dgm:spPr/>
    </dgm:pt>
    <dgm:pt modelId="{6FAFE9FB-3C31-4FC8-A4B2-1CA6A660E8C7}" type="pres">
      <dgm:prSet presAssocID="{E796DEE6-D86B-438E-AF14-68692D8A4635}" presName="text_3" presStyleLbl="node1" presStyleIdx="2" presStyleCnt="5">
        <dgm:presLayoutVars>
          <dgm:bulletEnabled val="1"/>
        </dgm:presLayoutVars>
      </dgm:prSet>
      <dgm:spPr/>
    </dgm:pt>
    <dgm:pt modelId="{A2D883E8-EE4C-4BC7-B7EE-F97DA114F1EC}" type="pres">
      <dgm:prSet presAssocID="{E796DEE6-D86B-438E-AF14-68692D8A4635}" presName="accent_3" presStyleCnt="0"/>
      <dgm:spPr/>
    </dgm:pt>
    <dgm:pt modelId="{1DEFAD1F-F46C-4A54-B661-48406101F1E9}" type="pres">
      <dgm:prSet presAssocID="{E796DEE6-D86B-438E-AF14-68692D8A4635}" presName="accentRepeatNode" presStyleLbl="solidFgAcc1" presStyleIdx="2" presStyleCnt="5"/>
      <dgm:spPr/>
    </dgm:pt>
    <dgm:pt modelId="{ADF6286D-3F7C-4A73-AAE1-74CC518DEB07}" type="pres">
      <dgm:prSet presAssocID="{CF381889-2758-4012-B673-E0D9463E2650}" presName="text_4" presStyleLbl="node1" presStyleIdx="3" presStyleCnt="5">
        <dgm:presLayoutVars>
          <dgm:bulletEnabled val="1"/>
        </dgm:presLayoutVars>
      </dgm:prSet>
      <dgm:spPr/>
    </dgm:pt>
    <dgm:pt modelId="{27F971BC-CC94-45F8-AA04-7E316673CF32}" type="pres">
      <dgm:prSet presAssocID="{CF381889-2758-4012-B673-E0D9463E2650}" presName="accent_4" presStyleCnt="0"/>
      <dgm:spPr/>
    </dgm:pt>
    <dgm:pt modelId="{0ABAE245-219F-41BE-B97D-5187E1B99DA9}" type="pres">
      <dgm:prSet presAssocID="{CF381889-2758-4012-B673-E0D9463E2650}" presName="accentRepeatNode" presStyleLbl="solidFgAcc1" presStyleIdx="3" presStyleCnt="5"/>
      <dgm:spPr/>
    </dgm:pt>
    <dgm:pt modelId="{046D581A-A212-4900-91A8-4BB6075A7F3F}" type="pres">
      <dgm:prSet presAssocID="{F3BA8556-CEE0-4CFB-A61F-AEA39C518C49}" presName="text_5" presStyleLbl="node1" presStyleIdx="4" presStyleCnt="5">
        <dgm:presLayoutVars>
          <dgm:bulletEnabled val="1"/>
        </dgm:presLayoutVars>
      </dgm:prSet>
      <dgm:spPr/>
    </dgm:pt>
    <dgm:pt modelId="{7DCE6731-DE84-463C-996A-ABDC430185D4}" type="pres">
      <dgm:prSet presAssocID="{F3BA8556-CEE0-4CFB-A61F-AEA39C518C49}" presName="accent_5" presStyleCnt="0"/>
      <dgm:spPr/>
    </dgm:pt>
    <dgm:pt modelId="{86799FDF-6A1E-4A91-93E1-BC3B0FB4277F}" type="pres">
      <dgm:prSet presAssocID="{F3BA8556-CEE0-4CFB-A61F-AEA39C518C49}" presName="accentRepeatNode" presStyleLbl="solidFgAcc1" presStyleIdx="4" presStyleCnt="5"/>
      <dgm:spPr/>
    </dgm:pt>
  </dgm:ptLst>
  <dgm:cxnLst>
    <dgm:cxn modelId="{DF19C310-1C67-4B32-BB5E-FDF6BECD41E9}" type="presOf" srcId="{F3BA8556-CEE0-4CFB-A61F-AEA39C518C49}" destId="{046D581A-A212-4900-91A8-4BB6075A7F3F}" srcOrd="0" destOrd="0" presId="urn:microsoft.com/office/officeart/2008/layout/VerticalCurvedList"/>
    <dgm:cxn modelId="{71FC3F17-4E24-45F4-9272-95945CC5BF87}" type="presOf" srcId="{E796DEE6-D86B-438E-AF14-68692D8A4635}" destId="{6FAFE9FB-3C31-4FC8-A4B2-1CA6A660E8C7}" srcOrd="0" destOrd="0" presId="urn:microsoft.com/office/officeart/2008/layout/VerticalCurvedList"/>
    <dgm:cxn modelId="{7675A120-48E0-49CF-9D1F-C28B533437E4}" type="presOf" srcId="{CD8D6E5B-1066-48C3-BB6E-EC1B34DC327A}" destId="{3C5DBF39-8746-48B0-B8FB-418297FFFC8D}" srcOrd="0" destOrd="0" presId="urn:microsoft.com/office/officeart/2008/layout/VerticalCurvedList"/>
    <dgm:cxn modelId="{3A90F623-5B31-4F2F-8FE7-AFF43AC0A4E1}" srcId="{CD8D6E5B-1066-48C3-BB6E-EC1B34DC327A}" destId="{49076968-C7FB-4111-9F59-85DB92004661}" srcOrd="0" destOrd="0" parTransId="{83BB5251-7F3F-4965-8B47-B573E62DE1F6}" sibTransId="{5019E77E-5E8C-40B1-8842-B5DD35E1C2E0}"/>
    <dgm:cxn modelId="{523C8242-53E4-4900-B659-09B5418B2E73}" srcId="{CD8D6E5B-1066-48C3-BB6E-EC1B34DC327A}" destId="{F3BA8556-CEE0-4CFB-A61F-AEA39C518C49}" srcOrd="4" destOrd="0" parTransId="{2EA601C6-1348-452C-A281-6A483E549390}" sibTransId="{1C168392-39BB-44F2-A7E5-A8ECB37A4F65}"/>
    <dgm:cxn modelId="{2FB6F546-2944-4198-BF3E-07E05DBC3F92}" type="presOf" srcId="{5019E77E-5E8C-40B1-8842-B5DD35E1C2E0}" destId="{B59D3C8A-66C4-4199-AEC8-99C2DA5D1409}" srcOrd="0" destOrd="0" presId="urn:microsoft.com/office/officeart/2008/layout/VerticalCurvedList"/>
    <dgm:cxn modelId="{E3410487-624A-470E-8172-D318B7166AA6}" type="presOf" srcId="{87911101-EC24-4EF2-97A0-322CFAA2494C}" destId="{A960A178-0CB1-492B-9530-25894CF7763A}" srcOrd="0" destOrd="0" presId="urn:microsoft.com/office/officeart/2008/layout/VerticalCurvedList"/>
    <dgm:cxn modelId="{4FD76894-7349-4775-94FC-DAD4C5BE7DB6}" type="presOf" srcId="{CF381889-2758-4012-B673-E0D9463E2650}" destId="{ADF6286D-3F7C-4A73-AAE1-74CC518DEB07}" srcOrd="0" destOrd="0" presId="urn:microsoft.com/office/officeart/2008/layout/VerticalCurvedList"/>
    <dgm:cxn modelId="{07B0D5BD-481D-4318-8701-9650C41CDEBD}" srcId="{CD8D6E5B-1066-48C3-BB6E-EC1B34DC327A}" destId="{CF381889-2758-4012-B673-E0D9463E2650}" srcOrd="3" destOrd="0" parTransId="{723513E7-213A-4688-BE85-DEC2A9A4E263}" sibTransId="{2918AB80-4CBA-4EE9-81C4-D663541143CE}"/>
    <dgm:cxn modelId="{68B623C8-74A8-4144-9048-FC77D9C6C4FF}" type="presOf" srcId="{49076968-C7FB-4111-9F59-85DB92004661}" destId="{6324AB3E-4FBE-4FC6-BDC1-917ABD2476B1}" srcOrd="0" destOrd="0" presId="urn:microsoft.com/office/officeart/2008/layout/VerticalCurvedList"/>
    <dgm:cxn modelId="{E5F8B2E1-80B4-443A-ACF5-4D3A4BD9133D}" srcId="{CD8D6E5B-1066-48C3-BB6E-EC1B34DC327A}" destId="{87911101-EC24-4EF2-97A0-322CFAA2494C}" srcOrd="1" destOrd="0" parTransId="{26BC7282-CE13-4F77-A0F1-3BEBCEA252EA}" sibTransId="{EC1DC686-B348-47BA-B977-29F16AE6B6B1}"/>
    <dgm:cxn modelId="{E9C56BE9-F704-4729-A4C7-A0269082291A}" srcId="{CD8D6E5B-1066-48C3-BB6E-EC1B34DC327A}" destId="{E796DEE6-D86B-438E-AF14-68692D8A4635}" srcOrd="2" destOrd="0" parTransId="{AABF2487-7EEB-4BE2-AC8E-9DFFE4588563}" sibTransId="{6D871BD8-E8D9-4D76-8D7F-1C38FA63A84B}"/>
    <dgm:cxn modelId="{42E607E8-3AA5-4480-B9C4-EAFAABAD6677}" type="presParOf" srcId="{3C5DBF39-8746-48B0-B8FB-418297FFFC8D}" destId="{59CABDF3-697C-41AD-A0FC-180C84894A4B}" srcOrd="0" destOrd="0" presId="urn:microsoft.com/office/officeart/2008/layout/VerticalCurvedList"/>
    <dgm:cxn modelId="{9462BC9C-5A4C-4AD9-A3CC-2CFB0EE42441}" type="presParOf" srcId="{59CABDF3-697C-41AD-A0FC-180C84894A4B}" destId="{6019F22A-FF66-404D-98DA-66714E658380}" srcOrd="0" destOrd="0" presId="urn:microsoft.com/office/officeart/2008/layout/VerticalCurvedList"/>
    <dgm:cxn modelId="{7470E40A-733E-453E-BB25-97447C56E3ED}" type="presParOf" srcId="{6019F22A-FF66-404D-98DA-66714E658380}" destId="{A2506E5C-0320-4730-8C21-99086D92DFEB}" srcOrd="0" destOrd="0" presId="urn:microsoft.com/office/officeart/2008/layout/VerticalCurvedList"/>
    <dgm:cxn modelId="{34D46A71-2252-40C6-9A56-D2A090EFCE0B}" type="presParOf" srcId="{6019F22A-FF66-404D-98DA-66714E658380}" destId="{B59D3C8A-66C4-4199-AEC8-99C2DA5D1409}" srcOrd="1" destOrd="0" presId="urn:microsoft.com/office/officeart/2008/layout/VerticalCurvedList"/>
    <dgm:cxn modelId="{30FC89F5-6711-477B-B7FF-B49C2AAEFD61}" type="presParOf" srcId="{6019F22A-FF66-404D-98DA-66714E658380}" destId="{6C0CB0A7-CD29-4EFC-8116-83BEE1E1671C}" srcOrd="2" destOrd="0" presId="urn:microsoft.com/office/officeart/2008/layout/VerticalCurvedList"/>
    <dgm:cxn modelId="{A3FCBD7B-B20D-4807-B769-6A657D2514B0}" type="presParOf" srcId="{6019F22A-FF66-404D-98DA-66714E658380}" destId="{7CE0640A-47CD-4CAC-BBA3-3B5F744C1A9D}" srcOrd="3" destOrd="0" presId="urn:microsoft.com/office/officeart/2008/layout/VerticalCurvedList"/>
    <dgm:cxn modelId="{D7E50370-DB87-4E7F-A6A7-9255A9C3B1D0}" type="presParOf" srcId="{59CABDF3-697C-41AD-A0FC-180C84894A4B}" destId="{6324AB3E-4FBE-4FC6-BDC1-917ABD2476B1}" srcOrd="1" destOrd="0" presId="urn:microsoft.com/office/officeart/2008/layout/VerticalCurvedList"/>
    <dgm:cxn modelId="{1A7CAFDE-F190-4C24-81BC-ED7F7B15485E}" type="presParOf" srcId="{59CABDF3-697C-41AD-A0FC-180C84894A4B}" destId="{58AA727F-E777-46EA-BEED-FB6027347C7F}" srcOrd="2" destOrd="0" presId="urn:microsoft.com/office/officeart/2008/layout/VerticalCurvedList"/>
    <dgm:cxn modelId="{81008F03-1DA8-4B44-AA36-6A23CCA583EE}" type="presParOf" srcId="{58AA727F-E777-46EA-BEED-FB6027347C7F}" destId="{7138DD89-CDAB-4B0B-BCAF-0C880FBDFD86}" srcOrd="0" destOrd="0" presId="urn:microsoft.com/office/officeart/2008/layout/VerticalCurvedList"/>
    <dgm:cxn modelId="{AAB5DB19-AB58-443C-8B9D-CCB17DE2B1D0}" type="presParOf" srcId="{59CABDF3-697C-41AD-A0FC-180C84894A4B}" destId="{A960A178-0CB1-492B-9530-25894CF7763A}" srcOrd="3" destOrd="0" presId="urn:microsoft.com/office/officeart/2008/layout/VerticalCurvedList"/>
    <dgm:cxn modelId="{6D226EC1-FA92-4110-81BF-B2AC31727674}" type="presParOf" srcId="{59CABDF3-697C-41AD-A0FC-180C84894A4B}" destId="{F7A5F287-64A8-47A8-8424-540B362F3339}" srcOrd="4" destOrd="0" presId="urn:microsoft.com/office/officeart/2008/layout/VerticalCurvedList"/>
    <dgm:cxn modelId="{1EE33BA8-806A-4F70-8020-BAA3DB77D936}" type="presParOf" srcId="{F7A5F287-64A8-47A8-8424-540B362F3339}" destId="{E69BFEBE-65FC-4283-9DEC-F83588A277D4}" srcOrd="0" destOrd="0" presId="urn:microsoft.com/office/officeart/2008/layout/VerticalCurvedList"/>
    <dgm:cxn modelId="{0F275E3A-D10F-4277-8E00-0E440DA51F68}" type="presParOf" srcId="{59CABDF3-697C-41AD-A0FC-180C84894A4B}" destId="{6FAFE9FB-3C31-4FC8-A4B2-1CA6A660E8C7}" srcOrd="5" destOrd="0" presId="urn:microsoft.com/office/officeart/2008/layout/VerticalCurvedList"/>
    <dgm:cxn modelId="{61F8AB53-497A-43FB-9F5A-1C09F4C064B1}" type="presParOf" srcId="{59CABDF3-697C-41AD-A0FC-180C84894A4B}" destId="{A2D883E8-EE4C-4BC7-B7EE-F97DA114F1EC}" srcOrd="6" destOrd="0" presId="urn:microsoft.com/office/officeart/2008/layout/VerticalCurvedList"/>
    <dgm:cxn modelId="{7F4EABF5-1438-422C-8EC7-72F9DECA6CD4}" type="presParOf" srcId="{A2D883E8-EE4C-4BC7-B7EE-F97DA114F1EC}" destId="{1DEFAD1F-F46C-4A54-B661-48406101F1E9}" srcOrd="0" destOrd="0" presId="urn:microsoft.com/office/officeart/2008/layout/VerticalCurvedList"/>
    <dgm:cxn modelId="{3D9A1BCF-9E52-4303-9667-2B54D1E3BA96}" type="presParOf" srcId="{59CABDF3-697C-41AD-A0FC-180C84894A4B}" destId="{ADF6286D-3F7C-4A73-AAE1-74CC518DEB07}" srcOrd="7" destOrd="0" presId="urn:microsoft.com/office/officeart/2008/layout/VerticalCurvedList"/>
    <dgm:cxn modelId="{26890A8B-74DF-46A2-A035-AE15CCD1C816}" type="presParOf" srcId="{59CABDF3-697C-41AD-A0FC-180C84894A4B}" destId="{27F971BC-CC94-45F8-AA04-7E316673CF32}" srcOrd="8" destOrd="0" presId="urn:microsoft.com/office/officeart/2008/layout/VerticalCurvedList"/>
    <dgm:cxn modelId="{5B587049-7768-4949-B081-FA80AB4F991C}" type="presParOf" srcId="{27F971BC-CC94-45F8-AA04-7E316673CF32}" destId="{0ABAE245-219F-41BE-B97D-5187E1B99DA9}" srcOrd="0" destOrd="0" presId="urn:microsoft.com/office/officeart/2008/layout/VerticalCurvedList"/>
    <dgm:cxn modelId="{EE98CB53-B06A-4E1F-96B0-9ACFF5130EEE}" type="presParOf" srcId="{59CABDF3-697C-41AD-A0FC-180C84894A4B}" destId="{046D581A-A212-4900-91A8-4BB6075A7F3F}" srcOrd="9" destOrd="0" presId="urn:microsoft.com/office/officeart/2008/layout/VerticalCurvedList"/>
    <dgm:cxn modelId="{5400C677-2E0E-47D7-88C0-3E25025A41AE}" type="presParOf" srcId="{59CABDF3-697C-41AD-A0FC-180C84894A4B}" destId="{7DCE6731-DE84-463C-996A-ABDC430185D4}" srcOrd="10" destOrd="0" presId="urn:microsoft.com/office/officeart/2008/layout/VerticalCurvedList"/>
    <dgm:cxn modelId="{429079E2-45C4-40EA-A31E-8081D91D7C52}" type="presParOf" srcId="{7DCE6731-DE84-463C-996A-ABDC430185D4}" destId="{86799FDF-6A1E-4A91-93E1-BC3B0FB4277F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38E51110-9DD7-4B66-B3EE-05FA4AE34799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6F500B9-A121-4F5C-9273-746BAD81380B}">
      <dgm:prSet/>
      <dgm:spPr/>
      <dgm:t>
        <a:bodyPr/>
        <a:lstStyle/>
        <a:p>
          <a:r>
            <a:rPr lang="ru-RU"/>
            <a:t>проведення митрополитом П. Могилою реформи православної церкви.</a:t>
          </a:r>
          <a:endParaRPr lang="uk-UA"/>
        </a:p>
      </dgm:t>
    </dgm:pt>
    <dgm:pt modelId="{B0E9C5A5-6E1F-4EE6-B619-A71608131202}" type="parTrans" cxnId="{EBF22061-951B-4D7F-B468-8EA90C6093A2}">
      <dgm:prSet/>
      <dgm:spPr/>
      <dgm:t>
        <a:bodyPr/>
        <a:lstStyle/>
        <a:p>
          <a:endParaRPr lang="uk-UA"/>
        </a:p>
      </dgm:t>
    </dgm:pt>
    <dgm:pt modelId="{CAE17B5B-5A2F-4F52-9474-82AAF5E749FA}" type="sibTrans" cxnId="{EBF22061-951B-4D7F-B468-8EA90C6093A2}">
      <dgm:prSet/>
      <dgm:spPr/>
      <dgm:t>
        <a:bodyPr/>
        <a:lstStyle/>
        <a:p>
          <a:endParaRPr lang="uk-UA"/>
        </a:p>
      </dgm:t>
    </dgm:pt>
    <dgm:pt modelId="{2947230B-E55F-4980-BE0D-936EEF60A2B7}">
      <dgm:prSet/>
      <dgm:spPr/>
      <dgm:t>
        <a:bodyPr/>
        <a:lstStyle/>
        <a:p>
          <a:r>
            <a:rPr lang="ru-RU"/>
            <a:t>підпорядкування Київської митрополії Московському патріарху.</a:t>
          </a:r>
          <a:endParaRPr lang="uk-UA"/>
        </a:p>
      </dgm:t>
    </dgm:pt>
    <dgm:pt modelId="{FD60254F-A677-4C08-8879-79275FF6D15C}" type="parTrans" cxnId="{2714D215-DD48-4E4A-A46E-AB422C4A1F89}">
      <dgm:prSet/>
      <dgm:spPr/>
      <dgm:t>
        <a:bodyPr/>
        <a:lstStyle/>
        <a:p>
          <a:endParaRPr lang="uk-UA"/>
        </a:p>
      </dgm:t>
    </dgm:pt>
    <dgm:pt modelId="{2BCDDFA1-69E1-4171-A623-B780ABC9A972}" type="sibTrans" cxnId="{2714D215-DD48-4E4A-A46E-AB422C4A1F89}">
      <dgm:prSet/>
      <dgm:spPr/>
      <dgm:t>
        <a:bodyPr/>
        <a:lstStyle/>
        <a:p>
          <a:endParaRPr lang="uk-UA"/>
        </a:p>
      </dgm:t>
    </dgm:pt>
    <dgm:pt modelId="{A38423EF-6665-4094-AAE9-3441311BAAD2}">
      <dgm:prSet/>
      <dgm:spPr/>
      <dgm:t>
        <a:bodyPr/>
        <a:lstStyle/>
        <a:p>
          <a:r>
            <a:rPr lang="ru-RU"/>
            <a:t>утворення окремої Галицької православної митрополії.</a:t>
          </a:r>
          <a:endParaRPr lang="uk-UA"/>
        </a:p>
      </dgm:t>
    </dgm:pt>
    <dgm:pt modelId="{9CDE0788-D706-401A-B8AE-973AAC117F63}" type="parTrans" cxnId="{EA0FA888-7D18-41CC-AEE6-C9626C6049FE}">
      <dgm:prSet/>
      <dgm:spPr/>
      <dgm:t>
        <a:bodyPr/>
        <a:lstStyle/>
        <a:p>
          <a:endParaRPr lang="uk-UA"/>
        </a:p>
      </dgm:t>
    </dgm:pt>
    <dgm:pt modelId="{961EBC9E-EFCF-4195-92BA-8BDD16C4F4F9}" type="sibTrans" cxnId="{EA0FA888-7D18-41CC-AEE6-C9626C6049FE}">
      <dgm:prSet/>
      <dgm:spPr/>
      <dgm:t>
        <a:bodyPr/>
        <a:lstStyle/>
        <a:p>
          <a:endParaRPr lang="uk-UA"/>
        </a:p>
      </dgm:t>
    </dgm:pt>
    <dgm:pt modelId="{98C01685-E043-4C89-B77B-C26D5C7F7938}">
      <dgm:prSet/>
      <dgm:spPr/>
      <dgm:t>
        <a:bodyPr/>
        <a:lstStyle/>
        <a:p>
          <a:r>
            <a:rPr lang="ru-RU"/>
            <a:t>укладення унії між православною та католицькою церквами.</a:t>
          </a:r>
          <a:endParaRPr lang="uk-UA"/>
        </a:p>
      </dgm:t>
    </dgm:pt>
    <dgm:pt modelId="{1B753689-0599-426C-95CE-BF9E10702CCB}" type="parTrans" cxnId="{E75D7582-2507-477A-93C5-BA209F172B1A}">
      <dgm:prSet/>
      <dgm:spPr/>
      <dgm:t>
        <a:bodyPr/>
        <a:lstStyle/>
        <a:p>
          <a:endParaRPr lang="uk-UA"/>
        </a:p>
      </dgm:t>
    </dgm:pt>
    <dgm:pt modelId="{371DBC86-947F-42FA-8261-1576BF237127}" type="sibTrans" cxnId="{E75D7582-2507-477A-93C5-BA209F172B1A}">
      <dgm:prSet/>
      <dgm:spPr/>
      <dgm:t>
        <a:bodyPr/>
        <a:lstStyle/>
        <a:p>
          <a:endParaRPr lang="uk-UA"/>
        </a:p>
      </dgm:t>
    </dgm:pt>
    <dgm:pt modelId="{960AD3B2-A1EE-49AF-AC87-6E4320214C45}" type="pres">
      <dgm:prSet presAssocID="{38E51110-9DD7-4B66-B3EE-05FA4AE34799}" presName="Name0" presStyleCnt="0">
        <dgm:presLayoutVars>
          <dgm:chMax val="7"/>
          <dgm:chPref val="7"/>
          <dgm:dir/>
        </dgm:presLayoutVars>
      </dgm:prSet>
      <dgm:spPr/>
    </dgm:pt>
    <dgm:pt modelId="{981667C6-FA17-4A75-B9EE-D8547281474D}" type="pres">
      <dgm:prSet presAssocID="{38E51110-9DD7-4B66-B3EE-05FA4AE34799}" presName="Name1" presStyleCnt="0"/>
      <dgm:spPr/>
    </dgm:pt>
    <dgm:pt modelId="{CBB8052E-51C3-480F-A1CA-28BF4DB7D375}" type="pres">
      <dgm:prSet presAssocID="{38E51110-9DD7-4B66-B3EE-05FA4AE34799}" presName="cycle" presStyleCnt="0"/>
      <dgm:spPr/>
    </dgm:pt>
    <dgm:pt modelId="{181EC2D6-A15D-410C-A6B8-FA7E6E4F79C4}" type="pres">
      <dgm:prSet presAssocID="{38E51110-9DD7-4B66-B3EE-05FA4AE34799}" presName="srcNode" presStyleLbl="node1" presStyleIdx="0" presStyleCnt="4"/>
      <dgm:spPr/>
    </dgm:pt>
    <dgm:pt modelId="{EC0FAA6B-392D-427E-9019-A770517B101E}" type="pres">
      <dgm:prSet presAssocID="{38E51110-9DD7-4B66-B3EE-05FA4AE34799}" presName="conn" presStyleLbl="parChTrans1D2" presStyleIdx="0" presStyleCnt="1"/>
      <dgm:spPr/>
    </dgm:pt>
    <dgm:pt modelId="{D008079C-7780-4827-979A-BEE4E0B03917}" type="pres">
      <dgm:prSet presAssocID="{38E51110-9DD7-4B66-B3EE-05FA4AE34799}" presName="extraNode" presStyleLbl="node1" presStyleIdx="0" presStyleCnt="4"/>
      <dgm:spPr/>
    </dgm:pt>
    <dgm:pt modelId="{04903BE9-F511-4F25-8609-C8DF16502D22}" type="pres">
      <dgm:prSet presAssocID="{38E51110-9DD7-4B66-B3EE-05FA4AE34799}" presName="dstNode" presStyleLbl="node1" presStyleIdx="0" presStyleCnt="4"/>
      <dgm:spPr/>
    </dgm:pt>
    <dgm:pt modelId="{BD92B031-5E0A-491D-9E0A-A006FCCEF2B0}" type="pres">
      <dgm:prSet presAssocID="{66F500B9-A121-4F5C-9273-746BAD81380B}" presName="text_1" presStyleLbl="node1" presStyleIdx="0" presStyleCnt="4">
        <dgm:presLayoutVars>
          <dgm:bulletEnabled val="1"/>
        </dgm:presLayoutVars>
      </dgm:prSet>
      <dgm:spPr/>
    </dgm:pt>
    <dgm:pt modelId="{45B0C4FE-1D1C-4593-B39A-625677F3A4A2}" type="pres">
      <dgm:prSet presAssocID="{66F500B9-A121-4F5C-9273-746BAD81380B}" presName="accent_1" presStyleCnt="0"/>
      <dgm:spPr/>
    </dgm:pt>
    <dgm:pt modelId="{43DCD452-78EB-45D7-BD1A-3539A49857B8}" type="pres">
      <dgm:prSet presAssocID="{66F500B9-A121-4F5C-9273-746BAD81380B}" presName="accentRepeatNode" presStyleLbl="solidFgAcc1" presStyleIdx="0" presStyleCnt="4"/>
      <dgm:spPr/>
    </dgm:pt>
    <dgm:pt modelId="{146B0438-647B-42F9-89DC-65D4785C7055}" type="pres">
      <dgm:prSet presAssocID="{2947230B-E55F-4980-BE0D-936EEF60A2B7}" presName="text_2" presStyleLbl="node1" presStyleIdx="1" presStyleCnt="4">
        <dgm:presLayoutVars>
          <dgm:bulletEnabled val="1"/>
        </dgm:presLayoutVars>
      </dgm:prSet>
      <dgm:spPr/>
    </dgm:pt>
    <dgm:pt modelId="{32D811E3-FA5A-4D59-A4F1-687EA6C7A07D}" type="pres">
      <dgm:prSet presAssocID="{2947230B-E55F-4980-BE0D-936EEF60A2B7}" presName="accent_2" presStyleCnt="0"/>
      <dgm:spPr/>
    </dgm:pt>
    <dgm:pt modelId="{BFAE90A3-C7B8-47D5-9F66-57952F3C30AC}" type="pres">
      <dgm:prSet presAssocID="{2947230B-E55F-4980-BE0D-936EEF60A2B7}" presName="accentRepeatNode" presStyleLbl="solidFgAcc1" presStyleIdx="1" presStyleCnt="4"/>
      <dgm:spPr/>
    </dgm:pt>
    <dgm:pt modelId="{7AAD0BF3-C13A-476E-9F9C-0658AB1CF4DA}" type="pres">
      <dgm:prSet presAssocID="{A38423EF-6665-4094-AAE9-3441311BAAD2}" presName="text_3" presStyleLbl="node1" presStyleIdx="2" presStyleCnt="4">
        <dgm:presLayoutVars>
          <dgm:bulletEnabled val="1"/>
        </dgm:presLayoutVars>
      </dgm:prSet>
      <dgm:spPr/>
    </dgm:pt>
    <dgm:pt modelId="{C100E50C-3F7C-4B20-A09A-1A8E5373FD48}" type="pres">
      <dgm:prSet presAssocID="{A38423EF-6665-4094-AAE9-3441311BAAD2}" presName="accent_3" presStyleCnt="0"/>
      <dgm:spPr/>
    </dgm:pt>
    <dgm:pt modelId="{553E0A58-9FBE-4D7E-AA90-0267E2BB0C54}" type="pres">
      <dgm:prSet presAssocID="{A38423EF-6665-4094-AAE9-3441311BAAD2}" presName="accentRepeatNode" presStyleLbl="solidFgAcc1" presStyleIdx="2" presStyleCnt="4"/>
      <dgm:spPr/>
    </dgm:pt>
    <dgm:pt modelId="{DCA93550-02D6-4CD5-9107-C74C668E4989}" type="pres">
      <dgm:prSet presAssocID="{98C01685-E043-4C89-B77B-C26D5C7F7938}" presName="text_4" presStyleLbl="node1" presStyleIdx="3" presStyleCnt="4">
        <dgm:presLayoutVars>
          <dgm:bulletEnabled val="1"/>
        </dgm:presLayoutVars>
      </dgm:prSet>
      <dgm:spPr/>
    </dgm:pt>
    <dgm:pt modelId="{2FE6345D-3C4F-4268-90D9-E9B9F8C8D4AC}" type="pres">
      <dgm:prSet presAssocID="{98C01685-E043-4C89-B77B-C26D5C7F7938}" presName="accent_4" presStyleCnt="0"/>
      <dgm:spPr/>
    </dgm:pt>
    <dgm:pt modelId="{4B6FB576-AF16-43F5-9552-31028A609A38}" type="pres">
      <dgm:prSet presAssocID="{98C01685-E043-4C89-B77B-C26D5C7F7938}" presName="accentRepeatNode" presStyleLbl="solidFgAcc1" presStyleIdx="3" presStyleCnt="4"/>
      <dgm:spPr/>
    </dgm:pt>
  </dgm:ptLst>
  <dgm:cxnLst>
    <dgm:cxn modelId="{2714D215-DD48-4E4A-A46E-AB422C4A1F89}" srcId="{38E51110-9DD7-4B66-B3EE-05FA4AE34799}" destId="{2947230B-E55F-4980-BE0D-936EEF60A2B7}" srcOrd="1" destOrd="0" parTransId="{FD60254F-A677-4C08-8879-79275FF6D15C}" sibTransId="{2BCDDFA1-69E1-4171-A623-B780ABC9A972}"/>
    <dgm:cxn modelId="{EBF22061-951B-4D7F-B468-8EA90C6093A2}" srcId="{38E51110-9DD7-4B66-B3EE-05FA4AE34799}" destId="{66F500B9-A121-4F5C-9273-746BAD81380B}" srcOrd="0" destOrd="0" parTransId="{B0E9C5A5-6E1F-4EE6-B619-A71608131202}" sibTransId="{CAE17B5B-5A2F-4F52-9474-82AAF5E749FA}"/>
    <dgm:cxn modelId="{1DB9F86A-C362-4FA7-8763-89F41C0D81CD}" type="presOf" srcId="{38E51110-9DD7-4B66-B3EE-05FA4AE34799}" destId="{960AD3B2-A1EE-49AF-AC87-6E4320214C45}" srcOrd="0" destOrd="0" presId="urn:microsoft.com/office/officeart/2008/layout/VerticalCurvedList"/>
    <dgm:cxn modelId="{FD433452-5B74-45FB-B28B-A3096D151CDC}" type="presOf" srcId="{98C01685-E043-4C89-B77B-C26D5C7F7938}" destId="{DCA93550-02D6-4CD5-9107-C74C668E4989}" srcOrd="0" destOrd="0" presId="urn:microsoft.com/office/officeart/2008/layout/VerticalCurvedList"/>
    <dgm:cxn modelId="{C5C92A78-AC87-488B-BB39-606F1E653750}" type="presOf" srcId="{A38423EF-6665-4094-AAE9-3441311BAAD2}" destId="{7AAD0BF3-C13A-476E-9F9C-0658AB1CF4DA}" srcOrd="0" destOrd="0" presId="urn:microsoft.com/office/officeart/2008/layout/VerticalCurvedList"/>
    <dgm:cxn modelId="{E75D7582-2507-477A-93C5-BA209F172B1A}" srcId="{38E51110-9DD7-4B66-B3EE-05FA4AE34799}" destId="{98C01685-E043-4C89-B77B-C26D5C7F7938}" srcOrd="3" destOrd="0" parTransId="{1B753689-0599-426C-95CE-BF9E10702CCB}" sibTransId="{371DBC86-947F-42FA-8261-1576BF237127}"/>
    <dgm:cxn modelId="{EA0FA888-7D18-41CC-AEE6-C9626C6049FE}" srcId="{38E51110-9DD7-4B66-B3EE-05FA4AE34799}" destId="{A38423EF-6665-4094-AAE9-3441311BAAD2}" srcOrd="2" destOrd="0" parTransId="{9CDE0788-D706-401A-B8AE-973AAC117F63}" sibTransId="{961EBC9E-EFCF-4195-92BA-8BDD16C4F4F9}"/>
    <dgm:cxn modelId="{056681A3-F3C6-4DEF-A6C6-5E9AB8C7EC99}" type="presOf" srcId="{CAE17B5B-5A2F-4F52-9474-82AAF5E749FA}" destId="{EC0FAA6B-392D-427E-9019-A770517B101E}" srcOrd="0" destOrd="0" presId="urn:microsoft.com/office/officeart/2008/layout/VerticalCurvedList"/>
    <dgm:cxn modelId="{FD049DBD-D670-4C24-9C5B-F5CE29E6D633}" type="presOf" srcId="{2947230B-E55F-4980-BE0D-936EEF60A2B7}" destId="{146B0438-647B-42F9-89DC-65D4785C7055}" srcOrd="0" destOrd="0" presId="urn:microsoft.com/office/officeart/2008/layout/VerticalCurvedList"/>
    <dgm:cxn modelId="{28DC60F7-F431-4E2F-A1E1-F07DDA535CAD}" type="presOf" srcId="{66F500B9-A121-4F5C-9273-746BAD81380B}" destId="{BD92B031-5E0A-491D-9E0A-A006FCCEF2B0}" srcOrd="0" destOrd="0" presId="urn:microsoft.com/office/officeart/2008/layout/VerticalCurvedList"/>
    <dgm:cxn modelId="{74BB2AF6-E262-47AD-B56B-5114C38F775A}" type="presParOf" srcId="{960AD3B2-A1EE-49AF-AC87-6E4320214C45}" destId="{981667C6-FA17-4A75-B9EE-D8547281474D}" srcOrd="0" destOrd="0" presId="urn:microsoft.com/office/officeart/2008/layout/VerticalCurvedList"/>
    <dgm:cxn modelId="{13235E2A-66FC-4D07-8083-D321EB306733}" type="presParOf" srcId="{981667C6-FA17-4A75-B9EE-D8547281474D}" destId="{CBB8052E-51C3-480F-A1CA-28BF4DB7D375}" srcOrd="0" destOrd="0" presId="urn:microsoft.com/office/officeart/2008/layout/VerticalCurvedList"/>
    <dgm:cxn modelId="{63E2BC6D-673B-40FE-8262-8938D5BBFD08}" type="presParOf" srcId="{CBB8052E-51C3-480F-A1CA-28BF4DB7D375}" destId="{181EC2D6-A15D-410C-A6B8-FA7E6E4F79C4}" srcOrd="0" destOrd="0" presId="urn:microsoft.com/office/officeart/2008/layout/VerticalCurvedList"/>
    <dgm:cxn modelId="{6BAD9103-98FD-47D7-96A5-B9157B1B168E}" type="presParOf" srcId="{CBB8052E-51C3-480F-A1CA-28BF4DB7D375}" destId="{EC0FAA6B-392D-427E-9019-A770517B101E}" srcOrd="1" destOrd="0" presId="urn:microsoft.com/office/officeart/2008/layout/VerticalCurvedList"/>
    <dgm:cxn modelId="{39FB9F3A-EFE4-4215-B6F9-A933C997AEC3}" type="presParOf" srcId="{CBB8052E-51C3-480F-A1CA-28BF4DB7D375}" destId="{D008079C-7780-4827-979A-BEE4E0B03917}" srcOrd="2" destOrd="0" presId="urn:microsoft.com/office/officeart/2008/layout/VerticalCurvedList"/>
    <dgm:cxn modelId="{D432FF98-9870-418B-9767-CB2B693A9951}" type="presParOf" srcId="{CBB8052E-51C3-480F-A1CA-28BF4DB7D375}" destId="{04903BE9-F511-4F25-8609-C8DF16502D22}" srcOrd="3" destOrd="0" presId="urn:microsoft.com/office/officeart/2008/layout/VerticalCurvedList"/>
    <dgm:cxn modelId="{516B1BC4-F718-4565-92CD-3A4BC328E512}" type="presParOf" srcId="{981667C6-FA17-4A75-B9EE-D8547281474D}" destId="{BD92B031-5E0A-491D-9E0A-A006FCCEF2B0}" srcOrd="1" destOrd="0" presId="urn:microsoft.com/office/officeart/2008/layout/VerticalCurvedList"/>
    <dgm:cxn modelId="{E61138D0-C0D6-4E77-80E4-27F5646B3AA7}" type="presParOf" srcId="{981667C6-FA17-4A75-B9EE-D8547281474D}" destId="{45B0C4FE-1D1C-4593-B39A-625677F3A4A2}" srcOrd="2" destOrd="0" presId="urn:microsoft.com/office/officeart/2008/layout/VerticalCurvedList"/>
    <dgm:cxn modelId="{2CA9FCAE-B976-49E1-BAE5-C055AD4E1221}" type="presParOf" srcId="{45B0C4FE-1D1C-4593-B39A-625677F3A4A2}" destId="{43DCD452-78EB-45D7-BD1A-3539A49857B8}" srcOrd="0" destOrd="0" presId="urn:microsoft.com/office/officeart/2008/layout/VerticalCurvedList"/>
    <dgm:cxn modelId="{BA618CC9-824B-404E-B3F1-09E5AB8E3D53}" type="presParOf" srcId="{981667C6-FA17-4A75-B9EE-D8547281474D}" destId="{146B0438-647B-42F9-89DC-65D4785C7055}" srcOrd="3" destOrd="0" presId="urn:microsoft.com/office/officeart/2008/layout/VerticalCurvedList"/>
    <dgm:cxn modelId="{64F20DB5-BAD8-4E57-A0DE-7C7C412C9B7E}" type="presParOf" srcId="{981667C6-FA17-4A75-B9EE-D8547281474D}" destId="{32D811E3-FA5A-4D59-A4F1-687EA6C7A07D}" srcOrd="4" destOrd="0" presId="urn:microsoft.com/office/officeart/2008/layout/VerticalCurvedList"/>
    <dgm:cxn modelId="{47636300-F9BE-4DE7-8F84-952D1C0995A0}" type="presParOf" srcId="{32D811E3-FA5A-4D59-A4F1-687EA6C7A07D}" destId="{BFAE90A3-C7B8-47D5-9F66-57952F3C30AC}" srcOrd="0" destOrd="0" presId="urn:microsoft.com/office/officeart/2008/layout/VerticalCurvedList"/>
    <dgm:cxn modelId="{8C6DA47C-E65D-4FDE-A662-34BAE16D0C18}" type="presParOf" srcId="{981667C6-FA17-4A75-B9EE-D8547281474D}" destId="{7AAD0BF3-C13A-476E-9F9C-0658AB1CF4DA}" srcOrd="5" destOrd="0" presId="urn:microsoft.com/office/officeart/2008/layout/VerticalCurvedList"/>
    <dgm:cxn modelId="{2A6B1BEB-45B9-42FD-A307-5B0DEE72A5C4}" type="presParOf" srcId="{981667C6-FA17-4A75-B9EE-D8547281474D}" destId="{C100E50C-3F7C-4B20-A09A-1A8E5373FD48}" srcOrd="6" destOrd="0" presId="urn:microsoft.com/office/officeart/2008/layout/VerticalCurvedList"/>
    <dgm:cxn modelId="{7EC33102-EFB3-4E79-88F5-516CFA3CC314}" type="presParOf" srcId="{C100E50C-3F7C-4B20-A09A-1A8E5373FD48}" destId="{553E0A58-9FBE-4D7E-AA90-0267E2BB0C54}" srcOrd="0" destOrd="0" presId="urn:microsoft.com/office/officeart/2008/layout/VerticalCurvedList"/>
    <dgm:cxn modelId="{E606E510-68CE-40C8-AFB5-4E86D3FE10AB}" type="presParOf" srcId="{981667C6-FA17-4A75-B9EE-D8547281474D}" destId="{DCA93550-02D6-4CD5-9107-C74C668E4989}" srcOrd="7" destOrd="0" presId="urn:microsoft.com/office/officeart/2008/layout/VerticalCurvedList"/>
    <dgm:cxn modelId="{441C6315-96A1-4C85-9E02-688BCC4003E5}" type="presParOf" srcId="{981667C6-FA17-4A75-B9EE-D8547281474D}" destId="{2FE6345D-3C4F-4268-90D9-E9B9F8C8D4AC}" srcOrd="8" destOrd="0" presId="urn:microsoft.com/office/officeart/2008/layout/VerticalCurvedList"/>
    <dgm:cxn modelId="{0D8CC74A-A793-48A9-88EA-B6D00ED79FBE}" type="presParOf" srcId="{2FE6345D-3C4F-4268-90D9-E9B9F8C8D4AC}" destId="{4B6FB576-AF16-43F5-9552-31028A609A38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DF4DF8C8-17FE-4EC7-A8BA-4A17CA1BD61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E644BEC-DA0E-4D00-810C-BB0A9201CEDA}">
      <dgm:prSet/>
      <dgm:spPr/>
      <dgm:t>
        <a:bodyPr/>
        <a:lstStyle/>
        <a:p>
          <a:r>
            <a:rPr lang="ru-RU"/>
            <a:t>утворення окремої Галицької православної митрополії.</a:t>
          </a:r>
          <a:endParaRPr lang="uk-UA"/>
        </a:p>
      </dgm:t>
    </dgm:pt>
    <dgm:pt modelId="{B2BB078D-D5E6-4BCE-A8B4-49AAFFD1EA41}" type="parTrans" cxnId="{97EB14F1-8B8B-430B-AC05-BECD28209932}">
      <dgm:prSet/>
      <dgm:spPr/>
      <dgm:t>
        <a:bodyPr/>
        <a:lstStyle/>
        <a:p>
          <a:endParaRPr lang="uk-UA"/>
        </a:p>
      </dgm:t>
    </dgm:pt>
    <dgm:pt modelId="{3A777616-CD72-470D-9D76-5F5633AD549B}" type="sibTrans" cxnId="{97EB14F1-8B8B-430B-AC05-BECD28209932}">
      <dgm:prSet/>
      <dgm:spPr/>
      <dgm:t>
        <a:bodyPr/>
        <a:lstStyle/>
        <a:p>
          <a:endParaRPr lang="uk-UA"/>
        </a:p>
      </dgm:t>
    </dgm:pt>
    <dgm:pt modelId="{EF8FBD02-9806-48F5-B70A-BD01E17D42E0}">
      <dgm:prSet/>
      <dgm:spPr/>
      <dgm:t>
        <a:bodyPr/>
        <a:lstStyle/>
        <a:p>
          <a:r>
            <a:rPr lang="ru-RU"/>
            <a:t>підпорядкування Київської митрополії Московському патріарху.</a:t>
          </a:r>
          <a:endParaRPr lang="uk-UA"/>
        </a:p>
      </dgm:t>
    </dgm:pt>
    <dgm:pt modelId="{D6592106-9CAD-4AAB-875D-0CCC4C32BDA6}" type="parTrans" cxnId="{0F5128C0-D36B-40CC-B531-AA4694794BFC}">
      <dgm:prSet/>
      <dgm:spPr/>
      <dgm:t>
        <a:bodyPr/>
        <a:lstStyle/>
        <a:p>
          <a:endParaRPr lang="uk-UA"/>
        </a:p>
      </dgm:t>
    </dgm:pt>
    <dgm:pt modelId="{E81DEC4B-FA11-4D0C-8657-B5CB5DEED1B2}" type="sibTrans" cxnId="{0F5128C0-D36B-40CC-B531-AA4694794BFC}">
      <dgm:prSet/>
      <dgm:spPr/>
      <dgm:t>
        <a:bodyPr/>
        <a:lstStyle/>
        <a:p>
          <a:endParaRPr lang="uk-UA"/>
        </a:p>
      </dgm:t>
    </dgm:pt>
    <dgm:pt modelId="{787547A1-98EF-47A9-9EF5-7DDB2FCBF5C9}">
      <dgm:prSet/>
      <dgm:spPr/>
      <dgm:t>
        <a:bodyPr/>
        <a:lstStyle/>
        <a:p>
          <a:r>
            <a:rPr lang="ru-RU"/>
            <a:t>проведення митрополитом П. Могилою реформи православної церкви.</a:t>
          </a:r>
          <a:endParaRPr lang="uk-UA"/>
        </a:p>
      </dgm:t>
    </dgm:pt>
    <dgm:pt modelId="{76AAC40F-D78B-48D5-993B-D5D9A4AA896C}" type="parTrans" cxnId="{56F4D052-F7F2-4800-BF50-72771A219826}">
      <dgm:prSet/>
      <dgm:spPr/>
      <dgm:t>
        <a:bodyPr/>
        <a:lstStyle/>
        <a:p>
          <a:endParaRPr lang="uk-UA"/>
        </a:p>
      </dgm:t>
    </dgm:pt>
    <dgm:pt modelId="{DBBD15B3-9826-4D26-B889-F5CFFC040D3D}" type="sibTrans" cxnId="{56F4D052-F7F2-4800-BF50-72771A219826}">
      <dgm:prSet/>
      <dgm:spPr/>
      <dgm:t>
        <a:bodyPr/>
        <a:lstStyle/>
        <a:p>
          <a:endParaRPr lang="uk-UA"/>
        </a:p>
      </dgm:t>
    </dgm:pt>
    <dgm:pt modelId="{EB53B42E-B55F-4EE8-AA50-9EAE961ACACC}">
      <dgm:prSet/>
      <dgm:spPr/>
      <dgm:t>
        <a:bodyPr/>
        <a:lstStyle/>
        <a:p>
          <a:r>
            <a:rPr lang="ru-RU"/>
            <a:t>укладення церковної унії між православною та католицькою церквами</a:t>
          </a:r>
          <a:endParaRPr lang="uk-UA"/>
        </a:p>
      </dgm:t>
    </dgm:pt>
    <dgm:pt modelId="{918A78C4-FD66-4F10-8D01-390949601F81}" type="parTrans" cxnId="{37C2016E-503E-4000-BCF0-F2316064756D}">
      <dgm:prSet/>
      <dgm:spPr/>
      <dgm:t>
        <a:bodyPr/>
        <a:lstStyle/>
        <a:p>
          <a:endParaRPr lang="uk-UA"/>
        </a:p>
      </dgm:t>
    </dgm:pt>
    <dgm:pt modelId="{B0996598-3B71-4E0C-AD92-FB4666D94030}" type="sibTrans" cxnId="{37C2016E-503E-4000-BCF0-F2316064756D}">
      <dgm:prSet/>
      <dgm:spPr/>
      <dgm:t>
        <a:bodyPr/>
        <a:lstStyle/>
        <a:p>
          <a:endParaRPr lang="uk-UA"/>
        </a:p>
      </dgm:t>
    </dgm:pt>
    <dgm:pt modelId="{9502A7B2-3BE4-4D60-B03E-A22462FBA77B}" type="pres">
      <dgm:prSet presAssocID="{DF4DF8C8-17FE-4EC7-A8BA-4A17CA1BD61C}" presName="linear" presStyleCnt="0">
        <dgm:presLayoutVars>
          <dgm:animLvl val="lvl"/>
          <dgm:resizeHandles val="exact"/>
        </dgm:presLayoutVars>
      </dgm:prSet>
      <dgm:spPr/>
    </dgm:pt>
    <dgm:pt modelId="{70A1A915-3408-49EC-81FA-7A7584A63732}" type="pres">
      <dgm:prSet presAssocID="{9E644BEC-DA0E-4D00-810C-BB0A9201CED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74F002F-4C8C-4720-A7F5-CCBD0AD3A56C}" type="pres">
      <dgm:prSet presAssocID="{3A777616-CD72-470D-9D76-5F5633AD549B}" presName="spacer" presStyleCnt="0"/>
      <dgm:spPr/>
    </dgm:pt>
    <dgm:pt modelId="{B56C045A-8E43-44BE-8619-2752D0F2F8E1}" type="pres">
      <dgm:prSet presAssocID="{EF8FBD02-9806-48F5-B70A-BD01E17D42E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3C8BDE9-61DE-44BE-AA2F-579E2402B515}" type="pres">
      <dgm:prSet presAssocID="{E81DEC4B-FA11-4D0C-8657-B5CB5DEED1B2}" presName="spacer" presStyleCnt="0"/>
      <dgm:spPr/>
    </dgm:pt>
    <dgm:pt modelId="{81BB05E8-BC47-4FA8-AC2D-6EEE9120B46C}" type="pres">
      <dgm:prSet presAssocID="{787547A1-98EF-47A9-9EF5-7DDB2FCBF5C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B7D7237-0ADD-4AE8-A992-41BEBC886D27}" type="pres">
      <dgm:prSet presAssocID="{DBBD15B3-9826-4D26-B889-F5CFFC040D3D}" presName="spacer" presStyleCnt="0"/>
      <dgm:spPr/>
    </dgm:pt>
    <dgm:pt modelId="{8CDEEFB8-5B8B-4842-80BE-19F1EF859179}" type="pres">
      <dgm:prSet presAssocID="{EB53B42E-B55F-4EE8-AA50-9EAE961ACAC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7C2016E-503E-4000-BCF0-F2316064756D}" srcId="{DF4DF8C8-17FE-4EC7-A8BA-4A17CA1BD61C}" destId="{EB53B42E-B55F-4EE8-AA50-9EAE961ACACC}" srcOrd="3" destOrd="0" parTransId="{918A78C4-FD66-4F10-8D01-390949601F81}" sibTransId="{B0996598-3B71-4E0C-AD92-FB4666D94030}"/>
    <dgm:cxn modelId="{6D93ED71-94D6-4CF6-AFAF-5DE77D4FB171}" type="presOf" srcId="{787547A1-98EF-47A9-9EF5-7DDB2FCBF5C9}" destId="{81BB05E8-BC47-4FA8-AC2D-6EEE9120B46C}" srcOrd="0" destOrd="0" presId="urn:microsoft.com/office/officeart/2005/8/layout/vList2"/>
    <dgm:cxn modelId="{56F4D052-F7F2-4800-BF50-72771A219826}" srcId="{DF4DF8C8-17FE-4EC7-A8BA-4A17CA1BD61C}" destId="{787547A1-98EF-47A9-9EF5-7DDB2FCBF5C9}" srcOrd="2" destOrd="0" parTransId="{76AAC40F-D78B-48D5-993B-D5D9A4AA896C}" sibTransId="{DBBD15B3-9826-4D26-B889-F5CFFC040D3D}"/>
    <dgm:cxn modelId="{0F5128C0-D36B-40CC-B531-AA4694794BFC}" srcId="{DF4DF8C8-17FE-4EC7-A8BA-4A17CA1BD61C}" destId="{EF8FBD02-9806-48F5-B70A-BD01E17D42E0}" srcOrd="1" destOrd="0" parTransId="{D6592106-9CAD-4AAB-875D-0CCC4C32BDA6}" sibTransId="{E81DEC4B-FA11-4D0C-8657-B5CB5DEED1B2}"/>
    <dgm:cxn modelId="{3C12A1C8-D445-4DF1-B5BC-211D15F525CA}" type="presOf" srcId="{9E644BEC-DA0E-4D00-810C-BB0A9201CEDA}" destId="{70A1A915-3408-49EC-81FA-7A7584A63732}" srcOrd="0" destOrd="0" presId="urn:microsoft.com/office/officeart/2005/8/layout/vList2"/>
    <dgm:cxn modelId="{687276C9-15AB-4BF3-A05F-4F7AE3E3A4D1}" type="presOf" srcId="{DF4DF8C8-17FE-4EC7-A8BA-4A17CA1BD61C}" destId="{9502A7B2-3BE4-4D60-B03E-A22462FBA77B}" srcOrd="0" destOrd="0" presId="urn:microsoft.com/office/officeart/2005/8/layout/vList2"/>
    <dgm:cxn modelId="{E51A27D6-6B23-45C6-9251-B6E8518792FA}" type="presOf" srcId="{EB53B42E-B55F-4EE8-AA50-9EAE961ACACC}" destId="{8CDEEFB8-5B8B-4842-80BE-19F1EF859179}" srcOrd="0" destOrd="0" presId="urn:microsoft.com/office/officeart/2005/8/layout/vList2"/>
    <dgm:cxn modelId="{5143CFE3-428A-47E7-82DB-74241E3309B8}" type="presOf" srcId="{EF8FBD02-9806-48F5-B70A-BD01E17D42E0}" destId="{B56C045A-8E43-44BE-8619-2752D0F2F8E1}" srcOrd="0" destOrd="0" presId="urn:microsoft.com/office/officeart/2005/8/layout/vList2"/>
    <dgm:cxn modelId="{97EB14F1-8B8B-430B-AC05-BECD28209932}" srcId="{DF4DF8C8-17FE-4EC7-A8BA-4A17CA1BD61C}" destId="{9E644BEC-DA0E-4D00-810C-BB0A9201CEDA}" srcOrd="0" destOrd="0" parTransId="{B2BB078D-D5E6-4BCE-A8B4-49AAFFD1EA41}" sibTransId="{3A777616-CD72-470D-9D76-5F5633AD549B}"/>
    <dgm:cxn modelId="{7530E374-9696-45D8-84F3-1BEDECD010D2}" type="presParOf" srcId="{9502A7B2-3BE4-4D60-B03E-A22462FBA77B}" destId="{70A1A915-3408-49EC-81FA-7A7584A63732}" srcOrd="0" destOrd="0" presId="urn:microsoft.com/office/officeart/2005/8/layout/vList2"/>
    <dgm:cxn modelId="{5792F52B-F1BF-425D-934F-AD6C26D1B4B2}" type="presParOf" srcId="{9502A7B2-3BE4-4D60-B03E-A22462FBA77B}" destId="{A74F002F-4C8C-4720-A7F5-CCBD0AD3A56C}" srcOrd="1" destOrd="0" presId="urn:microsoft.com/office/officeart/2005/8/layout/vList2"/>
    <dgm:cxn modelId="{716A6774-8C76-4AEE-BBC2-B831178CD967}" type="presParOf" srcId="{9502A7B2-3BE4-4D60-B03E-A22462FBA77B}" destId="{B56C045A-8E43-44BE-8619-2752D0F2F8E1}" srcOrd="2" destOrd="0" presId="urn:microsoft.com/office/officeart/2005/8/layout/vList2"/>
    <dgm:cxn modelId="{5A4E21C2-8684-4179-A5EC-DD8A99DAE2A5}" type="presParOf" srcId="{9502A7B2-3BE4-4D60-B03E-A22462FBA77B}" destId="{C3C8BDE9-61DE-44BE-AA2F-579E2402B515}" srcOrd="3" destOrd="0" presId="urn:microsoft.com/office/officeart/2005/8/layout/vList2"/>
    <dgm:cxn modelId="{66999EC1-73DF-45EE-B9F8-AA944783E617}" type="presParOf" srcId="{9502A7B2-3BE4-4D60-B03E-A22462FBA77B}" destId="{81BB05E8-BC47-4FA8-AC2D-6EEE9120B46C}" srcOrd="4" destOrd="0" presId="urn:microsoft.com/office/officeart/2005/8/layout/vList2"/>
    <dgm:cxn modelId="{A187B711-1ED7-4675-8D6F-E4F2586ADCD3}" type="presParOf" srcId="{9502A7B2-3BE4-4D60-B03E-A22462FBA77B}" destId="{BB7D7237-0ADD-4AE8-A992-41BEBC886D27}" srcOrd="5" destOrd="0" presId="urn:microsoft.com/office/officeart/2005/8/layout/vList2"/>
    <dgm:cxn modelId="{11DBD371-453D-4869-84F2-5C6CBB88D49E}" type="presParOf" srcId="{9502A7B2-3BE4-4D60-B03E-A22462FBA77B}" destId="{8CDEEFB8-5B8B-4842-80BE-19F1EF85917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72994D72-DAEA-4550-9D4D-B88096E9A308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81AA7DA-1A8F-4D1C-96D5-750A75339EE6}">
      <dgm:prSet/>
      <dgm:spPr/>
      <dgm:t>
        <a:bodyPr/>
        <a:lstStyle/>
        <a:p>
          <a:r>
            <a:rPr lang="ru-RU"/>
            <a:t>визнання станових привілеїв українського козацтва</a:t>
          </a:r>
          <a:endParaRPr lang="uk-UA"/>
        </a:p>
      </dgm:t>
    </dgm:pt>
    <dgm:pt modelId="{C33CC2C3-A7A2-4C0C-BD9F-37DE1B975B93}" type="parTrans" cxnId="{B9160601-FC84-4E94-8052-3869ECAEFE3D}">
      <dgm:prSet/>
      <dgm:spPr/>
      <dgm:t>
        <a:bodyPr/>
        <a:lstStyle/>
        <a:p>
          <a:endParaRPr lang="uk-UA"/>
        </a:p>
      </dgm:t>
    </dgm:pt>
    <dgm:pt modelId="{A9BBCEDA-1774-41E3-95D9-3421D8227CF3}" type="sibTrans" cxnId="{B9160601-FC84-4E94-8052-3869ECAEFE3D}">
      <dgm:prSet/>
      <dgm:spPr/>
      <dgm:t>
        <a:bodyPr/>
        <a:lstStyle/>
        <a:p>
          <a:endParaRPr lang="uk-UA"/>
        </a:p>
      </dgm:t>
    </dgm:pt>
    <dgm:pt modelId="{7DDB7B3E-C7A0-4DE8-8E3B-53621F8E9C04}">
      <dgm:prSet/>
      <dgm:spPr/>
      <dgm:t>
        <a:bodyPr/>
        <a:lstStyle/>
        <a:p>
          <a:r>
            <a:rPr lang="ru-RU"/>
            <a:t>укладення унії між католицькою і православною церквами</a:t>
          </a:r>
          <a:endParaRPr lang="uk-UA"/>
        </a:p>
      </dgm:t>
    </dgm:pt>
    <dgm:pt modelId="{2301FE84-F945-473F-A397-236BDC26D434}" type="parTrans" cxnId="{7666109D-795E-44C9-BBFA-5F463B529156}">
      <dgm:prSet/>
      <dgm:spPr/>
      <dgm:t>
        <a:bodyPr/>
        <a:lstStyle/>
        <a:p>
          <a:endParaRPr lang="uk-UA"/>
        </a:p>
      </dgm:t>
    </dgm:pt>
    <dgm:pt modelId="{3E36D3D7-61B6-40C9-82D5-1C76515E9E40}" type="sibTrans" cxnId="{7666109D-795E-44C9-BBFA-5F463B529156}">
      <dgm:prSet/>
      <dgm:spPr/>
      <dgm:t>
        <a:bodyPr/>
        <a:lstStyle/>
        <a:p>
          <a:endParaRPr lang="uk-UA"/>
        </a:p>
      </dgm:t>
    </dgm:pt>
    <dgm:pt modelId="{2C2A1F58-1EC2-48BB-8E79-07A13D2C1275}">
      <dgm:prSet/>
      <dgm:spPr/>
      <dgm:t>
        <a:bodyPr/>
        <a:lstStyle/>
        <a:p>
          <a:r>
            <a:rPr lang="ru-RU"/>
            <a:t>ліквідація кріпосної залежності українського селянства</a:t>
          </a:r>
          <a:endParaRPr lang="uk-UA"/>
        </a:p>
      </dgm:t>
    </dgm:pt>
    <dgm:pt modelId="{34E519E2-CA95-451D-9466-0A6BEA4140B2}" type="parTrans" cxnId="{E318D804-D4BE-426B-8C6D-4E49559A375D}">
      <dgm:prSet/>
      <dgm:spPr/>
      <dgm:t>
        <a:bodyPr/>
        <a:lstStyle/>
        <a:p>
          <a:endParaRPr lang="uk-UA"/>
        </a:p>
      </dgm:t>
    </dgm:pt>
    <dgm:pt modelId="{6B2C666B-1A79-42E7-A474-0840E7AA9848}" type="sibTrans" cxnId="{E318D804-D4BE-426B-8C6D-4E49559A375D}">
      <dgm:prSet/>
      <dgm:spPr/>
      <dgm:t>
        <a:bodyPr/>
        <a:lstStyle/>
        <a:p>
          <a:endParaRPr lang="uk-UA"/>
        </a:p>
      </dgm:t>
    </dgm:pt>
    <dgm:pt modelId="{02268E00-58B3-4B85-ADD0-7BA8DB5D82DA}">
      <dgm:prSet/>
      <dgm:spPr/>
      <dgm:t>
        <a:bodyPr/>
        <a:lstStyle/>
        <a:p>
          <a:r>
            <a:rPr lang="ru-RU"/>
            <a:t>захист і підтримка православної церкви</a:t>
          </a:r>
          <a:endParaRPr lang="uk-UA"/>
        </a:p>
      </dgm:t>
    </dgm:pt>
    <dgm:pt modelId="{5668FDDB-CE2F-4A91-A08A-E38C1C4C4215}" type="parTrans" cxnId="{400BB3C2-8927-49AD-A9BF-8D7A536B589D}">
      <dgm:prSet/>
      <dgm:spPr/>
      <dgm:t>
        <a:bodyPr/>
        <a:lstStyle/>
        <a:p>
          <a:endParaRPr lang="uk-UA"/>
        </a:p>
      </dgm:t>
    </dgm:pt>
    <dgm:pt modelId="{DF2EC0B4-B1C8-4AC9-B117-10DA6E2475E7}" type="sibTrans" cxnId="{400BB3C2-8927-49AD-A9BF-8D7A536B589D}">
      <dgm:prSet/>
      <dgm:spPr/>
      <dgm:t>
        <a:bodyPr/>
        <a:lstStyle/>
        <a:p>
          <a:endParaRPr lang="uk-UA"/>
        </a:p>
      </dgm:t>
    </dgm:pt>
    <dgm:pt modelId="{6B003C32-9C79-4C72-912F-04C773945450}" type="pres">
      <dgm:prSet presAssocID="{72994D72-DAEA-4550-9D4D-B88096E9A308}" presName="Name0" presStyleCnt="0">
        <dgm:presLayoutVars>
          <dgm:chMax val="7"/>
          <dgm:chPref val="7"/>
          <dgm:dir/>
        </dgm:presLayoutVars>
      </dgm:prSet>
      <dgm:spPr/>
    </dgm:pt>
    <dgm:pt modelId="{B04986FB-4D18-4033-AF5E-BC46A8A7222A}" type="pres">
      <dgm:prSet presAssocID="{72994D72-DAEA-4550-9D4D-B88096E9A308}" presName="Name1" presStyleCnt="0"/>
      <dgm:spPr/>
    </dgm:pt>
    <dgm:pt modelId="{886E05AB-9802-4963-B937-B8EB6849DD0F}" type="pres">
      <dgm:prSet presAssocID="{72994D72-DAEA-4550-9D4D-B88096E9A308}" presName="cycle" presStyleCnt="0"/>
      <dgm:spPr/>
    </dgm:pt>
    <dgm:pt modelId="{A87D228E-8491-4AC7-B507-032F495FAC70}" type="pres">
      <dgm:prSet presAssocID="{72994D72-DAEA-4550-9D4D-B88096E9A308}" presName="srcNode" presStyleLbl="node1" presStyleIdx="0" presStyleCnt="4"/>
      <dgm:spPr/>
    </dgm:pt>
    <dgm:pt modelId="{9000F1DF-0C54-4D66-9847-7924BF726B73}" type="pres">
      <dgm:prSet presAssocID="{72994D72-DAEA-4550-9D4D-B88096E9A308}" presName="conn" presStyleLbl="parChTrans1D2" presStyleIdx="0" presStyleCnt="1"/>
      <dgm:spPr/>
    </dgm:pt>
    <dgm:pt modelId="{E147AEF1-D4E5-43D1-AB5C-58CABD9B8BDF}" type="pres">
      <dgm:prSet presAssocID="{72994D72-DAEA-4550-9D4D-B88096E9A308}" presName="extraNode" presStyleLbl="node1" presStyleIdx="0" presStyleCnt="4"/>
      <dgm:spPr/>
    </dgm:pt>
    <dgm:pt modelId="{27A102D1-6E23-4D03-8EF0-E827B517A1A3}" type="pres">
      <dgm:prSet presAssocID="{72994D72-DAEA-4550-9D4D-B88096E9A308}" presName="dstNode" presStyleLbl="node1" presStyleIdx="0" presStyleCnt="4"/>
      <dgm:spPr/>
    </dgm:pt>
    <dgm:pt modelId="{3F6D531C-05D6-4402-80CF-D12D95C2B4D6}" type="pres">
      <dgm:prSet presAssocID="{E81AA7DA-1A8F-4D1C-96D5-750A75339EE6}" presName="text_1" presStyleLbl="node1" presStyleIdx="0" presStyleCnt="4">
        <dgm:presLayoutVars>
          <dgm:bulletEnabled val="1"/>
        </dgm:presLayoutVars>
      </dgm:prSet>
      <dgm:spPr/>
    </dgm:pt>
    <dgm:pt modelId="{8C0DC05E-77DB-44F5-9386-777DDE350EA2}" type="pres">
      <dgm:prSet presAssocID="{E81AA7DA-1A8F-4D1C-96D5-750A75339EE6}" presName="accent_1" presStyleCnt="0"/>
      <dgm:spPr/>
    </dgm:pt>
    <dgm:pt modelId="{CB4AD680-0E81-4DA6-A8E1-CEFB8CBD6010}" type="pres">
      <dgm:prSet presAssocID="{E81AA7DA-1A8F-4D1C-96D5-750A75339EE6}" presName="accentRepeatNode" presStyleLbl="solidFgAcc1" presStyleIdx="0" presStyleCnt="4"/>
      <dgm:spPr/>
    </dgm:pt>
    <dgm:pt modelId="{C7D8646F-5680-46BA-B06F-05C1A6BE6FB0}" type="pres">
      <dgm:prSet presAssocID="{7DDB7B3E-C7A0-4DE8-8E3B-53621F8E9C04}" presName="text_2" presStyleLbl="node1" presStyleIdx="1" presStyleCnt="4">
        <dgm:presLayoutVars>
          <dgm:bulletEnabled val="1"/>
        </dgm:presLayoutVars>
      </dgm:prSet>
      <dgm:spPr/>
    </dgm:pt>
    <dgm:pt modelId="{82BB8D0F-0B8A-4517-B603-5BB7F603AC4F}" type="pres">
      <dgm:prSet presAssocID="{7DDB7B3E-C7A0-4DE8-8E3B-53621F8E9C04}" presName="accent_2" presStyleCnt="0"/>
      <dgm:spPr/>
    </dgm:pt>
    <dgm:pt modelId="{8E6BF6F6-9F3B-49DB-B5A9-6BB731779EA5}" type="pres">
      <dgm:prSet presAssocID="{7DDB7B3E-C7A0-4DE8-8E3B-53621F8E9C04}" presName="accentRepeatNode" presStyleLbl="solidFgAcc1" presStyleIdx="1" presStyleCnt="4"/>
      <dgm:spPr/>
    </dgm:pt>
    <dgm:pt modelId="{838883CC-CAE1-4970-93DD-06BC87B4113A}" type="pres">
      <dgm:prSet presAssocID="{2C2A1F58-1EC2-48BB-8E79-07A13D2C1275}" presName="text_3" presStyleLbl="node1" presStyleIdx="2" presStyleCnt="4">
        <dgm:presLayoutVars>
          <dgm:bulletEnabled val="1"/>
        </dgm:presLayoutVars>
      </dgm:prSet>
      <dgm:spPr/>
    </dgm:pt>
    <dgm:pt modelId="{7BDA79BA-07B7-4B5F-B30E-A182F11D2C57}" type="pres">
      <dgm:prSet presAssocID="{2C2A1F58-1EC2-48BB-8E79-07A13D2C1275}" presName="accent_3" presStyleCnt="0"/>
      <dgm:spPr/>
    </dgm:pt>
    <dgm:pt modelId="{E34090C7-DFC4-422B-B9E9-F06D324CCEAE}" type="pres">
      <dgm:prSet presAssocID="{2C2A1F58-1EC2-48BB-8E79-07A13D2C1275}" presName="accentRepeatNode" presStyleLbl="solidFgAcc1" presStyleIdx="2" presStyleCnt="4"/>
      <dgm:spPr/>
    </dgm:pt>
    <dgm:pt modelId="{57224E85-4319-4F80-B01A-62328E58FD9D}" type="pres">
      <dgm:prSet presAssocID="{02268E00-58B3-4B85-ADD0-7BA8DB5D82DA}" presName="text_4" presStyleLbl="node1" presStyleIdx="3" presStyleCnt="4">
        <dgm:presLayoutVars>
          <dgm:bulletEnabled val="1"/>
        </dgm:presLayoutVars>
      </dgm:prSet>
      <dgm:spPr/>
    </dgm:pt>
    <dgm:pt modelId="{07E0A9DB-0511-4988-A4B2-0268FEDBD405}" type="pres">
      <dgm:prSet presAssocID="{02268E00-58B3-4B85-ADD0-7BA8DB5D82DA}" presName="accent_4" presStyleCnt="0"/>
      <dgm:spPr/>
    </dgm:pt>
    <dgm:pt modelId="{72769D37-997E-4B8C-B1C4-D86570B02184}" type="pres">
      <dgm:prSet presAssocID="{02268E00-58B3-4B85-ADD0-7BA8DB5D82DA}" presName="accentRepeatNode" presStyleLbl="solidFgAcc1" presStyleIdx="3" presStyleCnt="4"/>
      <dgm:spPr/>
    </dgm:pt>
  </dgm:ptLst>
  <dgm:cxnLst>
    <dgm:cxn modelId="{B9160601-FC84-4E94-8052-3869ECAEFE3D}" srcId="{72994D72-DAEA-4550-9D4D-B88096E9A308}" destId="{E81AA7DA-1A8F-4D1C-96D5-750A75339EE6}" srcOrd="0" destOrd="0" parTransId="{C33CC2C3-A7A2-4C0C-BD9F-37DE1B975B93}" sibTransId="{A9BBCEDA-1774-41E3-95D9-3421D8227CF3}"/>
    <dgm:cxn modelId="{E318D804-D4BE-426B-8C6D-4E49559A375D}" srcId="{72994D72-DAEA-4550-9D4D-B88096E9A308}" destId="{2C2A1F58-1EC2-48BB-8E79-07A13D2C1275}" srcOrd="2" destOrd="0" parTransId="{34E519E2-CA95-451D-9466-0A6BEA4140B2}" sibTransId="{6B2C666B-1A79-42E7-A474-0840E7AA9848}"/>
    <dgm:cxn modelId="{F3CD0337-DE99-49CF-B57F-76FBA6C2A813}" type="presOf" srcId="{02268E00-58B3-4B85-ADD0-7BA8DB5D82DA}" destId="{57224E85-4319-4F80-B01A-62328E58FD9D}" srcOrd="0" destOrd="0" presId="urn:microsoft.com/office/officeart/2008/layout/VerticalCurvedList"/>
    <dgm:cxn modelId="{0507CB5D-EB39-4CC4-B568-67CA961410DC}" type="presOf" srcId="{7DDB7B3E-C7A0-4DE8-8E3B-53621F8E9C04}" destId="{C7D8646F-5680-46BA-B06F-05C1A6BE6FB0}" srcOrd="0" destOrd="0" presId="urn:microsoft.com/office/officeart/2008/layout/VerticalCurvedList"/>
    <dgm:cxn modelId="{8846C64B-91FD-4BDB-89E8-E8C267966500}" type="presOf" srcId="{2C2A1F58-1EC2-48BB-8E79-07A13D2C1275}" destId="{838883CC-CAE1-4970-93DD-06BC87B4113A}" srcOrd="0" destOrd="0" presId="urn:microsoft.com/office/officeart/2008/layout/VerticalCurvedList"/>
    <dgm:cxn modelId="{68E48B4F-FB04-4650-ADC4-C98CAF0B75A4}" type="presOf" srcId="{A9BBCEDA-1774-41E3-95D9-3421D8227CF3}" destId="{9000F1DF-0C54-4D66-9847-7924BF726B73}" srcOrd="0" destOrd="0" presId="urn:microsoft.com/office/officeart/2008/layout/VerticalCurvedList"/>
    <dgm:cxn modelId="{7666109D-795E-44C9-BBFA-5F463B529156}" srcId="{72994D72-DAEA-4550-9D4D-B88096E9A308}" destId="{7DDB7B3E-C7A0-4DE8-8E3B-53621F8E9C04}" srcOrd="1" destOrd="0" parTransId="{2301FE84-F945-473F-A397-236BDC26D434}" sibTransId="{3E36D3D7-61B6-40C9-82D5-1C76515E9E40}"/>
    <dgm:cxn modelId="{F335FEA4-9F10-4463-80F2-9A12C5E09939}" type="presOf" srcId="{72994D72-DAEA-4550-9D4D-B88096E9A308}" destId="{6B003C32-9C79-4C72-912F-04C773945450}" srcOrd="0" destOrd="0" presId="urn:microsoft.com/office/officeart/2008/layout/VerticalCurvedList"/>
    <dgm:cxn modelId="{400BB3C2-8927-49AD-A9BF-8D7A536B589D}" srcId="{72994D72-DAEA-4550-9D4D-B88096E9A308}" destId="{02268E00-58B3-4B85-ADD0-7BA8DB5D82DA}" srcOrd="3" destOrd="0" parTransId="{5668FDDB-CE2F-4A91-A08A-E38C1C4C4215}" sibTransId="{DF2EC0B4-B1C8-4AC9-B117-10DA6E2475E7}"/>
    <dgm:cxn modelId="{92B886FC-BD4E-48E5-A92D-09777317D963}" type="presOf" srcId="{E81AA7DA-1A8F-4D1C-96D5-750A75339EE6}" destId="{3F6D531C-05D6-4402-80CF-D12D95C2B4D6}" srcOrd="0" destOrd="0" presId="urn:microsoft.com/office/officeart/2008/layout/VerticalCurvedList"/>
    <dgm:cxn modelId="{8816FF90-69F0-4696-BC36-E912C20BD15A}" type="presParOf" srcId="{6B003C32-9C79-4C72-912F-04C773945450}" destId="{B04986FB-4D18-4033-AF5E-BC46A8A7222A}" srcOrd="0" destOrd="0" presId="urn:microsoft.com/office/officeart/2008/layout/VerticalCurvedList"/>
    <dgm:cxn modelId="{D6234E0F-57AE-4C2C-8335-8D9F979A2FD6}" type="presParOf" srcId="{B04986FB-4D18-4033-AF5E-BC46A8A7222A}" destId="{886E05AB-9802-4963-B937-B8EB6849DD0F}" srcOrd="0" destOrd="0" presId="urn:microsoft.com/office/officeart/2008/layout/VerticalCurvedList"/>
    <dgm:cxn modelId="{14402D6C-1FD1-427F-828B-86C589E4C975}" type="presParOf" srcId="{886E05AB-9802-4963-B937-B8EB6849DD0F}" destId="{A87D228E-8491-4AC7-B507-032F495FAC70}" srcOrd="0" destOrd="0" presId="urn:microsoft.com/office/officeart/2008/layout/VerticalCurvedList"/>
    <dgm:cxn modelId="{AD2422DC-3C8B-4D2F-AF96-D03F8E82273B}" type="presParOf" srcId="{886E05AB-9802-4963-B937-B8EB6849DD0F}" destId="{9000F1DF-0C54-4D66-9847-7924BF726B73}" srcOrd="1" destOrd="0" presId="urn:microsoft.com/office/officeart/2008/layout/VerticalCurvedList"/>
    <dgm:cxn modelId="{C9FC925B-9A24-4E25-90DE-F35AF7F9BBB5}" type="presParOf" srcId="{886E05AB-9802-4963-B937-B8EB6849DD0F}" destId="{E147AEF1-D4E5-43D1-AB5C-58CABD9B8BDF}" srcOrd="2" destOrd="0" presId="urn:microsoft.com/office/officeart/2008/layout/VerticalCurvedList"/>
    <dgm:cxn modelId="{77A52FE1-9F43-4427-B909-9C494B62BDFD}" type="presParOf" srcId="{886E05AB-9802-4963-B937-B8EB6849DD0F}" destId="{27A102D1-6E23-4D03-8EF0-E827B517A1A3}" srcOrd="3" destOrd="0" presId="urn:microsoft.com/office/officeart/2008/layout/VerticalCurvedList"/>
    <dgm:cxn modelId="{E67F9EC2-FCE3-4A5C-A197-5DDFE8EEE59C}" type="presParOf" srcId="{B04986FB-4D18-4033-AF5E-BC46A8A7222A}" destId="{3F6D531C-05D6-4402-80CF-D12D95C2B4D6}" srcOrd="1" destOrd="0" presId="urn:microsoft.com/office/officeart/2008/layout/VerticalCurvedList"/>
    <dgm:cxn modelId="{D17E721B-C9EF-41D7-9D38-CB4AB8F17084}" type="presParOf" srcId="{B04986FB-4D18-4033-AF5E-BC46A8A7222A}" destId="{8C0DC05E-77DB-44F5-9386-777DDE350EA2}" srcOrd="2" destOrd="0" presId="urn:microsoft.com/office/officeart/2008/layout/VerticalCurvedList"/>
    <dgm:cxn modelId="{8AA5FD14-D4AD-48EA-B887-29C590148AC6}" type="presParOf" srcId="{8C0DC05E-77DB-44F5-9386-777DDE350EA2}" destId="{CB4AD680-0E81-4DA6-A8E1-CEFB8CBD6010}" srcOrd="0" destOrd="0" presId="urn:microsoft.com/office/officeart/2008/layout/VerticalCurvedList"/>
    <dgm:cxn modelId="{5974B77F-C20D-4A19-A348-DD6E7530AFCD}" type="presParOf" srcId="{B04986FB-4D18-4033-AF5E-BC46A8A7222A}" destId="{C7D8646F-5680-46BA-B06F-05C1A6BE6FB0}" srcOrd="3" destOrd="0" presId="urn:microsoft.com/office/officeart/2008/layout/VerticalCurvedList"/>
    <dgm:cxn modelId="{E9F4EB26-03AA-4414-B0BB-4FB10C8F0008}" type="presParOf" srcId="{B04986FB-4D18-4033-AF5E-BC46A8A7222A}" destId="{82BB8D0F-0B8A-4517-B603-5BB7F603AC4F}" srcOrd="4" destOrd="0" presId="urn:microsoft.com/office/officeart/2008/layout/VerticalCurvedList"/>
    <dgm:cxn modelId="{E50C27ED-F8BF-41E5-8D81-A23BEAC09484}" type="presParOf" srcId="{82BB8D0F-0B8A-4517-B603-5BB7F603AC4F}" destId="{8E6BF6F6-9F3B-49DB-B5A9-6BB731779EA5}" srcOrd="0" destOrd="0" presId="urn:microsoft.com/office/officeart/2008/layout/VerticalCurvedList"/>
    <dgm:cxn modelId="{9BF34A45-930E-49D3-9493-3C826A885E6E}" type="presParOf" srcId="{B04986FB-4D18-4033-AF5E-BC46A8A7222A}" destId="{838883CC-CAE1-4970-93DD-06BC87B4113A}" srcOrd="5" destOrd="0" presId="urn:microsoft.com/office/officeart/2008/layout/VerticalCurvedList"/>
    <dgm:cxn modelId="{68B211BF-860D-4440-9BCD-E08F7B3BF298}" type="presParOf" srcId="{B04986FB-4D18-4033-AF5E-BC46A8A7222A}" destId="{7BDA79BA-07B7-4B5F-B30E-A182F11D2C57}" srcOrd="6" destOrd="0" presId="urn:microsoft.com/office/officeart/2008/layout/VerticalCurvedList"/>
    <dgm:cxn modelId="{D2334186-9BF3-4F37-999B-10A9A47ADDEC}" type="presParOf" srcId="{7BDA79BA-07B7-4B5F-B30E-A182F11D2C57}" destId="{E34090C7-DFC4-422B-B9E9-F06D324CCEAE}" srcOrd="0" destOrd="0" presId="urn:microsoft.com/office/officeart/2008/layout/VerticalCurvedList"/>
    <dgm:cxn modelId="{1471A4BC-F00A-4F49-A8F0-49E98CED0321}" type="presParOf" srcId="{B04986FB-4D18-4033-AF5E-BC46A8A7222A}" destId="{57224E85-4319-4F80-B01A-62328E58FD9D}" srcOrd="7" destOrd="0" presId="urn:microsoft.com/office/officeart/2008/layout/VerticalCurvedList"/>
    <dgm:cxn modelId="{40CD863E-BAB1-4D49-963D-FC9B225A6253}" type="presParOf" srcId="{B04986FB-4D18-4033-AF5E-BC46A8A7222A}" destId="{07E0A9DB-0511-4988-A4B2-0268FEDBD405}" srcOrd="8" destOrd="0" presId="urn:microsoft.com/office/officeart/2008/layout/VerticalCurvedList"/>
    <dgm:cxn modelId="{AA30C8FA-E4E2-4FF7-A1FE-A8EF1F7F6120}" type="presParOf" srcId="{07E0A9DB-0511-4988-A4B2-0268FEDBD405}" destId="{72769D37-997E-4B8C-B1C4-D86570B02184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D81B7BEE-7FB0-4FDE-92EF-900128CE636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A2528DC-E595-45DD-BC1E-913FEF851BEA}">
      <dgm:prSet/>
      <dgm:spPr/>
      <dgm:t>
        <a:bodyPr/>
        <a:lstStyle/>
        <a:p>
          <a:r>
            <a:rPr lang="ru-RU"/>
            <a:t>корпоративні об’єднання ремісників споріднених спеціальностей у містах, що користувалися магдебурзьким правом у </a:t>
          </a:r>
          <a:r>
            <a:rPr lang="en-US"/>
            <a:t>XV–XVI </a:t>
          </a:r>
          <a:r>
            <a:rPr lang="ru-RU"/>
            <a:t>ст.</a:t>
          </a:r>
          <a:endParaRPr lang="uk-UA"/>
        </a:p>
      </dgm:t>
    </dgm:pt>
    <dgm:pt modelId="{9002A815-D471-42C0-BFCA-1024A0FD3468}" type="parTrans" cxnId="{C83DF934-68C9-4D16-B602-FB50B57B1660}">
      <dgm:prSet/>
      <dgm:spPr/>
      <dgm:t>
        <a:bodyPr/>
        <a:lstStyle/>
        <a:p>
          <a:endParaRPr lang="uk-UA"/>
        </a:p>
      </dgm:t>
    </dgm:pt>
    <dgm:pt modelId="{EA479A38-8874-44F3-A5ED-ECBF3DD971A5}" type="sibTrans" cxnId="{C83DF934-68C9-4D16-B602-FB50B57B1660}">
      <dgm:prSet/>
      <dgm:spPr/>
      <dgm:t>
        <a:bodyPr/>
        <a:lstStyle/>
        <a:p>
          <a:endParaRPr lang="uk-UA"/>
        </a:p>
      </dgm:t>
    </dgm:pt>
    <dgm:pt modelId="{B85F3F56-5F2A-4A91-817C-9671AA55B36D}">
      <dgm:prSet/>
      <dgm:spPr/>
      <dgm:t>
        <a:bodyPr/>
        <a:lstStyle/>
        <a:p>
          <a:r>
            <a:rPr lang="ru-RU"/>
            <a:t>доброчинні товариства української шляхти, які опікувалися будівництвом православних храмів власним коштом у </a:t>
          </a:r>
          <a:r>
            <a:rPr lang="en-US"/>
            <a:t>XVI </a:t>
          </a:r>
          <a:r>
            <a:rPr lang="ru-RU"/>
            <a:t>ст.</a:t>
          </a:r>
          <a:endParaRPr lang="uk-UA"/>
        </a:p>
      </dgm:t>
    </dgm:pt>
    <dgm:pt modelId="{A73031B6-36F1-442A-A318-BFFB52E21EDF}" type="parTrans" cxnId="{08A37B69-7C27-4AFA-B792-E585EBF43CB5}">
      <dgm:prSet/>
      <dgm:spPr/>
      <dgm:t>
        <a:bodyPr/>
        <a:lstStyle/>
        <a:p>
          <a:endParaRPr lang="uk-UA"/>
        </a:p>
      </dgm:t>
    </dgm:pt>
    <dgm:pt modelId="{2CA35EDA-5658-45D1-BEDC-34B24AC22FF8}" type="sibTrans" cxnId="{08A37B69-7C27-4AFA-B792-E585EBF43CB5}">
      <dgm:prSet/>
      <dgm:spPr/>
      <dgm:t>
        <a:bodyPr/>
        <a:lstStyle/>
        <a:p>
          <a:endParaRPr lang="uk-UA"/>
        </a:p>
      </dgm:t>
    </dgm:pt>
    <dgm:pt modelId="{4C90F613-E5E0-4082-A566-0C1843B1BB4D}" type="pres">
      <dgm:prSet presAssocID="{D81B7BEE-7FB0-4FDE-92EF-900128CE6369}" presName="linear" presStyleCnt="0">
        <dgm:presLayoutVars>
          <dgm:animLvl val="lvl"/>
          <dgm:resizeHandles val="exact"/>
        </dgm:presLayoutVars>
      </dgm:prSet>
      <dgm:spPr/>
    </dgm:pt>
    <dgm:pt modelId="{210CAE78-B17D-4236-AB94-978F3D6FEACF}" type="pres">
      <dgm:prSet presAssocID="{AA2528DC-E595-45DD-BC1E-913FEF851BE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D739AD8-429F-489D-AD83-48979E523E92}" type="pres">
      <dgm:prSet presAssocID="{EA479A38-8874-44F3-A5ED-ECBF3DD971A5}" presName="spacer" presStyleCnt="0"/>
      <dgm:spPr/>
    </dgm:pt>
    <dgm:pt modelId="{6FD8BB2F-11C4-4B35-A8B1-B1CD6843EF6C}" type="pres">
      <dgm:prSet presAssocID="{B85F3F56-5F2A-4A91-817C-9671AA55B36D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C3FA3031-DA43-4BF4-9F80-1EC94D666D1D}" type="presOf" srcId="{AA2528DC-E595-45DD-BC1E-913FEF851BEA}" destId="{210CAE78-B17D-4236-AB94-978F3D6FEACF}" srcOrd="0" destOrd="0" presId="urn:microsoft.com/office/officeart/2005/8/layout/vList2"/>
    <dgm:cxn modelId="{C83DF934-68C9-4D16-B602-FB50B57B1660}" srcId="{D81B7BEE-7FB0-4FDE-92EF-900128CE6369}" destId="{AA2528DC-E595-45DD-BC1E-913FEF851BEA}" srcOrd="0" destOrd="0" parTransId="{9002A815-D471-42C0-BFCA-1024A0FD3468}" sibTransId="{EA479A38-8874-44F3-A5ED-ECBF3DD971A5}"/>
    <dgm:cxn modelId="{08A37B69-7C27-4AFA-B792-E585EBF43CB5}" srcId="{D81B7BEE-7FB0-4FDE-92EF-900128CE6369}" destId="{B85F3F56-5F2A-4A91-817C-9671AA55B36D}" srcOrd="1" destOrd="0" parTransId="{A73031B6-36F1-442A-A318-BFFB52E21EDF}" sibTransId="{2CA35EDA-5658-45D1-BEDC-34B24AC22FF8}"/>
    <dgm:cxn modelId="{89A83DAB-2700-439C-8228-5B9D2AA05563}" type="presOf" srcId="{B85F3F56-5F2A-4A91-817C-9671AA55B36D}" destId="{6FD8BB2F-11C4-4B35-A8B1-B1CD6843EF6C}" srcOrd="0" destOrd="0" presId="urn:microsoft.com/office/officeart/2005/8/layout/vList2"/>
    <dgm:cxn modelId="{6D52A3CC-990C-495D-A57C-26A3F77D2CA8}" type="presOf" srcId="{D81B7BEE-7FB0-4FDE-92EF-900128CE6369}" destId="{4C90F613-E5E0-4082-A566-0C1843B1BB4D}" srcOrd="0" destOrd="0" presId="urn:microsoft.com/office/officeart/2005/8/layout/vList2"/>
    <dgm:cxn modelId="{D16B10BF-5574-4E7B-A2C9-D79833843D9F}" type="presParOf" srcId="{4C90F613-E5E0-4082-A566-0C1843B1BB4D}" destId="{210CAE78-B17D-4236-AB94-978F3D6FEACF}" srcOrd="0" destOrd="0" presId="urn:microsoft.com/office/officeart/2005/8/layout/vList2"/>
    <dgm:cxn modelId="{5D52FE75-3EAF-4116-B086-01C1028CDFB6}" type="presParOf" srcId="{4C90F613-E5E0-4082-A566-0C1843B1BB4D}" destId="{3D739AD8-429F-489D-AD83-48979E523E92}" srcOrd="1" destOrd="0" presId="urn:microsoft.com/office/officeart/2005/8/layout/vList2"/>
    <dgm:cxn modelId="{0F21188B-34C4-4D2A-A47E-2AD148ADBD95}" type="presParOf" srcId="{4C90F613-E5E0-4082-A566-0C1843B1BB4D}" destId="{6FD8BB2F-11C4-4B35-A8B1-B1CD6843EF6C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CF2E2025-E168-4671-8C92-1848D7893B8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2E84564B-B406-4F2C-99A9-8BA409A88855}">
      <dgm:prSet/>
      <dgm:spPr/>
      <dgm:t>
        <a:bodyPr/>
        <a:lstStyle/>
        <a:p>
          <a:r>
            <a:rPr lang="ru-RU"/>
            <a:t>об’єднання реєстрового козацтва та духовенства, які здійснювали контроль за діяльністю вищих православних церковних ієрархів у </a:t>
          </a:r>
          <a:r>
            <a:rPr lang="en-US"/>
            <a:t>XV–XVI </a:t>
          </a:r>
          <a:r>
            <a:rPr lang="ru-RU"/>
            <a:t>ст.</a:t>
          </a:r>
          <a:endParaRPr lang="uk-UA"/>
        </a:p>
      </dgm:t>
    </dgm:pt>
    <dgm:pt modelId="{30E6E938-3AF6-4F50-BD4C-F1073AE63A56}" type="parTrans" cxnId="{F2463915-9C9A-4EC0-ADFD-4495CE36C477}">
      <dgm:prSet/>
      <dgm:spPr/>
      <dgm:t>
        <a:bodyPr/>
        <a:lstStyle/>
        <a:p>
          <a:endParaRPr lang="uk-UA"/>
        </a:p>
      </dgm:t>
    </dgm:pt>
    <dgm:pt modelId="{791B4DE7-F961-4106-ACB0-4AF99299C73F}" type="sibTrans" cxnId="{F2463915-9C9A-4EC0-ADFD-4495CE36C477}">
      <dgm:prSet/>
      <dgm:spPr/>
      <dgm:t>
        <a:bodyPr/>
        <a:lstStyle/>
        <a:p>
          <a:endParaRPr lang="uk-UA"/>
        </a:p>
      </dgm:t>
    </dgm:pt>
    <dgm:pt modelId="{260F744E-ACE7-4309-BEBE-232F349B2776}">
      <dgm:prSet/>
      <dgm:spPr/>
      <dgm:t>
        <a:bodyPr/>
        <a:lstStyle/>
        <a:p>
          <a:r>
            <a:rPr lang="ru-RU"/>
            <a:t>релігійно-громадські організації міщан при православних церквах на українських землях наприкінці </a:t>
          </a:r>
          <a:r>
            <a:rPr lang="en-US"/>
            <a:t>XVI–XVII </a:t>
          </a:r>
          <a:r>
            <a:rPr lang="ru-RU"/>
            <a:t>ст.</a:t>
          </a:r>
          <a:endParaRPr lang="uk-UA"/>
        </a:p>
      </dgm:t>
    </dgm:pt>
    <dgm:pt modelId="{CFF62AA8-D0ED-461A-BFB8-7108E2959BCC}" type="parTrans" cxnId="{4B6530FB-2A06-4E76-9FBD-65CAC5E2E06C}">
      <dgm:prSet/>
      <dgm:spPr/>
      <dgm:t>
        <a:bodyPr/>
        <a:lstStyle/>
        <a:p>
          <a:endParaRPr lang="uk-UA"/>
        </a:p>
      </dgm:t>
    </dgm:pt>
    <dgm:pt modelId="{A03364E7-290E-4847-931A-2C5EFF196B77}" type="sibTrans" cxnId="{4B6530FB-2A06-4E76-9FBD-65CAC5E2E06C}">
      <dgm:prSet/>
      <dgm:spPr/>
      <dgm:t>
        <a:bodyPr/>
        <a:lstStyle/>
        <a:p>
          <a:endParaRPr lang="uk-UA"/>
        </a:p>
      </dgm:t>
    </dgm:pt>
    <dgm:pt modelId="{4AC8AAAC-30D0-4E63-96D9-6EB5BBCD2E3D}" type="pres">
      <dgm:prSet presAssocID="{CF2E2025-E168-4671-8C92-1848D7893B83}" presName="linear" presStyleCnt="0">
        <dgm:presLayoutVars>
          <dgm:animLvl val="lvl"/>
          <dgm:resizeHandles val="exact"/>
        </dgm:presLayoutVars>
      </dgm:prSet>
      <dgm:spPr/>
    </dgm:pt>
    <dgm:pt modelId="{14939D64-4585-479C-A73C-7463B801675D}" type="pres">
      <dgm:prSet presAssocID="{2E84564B-B406-4F2C-99A9-8BA409A8885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E4A88A7-539D-4B5A-985C-E14E4AE0FCDF}" type="pres">
      <dgm:prSet presAssocID="{791B4DE7-F961-4106-ACB0-4AF99299C73F}" presName="spacer" presStyleCnt="0"/>
      <dgm:spPr/>
    </dgm:pt>
    <dgm:pt modelId="{38523CF8-2CE7-4CA4-B6F1-26445E954889}" type="pres">
      <dgm:prSet presAssocID="{260F744E-ACE7-4309-BEBE-232F349B2776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E11B5404-E8BE-463A-A97B-98837E361C94}" type="presOf" srcId="{260F744E-ACE7-4309-BEBE-232F349B2776}" destId="{38523CF8-2CE7-4CA4-B6F1-26445E954889}" srcOrd="0" destOrd="0" presId="urn:microsoft.com/office/officeart/2005/8/layout/vList2"/>
    <dgm:cxn modelId="{F2463915-9C9A-4EC0-ADFD-4495CE36C477}" srcId="{CF2E2025-E168-4671-8C92-1848D7893B83}" destId="{2E84564B-B406-4F2C-99A9-8BA409A88855}" srcOrd="0" destOrd="0" parTransId="{30E6E938-3AF6-4F50-BD4C-F1073AE63A56}" sibTransId="{791B4DE7-F961-4106-ACB0-4AF99299C73F}"/>
    <dgm:cxn modelId="{3B9B2821-423F-48AB-A442-D30A5147CCC0}" type="presOf" srcId="{CF2E2025-E168-4671-8C92-1848D7893B83}" destId="{4AC8AAAC-30D0-4E63-96D9-6EB5BBCD2E3D}" srcOrd="0" destOrd="0" presId="urn:microsoft.com/office/officeart/2005/8/layout/vList2"/>
    <dgm:cxn modelId="{ABA68164-711A-4BD2-B78B-6540262C2F55}" type="presOf" srcId="{2E84564B-B406-4F2C-99A9-8BA409A88855}" destId="{14939D64-4585-479C-A73C-7463B801675D}" srcOrd="0" destOrd="0" presId="urn:microsoft.com/office/officeart/2005/8/layout/vList2"/>
    <dgm:cxn modelId="{4B6530FB-2A06-4E76-9FBD-65CAC5E2E06C}" srcId="{CF2E2025-E168-4671-8C92-1848D7893B83}" destId="{260F744E-ACE7-4309-BEBE-232F349B2776}" srcOrd="1" destOrd="0" parTransId="{CFF62AA8-D0ED-461A-BFB8-7108E2959BCC}" sibTransId="{A03364E7-290E-4847-931A-2C5EFF196B77}"/>
    <dgm:cxn modelId="{B38289AE-27EB-47BA-AB46-709FB46B6A07}" type="presParOf" srcId="{4AC8AAAC-30D0-4E63-96D9-6EB5BBCD2E3D}" destId="{14939D64-4585-479C-A73C-7463B801675D}" srcOrd="0" destOrd="0" presId="urn:microsoft.com/office/officeart/2005/8/layout/vList2"/>
    <dgm:cxn modelId="{3C4FFC71-46B5-4C05-8CEA-DEDC3832AEBB}" type="presParOf" srcId="{4AC8AAAC-30D0-4E63-96D9-6EB5BBCD2E3D}" destId="{DE4A88A7-539D-4B5A-985C-E14E4AE0FCDF}" srcOrd="1" destOrd="0" presId="urn:microsoft.com/office/officeart/2005/8/layout/vList2"/>
    <dgm:cxn modelId="{43EC788A-D5B4-4741-8C11-501985024FF9}" type="presParOf" srcId="{4AC8AAAC-30D0-4E63-96D9-6EB5BBCD2E3D}" destId="{38523CF8-2CE7-4CA4-B6F1-26445E954889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548DB455-EBCD-49C7-89FA-AABD64F9EAC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F1248F14-5817-4775-B42F-E16209C280CD}">
      <dgm:prSet/>
      <dgm:spPr/>
      <dgm:t>
        <a:bodyPr/>
        <a:lstStyle/>
        <a:p>
          <a:r>
            <a:rPr lang="ru-RU" b="0" i="0"/>
            <a:t>Іван Федоров</a:t>
          </a:r>
          <a:endParaRPr lang="uk-UA"/>
        </a:p>
      </dgm:t>
    </dgm:pt>
    <dgm:pt modelId="{EEB0613C-24BB-41FD-BA23-E32DDCEC52B4}" type="parTrans" cxnId="{6F11DA89-DFAE-4977-AF47-6B3AE4212728}">
      <dgm:prSet/>
      <dgm:spPr/>
      <dgm:t>
        <a:bodyPr/>
        <a:lstStyle/>
        <a:p>
          <a:endParaRPr lang="uk-UA"/>
        </a:p>
      </dgm:t>
    </dgm:pt>
    <dgm:pt modelId="{02166305-DDAC-4213-94AD-96489524DD25}" type="sibTrans" cxnId="{6F11DA89-DFAE-4977-AF47-6B3AE4212728}">
      <dgm:prSet/>
      <dgm:spPr/>
      <dgm:t>
        <a:bodyPr/>
        <a:lstStyle/>
        <a:p>
          <a:endParaRPr lang="uk-UA"/>
        </a:p>
      </dgm:t>
    </dgm:pt>
    <dgm:pt modelId="{F21774BF-5268-4BAB-BC12-46011D14E12B}">
      <dgm:prSet/>
      <dgm:spPr/>
      <dgm:t>
        <a:bodyPr/>
        <a:lstStyle/>
        <a:p>
          <a:r>
            <a:rPr lang="ru-RU" b="0" i="0"/>
            <a:t>Швайпольт Фіоль</a:t>
          </a:r>
          <a:endParaRPr lang="uk-UA"/>
        </a:p>
      </dgm:t>
    </dgm:pt>
    <dgm:pt modelId="{4377BC86-6724-4444-81DE-3534ED320B4D}" type="parTrans" cxnId="{54FFA9EB-CEB7-4E5B-ABBB-41E5116142AB}">
      <dgm:prSet/>
      <dgm:spPr/>
      <dgm:t>
        <a:bodyPr/>
        <a:lstStyle/>
        <a:p>
          <a:endParaRPr lang="uk-UA"/>
        </a:p>
      </dgm:t>
    </dgm:pt>
    <dgm:pt modelId="{ADF4836D-A175-4BBF-8CC3-DDCB154B09C0}" type="sibTrans" cxnId="{54FFA9EB-CEB7-4E5B-ABBB-41E5116142AB}">
      <dgm:prSet/>
      <dgm:spPr/>
      <dgm:t>
        <a:bodyPr/>
        <a:lstStyle/>
        <a:p>
          <a:endParaRPr lang="uk-UA"/>
        </a:p>
      </dgm:t>
    </dgm:pt>
    <dgm:pt modelId="{122FDF95-2B2B-4CA6-B532-30A0AB2B8DE5}">
      <dgm:prSet/>
      <dgm:spPr/>
      <dgm:t>
        <a:bodyPr/>
        <a:lstStyle/>
        <a:p>
          <a:r>
            <a:rPr lang="ru-RU" b="0" i="0"/>
            <a:t>Йоган Гутенберг</a:t>
          </a:r>
          <a:endParaRPr lang="uk-UA"/>
        </a:p>
      </dgm:t>
    </dgm:pt>
    <dgm:pt modelId="{A9DF0107-2ED0-44F1-950F-D3B136694FF4}" type="parTrans" cxnId="{B2556B48-0F7E-4A08-9CF4-75453990B309}">
      <dgm:prSet/>
      <dgm:spPr/>
      <dgm:t>
        <a:bodyPr/>
        <a:lstStyle/>
        <a:p>
          <a:endParaRPr lang="uk-UA"/>
        </a:p>
      </dgm:t>
    </dgm:pt>
    <dgm:pt modelId="{BF488FA6-072E-47D9-89C6-151EB1256B95}" type="sibTrans" cxnId="{B2556B48-0F7E-4A08-9CF4-75453990B309}">
      <dgm:prSet/>
      <dgm:spPr/>
      <dgm:t>
        <a:bodyPr/>
        <a:lstStyle/>
        <a:p>
          <a:endParaRPr lang="uk-UA"/>
        </a:p>
      </dgm:t>
    </dgm:pt>
    <dgm:pt modelId="{B403E93F-2B8C-415B-8FBB-2695E63DBF74}">
      <dgm:prSet/>
      <dgm:spPr/>
      <dgm:t>
        <a:bodyPr/>
        <a:lstStyle/>
        <a:p>
          <a:r>
            <a:rPr lang="ru-RU" b="0" i="0"/>
            <a:t>Франциск Скорина</a:t>
          </a:r>
          <a:endParaRPr lang="uk-UA"/>
        </a:p>
      </dgm:t>
    </dgm:pt>
    <dgm:pt modelId="{29783642-74F0-4D98-81BC-791718414DB4}" type="parTrans" cxnId="{0059AB25-59A4-4F78-BC6D-476BD3BDDF25}">
      <dgm:prSet/>
      <dgm:spPr/>
      <dgm:t>
        <a:bodyPr/>
        <a:lstStyle/>
        <a:p>
          <a:endParaRPr lang="uk-UA"/>
        </a:p>
      </dgm:t>
    </dgm:pt>
    <dgm:pt modelId="{FB812BFA-FE22-49F9-B616-148B406A9FA5}" type="sibTrans" cxnId="{0059AB25-59A4-4F78-BC6D-476BD3BDDF25}">
      <dgm:prSet/>
      <dgm:spPr/>
      <dgm:t>
        <a:bodyPr/>
        <a:lstStyle/>
        <a:p>
          <a:endParaRPr lang="uk-UA"/>
        </a:p>
      </dgm:t>
    </dgm:pt>
    <dgm:pt modelId="{7B424312-8D7B-408D-91DE-76F8FD399B1C}" type="pres">
      <dgm:prSet presAssocID="{548DB455-EBCD-49C7-89FA-AABD64F9EAC4}" presName="linear" presStyleCnt="0">
        <dgm:presLayoutVars>
          <dgm:animLvl val="lvl"/>
          <dgm:resizeHandles val="exact"/>
        </dgm:presLayoutVars>
      </dgm:prSet>
      <dgm:spPr/>
    </dgm:pt>
    <dgm:pt modelId="{FC2A2B5A-06AA-4F3D-A2EB-BB3064AA146D}" type="pres">
      <dgm:prSet presAssocID="{F1248F14-5817-4775-B42F-E16209C280C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2FC27E9-31C0-411F-9E4D-AE6A995AF3F6}" type="pres">
      <dgm:prSet presAssocID="{02166305-DDAC-4213-94AD-96489524DD25}" presName="spacer" presStyleCnt="0"/>
      <dgm:spPr/>
    </dgm:pt>
    <dgm:pt modelId="{4789BA34-294C-4A24-845D-9D304C41C222}" type="pres">
      <dgm:prSet presAssocID="{F21774BF-5268-4BAB-BC12-46011D14E12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18611C3-5EAB-4F80-834D-A7D91E827FB9}" type="pres">
      <dgm:prSet presAssocID="{ADF4836D-A175-4BBF-8CC3-DDCB154B09C0}" presName="spacer" presStyleCnt="0"/>
      <dgm:spPr/>
    </dgm:pt>
    <dgm:pt modelId="{C54AED13-D327-4B69-8506-0F8D14EF3259}" type="pres">
      <dgm:prSet presAssocID="{122FDF95-2B2B-4CA6-B532-30A0AB2B8DE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705B2F3-869F-4A8A-9A7E-87714ACF134D}" type="pres">
      <dgm:prSet presAssocID="{BF488FA6-072E-47D9-89C6-151EB1256B95}" presName="spacer" presStyleCnt="0"/>
      <dgm:spPr/>
    </dgm:pt>
    <dgm:pt modelId="{D09B8834-C802-4B4B-BA33-F322973EE81E}" type="pres">
      <dgm:prSet presAssocID="{B403E93F-2B8C-415B-8FBB-2695E63DBF7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F8CEB02-B873-4764-8B70-4491D7B09BD6}" type="presOf" srcId="{122FDF95-2B2B-4CA6-B532-30A0AB2B8DE5}" destId="{C54AED13-D327-4B69-8506-0F8D14EF3259}" srcOrd="0" destOrd="0" presId="urn:microsoft.com/office/officeart/2005/8/layout/vList2"/>
    <dgm:cxn modelId="{0059AB25-59A4-4F78-BC6D-476BD3BDDF25}" srcId="{548DB455-EBCD-49C7-89FA-AABD64F9EAC4}" destId="{B403E93F-2B8C-415B-8FBB-2695E63DBF74}" srcOrd="3" destOrd="0" parTransId="{29783642-74F0-4D98-81BC-791718414DB4}" sibTransId="{FB812BFA-FE22-49F9-B616-148B406A9FA5}"/>
    <dgm:cxn modelId="{B2556B48-0F7E-4A08-9CF4-75453990B309}" srcId="{548DB455-EBCD-49C7-89FA-AABD64F9EAC4}" destId="{122FDF95-2B2B-4CA6-B532-30A0AB2B8DE5}" srcOrd="2" destOrd="0" parTransId="{A9DF0107-2ED0-44F1-950F-D3B136694FF4}" sibTransId="{BF488FA6-072E-47D9-89C6-151EB1256B95}"/>
    <dgm:cxn modelId="{601D9A87-27F2-492B-8D52-ECB593B25A09}" type="presOf" srcId="{F21774BF-5268-4BAB-BC12-46011D14E12B}" destId="{4789BA34-294C-4A24-845D-9D304C41C222}" srcOrd="0" destOrd="0" presId="urn:microsoft.com/office/officeart/2005/8/layout/vList2"/>
    <dgm:cxn modelId="{6F11DA89-DFAE-4977-AF47-6B3AE4212728}" srcId="{548DB455-EBCD-49C7-89FA-AABD64F9EAC4}" destId="{F1248F14-5817-4775-B42F-E16209C280CD}" srcOrd="0" destOrd="0" parTransId="{EEB0613C-24BB-41FD-BA23-E32DDCEC52B4}" sibTransId="{02166305-DDAC-4213-94AD-96489524DD25}"/>
    <dgm:cxn modelId="{5F63C98C-A6A4-402A-8ACB-DBD9CA06DE1D}" type="presOf" srcId="{F1248F14-5817-4775-B42F-E16209C280CD}" destId="{FC2A2B5A-06AA-4F3D-A2EB-BB3064AA146D}" srcOrd="0" destOrd="0" presId="urn:microsoft.com/office/officeart/2005/8/layout/vList2"/>
    <dgm:cxn modelId="{3665C5A0-E3E7-49D7-A66D-920A0AE28AEE}" type="presOf" srcId="{B403E93F-2B8C-415B-8FBB-2695E63DBF74}" destId="{D09B8834-C802-4B4B-BA33-F322973EE81E}" srcOrd="0" destOrd="0" presId="urn:microsoft.com/office/officeart/2005/8/layout/vList2"/>
    <dgm:cxn modelId="{92FCF3CD-2FFF-4A65-96AE-95C784198F3D}" type="presOf" srcId="{548DB455-EBCD-49C7-89FA-AABD64F9EAC4}" destId="{7B424312-8D7B-408D-91DE-76F8FD399B1C}" srcOrd="0" destOrd="0" presId="urn:microsoft.com/office/officeart/2005/8/layout/vList2"/>
    <dgm:cxn modelId="{54FFA9EB-CEB7-4E5B-ABBB-41E5116142AB}" srcId="{548DB455-EBCD-49C7-89FA-AABD64F9EAC4}" destId="{F21774BF-5268-4BAB-BC12-46011D14E12B}" srcOrd="1" destOrd="0" parTransId="{4377BC86-6724-4444-81DE-3534ED320B4D}" sibTransId="{ADF4836D-A175-4BBF-8CC3-DDCB154B09C0}"/>
    <dgm:cxn modelId="{8FEA7DF9-F00D-4FD0-A3C5-227C72171AE0}" type="presParOf" srcId="{7B424312-8D7B-408D-91DE-76F8FD399B1C}" destId="{FC2A2B5A-06AA-4F3D-A2EB-BB3064AA146D}" srcOrd="0" destOrd="0" presId="urn:microsoft.com/office/officeart/2005/8/layout/vList2"/>
    <dgm:cxn modelId="{79B26241-8785-48BD-A17E-D899F14D9820}" type="presParOf" srcId="{7B424312-8D7B-408D-91DE-76F8FD399B1C}" destId="{02FC27E9-31C0-411F-9E4D-AE6A995AF3F6}" srcOrd="1" destOrd="0" presId="urn:microsoft.com/office/officeart/2005/8/layout/vList2"/>
    <dgm:cxn modelId="{5C720247-2652-49DE-AC01-95A2A620F7E8}" type="presParOf" srcId="{7B424312-8D7B-408D-91DE-76F8FD399B1C}" destId="{4789BA34-294C-4A24-845D-9D304C41C222}" srcOrd="2" destOrd="0" presId="urn:microsoft.com/office/officeart/2005/8/layout/vList2"/>
    <dgm:cxn modelId="{92B3513C-0384-4932-8840-47388EA3684B}" type="presParOf" srcId="{7B424312-8D7B-408D-91DE-76F8FD399B1C}" destId="{018611C3-5EAB-4F80-834D-A7D91E827FB9}" srcOrd="3" destOrd="0" presId="urn:microsoft.com/office/officeart/2005/8/layout/vList2"/>
    <dgm:cxn modelId="{31103E2D-1A0D-4961-BF39-2803F0D4A270}" type="presParOf" srcId="{7B424312-8D7B-408D-91DE-76F8FD399B1C}" destId="{C54AED13-D327-4B69-8506-0F8D14EF3259}" srcOrd="4" destOrd="0" presId="urn:microsoft.com/office/officeart/2005/8/layout/vList2"/>
    <dgm:cxn modelId="{657C422B-FD7E-45CE-9C73-509889783836}" type="presParOf" srcId="{7B424312-8D7B-408D-91DE-76F8FD399B1C}" destId="{9705B2F3-869F-4A8A-9A7E-87714ACF134D}" srcOrd="5" destOrd="0" presId="urn:microsoft.com/office/officeart/2005/8/layout/vList2"/>
    <dgm:cxn modelId="{D8569F03-C3F7-4F54-9D9D-F8723DAE5912}" type="presParOf" srcId="{7B424312-8D7B-408D-91DE-76F8FD399B1C}" destId="{D09B8834-C802-4B4B-BA33-F322973EE81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B49BAB23-5975-46C6-8600-AB5E8A673A7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EB39CE2D-91AA-4AB7-959A-F36E128F9238}">
      <dgm:prSet/>
      <dgm:spPr/>
      <dgm:t>
        <a:bodyPr/>
        <a:lstStyle/>
        <a:p>
          <a:r>
            <a:rPr lang="en-US"/>
            <a:t>XIV </a:t>
          </a:r>
          <a:r>
            <a:rPr lang="ru-RU"/>
            <a:t>ст.</a:t>
          </a:r>
          <a:endParaRPr lang="uk-UA"/>
        </a:p>
      </dgm:t>
    </dgm:pt>
    <dgm:pt modelId="{EE95DD44-B9F9-4B13-A5FE-3A84B93C2182}" type="parTrans" cxnId="{C4FBBA87-AADE-4F56-BE9A-169AAB53F22A}">
      <dgm:prSet/>
      <dgm:spPr/>
      <dgm:t>
        <a:bodyPr/>
        <a:lstStyle/>
        <a:p>
          <a:endParaRPr lang="uk-UA"/>
        </a:p>
      </dgm:t>
    </dgm:pt>
    <dgm:pt modelId="{BDFD2551-BD52-4538-A4F1-58DEE9D8E59B}" type="sibTrans" cxnId="{C4FBBA87-AADE-4F56-BE9A-169AAB53F22A}">
      <dgm:prSet/>
      <dgm:spPr/>
      <dgm:t>
        <a:bodyPr/>
        <a:lstStyle/>
        <a:p>
          <a:endParaRPr lang="uk-UA"/>
        </a:p>
      </dgm:t>
    </dgm:pt>
    <dgm:pt modelId="{1147AD60-8FFA-4843-9D09-2C60165073B7}">
      <dgm:prSet/>
      <dgm:spPr/>
      <dgm:t>
        <a:bodyPr/>
        <a:lstStyle/>
        <a:p>
          <a:r>
            <a:rPr lang="en-US"/>
            <a:t>XV </a:t>
          </a:r>
          <a:r>
            <a:rPr lang="ru-RU"/>
            <a:t>ст.</a:t>
          </a:r>
          <a:endParaRPr lang="uk-UA"/>
        </a:p>
      </dgm:t>
    </dgm:pt>
    <dgm:pt modelId="{D559C29B-270D-4F8F-88D3-1F3006369EFC}" type="parTrans" cxnId="{537ECA74-FB14-44FE-8798-CF9023B1A21F}">
      <dgm:prSet/>
      <dgm:spPr/>
      <dgm:t>
        <a:bodyPr/>
        <a:lstStyle/>
        <a:p>
          <a:endParaRPr lang="uk-UA"/>
        </a:p>
      </dgm:t>
    </dgm:pt>
    <dgm:pt modelId="{E5FE11D0-AD34-422B-A79D-183EF0AB451A}" type="sibTrans" cxnId="{537ECA74-FB14-44FE-8798-CF9023B1A21F}">
      <dgm:prSet/>
      <dgm:spPr/>
      <dgm:t>
        <a:bodyPr/>
        <a:lstStyle/>
        <a:p>
          <a:endParaRPr lang="uk-UA"/>
        </a:p>
      </dgm:t>
    </dgm:pt>
    <dgm:pt modelId="{1524A24E-8334-46B9-B448-76B346BEF088}">
      <dgm:prSet/>
      <dgm:spPr/>
      <dgm:t>
        <a:bodyPr/>
        <a:lstStyle/>
        <a:p>
          <a:r>
            <a:rPr lang="en-US"/>
            <a:t>XVI </a:t>
          </a:r>
          <a:r>
            <a:rPr lang="ru-RU"/>
            <a:t>ст.</a:t>
          </a:r>
          <a:endParaRPr lang="uk-UA"/>
        </a:p>
      </dgm:t>
    </dgm:pt>
    <dgm:pt modelId="{ABBCE89F-DCD3-48A8-8A32-20AC44A8FD2C}" type="parTrans" cxnId="{92F11484-A015-4FBE-943C-D89DD3BD2948}">
      <dgm:prSet/>
      <dgm:spPr/>
      <dgm:t>
        <a:bodyPr/>
        <a:lstStyle/>
        <a:p>
          <a:endParaRPr lang="uk-UA"/>
        </a:p>
      </dgm:t>
    </dgm:pt>
    <dgm:pt modelId="{1C41920E-31DD-4C6B-8CDA-9D6EF451AAAF}" type="sibTrans" cxnId="{92F11484-A015-4FBE-943C-D89DD3BD2948}">
      <dgm:prSet/>
      <dgm:spPr/>
      <dgm:t>
        <a:bodyPr/>
        <a:lstStyle/>
        <a:p>
          <a:endParaRPr lang="uk-UA"/>
        </a:p>
      </dgm:t>
    </dgm:pt>
    <dgm:pt modelId="{982E35FA-DC8B-462F-85AF-EC0E2D3428B7}">
      <dgm:prSet/>
      <dgm:spPr/>
      <dgm:t>
        <a:bodyPr/>
        <a:lstStyle/>
        <a:p>
          <a:r>
            <a:rPr lang="en-US"/>
            <a:t>XVII </a:t>
          </a:r>
          <a:r>
            <a:rPr lang="ru-RU"/>
            <a:t>ст.</a:t>
          </a:r>
          <a:endParaRPr lang="uk-UA"/>
        </a:p>
      </dgm:t>
    </dgm:pt>
    <dgm:pt modelId="{F31CD898-1BEB-4825-BA07-66D75964407C}" type="parTrans" cxnId="{1E62686B-06A6-42C7-A026-893A93816657}">
      <dgm:prSet/>
      <dgm:spPr/>
      <dgm:t>
        <a:bodyPr/>
        <a:lstStyle/>
        <a:p>
          <a:endParaRPr lang="uk-UA"/>
        </a:p>
      </dgm:t>
    </dgm:pt>
    <dgm:pt modelId="{D5C756FB-FD82-4CCF-84E6-42B78B4182B9}" type="sibTrans" cxnId="{1E62686B-06A6-42C7-A026-893A93816657}">
      <dgm:prSet/>
      <dgm:spPr/>
      <dgm:t>
        <a:bodyPr/>
        <a:lstStyle/>
        <a:p>
          <a:endParaRPr lang="uk-UA"/>
        </a:p>
      </dgm:t>
    </dgm:pt>
    <dgm:pt modelId="{D4AA62A9-154C-4D3A-A9D0-65A6127D3D3A}" type="pres">
      <dgm:prSet presAssocID="{B49BAB23-5975-46C6-8600-AB5E8A673A71}" presName="linear" presStyleCnt="0">
        <dgm:presLayoutVars>
          <dgm:animLvl val="lvl"/>
          <dgm:resizeHandles val="exact"/>
        </dgm:presLayoutVars>
      </dgm:prSet>
      <dgm:spPr/>
    </dgm:pt>
    <dgm:pt modelId="{47E87EED-A46B-48D1-964A-64EDA2F2E9ED}" type="pres">
      <dgm:prSet presAssocID="{EB39CE2D-91AA-4AB7-959A-F36E128F923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2ACC695-2375-488E-8459-FF28131DE718}" type="pres">
      <dgm:prSet presAssocID="{BDFD2551-BD52-4538-A4F1-58DEE9D8E59B}" presName="spacer" presStyleCnt="0"/>
      <dgm:spPr/>
    </dgm:pt>
    <dgm:pt modelId="{3159D57A-ACB9-471E-A74F-F8372AFCFC96}" type="pres">
      <dgm:prSet presAssocID="{1147AD60-8FFA-4843-9D09-2C60165073B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7AD29EF-A53C-44C7-B15E-4CA725169FEB}" type="pres">
      <dgm:prSet presAssocID="{E5FE11D0-AD34-422B-A79D-183EF0AB451A}" presName="spacer" presStyleCnt="0"/>
      <dgm:spPr/>
    </dgm:pt>
    <dgm:pt modelId="{0692C3ED-76F8-4EDB-849B-41EE7CD9B7CE}" type="pres">
      <dgm:prSet presAssocID="{1524A24E-8334-46B9-B448-76B346BEF08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A66D658-4E7A-49E5-9F58-AB841CA1C0C9}" type="pres">
      <dgm:prSet presAssocID="{1C41920E-31DD-4C6B-8CDA-9D6EF451AAAF}" presName="spacer" presStyleCnt="0"/>
      <dgm:spPr/>
    </dgm:pt>
    <dgm:pt modelId="{CFE3B867-8014-4427-93B7-3486E042CF7D}" type="pres">
      <dgm:prSet presAssocID="{982E35FA-DC8B-462F-85AF-EC0E2D3428B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AAACB16-3270-4DDA-8B32-D7BD94F2D84A}" type="presOf" srcId="{EB39CE2D-91AA-4AB7-959A-F36E128F9238}" destId="{47E87EED-A46B-48D1-964A-64EDA2F2E9ED}" srcOrd="0" destOrd="0" presId="urn:microsoft.com/office/officeart/2005/8/layout/vList2"/>
    <dgm:cxn modelId="{1E62686B-06A6-42C7-A026-893A93816657}" srcId="{B49BAB23-5975-46C6-8600-AB5E8A673A71}" destId="{982E35FA-DC8B-462F-85AF-EC0E2D3428B7}" srcOrd="3" destOrd="0" parTransId="{F31CD898-1BEB-4825-BA07-66D75964407C}" sibTransId="{D5C756FB-FD82-4CCF-84E6-42B78B4182B9}"/>
    <dgm:cxn modelId="{537ECA74-FB14-44FE-8798-CF9023B1A21F}" srcId="{B49BAB23-5975-46C6-8600-AB5E8A673A71}" destId="{1147AD60-8FFA-4843-9D09-2C60165073B7}" srcOrd="1" destOrd="0" parTransId="{D559C29B-270D-4F8F-88D3-1F3006369EFC}" sibTransId="{E5FE11D0-AD34-422B-A79D-183EF0AB451A}"/>
    <dgm:cxn modelId="{7307C579-8FE6-48C4-843D-6621313761A7}" type="presOf" srcId="{982E35FA-DC8B-462F-85AF-EC0E2D3428B7}" destId="{CFE3B867-8014-4427-93B7-3486E042CF7D}" srcOrd="0" destOrd="0" presId="urn:microsoft.com/office/officeart/2005/8/layout/vList2"/>
    <dgm:cxn modelId="{92F11484-A015-4FBE-943C-D89DD3BD2948}" srcId="{B49BAB23-5975-46C6-8600-AB5E8A673A71}" destId="{1524A24E-8334-46B9-B448-76B346BEF088}" srcOrd="2" destOrd="0" parTransId="{ABBCE89F-DCD3-48A8-8A32-20AC44A8FD2C}" sibTransId="{1C41920E-31DD-4C6B-8CDA-9D6EF451AAAF}"/>
    <dgm:cxn modelId="{C4FBBA87-AADE-4F56-BE9A-169AAB53F22A}" srcId="{B49BAB23-5975-46C6-8600-AB5E8A673A71}" destId="{EB39CE2D-91AA-4AB7-959A-F36E128F9238}" srcOrd="0" destOrd="0" parTransId="{EE95DD44-B9F9-4B13-A5FE-3A84B93C2182}" sibTransId="{BDFD2551-BD52-4538-A4F1-58DEE9D8E59B}"/>
    <dgm:cxn modelId="{AF0BB995-8F10-4FCF-A380-678FE35ADDC0}" type="presOf" srcId="{B49BAB23-5975-46C6-8600-AB5E8A673A71}" destId="{D4AA62A9-154C-4D3A-A9D0-65A6127D3D3A}" srcOrd="0" destOrd="0" presId="urn:microsoft.com/office/officeart/2005/8/layout/vList2"/>
    <dgm:cxn modelId="{944797D4-B48A-4B5B-8CA3-A76056B0DBA5}" type="presOf" srcId="{1147AD60-8FFA-4843-9D09-2C60165073B7}" destId="{3159D57A-ACB9-471E-A74F-F8372AFCFC96}" srcOrd="0" destOrd="0" presId="urn:microsoft.com/office/officeart/2005/8/layout/vList2"/>
    <dgm:cxn modelId="{579E07D8-172D-40AF-B02C-928D416CA8AC}" type="presOf" srcId="{1524A24E-8334-46B9-B448-76B346BEF088}" destId="{0692C3ED-76F8-4EDB-849B-41EE7CD9B7CE}" srcOrd="0" destOrd="0" presId="urn:microsoft.com/office/officeart/2005/8/layout/vList2"/>
    <dgm:cxn modelId="{80F0EA57-D79C-47A6-9301-6DB26433EEA6}" type="presParOf" srcId="{D4AA62A9-154C-4D3A-A9D0-65A6127D3D3A}" destId="{47E87EED-A46B-48D1-964A-64EDA2F2E9ED}" srcOrd="0" destOrd="0" presId="urn:microsoft.com/office/officeart/2005/8/layout/vList2"/>
    <dgm:cxn modelId="{8EDA1F3D-3A00-42C3-9298-4B9B907CF9AB}" type="presParOf" srcId="{D4AA62A9-154C-4D3A-A9D0-65A6127D3D3A}" destId="{82ACC695-2375-488E-8459-FF28131DE718}" srcOrd="1" destOrd="0" presId="urn:microsoft.com/office/officeart/2005/8/layout/vList2"/>
    <dgm:cxn modelId="{D7940F1E-9EF0-4FE5-B09D-174CE6E587FE}" type="presParOf" srcId="{D4AA62A9-154C-4D3A-A9D0-65A6127D3D3A}" destId="{3159D57A-ACB9-471E-A74F-F8372AFCFC96}" srcOrd="2" destOrd="0" presId="urn:microsoft.com/office/officeart/2005/8/layout/vList2"/>
    <dgm:cxn modelId="{0D36B30F-5B94-4859-85DF-267D58E413AB}" type="presParOf" srcId="{D4AA62A9-154C-4D3A-A9D0-65A6127D3D3A}" destId="{17AD29EF-A53C-44C7-B15E-4CA725169FEB}" srcOrd="3" destOrd="0" presId="urn:microsoft.com/office/officeart/2005/8/layout/vList2"/>
    <dgm:cxn modelId="{71EE299E-E79F-4E03-ABD9-358004EFFAB7}" type="presParOf" srcId="{D4AA62A9-154C-4D3A-A9D0-65A6127D3D3A}" destId="{0692C3ED-76F8-4EDB-849B-41EE7CD9B7CE}" srcOrd="4" destOrd="0" presId="urn:microsoft.com/office/officeart/2005/8/layout/vList2"/>
    <dgm:cxn modelId="{80DEFE6D-CCE4-48F9-A556-6CA1C907CBCF}" type="presParOf" srcId="{D4AA62A9-154C-4D3A-A9D0-65A6127D3D3A}" destId="{FA66D658-4E7A-49E5-9F58-AB841CA1C0C9}" srcOrd="5" destOrd="0" presId="urn:microsoft.com/office/officeart/2005/8/layout/vList2"/>
    <dgm:cxn modelId="{50E1D87E-6FDA-4AA2-A06C-EEA70B5F3660}" type="presParOf" srcId="{D4AA62A9-154C-4D3A-A9D0-65A6127D3D3A}" destId="{CFE3B867-8014-4427-93B7-3486E042CF7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DBC1280E-543D-4401-ACF7-77520410CDE3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C2AC2131-256B-4226-9DDD-3C4350B5C93A}">
      <dgm:prSet/>
      <dgm:spPr/>
      <dgm:t>
        <a:bodyPr/>
        <a:lstStyle/>
        <a:p>
          <a:r>
            <a:rPr lang="ru-RU"/>
            <a:t>друкованими на українських землях книгами, виданими І. Федоровим.</a:t>
          </a:r>
          <a:endParaRPr lang="uk-UA"/>
        </a:p>
      </dgm:t>
    </dgm:pt>
    <dgm:pt modelId="{CFC1455C-2B4D-4BA8-8223-D6AD14B79A28}" type="parTrans" cxnId="{917815AD-8C65-4FDC-9EFF-DE5974B99C22}">
      <dgm:prSet/>
      <dgm:spPr/>
      <dgm:t>
        <a:bodyPr/>
        <a:lstStyle/>
        <a:p>
          <a:endParaRPr lang="uk-UA"/>
        </a:p>
      </dgm:t>
    </dgm:pt>
    <dgm:pt modelId="{6BC67A26-A2A9-4DB9-8848-685C3833C7ED}" type="sibTrans" cxnId="{917815AD-8C65-4FDC-9EFF-DE5974B99C22}">
      <dgm:prSet/>
      <dgm:spPr/>
      <dgm:t>
        <a:bodyPr/>
        <a:lstStyle/>
        <a:p>
          <a:endParaRPr lang="uk-UA"/>
        </a:p>
      </dgm:t>
    </dgm:pt>
    <dgm:pt modelId="{014DBB97-7D3F-4989-B022-30B36BC46AD6}">
      <dgm:prSet/>
      <dgm:spPr/>
      <dgm:t>
        <a:bodyPr/>
        <a:lstStyle/>
        <a:p>
          <a:r>
            <a:rPr lang="ru-RU"/>
            <a:t>рукописними книгами, створеними тогочасною українською мовою.</a:t>
          </a:r>
          <a:endParaRPr lang="uk-UA"/>
        </a:p>
      </dgm:t>
    </dgm:pt>
    <dgm:pt modelId="{BF922560-84BE-4489-8CE1-4C89D63EE1FF}" type="parTrans" cxnId="{583BC590-48A2-498E-B4B1-CAA38340470C}">
      <dgm:prSet/>
      <dgm:spPr/>
      <dgm:t>
        <a:bodyPr/>
        <a:lstStyle/>
        <a:p>
          <a:endParaRPr lang="uk-UA"/>
        </a:p>
      </dgm:t>
    </dgm:pt>
    <dgm:pt modelId="{6C43CCB4-EC8A-4832-BE8C-31C980D02615}" type="sibTrans" cxnId="{583BC590-48A2-498E-B4B1-CAA38340470C}">
      <dgm:prSet/>
      <dgm:spPr/>
      <dgm:t>
        <a:bodyPr/>
        <a:lstStyle/>
        <a:p>
          <a:endParaRPr lang="uk-UA"/>
        </a:p>
      </dgm:t>
    </dgm:pt>
    <dgm:pt modelId="{349FDDA6-9536-474B-AF85-EB3B0666BF1D}">
      <dgm:prSet/>
      <dgm:spPr/>
      <dgm:t>
        <a:bodyPr/>
        <a:lstStyle/>
        <a:p>
          <a:r>
            <a:rPr lang="ru-RU"/>
            <a:t>підручниками, надрукованими коштом православних братств.</a:t>
          </a:r>
          <a:endParaRPr lang="uk-UA"/>
        </a:p>
      </dgm:t>
    </dgm:pt>
    <dgm:pt modelId="{CAC5E93C-53A3-45B5-8926-A86E8D9FD14D}" type="parTrans" cxnId="{4C7AB226-054F-4D28-AB76-472D79FFD05F}">
      <dgm:prSet/>
      <dgm:spPr/>
      <dgm:t>
        <a:bodyPr/>
        <a:lstStyle/>
        <a:p>
          <a:endParaRPr lang="uk-UA"/>
        </a:p>
      </dgm:t>
    </dgm:pt>
    <dgm:pt modelId="{47DB70B5-94E6-4FD9-A024-CAD021BB2EFD}" type="sibTrans" cxnId="{4C7AB226-054F-4D28-AB76-472D79FFD05F}">
      <dgm:prSet/>
      <dgm:spPr/>
      <dgm:t>
        <a:bodyPr/>
        <a:lstStyle/>
        <a:p>
          <a:endParaRPr lang="uk-UA"/>
        </a:p>
      </dgm:t>
    </dgm:pt>
    <dgm:pt modelId="{21E8E71C-7B17-4A46-BDF1-9660E1135D90}">
      <dgm:prSet/>
      <dgm:spPr/>
      <dgm:t>
        <a:bodyPr/>
        <a:lstStyle/>
        <a:p>
          <a:r>
            <a:rPr lang="ru-RU"/>
            <a:t>книгами, надрукованими коштом князя К. Острозького.</a:t>
          </a:r>
          <a:endParaRPr lang="uk-UA"/>
        </a:p>
      </dgm:t>
    </dgm:pt>
    <dgm:pt modelId="{B418B4E8-D105-4B4B-83D4-0703B81B4B22}" type="parTrans" cxnId="{FBB2A245-C4F3-4A97-831C-5F01F14FF196}">
      <dgm:prSet/>
      <dgm:spPr/>
      <dgm:t>
        <a:bodyPr/>
        <a:lstStyle/>
        <a:p>
          <a:endParaRPr lang="uk-UA"/>
        </a:p>
      </dgm:t>
    </dgm:pt>
    <dgm:pt modelId="{20390BF5-4E5C-413A-887C-54A4F3FAA7CE}" type="sibTrans" cxnId="{FBB2A245-C4F3-4A97-831C-5F01F14FF196}">
      <dgm:prSet/>
      <dgm:spPr/>
      <dgm:t>
        <a:bodyPr/>
        <a:lstStyle/>
        <a:p>
          <a:endParaRPr lang="uk-UA"/>
        </a:p>
      </dgm:t>
    </dgm:pt>
    <dgm:pt modelId="{F8E90C9E-600F-44F8-88FB-9090C211C2A4}" type="pres">
      <dgm:prSet presAssocID="{DBC1280E-543D-4401-ACF7-77520410CDE3}" presName="Name0" presStyleCnt="0">
        <dgm:presLayoutVars>
          <dgm:chMax val="7"/>
          <dgm:chPref val="7"/>
          <dgm:dir/>
        </dgm:presLayoutVars>
      </dgm:prSet>
      <dgm:spPr/>
    </dgm:pt>
    <dgm:pt modelId="{0AD79597-03A0-4543-9F15-2C1D8FC2DBB9}" type="pres">
      <dgm:prSet presAssocID="{DBC1280E-543D-4401-ACF7-77520410CDE3}" presName="Name1" presStyleCnt="0"/>
      <dgm:spPr/>
    </dgm:pt>
    <dgm:pt modelId="{2DD138F2-CC27-4D61-BBE1-52E468388848}" type="pres">
      <dgm:prSet presAssocID="{DBC1280E-543D-4401-ACF7-77520410CDE3}" presName="cycle" presStyleCnt="0"/>
      <dgm:spPr/>
    </dgm:pt>
    <dgm:pt modelId="{E60F321E-2D85-46CE-86B3-FC2AA61A9B6A}" type="pres">
      <dgm:prSet presAssocID="{DBC1280E-543D-4401-ACF7-77520410CDE3}" presName="srcNode" presStyleLbl="node1" presStyleIdx="0" presStyleCnt="4"/>
      <dgm:spPr/>
    </dgm:pt>
    <dgm:pt modelId="{E9DF4821-4BD5-4CAE-8C0F-E65AAC2EA424}" type="pres">
      <dgm:prSet presAssocID="{DBC1280E-543D-4401-ACF7-77520410CDE3}" presName="conn" presStyleLbl="parChTrans1D2" presStyleIdx="0" presStyleCnt="1"/>
      <dgm:spPr/>
    </dgm:pt>
    <dgm:pt modelId="{A83192C1-50C4-4ED2-9D9C-3F5394408AB6}" type="pres">
      <dgm:prSet presAssocID="{DBC1280E-543D-4401-ACF7-77520410CDE3}" presName="extraNode" presStyleLbl="node1" presStyleIdx="0" presStyleCnt="4"/>
      <dgm:spPr/>
    </dgm:pt>
    <dgm:pt modelId="{03CA8245-FC23-41ED-A545-1FACF4867734}" type="pres">
      <dgm:prSet presAssocID="{DBC1280E-543D-4401-ACF7-77520410CDE3}" presName="dstNode" presStyleLbl="node1" presStyleIdx="0" presStyleCnt="4"/>
      <dgm:spPr/>
    </dgm:pt>
    <dgm:pt modelId="{1322BE07-8992-4E70-AFF3-ED7FB5FC679C}" type="pres">
      <dgm:prSet presAssocID="{C2AC2131-256B-4226-9DDD-3C4350B5C93A}" presName="text_1" presStyleLbl="node1" presStyleIdx="0" presStyleCnt="4">
        <dgm:presLayoutVars>
          <dgm:bulletEnabled val="1"/>
        </dgm:presLayoutVars>
      </dgm:prSet>
      <dgm:spPr/>
    </dgm:pt>
    <dgm:pt modelId="{278BA3B3-3918-4606-AB7E-9BB8B11EEBE2}" type="pres">
      <dgm:prSet presAssocID="{C2AC2131-256B-4226-9DDD-3C4350B5C93A}" presName="accent_1" presStyleCnt="0"/>
      <dgm:spPr/>
    </dgm:pt>
    <dgm:pt modelId="{6E4FA91D-5AB3-4F6B-8DBB-A1B2D91B3D29}" type="pres">
      <dgm:prSet presAssocID="{C2AC2131-256B-4226-9DDD-3C4350B5C93A}" presName="accentRepeatNode" presStyleLbl="solidFgAcc1" presStyleIdx="0" presStyleCnt="4"/>
      <dgm:spPr/>
    </dgm:pt>
    <dgm:pt modelId="{9132B8B6-23F7-472B-91D9-9B11C629B85E}" type="pres">
      <dgm:prSet presAssocID="{014DBB97-7D3F-4989-B022-30B36BC46AD6}" presName="text_2" presStyleLbl="node1" presStyleIdx="1" presStyleCnt="4">
        <dgm:presLayoutVars>
          <dgm:bulletEnabled val="1"/>
        </dgm:presLayoutVars>
      </dgm:prSet>
      <dgm:spPr/>
    </dgm:pt>
    <dgm:pt modelId="{F752F2BA-60AD-482B-9DE6-E024E16972C0}" type="pres">
      <dgm:prSet presAssocID="{014DBB97-7D3F-4989-B022-30B36BC46AD6}" presName="accent_2" presStyleCnt="0"/>
      <dgm:spPr/>
    </dgm:pt>
    <dgm:pt modelId="{748178C5-8E1F-4E9E-92AB-512DD7C45098}" type="pres">
      <dgm:prSet presAssocID="{014DBB97-7D3F-4989-B022-30B36BC46AD6}" presName="accentRepeatNode" presStyleLbl="solidFgAcc1" presStyleIdx="1" presStyleCnt="4"/>
      <dgm:spPr/>
    </dgm:pt>
    <dgm:pt modelId="{77E56D8E-8FAF-43EE-A289-70DF18633C19}" type="pres">
      <dgm:prSet presAssocID="{349FDDA6-9536-474B-AF85-EB3B0666BF1D}" presName="text_3" presStyleLbl="node1" presStyleIdx="2" presStyleCnt="4">
        <dgm:presLayoutVars>
          <dgm:bulletEnabled val="1"/>
        </dgm:presLayoutVars>
      </dgm:prSet>
      <dgm:spPr/>
    </dgm:pt>
    <dgm:pt modelId="{62DDCF56-FE4B-41F9-AA2F-5FD32D7EE1F0}" type="pres">
      <dgm:prSet presAssocID="{349FDDA6-9536-474B-AF85-EB3B0666BF1D}" presName="accent_3" presStyleCnt="0"/>
      <dgm:spPr/>
    </dgm:pt>
    <dgm:pt modelId="{D0D0D149-D598-4F1F-9096-A426EFB6182C}" type="pres">
      <dgm:prSet presAssocID="{349FDDA6-9536-474B-AF85-EB3B0666BF1D}" presName="accentRepeatNode" presStyleLbl="solidFgAcc1" presStyleIdx="2" presStyleCnt="4"/>
      <dgm:spPr/>
    </dgm:pt>
    <dgm:pt modelId="{66393969-8A37-4077-9693-36565A11637F}" type="pres">
      <dgm:prSet presAssocID="{21E8E71C-7B17-4A46-BDF1-9660E1135D90}" presName="text_4" presStyleLbl="node1" presStyleIdx="3" presStyleCnt="4">
        <dgm:presLayoutVars>
          <dgm:bulletEnabled val="1"/>
        </dgm:presLayoutVars>
      </dgm:prSet>
      <dgm:spPr/>
    </dgm:pt>
    <dgm:pt modelId="{DB95C8E3-9CB7-4696-A82B-B50886CCBD52}" type="pres">
      <dgm:prSet presAssocID="{21E8E71C-7B17-4A46-BDF1-9660E1135D90}" presName="accent_4" presStyleCnt="0"/>
      <dgm:spPr/>
    </dgm:pt>
    <dgm:pt modelId="{894881F5-9AA0-42A1-AB89-F9B10638E02A}" type="pres">
      <dgm:prSet presAssocID="{21E8E71C-7B17-4A46-BDF1-9660E1135D90}" presName="accentRepeatNode" presStyleLbl="solidFgAcc1" presStyleIdx="3" presStyleCnt="4"/>
      <dgm:spPr/>
    </dgm:pt>
  </dgm:ptLst>
  <dgm:cxnLst>
    <dgm:cxn modelId="{F3B22605-9523-4B11-90A2-B0F0DAAF0D92}" type="presOf" srcId="{6BC67A26-A2A9-4DB9-8848-685C3833C7ED}" destId="{E9DF4821-4BD5-4CAE-8C0F-E65AAC2EA424}" srcOrd="0" destOrd="0" presId="urn:microsoft.com/office/officeart/2008/layout/VerticalCurvedList"/>
    <dgm:cxn modelId="{4C7AB226-054F-4D28-AB76-472D79FFD05F}" srcId="{DBC1280E-543D-4401-ACF7-77520410CDE3}" destId="{349FDDA6-9536-474B-AF85-EB3B0666BF1D}" srcOrd="2" destOrd="0" parTransId="{CAC5E93C-53A3-45B5-8926-A86E8D9FD14D}" sibTransId="{47DB70B5-94E6-4FD9-A024-CAD021BB2EFD}"/>
    <dgm:cxn modelId="{DA52A064-94B7-4829-8226-F2B22EBA16EC}" type="presOf" srcId="{21E8E71C-7B17-4A46-BDF1-9660E1135D90}" destId="{66393969-8A37-4077-9693-36565A11637F}" srcOrd="0" destOrd="0" presId="urn:microsoft.com/office/officeart/2008/layout/VerticalCurvedList"/>
    <dgm:cxn modelId="{FBB2A245-C4F3-4A97-831C-5F01F14FF196}" srcId="{DBC1280E-543D-4401-ACF7-77520410CDE3}" destId="{21E8E71C-7B17-4A46-BDF1-9660E1135D90}" srcOrd="3" destOrd="0" parTransId="{B418B4E8-D105-4B4B-83D4-0703B81B4B22}" sibTransId="{20390BF5-4E5C-413A-887C-54A4F3FAA7CE}"/>
    <dgm:cxn modelId="{E569306C-2C09-40CE-B0C3-F306233902D8}" type="presOf" srcId="{014DBB97-7D3F-4989-B022-30B36BC46AD6}" destId="{9132B8B6-23F7-472B-91D9-9B11C629B85E}" srcOrd="0" destOrd="0" presId="urn:microsoft.com/office/officeart/2008/layout/VerticalCurvedList"/>
    <dgm:cxn modelId="{C2748781-4E94-4ACA-B50A-9AD224B85737}" type="presOf" srcId="{349FDDA6-9536-474B-AF85-EB3B0666BF1D}" destId="{77E56D8E-8FAF-43EE-A289-70DF18633C19}" srcOrd="0" destOrd="0" presId="urn:microsoft.com/office/officeart/2008/layout/VerticalCurvedList"/>
    <dgm:cxn modelId="{583BC590-48A2-498E-B4B1-CAA38340470C}" srcId="{DBC1280E-543D-4401-ACF7-77520410CDE3}" destId="{014DBB97-7D3F-4989-B022-30B36BC46AD6}" srcOrd="1" destOrd="0" parTransId="{BF922560-84BE-4489-8CE1-4C89D63EE1FF}" sibTransId="{6C43CCB4-EC8A-4832-BE8C-31C980D02615}"/>
    <dgm:cxn modelId="{715A5FA0-FBA2-4CF4-9673-D2EF40312B6A}" type="presOf" srcId="{C2AC2131-256B-4226-9DDD-3C4350B5C93A}" destId="{1322BE07-8992-4E70-AFF3-ED7FB5FC679C}" srcOrd="0" destOrd="0" presId="urn:microsoft.com/office/officeart/2008/layout/VerticalCurvedList"/>
    <dgm:cxn modelId="{917815AD-8C65-4FDC-9EFF-DE5974B99C22}" srcId="{DBC1280E-543D-4401-ACF7-77520410CDE3}" destId="{C2AC2131-256B-4226-9DDD-3C4350B5C93A}" srcOrd="0" destOrd="0" parTransId="{CFC1455C-2B4D-4BA8-8223-D6AD14B79A28}" sibTransId="{6BC67A26-A2A9-4DB9-8848-685C3833C7ED}"/>
    <dgm:cxn modelId="{3D49F5B0-0ED2-48F9-ACD3-A3EBA3344B0A}" type="presOf" srcId="{DBC1280E-543D-4401-ACF7-77520410CDE3}" destId="{F8E90C9E-600F-44F8-88FB-9090C211C2A4}" srcOrd="0" destOrd="0" presId="urn:microsoft.com/office/officeart/2008/layout/VerticalCurvedList"/>
    <dgm:cxn modelId="{24589A2F-730A-4B9D-AB9B-4A9438E80293}" type="presParOf" srcId="{F8E90C9E-600F-44F8-88FB-9090C211C2A4}" destId="{0AD79597-03A0-4543-9F15-2C1D8FC2DBB9}" srcOrd="0" destOrd="0" presId="urn:microsoft.com/office/officeart/2008/layout/VerticalCurvedList"/>
    <dgm:cxn modelId="{95C2DB6B-6C0C-4E78-965F-F13B7F767A3A}" type="presParOf" srcId="{0AD79597-03A0-4543-9F15-2C1D8FC2DBB9}" destId="{2DD138F2-CC27-4D61-BBE1-52E468388848}" srcOrd="0" destOrd="0" presId="urn:microsoft.com/office/officeart/2008/layout/VerticalCurvedList"/>
    <dgm:cxn modelId="{1E44DA46-1D29-4E25-B086-7DF52B6D1454}" type="presParOf" srcId="{2DD138F2-CC27-4D61-BBE1-52E468388848}" destId="{E60F321E-2D85-46CE-86B3-FC2AA61A9B6A}" srcOrd="0" destOrd="0" presId="urn:microsoft.com/office/officeart/2008/layout/VerticalCurvedList"/>
    <dgm:cxn modelId="{9FDDBCBC-DEC8-496B-89E0-335601C884E5}" type="presParOf" srcId="{2DD138F2-CC27-4D61-BBE1-52E468388848}" destId="{E9DF4821-4BD5-4CAE-8C0F-E65AAC2EA424}" srcOrd="1" destOrd="0" presId="urn:microsoft.com/office/officeart/2008/layout/VerticalCurvedList"/>
    <dgm:cxn modelId="{A56E7C70-3C0E-4774-8BC9-2110CE2B12E5}" type="presParOf" srcId="{2DD138F2-CC27-4D61-BBE1-52E468388848}" destId="{A83192C1-50C4-4ED2-9D9C-3F5394408AB6}" srcOrd="2" destOrd="0" presId="urn:microsoft.com/office/officeart/2008/layout/VerticalCurvedList"/>
    <dgm:cxn modelId="{30E6684B-8846-42C6-9FB2-EAC5B62621FF}" type="presParOf" srcId="{2DD138F2-CC27-4D61-BBE1-52E468388848}" destId="{03CA8245-FC23-41ED-A545-1FACF4867734}" srcOrd="3" destOrd="0" presId="urn:microsoft.com/office/officeart/2008/layout/VerticalCurvedList"/>
    <dgm:cxn modelId="{325FF63C-C0AE-44B6-ABBD-D8D193941FC1}" type="presParOf" srcId="{0AD79597-03A0-4543-9F15-2C1D8FC2DBB9}" destId="{1322BE07-8992-4E70-AFF3-ED7FB5FC679C}" srcOrd="1" destOrd="0" presId="urn:microsoft.com/office/officeart/2008/layout/VerticalCurvedList"/>
    <dgm:cxn modelId="{C7276CF6-409C-49AA-AF6C-C625AA82DA5E}" type="presParOf" srcId="{0AD79597-03A0-4543-9F15-2C1D8FC2DBB9}" destId="{278BA3B3-3918-4606-AB7E-9BB8B11EEBE2}" srcOrd="2" destOrd="0" presId="urn:microsoft.com/office/officeart/2008/layout/VerticalCurvedList"/>
    <dgm:cxn modelId="{542071BC-594B-410A-9806-028333ED047F}" type="presParOf" srcId="{278BA3B3-3918-4606-AB7E-9BB8B11EEBE2}" destId="{6E4FA91D-5AB3-4F6B-8DBB-A1B2D91B3D29}" srcOrd="0" destOrd="0" presId="urn:microsoft.com/office/officeart/2008/layout/VerticalCurvedList"/>
    <dgm:cxn modelId="{EF979417-E8A0-4803-945B-CC4CBD92DCDD}" type="presParOf" srcId="{0AD79597-03A0-4543-9F15-2C1D8FC2DBB9}" destId="{9132B8B6-23F7-472B-91D9-9B11C629B85E}" srcOrd="3" destOrd="0" presId="urn:microsoft.com/office/officeart/2008/layout/VerticalCurvedList"/>
    <dgm:cxn modelId="{11109662-982B-4410-AA97-36DBA18E026B}" type="presParOf" srcId="{0AD79597-03A0-4543-9F15-2C1D8FC2DBB9}" destId="{F752F2BA-60AD-482B-9DE6-E024E16972C0}" srcOrd="4" destOrd="0" presId="urn:microsoft.com/office/officeart/2008/layout/VerticalCurvedList"/>
    <dgm:cxn modelId="{6998E7B4-3D8D-4ED3-A4D8-9D5FF7EF79AC}" type="presParOf" srcId="{F752F2BA-60AD-482B-9DE6-E024E16972C0}" destId="{748178C5-8E1F-4E9E-92AB-512DD7C45098}" srcOrd="0" destOrd="0" presId="urn:microsoft.com/office/officeart/2008/layout/VerticalCurvedList"/>
    <dgm:cxn modelId="{540DB104-8F19-4C9A-9479-E950A6E91184}" type="presParOf" srcId="{0AD79597-03A0-4543-9F15-2C1D8FC2DBB9}" destId="{77E56D8E-8FAF-43EE-A289-70DF18633C19}" srcOrd="5" destOrd="0" presId="urn:microsoft.com/office/officeart/2008/layout/VerticalCurvedList"/>
    <dgm:cxn modelId="{AD877E0C-30C0-40D8-89A3-2D58008876F2}" type="presParOf" srcId="{0AD79597-03A0-4543-9F15-2C1D8FC2DBB9}" destId="{62DDCF56-FE4B-41F9-AA2F-5FD32D7EE1F0}" srcOrd="6" destOrd="0" presId="urn:microsoft.com/office/officeart/2008/layout/VerticalCurvedList"/>
    <dgm:cxn modelId="{F5B9A662-10A1-4204-BE4E-3C3892438393}" type="presParOf" srcId="{62DDCF56-FE4B-41F9-AA2F-5FD32D7EE1F0}" destId="{D0D0D149-D598-4F1F-9096-A426EFB6182C}" srcOrd="0" destOrd="0" presId="urn:microsoft.com/office/officeart/2008/layout/VerticalCurvedList"/>
    <dgm:cxn modelId="{26E9B986-C39E-4C2D-8A66-551DCE3525B6}" type="presParOf" srcId="{0AD79597-03A0-4543-9F15-2C1D8FC2DBB9}" destId="{66393969-8A37-4077-9693-36565A11637F}" srcOrd="7" destOrd="0" presId="urn:microsoft.com/office/officeart/2008/layout/VerticalCurvedList"/>
    <dgm:cxn modelId="{3C80C9D2-A699-468F-9873-0C5397FA2549}" type="presParOf" srcId="{0AD79597-03A0-4543-9F15-2C1D8FC2DBB9}" destId="{DB95C8E3-9CB7-4696-A82B-B50886CCBD52}" srcOrd="8" destOrd="0" presId="urn:microsoft.com/office/officeart/2008/layout/VerticalCurvedList"/>
    <dgm:cxn modelId="{1087A254-6272-4019-A870-CC336BDDB4EC}" type="presParOf" srcId="{DB95C8E3-9CB7-4696-A82B-B50886CCBD52}" destId="{894881F5-9AA0-42A1-AB89-F9B10638E02A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FA66FC8C-9997-4900-84FB-49C8B1E2E538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9039DD7F-C451-472F-B47E-2D6CA556A463}">
      <dgm:prSet/>
      <dgm:spPr/>
      <dgm:t>
        <a:bodyPr/>
        <a:lstStyle/>
        <a:p>
          <a:r>
            <a:rPr lang="ru-RU"/>
            <a:t>І. Руткович</a:t>
          </a:r>
          <a:endParaRPr lang="uk-UA"/>
        </a:p>
      </dgm:t>
    </dgm:pt>
    <dgm:pt modelId="{18477CF4-B281-4840-86D3-924714ECC856}" type="parTrans" cxnId="{B1D844BA-3761-434C-BA48-BA093D2BACFF}">
      <dgm:prSet/>
      <dgm:spPr/>
      <dgm:t>
        <a:bodyPr/>
        <a:lstStyle/>
        <a:p>
          <a:endParaRPr lang="uk-UA"/>
        </a:p>
      </dgm:t>
    </dgm:pt>
    <dgm:pt modelId="{4E8DFAE4-126C-4BFC-AE8C-1FD3125FA34D}" type="sibTrans" cxnId="{B1D844BA-3761-434C-BA48-BA093D2BACFF}">
      <dgm:prSet/>
      <dgm:spPr/>
      <dgm:t>
        <a:bodyPr/>
        <a:lstStyle/>
        <a:p>
          <a:endParaRPr lang="uk-UA"/>
        </a:p>
      </dgm:t>
    </dgm:pt>
    <dgm:pt modelId="{5CE574A1-6324-4ECA-8DE7-F08CC643C9F1}">
      <dgm:prSet/>
      <dgm:spPr/>
      <dgm:t>
        <a:bodyPr/>
        <a:lstStyle/>
        <a:p>
          <a:r>
            <a:rPr lang="ru-RU"/>
            <a:t>О. Горошкович</a:t>
          </a:r>
          <a:endParaRPr lang="uk-UA"/>
        </a:p>
      </dgm:t>
    </dgm:pt>
    <dgm:pt modelId="{41B9AB6C-37ED-4F98-A2AC-34A06058C3FD}" type="parTrans" cxnId="{546CFFF0-4F24-4FD4-ADED-CA6E7C4CCD5E}">
      <dgm:prSet/>
      <dgm:spPr/>
      <dgm:t>
        <a:bodyPr/>
        <a:lstStyle/>
        <a:p>
          <a:endParaRPr lang="uk-UA"/>
        </a:p>
      </dgm:t>
    </dgm:pt>
    <dgm:pt modelId="{F5EB2293-1755-4521-8745-2A8D4298016A}" type="sibTrans" cxnId="{546CFFF0-4F24-4FD4-ADED-CA6E7C4CCD5E}">
      <dgm:prSet/>
      <dgm:spPr/>
      <dgm:t>
        <a:bodyPr/>
        <a:lstStyle/>
        <a:p>
          <a:endParaRPr lang="uk-UA"/>
        </a:p>
      </dgm:t>
    </dgm:pt>
    <dgm:pt modelId="{AF0CC3CA-0B8A-4CF4-BD59-442F54527CD9}">
      <dgm:prSet/>
      <dgm:spPr/>
      <dgm:t>
        <a:bodyPr/>
        <a:lstStyle/>
        <a:p>
          <a:r>
            <a:rPr lang="ru-RU"/>
            <a:t>Й. Кондзелевич</a:t>
          </a:r>
          <a:endParaRPr lang="uk-UA"/>
        </a:p>
      </dgm:t>
    </dgm:pt>
    <dgm:pt modelId="{DB8645D1-9DCE-4DF4-AD62-D170FAEB0C41}" type="parTrans" cxnId="{8C2F3E95-CEF6-427B-939F-7A7C025D1917}">
      <dgm:prSet/>
      <dgm:spPr/>
      <dgm:t>
        <a:bodyPr/>
        <a:lstStyle/>
        <a:p>
          <a:endParaRPr lang="uk-UA"/>
        </a:p>
      </dgm:t>
    </dgm:pt>
    <dgm:pt modelId="{AD40CDC4-20B0-4A39-B71A-11E13C8A0A1F}" type="sibTrans" cxnId="{8C2F3E95-CEF6-427B-939F-7A7C025D1917}">
      <dgm:prSet/>
      <dgm:spPr/>
      <dgm:t>
        <a:bodyPr/>
        <a:lstStyle/>
        <a:p>
          <a:endParaRPr lang="uk-UA"/>
        </a:p>
      </dgm:t>
    </dgm:pt>
    <dgm:pt modelId="{F4DDE9C6-7537-443E-9089-74FEDDB91007}">
      <dgm:prSet/>
      <dgm:spPr/>
      <dgm:t>
        <a:bodyPr/>
        <a:lstStyle/>
        <a:p>
          <a:r>
            <a:rPr lang="ru-RU"/>
            <a:t>М. Петрахнович</a:t>
          </a:r>
          <a:endParaRPr lang="uk-UA"/>
        </a:p>
      </dgm:t>
    </dgm:pt>
    <dgm:pt modelId="{C4E6A203-EF82-45FB-8399-78EF1043C6F4}" type="parTrans" cxnId="{789CE1B9-1278-482E-B7BB-A64A94701172}">
      <dgm:prSet/>
      <dgm:spPr/>
      <dgm:t>
        <a:bodyPr/>
        <a:lstStyle/>
        <a:p>
          <a:endParaRPr lang="uk-UA"/>
        </a:p>
      </dgm:t>
    </dgm:pt>
    <dgm:pt modelId="{E36B8EE6-E7F6-4CC5-931D-DE749018BE9D}" type="sibTrans" cxnId="{789CE1B9-1278-482E-B7BB-A64A94701172}">
      <dgm:prSet/>
      <dgm:spPr/>
      <dgm:t>
        <a:bodyPr/>
        <a:lstStyle/>
        <a:p>
          <a:endParaRPr lang="uk-UA"/>
        </a:p>
      </dgm:t>
    </dgm:pt>
    <dgm:pt modelId="{74FDD280-22FE-44EF-8438-17D1B8F55430}" type="pres">
      <dgm:prSet presAssocID="{FA66FC8C-9997-4900-84FB-49C8B1E2E538}" presName="Name0" presStyleCnt="0">
        <dgm:presLayoutVars>
          <dgm:chMax val="7"/>
          <dgm:chPref val="7"/>
          <dgm:dir/>
        </dgm:presLayoutVars>
      </dgm:prSet>
      <dgm:spPr/>
    </dgm:pt>
    <dgm:pt modelId="{33B09CBF-60A6-4D5C-80C4-344ADA53EF19}" type="pres">
      <dgm:prSet presAssocID="{FA66FC8C-9997-4900-84FB-49C8B1E2E538}" presName="Name1" presStyleCnt="0"/>
      <dgm:spPr/>
    </dgm:pt>
    <dgm:pt modelId="{47FAA484-6529-44CB-A461-4CA8457601EF}" type="pres">
      <dgm:prSet presAssocID="{FA66FC8C-9997-4900-84FB-49C8B1E2E538}" presName="cycle" presStyleCnt="0"/>
      <dgm:spPr/>
    </dgm:pt>
    <dgm:pt modelId="{784D0BC4-C21F-44E7-B0BA-78676BD7F36C}" type="pres">
      <dgm:prSet presAssocID="{FA66FC8C-9997-4900-84FB-49C8B1E2E538}" presName="srcNode" presStyleLbl="node1" presStyleIdx="0" presStyleCnt="4"/>
      <dgm:spPr/>
    </dgm:pt>
    <dgm:pt modelId="{27E2A032-0C1F-4D45-AEFB-8E7355ADE1AF}" type="pres">
      <dgm:prSet presAssocID="{FA66FC8C-9997-4900-84FB-49C8B1E2E538}" presName="conn" presStyleLbl="parChTrans1D2" presStyleIdx="0" presStyleCnt="1"/>
      <dgm:spPr/>
    </dgm:pt>
    <dgm:pt modelId="{67E07364-1C4C-46E0-925E-0C6962FE3840}" type="pres">
      <dgm:prSet presAssocID="{FA66FC8C-9997-4900-84FB-49C8B1E2E538}" presName="extraNode" presStyleLbl="node1" presStyleIdx="0" presStyleCnt="4"/>
      <dgm:spPr/>
    </dgm:pt>
    <dgm:pt modelId="{698DA148-F260-4B6B-8F39-68A0E3444CA1}" type="pres">
      <dgm:prSet presAssocID="{FA66FC8C-9997-4900-84FB-49C8B1E2E538}" presName="dstNode" presStyleLbl="node1" presStyleIdx="0" presStyleCnt="4"/>
      <dgm:spPr/>
    </dgm:pt>
    <dgm:pt modelId="{AD98CD03-A900-4EF7-BB93-5F740F458217}" type="pres">
      <dgm:prSet presAssocID="{9039DD7F-C451-472F-B47E-2D6CA556A463}" presName="text_1" presStyleLbl="node1" presStyleIdx="0" presStyleCnt="4">
        <dgm:presLayoutVars>
          <dgm:bulletEnabled val="1"/>
        </dgm:presLayoutVars>
      </dgm:prSet>
      <dgm:spPr/>
    </dgm:pt>
    <dgm:pt modelId="{38FF5CCD-4F19-4DC3-8170-6F27041104E4}" type="pres">
      <dgm:prSet presAssocID="{9039DD7F-C451-472F-B47E-2D6CA556A463}" presName="accent_1" presStyleCnt="0"/>
      <dgm:spPr/>
    </dgm:pt>
    <dgm:pt modelId="{2A711660-3FFF-46F8-9CE2-ADC1A7B4343A}" type="pres">
      <dgm:prSet presAssocID="{9039DD7F-C451-472F-B47E-2D6CA556A463}" presName="accentRepeatNode" presStyleLbl="solidFgAcc1" presStyleIdx="0" presStyleCnt="4"/>
      <dgm:spPr/>
    </dgm:pt>
    <dgm:pt modelId="{EFFCC387-34D4-4725-869A-42FC7145F5F5}" type="pres">
      <dgm:prSet presAssocID="{5CE574A1-6324-4ECA-8DE7-F08CC643C9F1}" presName="text_2" presStyleLbl="node1" presStyleIdx="1" presStyleCnt="4">
        <dgm:presLayoutVars>
          <dgm:bulletEnabled val="1"/>
        </dgm:presLayoutVars>
      </dgm:prSet>
      <dgm:spPr/>
    </dgm:pt>
    <dgm:pt modelId="{24A7418E-F0A9-4C1A-AC02-985AB57BC5F7}" type="pres">
      <dgm:prSet presAssocID="{5CE574A1-6324-4ECA-8DE7-F08CC643C9F1}" presName="accent_2" presStyleCnt="0"/>
      <dgm:spPr/>
    </dgm:pt>
    <dgm:pt modelId="{AD2B4238-EB9F-4433-BE18-F6271AD6E2C0}" type="pres">
      <dgm:prSet presAssocID="{5CE574A1-6324-4ECA-8DE7-F08CC643C9F1}" presName="accentRepeatNode" presStyleLbl="solidFgAcc1" presStyleIdx="1" presStyleCnt="4"/>
      <dgm:spPr/>
    </dgm:pt>
    <dgm:pt modelId="{7E54874F-6E00-4091-9C8A-2204E31F6530}" type="pres">
      <dgm:prSet presAssocID="{AF0CC3CA-0B8A-4CF4-BD59-442F54527CD9}" presName="text_3" presStyleLbl="node1" presStyleIdx="2" presStyleCnt="4">
        <dgm:presLayoutVars>
          <dgm:bulletEnabled val="1"/>
        </dgm:presLayoutVars>
      </dgm:prSet>
      <dgm:spPr/>
    </dgm:pt>
    <dgm:pt modelId="{A87B8A3A-503F-4863-8F74-9E44C4C5063E}" type="pres">
      <dgm:prSet presAssocID="{AF0CC3CA-0B8A-4CF4-BD59-442F54527CD9}" presName="accent_3" presStyleCnt="0"/>
      <dgm:spPr/>
    </dgm:pt>
    <dgm:pt modelId="{8FE8CFD0-0733-4486-9241-B2F1FFD99CD6}" type="pres">
      <dgm:prSet presAssocID="{AF0CC3CA-0B8A-4CF4-BD59-442F54527CD9}" presName="accentRepeatNode" presStyleLbl="solidFgAcc1" presStyleIdx="2" presStyleCnt="4"/>
      <dgm:spPr/>
    </dgm:pt>
    <dgm:pt modelId="{EF4AEB8F-5F51-4D48-BC0F-EF696CB93790}" type="pres">
      <dgm:prSet presAssocID="{F4DDE9C6-7537-443E-9089-74FEDDB91007}" presName="text_4" presStyleLbl="node1" presStyleIdx="3" presStyleCnt="4">
        <dgm:presLayoutVars>
          <dgm:bulletEnabled val="1"/>
        </dgm:presLayoutVars>
      </dgm:prSet>
      <dgm:spPr/>
    </dgm:pt>
    <dgm:pt modelId="{9E86227D-7E33-4E22-80E7-24EA0AFDF064}" type="pres">
      <dgm:prSet presAssocID="{F4DDE9C6-7537-443E-9089-74FEDDB91007}" presName="accent_4" presStyleCnt="0"/>
      <dgm:spPr/>
    </dgm:pt>
    <dgm:pt modelId="{BC679ECA-B596-4466-A3AB-391FB90EB8D2}" type="pres">
      <dgm:prSet presAssocID="{F4DDE9C6-7537-443E-9089-74FEDDB91007}" presName="accentRepeatNode" presStyleLbl="solidFgAcc1" presStyleIdx="3" presStyleCnt="4"/>
      <dgm:spPr/>
    </dgm:pt>
  </dgm:ptLst>
  <dgm:cxnLst>
    <dgm:cxn modelId="{6C990727-93C9-406C-BCC3-75E97D0FCC2A}" type="presOf" srcId="{AF0CC3CA-0B8A-4CF4-BD59-442F54527CD9}" destId="{7E54874F-6E00-4091-9C8A-2204E31F6530}" srcOrd="0" destOrd="0" presId="urn:microsoft.com/office/officeart/2008/layout/VerticalCurvedList"/>
    <dgm:cxn modelId="{76033C39-7765-4FFC-9DDF-73F03080721C}" type="presOf" srcId="{5CE574A1-6324-4ECA-8DE7-F08CC643C9F1}" destId="{EFFCC387-34D4-4725-869A-42FC7145F5F5}" srcOrd="0" destOrd="0" presId="urn:microsoft.com/office/officeart/2008/layout/VerticalCurvedList"/>
    <dgm:cxn modelId="{876BA564-F3A8-43D6-95FA-542467AA7870}" type="presOf" srcId="{FA66FC8C-9997-4900-84FB-49C8B1E2E538}" destId="{74FDD280-22FE-44EF-8438-17D1B8F55430}" srcOrd="0" destOrd="0" presId="urn:microsoft.com/office/officeart/2008/layout/VerticalCurvedList"/>
    <dgm:cxn modelId="{7F64DF80-021C-4CD8-BFF1-5118CAEC279A}" type="presOf" srcId="{4E8DFAE4-126C-4BFC-AE8C-1FD3125FA34D}" destId="{27E2A032-0C1F-4D45-AEFB-8E7355ADE1AF}" srcOrd="0" destOrd="0" presId="urn:microsoft.com/office/officeart/2008/layout/VerticalCurvedList"/>
    <dgm:cxn modelId="{8C2F3E95-CEF6-427B-939F-7A7C025D1917}" srcId="{FA66FC8C-9997-4900-84FB-49C8B1E2E538}" destId="{AF0CC3CA-0B8A-4CF4-BD59-442F54527CD9}" srcOrd="2" destOrd="0" parTransId="{DB8645D1-9DCE-4DF4-AD62-D170FAEB0C41}" sibTransId="{AD40CDC4-20B0-4A39-B71A-11E13C8A0A1F}"/>
    <dgm:cxn modelId="{789CE1B9-1278-482E-B7BB-A64A94701172}" srcId="{FA66FC8C-9997-4900-84FB-49C8B1E2E538}" destId="{F4DDE9C6-7537-443E-9089-74FEDDB91007}" srcOrd="3" destOrd="0" parTransId="{C4E6A203-EF82-45FB-8399-78EF1043C6F4}" sibTransId="{E36B8EE6-E7F6-4CC5-931D-DE749018BE9D}"/>
    <dgm:cxn modelId="{B1D844BA-3761-434C-BA48-BA093D2BACFF}" srcId="{FA66FC8C-9997-4900-84FB-49C8B1E2E538}" destId="{9039DD7F-C451-472F-B47E-2D6CA556A463}" srcOrd="0" destOrd="0" parTransId="{18477CF4-B281-4840-86D3-924714ECC856}" sibTransId="{4E8DFAE4-126C-4BFC-AE8C-1FD3125FA34D}"/>
    <dgm:cxn modelId="{F61A57BE-1A11-4D95-BF48-5B58C976B7D4}" type="presOf" srcId="{F4DDE9C6-7537-443E-9089-74FEDDB91007}" destId="{EF4AEB8F-5F51-4D48-BC0F-EF696CB93790}" srcOrd="0" destOrd="0" presId="urn:microsoft.com/office/officeart/2008/layout/VerticalCurvedList"/>
    <dgm:cxn modelId="{D205B0C1-09C2-4F51-8BEF-337D1069C135}" type="presOf" srcId="{9039DD7F-C451-472F-B47E-2D6CA556A463}" destId="{AD98CD03-A900-4EF7-BB93-5F740F458217}" srcOrd="0" destOrd="0" presId="urn:microsoft.com/office/officeart/2008/layout/VerticalCurvedList"/>
    <dgm:cxn modelId="{546CFFF0-4F24-4FD4-ADED-CA6E7C4CCD5E}" srcId="{FA66FC8C-9997-4900-84FB-49C8B1E2E538}" destId="{5CE574A1-6324-4ECA-8DE7-F08CC643C9F1}" srcOrd="1" destOrd="0" parTransId="{41B9AB6C-37ED-4F98-A2AC-34A06058C3FD}" sibTransId="{F5EB2293-1755-4521-8745-2A8D4298016A}"/>
    <dgm:cxn modelId="{15631290-CDA7-4124-A389-3CC29ADC7963}" type="presParOf" srcId="{74FDD280-22FE-44EF-8438-17D1B8F55430}" destId="{33B09CBF-60A6-4D5C-80C4-344ADA53EF19}" srcOrd="0" destOrd="0" presId="urn:microsoft.com/office/officeart/2008/layout/VerticalCurvedList"/>
    <dgm:cxn modelId="{27AE0748-B40C-47EC-A5F4-E864D8D8360E}" type="presParOf" srcId="{33B09CBF-60A6-4D5C-80C4-344ADA53EF19}" destId="{47FAA484-6529-44CB-A461-4CA8457601EF}" srcOrd="0" destOrd="0" presId="urn:microsoft.com/office/officeart/2008/layout/VerticalCurvedList"/>
    <dgm:cxn modelId="{3849B954-5754-4AC0-ADFB-765BF906C576}" type="presParOf" srcId="{47FAA484-6529-44CB-A461-4CA8457601EF}" destId="{784D0BC4-C21F-44E7-B0BA-78676BD7F36C}" srcOrd="0" destOrd="0" presId="urn:microsoft.com/office/officeart/2008/layout/VerticalCurvedList"/>
    <dgm:cxn modelId="{1E5CF2F4-5606-445D-A0AD-BBB694C5A627}" type="presParOf" srcId="{47FAA484-6529-44CB-A461-4CA8457601EF}" destId="{27E2A032-0C1F-4D45-AEFB-8E7355ADE1AF}" srcOrd="1" destOrd="0" presId="urn:microsoft.com/office/officeart/2008/layout/VerticalCurvedList"/>
    <dgm:cxn modelId="{A5EC0037-7FAE-4ADC-AAAC-268D40FC7B5A}" type="presParOf" srcId="{47FAA484-6529-44CB-A461-4CA8457601EF}" destId="{67E07364-1C4C-46E0-925E-0C6962FE3840}" srcOrd="2" destOrd="0" presId="urn:microsoft.com/office/officeart/2008/layout/VerticalCurvedList"/>
    <dgm:cxn modelId="{E1FC7C91-BFC0-4F0D-AE93-6D0D65516FC5}" type="presParOf" srcId="{47FAA484-6529-44CB-A461-4CA8457601EF}" destId="{698DA148-F260-4B6B-8F39-68A0E3444CA1}" srcOrd="3" destOrd="0" presId="urn:microsoft.com/office/officeart/2008/layout/VerticalCurvedList"/>
    <dgm:cxn modelId="{1BFAFBD5-DF96-4B70-87F9-D56B12CE06BA}" type="presParOf" srcId="{33B09CBF-60A6-4D5C-80C4-344ADA53EF19}" destId="{AD98CD03-A900-4EF7-BB93-5F740F458217}" srcOrd="1" destOrd="0" presId="urn:microsoft.com/office/officeart/2008/layout/VerticalCurvedList"/>
    <dgm:cxn modelId="{7490BDDC-0C65-4B2A-87A7-B9FCBA08AB52}" type="presParOf" srcId="{33B09CBF-60A6-4D5C-80C4-344ADA53EF19}" destId="{38FF5CCD-4F19-4DC3-8170-6F27041104E4}" srcOrd="2" destOrd="0" presId="urn:microsoft.com/office/officeart/2008/layout/VerticalCurvedList"/>
    <dgm:cxn modelId="{01CBB722-4835-4CF5-83D4-BBA94B1EB373}" type="presParOf" srcId="{38FF5CCD-4F19-4DC3-8170-6F27041104E4}" destId="{2A711660-3FFF-46F8-9CE2-ADC1A7B4343A}" srcOrd="0" destOrd="0" presId="urn:microsoft.com/office/officeart/2008/layout/VerticalCurvedList"/>
    <dgm:cxn modelId="{A10D8C7F-7F18-4B9F-8EC6-3AE77D3B4762}" type="presParOf" srcId="{33B09CBF-60A6-4D5C-80C4-344ADA53EF19}" destId="{EFFCC387-34D4-4725-869A-42FC7145F5F5}" srcOrd="3" destOrd="0" presId="urn:microsoft.com/office/officeart/2008/layout/VerticalCurvedList"/>
    <dgm:cxn modelId="{E4937135-F422-4290-9B3A-EEA08727BF39}" type="presParOf" srcId="{33B09CBF-60A6-4D5C-80C4-344ADA53EF19}" destId="{24A7418E-F0A9-4C1A-AC02-985AB57BC5F7}" srcOrd="4" destOrd="0" presId="urn:microsoft.com/office/officeart/2008/layout/VerticalCurvedList"/>
    <dgm:cxn modelId="{78C1B281-62E1-4423-97F2-84C484E5FD9F}" type="presParOf" srcId="{24A7418E-F0A9-4C1A-AC02-985AB57BC5F7}" destId="{AD2B4238-EB9F-4433-BE18-F6271AD6E2C0}" srcOrd="0" destOrd="0" presId="urn:microsoft.com/office/officeart/2008/layout/VerticalCurvedList"/>
    <dgm:cxn modelId="{C1E09568-6849-471C-9B4C-F1253B62A3ED}" type="presParOf" srcId="{33B09CBF-60A6-4D5C-80C4-344ADA53EF19}" destId="{7E54874F-6E00-4091-9C8A-2204E31F6530}" srcOrd="5" destOrd="0" presId="urn:microsoft.com/office/officeart/2008/layout/VerticalCurvedList"/>
    <dgm:cxn modelId="{74184F08-8A80-4A21-A925-9BB96389F9EA}" type="presParOf" srcId="{33B09CBF-60A6-4D5C-80C4-344ADA53EF19}" destId="{A87B8A3A-503F-4863-8F74-9E44C4C5063E}" srcOrd="6" destOrd="0" presId="urn:microsoft.com/office/officeart/2008/layout/VerticalCurvedList"/>
    <dgm:cxn modelId="{84C6B419-7B75-49F6-8C29-8F4898A9911A}" type="presParOf" srcId="{A87B8A3A-503F-4863-8F74-9E44C4C5063E}" destId="{8FE8CFD0-0733-4486-9241-B2F1FFD99CD6}" srcOrd="0" destOrd="0" presId="urn:microsoft.com/office/officeart/2008/layout/VerticalCurvedList"/>
    <dgm:cxn modelId="{777BFE57-A8BF-438D-845E-817FBA9C3783}" type="presParOf" srcId="{33B09CBF-60A6-4D5C-80C4-344ADA53EF19}" destId="{EF4AEB8F-5F51-4D48-BC0F-EF696CB93790}" srcOrd="7" destOrd="0" presId="urn:microsoft.com/office/officeart/2008/layout/VerticalCurvedList"/>
    <dgm:cxn modelId="{4CC1EE0C-7FB6-4FD0-AEB1-C8B26F6D49D5}" type="presParOf" srcId="{33B09CBF-60A6-4D5C-80C4-344ADA53EF19}" destId="{9E86227D-7E33-4E22-80E7-24EA0AFDF064}" srcOrd="8" destOrd="0" presId="urn:microsoft.com/office/officeart/2008/layout/VerticalCurvedList"/>
    <dgm:cxn modelId="{07833B86-2659-4660-8259-02238CBF8479}" type="presParOf" srcId="{9E86227D-7E33-4E22-80E7-24EA0AFDF064}" destId="{BC679ECA-B596-4466-A3AB-391FB90EB8D2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AAEEA3C7-546E-4253-936E-C3F7951061F2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1C92234C-3F22-491D-A566-2424B604EB10}">
      <dgm:prSet/>
      <dgm:spPr/>
      <dgm:t>
        <a:bodyPr/>
        <a:lstStyle/>
        <a:p>
          <a:r>
            <a:rPr lang="ru-RU" b="0" i="0"/>
            <a:t>Лаврська школа</a:t>
          </a:r>
          <a:endParaRPr lang="uk-UA"/>
        </a:p>
      </dgm:t>
    </dgm:pt>
    <dgm:pt modelId="{95BDB8C7-22C2-4851-A06C-AAF0E3422FBF}" type="parTrans" cxnId="{CCA3D273-06F3-4FBF-98DC-9EF0EA8B463E}">
      <dgm:prSet/>
      <dgm:spPr/>
      <dgm:t>
        <a:bodyPr/>
        <a:lstStyle/>
        <a:p>
          <a:endParaRPr lang="uk-UA"/>
        </a:p>
      </dgm:t>
    </dgm:pt>
    <dgm:pt modelId="{668E15FD-6C00-432D-9E56-B17A1DEC0E13}" type="sibTrans" cxnId="{CCA3D273-06F3-4FBF-98DC-9EF0EA8B463E}">
      <dgm:prSet/>
      <dgm:spPr/>
      <dgm:t>
        <a:bodyPr/>
        <a:lstStyle/>
        <a:p>
          <a:endParaRPr lang="uk-UA"/>
        </a:p>
      </dgm:t>
    </dgm:pt>
    <dgm:pt modelId="{F227F43C-BAA5-4078-9E83-5C34CDD6D505}">
      <dgm:prSet/>
      <dgm:spPr/>
      <dgm:t>
        <a:bodyPr/>
        <a:lstStyle/>
        <a:p>
          <a:r>
            <a:rPr lang="ru-RU" b="0" i="0"/>
            <a:t>Острозька академія</a:t>
          </a:r>
          <a:endParaRPr lang="uk-UA"/>
        </a:p>
      </dgm:t>
    </dgm:pt>
    <dgm:pt modelId="{B2126220-156D-4D1C-A568-7022494D2CCA}" type="parTrans" cxnId="{AE78C1CC-5C8D-4D98-86B6-5CF5FE0DD54A}">
      <dgm:prSet/>
      <dgm:spPr/>
      <dgm:t>
        <a:bodyPr/>
        <a:lstStyle/>
        <a:p>
          <a:endParaRPr lang="uk-UA"/>
        </a:p>
      </dgm:t>
    </dgm:pt>
    <dgm:pt modelId="{7C697285-F942-4190-A0AB-96E21A6B08BA}" type="sibTrans" cxnId="{AE78C1CC-5C8D-4D98-86B6-5CF5FE0DD54A}">
      <dgm:prSet/>
      <dgm:spPr/>
      <dgm:t>
        <a:bodyPr/>
        <a:lstStyle/>
        <a:p>
          <a:endParaRPr lang="uk-UA"/>
        </a:p>
      </dgm:t>
    </dgm:pt>
    <dgm:pt modelId="{BD71E2CF-953E-4EB1-B211-EA3341A431F6}">
      <dgm:prSet/>
      <dgm:spPr/>
      <dgm:t>
        <a:bodyPr/>
        <a:lstStyle/>
        <a:p>
          <a:r>
            <a:rPr lang="ru-RU" b="0" i="0"/>
            <a:t>Львівська братська школа</a:t>
          </a:r>
          <a:endParaRPr lang="uk-UA"/>
        </a:p>
      </dgm:t>
    </dgm:pt>
    <dgm:pt modelId="{A66A24FD-B777-4EC5-B420-8ABA96A2214D}" type="parTrans" cxnId="{15FF01E1-BCC4-40A5-89BF-7E76B7CE96D1}">
      <dgm:prSet/>
      <dgm:spPr/>
      <dgm:t>
        <a:bodyPr/>
        <a:lstStyle/>
        <a:p>
          <a:endParaRPr lang="uk-UA"/>
        </a:p>
      </dgm:t>
    </dgm:pt>
    <dgm:pt modelId="{2423E154-CCB5-4780-9D30-1A213EAD1980}" type="sibTrans" cxnId="{15FF01E1-BCC4-40A5-89BF-7E76B7CE96D1}">
      <dgm:prSet/>
      <dgm:spPr/>
      <dgm:t>
        <a:bodyPr/>
        <a:lstStyle/>
        <a:p>
          <a:endParaRPr lang="uk-UA"/>
        </a:p>
      </dgm:t>
    </dgm:pt>
    <dgm:pt modelId="{D26A2031-0521-498D-8584-5EBDDC92B9A7}">
      <dgm:prSet/>
      <dgm:spPr/>
      <dgm:t>
        <a:bodyPr/>
        <a:lstStyle/>
        <a:p>
          <a:r>
            <a:rPr lang="ru-RU" b="0" i="0"/>
            <a:t>Києво-Могилянська колегія</a:t>
          </a:r>
          <a:endParaRPr lang="uk-UA"/>
        </a:p>
      </dgm:t>
    </dgm:pt>
    <dgm:pt modelId="{CD00D15E-8F32-4640-AB7A-420AE9AC297F}" type="parTrans" cxnId="{2940D2CD-C964-46E5-A647-4C45F2239B6D}">
      <dgm:prSet/>
      <dgm:spPr/>
      <dgm:t>
        <a:bodyPr/>
        <a:lstStyle/>
        <a:p>
          <a:endParaRPr lang="uk-UA"/>
        </a:p>
      </dgm:t>
    </dgm:pt>
    <dgm:pt modelId="{3C286935-B422-4173-BDC2-0D12525B6709}" type="sibTrans" cxnId="{2940D2CD-C964-46E5-A647-4C45F2239B6D}">
      <dgm:prSet/>
      <dgm:spPr/>
      <dgm:t>
        <a:bodyPr/>
        <a:lstStyle/>
        <a:p>
          <a:endParaRPr lang="uk-UA"/>
        </a:p>
      </dgm:t>
    </dgm:pt>
    <dgm:pt modelId="{D81D8D4C-1AA9-4A7D-BE77-E7CFE4496199}" type="pres">
      <dgm:prSet presAssocID="{AAEEA3C7-546E-4253-936E-C3F7951061F2}" presName="linearFlow" presStyleCnt="0">
        <dgm:presLayoutVars>
          <dgm:dir/>
          <dgm:resizeHandles val="exact"/>
        </dgm:presLayoutVars>
      </dgm:prSet>
      <dgm:spPr/>
    </dgm:pt>
    <dgm:pt modelId="{4EE665D7-9176-4861-96F5-61B893B12E07}" type="pres">
      <dgm:prSet presAssocID="{1C92234C-3F22-491D-A566-2424B604EB10}" presName="composite" presStyleCnt="0"/>
      <dgm:spPr/>
    </dgm:pt>
    <dgm:pt modelId="{5C0CD798-AD6D-4E6F-9129-422CB07953F9}" type="pres">
      <dgm:prSet presAssocID="{1C92234C-3F22-491D-A566-2424B604EB10}" presName="imgShp" presStyleLbl="fgImgPlace1" presStyleIdx="0" presStyleCnt="4"/>
      <dgm:spPr/>
    </dgm:pt>
    <dgm:pt modelId="{E616D4DF-23D7-48B8-98D0-A895F602EA60}" type="pres">
      <dgm:prSet presAssocID="{1C92234C-3F22-491D-A566-2424B604EB10}" presName="txShp" presStyleLbl="node1" presStyleIdx="0" presStyleCnt="4">
        <dgm:presLayoutVars>
          <dgm:bulletEnabled val="1"/>
        </dgm:presLayoutVars>
      </dgm:prSet>
      <dgm:spPr/>
    </dgm:pt>
    <dgm:pt modelId="{2AC58FFE-BF99-40D4-ACBE-EA11F6256E20}" type="pres">
      <dgm:prSet presAssocID="{668E15FD-6C00-432D-9E56-B17A1DEC0E13}" presName="spacing" presStyleCnt="0"/>
      <dgm:spPr/>
    </dgm:pt>
    <dgm:pt modelId="{E0E7EB15-D21D-4256-AA00-78E81B54AF97}" type="pres">
      <dgm:prSet presAssocID="{F227F43C-BAA5-4078-9E83-5C34CDD6D505}" presName="composite" presStyleCnt="0"/>
      <dgm:spPr/>
    </dgm:pt>
    <dgm:pt modelId="{C07681C1-4B53-46DC-A9AB-A8EC2BBE210B}" type="pres">
      <dgm:prSet presAssocID="{F227F43C-BAA5-4078-9E83-5C34CDD6D505}" presName="imgShp" presStyleLbl="fgImgPlace1" presStyleIdx="1" presStyleCnt="4"/>
      <dgm:spPr/>
    </dgm:pt>
    <dgm:pt modelId="{55B272DD-3852-47DC-8B48-9168AEFA75F6}" type="pres">
      <dgm:prSet presAssocID="{F227F43C-BAA5-4078-9E83-5C34CDD6D505}" presName="txShp" presStyleLbl="node1" presStyleIdx="1" presStyleCnt="4">
        <dgm:presLayoutVars>
          <dgm:bulletEnabled val="1"/>
        </dgm:presLayoutVars>
      </dgm:prSet>
      <dgm:spPr/>
    </dgm:pt>
    <dgm:pt modelId="{5428E917-4356-4A79-9198-0EB87FFB940A}" type="pres">
      <dgm:prSet presAssocID="{7C697285-F942-4190-A0AB-96E21A6B08BA}" presName="spacing" presStyleCnt="0"/>
      <dgm:spPr/>
    </dgm:pt>
    <dgm:pt modelId="{9BCEBCE0-EDE3-4ED0-8514-EAD4133DC56B}" type="pres">
      <dgm:prSet presAssocID="{BD71E2CF-953E-4EB1-B211-EA3341A431F6}" presName="composite" presStyleCnt="0"/>
      <dgm:spPr/>
    </dgm:pt>
    <dgm:pt modelId="{99C223ED-F2BB-4DDC-98E0-719A0CAEADAB}" type="pres">
      <dgm:prSet presAssocID="{BD71E2CF-953E-4EB1-B211-EA3341A431F6}" presName="imgShp" presStyleLbl="fgImgPlace1" presStyleIdx="2" presStyleCnt="4"/>
      <dgm:spPr/>
    </dgm:pt>
    <dgm:pt modelId="{0E90527C-A0F3-42F1-8D4F-ED0B5AF6C50F}" type="pres">
      <dgm:prSet presAssocID="{BD71E2CF-953E-4EB1-B211-EA3341A431F6}" presName="txShp" presStyleLbl="node1" presStyleIdx="2" presStyleCnt="4">
        <dgm:presLayoutVars>
          <dgm:bulletEnabled val="1"/>
        </dgm:presLayoutVars>
      </dgm:prSet>
      <dgm:spPr/>
    </dgm:pt>
    <dgm:pt modelId="{968FA975-13AA-43D6-9259-DE81119A43E8}" type="pres">
      <dgm:prSet presAssocID="{2423E154-CCB5-4780-9D30-1A213EAD1980}" presName="spacing" presStyleCnt="0"/>
      <dgm:spPr/>
    </dgm:pt>
    <dgm:pt modelId="{0FB6A690-E7FC-4F1C-A05B-DC1B078FC9A0}" type="pres">
      <dgm:prSet presAssocID="{D26A2031-0521-498D-8584-5EBDDC92B9A7}" presName="composite" presStyleCnt="0"/>
      <dgm:spPr/>
    </dgm:pt>
    <dgm:pt modelId="{1A1D9CA0-AA53-488A-92B3-11C9C7B42B54}" type="pres">
      <dgm:prSet presAssocID="{D26A2031-0521-498D-8584-5EBDDC92B9A7}" presName="imgShp" presStyleLbl="fgImgPlace1" presStyleIdx="3" presStyleCnt="4"/>
      <dgm:spPr/>
    </dgm:pt>
    <dgm:pt modelId="{DAE75797-94D7-4CDD-BD3F-6A2C29D021E9}" type="pres">
      <dgm:prSet presAssocID="{D26A2031-0521-498D-8584-5EBDDC92B9A7}" presName="txShp" presStyleLbl="node1" presStyleIdx="3" presStyleCnt="4">
        <dgm:presLayoutVars>
          <dgm:bulletEnabled val="1"/>
        </dgm:presLayoutVars>
      </dgm:prSet>
      <dgm:spPr/>
    </dgm:pt>
  </dgm:ptLst>
  <dgm:cxnLst>
    <dgm:cxn modelId="{18EA7F6E-CED2-4B7F-97F5-9DC2ADD46132}" type="presOf" srcId="{AAEEA3C7-546E-4253-936E-C3F7951061F2}" destId="{D81D8D4C-1AA9-4A7D-BE77-E7CFE4496199}" srcOrd="0" destOrd="0" presId="urn:microsoft.com/office/officeart/2005/8/layout/vList3"/>
    <dgm:cxn modelId="{CCA3D273-06F3-4FBF-98DC-9EF0EA8B463E}" srcId="{AAEEA3C7-546E-4253-936E-C3F7951061F2}" destId="{1C92234C-3F22-491D-A566-2424B604EB10}" srcOrd="0" destOrd="0" parTransId="{95BDB8C7-22C2-4851-A06C-AAF0E3422FBF}" sibTransId="{668E15FD-6C00-432D-9E56-B17A1DEC0E13}"/>
    <dgm:cxn modelId="{B03D9D5A-F863-4377-9C51-9D22C0DC2657}" type="presOf" srcId="{D26A2031-0521-498D-8584-5EBDDC92B9A7}" destId="{DAE75797-94D7-4CDD-BD3F-6A2C29D021E9}" srcOrd="0" destOrd="0" presId="urn:microsoft.com/office/officeart/2005/8/layout/vList3"/>
    <dgm:cxn modelId="{7CF3D78B-64E0-498C-A32D-52081F674721}" type="presOf" srcId="{BD71E2CF-953E-4EB1-B211-EA3341A431F6}" destId="{0E90527C-A0F3-42F1-8D4F-ED0B5AF6C50F}" srcOrd="0" destOrd="0" presId="urn:microsoft.com/office/officeart/2005/8/layout/vList3"/>
    <dgm:cxn modelId="{AE78C1CC-5C8D-4D98-86B6-5CF5FE0DD54A}" srcId="{AAEEA3C7-546E-4253-936E-C3F7951061F2}" destId="{F227F43C-BAA5-4078-9E83-5C34CDD6D505}" srcOrd="1" destOrd="0" parTransId="{B2126220-156D-4D1C-A568-7022494D2CCA}" sibTransId="{7C697285-F942-4190-A0AB-96E21A6B08BA}"/>
    <dgm:cxn modelId="{2940D2CD-C964-46E5-A647-4C45F2239B6D}" srcId="{AAEEA3C7-546E-4253-936E-C3F7951061F2}" destId="{D26A2031-0521-498D-8584-5EBDDC92B9A7}" srcOrd="3" destOrd="0" parTransId="{CD00D15E-8F32-4640-AB7A-420AE9AC297F}" sibTransId="{3C286935-B422-4173-BDC2-0D12525B6709}"/>
    <dgm:cxn modelId="{8AAA3DD4-7215-4774-83DA-ADD9EAB37357}" type="presOf" srcId="{1C92234C-3F22-491D-A566-2424B604EB10}" destId="{E616D4DF-23D7-48B8-98D0-A895F602EA60}" srcOrd="0" destOrd="0" presId="urn:microsoft.com/office/officeart/2005/8/layout/vList3"/>
    <dgm:cxn modelId="{F91CA3DA-DC01-4C3C-ADC6-C2FBA158AD70}" type="presOf" srcId="{F227F43C-BAA5-4078-9E83-5C34CDD6D505}" destId="{55B272DD-3852-47DC-8B48-9168AEFA75F6}" srcOrd="0" destOrd="0" presId="urn:microsoft.com/office/officeart/2005/8/layout/vList3"/>
    <dgm:cxn modelId="{15FF01E1-BCC4-40A5-89BF-7E76B7CE96D1}" srcId="{AAEEA3C7-546E-4253-936E-C3F7951061F2}" destId="{BD71E2CF-953E-4EB1-B211-EA3341A431F6}" srcOrd="2" destOrd="0" parTransId="{A66A24FD-B777-4EC5-B420-8ABA96A2214D}" sibTransId="{2423E154-CCB5-4780-9D30-1A213EAD1980}"/>
    <dgm:cxn modelId="{3B7673CD-BC7D-48A7-9C1D-85949D742792}" type="presParOf" srcId="{D81D8D4C-1AA9-4A7D-BE77-E7CFE4496199}" destId="{4EE665D7-9176-4861-96F5-61B893B12E07}" srcOrd="0" destOrd="0" presId="urn:microsoft.com/office/officeart/2005/8/layout/vList3"/>
    <dgm:cxn modelId="{C0E0A1CB-68A9-4352-B7E6-BED78E480659}" type="presParOf" srcId="{4EE665D7-9176-4861-96F5-61B893B12E07}" destId="{5C0CD798-AD6D-4E6F-9129-422CB07953F9}" srcOrd="0" destOrd="0" presId="urn:microsoft.com/office/officeart/2005/8/layout/vList3"/>
    <dgm:cxn modelId="{9A8E90E4-A1AE-4BF4-A554-D4E086E6492C}" type="presParOf" srcId="{4EE665D7-9176-4861-96F5-61B893B12E07}" destId="{E616D4DF-23D7-48B8-98D0-A895F602EA60}" srcOrd="1" destOrd="0" presId="urn:microsoft.com/office/officeart/2005/8/layout/vList3"/>
    <dgm:cxn modelId="{C4F2DB22-D8A4-442B-8EB3-95F90BF593AF}" type="presParOf" srcId="{D81D8D4C-1AA9-4A7D-BE77-E7CFE4496199}" destId="{2AC58FFE-BF99-40D4-ACBE-EA11F6256E20}" srcOrd="1" destOrd="0" presId="urn:microsoft.com/office/officeart/2005/8/layout/vList3"/>
    <dgm:cxn modelId="{1FF4D215-25D3-46D3-902E-C109DB0BD2C4}" type="presParOf" srcId="{D81D8D4C-1AA9-4A7D-BE77-E7CFE4496199}" destId="{E0E7EB15-D21D-4256-AA00-78E81B54AF97}" srcOrd="2" destOrd="0" presId="urn:microsoft.com/office/officeart/2005/8/layout/vList3"/>
    <dgm:cxn modelId="{FC09EED4-BEC1-4228-B07D-B4CA068E4F81}" type="presParOf" srcId="{E0E7EB15-D21D-4256-AA00-78E81B54AF97}" destId="{C07681C1-4B53-46DC-A9AB-A8EC2BBE210B}" srcOrd="0" destOrd="0" presId="urn:microsoft.com/office/officeart/2005/8/layout/vList3"/>
    <dgm:cxn modelId="{56C874D9-C6DA-4C74-BD49-BB1F47FD8947}" type="presParOf" srcId="{E0E7EB15-D21D-4256-AA00-78E81B54AF97}" destId="{55B272DD-3852-47DC-8B48-9168AEFA75F6}" srcOrd="1" destOrd="0" presId="urn:microsoft.com/office/officeart/2005/8/layout/vList3"/>
    <dgm:cxn modelId="{6C903573-D381-4C06-A742-F30275DD0DB6}" type="presParOf" srcId="{D81D8D4C-1AA9-4A7D-BE77-E7CFE4496199}" destId="{5428E917-4356-4A79-9198-0EB87FFB940A}" srcOrd="3" destOrd="0" presId="urn:microsoft.com/office/officeart/2005/8/layout/vList3"/>
    <dgm:cxn modelId="{0F6E44D7-DEBA-4605-99FB-D5F35DBBAD26}" type="presParOf" srcId="{D81D8D4C-1AA9-4A7D-BE77-E7CFE4496199}" destId="{9BCEBCE0-EDE3-4ED0-8514-EAD4133DC56B}" srcOrd="4" destOrd="0" presId="urn:microsoft.com/office/officeart/2005/8/layout/vList3"/>
    <dgm:cxn modelId="{5B54D5F8-4D06-44E6-AFF9-8E837738906A}" type="presParOf" srcId="{9BCEBCE0-EDE3-4ED0-8514-EAD4133DC56B}" destId="{99C223ED-F2BB-4DDC-98E0-719A0CAEADAB}" srcOrd="0" destOrd="0" presId="urn:microsoft.com/office/officeart/2005/8/layout/vList3"/>
    <dgm:cxn modelId="{91C1F189-CB23-4A46-A82B-088A467294A7}" type="presParOf" srcId="{9BCEBCE0-EDE3-4ED0-8514-EAD4133DC56B}" destId="{0E90527C-A0F3-42F1-8D4F-ED0B5AF6C50F}" srcOrd="1" destOrd="0" presId="urn:microsoft.com/office/officeart/2005/8/layout/vList3"/>
    <dgm:cxn modelId="{D88F9AF0-F6C8-4FAE-AC53-67E63F783A35}" type="presParOf" srcId="{D81D8D4C-1AA9-4A7D-BE77-E7CFE4496199}" destId="{968FA975-13AA-43D6-9259-DE81119A43E8}" srcOrd="5" destOrd="0" presId="urn:microsoft.com/office/officeart/2005/8/layout/vList3"/>
    <dgm:cxn modelId="{8127780F-0E65-48C8-B2DE-D27136C1F74E}" type="presParOf" srcId="{D81D8D4C-1AA9-4A7D-BE77-E7CFE4496199}" destId="{0FB6A690-E7FC-4F1C-A05B-DC1B078FC9A0}" srcOrd="6" destOrd="0" presId="urn:microsoft.com/office/officeart/2005/8/layout/vList3"/>
    <dgm:cxn modelId="{E5DBA8D9-479F-4EFC-A207-9D8772E26BE6}" type="presParOf" srcId="{0FB6A690-E7FC-4F1C-A05B-DC1B078FC9A0}" destId="{1A1D9CA0-AA53-488A-92B3-11C9C7B42B54}" srcOrd="0" destOrd="0" presId="urn:microsoft.com/office/officeart/2005/8/layout/vList3"/>
    <dgm:cxn modelId="{793AE0FC-965A-4C3E-8C82-6245C09C0C6F}" type="presParOf" srcId="{0FB6A690-E7FC-4F1C-A05B-DC1B078FC9A0}" destId="{DAE75797-94D7-4CDD-BD3F-6A2C29D021E9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6BEADBAA-57ED-45AD-B2FC-D9C9A5F11449}" type="doc">
      <dgm:prSet loTypeId="urn:microsoft.com/office/officeart/2005/8/layout/vList3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428A23C3-950D-403C-8AFA-7CC40420895F}">
      <dgm:prSet/>
      <dgm:spPr/>
      <dgm:t>
        <a:bodyPr/>
        <a:lstStyle/>
        <a:p>
          <a:r>
            <a:rPr lang="ru-RU"/>
            <a:t>Люблінської унії (1569 р.).</a:t>
          </a:r>
          <a:endParaRPr lang="uk-UA"/>
        </a:p>
      </dgm:t>
    </dgm:pt>
    <dgm:pt modelId="{F21A1055-4E7F-463A-985A-317CA70A0F21}" type="parTrans" cxnId="{1CA8EB3F-4AEB-4FD9-A4C6-00D2423284ED}">
      <dgm:prSet/>
      <dgm:spPr/>
      <dgm:t>
        <a:bodyPr/>
        <a:lstStyle/>
        <a:p>
          <a:endParaRPr lang="uk-UA"/>
        </a:p>
      </dgm:t>
    </dgm:pt>
    <dgm:pt modelId="{ED827186-9260-4C66-AF1B-D5FE687E1470}" type="sibTrans" cxnId="{1CA8EB3F-4AEB-4FD9-A4C6-00D2423284ED}">
      <dgm:prSet/>
      <dgm:spPr/>
      <dgm:t>
        <a:bodyPr/>
        <a:lstStyle/>
        <a:p>
          <a:endParaRPr lang="uk-UA"/>
        </a:p>
      </dgm:t>
    </dgm:pt>
    <dgm:pt modelId="{36145743-AF99-463E-8B5F-8E98DE3CC923}">
      <dgm:prSet/>
      <dgm:spPr/>
      <dgm:t>
        <a:bodyPr/>
        <a:lstStyle/>
        <a:p>
          <a:r>
            <a:rPr lang="ru-RU"/>
            <a:t>Третього Литовського статуту (1588 р.).</a:t>
          </a:r>
          <a:endParaRPr lang="uk-UA"/>
        </a:p>
      </dgm:t>
    </dgm:pt>
    <dgm:pt modelId="{F1091A4B-836D-4841-8C33-23ABF6AC6D90}" type="parTrans" cxnId="{FDBBE371-3F76-45A8-9642-B45727D423B7}">
      <dgm:prSet/>
      <dgm:spPr/>
      <dgm:t>
        <a:bodyPr/>
        <a:lstStyle/>
        <a:p>
          <a:endParaRPr lang="uk-UA"/>
        </a:p>
      </dgm:t>
    </dgm:pt>
    <dgm:pt modelId="{F58A206A-CF41-43C6-8DC3-E71EC433CDA7}" type="sibTrans" cxnId="{FDBBE371-3F76-45A8-9642-B45727D423B7}">
      <dgm:prSet/>
      <dgm:spPr/>
      <dgm:t>
        <a:bodyPr/>
        <a:lstStyle/>
        <a:p>
          <a:endParaRPr lang="uk-UA"/>
        </a:p>
      </dgm:t>
    </dgm:pt>
    <dgm:pt modelId="{AFA9E7BE-6F77-490B-9D49-09E0A2435218}">
      <dgm:prSet/>
      <dgm:spPr/>
      <dgm:t>
        <a:bodyPr/>
        <a:lstStyle/>
        <a:p>
          <a:r>
            <a:rPr lang="ru-RU"/>
            <a:t>Куруківської угоди (1625 р.).</a:t>
          </a:r>
          <a:endParaRPr lang="uk-UA"/>
        </a:p>
      </dgm:t>
    </dgm:pt>
    <dgm:pt modelId="{C4B66B06-E170-4594-A4EE-83FDF88F8AF6}" type="parTrans" cxnId="{51AAAF19-082C-411B-8774-FE5C7C8E163B}">
      <dgm:prSet/>
      <dgm:spPr/>
      <dgm:t>
        <a:bodyPr/>
        <a:lstStyle/>
        <a:p>
          <a:endParaRPr lang="uk-UA"/>
        </a:p>
      </dgm:t>
    </dgm:pt>
    <dgm:pt modelId="{FD455A7A-7232-44E2-A0AD-73284588CF6C}" type="sibTrans" cxnId="{51AAAF19-082C-411B-8774-FE5C7C8E163B}">
      <dgm:prSet/>
      <dgm:spPr/>
      <dgm:t>
        <a:bodyPr/>
        <a:lstStyle/>
        <a:p>
          <a:endParaRPr lang="uk-UA"/>
        </a:p>
      </dgm:t>
    </dgm:pt>
    <dgm:pt modelId="{31AA274A-3F27-4D12-AE3A-A8D9A5D4B0EA}">
      <dgm:prSet/>
      <dgm:spPr/>
      <dgm:t>
        <a:bodyPr/>
        <a:lstStyle/>
        <a:p>
          <a:r>
            <a:rPr lang="ru-RU"/>
            <a:t>«Пунктів для заспокоєння руського народу» (1632 р.).</a:t>
          </a:r>
          <a:endParaRPr lang="uk-UA"/>
        </a:p>
      </dgm:t>
    </dgm:pt>
    <dgm:pt modelId="{F6A8B9BB-2E23-41DD-93D6-5320374E9C94}" type="parTrans" cxnId="{B286BEFE-7B81-4E2D-A885-24F6BEA40EB9}">
      <dgm:prSet/>
      <dgm:spPr/>
      <dgm:t>
        <a:bodyPr/>
        <a:lstStyle/>
        <a:p>
          <a:endParaRPr lang="uk-UA"/>
        </a:p>
      </dgm:t>
    </dgm:pt>
    <dgm:pt modelId="{695A7824-89A1-40ED-BA06-BE265D1EB0E0}" type="sibTrans" cxnId="{B286BEFE-7B81-4E2D-A885-24F6BEA40EB9}">
      <dgm:prSet/>
      <dgm:spPr/>
      <dgm:t>
        <a:bodyPr/>
        <a:lstStyle/>
        <a:p>
          <a:endParaRPr lang="uk-UA"/>
        </a:p>
      </dgm:t>
    </dgm:pt>
    <dgm:pt modelId="{3131A061-7789-4B4C-9656-0F2EA4E0CDC0}" type="pres">
      <dgm:prSet presAssocID="{6BEADBAA-57ED-45AD-B2FC-D9C9A5F11449}" presName="linearFlow" presStyleCnt="0">
        <dgm:presLayoutVars>
          <dgm:dir/>
          <dgm:resizeHandles val="exact"/>
        </dgm:presLayoutVars>
      </dgm:prSet>
      <dgm:spPr/>
    </dgm:pt>
    <dgm:pt modelId="{778A0AF2-197A-40B4-8D32-D9CF78AEAAE5}" type="pres">
      <dgm:prSet presAssocID="{428A23C3-950D-403C-8AFA-7CC40420895F}" presName="composite" presStyleCnt="0"/>
      <dgm:spPr/>
    </dgm:pt>
    <dgm:pt modelId="{8D343462-A82D-4191-9563-3C1AA7AECF08}" type="pres">
      <dgm:prSet presAssocID="{428A23C3-950D-403C-8AFA-7CC40420895F}" presName="imgShp" presStyleLbl="fgImgPlace1" presStyleIdx="0" presStyleCnt="4"/>
      <dgm:spPr/>
    </dgm:pt>
    <dgm:pt modelId="{0CF301A4-7D8B-4E01-9AA4-00285B8B56E0}" type="pres">
      <dgm:prSet presAssocID="{428A23C3-950D-403C-8AFA-7CC40420895F}" presName="txShp" presStyleLbl="node1" presStyleIdx="0" presStyleCnt="4">
        <dgm:presLayoutVars>
          <dgm:bulletEnabled val="1"/>
        </dgm:presLayoutVars>
      </dgm:prSet>
      <dgm:spPr/>
    </dgm:pt>
    <dgm:pt modelId="{7BE5BD1D-7065-4FDF-80E8-BF699D837D86}" type="pres">
      <dgm:prSet presAssocID="{ED827186-9260-4C66-AF1B-D5FE687E1470}" presName="spacing" presStyleCnt="0"/>
      <dgm:spPr/>
    </dgm:pt>
    <dgm:pt modelId="{1E0913A8-2459-429D-9DA1-FCD77BC23703}" type="pres">
      <dgm:prSet presAssocID="{36145743-AF99-463E-8B5F-8E98DE3CC923}" presName="composite" presStyleCnt="0"/>
      <dgm:spPr/>
    </dgm:pt>
    <dgm:pt modelId="{9133B8D1-5C84-455D-BB4A-3E798A951AE0}" type="pres">
      <dgm:prSet presAssocID="{36145743-AF99-463E-8B5F-8E98DE3CC923}" presName="imgShp" presStyleLbl="fgImgPlace1" presStyleIdx="1" presStyleCnt="4"/>
      <dgm:spPr/>
    </dgm:pt>
    <dgm:pt modelId="{4E5975BE-49BD-4490-9FDD-BAC7AB2455C9}" type="pres">
      <dgm:prSet presAssocID="{36145743-AF99-463E-8B5F-8E98DE3CC923}" presName="txShp" presStyleLbl="node1" presStyleIdx="1" presStyleCnt="4">
        <dgm:presLayoutVars>
          <dgm:bulletEnabled val="1"/>
        </dgm:presLayoutVars>
      </dgm:prSet>
      <dgm:spPr/>
    </dgm:pt>
    <dgm:pt modelId="{357E6E4E-9AFC-4212-850F-D484573F6CCF}" type="pres">
      <dgm:prSet presAssocID="{F58A206A-CF41-43C6-8DC3-E71EC433CDA7}" presName="spacing" presStyleCnt="0"/>
      <dgm:spPr/>
    </dgm:pt>
    <dgm:pt modelId="{3F107A29-FFF0-4EF4-B37B-80883D91093B}" type="pres">
      <dgm:prSet presAssocID="{AFA9E7BE-6F77-490B-9D49-09E0A2435218}" presName="composite" presStyleCnt="0"/>
      <dgm:spPr/>
    </dgm:pt>
    <dgm:pt modelId="{1049C01B-562E-43B4-9FC1-594FF2E363CD}" type="pres">
      <dgm:prSet presAssocID="{AFA9E7BE-6F77-490B-9D49-09E0A2435218}" presName="imgShp" presStyleLbl="fgImgPlace1" presStyleIdx="2" presStyleCnt="4"/>
      <dgm:spPr/>
    </dgm:pt>
    <dgm:pt modelId="{A8A39076-7876-43AF-B725-FB818AB8A914}" type="pres">
      <dgm:prSet presAssocID="{AFA9E7BE-6F77-490B-9D49-09E0A2435218}" presName="txShp" presStyleLbl="node1" presStyleIdx="2" presStyleCnt="4">
        <dgm:presLayoutVars>
          <dgm:bulletEnabled val="1"/>
        </dgm:presLayoutVars>
      </dgm:prSet>
      <dgm:spPr/>
    </dgm:pt>
    <dgm:pt modelId="{F155495B-5DD3-4554-9662-4C393C6B0806}" type="pres">
      <dgm:prSet presAssocID="{FD455A7A-7232-44E2-A0AD-73284588CF6C}" presName="spacing" presStyleCnt="0"/>
      <dgm:spPr/>
    </dgm:pt>
    <dgm:pt modelId="{F8C384BB-1932-4BE8-9FA1-3D76FA745ABD}" type="pres">
      <dgm:prSet presAssocID="{31AA274A-3F27-4D12-AE3A-A8D9A5D4B0EA}" presName="composite" presStyleCnt="0"/>
      <dgm:spPr/>
    </dgm:pt>
    <dgm:pt modelId="{627109C0-3947-4DCC-8583-0D3095AEE4C1}" type="pres">
      <dgm:prSet presAssocID="{31AA274A-3F27-4D12-AE3A-A8D9A5D4B0EA}" presName="imgShp" presStyleLbl="fgImgPlace1" presStyleIdx="3" presStyleCnt="4"/>
      <dgm:spPr/>
    </dgm:pt>
    <dgm:pt modelId="{BC47A628-FCC7-42F9-87BC-DEE725CD2E8B}" type="pres">
      <dgm:prSet presAssocID="{31AA274A-3F27-4D12-AE3A-A8D9A5D4B0EA}" presName="txShp" presStyleLbl="node1" presStyleIdx="3" presStyleCnt="4">
        <dgm:presLayoutVars>
          <dgm:bulletEnabled val="1"/>
        </dgm:presLayoutVars>
      </dgm:prSet>
      <dgm:spPr/>
    </dgm:pt>
  </dgm:ptLst>
  <dgm:cxnLst>
    <dgm:cxn modelId="{51AAAF19-082C-411B-8774-FE5C7C8E163B}" srcId="{6BEADBAA-57ED-45AD-B2FC-D9C9A5F11449}" destId="{AFA9E7BE-6F77-490B-9D49-09E0A2435218}" srcOrd="2" destOrd="0" parTransId="{C4B66B06-E170-4594-A4EE-83FDF88F8AF6}" sibTransId="{FD455A7A-7232-44E2-A0AD-73284588CF6C}"/>
    <dgm:cxn modelId="{2C14E729-A5DA-4B5F-87BF-5F11EDE3DFA2}" type="presOf" srcId="{428A23C3-950D-403C-8AFA-7CC40420895F}" destId="{0CF301A4-7D8B-4E01-9AA4-00285B8B56E0}" srcOrd="0" destOrd="0" presId="urn:microsoft.com/office/officeart/2005/8/layout/vList3"/>
    <dgm:cxn modelId="{1CA8EB3F-4AEB-4FD9-A4C6-00D2423284ED}" srcId="{6BEADBAA-57ED-45AD-B2FC-D9C9A5F11449}" destId="{428A23C3-950D-403C-8AFA-7CC40420895F}" srcOrd="0" destOrd="0" parTransId="{F21A1055-4E7F-463A-985A-317CA70A0F21}" sibTransId="{ED827186-9260-4C66-AF1B-D5FE687E1470}"/>
    <dgm:cxn modelId="{9734746F-8559-47BE-86DD-E5A70476E064}" type="presOf" srcId="{AFA9E7BE-6F77-490B-9D49-09E0A2435218}" destId="{A8A39076-7876-43AF-B725-FB818AB8A914}" srcOrd="0" destOrd="0" presId="urn:microsoft.com/office/officeart/2005/8/layout/vList3"/>
    <dgm:cxn modelId="{FDBBE371-3F76-45A8-9642-B45727D423B7}" srcId="{6BEADBAA-57ED-45AD-B2FC-D9C9A5F11449}" destId="{36145743-AF99-463E-8B5F-8E98DE3CC923}" srcOrd="1" destOrd="0" parTransId="{F1091A4B-836D-4841-8C33-23ABF6AC6D90}" sibTransId="{F58A206A-CF41-43C6-8DC3-E71EC433CDA7}"/>
    <dgm:cxn modelId="{F17A4BA3-DC4E-427B-9D7A-BDADCC1522DD}" type="presOf" srcId="{6BEADBAA-57ED-45AD-B2FC-D9C9A5F11449}" destId="{3131A061-7789-4B4C-9656-0F2EA4E0CDC0}" srcOrd="0" destOrd="0" presId="urn:microsoft.com/office/officeart/2005/8/layout/vList3"/>
    <dgm:cxn modelId="{5B7BF3F0-8AD9-43EB-AD27-F87C3AD45FFB}" type="presOf" srcId="{31AA274A-3F27-4D12-AE3A-A8D9A5D4B0EA}" destId="{BC47A628-FCC7-42F9-87BC-DEE725CD2E8B}" srcOrd="0" destOrd="0" presId="urn:microsoft.com/office/officeart/2005/8/layout/vList3"/>
    <dgm:cxn modelId="{8CC58DF3-1ADF-483E-9EC0-022F86A81088}" type="presOf" srcId="{36145743-AF99-463E-8B5F-8E98DE3CC923}" destId="{4E5975BE-49BD-4490-9FDD-BAC7AB2455C9}" srcOrd="0" destOrd="0" presId="urn:microsoft.com/office/officeart/2005/8/layout/vList3"/>
    <dgm:cxn modelId="{B286BEFE-7B81-4E2D-A885-24F6BEA40EB9}" srcId="{6BEADBAA-57ED-45AD-B2FC-D9C9A5F11449}" destId="{31AA274A-3F27-4D12-AE3A-A8D9A5D4B0EA}" srcOrd="3" destOrd="0" parTransId="{F6A8B9BB-2E23-41DD-93D6-5320374E9C94}" sibTransId="{695A7824-89A1-40ED-BA06-BE265D1EB0E0}"/>
    <dgm:cxn modelId="{2A71EB08-C7C5-4365-8B84-E5698B9079DF}" type="presParOf" srcId="{3131A061-7789-4B4C-9656-0F2EA4E0CDC0}" destId="{778A0AF2-197A-40B4-8D32-D9CF78AEAAE5}" srcOrd="0" destOrd="0" presId="urn:microsoft.com/office/officeart/2005/8/layout/vList3"/>
    <dgm:cxn modelId="{8C76E2CD-4556-4918-85BE-ED397FB21DE6}" type="presParOf" srcId="{778A0AF2-197A-40B4-8D32-D9CF78AEAAE5}" destId="{8D343462-A82D-4191-9563-3C1AA7AECF08}" srcOrd="0" destOrd="0" presId="urn:microsoft.com/office/officeart/2005/8/layout/vList3"/>
    <dgm:cxn modelId="{1B461A1A-AE31-4C39-B9DD-75DD45650839}" type="presParOf" srcId="{778A0AF2-197A-40B4-8D32-D9CF78AEAAE5}" destId="{0CF301A4-7D8B-4E01-9AA4-00285B8B56E0}" srcOrd="1" destOrd="0" presId="urn:microsoft.com/office/officeart/2005/8/layout/vList3"/>
    <dgm:cxn modelId="{79BD1615-6B3C-4BC4-BE5F-CECAE713CD8D}" type="presParOf" srcId="{3131A061-7789-4B4C-9656-0F2EA4E0CDC0}" destId="{7BE5BD1D-7065-4FDF-80E8-BF699D837D86}" srcOrd="1" destOrd="0" presId="urn:microsoft.com/office/officeart/2005/8/layout/vList3"/>
    <dgm:cxn modelId="{3B46EE4C-3CF1-4A75-A14E-BE03D2B3FC17}" type="presParOf" srcId="{3131A061-7789-4B4C-9656-0F2EA4E0CDC0}" destId="{1E0913A8-2459-429D-9DA1-FCD77BC23703}" srcOrd="2" destOrd="0" presId="urn:microsoft.com/office/officeart/2005/8/layout/vList3"/>
    <dgm:cxn modelId="{C615E05E-90A8-47E5-9180-3F96C5BE6404}" type="presParOf" srcId="{1E0913A8-2459-429D-9DA1-FCD77BC23703}" destId="{9133B8D1-5C84-455D-BB4A-3E798A951AE0}" srcOrd="0" destOrd="0" presId="urn:microsoft.com/office/officeart/2005/8/layout/vList3"/>
    <dgm:cxn modelId="{FC1079DB-861B-4B6B-B501-571F8F9A66F3}" type="presParOf" srcId="{1E0913A8-2459-429D-9DA1-FCD77BC23703}" destId="{4E5975BE-49BD-4490-9FDD-BAC7AB2455C9}" srcOrd="1" destOrd="0" presId="urn:microsoft.com/office/officeart/2005/8/layout/vList3"/>
    <dgm:cxn modelId="{EA9D076D-BA18-4A76-8BF8-AE657B91B27B}" type="presParOf" srcId="{3131A061-7789-4B4C-9656-0F2EA4E0CDC0}" destId="{357E6E4E-9AFC-4212-850F-D484573F6CCF}" srcOrd="3" destOrd="0" presId="urn:microsoft.com/office/officeart/2005/8/layout/vList3"/>
    <dgm:cxn modelId="{85A5DD75-2A81-4D59-BF05-F661802F3819}" type="presParOf" srcId="{3131A061-7789-4B4C-9656-0F2EA4E0CDC0}" destId="{3F107A29-FFF0-4EF4-B37B-80883D91093B}" srcOrd="4" destOrd="0" presId="urn:microsoft.com/office/officeart/2005/8/layout/vList3"/>
    <dgm:cxn modelId="{71855E22-A72D-458D-BAD7-AE24540C5CA4}" type="presParOf" srcId="{3F107A29-FFF0-4EF4-B37B-80883D91093B}" destId="{1049C01B-562E-43B4-9FC1-594FF2E363CD}" srcOrd="0" destOrd="0" presId="urn:microsoft.com/office/officeart/2005/8/layout/vList3"/>
    <dgm:cxn modelId="{ED84D794-4D97-4690-980D-60716492A243}" type="presParOf" srcId="{3F107A29-FFF0-4EF4-B37B-80883D91093B}" destId="{A8A39076-7876-43AF-B725-FB818AB8A914}" srcOrd="1" destOrd="0" presId="urn:microsoft.com/office/officeart/2005/8/layout/vList3"/>
    <dgm:cxn modelId="{F07CB1F9-95A8-48E1-B603-EAC807280924}" type="presParOf" srcId="{3131A061-7789-4B4C-9656-0F2EA4E0CDC0}" destId="{F155495B-5DD3-4554-9662-4C393C6B0806}" srcOrd="5" destOrd="0" presId="urn:microsoft.com/office/officeart/2005/8/layout/vList3"/>
    <dgm:cxn modelId="{733AA4C9-D2F1-4FE1-8A0F-E8EEE8F4DA17}" type="presParOf" srcId="{3131A061-7789-4B4C-9656-0F2EA4E0CDC0}" destId="{F8C384BB-1932-4BE8-9FA1-3D76FA745ABD}" srcOrd="6" destOrd="0" presId="urn:microsoft.com/office/officeart/2005/8/layout/vList3"/>
    <dgm:cxn modelId="{0E845A55-7114-4850-91A2-1A992D9AE553}" type="presParOf" srcId="{F8C384BB-1932-4BE8-9FA1-3D76FA745ABD}" destId="{627109C0-3947-4DCC-8583-0D3095AEE4C1}" srcOrd="0" destOrd="0" presId="urn:microsoft.com/office/officeart/2005/8/layout/vList3"/>
    <dgm:cxn modelId="{50D18A69-6AE4-482F-8BE8-17DC2E241EEA}" type="presParOf" srcId="{F8C384BB-1932-4BE8-9FA1-3D76FA745ABD}" destId="{BC47A628-FCC7-42F9-87BC-DEE725CD2E8B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A3F0CB-5849-435B-810A-CEA8394D06B4}">
      <dsp:nvSpPr>
        <dsp:cNvPr id="0" name=""/>
        <dsp:cNvSpPr/>
      </dsp:nvSpPr>
      <dsp:spPr>
        <a:xfrm>
          <a:off x="0" y="11837"/>
          <a:ext cx="9783763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000" kern="1200"/>
            <a:t>Лівонським орденом.</a:t>
          </a:r>
          <a:endParaRPr lang="uk-UA" sz="4000" kern="1200"/>
        </a:p>
      </dsp:txBody>
      <dsp:txXfrm>
        <a:off x="46834" y="58671"/>
        <a:ext cx="9690095" cy="865732"/>
      </dsp:txXfrm>
    </dsp:sp>
    <dsp:sp modelId="{8800700D-4B0F-44E8-B940-D5C4846ECCB7}">
      <dsp:nvSpPr>
        <dsp:cNvPr id="0" name=""/>
        <dsp:cNvSpPr/>
      </dsp:nvSpPr>
      <dsp:spPr>
        <a:xfrm>
          <a:off x="0" y="1086437"/>
          <a:ext cx="9783763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000" kern="1200"/>
            <a:t>Османською імперією.</a:t>
          </a:r>
          <a:endParaRPr lang="uk-UA" sz="4000" kern="1200"/>
        </a:p>
      </dsp:txBody>
      <dsp:txXfrm>
        <a:off x="46834" y="1133271"/>
        <a:ext cx="9690095" cy="865732"/>
      </dsp:txXfrm>
    </dsp:sp>
    <dsp:sp modelId="{F0D3D8CE-3499-4469-BAC3-D0DCD04E0281}">
      <dsp:nvSpPr>
        <dsp:cNvPr id="0" name=""/>
        <dsp:cNvSpPr/>
      </dsp:nvSpPr>
      <dsp:spPr>
        <a:xfrm>
          <a:off x="0" y="2161037"/>
          <a:ext cx="9783763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000" kern="1200"/>
            <a:t>Московським царством.</a:t>
          </a:r>
          <a:endParaRPr lang="uk-UA" sz="4000" kern="1200"/>
        </a:p>
      </dsp:txBody>
      <dsp:txXfrm>
        <a:off x="46834" y="2207871"/>
        <a:ext cx="9690095" cy="865732"/>
      </dsp:txXfrm>
    </dsp:sp>
    <dsp:sp modelId="{09D4486D-DDBD-4A0F-9931-66FE90D8203C}">
      <dsp:nvSpPr>
        <dsp:cNvPr id="0" name=""/>
        <dsp:cNvSpPr/>
      </dsp:nvSpPr>
      <dsp:spPr>
        <a:xfrm>
          <a:off x="0" y="3235637"/>
          <a:ext cx="9783763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000" kern="1200"/>
            <a:t>Шведським королівством.</a:t>
          </a:r>
          <a:endParaRPr lang="uk-UA" sz="4000" kern="1200"/>
        </a:p>
      </dsp:txBody>
      <dsp:txXfrm>
        <a:off x="46834" y="3282471"/>
        <a:ext cx="9690095" cy="8657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F92684-701C-4C39-99A3-AC4EF930AB83}">
      <dsp:nvSpPr>
        <dsp:cNvPr id="0" name=""/>
        <dsp:cNvSpPr/>
      </dsp:nvSpPr>
      <dsp:spPr>
        <a:xfrm>
          <a:off x="0" y="388619"/>
          <a:ext cx="4754880" cy="8248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династичний шлюб литовського князя та польської королеви за умови прийняття Великим князівством Литовським католицизму</a:t>
          </a:r>
          <a:endParaRPr lang="uk-UA" sz="1500" kern="1200"/>
        </a:p>
      </dsp:txBody>
      <dsp:txXfrm>
        <a:off x="40266" y="428885"/>
        <a:ext cx="4674348" cy="744318"/>
      </dsp:txXfrm>
    </dsp:sp>
    <dsp:sp modelId="{D1B3EF3F-E2B6-4AEE-AD1C-919C829B899F}">
      <dsp:nvSpPr>
        <dsp:cNvPr id="0" name=""/>
        <dsp:cNvSpPr/>
      </dsp:nvSpPr>
      <dsp:spPr>
        <a:xfrm>
          <a:off x="0" y="1256669"/>
          <a:ext cx="4754880" cy="8248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спільні воєнні дії військ Великого князівства Литовського та Польського королівства проти рицарів-хрестоносців Тевтонського ордену</a:t>
          </a:r>
          <a:endParaRPr lang="uk-UA" sz="1500" kern="1200"/>
        </a:p>
      </dsp:txBody>
      <dsp:txXfrm>
        <a:off x="40266" y="1296935"/>
        <a:ext cx="4674348" cy="744318"/>
      </dsp:txXfrm>
    </dsp:sp>
    <dsp:sp modelId="{CBA4C13A-8250-44FB-94DF-BD7A3F113953}">
      <dsp:nvSpPr>
        <dsp:cNvPr id="0" name=""/>
        <dsp:cNvSpPr/>
      </dsp:nvSpPr>
      <dsp:spPr>
        <a:xfrm>
          <a:off x="0" y="2124720"/>
          <a:ext cx="4754880" cy="8248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відновлення у складі Великого князівства Литовського Київського та Волинського удільних князівств на чолі з представниками литовської династії</a:t>
          </a:r>
          <a:endParaRPr lang="uk-UA" sz="1500" kern="1200"/>
        </a:p>
      </dsp:txBody>
      <dsp:txXfrm>
        <a:off x="40266" y="2164986"/>
        <a:ext cx="4674348" cy="744318"/>
      </dsp:txXfrm>
    </dsp:sp>
    <dsp:sp modelId="{563D3A08-4EF5-4B3A-84D3-3EF32CF8E8C6}">
      <dsp:nvSpPr>
        <dsp:cNvPr id="0" name=""/>
        <dsp:cNvSpPr/>
      </dsp:nvSpPr>
      <dsp:spPr>
        <a:xfrm>
          <a:off x="0" y="2992770"/>
          <a:ext cx="4754880" cy="8248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500" b="0" i="0" kern="1200"/>
            <a:t>об’єднання Польського королівства й Великого князівства Литовського в єдину федеративну державу — Річ Посполиту</a:t>
          </a:r>
          <a:endParaRPr lang="uk-UA" sz="1500" kern="1200"/>
        </a:p>
      </dsp:txBody>
      <dsp:txXfrm>
        <a:off x="40266" y="3033036"/>
        <a:ext cx="4674348" cy="74431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8D8BD7-EBAA-4D87-870A-5B04B20765BF}">
      <dsp:nvSpPr>
        <dsp:cNvPr id="0" name=""/>
        <dsp:cNvSpPr/>
      </dsp:nvSpPr>
      <dsp:spPr>
        <a:xfrm rot="10800000">
          <a:off x="1011108" y="1314"/>
          <a:ext cx="3161995" cy="85866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47" tIns="41910" rIns="78232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/>
            <a:t>династичний шлюб литовського князя та польської королеви за умови прийняття Великим князівством Литовським католицизму</a:t>
          </a:r>
          <a:endParaRPr lang="uk-UA" sz="1100" kern="1200"/>
        </a:p>
      </dsp:txBody>
      <dsp:txXfrm rot="10800000">
        <a:off x="1225774" y="1314"/>
        <a:ext cx="2947329" cy="858664"/>
      </dsp:txXfrm>
    </dsp:sp>
    <dsp:sp modelId="{353A47AA-920E-459B-9444-195725710787}">
      <dsp:nvSpPr>
        <dsp:cNvPr id="0" name=""/>
        <dsp:cNvSpPr/>
      </dsp:nvSpPr>
      <dsp:spPr>
        <a:xfrm>
          <a:off x="581776" y="1314"/>
          <a:ext cx="858664" cy="85866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38AD85-11CC-49AB-8BC3-39F5AC5D8295}">
      <dsp:nvSpPr>
        <dsp:cNvPr id="0" name=""/>
        <dsp:cNvSpPr/>
      </dsp:nvSpPr>
      <dsp:spPr>
        <a:xfrm rot="10800000">
          <a:off x="1011108" y="1116296"/>
          <a:ext cx="3161995" cy="85866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47" tIns="41910" rIns="78232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/>
            <a:t>спільні воєнні дії військ Великого князівства Литовського та Польського королівства проти рицарів-хрестоносців Тевтонського ордену</a:t>
          </a:r>
          <a:endParaRPr lang="uk-UA" sz="1100" kern="1200"/>
        </a:p>
      </dsp:txBody>
      <dsp:txXfrm rot="10800000">
        <a:off x="1225774" y="1116296"/>
        <a:ext cx="2947329" cy="858664"/>
      </dsp:txXfrm>
    </dsp:sp>
    <dsp:sp modelId="{624E2E2F-7CC5-42DF-8897-948ED2CF9022}">
      <dsp:nvSpPr>
        <dsp:cNvPr id="0" name=""/>
        <dsp:cNvSpPr/>
      </dsp:nvSpPr>
      <dsp:spPr>
        <a:xfrm>
          <a:off x="581776" y="1116296"/>
          <a:ext cx="858664" cy="85866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9475C2-D30B-4672-A3B5-13F22847FF28}">
      <dsp:nvSpPr>
        <dsp:cNvPr id="0" name=""/>
        <dsp:cNvSpPr/>
      </dsp:nvSpPr>
      <dsp:spPr>
        <a:xfrm rot="10800000">
          <a:off x="1011108" y="2231278"/>
          <a:ext cx="3161995" cy="85866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47" tIns="41910" rIns="78232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/>
            <a:t>відновлення в складі Великого князівства Литовського Київського та Волинського удільних князівств на чолі з представниками литовської династії</a:t>
          </a:r>
          <a:endParaRPr lang="uk-UA" sz="1100" kern="1200"/>
        </a:p>
      </dsp:txBody>
      <dsp:txXfrm rot="10800000">
        <a:off x="1225774" y="2231278"/>
        <a:ext cx="2947329" cy="858664"/>
      </dsp:txXfrm>
    </dsp:sp>
    <dsp:sp modelId="{F3C8F90C-2A36-4DE5-BB84-702FA2D0035A}">
      <dsp:nvSpPr>
        <dsp:cNvPr id="0" name=""/>
        <dsp:cNvSpPr/>
      </dsp:nvSpPr>
      <dsp:spPr>
        <a:xfrm>
          <a:off x="581776" y="2231278"/>
          <a:ext cx="858664" cy="85866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C1FD1B-5791-494A-A93B-3900945FF78B}">
      <dsp:nvSpPr>
        <dsp:cNvPr id="0" name=""/>
        <dsp:cNvSpPr/>
      </dsp:nvSpPr>
      <dsp:spPr>
        <a:xfrm rot="10800000">
          <a:off x="1011108" y="3346261"/>
          <a:ext cx="3161995" cy="85866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47" tIns="41910" rIns="78232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100" kern="1200"/>
            <a:t>об’єднання Польського королівства й Великого князівства Литовського в єдину федеративну державу – Річ Посполиту</a:t>
          </a:r>
          <a:endParaRPr lang="uk-UA" sz="1100" kern="1200"/>
        </a:p>
      </dsp:txBody>
      <dsp:txXfrm rot="10800000">
        <a:off x="1225774" y="3346261"/>
        <a:ext cx="2947329" cy="858664"/>
      </dsp:txXfrm>
    </dsp:sp>
    <dsp:sp modelId="{DF842B3C-0C98-4807-AE37-02D6CC4E8170}">
      <dsp:nvSpPr>
        <dsp:cNvPr id="0" name=""/>
        <dsp:cNvSpPr/>
      </dsp:nvSpPr>
      <dsp:spPr>
        <a:xfrm>
          <a:off x="581776" y="3346261"/>
          <a:ext cx="858664" cy="85866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6700F1-F4FE-4581-8019-1D785E97C8DC}">
      <dsp:nvSpPr>
        <dsp:cNvPr id="0" name=""/>
        <dsp:cNvSpPr/>
      </dsp:nvSpPr>
      <dsp:spPr>
        <a:xfrm>
          <a:off x="-4755263" y="-728873"/>
          <a:ext cx="5663986" cy="5663986"/>
        </a:xfrm>
        <a:prstGeom prst="blockArc">
          <a:avLst>
            <a:gd name="adj1" fmla="val 18900000"/>
            <a:gd name="adj2" fmla="val 2700000"/>
            <a:gd name="adj3" fmla="val 381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1CE026-C18D-4568-AC1A-79247274EFEC}">
      <dsp:nvSpPr>
        <dsp:cNvPr id="0" name=""/>
        <dsp:cNvSpPr/>
      </dsp:nvSpPr>
      <dsp:spPr>
        <a:xfrm>
          <a:off x="475918" y="323375"/>
          <a:ext cx="4221528" cy="6470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626" tIns="83820" rIns="83820" bIns="8382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kern="1200"/>
            <a:t>Кревської</a:t>
          </a:r>
          <a:endParaRPr lang="uk-UA" sz="3300" kern="1200"/>
        </a:p>
      </dsp:txBody>
      <dsp:txXfrm>
        <a:off x="475918" y="323375"/>
        <a:ext cx="4221528" cy="647087"/>
      </dsp:txXfrm>
    </dsp:sp>
    <dsp:sp modelId="{D12EBB96-7DCF-4215-A232-60475529830B}">
      <dsp:nvSpPr>
        <dsp:cNvPr id="0" name=""/>
        <dsp:cNvSpPr/>
      </dsp:nvSpPr>
      <dsp:spPr>
        <a:xfrm>
          <a:off x="71488" y="242489"/>
          <a:ext cx="808859" cy="8088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0AF566-0107-490C-ABEB-2F5DE13160E6}">
      <dsp:nvSpPr>
        <dsp:cNvPr id="0" name=""/>
        <dsp:cNvSpPr/>
      </dsp:nvSpPr>
      <dsp:spPr>
        <a:xfrm>
          <a:off x="846908" y="1294175"/>
          <a:ext cx="3850538" cy="6470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626" tIns="83820" rIns="83820" bIns="8382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kern="1200"/>
            <a:t>Городельської</a:t>
          </a:r>
          <a:endParaRPr lang="uk-UA" sz="3300" kern="1200"/>
        </a:p>
      </dsp:txBody>
      <dsp:txXfrm>
        <a:off x="846908" y="1294175"/>
        <a:ext cx="3850538" cy="647087"/>
      </dsp:txXfrm>
    </dsp:sp>
    <dsp:sp modelId="{98D4E227-7054-43B2-8008-29823B418B94}">
      <dsp:nvSpPr>
        <dsp:cNvPr id="0" name=""/>
        <dsp:cNvSpPr/>
      </dsp:nvSpPr>
      <dsp:spPr>
        <a:xfrm>
          <a:off x="442478" y="1213289"/>
          <a:ext cx="808859" cy="8088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53BC4B-E5C1-4915-BDA6-FB58AAB3B7E2}">
      <dsp:nvSpPr>
        <dsp:cNvPr id="0" name=""/>
        <dsp:cNvSpPr/>
      </dsp:nvSpPr>
      <dsp:spPr>
        <a:xfrm>
          <a:off x="846908" y="2264976"/>
          <a:ext cx="3850538" cy="6470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626" tIns="83820" rIns="83820" bIns="8382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kern="1200"/>
            <a:t>Люблінської</a:t>
          </a:r>
          <a:endParaRPr lang="uk-UA" sz="3300" kern="1200"/>
        </a:p>
      </dsp:txBody>
      <dsp:txXfrm>
        <a:off x="846908" y="2264976"/>
        <a:ext cx="3850538" cy="647087"/>
      </dsp:txXfrm>
    </dsp:sp>
    <dsp:sp modelId="{7AC8B867-AB1A-4FEC-A605-542E9F59F7B4}">
      <dsp:nvSpPr>
        <dsp:cNvPr id="0" name=""/>
        <dsp:cNvSpPr/>
      </dsp:nvSpPr>
      <dsp:spPr>
        <a:xfrm>
          <a:off x="442478" y="2184090"/>
          <a:ext cx="808859" cy="8088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95F952-AE2B-4D2B-BDE8-74E3414178D2}">
      <dsp:nvSpPr>
        <dsp:cNvPr id="0" name=""/>
        <dsp:cNvSpPr/>
      </dsp:nvSpPr>
      <dsp:spPr>
        <a:xfrm>
          <a:off x="475918" y="3235776"/>
          <a:ext cx="4221528" cy="6470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626" tIns="83820" rIns="83820" bIns="8382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kern="1200"/>
            <a:t>Берестейської</a:t>
          </a:r>
          <a:endParaRPr lang="uk-UA" sz="3300" kern="1200"/>
        </a:p>
      </dsp:txBody>
      <dsp:txXfrm>
        <a:off x="475918" y="3235776"/>
        <a:ext cx="4221528" cy="647087"/>
      </dsp:txXfrm>
    </dsp:sp>
    <dsp:sp modelId="{8110E05C-9A70-49B8-A8E7-D395D61A305A}">
      <dsp:nvSpPr>
        <dsp:cNvPr id="0" name=""/>
        <dsp:cNvSpPr/>
      </dsp:nvSpPr>
      <dsp:spPr>
        <a:xfrm>
          <a:off x="71488" y="3154890"/>
          <a:ext cx="808859" cy="8088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0928F0-B834-4F84-A857-2A03DDA3B856}">
      <dsp:nvSpPr>
        <dsp:cNvPr id="0" name=""/>
        <dsp:cNvSpPr/>
      </dsp:nvSpPr>
      <dsp:spPr>
        <a:xfrm>
          <a:off x="-4755981" y="-728982"/>
          <a:ext cx="5664840" cy="5664840"/>
        </a:xfrm>
        <a:prstGeom prst="blockArc">
          <a:avLst>
            <a:gd name="adj1" fmla="val 18900000"/>
            <a:gd name="adj2" fmla="val 2700000"/>
            <a:gd name="adj3" fmla="val 381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3DD2B96-EC99-4479-9B24-75C499A78521}">
      <dsp:nvSpPr>
        <dsp:cNvPr id="0" name=""/>
        <dsp:cNvSpPr/>
      </dsp:nvSpPr>
      <dsp:spPr>
        <a:xfrm>
          <a:off x="475988" y="323424"/>
          <a:ext cx="9250331" cy="647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запровадження єдиного сейму та єдиної грошової одиниці в межах нової держави — Речі Посполитої.</a:t>
          </a:r>
          <a:endParaRPr lang="uk-UA" sz="1900" kern="1200"/>
        </a:p>
      </dsp:txBody>
      <dsp:txXfrm>
        <a:off x="475988" y="323424"/>
        <a:ext cx="9250331" cy="647185"/>
      </dsp:txXfrm>
    </dsp:sp>
    <dsp:sp modelId="{A79B2216-DEC7-4DC7-9D9C-AEBC18AA8394}">
      <dsp:nvSpPr>
        <dsp:cNvPr id="0" name=""/>
        <dsp:cNvSpPr/>
      </dsp:nvSpPr>
      <dsp:spPr>
        <a:xfrm>
          <a:off x="71497" y="242526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FC76BD-6B49-46AD-BDD9-E39CC3CDA664}">
      <dsp:nvSpPr>
        <dsp:cNvPr id="0" name=""/>
        <dsp:cNvSpPr/>
      </dsp:nvSpPr>
      <dsp:spPr>
        <a:xfrm>
          <a:off x="847034" y="1294371"/>
          <a:ext cx="8879284" cy="647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збереження у новоутвореній Речі Посполитій Київського та Волинського удільних князівств.</a:t>
          </a:r>
          <a:endParaRPr lang="uk-UA" sz="1900" kern="1200"/>
        </a:p>
      </dsp:txBody>
      <dsp:txXfrm>
        <a:off x="847034" y="1294371"/>
        <a:ext cx="8879284" cy="647185"/>
      </dsp:txXfrm>
    </dsp:sp>
    <dsp:sp modelId="{61CB0720-1FD1-4B1F-8DF4-AD4309F1E37E}">
      <dsp:nvSpPr>
        <dsp:cNvPr id="0" name=""/>
        <dsp:cNvSpPr/>
      </dsp:nvSpPr>
      <dsp:spPr>
        <a:xfrm>
          <a:off x="442543" y="1213473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933798-3784-4B4C-91CF-D4B066542E57}">
      <dsp:nvSpPr>
        <dsp:cNvPr id="0" name=""/>
        <dsp:cNvSpPr/>
      </dsp:nvSpPr>
      <dsp:spPr>
        <a:xfrm>
          <a:off x="847034" y="2265318"/>
          <a:ext cx="8879284" cy="647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ліквідація Великого князівства Литовського шляхом його включення до складу Польського королівства.</a:t>
          </a:r>
          <a:endParaRPr lang="uk-UA" sz="1900" kern="1200"/>
        </a:p>
      </dsp:txBody>
      <dsp:txXfrm>
        <a:off x="847034" y="2265318"/>
        <a:ext cx="8879284" cy="647185"/>
      </dsp:txXfrm>
    </dsp:sp>
    <dsp:sp modelId="{23F6775E-8E8A-48DB-83B8-850CFE5C115D}">
      <dsp:nvSpPr>
        <dsp:cNvPr id="0" name=""/>
        <dsp:cNvSpPr/>
      </dsp:nvSpPr>
      <dsp:spPr>
        <a:xfrm>
          <a:off x="442543" y="2184419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7A56DB-D284-4D07-B6A2-E8C74BC4E61C}">
      <dsp:nvSpPr>
        <dsp:cNvPr id="0" name=""/>
        <dsp:cNvSpPr/>
      </dsp:nvSpPr>
      <dsp:spPr>
        <a:xfrm>
          <a:off x="475988" y="3236264"/>
          <a:ext cx="9250331" cy="647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визнання владою Речі Посполитої догмату про сходження Духа Святого не тільки від Бога-Отця, а й від Бога-Сина.</a:t>
          </a:r>
          <a:endParaRPr lang="uk-UA" sz="1900" kern="1200"/>
        </a:p>
      </dsp:txBody>
      <dsp:txXfrm>
        <a:off x="475988" y="3236264"/>
        <a:ext cx="9250331" cy="647185"/>
      </dsp:txXfrm>
    </dsp:sp>
    <dsp:sp modelId="{EF6A5B50-B6DE-4617-8D49-F5E1811C6E34}">
      <dsp:nvSpPr>
        <dsp:cNvPr id="0" name=""/>
        <dsp:cNvSpPr/>
      </dsp:nvSpPr>
      <dsp:spPr>
        <a:xfrm>
          <a:off x="71497" y="3155366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5F366F-20F7-4E02-9F46-0CDD265E45F9}">
      <dsp:nvSpPr>
        <dsp:cNvPr id="0" name=""/>
        <dsp:cNvSpPr/>
      </dsp:nvSpPr>
      <dsp:spPr>
        <a:xfrm>
          <a:off x="-4755981" y="-728982"/>
          <a:ext cx="5664840" cy="5664840"/>
        </a:xfrm>
        <a:prstGeom prst="blockArc">
          <a:avLst>
            <a:gd name="adj1" fmla="val 18900000"/>
            <a:gd name="adj2" fmla="val 2700000"/>
            <a:gd name="adj3" fmla="val 381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7CCDE7-D686-411E-BE1E-75BF0058F999}">
      <dsp:nvSpPr>
        <dsp:cNvPr id="0" name=""/>
        <dsp:cNvSpPr/>
      </dsp:nvSpPr>
      <dsp:spPr>
        <a:xfrm>
          <a:off x="475988" y="323424"/>
          <a:ext cx="9250331" cy="647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/>
            <a:t>полонізація та денаціоналізація української шляхти.</a:t>
          </a:r>
          <a:endParaRPr lang="uk-UA" sz="2100" kern="1200"/>
        </a:p>
      </dsp:txBody>
      <dsp:txXfrm>
        <a:off x="475988" y="323424"/>
        <a:ext cx="9250331" cy="647185"/>
      </dsp:txXfrm>
    </dsp:sp>
    <dsp:sp modelId="{FBB80D5C-00E2-4791-A364-4D5DEFEAC0EE}">
      <dsp:nvSpPr>
        <dsp:cNvPr id="0" name=""/>
        <dsp:cNvSpPr/>
      </dsp:nvSpPr>
      <dsp:spPr>
        <a:xfrm>
          <a:off x="71497" y="242526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3F9A98-4D5E-4B5E-84A9-E6064912B2B9}">
      <dsp:nvSpPr>
        <dsp:cNvPr id="0" name=""/>
        <dsp:cNvSpPr/>
      </dsp:nvSpPr>
      <dsp:spPr>
        <a:xfrm>
          <a:off x="847034" y="1294371"/>
          <a:ext cx="8879284" cy="647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/>
            <a:t>відновлення удільних князівств на українських землях.</a:t>
          </a:r>
          <a:endParaRPr lang="uk-UA" sz="2100" kern="1200"/>
        </a:p>
      </dsp:txBody>
      <dsp:txXfrm>
        <a:off x="847034" y="1294371"/>
        <a:ext cx="8879284" cy="647185"/>
      </dsp:txXfrm>
    </dsp:sp>
    <dsp:sp modelId="{544B286B-148A-46EB-94A6-A167007D829C}">
      <dsp:nvSpPr>
        <dsp:cNvPr id="0" name=""/>
        <dsp:cNvSpPr/>
      </dsp:nvSpPr>
      <dsp:spPr>
        <a:xfrm>
          <a:off x="442543" y="1213473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1E6FE2-CFEF-4EBB-8C0A-10B315984EC6}">
      <dsp:nvSpPr>
        <dsp:cNvPr id="0" name=""/>
        <dsp:cNvSpPr/>
      </dsp:nvSpPr>
      <dsp:spPr>
        <a:xfrm>
          <a:off x="847034" y="2265318"/>
          <a:ext cx="8879284" cy="647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/>
            <a:t>ліквідація міського самоврядування на основі Магдебурзького права.</a:t>
          </a:r>
          <a:endParaRPr lang="uk-UA" sz="2100" kern="1200"/>
        </a:p>
      </dsp:txBody>
      <dsp:txXfrm>
        <a:off x="847034" y="2265318"/>
        <a:ext cx="8879284" cy="647185"/>
      </dsp:txXfrm>
    </dsp:sp>
    <dsp:sp modelId="{A5D39DC1-CB40-412C-93DC-240DE945999B}">
      <dsp:nvSpPr>
        <dsp:cNvPr id="0" name=""/>
        <dsp:cNvSpPr/>
      </dsp:nvSpPr>
      <dsp:spPr>
        <a:xfrm>
          <a:off x="442543" y="2184419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74056B6-30EE-41E8-A965-DE0885EC69F1}">
      <dsp:nvSpPr>
        <dsp:cNvPr id="0" name=""/>
        <dsp:cNvSpPr/>
      </dsp:nvSpPr>
      <dsp:spPr>
        <a:xfrm>
          <a:off x="475988" y="3236264"/>
          <a:ext cx="9250331" cy="6471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704" tIns="53340" rIns="53340" bIns="5334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/>
            <a:t>скасування Литовських Статутів і впровадження польського судочинства</a:t>
          </a:r>
          <a:endParaRPr lang="uk-UA" sz="2100" kern="1200"/>
        </a:p>
      </dsp:txBody>
      <dsp:txXfrm>
        <a:off x="475988" y="3236264"/>
        <a:ext cx="9250331" cy="647185"/>
      </dsp:txXfrm>
    </dsp:sp>
    <dsp:sp modelId="{FC6862A0-12F8-45D3-85C0-9080D43A7361}">
      <dsp:nvSpPr>
        <dsp:cNvPr id="0" name=""/>
        <dsp:cNvSpPr/>
      </dsp:nvSpPr>
      <dsp:spPr>
        <a:xfrm>
          <a:off x="71497" y="3155366"/>
          <a:ext cx="808982" cy="80898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9463AD-7F9B-470D-9111-27A9F274857E}">
      <dsp:nvSpPr>
        <dsp:cNvPr id="0" name=""/>
        <dsp:cNvSpPr/>
      </dsp:nvSpPr>
      <dsp:spPr>
        <a:xfrm>
          <a:off x="0" y="482129"/>
          <a:ext cx="4754880" cy="743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kern="1200"/>
            <a:t>Османської імперії.</a:t>
          </a:r>
          <a:endParaRPr lang="uk-UA" sz="3100" kern="1200"/>
        </a:p>
      </dsp:txBody>
      <dsp:txXfrm>
        <a:off x="36296" y="518425"/>
        <a:ext cx="4682288" cy="670943"/>
      </dsp:txXfrm>
    </dsp:sp>
    <dsp:sp modelId="{2CA72BDD-EF5C-4595-833A-8B36A63048E6}">
      <dsp:nvSpPr>
        <dsp:cNvPr id="0" name=""/>
        <dsp:cNvSpPr/>
      </dsp:nvSpPr>
      <dsp:spPr>
        <a:xfrm>
          <a:off x="0" y="1314945"/>
          <a:ext cx="4754880" cy="743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kern="1200"/>
            <a:t>Московського царства.</a:t>
          </a:r>
          <a:endParaRPr lang="uk-UA" sz="3100" kern="1200"/>
        </a:p>
      </dsp:txBody>
      <dsp:txXfrm>
        <a:off x="36296" y="1351241"/>
        <a:ext cx="4682288" cy="670943"/>
      </dsp:txXfrm>
    </dsp:sp>
    <dsp:sp modelId="{8B281F98-7F80-45FA-AEF9-6D3B88195924}">
      <dsp:nvSpPr>
        <dsp:cNvPr id="0" name=""/>
        <dsp:cNvSpPr/>
      </dsp:nvSpPr>
      <dsp:spPr>
        <a:xfrm>
          <a:off x="0" y="2147760"/>
          <a:ext cx="4754880" cy="743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kern="1200"/>
            <a:t>Польського королівства.</a:t>
          </a:r>
          <a:endParaRPr lang="uk-UA" sz="3100" kern="1200"/>
        </a:p>
      </dsp:txBody>
      <dsp:txXfrm>
        <a:off x="36296" y="2184056"/>
        <a:ext cx="4682288" cy="670943"/>
      </dsp:txXfrm>
    </dsp:sp>
    <dsp:sp modelId="{05664F9A-5438-41F8-A087-7966721625A0}">
      <dsp:nvSpPr>
        <dsp:cNvPr id="0" name=""/>
        <dsp:cNvSpPr/>
      </dsp:nvSpPr>
      <dsp:spPr>
        <a:xfrm>
          <a:off x="0" y="2980575"/>
          <a:ext cx="4754880" cy="743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100" kern="1200"/>
            <a:t>Молдавського князівства.</a:t>
          </a:r>
          <a:endParaRPr lang="uk-UA" sz="3100" kern="1200"/>
        </a:p>
      </dsp:txBody>
      <dsp:txXfrm>
        <a:off x="36296" y="3016871"/>
        <a:ext cx="4682288" cy="67094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63C80B-EF68-4B07-9006-1B10C82E944B}">
      <dsp:nvSpPr>
        <dsp:cNvPr id="0" name=""/>
        <dsp:cNvSpPr/>
      </dsp:nvSpPr>
      <dsp:spPr>
        <a:xfrm>
          <a:off x="-4755263" y="-728873"/>
          <a:ext cx="5663986" cy="5663986"/>
        </a:xfrm>
        <a:prstGeom prst="blockArc">
          <a:avLst>
            <a:gd name="adj1" fmla="val 18900000"/>
            <a:gd name="adj2" fmla="val 2700000"/>
            <a:gd name="adj3" fmla="val 381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B32D2A-E8E5-4FF5-88F3-CED3F6BAD1FD}">
      <dsp:nvSpPr>
        <dsp:cNvPr id="0" name=""/>
        <dsp:cNvSpPr/>
      </dsp:nvSpPr>
      <dsp:spPr>
        <a:xfrm>
          <a:off x="475918" y="323375"/>
          <a:ext cx="4221528" cy="6470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626" tIns="83820" rIns="83820" bIns="8382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kern="1200"/>
            <a:t>козацтво</a:t>
          </a:r>
          <a:endParaRPr lang="uk-UA" sz="3300" kern="1200"/>
        </a:p>
      </dsp:txBody>
      <dsp:txXfrm>
        <a:off x="475918" y="323375"/>
        <a:ext cx="4221528" cy="647087"/>
      </dsp:txXfrm>
    </dsp:sp>
    <dsp:sp modelId="{91D04A13-C324-4CDD-BB16-92021D894026}">
      <dsp:nvSpPr>
        <dsp:cNvPr id="0" name=""/>
        <dsp:cNvSpPr/>
      </dsp:nvSpPr>
      <dsp:spPr>
        <a:xfrm>
          <a:off x="71488" y="242489"/>
          <a:ext cx="808859" cy="8088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C4C144-D858-4F12-8137-06AE231297FD}">
      <dsp:nvSpPr>
        <dsp:cNvPr id="0" name=""/>
        <dsp:cNvSpPr/>
      </dsp:nvSpPr>
      <dsp:spPr>
        <a:xfrm>
          <a:off x="846908" y="1294175"/>
          <a:ext cx="3850538" cy="6470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626" tIns="83820" rIns="83820" bIns="8382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kern="1200"/>
            <a:t>міщанство</a:t>
          </a:r>
          <a:endParaRPr lang="uk-UA" sz="3300" kern="1200"/>
        </a:p>
      </dsp:txBody>
      <dsp:txXfrm>
        <a:off x="846908" y="1294175"/>
        <a:ext cx="3850538" cy="647087"/>
      </dsp:txXfrm>
    </dsp:sp>
    <dsp:sp modelId="{F576E51D-2021-4A20-B11D-23BF099C8FCE}">
      <dsp:nvSpPr>
        <dsp:cNvPr id="0" name=""/>
        <dsp:cNvSpPr/>
      </dsp:nvSpPr>
      <dsp:spPr>
        <a:xfrm>
          <a:off x="442478" y="1213289"/>
          <a:ext cx="808859" cy="8088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4DE5E1-D033-4AE3-B397-62649C8DA55C}">
      <dsp:nvSpPr>
        <dsp:cNvPr id="0" name=""/>
        <dsp:cNvSpPr/>
      </dsp:nvSpPr>
      <dsp:spPr>
        <a:xfrm>
          <a:off x="846908" y="2264976"/>
          <a:ext cx="3850538" cy="6470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626" tIns="83820" rIns="83820" bIns="8382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kern="1200"/>
            <a:t>шляхта</a:t>
          </a:r>
          <a:endParaRPr lang="uk-UA" sz="3300" kern="1200"/>
        </a:p>
      </dsp:txBody>
      <dsp:txXfrm>
        <a:off x="846908" y="2264976"/>
        <a:ext cx="3850538" cy="647087"/>
      </dsp:txXfrm>
    </dsp:sp>
    <dsp:sp modelId="{AD25AC8D-739D-4C40-8367-358AAF4C729E}">
      <dsp:nvSpPr>
        <dsp:cNvPr id="0" name=""/>
        <dsp:cNvSpPr/>
      </dsp:nvSpPr>
      <dsp:spPr>
        <a:xfrm>
          <a:off x="442478" y="2184090"/>
          <a:ext cx="808859" cy="8088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0AD4C0-0010-4B5C-9BEA-5E83366633B5}">
      <dsp:nvSpPr>
        <dsp:cNvPr id="0" name=""/>
        <dsp:cNvSpPr/>
      </dsp:nvSpPr>
      <dsp:spPr>
        <a:xfrm>
          <a:off x="475918" y="3235776"/>
          <a:ext cx="4221528" cy="6470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626" tIns="83820" rIns="83820" bIns="8382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kern="1200"/>
            <a:t>селянство</a:t>
          </a:r>
          <a:endParaRPr lang="uk-UA" sz="3300" kern="1200"/>
        </a:p>
      </dsp:txBody>
      <dsp:txXfrm>
        <a:off x="475918" y="3235776"/>
        <a:ext cx="4221528" cy="647087"/>
      </dsp:txXfrm>
    </dsp:sp>
    <dsp:sp modelId="{4A754663-19E4-4F00-A271-B676B98122AE}">
      <dsp:nvSpPr>
        <dsp:cNvPr id="0" name=""/>
        <dsp:cNvSpPr/>
      </dsp:nvSpPr>
      <dsp:spPr>
        <a:xfrm>
          <a:off x="71488" y="3154890"/>
          <a:ext cx="808859" cy="8088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86D3B1-C91E-41C1-84CB-1879B97E148C}">
      <dsp:nvSpPr>
        <dsp:cNvPr id="0" name=""/>
        <dsp:cNvSpPr/>
      </dsp:nvSpPr>
      <dsp:spPr>
        <a:xfrm>
          <a:off x="0" y="69409"/>
          <a:ext cx="4754880" cy="20005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Ліквідація Великого князівства Литовського, перетворення його земель на провінції Польського королівства.</a:t>
          </a:r>
          <a:endParaRPr lang="uk-UA" sz="2300" kern="1200"/>
        </a:p>
      </dsp:txBody>
      <dsp:txXfrm>
        <a:off x="97661" y="167070"/>
        <a:ext cx="4559558" cy="1805268"/>
      </dsp:txXfrm>
    </dsp:sp>
    <dsp:sp modelId="{225757E2-D81A-4483-877B-A48678449227}">
      <dsp:nvSpPr>
        <dsp:cNvPr id="0" name=""/>
        <dsp:cNvSpPr/>
      </dsp:nvSpPr>
      <dsp:spPr>
        <a:xfrm>
          <a:off x="0" y="2136240"/>
          <a:ext cx="4754880" cy="20005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Зміцнення союзу Великого князівства Литовського та Польського королівства під час боротьби проти Тевтонського ордену.</a:t>
          </a:r>
          <a:endParaRPr lang="uk-UA" sz="2300" kern="1200"/>
        </a:p>
      </dsp:txBody>
      <dsp:txXfrm>
        <a:off x="97661" y="2233901"/>
        <a:ext cx="4559558" cy="180526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B1C7EE-D31B-49CC-986C-F218EE5DA9D8}">
      <dsp:nvSpPr>
        <dsp:cNvPr id="0" name=""/>
        <dsp:cNvSpPr/>
      </dsp:nvSpPr>
      <dsp:spPr>
        <a:xfrm>
          <a:off x="0" y="428490"/>
          <a:ext cx="4754880" cy="16415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Уніфікація адміністративно-територіального устрою Великого князівства Литовського за польським зразком.</a:t>
          </a:r>
          <a:endParaRPr lang="uk-UA" sz="2300" kern="1200"/>
        </a:p>
      </dsp:txBody>
      <dsp:txXfrm>
        <a:off x="80132" y="508622"/>
        <a:ext cx="4594616" cy="1481245"/>
      </dsp:txXfrm>
    </dsp:sp>
    <dsp:sp modelId="{89CBCEAF-390A-4924-9960-C1A922FA6DAE}">
      <dsp:nvSpPr>
        <dsp:cNvPr id="0" name=""/>
        <dsp:cNvSpPr/>
      </dsp:nvSpPr>
      <dsp:spPr>
        <a:xfrm>
          <a:off x="0" y="2136240"/>
          <a:ext cx="4754880" cy="16415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b="0" i="0" kern="1200"/>
            <a:t>Включення українських земель до складу Польського королівства, згуртування українського народу в межах однієї держави.</a:t>
          </a:r>
          <a:endParaRPr lang="uk-UA" sz="2300" kern="1200"/>
        </a:p>
      </dsp:txBody>
      <dsp:txXfrm>
        <a:off x="80132" y="2216372"/>
        <a:ext cx="4594616" cy="1481245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ECA7EB-D7EE-4438-B94B-DDA3044F8318}">
      <dsp:nvSpPr>
        <dsp:cNvPr id="0" name=""/>
        <dsp:cNvSpPr/>
      </dsp:nvSpPr>
      <dsp:spPr>
        <a:xfrm>
          <a:off x="-4755263" y="-728873"/>
          <a:ext cx="5663986" cy="5663986"/>
        </a:xfrm>
        <a:prstGeom prst="blockArc">
          <a:avLst>
            <a:gd name="adj1" fmla="val 18900000"/>
            <a:gd name="adj2" fmla="val 2700000"/>
            <a:gd name="adj3" fmla="val 381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E6C8D5-CC9B-4E2A-8E6D-569E0B0ADB2F}">
      <dsp:nvSpPr>
        <dsp:cNvPr id="0" name=""/>
        <dsp:cNvSpPr/>
      </dsp:nvSpPr>
      <dsp:spPr>
        <a:xfrm>
          <a:off x="475918" y="323375"/>
          <a:ext cx="4221528" cy="6470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626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укладення Кревської унії</a:t>
          </a:r>
          <a:endParaRPr lang="uk-UA" sz="1900" kern="1200"/>
        </a:p>
      </dsp:txBody>
      <dsp:txXfrm>
        <a:off x="475918" y="323375"/>
        <a:ext cx="4221528" cy="647087"/>
      </dsp:txXfrm>
    </dsp:sp>
    <dsp:sp modelId="{7413EDCF-C8EB-4C04-834E-CCBCAEB4A295}">
      <dsp:nvSpPr>
        <dsp:cNvPr id="0" name=""/>
        <dsp:cNvSpPr/>
      </dsp:nvSpPr>
      <dsp:spPr>
        <a:xfrm>
          <a:off x="71488" y="242489"/>
          <a:ext cx="808859" cy="8088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779F86-0697-4E11-9B3E-10A782B9E9FB}">
      <dsp:nvSpPr>
        <dsp:cNvPr id="0" name=""/>
        <dsp:cNvSpPr/>
      </dsp:nvSpPr>
      <dsp:spPr>
        <a:xfrm>
          <a:off x="846908" y="1294175"/>
          <a:ext cx="3850538" cy="6470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626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утворення Речі Посполитої</a:t>
          </a:r>
          <a:endParaRPr lang="uk-UA" sz="1900" kern="1200"/>
        </a:p>
      </dsp:txBody>
      <dsp:txXfrm>
        <a:off x="846908" y="1294175"/>
        <a:ext cx="3850538" cy="647087"/>
      </dsp:txXfrm>
    </dsp:sp>
    <dsp:sp modelId="{2564CF99-B029-4A8C-8F25-BA3432666B5F}">
      <dsp:nvSpPr>
        <dsp:cNvPr id="0" name=""/>
        <dsp:cNvSpPr/>
      </dsp:nvSpPr>
      <dsp:spPr>
        <a:xfrm>
          <a:off x="442478" y="1213289"/>
          <a:ext cx="808859" cy="8088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4256D8-963E-4946-B1CD-66F9D15EF98C}">
      <dsp:nvSpPr>
        <dsp:cNvPr id="0" name=""/>
        <dsp:cNvSpPr/>
      </dsp:nvSpPr>
      <dsp:spPr>
        <a:xfrm>
          <a:off x="846908" y="2264976"/>
          <a:ext cx="3850538" cy="6470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626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заснування греко-католицької церкви</a:t>
          </a:r>
          <a:endParaRPr lang="uk-UA" sz="1900" kern="1200"/>
        </a:p>
      </dsp:txBody>
      <dsp:txXfrm>
        <a:off x="846908" y="2264976"/>
        <a:ext cx="3850538" cy="647087"/>
      </dsp:txXfrm>
    </dsp:sp>
    <dsp:sp modelId="{68C386B3-FADB-43CC-B8B0-EF107D104CAC}">
      <dsp:nvSpPr>
        <dsp:cNvPr id="0" name=""/>
        <dsp:cNvSpPr/>
      </dsp:nvSpPr>
      <dsp:spPr>
        <a:xfrm>
          <a:off x="442478" y="2184090"/>
          <a:ext cx="808859" cy="8088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93C98C-25CE-45DA-B08E-1046B2B72A55}">
      <dsp:nvSpPr>
        <dsp:cNvPr id="0" name=""/>
        <dsp:cNvSpPr/>
      </dsp:nvSpPr>
      <dsp:spPr>
        <a:xfrm>
          <a:off x="475918" y="3235776"/>
          <a:ext cx="4221528" cy="6470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626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900" b="0" i="0" kern="1200"/>
            <a:t>ліквідацію Київського удільного князівства</a:t>
          </a:r>
          <a:endParaRPr lang="uk-UA" sz="1900" kern="1200"/>
        </a:p>
      </dsp:txBody>
      <dsp:txXfrm>
        <a:off x="475918" y="3235776"/>
        <a:ext cx="4221528" cy="647087"/>
      </dsp:txXfrm>
    </dsp:sp>
    <dsp:sp modelId="{8244BED0-35A0-41AB-AB14-562E6097CA65}">
      <dsp:nvSpPr>
        <dsp:cNvPr id="0" name=""/>
        <dsp:cNvSpPr/>
      </dsp:nvSpPr>
      <dsp:spPr>
        <a:xfrm>
          <a:off x="71488" y="3154890"/>
          <a:ext cx="808859" cy="8088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DAC581-146C-4362-B909-C41C227DC3AA}">
      <dsp:nvSpPr>
        <dsp:cNvPr id="0" name=""/>
        <dsp:cNvSpPr/>
      </dsp:nvSpPr>
      <dsp:spPr>
        <a:xfrm>
          <a:off x="-4755263" y="-728873"/>
          <a:ext cx="5663986" cy="5663986"/>
        </a:xfrm>
        <a:prstGeom prst="blockArc">
          <a:avLst>
            <a:gd name="adj1" fmla="val 18900000"/>
            <a:gd name="adj2" fmla="val 2700000"/>
            <a:gd name="adj3" fmla="val 381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0576C2-D7B7-4104-B569-0D9531FC31FF}">
      <dsp:nvSpPr>
        <dsp:cNvPr id="0" name=""/>
        <dsp:cNvSpPr/>
      </dsp:nvSpPr>
      <dsp:spPr>
        <a:xfrm>
          <a:off x="475918" y="323375"/>
          <a:ext cx="4221528" cy="6470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626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/>
            <a:t>заснування першої Запорозької Січі на о. Мала Хортиця</a:t>
          </a:r>
          <a:endParaRPr lang="uk-UA" sz="1500" kern="1200"/>
        </a:p>
      </dsp:txBody>
      <dsp:txXfrm>
        <a:off x="475918" y="323375"/>
        <a:ext cx="4221528" cy="647087"/>
      </dsp:txXfrm>
    </dsp:sp>
    <dsp:sp modelId="{2E5A530A-7EA7-43A8-86D6-EEE6B060F551}">
      <dsp:nvSpPr>
        <dsp:cNvPr id="0" name=""/>
        <dsp:cNvSpPr/>
      </dsp:nvSpPr>
      <dsp:spPr>
        <a:xfrm>
          <a:off x="71488" y="242489"/>
          <a:ext cx="808859" cy="8088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96683F-BC94-4783-8C70-F62BCC3D6E5B}">
      <dsp:nvSpPr>
        <dsp:cNvPr id="0" name=""/>
        <dsp:cNvSpPr/>
      </dsp:nvSpPr>
      <dsp:spPr>
        <a:xfrm>
          <a:off x="846908" y="1294175"/>
          <a:ext cx="3850538" cy="6470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626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/>
            <a:t>похід козаків під проводом П. Сагайдачного на Московське царство</a:t>
          </a:r>
          <a:endParaRPr lang="uk-UA" sz="1500" kern="1200"/>
        </a:p>
      </dsp:txBody>
      <dsp:txXfrm>
        <a:off x="846908" y="1294175"/>
        <a:ext cx="3850538" cy="647087"/>
      </dsp:txXfrm>
    </dsp:sp>
    <dsp:sp modelId="{5B122BA1-4150-4FC8-88DE-10BD1DABACBB}">
      <dsp:nvSpPr>
        <dsp:cNvPr id="0" name=""/>
        <dsp:cNvSpPr/>
      </dsp:nvSpPr>
      <dsp:spPr>
        <a:xfrm>
          <a:off x="442478" y="1213289"/>
          <a:ext cx="808859" cy="8088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6EC5A7-0EF5-4B4B-BD7D-FD9590180592}">
      <dsp:nvSpPr>
        <dsp:cNvPr id="0" name=""/>
        <dsp:cNvSpPr/>
      </dsp:nvSpPr>
      <dsp:spPr>
        <a:xfrm>
          <a:off x="846908" y="2264976"/>
          <a:ext cx="3850538" cy="6470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626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/>
            <a:t>об’єднання Великого князівства Литовського та Польського королівства</a:t>
          </a:r>
          <a:endParaRPr lang="uk-UA" sz="1500" kern="1200"/>
        </a:p>
      </dsp:txBody>
      <dsp:txXfrm>
        <a:off x="846908" y="2264976"/>
        <a:ext cx="3850538" cy="647087"/>
      </dsp:txXfrm>
    </dsp:sp>
    <dsp:sp modelId="{82E1EDBD-9F2A-4A98-ABA2-89DB1F1A5562}">
      <dsp:nvSpPr>
        <dsp:cNvPr id="0" name=""/>
        <dsp:cNvSpPr/>
      </dsp:nvSpPr>
      <dsp:spPr>
        <a:xfrm>
          <a:off x="442478" y="2184090"/>
          <a:ext cx="808859" cy="8088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5F40CF-91EF-4784-B817-0C63EB4CEFD0}">
      <dsp:nvSpPr>
        <dsp:cNvPr id="0" name=""/>
        <dsp:cNvSpPr/>
      </dsp:nvSpPr>
      <dsp:spPr>
        <a:xfrm>
          <a:off x="475918" y="3235776"/>
          <a:ext cx="4221528" cy="6470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626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500" kern="1200"/>
            <a:t>укладення козацького реєстру польським королем Стефаном Баторієм</a:t>
          </a:r>
          <a:endParaRPr lang="uk-UA" sz="1500" kern="1200"/>
        </a:p>
      </dsp:txBody>
      <dsp:txXfrm>
        <a:off x="475918" y="3235776"/>
        <a:ext cx="4221528" cy="647087"/>
      </dsp:txXfrm>
    </dsp:sp>
    <dsp:sp modelId="{9CF0CA60-9306-4440-A709-167A027FD9E1}">
      <dsp:nvSpPr>
        <dsp:cNvPr id="0" name=""/>
        <dsp:cNvSpPr/>
      </dsp:nvSpPr>
      <dsp:spPr>
        <a:xfrm>
          <a:off x="71488" y="3154890"/>
          <a:ext cx="808859" cy="8088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9CB3B0-D33B-4D73-966D-0095A12D18C8}">
      <dsp:nvSpPr>
        <dsp:cNvPr id="0" name=""/>
        <dsp:cNvSpPr/>
      </dsp:nvSpPr>
      <dsp:spPr>
        <a:xfrm rot="21300000">
          <a:off x="14591" y="1832538"/>
          <a:ext cx="4725697" cy="541163"/>
        </a:xfrm>
        <a:prstGeom prst="mathMinus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DD86B3-2C25-4556-80ED-EF6A93EB603C}">
      <dsp:nvSpPr>
        <dsp:cNvPr id="0" name=""/>
        <dsp:cNvSpPr/>
      </dsp:nvSpPr>
      <dsp:spPr>
        <a:xfrm>
          <a:off x="570585" y="210312"/>
          <a:ext cx="1426464" cy="1682496"/>
        </a:xfrm>
        <a:prstGeom prst="downArrow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D6C137-7E9D-4DA2-9F07-08FC59BBE527}">
      <dsp:nvSpPr>
        <dsp:cNvPr id="0" name=""/>
        <dsp:cNvSpPr/>
      </dsp:nvSpPr>
      <dsp:spPr>
        <a:xfrm>
          <a:off x="2520086" y="0"/>
          <a:ext cx="1521561" cy="1766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0256" tIns="270256" rIns="270256" bIns="27025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800" kern="1200"/>
            <a:t>1569</a:t>
          </a:r>
          <a:endParaRPr lang="uk-UA" sz="3800" kern="1200"/>
        </a:p>
      </dsp:txBody>
      <dsp:txXfrm>
        <a:off x="2520086" y="0"/>
        <a:ext cx="1521561" cy="1766620"/>
      </dsp:txXfrm>
    </dsp:sp>
    <dsp:sp modelId="{8124609C-D5E8-48E3-9C29-8E05BF7F9F9D}">
      <dsp:nvSpPr>
        <dsp:cNvPr id="0" name=""/>
        <dsp:cNvSpPr/>
      </dsp:nvSpPr>
      <dsp:spPr>
        <a:xfrm>
          <a:off x="2757830" y="2313432"/>
          <a:ext cx="1426464" cy="1682496"/>
        </a:xfrm>
        <a:prstGeom prst="upArrow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EBA35F-A3C2-4404-AC73-A1A877AB60F2}">
      <dsp:nvSpPr>
        <dsp:cNvPr id="0" name=""/>
        <dsp:cNvSpPr/>
      </dsp:nvSpPr>
      <dsp:spPr>
        <a:xfrm>
          <a:off x="713232" y="2439619"/>
          <a:ext cx="1521561" cy="1766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0256" tIns="270256" rIns="270256" bIns="27025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800" kern="1200"/>
            <a:t>1596</a:t>
          </a:r>
          <a:endParaRPr lang="uk-UA" sz="3800" kern="1200"/>
        </a:p>
      </dsp:txBody>
      <dsp:txXfrm>
        <a:off x="713232" y="2439619"/>
        <a:ext cx="1521561" cy="176662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0611C1-2755-4CE4-A7F6-9AC1DB709B9F}">
      <dsp:nvSpPr>
        <dsp:cNvPr id="0" name=""/>
        <dsp:cNvSpPr/>
      </dsp:nvSpPr>
      <dsp:spPr>
        <a:xfrm rot="10800000">
          <a:off x="1011040" y="1772"/>
          <a:ext cx="3161783" cy="85860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148590" rIns="277368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 dirty="0"/>
            <a:t>1556 р.</a:t>
          </a:r>
          <a:endParaRPr lang="uk-UA" sz="3900" kern="1200" dirty="0"/>
        </a:p>
      </dsp:txBody>
      <dsp:txXfrm rot="10800000">
        <a:off x="1225692" y="1772"/>
        <a:ext cx="2947131" cy="858607"/>
      </dsp:txXfrm>
    </dsp:sp>
    <dsp:sp modelId="{0868CAF3-8159-4E37-87F0-C81BE0B13FC8}">
      <dsp:nvSpPr>
        <dsp:cNvPr id="0" name=""/>
        <dsp:cNvSpPr/>
      </dsp:nvSpPr>
      <dsp:spPr>
        <a:xfrm>
          <a:off x="581737" y="1772"/>
          <a:ext cx="858607" cy="858607"/>
        </a:xfrm>
        <a:prstGeom prst="ellipse">
          <a:avLst/>
        </a:prstGeom>
        <a:blipFill rotWithShape="1">
          <a:blip xmlns:r="http://schemas.openxmlformats.org/officeDocument/2006/relationships" r:embed="rId1"/>
          <a:srcRect/>
          <a:stretch>
            <a:fillRect t="-6000" b="-6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0AF638-A4C0-475F-BC5F-9808D8B83962}">
      <dsp:nvSpPr>
        <dsp:cNvPr id="0" name=""/>
        <dsp:cNvSpPr/>
      </dsp:nvSpPr>
      <dsp:spPr>
        <a:xfrm rot="10800000">
          <a:off x="1011040" y="1116680"/>
          <a:ext cx="3161783" cy="85860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148590" rIns="277368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 dirty="0"/>
            <a:t>1574 р.</a:t>
          </a:r>
          <a:endParaRPr lang="uk-UA" sz="3900" kern="1200" dirty="0"/>
        </a:p>
      </dsp:txBody>
      <dsp:txXfrm rot="10800000">
        <a:off x="1225692" y="1116680"/>
        <a:ext cx="2947131" cy="858607"/>
      </dsp:txXfrm>
    </dsp:sp>
    <dsp:sp modelId="{F6329C2A-4744-44B6-9878-852765349CB8}">
      <dsp:nvSpPr>
        <dsp:cNvPr id="0" name=""/>
        <dsp:cNvSpPr/>
      </dsp:nvSpPr>
      <dsp:spPr>
        <a:xfrm>
          <a:off x="581737" y="1116680"/>
          <a:ext cx="858607" cy="858607"/>
        </a:xfrm>
        <a:prstGeom prst="ellipse">
          <a:avLst/>
        </a:prstGeom>
        <a:blipFill rotWithShape="1">
          <a:blip xmlns:r="http://schemas.openxmlformats.org/officeDocument/2006/relationships" r:embed="rId2"/>
          <a:srcRect/>
          <a:stretch>
            <a:fillRect t="-7000" b="-7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6A1045-F1DB-4D72-BFB8-3A4B3E05B4FC}">
      <dsp:nvSpPr>
        <dsp:cNvPr id="0" name=""/>
        <dsp:cNvSpPr/>
      </dsp:nvSpPr>
      <dsp:spPr>
        <a:xfrm rot="10800000">
          <a:off x="1011040" y="2231587"/>
          <a:ext cx="3161783" cy="85860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148590" rIns="277368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 dirty="0"/>
            <a:t>1569 р.</a:t>
          </a:r>
          <a:endParaRPr lang="uk-UA" sz="3900" kern="1200" dirty="0"/>
        </a:p>
      </dsp:txBody>
      <dsp:txXfrm rot="10800000">
        <a:off x="1225692" y="2231587"/>
        <a:ext cx="2947131" cy="858607"/>
      </dsp:txXfrm>
    </dsp:sp>
    <dsp:sp modelId="{2DB3AC8D-8D0F-4346-869D-8168E5A9F6BC}">
      <dsp:nvSpPr>
        <dsp:cNvPr id="0" name=""/>
        <dsp:cNvSpPr/>
      </dsp:nvSpPr>
      <dsp:spPr>
        <a:xfrm>
          <a:off x="581737" y="2231587"/>
          <a:ext cx="858607" cy="858607"/>
        </a:xfrm>
        <a:prstGeom prst="ellipse">
          <a:avLst/>
        </a:prstGeom>
        <a:blipFill rotWithShape="1">
          <a:blip xmlns:r="http://schemas.openxmlformats.org/officeDocument/2006/relationships" r:embed="rId3"/>
          <a:srcRect/>
          <a:stretch>
            <a:fillRect t="-3000" b="-3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0EC736-D665-4347-BF31-BE7C1EE9935B}">
      <dsp:nvSpPr>
        <dsp:cNvPr id="0" name=""/>
        <dsp:cNvSpPr/>
      </dsp:nvSpPr>
      <dsp:spPr>
        <a:xfrm rot="10800000">
          <a:off x="1011040" y="3346495"/>
          <a:ext cx="3161783" cy="85860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148590" rIns="277368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900" b="0" i="0" kern="1200" dirty="0"/>
            <a:t>1596 р.</a:t>
          </a:r>
          <a:endParaRPr lang="uk-UA" sz="3900" kern="1200" dirty="0"/>
        </a:p>
      </dsp:txBody>
      <dsp:txXfrm rot="10800000">
        <a:off x="1225692" y="3346495"/>
        <a:ext cx="2947131" cy="858607"/>
      </dsp:txXfrm>
    </dsp:sp>
    <dsp:sp modelId="{98313BDF-3005-451C-87C7-3A9FC174B634}">
      <dsp:nvSpPr>
        <dsp:cNvPr id="0" name=""/>
        <dsp:cNvSpPr/>
      </dsp:nvSpPr>
      <dsp:spPr>
        <a:xfrm>
          <a:off x="581737" y="3346495"/>
          <a:ext cx="858607" cy="858607"/>
        </a:xfrm>
        <a:prstGeom prst="ellipse">
          <a:avLst/>
        </a:prstGeom>
        <a:blipFill rotWithShape="1">
          <a:blip xmlns:r="http://schemas.openxmlformats.org/officeDocument/2006/relationships" r:embed="rId4"/>
          <a:srcRect/>
          <a:stretch>
            <a:fillRect t="-4000" b="-4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E6E77C-8D9E-488B-802A-872F88FD81F5}">
      <dsp:nvSpPr>
        <dsp:cNvPr id="0" name=""/>
        <dsp:cNvSpPr/>
      </dsp:nvSpPr>
      <dsp:spPr>
        <a:xfrm>
          <a:off x="-4755263" y="-728873"/>
          <a:ext cx="5663986" cy="5663986"/>
        </a:xfrm>
        <a:prstGeom prst="blockArc">
          <a:avLst>
            <a:gd name="adj1" fmla="val 18900000"/>
            <a:gd name="adj2" fmla="val 2700000"/>
            <a:gd name="adj3" fmla="val 381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F91181-5228-44B1-B284-760CB956E18F}">
      <dsp:nvSpPr>
        <dsp:cNvPr id="0" name=""/>
        <dsp:cNvSpPr/>
      </dsp:nvSpPr>
      <dsp:spPr>
        <a:xfrm>
          <a:off x="475918" y="323375"/>
          <a:ext cx="4221528" cy="6470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626" tIns="43180" rIns="43180" bIns="4318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/>
            <a:t>легалізацію вищої ієрархії православної церкви</a:t>
          </a:r>
          <a:endParaRPr lang="uk-UA" sz="1700" kern="1200"/>
        </a:p>
      </dsp:txBody>
      <dsp:txXfrm>
        <a:off x="475918" y="323375"/>
        <a:ext cx="4221528" cy="647087"/>
      </dsp:txXfrm>
    </dsp:sp>
    <dsp:sp modelId="{FF231420-FDEA-44EE-A413-80DAC869D240}">
      <dsp:nvSpPr>
        <dsp:cNvPr id="0" name=""/>
        <dsp:cNvSpPr/>
      </dsp:nvSpPr>
      <dsp:spPr>
        <a:xfrm>
          <a:off x="71488" y="242489"/>
          <a:ext cx="808859" cy="8088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DA91B3-F465-47EC-88CA-B6A6F4507017}">
      <dsp:nvSpPr>
        <dsp:cNvPr id="0" name=""/>
        <dsp:cNvSpPr/>
      </dsp:nvSpPr>
      <dsp:spPr>
        <a:xfrm>
          <a:off x="846908" y="1294175"/>
          <a:ext cx="3850538" cy="6470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626" tIns="43180" rIns="43180" bIns="4318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/>
            <a:t>приєднання Київської митрополії до Московського патріархату</a:t>
          </a:r>
          <a:endParaRPr lang="uk-UA" sz="1700" kern="1200"/>
        </a:p>
      </dsp:txBody>
      <dsp:txXfrm>
        <a:off x="846908" y="1294175"/>
        <a:ext cx="3850538" cy="647087"/>
      </dsp:txXfrm>
    </dsp:sp>
    <dsp:sp modelId="{7D23B7AD-B62A-436D-B839-A77CA624E4E6}">
      <dsp:nvSpPr>
        <dsp:cNvPr id="0" name=""/>
        <dsp:cNvSpPr/>
      </dsp:nvSpPr>
      <dsp:spPr>
        <a:xfrm>
          <a:off x="442478" y="1213289"/>
          <a:ext cx="808859" cy="8088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C1442B-F8C8-4D8C-8051-410C2390AE04}">
      <dsp:nvSpPr>
        <dsp:cNvPr id="0" name=""/>
        <dsp:cNvSpPr/>
      </dsp:nvSpPr>
      <dsp:spPr>
        <a:xfrm>
          <a:off x="846908" y="2264976"/>
          <a:ext cx="3850538" cy="6470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626" tIns="43180" rIns="43180" bIns="4318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/>
            <a:t>реформування православної церкви митрополитом П. Могилою</a:t>
          </a:r>
          <a:endParaRPr lang="uk-UA" sz="1700" kern="1200"/>
        </a:p>
      </dsp:txBody>
      <dsp:txXfrm>
        <a:off x="846908" y="2264976"/>
        <a:ext cx="3850538" cy="647087"/>
      </dsp:txXfrm>
    </dsp:sp>
    <dsp:sp modelId="{138BC488-6183-4A9F-8857-C1ABED17D244}">
      <dsp:nvSpPr>
        <dsp:cNvPr id="0" name=""/>
        <dsp:cNvSpPr/>
      </dsp:nvSpPr>
      <dsp:spPr>
        <a:xfrm>
          <a:off x="442478" y="2184090"/>
          <a:ext cx="808859" cy="8088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60399B-98E3-4A49-A6A3-890AC78FF03F}">
      <dsp:nvSpPr>
        <dsp:cNvPr id="0" name=""/>
        <dsp:cNvSpPr/>
      </dsp:nvSpPr>
      <dsp:spPr>
        <a:xfrm>
          <a:off x="475918" y="3235776"/>
          <a:ext cx="4221528" cy="6470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626" tIns="43180" rIns="43180" bIns="4318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/>
            <a:t>утворення греко-католицької церкви</a:t>
          </a:r>
          <a:endParaRPr lang="uk-UA" sz="1700" kern="1200"/>
        </a:p>
      </dsp:txBody>
      <dsp:txXfrm>
        <a:off x="475918" y="3235776"/>
        <a:ext cx="4221528" cy="647087"/>
      </dsp:txXfrm>
    </dsp:sp>
    <dsp:sp modelId="{12DFAB59-7A64-4D97-8E0D-9F9CE77FCA06}">
      <dsp:nvSpPr>
        <dsp:cNvPr id="0" name=""/>
        <dsp:cNvSpPr/>
      </dsp:nvSpPr>
      <dsp:spPr>
        <a:xfrm>
          <a:off x="71488" y="3154890"/>
          <a:ext cx="808859" cy="8088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4719E5-4109-4EAC-B7FE-93D0A27B2846}">
      <dsp:nvSpPr>
        <dsp:cNvPr id="0" name=""/>
        <dsp:cNvSpPr/>
      </dsp:nvSpPr>
      <dsp:spPr>
        <a:xfrm rot="10800000">
          <a:off x="1011040" y="1772"/>
          <a:ext cx="3161783" cy="85860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Куруківською угодою.</a:t>
          </a:r>
          <a:endParaRPr lang="uk-UA" sz="2000" kern="1200"/>
        </a:p>
      </dsp:txBody>
      <dsp:txXfrm rot="10800000">
        <a:off x="1225692" y="1772"/>
        <a:ext cx="2947131" cy="858607"/>
      </dsp:txXfrm>
    </dsp:sp>
    <dsp:sp modelId="{288236AD-7194-48D5-A4FC-DF08AF2A6C69}">
      <dsp:nvSpPr>
        <dsp:cNvPr id="0" name=""/>
        <dsp:cNvSpPr/>
      </dsp:nvSpPr>
      <dsp:spPr>
        <a:xfrm>
          <a:off x="581737" y="1772"/>
          <a:ext cx="858607" cy="85860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0B5E8F-D7E4-4651-8740-F44DF374E56A}">
      <dsp:nvSpPr>
        <dsp:cNvPr id="0" name=""/>
        <dsp:cNvSpPr/>
      </dsp:nvSpPr>
      <dsp:spPr>
        <a:xfrm rot="10800000">
          <a:off x="1011040" y="1116680"/>
          <a:ext cx="3161783" cy="85860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Третім Литовським Статутом.</a:t>
          </a:r>
          <a:endParaRPr lang="uk-UA" sz="2000" kern="1200"/>
        </a:p>
      </dsp:txBody>
      <dsp:txXfrm rot="10800000">
        <a:off x="1225692" y="1116680"/>
        <a:ext cx="2947131" cy="858607"/>
      </dsp:txXfrm>
    </dsp:sp>
    <dsp:sp modelId="{CDB94618-FD56-4288-ADF2-10BBFC09089D}">
      <dsp:nvSpPr>
        <dsp:cNvPr id="0" name=""/>
        <dsp:cNvSpPr/>
      </dsp:nvSpPr>
      <dsp:spPr>
        <a:xfrm>
          <a:off x="581737" y="1116680"/>
          <a:ext cx="858607" cy="85860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669177-5698-4E64-B7A0-75D8C5A94E04}">
      <dsp:nvSpPr>
        <dsp:cNvPr id="0" name=""/>
        <dsp:cNvSpPr/>
      </dsp:nvSpPr>
      <dsp:spPr>
        <a:xfrm rot="10800000">
          <a:off x="1011040" y="2231587"/>
          <a:ext cx="3161783" cy="85860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Універсалом короля Стефана Баторія.</a:t>
          </a:r>
          <a:endParaRPr lang="uk-UA" sz="2000" kern="1200"/>
        </a:p>
      </dsp:txBody>
      <dsp:txXfrm rot="10800000">
        <a:off x="1225692" y="2231587"/>
        <a:ext cx="2947131" cy="858607"/>
      </dsp:txXfrm>
    </dsp:sp>
    <dsp:sp modelId="{5D84A400-228B-4FCF-9C23-4240A2BF12D0}">
      <dsp:nvSpPr>
        <dsp:cNvPr id="0" name=""/>
        <dsp:cNvSpPr/>
      </dsp:nvSpPr>
      <dsp:spPr>
        <a:xfrm>
          <a:off x="581737" y="2231587"/>
          <a:ext cx="858607" cy="85860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2723A0-B3F2-4C19-A54B-73AE566DC911}">
      <dsp:nvSpPr>
        <dsp:cNvPr id="0" name=""/>
        <dsp:cNvSpPr/>
      </dsp:nvSpPr>
      <dsp:spPr>
        <a:xfrm rot="10800000">
          <a:off x="1011040" y="3346495"/>
          <a:ext cx="3161783" cy="858607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22" tIns="76200" rIns="14224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b="0" i="0" kern="1200"/>
            <a:t>«Ординацією Війська Запорозького…».</a:t>
          </a:r>
          <a:endParaRPr lang="uk-UA" sz="2000" kern="1200"/>
        </a:p>
      </dsp:txBody>
      <dsp:txXfrm rot="10800000">
        <a:off x="1225692" y="3346495"/>
        <a:ext cx="2947131" cy="858607"/>
      </dsp:txXfrm>
    </dsp:sp>
    <dsp:sp modelId="{6103B53A-4955-48A3-A911-192971B742BD}">
      <dsp:nvSpPr>
        <dsp:cNvPr id="0" name=""/>
        <dsp:cNvSpPr/>
      </dsp:nvSpPr>
      <dsp:spPr>
        <a:xfrm>
          <a:off x="581737" y="3346495"/>
          <a:ext cx="858607" cy="858607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6714F5-2F07-42DE-8E9B-FC2C5E294B60}">
      <dsp:nvSpPr>
        <dsp:cNvPr id="0" name=""/>
        <dsp:cNvSpPr/>
      </dsp:nvSpPr>
      <dsp:spPr>
        <a:xfrm>
          <a:off x="-4755263" y="-728873"/>
          <a:ext cx="5663986" cy="5663986"/>
        </a:xfrm>
        <a:prstGeom prst="blockArc">
          <a:avLst>
            <a:gd name="adj1" fmla="val 18900000"/>
            <a:gd name="adj2" fmla="val 2700000"/>
            <a:gd name="adj3" fmla="val 381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294EC4-D097-4233-A828-2737E915000E}">
      <dsp:nvSpPr>
        <dsp:cNvPr id="0" name=""/>
        <dsp:cNvSpPr/>
      </dsp:nvSpPr>
      <dsp:spPr>
        <a:xfrm>
          <a:off x="475918" y="323375"/>
          <a:ext cx="4221528" cy="6470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626" tIns="83820" rIns="83820" bIns="8382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kern="1200"/>
            <a:t>«губернія».</a:t>
          </a:r>
          <a:endParaRPr lang="uk-UA" sz="3300" kern="1200"/>
        </a:p>
      </dsp:txBody>
      <dsp:txXfrm>
        <a:off x="475918" y="323375"/>
        <a:ext cx="4221528" cy="647087"/>
      </dsp:txXfrm>
    </dsp:sp>
    <dsp:sp modelId="{5969062D-FBCC-460E-9FF3-0D9765E90CC4}">
      <dsp:nvSpPr>
        <dsp:cNvPr id="0" name=""/>
        <dsp:cNvSpPr/>
      </dsp:nvSpPr>
      <dsp:spPr>
        <a:xfrm>
          <a:off x="71488" y="242489"/>
          <a:ext cx="808859" cy="8088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695D6E-DED6-49E4-AF2B-4042809AD2AA}">
      <dsp:nvSpPr>
        <dsp:cNvPr id="0" name=""/>
        <dsp:cNvSpPr/>
      </dsp:nvSpPr>
      <dsp:spPr>
        <a:xfrm>
          <a:off x="846908" y="1294175"/>
          <a:ext cx="3850538" cy="6470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626" tIns="83820" rIns="83820" bIns="8382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kern="1200"/>
            <a:t>«воєводство».</a:t>
          </a:r>
          <a:endParaRPr lang="uk-UA" sz="3300" kern="1200"/>
        </a:p>
      </dsp:txBody>
      <dsp:txXfrm>
        <a:off x="846908" y="1294175"/>
        <a:ext cx="3850538" cy="647087"/>
      </dsp:txXfrm>
    </dsp:sp>
    <dsp:sp modelId="{709830C2-A641-4BEB-A327-03C59959DA73}">
      <dsp:nvSpPr>
        <dsp:cNvPr id="0" name=""/>
        <dsp:cNvSpPr/>
      </dsp:nvSpPr>
      <dsp:spPr>
        <a:xfrm>
          <a:off x="442478" y="1213289"/>
          <a:ext cx="808859" cy="8088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E76FBA-2958-4E5C-B980-D44D51723274}">
      <dsp:nvSpPr>
        <dsp:cNvPr id="0" name=""/>
        <dsp:cNvSpPr/>
      </dsp:nvSpPr>
      <dsp:spPr>
        <a:xfrm>
          <a:off x="846908" y="2264976"/>
          <a:ext cx="3850538" cy="6470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626" tIns="83820" rIns="83820" bIns="8382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kern="1200"/>
            <a:t>«князівство».</a:t>
          </a:r>
          <a:endParaRPr lang="uk-UA" sz="3300" kern="1200"/>
        </a:p>
      </dsp:txBody>
      <dsp:txXfrm>
        <a:off x="846908" y="2264976"/>
        <a:ext cx="3850538" cy="647087"/>
      </dsp:txXfrm>
    </dsp:sp>
    <dsp:sp modelId="{C92FB4E3-898E-46E4-B478-E615197742A3}">
      <dsp:nvSpPr>
        <dsp:cNvPr id="0" name=""/>
        <dsp:cNvSpPr/>
      </dsp:nvSpPr>
      <dsp:spPr>
        <a:xfrm>
          <a:off x="442478" y="2184090"/>
          <a:ext cx="808859" cy="8088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E83893-3B27-4075-B6EA-296D469D8C03}">
      <dsp:nvSpPr>
        <dsp:cNvPr id="0" name=""/>
        <dsp:cNvSpPr/>
      </dsp:nvSpPr>
      <dsp:spPr>
        <a:xfrm>
          <a:off x="475918" y="3235776"/>
          <a:ext cx="4221528" cy="6470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626" tIns="83820" rIns="83820" bIns="8382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kern="1200"/>
            <a:t>«намісництво».</a:t>
          </a:r>
          <a:endParaRPr lang="uk-UA" sz="3300" kern="1200"/>
        </a:p>
      </dsp:txBody>
      <dsp:txXfrm>
        <a:off x="475918" y="3235776"/>
        <a:ext cx="4221528" cy="647087"/>
      </dsp:txXfrm>
    </dsp:sp>
    <dsp:sp modelId="{8CD25440-AF78-4740-9AF4-7C53EBEBCACE}">
      <dsp:nvSpPr>
        <dsp:cNvPr id="0" name=""/>
        <dsp:cNvSpPr/>
      </dsp:nvSpPr>
      <dsp:spPr>
        <a:xfrm>
          <a:off x="71488" y="3154890"/>
          <a:ext cx="808859" cy="8088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7A7A24-C11E-4DE9-A485-D64BB7187E37}">
      <dsp:nvSpPr>
        <dsp:cNvPr id="0" name=""/>
        <dsp:cNvSpPr/>
      </dsp:nvSpPr>
      <dsp:spPr>
        <a:xfrm>
          <a:off x="0" y="46840"/>
          <a:ext cx="1971829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000" b="0" i="0" kern="1200"/>
            <a:t>1</a:t>
          </a:r>
          <a:endParaRPr lang="uk-UA" sz="3000" kern="1200"/>
        </a:p>
      </dsp:txBody>
      <dsp:txXfrm>
        <a:off x="35125" y="81965"/>
        <a:ext cx="1901579" cy="649299"/>
      </dsp:txXfrm>
    </dsp:sp>
    <dsp:sp modelId="{566A0740-A55B-4F78-A6C6-FFDF2C38BCD3}">
      <dsp:nvSpPr>
        <dsp:cNvPr id="0" name=""/>
        <dsp:cNvSpPr/>
      </dsp:nvSpPr>
      <dsp:spPr>
        <a:xfrm>
          <a:off x="0" y="766390"/>
          <a:ext cx="1971829" cy="496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606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uk-UA" sz="2300" b="0" i="0" kern="1200"/>
            <a:t>Руське</a:t>
          </a:r>
          <a:endParaRPr lang="uk-UA" sz="2300" kern="1200"/>
        </a:p>
      </dsp:txBody>
      <dsp:txXfrm>
        <a:off x="0" y="766390"/>
        <a:ext cx="1971829" cy="496800"/>
      </dsp:txXfrm>
    </dsp:sp>
    <dsp:sp modelId="{82F7C2C4-4165-4CE3-A240-12AEC8338832}">
      <dsp:nvSpPr>
        <dsp:cNvPr id="0" name=""/>
        <dsp:cNvSpPr/>
      </dsp:nvSpPr>
      <dsp:spPr>
        <a:xfrm>
          <a:off x="0" y="1263190"/>
          <a:ext cx="1971829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000" b="0" i="0" kern="1200"/>
            <a:t>2</a:t>
          </a:r>
          <a:endParaRPr lang="uk-UA" sz="3000" kern="1200"/>
        </a:p>
      </dsp:txBody>
      <dsp:txXfrm>
        <a:off x="35125" y="1298315"/>
        <a:ext cx="1901579" cy="649299"/>
      </dsp:txXfrm>
    </dsp:sp>
    <dsp:sp modelId="{3452293A-D4A1-45EA-BD79-81DA970DF112}">
      <dsp:nvSpPr>
        <dsp:cNvPr id="0" name=""/>
        <dsp:cNvSpPr/>
      </dsp:nvSpPr>
      <dsp:spPr>
        <a:xfrm>
          <a:off x="0" y="1982740"/>
          <a:ext cx="1971829" cy="496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606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uk-UA" sz="2300" b="0" i="0" kern="1200" dirty="0"/>
            <a:t>Київське</a:t>
          </a:r>
          <a:endParaRPr lang="uk-UA" sz="2300" kern="1200" dirty="0"/>
        </a:p>
      </dsp:txBody>
      <dsp:txXfrm>
        <a:off x="0" y="1982740"/>
        <a:ext cx="1971829" cy="496800"/>
      </dsp:txXfrm>
    </dsp:sp>
    <dsp:sp modelId="{7E5E9BE3-9E4F-40FC-8343-122058FF18C8}">
      <dsp:nvSpPr>
        <dsp:cNvPr id="0" name=""/>
        <dsp:cNvSpPr/>
      </dsp:nvSpPr>
      <dsp:spPr>
        <a:xfrm>
          <a:off x="0" y="2479540"/>
          <a:ext cx="1971829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000" b="0" i="0" kern="1200"/>
            <a:t>3</a:t>
          </a:r>
          <a:endParaRPr lang="uk-UA" sz="3000" kern="1200"/>
        </a:p>
      </dsp:txBody>
      <dsp:txXfrm>
        <a:off x="35125" y="2514665"/>
        <a:ext cx="1901579" cy="649299"/>
      </dsp:txXfrm>
    </dsp:sp>
    <dsp:sp modelId="{8F249997-D0C6-41C3-97CB-C17942473AA1}">
      <dsp:nvSpPr>
        <dsp:cNvPr id="0" name=""/>
        <dsp:cNvSpPr/>
      </dsp:nvSpPr>
      <dsp:spPr>
        <a:xfrm>
          <a:off x="0" y="3199090"/>
          <a:ext cx="1971829" cy="496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606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uk-UA" sz="2300" b="0" i="0" kern="1200"/>
            <a:t>Волинське</a:t>
          </a:r>
          <a:endParaRPr lang="uk-UA" sz="2300" kern="1200"/>
        </a:p>
      </dsp:txBody>
      <dsp:txXfrm>
        <a:off x="0" y="3199090"/>
        <a:ext cx="1971829" cy="496800"/>
      </dsp:txXfrm>
    </dsp:sp>
    <dsp:sp modelId="{831A31BB-20BC-4E53-9791-D36B959B1CA6}">
      <dsp:nvSpPr>
        <dsp:cNvPr id="0" name=""/>
        <dsp:cNvSpPr/>
      </dsp:nvSpPr>
      <dsp:spPr>
        <a:xfrm>
          <a:off x="0" y="3695890"/>
          <a:ext cx="1971829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3000" b="0" i="0" kern="1200"/>
            <a:t>4</a:t>
          </a:r>
          <a:endParaRPr lang="uk-UA" sz="3000" kern="1200"/>
        </a:p>
      </dsp:txBody>
      <dsp:txXfrm>
        <a:off x="35125" y="3731015"/>
        <a:ext cx="1901579" cy="649299"/>
      </dsp:txXfrm>
    </dsp:sp>
    <dsp:sp modelId="{5D041A4C-A87F-4C7D-A4DF-F037DBC23A1A}">
      <dsp:nvSpPr>
        <dsp:cNvPr id="0" name=""/>
        <dsp:cNvSpPr/>
      </dsp:nvSpPr>
      <dsp:spPr>
        <a:xfrm>
          <a:off x="0" y="4415440"/>
          <a:ext cx="1971829" cy="496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606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uk-UA" sz="2300" b="0" i="0" kern="1200"/>
            <a:t>Подільське</a:t>
          </a:r>
          <a:endParaRPr lang="uk-UA" sz="2300" kern="1200"/>
        </a:p>
      </dsp:txBody>
      <dsp:txXfrm>
        <a:off x="0" y="4415440"/>
        <a:ext cx="1971829" cy="496800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7DC0CC-2A2F-4907-9A53-C2EE80F440DE}">
      <dsp:nvSpPr>
        <dsp:cNvPr id="0" name=""/>
        <dsp:cNvSpPr/>
      </dsp:nvSpPr>
      <dsp:spPr>
        <a:xfrm>
          <a:off x="0" y="343943"/>
          <a:ext cx="4754880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/>
            <a:t>укладення Люблінської унії</a:t>
          </a:r>
          <a:endParaRPr lang="uk-UA" sz="2100" kern="1200"/>
        </a:p>
      </dsp:txBody>
      <dsp:txXfrm>
        <a:off x="40724" y="384667"/>
        <a:ext cx="4673432" cy="752780"/>
      </dsp:txXfrm>
    </dsp:sp>
    <dsp:sp modelId="{7CBF0C14-1E20-4363-85EC-C7D36711FCF4}">
      <dsp:nvSpPr>
        <dsp:cNvPr id="0" name=""/>
        <dsp:cNvSpPr/>
      </dsp:nvSpPr>
      <dsp:spPr>
        <a:xfrm>
          <a:off x="0" y="1238651"/>
          <a:ext cx="4754880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/>
            <a:t>утворення греко-католицької церкви</a:t>
          </a:r>
          <a:endParaRPr lang="uk-UA" sz="2100" kern="1200"/>
        </a:p>
      </dsp:txBody>
      <dsp:txXfrm>
        <a:off x="40724" y="1279375"/>
        <a:ext cx="4673432" cy="752780"/>
      </dsp:txXfrm>
    </dsp:sp>
    <dsp:sp modelId="{866F0CAB-F63A-42AB-A347-BAFBC832852E}">
      <dsp:nvSpPr>
        <dsp:cNvPr id="0" name=""/>
        <dsp:cNvSpPr/>
      </dsp:nvSpPr>
      <dsp:spPr>
        <a:xfrm>
          <a:off x="0" y="2133360"/>
          <a:ext cx="4754880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/>
            <a:t>утворення першої братської (слов’яно-греко-латинської) школи у Львові</a:t>
          </a:r>
          <a:endParaRPr lang="uk-UA" sz="2100" kern="1200"/>
        </a:p>
      </dsp:txBody>
      <dsp:txXfrm>
        <a:off x="40724" y="2174084"/>
        <a:ext cx="4673432" cy="752780"/>
      </dsp:txXfrm>
    </dsp:sp>
    <dsp:sp modelId="{4E92D4CC-7E4F-4B65-B95F-434960B6BE99}">
      <dsp:nvSpPr>
        <dsp:cNvPr id="0" name=""/>
        <dsp:cNvSpPr/>
      </dsp:nvSpPr>
      <dsp:spPr>
        <a:xfrm>
          <a:off x="0" y="3028068"/>
          <a:ext cx="4754880" cy="8342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/>
            <a:t>заснування Д. Вишневецьким на о. Мала Хортиця першої відомої Січі</a:t>
          </a:r>
          <a:endParaRPr lang="uk-UA" sz="2100" kern="1200"/>
        </a:p>
      </dsp:txBody>
      <dsp:txXfrm>
        <a:off x="40724" y="3068792"/>
        <a:ext cx="4673432" cy="752780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222226-3CB3-44D3-81AF-A0BE8B8E6234}">
      <dsp:nvSpPr>
        <dsp:cNvPr id="0" name=""/>
        <dsp:cNvSpPr/>
      </dsp:nvSpPr>
      <dsp:spPr>
        <a:xfrm>
          <a:off x="0" y="6120"/>
          <a:ext cx="475488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/>
            <a:t>Цех, магістрат, вотчинне землеволодіння.</a:t>
          </a:r>
          <a:endParaRPr lang="uk-UA" sz="2500" kern="1200"/>
        </a:p>
      </dsp:txBody>
      <dsp:txXfrm>
        <a:off x="48547" y="54667"/>
        <a:ext cx="4657786" cy="897406"/>
      </dsp:txXfrm>
    </dsp:sp>
    <dsp:sp modelId="{F599B4E7-BBE5-4D8B-A7FF-113408C610AD}">
      <dsp:nvSpPr>
        <dsp:cNvPr id="0" name=""/>
        <dsp:cNvSpPr/>
      </dsp:nvSpPr>
      <dsp:spPr>
        <a:xfrm>
          <a:off x="0" y="1072620"/>
          <a:ext cx="475488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/>
            <a:t>Помісне землеволодіння, смерди, полюддя.</a:t>
          </a:r>
          <a:endParaRPr lang="uk-UA" sz="2500" kern="1200"/>
        </a:p>
      </dsp:txBody>
      <dsp:txXfrm>
        <a:off x="48547" y="1121167"/>
        <a:ext cx="4657786" cy="897406"/>
      </dsp:txXfrm>
    </dsp:sp>
    <dsp:sp modelId="{82D68898-0236-4051-8807-1253D210438D}">
      <dsp:nvSpPr>
        <dsp:cNvPr id="0" name=""/>
        <dsp:cNvSpPr/>
      </dsp:nvSpPr>
      <dsp:spPr>
        <a:xfrm>
          <a:off x="0" y="2139120"/>
          <a:ext cx="475488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 dirty="0"/>
            <a:t>Панщина, </a:t>
          </a:r>
          <a:r>
            <a:rPr lang="ru-RU" sz="2500" kern="1200" dirty="0" err="1"/>
            <a:t>магнатське</a:t>
          </a:r>
          <a:r>
            <a:rPr lang="ru-RU" sz="2500" kern="1200" dirty="0"/>
            <a:t> </a:t>
          </a:r>
          <a:r>
            <a:rPr lang="ru-RU" sz="2500" kern="1200" dirty="0" err="1"/>
            <a:t>землеволодіння</a:t>
          </a:r>
          <a:r>
            <a:rPr lang="ru-RU" sz="2500" kern="1200" dirty="0"/>
            <a:t>, </a:t>
          </a:r>
          <a:r>
            <a:rPr lang="ru-RU" sz="2500" kern="1200" dirty="0" err="1"/>
            <a:t>фільварки</a:t>
          </a:r>
          <a:r>
            <a:rPr lang="ru-RU" sz="2500" kern="1200" dirty="0"/>
            <a:t>.</a:t>
          </a:r>
          <a:endParaRPr lang="uk-UA" sz="2500" kern="1200" dirty="0"/>
        </a:p>
      </dsp:txBody>
      <dsp:txXfrm>
        <a:off x="48547" y="2187667"/>
        <a:ext cx="4657786" cy="897406"/>
      </dsp:txXfrm>
    </dsp:sp>
    <dsp:sp modelId="{AC4FD43C-F933-4A23-8E8C-C9420FBBCE05}">
      <dsp:nvSpPr>
        <dsp:cNvPr id="0" name=""/>
        <dsp:cNvSpPr/>
      </dsp:nvSpPr>
      <dsp:spPr>
        <a:xfrm>
          <a:off x="0" y="3205620"/>
          <a:ext cx="4754880" cy="9945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/>
            <a:t>Мануфактура, князівське землеволодіння, бюргери</a:t>
          </a:r>
          <a:endParaRPr lang="uk-UA" sz="2500" kern="1200"/>
        </a:p>
      </dsp:txBody>
      <dsp:txXfrm>
        <a:off x="48547" y="3254167"/>
        <a:ext cx="4657786" cy="897406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DDE576-70A9-42CF-8624-5CEB2384AB7B}">
      <dsp:nvSpPr>
        <dsp:cNvPr id="0" name=""/>
        <dsp:cNvSpPr/>
      </dsp:nvSpPr>
      <dsp:spPr>
        <a:xfrm>
          <a:off x="0" y="8862"/>
          <a:ext cx="4754880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/>
            <a:t>утворення Речі Посполитої</a:t>
          </a:r>
          <a:endParaRPr lang="uk-UA" sz="2500" kern="1200"/>
        </a:p>
      </dsp:txBody>
      <dsp:txXfrm>
        <a:off x="48481" y="57343"/>
        <a:ext cx="4657918" cy="896166"/>
      </dsp:txXfrm>
    </dsp:sp>
    <dsp:sp modelId="{4B29A736-AF40-4993-AFA8-957FEBE923F2}">
      <dsp:nvSpPr>
        <dsp:cNvPr id="0" name=""/>
        <dsp:cNvSpPr/>
      </dsp:nvSpPr>
      <dsp:spPr>
        <a:xfrm>
          <a:off x="0" y="1073991"/>
          <a:ext cx="4754880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/>
            <a:t>кладення Берестейської унії</a:t>
          </a:r>
          <a:endParaRPr lang="uk-UA" sz="2500" kern="1200"/>
        </a:p>
      </dsp:txBody>
      <dsp:txXfrm>
        <a:off x="48481" y="1122472"/>
        <a:ext cx="4657918" cy="896166"/>
      </dsp:txXfrm>
    </dsp:sp>
    <dsp:sp modelId="{666087D1-7A5F-4062-8DDD-2C3A7791FE9C}">
      <dsp:nvSpPr>
        <dsp:cNvPr id="0" name=""/>
        <dsp:cNvSpPr/>
      </dsp:nvSpPr>
      <dsp:spPr>
        <a:xfrm>
          <a:off x="0" y="2139120"/>
          <a:ext cx="4754880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/>
            <a:t>заснування перших православних братств у Львові</a:t>
          </a:r>
          <a:endParaRPr lang="uk-UA" sz="2500" kern="1200"/>
        </a:p>
      </dsp:txBody>
      <dsp:txXfrm>
        <a:off x="48481" y="2187601"/>
        <a:ext cx="4657918" cy="896166"/>
      </dsp:txXfrm>
    </dsp:sp>
    <dsp:sp modelId="{8EB63F75-3EA3-498C-9DB0-E08CD53E26C6}">
      <dsp:nvSpPr>
        <dsp:cNvPr id="0" name=""/>
        <dsp:cNvSpPr/>
      </dsp:nvSpPr>
      <dsp:spPr>
        <a:xfrm>
          <a:off x="0" y="3204248"/>
          <a:ext cx="4754880" cy="99312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/>
            <a:t>обрання Петра Могили Київським митрополитом</a:t>
          </a:r>
          <a:endParaRPr lang="uk-UA" sz="2500" kern="1200"/>
        </a:p>
      </dsp:txBody>
      <dsp:txXfrm>
        <a:off x="48481" y="3252729"/>
        <a:ext cx="4657918" cy="896166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9D3C8A-66C4-4199-AEC8-99C2DA5D1409}">
      <dsp:nvSpPr>
        <dsp:cNvPr id="0" name=""/>
        <dsp:cNvSpPr/>
      </dsp:nvSpPr>
      <dsp:spPr>
        <a:xfrm>
          <a:off x="-4755263" y="-728873"/>
          <a:ext cx="5663986" cy="5663986"/>
        </a:xfrm>
        <a:prstGeom prst="blockArc">
          <a:avLst>
            <a:gd name="adj1" fmla="val 18900000"/>
            <a:gd name="adj2" fmla="val 2700000"/>
            <a:gd name="adj3" fmla="val 381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24AB3E-4FBE-4FC6-BDC1-917ABD2476B1}">
      <dsp:nvSpPr>
        <dsp:cNvPr id="0" name=""/>
        <dsp:cNvSpPr/>
      </dsp:nvSpPr>
      <dsp:spPr>
        <a:xfrm>
          <a:off x="397682" y="262805"/>
          <a:ext cx="4299764" cy="5259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7471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/>
            <a:t>реформування православної церкви</a:t>
          </a:r>
          <a:endParaRPr lang="uk-UA" sz="1800" kern="1200"/>
        </a:p>
      </dsp:txBody>
      <dsp:txXfrm>
        <a:off x="397682" y="262805"/>
        <a:ext cx="4299764" cy="525948"/>
      </dsp:txXfrm>
    </dsp:sp>
    <dsp:sp modelId="{7138DD89-CDAB-4B0B-BCAF-0C880FBDFD86}">
      <dsp:nvSpPr>
        <dsp:cNvPr id="0" name=""/>
        <dsp:cNvSpPr/>
      </dsp:nvSpPr>
      <dsp:spPr>
        <a:xfrm>
          <a:off x="68964" y="197062"/>
          <a:ext cx="657435" cy="6574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60A178-0CB1-492B-9530-25894CF7763A}">
      <dsp:nvSpPr>
        <dsp:cNvPr id="0" name=""/>
        <dsp:cNvSpPr/>
      </dsp:nvSpPr>
      <dsp:spPr>
        <a:xfrm>
          <a:off x="774561" y="1051475"/>
          <a:ext cx="3922885" cy="5259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7471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/>
            <a:t>масове покозачення селянства</a:t>
          </a:r>
          <a:endParaRPr lang="uk-UA" sz="1800" kern="1200"/>
        </a:p>
      </dsp:txBody>
      <dsp:txXfrm>
        <a:off x="774561" y="1051475"/>
        <a:ext cx="3922885" cy="525948"/>
      </dsp:txXfrm>
    </dsp:sp>
    <dsp:sp modelId="{E69BFEBE-65FC-4283-9DEC-F83588A277D4}">
      <dsp:nvSpPr>
        <dsp:cNvPr id="0" name=""/>
        <dsp:cNvSpPr/>
      </dsp:nvSpPr>
      <dsp:spPr>
        <a:xfrm>
          <a:off x="445843" y="985732"/>
          <a:ext cx="657435" cy="6574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AFE9FB-3C31-4FC8-A4B2-1CA6A660E8C7}">
      <dsp:nvSpPr>
        <dsp:cNvPr id="0" name=""/>
        <dsp:cNvSpPr/>
      </dsp:nvSpPr>
      <dsp:spPr>
        <a:xfrm>
          <a:off x="890232" y="1840145"/>
          <a:ext cx="3807214" cy="5259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7471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/>
            <a:t>поширення фільварків</a:t>
          </a:r>
          <a:endParaRPr lang="uk-UA" sz="1800" kern="1200"/>
        </a:p>
      </dsp:txBody>
      <dsp:txXfrm>
        <a:off x="890232" y="1840145"/>
        <a:ext cx="3807214" cy="525948"/>
      </dsp:txXfrm>
    </dsp:sp>
    <dsp:sp modelId="{1DEFAD1F-F46C-4A54-B661-48406101F1E9}">
      <dsp:nvSpPr>
        <dsp:cNvPr id="0" name=""/>
        <dsp:cNvSpPr/>
      </dsp:nvSpPr>
      <dsp:spPr>
        <a:xfrm>
          <a:off x="561515" y="1774402"/>
          <a:ext cx="657435" cy="6574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F6286D-3F7C-4A73-AAE1-74CC518DEB07}">
      <dsp:nvSpPr>
        <dsp:cNvPr id="0" name=""/>
        <dsp:cNvSpPr/>
      </dsp:nvSpPr>
      <dsp:spPr>
        <a:xfrm>
          <a:off x="774561" y="2628815"/>
          <a:ext cx="3922885" cy="5259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7471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/>
            <a:t>започаткування книгодрукування</a:t>
          </a:r>
          <a:endParaRPr lang="uk-UA" sz="1800" kern="1200"/>
        </a:p>
      </dsp:txBody>
      <dsp:txXfrm>
        <a:off x="774561" y="2628815"/>
        <a:ext cx="3922885" cy="525948"/>
      </dsp:txXfrm>
    </dsp:sp>
    <dsp:sp modelId="{0ABAE245-219F-41BE-B97D-5187E1B99DA9}">
      <dsp:nvSpPr>
        <dsp:cNvPr id="0" name=""/>
        <dsp:cNvSpPr/>
      </dsp:nvSpPr>
      <dsp:spPr>
        <a:xfrm>
          <a:off x="445843" y="2563072"/>
          <a:ext cx="657435" cy="6574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6D581A-A212-4900-91A8-4BB6075A7F3F}">
      <dsp:nvSpPr>
        <dsp:cNvPr id="0" name=""/>
        <dsp:cNvSpPr/>
      </dsp:nvSpPr>
      <dsp:spPr>
        <a:xfrm>
          <a:off x="397682" y="3417485"/>
          <a:ext cx="4299764" cy="52594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7471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/>
            <a:t>розкол православної церкви</a:t>
          </a:r>
          <a:endParaRPr lang="uk-UA" sz="1800" kern="1200"/>
        </a:p>
      </dsp:txBody>
      <dsp:txXfrm>
        <a:off x="397682" y="3417485"/>
        <a:ext cx="4299764" cy="525948"/>
      </dsp:txXfrm>
    </dsp:sp>
    <dsp:sp modelId="{86799FDF-6A1E-4A91-93E1-BC3B0FB4277F}">
      <dsp:nvSpPr>
        <dsp:cNvPr id="0" name=""/>
        <dsp:cNvSpPr/>
      </dsp:nvSpPr>
      <dsp:spPr>
        <a:xfrm>
          <a:off x="68964" y="3351742"/>
          <a:ext cx="657435" cy="6574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0FAA6B-392D-427E-9019-A770517B101E}">
      <dsp:nvSpPr>
        <dsp:cNvPr id="0" name=""/>
        <dsp:cNvSpPr/>
      </dsp:nvSpPr>
      <dsp:spPr>
        <a:xfrm>
          <a:off x="-4755263" y="-728873"/>
          <a:ext cx="5663986" cy="5663986"/>
        </a:xfrm>
        <a:prstGeom prst="blockArc">
          <a:avLst>
            <a:gd name="adj1" fmla="val 18900000"/>
            <a:gd name="adj2" fmla="val 2700000"/>
            <a:gd name="adj3" fmla="val 381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92B031-5E0A-491D-9E0A-A006FCCEF2B0}">
      <dsp:nvSpPr>
        <dsp:cNvPr id="0" name=""/>
        <dsp:cNvSpPr/>
      </dsp:nvSpPr>
      <dsp:spPr>
        <a:xfrm>
          <a:off x="475918" y="323375"/>
          <a:ext cx="4221528" cy="6470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626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/>
            <a:t>проведення митрополитом П. Могилою реформи православної церкви.</a:t>
          </a:r>
          <a:endParaRPr lang="uk-UA" sz="1600" kern="1200"/>
        </a:p>
      </dsp:txBody>
      <dsp:txXfrm>
        <a:off x="475918" y="323375"/>
        <a:ext cx="4221528" cy="647087"/>
      </dsp:txXfrm>
    </dsp:sp>
    <dsp:sp modelId="{43DCD452-78EB-45D7-BD1A-3539A49857B8}">
      <dsp:nvSpPr>
        <dsp:cNvPr id="0" name=""/>
        <dsp:cNvSpPr/>
      </dsp:nvSpPr>
      <dsp:spPr>
        <a:xfrm>
          <a:off x="71488" y="242489"/>
          <a:ext cx="808859" cy="8088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6B0438-647B-42F9-89DC-65D4785C7055}">
      <dsp:nvSpPr>
        <dsp:cNvPr id="0" name=""/>
        <dsp:cNvSpPr/>
      </dsp:nvSpPr>
      <dsp:spPr>
        <a:xfrm>
          <a:off x="846908" y="1294175"/>
          <a:ext cx="3850538" cy="6470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626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/>
            <a:t>підпорядкування Київської митрополії Московському патріарху.</a:t>
          </a:r>
          <a:endParaRPr lang="uk-UA" sz="1600" kern="1200"/>
        </a:p>
      </dsp:txBody>
      <dsp:txXfrm>
        <a:off x="846908" y="1294175"/>
        <a:ext cx="3850538" cy="647087"/>
      </dsp:txXfrm>
    </dsp:sp>
    <dsp:sp modelId="{BFAE90A3-C7B8-47D5-9F66-57952F3C30AC}">
      <dsp:nvSpPr>
        <dsp:cNvPr id="0" name=""/>
        <dsp:cNvSpPr/>
      </dsp:nvSpPr>
      <dsp:spPr>
        <a:xfrm>
          <a:off x="442478" y="1213289"/>
          <a:ext cx="808859" cy="8088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AD0BF3-C13A-476E-9F9C-0658AB1CF4DA}">
      <dsp:nvSpPr>
        <dsp:cNvPr id="0" name=""/>
        <dsp:cNvSpPr/>
      </dsp:nvSpPr>
      <dsp:spPr>
        <a:xfrm>
          <a:off x="846908" y="2264976"/>
          <a:ext cx="3850538" cy="6470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626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/>
            <a:t>утворення окремої Галицької православної митрополії.</a:t>
          </a:r>
          <a:endParaRPr lang="uk-UA" sz="1600" kern="1200"/>
        </a:p>
      </dsp:txBody>
      <dsp:txXfrm>
        <a:off x="846908" y="2264976"/>
        <a:ext cx="3850538" cy="647087"/>
      </dsp:txXfrm>
    </dsp:sp>
    <dsp:sp modelId="{553E0A58-9FBE-4D7E-AA90-0267E2BB0C54}">
      <dsp:nvSpPr>
        <dsp:cNvPr id="0" name=""/>
        <dsp:cNvSpPr/>
      </dsp:nvSpPr>
      <dsp:spPr>
        <a:xfrm>
          <a:off x="442478" y="2184090"/>
          <a:ext cx="808859" cy="8088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A93550-02D6-4CD5-9107-C74C668E4989}">
      <dsp:nvSpPr>
        <dsp:cNvPr id="0" name=""/>
        <dsp:cNvSpPr/>
      </dsp:nvSpPr>
      <dsp:spPr>
        <a:xfrm>
          <a:off x="475918" y="3235776"/>
          <a:ext cx="4221528" cy="6470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626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/>
            <a:t>укладення унії між православною та католицькою церквами.</a:t>
          </a:r>
          <a:endParaRPr lang="uk-UA" sz="1600" kern="1200"/>
        </a:p>
      </dsp:txBody>
      <dsp:txXfrm>
        <a:off x="475918" y="3235776"/>
        <a:ext cx="4221528" cy="647087"/>
      </dsp:txXfrm>
    </dsp:sp>
    <dsp:sp modelId="{4B6FB576-AF16-43F5-9552-31028A609A38}">
      <dsp:nvSpPr>
        <dsp:cNvPr id="0" name=""/>
        <dsp:cNvSpPr/>
      </dsp:nvSpPr>
      <dsp:spPr>
        <a:xfrm>
          <a:off x="71488" y="3154890"/>
          <a:ext cx="808859" cy="8088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A1A915-3408-49EC-81FA-7A7584A63732}">
      <dsp:nvSpPr>
        <dsp:cNvPr id="0" name=""/>
        <dsp:cNvSpPr/>
      </dsp:nvSpPr>
      <dsp:spPr>
        <a:xfrm>
          <a:off x="0" y="425520"/>
          <a:ext cx="4754880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/>
            <a:t>утворення окремої Галицької православної митрополії.</a:t>
          </a:r>
          <a:endParaRPr lang="uk-UA" sz="2000" kern="1200"/>
        </a:p>
      </dsp:txBody>
      <dsp:txXfrm>
        <a:off x="38838" y="464358"/>
        <a:ext cx="4677204" cy="717924"/>
      </dsp:txXfrm>
    </dsp:sp>
    <dsp:sp modelId="{B56C045A-8E43-44BE-8619-2752D0F2F8E1}">
      <dsp:nvSpPr>
        <dsp:cNvPr id="0" name=""/>
        <dsp:cNvSpPr/>
      </dsp:nvSpPr>
      <dsp:spPr>
        <a:xfrm>
          <a:off x="0" y="1278720"/>
          <a:ext cx="4754880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/>
            <a:t>підпорядкування Київської митрополії Московському патріарху.</a:t>
          </a:r>
          <a:endParaRPr lang="uk-UA" sz="2000" kern="1200"/>
        </a:p>
      </dsp:txBody>
      <dsp:txXfrm>
        <a:off x="38838" y="1317558"/>
        <a:ext cx="4677204" cy="717924"/>
      </dsp:txXfrm>
    </dsp:sp>
    <dsp:sp modelId="{81BB05E8-BC47-4FA8-AC2D-6EEE9120B46C}">
      <dsp:nvSpPr>
        <dsp:cNvPr id="0" name=""/>
        <dsp:cNvSpPr/>
      </dsp:nvSpPr>
      <dsp:spPr>
        <a:xfrm>
          <a:off x="0" y="2131920"/>
          <a:ext cx="4754880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/>
            <a:t>проведення митрополитом П. Могилою реформи православної церкви.</a:t>
          </a:r>
          <a:endParaRPr lang="uk-UA" sz="2000" kern="1200"/>
        </a:p>
      </dsp:txBody>
      <dsp:txXfrm>
        <a:off x="38838" y="2170758"/>
        <a:ext cx="4677204" cy="717924"/>
      </dsp:txXfrm>
    </dsp:sp>
    <dsp:sp modelId="{8CDEEFB8-5B8B-4842-80BE-19F1EF859179}">
      <dsp:nvSpPr>
        <dsp:cNvPr id="0" name=""/>
        <dsp:cNvSpPr/>
      </dsp:nvSpPr>
      <dsp:spPr>
        <a:xfrm>
          <a:off x="0" y="2985120"/>
          <a:ext cx="4754880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/>
            <a:t>укладення церковної унії між православною та католицькою церквами</a:t>
          </a:r>
          <a:endParaRPr lang="uk-UA" sz="2000" kern="1200"/>
        </a:p>
      </dsp:txBody>
      <dsp:txXfrm>
        <a:off x="38838" y="3023958"/>
        <a:ext cx="4677204" cy="717924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00F1DF-0C54-4D66-9847-7924BF726B73}">
      <dsp:nvSpPr>
        <dsp:cNvPr id="0" name=""/>
        <dsp:cNvSpPr/>
      </dsp:nvSpPr>
      <dsp:spPr>
        <a:xfrm>
          <a:off x="-4755263" y="-728873"/>
          <a:ext cx="5663986" cy="5663986"/>
        </a:xfrm>
        <a:prstGeom prst="blockArc">
          <a:avLst>
            <a:gd name="adj1" fmla="val 18900000"/>
            <a:gd name="adj2" fmla="val 2700000"/>
            <a:gd name="adj3" fmla="val 381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6D531C-05D6-4402-80CF-D12D95C2B4D6}">
      <dsp:nvSpPr>
        <dsp:cNvPr id="0" name=""/>
        <dsp:cNvSpPr/>
      </dsp:nvSpPr>
      <dsp:spPr>
        <a:xfrm>
          <a:off x="475918" y="323375"/>
          <a:ext cx="4221528" cy="6470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626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/>
            <a:t>визнання станових привілеїв українського козацтва</a:t>
          </a:r>
          <a:endParaRPr lang="uk-UA" sz="1800" kern="1200"/>
        </a:p>
      </dsp:txBody>
      <dsp:txXfrm>
        <a:off x="475918" y="323375"/>
        <a:ext cx="4221528" cy="647087"/>
      </dsp:txXfrm>
    </dsp:sp>
    <dsp:sp modelId="{CB4AD680-0E81-4DA6-A8E1-CEFB8CBD6010}">
      <dsp:nvSpPr>
        <dsp:cNvPr id="0" name=""/>
        <dsp:cNvSpPr/>
      </dsp:nvSpPr>
      <dsp:spPr>
        <a:xfrm>
          <a:off x="71488" y="242489"/>
          <a:ext cx="808859" cy="8088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D8646F-5680-46BA-B06F-05C1A6BE6FB0}">
      <dsp:nvSpPr>
        <dsp:cNvPr id="0" name=""/>
        <dsp:cNvSpPr/>
      </dsp:nvSpPr>
      <dsp:spPr>
        <a:xfrm>
          <a:off x="846908" y="1294175"/>
          <a:ext cx="3850538" cy="6470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626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/>
            <a:t>укладення унії між католицькою і православною церквами</a:t>
          </a:r>
          <a:endParaRPr lang="uk-UA" sz="1800" kern="1200"/>
        </a:p>
      </dsp:txBody>
      <dsp:txXfrm>
        <a:off x="846908" y="1294175"/>
        <a:ext cx="3850538" cy="647087"/>
      </dsp:txXfrm>
    </dsp:sp>
    <dsp:sp modelId="{8E6BF6F6-9F3B-49DB-B5A9-6BB731779EA5}">
      <dsp:nvSpPr>
        <dsp:cNvPr id="0" name=""/>
        <dsp:cNvSpPr/>
      </dsp:nvSpPr>
      <dsp:spPr>
        <a:xfrm>
          <a:off x="442478" y="1213289"/>
          <a:ext cx="808859" cy="8088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8883CC-CAE1-4970-93DD-06BC87B4113A}">
      <dsp:nvSpPr>
        <dsp:cNvPr id="0" name=""/>
        <dsp:cNvSpPr/>
      </dsp:nvSpPr>
      <dsp:spPr>
        <a:xfrm>
          <a:off x="846908" y="2264976"/>
          <a:ext cx="3850538" cy="6470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626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/>
            <a:t>ліквідація кріпосної залежності українського селянства</a:t>
          </a:r>
          <a:endParaRPr lang="uk-UA" sz="1800" kern="1200"/>
        </a:p>
      </dsp:txBody>
      <dsp:txXfrm>
        <a:off x="846908" y="2264976"/>
        <a:ext cx="3850538" cy="647087"/>
      </dsp:txXfrm>
    </dsp:sp>
    <dsp:sp modelId="{E34090C7-DFC4-422B-B9E9-F06D324CCEAE}">
      <dsp:nvSpPr>
        <dsp:cNvPr id="0" name=""/>
        <dsp:cNvSpPr/>
      </dsp:nvSpPr>
      <dsp:spPr>
        <a:xfrm>
          <a:off x="442478" y="2184090"/>
          <a:ext cx="808859" cy="8088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224E85-4319-4F80-B01A-62328E58FD9D}">
      <dsp:nvSpPr>
        <dsp:cNvPr id="0" name=""/>
        <dsp:cNvSpPr/>
      </dsp:nvSpPr>
      <dsp:spPr>
        <a:xfrm>
          <a:off x="475918" y="3235776"/>
          <a:ext cx="4221528" cy="6470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626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/>
            <a:t>захист і підтримка православної церкви</a:t>
          </a:r>
          <a:endParaRPr lang="uk-UA" sz="1800" kern="1200"/>
        </a:p>
      </dsp:txBody>
      <dsp:txXfrm>
        <a:off x="475918" y="3235776"/>
        <a:ext cx="4221528" cy="647087"/>
      </dsp:txXfrm>
    </dsp:sp>
    <dsp:sp modelId="{72769D37-997E-4B8C-B1C4-D86570B02184}">
      <dsp:nvSpPr>
        <dsp:cNvPr id="0" name=""/>
        <dsp:cNvSpPr/>
      </dsp:nvSpPr>
      <dsp:spPr>
        <a:xfrm>
          <a:off x="71488" y="3154890"/>
          <a:ext cx="808859" cy="8088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0CAE78-B17D-4236-AB94-978F3D6FEACF}">
      <dsp:nvSpPr>
        <dsp:cNvPr id="0" name=""/>
        <dsp:cNvSpPr/>
      </dsp:nvSpPr>
      <dsp:spPr>
        <a:xfrm>
          <a:off x="0" y="78659"/>
          <a:ext cx="4754880" cy="19913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/>
            <a:t>корпоративні об’єднання ремісників споріднених спеціальностей у містах, що користувалися магдебурзьким правом у </a:t>
          </a:r>
          <a:r>
            <a:rPr lang="en-US" sz="2300" kern="1200"/>
            <a:t>XV–XVI </a:t>
          </a:r>
          <a:r>
            <a:rPr lang="ru-RU" sz="2300" kern="1200"/>
            <a:t>ст.</a:t>
          </a:r>
          <a:endParaRPr lang="uk-UA" sz="2300" kern="1200"/>
        </a:p>
      </dsp:txBody>
      <dsp:txXfrm>
        <a:off x="97209" y="175868"/>
        <a:ext cx="4560462" cy="1796922"/>
      </dsp:txXfrm>
    </dsp:sp>
    <dsp:sp modelId="{6FD8BB2F-11C4-4B35-A8B1-B1CD6843EF6C}">
      <dsp:nvSpPr>
        <dsp:cNvPr id="0" name=""/>
        <dsp:cNvSpPr/>
      </dsp:nvSpPr>
      <dsp:spPr>
        <a:xfrm>
          <a:off x="0" y="2136240"/>
          <a:ext cx="4754880" cy="19913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/>
            <a:t>доброчинні товариства української шляхти, які опікувалися будівництвом православних храмів власним коштом у </a:t>
          </a:r>
          <a:r>
            <a:rPr lang="en-US" sz="2300" kern="1200"/>
            <a:t>XVI </a:t>
          </a:r>
          <a:r>
            <a:rPr lang="ru-RU" sz="2300" kern="1200"/>
            <a:t>ст.</a:t>
          </a:r>
          <a:endParaRPr lang="uk-UA" sz="2300" kern="1200"/>
        </a:p>
      </dsp:txBody>
      <dsp:txXfrm>
        <a:off x="97209" y="2233449"/>
        <a:ext cx="4560462" cy="1796922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939D64-4585-479C-A73C-7463B801675D}">
      <dsp:nvSpPr>
        <dsp:cNvPr id="0" name=""/>
        <dsp:cNvSpPr/>
      </dsp:nvSpPr>
      <dsp:spPr>
        <a:xfrm>
          <a:off x="0" y="78659"/>
          <a:ext cx="4754880" cy="19913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/>
            <a:t>об’єднання реєстрового козацтва та духовенства, які здійснювали контроль за діяльністю вищих православних церковних ієрархів у </a:t>
          </a:r>
          <a:r>
            <a:rPr lang="en-US" sz="2300" kern="1200"/>
            <a:t>XV–XVI </a:t>
          </a:r>
          <a:r>
            <a:rPr lang="ru-RU" sz="2300" kern="1200"/>
            <a:t>ст.</a:t>
          </a:r>
          <a:endParaRPr lang="uk-UA" sz="2300" kern="1200"/>
        </a:p>
      </dsp:txBody>
      <dsp:txXfrm>
        <a:off x="97209" y="175868"/>
        <a:ext cx="4560462" cy="1796922"/>
      </dsp:txXfrm>
    </dsp:sp>
    <dsp:sp modelId="{38523CF8-2CE7-4CA4-B6F1-26445E954889}">
      <dsp:nvSpPr>
        <dsp:cNvPr id="0" name=""/>
        <dsp:cNvSpPr/>
      </dsp:nvSpPr>
      <dsp:spPr>
        <a:xfrm>
          <a:off x="0" y="2136240"/>
          <a:ext cx="4754880" cy="19913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300" kern="1200"/>
            <a:t>релігійно-громадські організації міщан при православних церквах на українських землях наприкінці </a:t>
          </a:r>
          <a:r>
            <a:rPr lang="en-US" sz="2300" kern="1200"/>
            <a:t>XVI–XVII </a:t>
          </a:r>
          <a:r>
            <a:rPr lang="ru-RU" sz="2300" kern="1200"/>
            <a:t>ст.</a:t>
          </a:r>
          <a:endParaRPr lang="uk-UA" sz="2300" kern="1200"/>
        </a:p>
      </dsp:txBody>
      <dsp:txXfrm>
        <a:off x="97209" y="2233449"/>
        <a:ext cx="4560462" cy="1796922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2A2B5A-06AA-4F3D-A2EB-BB3064AA146D}">
      <dsp:nvSpPr>
        <dsp:cNvPr id="0" name=""/>
        <dsp:cNvSpPr/>
      </dsp:nvSpPr>
      <dsp:spPr>
        <a:xfrm>
          <a:off x="0" y="11519"/>
          <a:ext cx="4754880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000" b="0" i="0" kern="1200"/>
            <a:t>Іван Федоров</a:t>
          </a:r>
          <a:endParaRPr lang="uk-UA" sz="4000" kern="1200"/>
        </a:p>
      </dsp:txBody>
      <dsp:txXfrm>
        <a:off x="46834" y="58353"/>
        <a:ext cx="4661212" cy="865732"/>
      </dsp:txXfrm>
    </dsp:sp>
    <dsp:sp modelId="{4789BA34-294C-4A24-845D-9D304C41C222}">
      <dsp:nvSpPr>
        <dsp:cNvPr id="0" name=""/>
        <dsp:cNvSpPr/>
      </dsp:nvSpPr>
      <dsp:spPr>
        <a:xfrm>
          <a:off x="0" y="1086119"/>
          <a:ext cx="4754880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000" b="0" i="0" kern="1200"/>
            <a:t>Швайпольт Фіоль</a:t>
          </a:r>
          <a:endParaRPr lang="uk-UA" sz="4000" kern="1200"/>
        </a:p>
      </dsp:txBody>
      <dsp:txXfrm>
        <a:off x="46834" y="1132953"/>
        <a:ext cx="4661212" cy="865732"/>
      </dsp:txXfrm>
    </dsp:sp>
    <dsp:sp modelId="{C54AED13-D327-4B69-8506-0F8D14EF3259}">
      <dsp:nvSpPr>
        <dsp:cNvPr id="0" name=""/>
        <dsp:cNvSpPr/>
      </dsp:nvSpPr>
      <dsp:spPr>
        <a:xfrm>
          <a:off x="0" y="2160720"/>
          <a:ext cx="4754880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000" b="0" i="0" kern="1200"/>
            <a:t>Йоган Гутенберг</a:t>
          </a:r>
          <a:endParaRPr lang="uk-UA" sz="4000" kern="1200"/>
        </a:p>
      </dsp:txBody>
      <dsp:txXfrm>
        <a:off x="46834" y="2207554"/>
        <a:ext cx="4661212" cy="865732"/>
      </dsp:txXfrm>
    </dsp:sp>
    <dsp:sp modelId="{D09B8834-C802-4B4B-BA33-F322973EE81E}">
      <dsp:nvSpPr>
        <dsp:cNvPr id="0" name=""/>
        <dsp:cNvSpPr/>
      </dsp:nvSpPr>
      <dsp:spPr>
        <a:xfrm>
          <a:off x="0" y="3235320"/>
          <a:ext cx="4754880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4000" b="0" i="0" kern="1200"/>
            <a:t>Франциск Скорина</a:t>
          </a:r>
          <a:endParaRPr lang="uk-UA" sz="4000" kern="1200"/>
        </a:p>
      </dsp:txBody>
      <dsp:txXfrm>
        <a:off x="46834" y="3282154"/>
        <a:ext cx="4661212" cy="865732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E87EED-A46B-48D1-964A-64EDA2F2E9ED}">
      <dsp:nvSpPr>
        <dsp:cNvPr id="0" name=""/>
        <dsp:cNvSpPr/>
      </dsp:nvSpPr>
      <dsp:spPr>
        <a:xfrm>
          <a:off x="0" y="11519"/>
          <a:ext cx="4754880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XIV </a:t>
          </a:r>
          <a:r>
            <a:rPr lang="ru-RU" sz="4000" kern="1200"/>
            <a:t>ст.</a:t>
          </a:r>
          <a:endParaRPr lang="uk-UA" sz="4000" kern="1200"/>
        </a:p>
      </dsp:txBody>
      <dsp:txXfrm>
        <a:off x="46834" y="58353"/>
        <a:ext cx="4661212" cy="865732"/>
      </dsp:txXfrm>
    </dsp:sp>
    <dsp:sp modelId="{3159D57A-ACB9-471E-A74F-F8372AFCFC96}">
      <dsp:nvSpPr>
        <dsp:cNvPr id="0" name=""/>
        <dsp:cNvSpPr/>
      </dsp:nvSpPr>
      <dsp:spPr>
        <a:xfrm>
          <a:off x="0" y="1086119"/>
          <a:ext cx="4754880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XV </a:t>
          </a:r>
          <a:r>
            <a:rPr lang="ru-RU" sz="4000" kern="1200"/>
            <a:t>ст.</a:t>
          </a:r>
          <a:endParaRPr lang="uk-UA" sz="4000" kern="1200"/>
        </a:p>
      </dsp:txBody>
      <dsp:txXfrm>
        <a:off x="46834" y="1132953"/>
        <a:ext cx="4661212" cy="865732"/>
      </dsp:txXfrm>
    </dsp:sp>
    <dsp:sp modelId="{0692C3ED-76F8-4EDB-849B-41EE7CD9B7CE}">
      <dsp:nvSpPr>
        <dsp:cNvPr id="0" name=""/>
        <dsp:cNvSpPr/>
      </dsp:nvSpPr>
      <dsp:spPr>
        <a:xfrm>
          <a:off x="0" y="2160720"/>
          <a:ext cx="4754880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XVI </a:t>
          </a:r>
          <a:r>
            <a:rPr lang="ru-RU" sz="4000" kern="1200"/>
            <a:t>ст.</a:t>
          </a:r>
          <a:endParaRPr lang="uk-UA" sz="4000" kern="1200"/>
        </a:p>
      </dsp:txBody>
      <dsp:txXfrm>
        <a:off x="46834" y="2207554"/>
        <a:ext cx="4661212" cy="865732"/>
      </dsp:txXfrm>
    </dsp:sp>
    <dsp:sp modelId="{CFE3B867-8014-4427-93B7-3486E042CF7D}">
      <dsp:nvSpPr>
        <dsp:cNvPr id="0" name=""/>
        <dsp:cNvSpPr/>
      </dsp:nvSpPr>
      <dsp:spPr>
        <a:xfrm>
          <a:off x="0" y="3235320"/>
          <a:ext cx="4754880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XVII </a:t>
          </a:r>
          <a:r>
            <a:rPr lang="ru-RU" sz="4000" kern="1200"/>
            <a:t>ст.</a:t>
          </a:r>
          <a:endParaRPr lang="uk-UA" sz="4000" kern="1200"/>
        </a:p>
      </dsp:txBody>
      <dsp:txXfrm>
        <a:off x="46834" y="3282154"/>
        <a:ext cx="4661212" cy="865732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DF4821-4BD5-4CAE-8C0F-E65AAC2EA424}">
      <dsp:nvSpPr>
        <dsp:cNvPr id="0" name=""/>
        <dsp:cNvSpPr/>
      </dsp:nvSpPr>
      <dsp:spPr>
        <a:xfrm>
          <a:off x="-4755263" y="-728873"/>
          <a:ext cx="5663986" cy="5663986"/>
        </a:xfrm>
        <a:prstGeom prst="blockArc">
          <a:avLst>
            <a:gd name="adj1" fmla="val 18900000"/>
            <a:gd name="adj2" fmla="val 2700000"/>
            <a:gd name="adj3" fmla="val 381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22BE07-8992-4E70-AFF3-ED7FB5FC679C}">
      <dsp:nvSpPr>
        <dsp:cNvPr id="0" name=""/>
        <dsp:cNvSpPr/>
      </dsp:nvSpPr>
      <dsp:spPr>
        <a:xfrm>
          <a:off x="475918" y="323375"/>
          <a:ext cx="4221528" cy="6470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626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/>
            <a:t>друкованими на українських землях книгами, виданими І. Федоровим.</a:t>
          </a:r>
          <a:endParaRPr lang="uk-UA" sz="1600" kern="1200"/>
        </a:p>
      </dsp:txBody>
      <dsp:txXfrm>
        <a:off x="475918" y="323375"/>
        <a:ext cx="4221528" cy="647087"/>
      </dsp:txXfrm>
    </dsp:sp>
    <dsp:sp modelId="{6E4FA91D-5AB3-4F6B-8DBB-A1B2D91B3D29}">
      <dsp:nvSpPr>
        <dsp:cNvPr id="0" name=""/>
        <dsp:cNvSpPr/>
      </dsp:nvSpPr>
      <dsp:spPr>
        <a:xfrm>
          <a:off x="71488" y="242489"/>
          <a:ext cx="808859" cy="8088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32B8B6-23F7-472B-91D9-9B11C629B85E}">
      <dsp:nvSpPr>
        <dsp:cNvPr id="0" name=""/>
        <dsp:cNvSpPr/>
      </dsp:nvSpPr>
      <dsp:spPr>
        <a:xfrm>
          <a:off x="846908" y="1294175"/>
          <a:ext cx="3850538" cy="6470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626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/>
            <a:t>рукописними книгами, створеними тогочасною українською мовою.</a:t>
          </a:r>
          <a:endParaRPr lang="uk-UA" sz="1600" kern="1200"/>
        </a:p>
      </dsp:txBody>
      <dsp:txXfrm>
        <a:off x="846908" y="1294175"/>
        <a:ext cx="3850538" cy="647087"/>
      </dsp:txXfrm>
    </dsp:sp>
    <dsp:sp modelId="{748178C5-8E1F-4E9E-92AB-512DD7C45098}">
      <dsp:nvSpPr>
        <dsp:cNvPr id="0" name=""/>
        <dsp:cNvSpPr/>
      </dsp:nvSpPr>
      <dsp:spPr>
        <a:xfrm>
          <a:off x="442478" y="1213289"/>
          <a:ext cx="808859" cy="8088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E56D8E-8FAF-43EE-A289-70DF18633C19}">
      <dsp:nvSpPr>
        <dsp:cNvPr id="0" name=""/>
        <dsp:cNvSpPr/>
      </dsp:nvSpPr>
      <dsp:spPr>
        <a:xfrm>
          <a:off x="846908" y="2264976"/>
          <a:ext cx="3850538" cy="6470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626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/>
            <a:t>підручниками, надрукованими коштом православних братств.</a:t>
          </a:r>
          <a:endParaRPr lang="uk-UA" sz="1600" kern="1200"/>
        </a:p>
      </dsp:txBody>
      <dsp:txXfrm>
        <a:off x="846908" y="2264976"/>
        <a:ext cx="3850538" cy="647087"/>
      </dsp:txXfrm>
    </dsp:sp>
    <dsp:sp modelId="{D0D0D149-D598-4F1F-9096-A426EFB6182C}">
      <dsp:nvSpPr>
        <dsp:cNvPr id="0" name=""/>
        <dsp:cNvSpPr/>
      </dsp:nvSpPr>
      <dsp:spPr>
        <a:xfrm>
          <a:off x="442478" y="2184090"/>
          <a:ext cx="808859" cy="8088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393969-8A37-4077-9693-36565A11637F}">
      <dsp:nvSpPr>
        <dsp:cNvPr id="0" name=""/>
        <dsp:cNvSpPr/>
      </dsp:nvSpPr>
      <dsp:spPr>
        <a:xfrm>
          <a:off x="475918" y="3235776"/>
          <a:ext cx="4221528" cy="6470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626" tIns="40640" rIns="40640" bIns="4064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/>
            <a:t>книгами, надрукованими коштом князя К. Острозького.</a:t>
          </a:r>
          <a:endParaRPr lang="uk-UA" sz="1600" kern="1200"/>
        </a:p>
      </dsp:txBody>
      <dsp:txXfrm>
        <a:off x="475918" y="3235776"/>
        <a:ext cx="4221528" cy="647087"/>
      </dsp:txXfrm>
    </dsp:sp>
    <dsp:sp modelId="{894881F5-9AA0-42A1-AB89-F9B10638E02A}">
      <dsp:nvSpPr>
        <dsp:cNvPr id="0" name=""/>
        <dsp:cNvSpPr/>
      </dsp:nvSpPr>
      <dsp:spPr>
        <a:xfrm>
          <a:off x="71488" y="3154890"/>
          <a:ext cx="808859" cy="8088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E2A032-0C1F-4D45-AEFB-8E7355ADE1AF}">
      <dsp:nvSpPr>
        <dsp:cNvPr id="0" name=""/>
        <dsp:cNvSpPr/>
      </dsp:nvSpPr>
      <dsp:spPr>
        <a:xfrm>
          <a:off x="-4755263" y="-728873"/>
          <a:ext cx="5663986" cy="5663986"/>
        </a:xfrm>
        <a:prstGeom prst="blockArc">
          <a:avLst>
            <a:gd name="adj1" fmla="val 18900000"/>
            <a:gd name="adj2" fmla="val 2700000"/>
            <a:gd name="adj3" fmla="val 381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98CD03-A900-4EF7-BB93-5F740F458217}">
      <dsp:nvSpPr>
        <dsp:cNvPr id="0" name=""/>
        <dsp:cNvSpPr/>
      </dsp:nvSpPr>
      <dsp:spPr>
        <a:xfrm>
          <a:off x="475918" y="323375"/>
          <a:ext cx="4221528" cy="6470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626" tIns="83820" rIns="83820" bIns="8382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kern="1200"/>
            <a:t>І. Руткович</a:t>
          </a:r>
          <a:endParaRPr lang="uk-UA" sz="3300" kern="1200"/>
        </a:p>
      </dsp:txBody>
      <dsp:txXfrm>
        <a:off x="475918" y="323375"/>
        <a:ext cx="4221528" cy="647087"/>
      </dsp:txXfrm>
    </dsp:sp>
    <dsp:sp modelId="{2A711660-3FFF-46F8-9CE2-ADC1A7B4343A}">
      <dsp:nvSpPr>
        <dsp:cNvPr id="0" name=""/>
        <dsp:cNvSpPr/>
      </dsp:nvSpPr>
      <dsp:spPr>
        <a:xfrm>
          <a:off x="71488" y="242489"/>
          <a:ext cx="808859" cy="8088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FCC387-34D4-4725-869A-42FC7145F5F5}">
      <dsp:nvSpPr>
        <dsp:cNvPr id="0" name=""/>
        <dsp:cNvSpPr/>
      </dsp:nvSpPr>
      <dsp:spPr>
        <a:xfrm>
          <a:off x="846908" y="1294175"/>
          <a:ext cx="3850538" cy="6470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626" tIns="83820" rIns="83820" bIns="8382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kern="1200"/>
            <a:t>О. Горошкович</a:t>
          </a:r>
          <a:endParaRPr lang="uk-UA" sz="3300" kern="1200"/>
        </a:p>
      </dsp:txBody>
      <dsp:txXfrm>
        <a:off x="846908" y="1294175"/>
        <a:ext cx="3850538" cy="647087"/>
      </dsp:txXfrm>
    </dsp:sp>
    <dsp:sp modelId="{AD2B4238-EB9F-4433-BE18-F6271AD6E2C0}">
      <dsp:nvSpPr>
        <dsp:cNvPr id="0" name=""/>
        <dsp:cNvSpPr/>
      </dsp:nvSpPr>
      <dsp:spPr>
        <a:xfrm>
          <a:off x="442478" y="1213289"/>
          <a:ext cx="808859" cy="8088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54874F-6E00-4091-9C8A-2204E31F6530}">
      <dsp:nvSpPr>
        <dsp:cNvPr id="0" name=""/>
        <dsp:cNvSpPr/>
      </dsp:nvSpPr>
      <dsp:spPr>
        <a:xfrm>
          <a:off x="846908" y="2264976"/>
          <a:ext cx="3850538" cy="6470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626" tIns="83820" rIns="83820" bIns="8382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kern="1200"/>
            <a:t>Й. Кондзелевич</a:t>
          </a:r>
          <a:endParaRPr lang="uk-UA" sz="3300" kern="1200"/>
        </a:p>
      </dsp:txBody>
      <dsp:txXfrm>
        <a:off x="846908" y="2264976"/>
        <a:ext cx="3850538" cy="647087"/>
      </dsp:txXfrm>
    </dsp:sp>
    <dsp:sp modelId="{8FE8CFD0-0733-4486-9241-B2F1FFD99CD6}">
      <dsp:nvSpPr>
        <dsp:cNvPr id="0" name=""/>
        <dsp:cNvSpPr/>
      </dsp:nvSpPr>
      <dsp:spPr>
        <a:xfrm>
          <a:off x="442478" y="2184090"/>
          <a:ext cx="808859" cy="8088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4AEB8F-5F51-4D48-BC0F-EF696CB93790}">
      <dsp:nvSpPr>
        <dsp:cNvPr id="0" name=""/>
        <dsp:cNvSpPr/>
      </dsp:nvSpPr>
      <dsp:spPr>
        <a:xfrm>
          <a:off x="475918" y="3235776"/>
          <a:ext cx="4221528" cy="64708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3626" tIns="83820" rIns="83820" bIns="8382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kern="1200"/>
            <a:t>М. Петрахнович</a:t>
          </a:r>
          <a:endParaRPr lang="uk-UA" sz="3300" kern="1200"/>
        </a:p>
      </dsp:txBody>
      <dsp:txXfrm>
        <a:off x="475918" y="3235776"/>
        <a:ext cx="4221528" cy="647087"/>
      </dsp:txXfrm>
    </dsp:sp>
    <dsp:sp modelId="{BC679ECA-B596-4466-A3AB-391FB90EB8D2}">
      <dsp:nvSpPr>
        <dsp:cNvPr id="0" name=""/>
        <dsp:cNvSpPr/>
      </dsp:nvSpPr>
      <dsp:spPr>
        <a:xfrm>
          <a:off x="71488" y="3154890"/>
          <a:ext cx="808859" cy="8088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16D4DF-23D7-48B8-98D0-A895F602EA60}">
      <dsp:nvSpPr>
        <dsp:cNvPr id="0" name=""/>
        <dsp:cNvSpPr/>
      </dsp:nvSpPr>
      <dsp:spPr>
        <a:xfrm rot="10800000">
          <a:off x="1011108" y="1314"/>
          <a:ext cx="3161995" cy="85866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47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Лаврська школа</a:t>
          </a:r>
          <a:endParaRPr lang="uk-UA" sz="2100" kern="1200"/>
        </a:p>
      </dsp:txBody>
      <dsp:txXfrm rot="10800000">
        <a:off x="1225774" y="1314"/>
        <a:ext cx="2947329" cy="858664"/>
      </dsp:txXfrm>
    </dsp:sp>
    <dsp:sp modelId="{5C0CD798-AD6D-4E6F-9129-422CB07953F9}">
      <dsp:nvSpPr>
        <dsp:cNvPr id="0" name=""/>
        <dsp:cNvSpPr/>
      </dsp:nvSpPr>
      <dsp:spPr>
        <a:xfrm>
          <a:off x="581776" y="1314"/>
          <a:ext cx="858664" cy="85866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B272DD-3852-47DC-8B48-9168AEFA75F6}">
      <dsp:nvSpPr>
        <dsp:cNvPr id="0" name=""/>
        <dsp:cNvSpPr/>
      </dsp:nvSpPr>
      <dsp:spPr>
        <a:xfrm rot="10800000">
          <a:off x="1011108" y="1116296"/>
          <a:ext cx="3161995" cy="85866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47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Острозька академія</a:t>
          </a:r>
          <a:endParaRPr lang="uk-UA" sz="2100" kern="1200"/>
        </a:p>
      </dsp:txBody>
      <dsp:txXfrm rot="10800000">
        <a:off x="1225774" y="1116296"/>
        <a:ext cx="2947329" cy="858664"/>
      </dsp:txXfrm>
    </dsp:sp>
    <dsp:sp modelId="{C07681C1-4B53-46DC-A9AB-A8EC2BBE210B}">
      <dsp:nvSpPr>
        <dsp:cNvPr id="0" name=""/>
        <dsp:cNvSpPr/>
      </dsp:nvSpPr>
      <dsp:spPr>
        <a:xfrm>
          <a:off x="581776" y="1116296"/>
          <a:ext cx="858664" cy="85866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90527C-A0F3-42F1-8D4F-ED0B5AF6C50F}">
      <dsp:nvSpPr>
        <dsp:cNvPr id="0" name=""/>
        <dsp:cNvSpPr/>
      </dsp:nvSpPr>
      <dsp:spPr>
        <a:xfrm rot="10800000">
          <a:off x="1011108" y="2231278"/>
          <a:ext cx="3161995" cy="85866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47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Львівська братська школа</a:t>
          </a:r>
          <a:endParaRPr lang="uk-UA" sz="2100" kern="1200"/>
        </a:p>
      </dsp:txBody>
      <dsp:txXfrm rot="10800000">
        <a:off x="1225774" y="2231278"/>
        <a:ext cx="2947329" cy="858664"/>
      </dsp:txXfrm>
    </dsp:sp>
    <dsp:sp modelId="{99C223ED-F2BB-4DDC-98E0-719A0CAEADAB}">
      <dsp:nvSpPr>
        <dsp:cNvPr id="0" name=""/>
        <dsp:cNvSpPr/>
      </dsp:nvSpPr>
      <dsp:spPr>
        <a:xfrm>
          <a:off x="581776" y="2231278"/>
          <a:ext cx="858664" cy="85866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E75797-94D7-4CDD-BD3F-6A2C29D021E9}">
      <dsp:nvSpPr>
        <dsp:cNvPr id="0" name=""/>
        <dsp:cNvSpPr/>
      </dsp:nvSpPr>
      <dsp:spPr>
        <a:xfrm rot="10800000">
          <a:off x="1011108" y="3346261"/>
          <a:ext cx="3161995" cy="85866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47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b="0" i="0" kern="1200"/>
            <a:t>Києво-Могилянська колегія</a:t>
          </a:r>
          <a:endParaRPr lang="uk-UA" sz="2100" kern="1200"/>
        </a:p>
      </dsp:txBody>
      <dsp:txXfrm rot="10800000">
        <a:off x="1225774" y="3346261"/>
        <a:ext cx="2947329" cy="858664"/>
      </dsp:txXfrm>
    </dsp:sp>
    <dsp:sp modelId="{1A1D9CA0-AA53-488A-92B3-11C9C7B42B54}">
      <dsp:nvSpPr>
        <dsp:cNvPr id="0" name=""/>
        <dsp:cNvSpPr/>
      </dsp:nvSpPr>
      <dsp:spPr>
        <a:xfrm>
          <a:off x="581776" y="3346261"/>
          <a:ext cx="858664" cy="85866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F301A4-7D8B-4E01-9AA4-00285B8B56E0}">
      <dsp:nvSpPr>
        <dsp:cNvPr id="0" name=""/>
        <dsp:cNvSpPr/>
      </dsp:nvSpPr>
      <dsp:spPr>
        <a:xfrm rot="10800000">
          <a:off x="1011108" y="1314"/>
          <a:ext cx="3161995" cy="85866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47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/>
            <a:t>Люблінської унії (1569 р.).</a:t>
          </a:r>
          <a:endParaRPr lang="uk-UA" sz="1700" kern="1200"/>
        </a:p>
      </dsp:txBody>
      <dsp:txXfrm rot="10800000">
        <a:off x="1225774" y="1314"/>
        <a:ext cx="2947329" cy="858664"/>
      </dsp:txXfrm>
    </dsp:sp>
    <dsp:sp modelId="{8D343462-A82D-4191-9563-3C1AA7AECF08}">
      <dsp:nvSpPr>
        <dsp:cNvPr id="0" name=""/>
        <dsp:cNvSpPr/>
      </dsp:nvSpPr>
      <dsp:spPr>
        <a:xfrm>
          <a:off x="581776" y="1314"/>
          <a:ext cx="858664" cy="85866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5975BE-49BD-4490-9FDD-BAC7AB2455C9}">
      <dsp:nvSpPr>
        <dsp:cNvPr id="0" name=""/>
        <dsp:cNvSpPr/>
      </dsp:nvSpPr>
      <dsp:spPr>
        <a:xfrm rot="10800000">
          <a:off x="1011108" y="1116296"/>
          <a:ext cx="3161995" cy="85866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47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/>
            <a:t>Третього Литовського статуту (1588 р.).</a:t>
          </a:r>
          <a:endParaRPr lang="uk-UA" sz="1700" kern="1200"/>
        </a:p>
      </dsp:txBody>
      <dsp:txXfrm rot="10800000">
        <a:off x="1225774" y="1116296"/>
        <a:ext cx="2947329" cy="858664"/>
      </dsp:txXfrm>
    </dsp:sp>
    <dsp:sp modelId="{9133B8D1-5C84-455D-BB4A-3E798A951AE0}">
      <dsp:nvSpPr>
        <dsp:cNvPr id="0" name=""/>
        <dsp:cNvSpPr/>
      </dsp:nvSpPr>
      <dsp:spPr>
        <a:xfrm>
          <a:off x="581776" y="1116296"/>
          <a:ext cx="858664" cy="85866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A39076-7876-43AF-B725-FB818AB8A914}">
      <dsp:nvSpPr>
        <dsp:cNvPr id="0" name=""/>
        <dsp:cNvSpPr/>
      </dsp:nvSpPr>
      <dsp:spPr>
        <a:xfrm rot="10800000">
          <a:off x="1011108" y="2231278"/>
          <a:ext cx="3161995" cy="85866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47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/>
            <a:t>Куруківської угоди (1625 р.).</a:t>
          </a:r>
          <a:endParaRPr lang="uk-UA" sz="1700" kern="1200"/>
        </a:p>
      </dsp:txBody>
      <dsp:txXfrm rot="10800000">
        <a:off x="1225774" y="2231278"/>
        <a:ext cx="2947329" cy="858664"/>
      </dsp:txXfrm>
    </dsp:sp>
    <dsp:sp modelId="{1049C01B-562E-43B4-9FC1-594FF2E363CD}">
      <dsp:nvSpPr>
        <dsp:cNvPr id="0" name=""/>
        <dsp:cNvSpPr/>
      </dsp:nvSpPr>
      <dsp:spPr>
        <a:xfrm>
          <a:off x="581776" y="2231278"/>
          <a:ext cx="858664" cy="85866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47A628-FCC7-42F9-87BC-DEE725CD2E8B}">
      <dsp:nvSpPr>
        <dsp:cNvPr id="0" name=""/>
        <dsp:cNvSpPr/>
      </dsp:nvSpPr>
      <dsp:spPr>
        <a:xfrm rot="10800000">
          <a:off x="1011108" y="3346261"/>
          <a:ext cx="3161995" cy="85866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8647" tIns="64770" rIns="120904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700" kern="1200"/>
            <a:t>«Пунктів для заспокоєння руського народу» (1632 р.).</a:t>
          </a:r>
          <a:endParaRPr lang="uk-UA" sz="1700" kern="1200"/>
        </a:p>
      </dsp:txBody>
      <dsp:txXfrm rot="10800000">
        <a:off x="1225774" y="3346261"/>
        <a:ext cx="2947329" cy="858664"/>
      </dsp:txXfrm>
    </dsp:sp>
    <dsp:sp modelId="{627109C0-3947-4DCC-8583-0D3095AEE4C1}">
      <dsp:nvSpPr>
        <dsp:cNvPr id="0" name=""/>
        <dsp:cNvSpPr/>
      </dsp:nvSpPr>
      <dsp:spPr>
        <a:xfrm>
          <a:off x="581776" y="3346261"/>
          <a:ext cx="858664" cy="85866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arrow3">
  <dgm:title val=""/>
  <dgm:desc val=""/>
  <dgm:catLst>
    <dgm:cat type="relationship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none"/>
      <dgm:param type="vertAlign" val="none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gte" val="2">
            <dgm:constrLst>
              <dgm:constr type="w" for="ch" forName="divider" refType="w"/>
              <dgm:constr type="h" for="ch" forName="divider" refType="w" fact="0.2"/>
              <dgm:constr type="h" for="ch" forName="divider" refType="h" op="gte" fact="0.2"/>
              <dgm:constr type="h" for="ch" forName="divider" refType="h" op="lte" fact="0.4"/>
              <dgm:constr type="ctrX" for="ch" forName="divider" refType="w" fact="0.5"/>
              <dgm:constr type="ctrY" for="ch" forName="divider" refType="h" fact="0.5"/>
              <dgm:constr type="w" for="ch" forName="downArrow" refType="w" fact="0.3"/>
              <dgm:constr type="h" for="ch" forName="downArrow" refType="h" fact="0.4"/>
              <dgm:constr type="l" for="ch" forName="downArrow" refType="w" fact="0.1"/>
              <dgm:constr type="t" for="ch" forName="downArrow" refType="h" fact="0.05"/>
              <dgm:constr type="lOff" for="ch" forName="downArrow" refType="w" fact="0.02"/>
              <dgm:constr type="w" for="ch" forName="downArrowText" refType="w" fact="0.32"/>
              <dgm:constr type="h" for="ch" forName="downArrowText" refType="h" fact="0.42"/>
              <dgm:constr type="t" for="ch" forName="downArrowText"/>
              <dgm:constr type="r" for="ch" forName="downArrowText" refType="w" fact="0.85"/>
              <dgm:constr type="w" for="ch" forName="upArrow" refType="w" fact="0.3"/>
              <dgm:constr type="h" for="ch" forName="upArrow" refType="h" fact="0.4"/>
              <dgm:constr type="b" for="ch" forName="upArrow" refType="h" fact="0.95"/>
              <dgm:constr type="r" for="ch" forName="upArrow" refType="w" fact="0.9"/>
              <dgm:constr type="rOff" for="ch" forName="upArrow" refType="w" fact="-0.02"/>
              <dgm:constr type="w" for="ch" forName="upArrowText" refType="w" fact="0.32"/>
              <dgm:constr type="h" for="ch" forName="upArrowText" refType="h" fact="0.42"/>
              <dgm:constr type="b" for="ch" forName="upArrowText" refType="h"/>
              <dgm:constr type="l" for="ch" forName="upArrowText" refType="w" fact="0.15"/>
              <dgm:constr type="primFontSz" for="ch" ptType="node" op="equ" val="65"/>
            </dgm:constrLst>
          </dgm:if>
          <dgm:else name="Name4">
            <dgm:constrLst>
              <dgm:constr type="w" for="ch" forName="downArrow" refType="w" fact="0.4"/>
              <dgm:constr type="h" for="ch" forName="downArrow" refType="h" fact="0.8"/>
              <dgm:constr type="l" for="ch" forName="downArrow" refType="w" fact="0.02"/>
              <dgm:constr type="t" for="ch" forName="downArrow" refType="h" fact="0.05"/>
              <dgm:constr type="lOff" for="ch" forName="downArrow" refType="w" fact="0.02"/>
              <dgm:constr type="w" for="ch" forName="downArrowText" refType="w" fact="0.5"/>
              <dgm:constr type="h" for="ch" forName="downArrowText" refType="h"/>
              <dgm:constr type="t" for="ch" forName="downArrowText"/>
              <dgm:constr type="r" for="ch" forName="downArrowText" refType="w"/>
              <dgm:constr type="primFontSz" for="ch" ptType="node" op="equ" val="65"/>
            </dgm:constrLst>
          </dgm:else>
        </dgm:choose>
      </dgm:if>
      <dgm:else name="Name5">
        <dgm:choose name="Name6">
          <dgm:if name="Name7" axis="ch" ptType="node" func="cnt" op="gte" val="2">
            <dgm:constrLst>
              <dgm:constr type="w" for="ch" forName="divider" refType="w"/>
              <dgm:constr type="h" for="ch" forName="divider" refType="w" fact="0.2"/>
              <dgm:constr type="h" for="ch" forName="divider" refType="h" op="gte" fact="0.2"/>
              <dgm:constr type="h" for="ch" forName="divider" refType="h" op="lte" fact="0.4"/>
              <dgm:constr type="ctrX" for="ch" forName="divider" refType="w" fact="0.5"/>
              <dgm:constr type="ctrY" for="ch" forName="divider" refType="h" fact="0.5"/>
              <dgm:constr type="w" for="ch" forName="downArrow" refType="w" fact="0.3"/>
              <dgm:constr type="h" for="ch" forName="downArrow" refType="h" fact="0.4"/>
              <dgm:constr type="r" for="ch" forName="downArrow" refType="w" fact="0.9"/>
              <dgm:constr type="t" for="ch" forName="downArrow" refType="h" fact="0.05"/>
              <dgm:constr type="rOff" for="ch" forName="downArrow" refType="w" fact="-0.02"/>
              <dgm:constr type="w" for="ch" forName="downArrowText" refType="w" fact="0.32"/>
              <dgm:constr type="h" for="ch" forName="downArrowText" refType="h" fact="0.42"/>
              <dgm:constr type="t" for="ch" forName="downArrowText"/>
              <dgm:constr type="l" for="ch" forName="downArrowText" refType="w" fact="0.15"/>
              <dgm:constr type="w" for="ch" forName="upArrow" refType="w" fact="0.3"/>
              <dgm:constr type="h" for="ch" forName="upArrow" refType="h" fact="0.4"/>
              <dgm:constr type="b" for="ch" forName="upArrow" refType="h" fact="0.95"/>
              <dgm:constr type="l" for="ch" forName="upArrow" refType="w" fact="0.1"/>
              <dgm:constr type="lOff" for="ch" forName="upArrow" refType="w" fact="0.02"/>
              <dgm:constr type="w" for="ch" forName="upArrowText" refType="w" fact="0.32"/>
              <dgm:constr type="h" for="ch" forName="upArrowText" refType="h" fact="0.42"/>
              <dgm:constr type="b" for="ch" forName="upArrowText" refType="h"/>
              <dgm:constr type="r" for="ch" forName="upArrowText" refType="w" fact="0.85"/>
              <dgm:constr type="primFontSz" for="ch" ptType="node" op="equ" val="65"/>
            </dgm:constrLst>
          </dgm:if>
          <dgm:else name="Name8">
            <dgm:constrLst>
              <dgm:constr type="w" for="ch" forName="downArrow" refType="w" fact="0.4"/>
              <dgm:constr type="h" for="ch" forName="downArrow" refType="h" fact="0.8"/>
              <dgm:constr type="r" for="ch" forName="downArrow" refType="w" fact="0.98"/>
              <dgm:constr type="t" for="ch" forName="downArrow" refType="h" fact="0.05"/>
              <dgm:constr type="rOff" for="ch" forName="downArrow" refType="w" fact="-0.02"/>
              <dgm:constr type="w" for="ch" forName="downArrowText" refType="w" fact="0.5"/>
              <dgm:constr type="h" for="ch" forName="downArrowText" refType="h"/>
              <dgm:constr type="t" for="ch" forName="downArrowText"/>
              <dgm:constr type="l" for="ch" forName="downArrowText"/>
              <dgm:constr type="primFontSz" for="ch" ptType="node" op="equ" val="65"/>
            </dgm:constrLst>
          </dgm:else>
        </dgm:choose>
      </dgm:else>
    </dgm:choose>
    <dgm:ruleLst/>
    <dgm:choose name="Name9">
      <dgm:if name="Name10" axis="ch" ptType="node" func="cnt" op="gte" val="2">
        <dgm:layoutNode name="divider" styleLbl="fgShp">
          <dgm:alg type="sp"/>
          <dgm:choose name="Name11">
            <dgm:if name="Name12" func="var" arg="dir" op="equ" val="norm">
              <dgm:shape xmlns:r="http://schemas.openxmlformats.org/officeDocument/2006/relationships" rot="-5" type="mathMinus" r:blip="">
                <dgm:adjLst/>
              </dgm:shape>
            </dgm:if>
            <dgm:else name="Name13">
              <dgm:shape xmlns:r="http://schemas.openxmlformats.org/officeDocument/2006/relationships" rot="5" type="mathMinus" r:blip="">
                <dgm:adjLst/>
              </dgm:shape>
            </dgm:else>
          </dgm:choose>
          <dgm:presOf/>
          <dgm:constrLst/>
          <dgm:ruleLst/>
        </dgm:layoutNode>
      </dgm:if>
      <dgm:else name="Name14"/>
    </dgm:choose>
    <dgm:forEach name="Name15" axis="ch" ptType="node" cnt="1">
      <dgm:layoutNode name="downArrow" styleLbl="node1">
        <dgm:alg type="sp"/>
        <dgm:shape xmlns:r="http://schemas.openxmlformats.org/officeDocument/2006/relationships" type="downArrow" r:blip="">
          <dgm:adjLst/>
        </dgm:shape>
        <dgm:presOf/>
        <dgm:constrLst/>
        <dgm:ruleLst/>
      </dgm:layoutNode>
      <dgm:layoutNode name="downArrowText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/>
        <dgm:ruleLst>
          <dgm:rule type="primFontSz" val="5" fact="NaN" max="NaN"/>
        </dgm:ruleLst>
      </dgm:layoutNode>
    </dgm:forEach>
    <dgm:forEach name="Name16" axis="ch" ptType="node" st="2" cnt="1">
      <dgm:layoutNode name="upArrow" styleLbl="node1">
        <dgm:alg type="sp"/>
        <dgm:shape xmlns:r="http://schemas.openxmlformats.org/officeDocument/2006/relationships" type="upArrow" r:blip="">
          <dgm:adjLst/>
        </dgm:shape>
        <dgm:presOf/>
        <dgm:constrLst/>
        <dgm:ruleLst/>
      </dgm:layoutNode>
      <dgm:layoutNode name="upArrowText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9T19:29:58.360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141 275 6665,'-84'-142'484,"28"10"-3873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9T19:30:09.165"/>
    </inkml:context>
    <inkml:brush xml:id="br0">
      <inkml:brushProperty name="width" value="0.2" units="cm"/>
      <inkml:brushProperty name="height" value="0.2" units="cm"/>
      <inkml:brushProperty name="color" value="#004F8B"/>
    </inkml:brush>
  </inkml:definitions>
  <inkml:trace contextRef="#ctx0" brushRef="#br0">629 1 10397,'0'291'4852,"-1"-267"-4641,-1 1 0,-9 37 1,2-9 29,-47 427 813,56-477-1052,-41 322 87,-13 93-72,32-221-20,3-47 10,-122 916-3,129-983-6,-152 908-223,118-696-120,44-264 275,-7 48-142,-8-26 67,13-43 104,0 0-1,1 0 1,0 0 0,0 0 0,1 1 0,-1 19 0,3-11 3,0-15 25,-1-1 0,1 1 0,0 0 1,0-1-1,1 1 0,-1-1 0,1 1 1,0 0-1,0-1 0,1 5 0,0-6 10,-1-1 0,1 0 0,0 1 0,0-1 1,-1 0-1,1 0 0,0 0 0,0 0 0,0-1 0,0 1 0,0 0 0,0-1 0,0 1 0,0-1 0,0 0 0,0 0 0,0 0 0,0 0 0,0 0 0,4-1 0,13 0 5,1-1 0,0-1 0,-1 0 0,28-10 0,37-8 92,491-32 334,-501 48-423,230 0 16,-83 3-15,2385-10-517,-1559 59-5024,-750-21 844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09T19:30:16.725"/>
    </inkml:context>
    <inkml:brush xml:id="br0">
      <inkml:brushProperty name="width" value="0.2" units="cm"/>
      <inkml:brushProperty name="height" value="0.2" units="cm"/>
      <inkml:brushProperty name="color" value="#004F8B"/>
    </inkml:brush>
  </inkml:definitions>
  <inkml:trace contextRef="#ctx0" brushRef="#br0">0 71 11253,'11'0'1006,"31"-2"380,70-12 0,-70 7-498,71-2 1,41-1 77,2-1-770,273-6 330,292 25-367,-617-3-154,354 27-22,-194-11 69,-157-14 199,0 5 0,148 37 0,-255-49-251,0 0-1,0 0 1,1 0-1,-1 0 1,0 0-1,0 0 0,0 0 1,0 0-1,0 0 1,0 1-1,1-1 1,-1 0-1,0 0 1,0 0-1,0 0 0,0 0 1,0 0-1,0 0 1,0 0-1,0 0 1,1 0-1,-1 1 0,0-1 1,0 0-1,0 0 1,0 0-1,0 0 1,0 0-1,0 0 0,0 1 1,0-1-1,0 0 1,0 0-1,0 0 1,0 0-1,0 0 0,0 0 1,0 1-1,0-1 1,0 0-1,0 0 1,0 0-1,0 0 1,0 0-1,0 1 0,0-1 1,0 0-1,0 0 1,0 0-1,0 0 1,-1 0-1,1 0 0,0 0 1,0 0-1,0 1 1,0-1-1,0 0 1,0 0-1,0 0 0,0 0 1,-1 0-1,1 0 1,0 0-1,0 0 1,0 0-1,0 0 1,0 0-1,-1 0 0,-15 10 202,-10 8 794,19-8-721,0 1 1,1-1-1,0 2 0,1-1 0,1 1 0,0-1 1,-6 25-1,-7 95 216,5-31-443,-20 56 65,18 39 104,-11 41-56,13 37-150,-13 28 2,11 29-15,-17 17 7,15 11-199,-15 5-760,15 4-1125,-27 93-1454,-5 63-3449,44-254-1037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0T14:06:06.047"/>
    </inkml:context>
    <inkml:brush xml:id="br0">
      <inkml:brushProperty name="width" value="0.2" units="cm"/>
      <inkml:brushProperty name="height" value="0.2" units="cm"/>
      <inkml:brushProperty name="color" value="#CC0066"/>
    </inkml:brush>
  </inkml:definitions>
  <inkml:trace contextRef="#ctx0" brushRef="#br0">1 22 1064,'9'-21'300,"10"21"-492,-9 0-152,9 5-288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0T14:06:06.048"/>
    </inkml:context>
    <inkml:brush xml:id="br0">
      <inkml:brushProperty name="width" value="0.2" units="cm"/>
      <inkml:brushProperty name="height" value="0.2" units="cm"/>
      <inkml:brushProperty name="color" value="#CC0066"/>
    </inkml:brush>
  </inkml:definitions>
  <inkml:trace contextRef="#ctx0" brushRef="#br0">5124 1 6865,'0'0'12224,"-5"0"-11211,-2 0 123,0 0 0,1 1 0,-1 0 0,0 0 0,1 1 0,-9 3 0,4 1-1279,-47 30 1930,40-25-1530,0 0 1,-27 22-1,-155 127 136,12-11-387,-851 687 151,449-384-115,34 0 18,376-303-54,-183 170-8,183-158 4,15-22 24,109-95-40,-98 99 1,92-79 25,55-55-24,3-2 15,0-1-1,-1 0 0,1-1 0,-1 1 0,-1-1 1,-9 8-1,-15 12 0,2 2 0,-29 34-1,-32 31-1,63-67 0,17-16-1,1-1 0,-1 1 0,0-2-1,-1 1 1,-20 11 0,6-7 3,0 2 1,0 0-1,2 2 1,0 1 0,1 0-1,-37 40 1,-23 19 12,59-59-18,1 2 1,1 0 0,1 2 0,1 0-1,-19 29 1,10-13 17,17-25-32,-67 69 43,68-69-46,6-10 20,1 1-1,-1-1 1,1 1 0,0 0 0,0 0 0,0 0 0,1 0 0,-1 0 0,1 0 0,-1 0 0,0 6 0,1-8 1,1 1-1,0-1 1,-1 0 0,1 1 0,-1-1-1,0 0 1,1 0 0,-1 1 0,0-1-1,0 0 1,0 0 0,0 0 0,0 0-1,0 0 1,0 0 0,0 0 0,0-1-1,0 1 1,0 0 0,-1 0 0,1-1 0,-2 1-1,-16 13-13,-49 51 56,64-54-40,4-10-4,0 0 1,0-1-1,0 1 0,0 0 1,0-1-1,0 1 1,0 0-1,0-1 0,0 1 1,-1 0-1,1-1 0,0 1 1,0-1-1,-1 1 1,1 0-1,0-1 0,-1 1 1,1-1-1,-1 1 1,1-1-1,-1 1 0,1-1 1,-1 1-1,0 0 1,-8 4-21,-23 16 33,31-20-14,-1 0-1,1 0 0,-1 0 1,1 0-1,0 0 0,-1 1 1,1-1-1,0 0 0,0 1 1,0-1-1,0 1 0,0 0 1,1-1-1,-1 1 1,0 0-1,0 3 0,1-4 5,0-1 0,0 1-1,0 0 1,0 0 0,-1 0 0,1 0-1,0-1 1,0 1 0,-1 0-1,1 0 1,0-1 0,-1 1 0,1 0-1,-1 0 1,1-1 0,-1 1 0,1-1-1,-1 1 1,0 0 0,1-1-1,-1 1 1,0-1 0,1 1 0,-1-1-1,0 0 1,1 1 0,-1-1-1,0 0 1,0 1 0,0-1 0,1 0-1,-1 0 1,0 0 0,0 0 0,-1 0-1,2 0-1,-1 0-1,0 1 1,0-1-1,1 0 1,-1 0-1,0 0 1,0 0-1,1 1 0,-1-1 1,0 0-1,0 1 1,1-1-1,-1 0 1,0 1-1,1-1 1,-1 1-1,1-1 1,-1 1-1,1-1 1,-1 1-1,1-1 0,-1 1 1,1 0-1,-1-1 1,1 1-1,0 0 1,-1 0-1,1-1 1,0 1-1,0 0 1,-1-1-1,1 1 1,0 0-1,0 1 1,0-1-2,0 0 1,0 0 0,0-1 0,0 1-1,0 0 1,-1 0 0,1-1 0,0 1-1,0 0 1,-1 0 0,1-1 0,0 1-1,-1 0 1,1 0 0,-1-1 0,1 1-1,-1-1 1,1 1 0,-1 0 0,1-1-1,-1 1 1,0-1 0,0 1 0,0 0 2,0-1 0,1 1 0,-1-1 0,0 1 0,1 0 0,-1-1 1,1 1-1,-1 0 0,0-1 0,1 1 0,0 0 0,-1 0 0,1 0 1,-1-1-1,1 1 0,0 0 0,0 0 0,-1 0 0,1 0 0,0 0 0,0-1 1,0 1-1,0 1 0,-1 0-3,1-1-1,-1 0 1,0 0 0,0 0 0,0-1-1,0 1 1,0 0 0,0 0 0,0 0-1,0-1 1,0 1 0,0 0 0,0-1-1,-1 1 1,1-1 0,0 0 0,0 1-1,-1-1 1,-1 1 0,2-1 1,1 0 1,0 0 0,0 0 0,-1 0 0,1 0 0,0 0 0,0 0 0,0 0 0,-1 0 0,1 0 0,0 1 0,0-1 0,-1 0 0,1 0 0,0 0 0,0 0 0,0 1 0,0-1 0,-1 0 0,1 0 0,0 0 0,0 1 0,0-1 0,0 0 0,0 0 0,0 0 1,0 1-1,0-1 0,-1 0 0,1 0 0,0 1 0,0-1 0,0 0 0,0 0 0,0 1 0,0-1 0,0 0 0,0 0 0,1 1 0,-1-1 0,0 0 0,0 0 0,0 0 0,0 1 0,0-1 0,0 0 0,0 0 0,0 1 0,1-1 0,-1 0 0,0 0 0,0 0 0,0 0 0,0 1 0,1-1 0,-1 0 0,0 0 0,1 1 0,-1-1 0,1 0-1,-1 0 1,1 1 0,0-1-1,-1 0 1,1 0 0,-1 0-1,1 0 1,0 0 0,-1 0-1,1 0 1,-1 0 0,1 0-1,0 0 1,-1 0 0,1 0-1,-1 0 1,1 0 0,0 0-1,-1-1 1,1 1 0,-1 0-1,1 0 1,-1-1 0,1 1-1,-1 0 1,1-1 0,-1 1 0,1-1-1,219-176 16,-23 23-41,113-104 72,52-45-99,888-761 42,-513 532-20,-704 512 31,294-174-133,137-62 3,-316 174 36,-4-5 1,217-175-1,-225 138-2,-5-7 1,171-220-1,-255 309 118,-39 28 0,-7 10 12,-26 32 166,-45 28-71,3 3-1,-85 95 1,31-28-34,-610 564 37,-54 13-116,77-70 35,385-357-58,-377 247-1,617-463 13,33-22-10,-55 31 1,-282 171-12,379-235 15,1-1 0,-1 2 0,1-1-1,0 1 1,-9 9 0,7-5 3,0-1 0,0 0 1,0-1-1,-1 0 0,-13 8 0,18-12 2,4-4-4,1 1 0,-1-1 1,1 0-1,-1 1 0,1-1 1,0 0-1,-1 1 0,1-1 0,-1 1 1,1-1-1,0 1 0,0-1 1,-1 0-1,1 1 0,0 0 1,0-1-1,0 1 0,-1-1 1,1 1-1,0-1 0,0 1 1,0-1-1,0 1 0,0 0 1,-5 8-46,3-8 28,1-1 19,0 0 0,0 0 0,0 0 0,1 0 0,-1 0 0,0 0 1,0 0-1,0 1 0,0-1 0,1 0 0,-1 1 0,0-1 1,0 0-1,0 1 0,1-1 0,-1 1 0,0-1 0,1 1 0,-1 0 1,0-1-1,1 1 0,-1 0 0,1-1 0,-1 1 0,1 0 0,0 0 1,-1-1-1,1 1 0,-1 0 0,1 1 0,0-1 44,-4-1-150,-22 1 142,25-1-37,1-1-1,-1 1 1,0 0 0,0 1-1,1-1 1,-1 0-1,0 0 1,1 0 0,-1 0-1,0 0 1,1 1 0,-1-1-1,0 0 1,1 1-1,-1-1 1,1 0 0,-1 1-1,0-1 1,1 1 0,-1-1-1,1 1 1,-1-1-1,1 1 1,0-1 0,-1 1-1,1 0 1,0-1 0,-1 1-1,0 1 1,1-1-2,-1 0 1,0 1 0,0-1-1,0 0 1,0 0 0,0 0-1,-1 0 1,1 0-1,0 0 1,0 0 0,-1 0-1,1 0 1,-1-1 0,1 1-1,0-1 1,-1 1-1,1-1 1,-3 1 0,-15 7-25,-159 98 42,120-73-35,57-33 17,1 0 1,0 0 0,0 0 0,0 0-1,0 0 1,-1 0 0,1 0 0,0 0 0,0 0-1,0 0 1,0 0 0,-1 1 0,1-1 0,0 0-1,0 0 1,0 0 0,0 0 0,0 0 0,0 0-1,-1 1 1,1-1 0,0 0 0,0 0 0,0 0-1,0 0 1,0 0 0,0 1 0,0-1-1,0 0 1,0 0 0,0 0 0,0 0 0,0 1-1,0-1 1,0 0 0,0 0 0,0 0 0,0 0-1,0 1 1,0-1 0,0 0 0,0 0 0,0 0-1,0 0 1,0 1 0,0-1 0,0 0-1,0 0 1,0 0 0,0 0 0,1 0 0,-1 1-1,0-1 1,0 0 0,0 0 0,0 0 0,0 0-1,1 0 1,-1 0 0,0 0 0,0 1 0,0-1-1,0 0 1,0 0 0,1 0 0,-1 0 0,0 0-1,0 0 1,1 0 0,13-1-19,13-20 46,21-16-19,90-51 0,439-270-407,726-585 774,-24-35-823,-1114 857 416,-61 47 29,128-120-1,-85 54-37,266-194 0,-371 307 61,1 1 0,60-24-1,-68 28-32,-33 19 14,1 0 1,0 1-1,1 0 0,-1 0 1,0 0-1,1 0 0,-1 0 0,1 1 1,-1 0-1,1-1 0,0 1 1,6 0-1,-9 1-1,-1 0 0,1 0 0,0 0 0,-1 0 0,1 0 0,0-1 0,-1 1 0,1 0 0,-1 0 0,1 0 0,0 0 0,-1-1 0,1 1 0,-1 0 0,1-1 0,-1 1 0,1 0 0,-1-1 0,1 1 0,-1 0 0,1-1 0,-1 1 0,1-1 0,-1 1 0,0-1 0,1 1 0,-1-1 0,0 0 0,0 1 0,1-1 0,-1-1 0,0 2 0,0-1 0,1 1 1,-1-1-1,0 1 0,0-1 1,1 1-1,-1-1 0,0 1 1,0-1-1,1 1 0,-1 0 1,1-1-1,-1 1 0,0-1 1,1 1-1,-1 0 0,1-1 1,-1 1-1,1 0 0,-1-1 1,1 1-1,-1 0 0,1 0 1,-1 0-1,1 0 0,-1-1 1,1 1-1,-1 0 0,1 0 1,0 0-1,0 0 0,1 0 1,0-1-1,0 1 1,0-1-1,0 0 0,0 0 1,0 0-1,0 0 1,0 0-1,0 0 0,-1-1 1,1 1-1,0-1 1,-1 1-1,3-4 0,-2 3 2,-1 1 0,0-1 0,1 1 0,-1 0 0,1-1 0,0 1 0,-1 0 0,1 0 0,0 0 0,0 0 0,-1 0 0,1 0 0,0 0 0,3 0 0,-4 1-3,0 0 0,-1 0 0,1 0 0,-1 0 0,1-1 0,0 1 0,-1 0 0,1 0 0,-1-1 0,1 1 0,-1 0 0,1 0 0,-1-1 0,1 1 1,-1-1-1,0 1 0,1 0 0,-1-1 0,1 1 0,-1-1 0,0 1 0,1-1 0,-1 1 0,0-1 0,0 1 0,1-1 0,-1 1 0,0-2 0,0 2 1,0-1 0,1 1 1,-1-1-1,0 1 0,0-1 0,1 0 0,-1 1 0,0-1 0,1 1 0,-1 0 0,0-1 0,1 1 1,-1-1-1,1 1 0,-1-1 0,0 1 0,1 0 0,-1 0 0,1-1 0,-1 1 0,1 0 0,0-1 1,-1 1-1,1 0 0,-1 0 0,1 0 0,-1 0 0,2 0 0,8-11 14,-10 10-14,0 1 0,0 0-1,0-1 1,0 1 0,0 0-1,0 0 1,0-1 0,0 1 0,0 0-1,1 0 1,-1-1 0,0 1 0,0 0-1,0 0 1,0 0 0,1-1-1,-1 1 1,0 0 0,0 0 0,1 0-1,-1 0 1,0 0 0,0-1-1,1 1 1,-1 0 0,0 0 0,0 0-1,1 0 1,-1 0 0,0 0-1,0 0 1,1 0 0,-1 0 0,0 0-1,0 0 1,1 0 0,-1 0-1,0 0 1,1 0 0,-1 0 0,0 0-1,0 0 1,1 0 0,-1 1 0,0-1-1,0 0 1,1 0 0,-1 0-1,0 1 1,-6 5-45,-71 46-41,61-42 108,1 1 0,0 0 0,-16 16 1,-20 16 38,-479 349 410,-301 228-487,-163 250 48,842-724-22,-355 325 4,354-342-16,-247 160 0,-6-22-48,215-135 86,186-129-35,1 0 2,-1 0 0,0 0 0,1 0 0,0 1 0,0-1 0,0 1 0,-5 6 1,8-8-5,0 0 1,0 0 0,0-1-1,0 1 1,-1-1 0,1 1-1,0-1 1,-1 0 0,1 1 0,-1-1-1,0 0 1,1 0 0,-1 0-1,0 0 1,0 0 0,0-1-1,1 1 1,-4 0 0,-6 4-1,-87 69-48,97-74 50,1 0-1,-1 0 0,1 1 1,0-1-1,-1 0 1,1 1-1,0-1 0,-1 1 1,1-1-1,0 0 1,0 1-1,-1-1 0,1 1 1,0-1-1,0 1 1,0-1-1,-1 1 1,1-1-1,0 1 0,0-1 1,0 1-1,0-1 1,0 1-1,0-1 0,0 1 1,0-1-1,0 1 1,0-1-1,1 1 0,-1 0 1,5-7 0,1 0 0,-1 0 0,1 1-1,1 0 1,-1 0 0,1 0 0,-1 1 0,14-6 0,715-433-5,-149 25-44,-259 176 55,172-120-605,676-468 480,-608 440 152,-29-39 68,-347 254-114,-133 133 16,-57 41-3,1 0-1,-1 0 1,1-1 0,-1 1-1,1 0 1,-1 0-1,1 0 1,0 1 0,-1-1-1,1 0 1,0 1-1,-1-1 1,1 1 0,0-1-1,0 1 1,0 0-1,0 0 1,-1 0 0,4 0-1,-3 0 39,-26 6-147,3 12 69,1 2 31,-18 4 4,22-14 4,0 0-1,-23 20 1,-118 97 157,34-30-40,-1139 1026 357,82-95-489,1036-907 16,-422 290 20,329-272-45,199-112 34,9-17-19,9 1 30,26-13-22,0 0 0,-1-1 0,1 0-1,-1 0 1,0 0 0,0-1 0,8-6 0,-9 6 11,206-133-26,-38 26-45,24-8 97,-70 45-49,150-80 2,-59 35 11,1607-991-822,-1368 795 918,-380 261-75,217-168 53,-56 41-61,-198 150 2,45-45-1,-57 56-48,-25 10 21,-2 7 0,-4 4-3,1-1 11,-1 1 0,1 0 0,-1 0 0,1 0 0,-1 0 0,1 1 0,0-1 0,-1 1 0,1 0 0,0 0 0,0 0 0,-3 3 0,-18 11-41,-140 74 11,-100 91 223,56-36 129,-39 37-14,57-39-309,-1777 1336 58,1335-942-21,631-536-31,-207 190-45,176-155 78,30-34-32,1 1-1,-1-1 1,0 1 0,0-1-1,0 0 1,0 0-1,-1 0 1,1 0 0,-1 0-1,1 0 1,-1-1 0,-2 2-1,-2 3-6,26-10 13,95-93-28,484-266-28,-579 353 53,701-370-19,-125 69-224,-314 159 104,508-292-17,-710 396 118,276-189 38,-337 220 12,11-7-29,-27 24 33,0 1 50,-12 4-57,-28 11 87,2 1 0,0 2 0,-34 25 1,-20 10-36,-287 184-44,132-78-14,-916 624 17,913-611-34,-328 216 2,561-378-2,12-10 12,1 1 0,0 0 0,-1 0 0,1-1-1,-1 0 1,1 1 0,-1-1 0,0 0 0,0 0 0,0 0 0,1-1 0,-1 1-1,0-1 1,-4 1 0,44-28-18,-13 4 24,-15 13-14,1 1 0,0 0 0,14-9 0,506-282-27,-492 282 33,881-396-90,376-206-145,-1029 473 206,-206 110 7,87-69 0,-102 72-36,-20 19 68,-23 14-6,0 0-1,-1 0 1,1 0-1,0 0 1,-1 0-1,1 0 1,0 0-1,-1 0 1,0-1-1,1 1 1,-1-1 0,0 1-1,0-1 1,2-2-1,-1 1-29,-2 3 28,0 1 0,0-1-1,0 1 1,0 0 0,1-1 0,-1 1-1,0-1 1,0 1 0,0 0-1,0-1 1,0 1 0,0-1 0,-1 1-1,1 0 1,0-1 0,0 1 0,0-1-1,0 1 1,-1-1 0,1 1 0,0-1-1,-1 1 1,1-1 0,0 1-1,-1-1 1,1 1 0,0-1 0,-1 1-1,0 0 1,-193 152 159,-382 290-54,347-279-74,-367 241-10,387-267 3,-154 96-21,-182 97-50,512-311 46,-1-2 4,26-16-11,17-8-27,1 0 34,0 0 0,0 0-1,-1-2 1,15-13 0,-12 11-2,0 0-1,24-16 0,534-245-189,24 47-33,-292 113 319,-226 82-98,422-166 235,-345 127-276,171-103 0,-79 33-18,-82 51 69,-97 54-12,-63 32 11,0 0 0,0 0 0,1 0 0,-1 1 0,0-1 0,0 1 0,1 0 0,-1 0-1,5 1 1,1-1 5,-8 0 25,-7 2-14,-4 2-26,0 1 0,0 0 0,1 1 0,0 0-1,0 0 1,-10 10 0,-38 25-71,-201 119-71,133-80 122,-183 117 81,-235 144 193,369-234-194,-237 132 22,291-170-117,114-61 23,2-2 40,-3-5-15,6-1-9,1 0 0,-1-1 0,1 1 0,-1 0 0,0 0 1,1 0-1,-1 0 0,1 0 0,-1 0 0,1 0 0,-1 0 1,1 1-1,-1-1 0,1 0 0,-1 0 0,1 0 1,-1 0-1,1 1 0,-1-1 0,1 0 0,0 1 0,-1-1 1,1 0-1,-1 1 0,1-1 0,0 0 0,-1 1 1,1-1-1,0 1 0,-1-1 0,1 0 0,0 1 0,0-1 1,-1 1-1,1-1 0,0 1 0,0-1 0,0 1 1,0-1-1,0 2 0,0-1 34,-4-1-56,1 1 22,-1 0-1,1 0 0,-1 0 1,1 0-1,0 1 0,-1 0 0,1-1 1,0 1-1,0 0 0,0 0 0,0 1 1,1-1-1,-1 1 0,1-1 1,-1 1-1,1 0 0,0 0 0,-3 6 1,-27 26 28,-174 104-13,176-102-689,23-34 736,5-3-34,0 1 1,0-1-1,0 1 1,0-1-1,1 1 1,-1 0-1,0 0 1,0 0-1,0 0 1,1 0-1,-1 1 1,1-1-1,-1 0 1,1 1-1,-1-1 1,1 1-1,0-1 1,-2 3-1,3-2-4,5-2-36,0-1 10,-1 0-1,1 0 1,0 0 0,-1 0-1,1 0 1,-1-1 0,1 0-1,-1 0 1,0 0 0,0-1-1,6-3 1,23-13 15,1035-409-503,-795 318 500,-215 92-7,-48 16 8,1-1 1,-1 0-1,1-1 0,14-8 0,-16 6 3,-7 5-7,1 0-1,-1-1 1,0 1 0,0 0-1,0 0 1,1 0-1,-1 0 1,0 1 0,1-1-1,-1 0 1,1 1 0,-1 0-1,5 0 1,-6-7-33,2 3 19,-9 6-14,-237 129 195,-202 128-96,385-226-105,60-33 26,-1 0 0,1 0 0,0 0-1,-1 0 1,1 1 0,0-1 0,-1 0 0,1 0-1,0 0 1,0 0 0,-1 0 0,1 1 0,0-1-1,0 0 1,-1 0 0,1 0 0,0 1 0,0-1-1,0 0 1,-1 0 0,1 1 0,0-1-1,0 0 1,0 0 0,0 1 0,0-1 0,-1 0-1,1 0 1,0 1 0,0-1 0,0 0 0,0 1-1,0-1 1,0 0 0,0 1 0,0-1 0,0 0-1,0 1 1,0-1 0,0 0 0,1 1 0,-1-1-1,0 0 1,0 0 0,0 1 0,0-1 0,0 0-1,1 0 1,-1 0 0,0 0 0,0 0 0,0 0 0,0 0-1,1 0 1,-1 0 0,0 1 0,0-1 0,0 0-1,1 0 1,-1 0 0,0 0 0,0 0 0,0 0-1,0 0 1,1 0 0,-1 0 0,0 0 0,0 0-1,0 0 1,1-1 0,-1 1 0,0 0 0,0 0-1,0 0 1,0 0 0,1 0 0,-1 0 0,0 0 0,0 0-1,0-1 1,0 1 0,0 0 0,1 0 0,-1 0-1,0 0 1,0 0 0,0-1 0,0 1 0,0 0-1,0 0 1,0 0 0,0-1 0,3-6-1,-3 7 2,0-1 0,0 0 0,0 1 0,0-1 0,1 1-1,-1-1 1,0 1 0,0-1 0,1 1 0,-1-1 0,0 1 0,1-1-1,-1 1 1,0-1 0,1 1 0,-1 0 0,1-1 0,-1 1 0,1 0 0,-1-1-1,1 1 1,-1 0 0,1 0 0,-1-1 0,1 1 0,-1 0 0,1 0-1,-1 0 1,1 0 0,0 0 0,-1-1 0,1 1 0,-1 0 0,1 0-1,-1 1 1,1-1 0,0 0 0,-1 0 0,1 0 0,0 0-1,0 0 1,0 1 0,0-2-1,0 1 1,0 0-1,0 0 1,0 0-1,0 0 1,0-1-1,-1 1 1,1 0-1,0-1 1,0 1-1,0-1 1,0 1-1,0-1 1,-1 1 0,1-1-1,0 0 1,0 0-1,0 0-1,0 0 0,0 0 0,0 1 1,-1-1-1,1 1 0,0-1 0,0 0 0,0 1 0,0-1 0,0 1 0,0 0 0,0-1 0,0 1 1,0 0-1,0 0 0,1-1 0,-1 1 0,0 0 0,1 0 0,5-1-9,-1 0 0,0-1 0,0-1 0,-1 1 1,1-1-1,0 1 0,-1-2 0,6-3 0,13-7-18,141-59 5,239-64 151,-261 94-323,333-94-208,306-104 298,-590 179-3445,-90 31-6739,-71 27 4227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0T14:06:06.048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482 429 11793,'0'0'8144,"1"-20"-3917,24-4-2723,-4 6-944,6-10 679,1 3 0,62-45 1,-36 30-752,-4 3-552,1 3 0,85-42-1,-121 69 208,0 2-1,27-7 0,7-3-115,-45 13-25,1 1 0,-1 0 0,0 0 0,0 1 0,1-1 1,-1 1-1,7 0 0,14-1 15,-12-2-17,-1 0 0,1 1 0,-1 1 0,1 0 0,0 1 0,23 2 0,-29-1-1,-1 1 1,1-1-1,0 1 0,0 1 1,-1-1-1,1 1 0,-1 0 1,0 1-1,0-1 0,0 1 1,0 0-1,-1 1 0,0 0 0,6 6 1,-2-1 8,0 1 0,-1 1 0,0-1 0,-1 1 0,-1 1 0,0-1 0,0 1 0,-2 0 0,1 1 0,4 24 0,-4 1 34,-2 1-1,-2 57 1,-1-50-30,0-45-8,-1 0 0,1 0-1,0 0 1,-1 0 0,1 0-1,-1-1 1,1 1 0,-1 0-1,0 0 1,1-1 0,-1 1-1,0 0 1,0-1 0,-1 1-1,1-1 1,0 1 0,-2 0-1,2 0-1,0-1-1,-1 0 1,1 1 0,0-1-1,0 1 1,0 0-1,0-1 1,0 1-1,1 0 1,-1-1-1,0 1 1,1 0-1,-1 0 1,1 0 0,0 0-1,-1 0 1,1 1-1,0-1 1,0 0-1,0 0 1,0 0-1,-1 0 0,1-1 1,-1 1-1,1 0 1,-1 0-1,1-1 1,-1 1-1,0 0 1,0-1-1,0 1 1,0-1-1,0 1 0,0-1 1,-1 1-1,-1 1 1,-6 7-6,-27 32-1,-4 0 12,-1-3 1,-53 39-1,-215 138 9,294-206-10,-24 10-44,33-19 40,0 2 0,0-1 0,0 1 0,1 0 1,-1 0-1,1 0 0,0 1 0,0 0 0,0 0 1,0 0-1,1 0 0,-1 1 0,1 0 0,-4 6 1,7-8-4,0 0 1,0 0 0,-1 0 0,0 0 0,0 0 0,0-1 0,0 1-1,0-1 1,0 1 0,0-1 0,-1 0 0,0 0 0,-3 3 0,-21 16 30,-52 51-57,78-71 27,0 0 0,1 0 0,-1 1 0,0-1 1,0 0-1,1 0 0,-1 1 0,1-1 0,-1 0 0,1 1 0,0-1 1,-1 1-1,1-1 0,0 0 0,0 1 0,0-1 0,0 1 0,0 2 1,0-1 0,0 0 1,0 0 0,0 0 0,-1 0 0,1 0 0,-1 0 0,0 0 0,0 0-1,0 0 1,0 0 0,-1 0 0,1-1 0,-1 1 0,0-1 0,0 1 0,0-1 0,0 1-1,0-1 1,0 0 0,-4 3 0,-4 5-1,-6 16-2,-1-12-19,13-11 19,1-1 1,-1 0-1,1 1 0,0 0 1,0 0-1,0 0 0,1 0 1,-1 0-1,1 1 0,0-1 1,0 1-1,-2 3 0,3-4 3,0 1-1,0-1 1,-1 0-1,1 0 0,-1-1 1,0 1-1,0 0 1,1 0-1,-2-1 1,1 1-1,0-1 1,-1 0-1,-2 3 0,-10 9 1,-1 7-5,13-16 6,-1 0 0,1-1 0,-1 0 0,0 1-1,0-2 1,-10 8 0,10-8-4,0 1 0,1-1 0,-1 1 1,1 0-1,-1 0 0,1 0 0,1 1 1,-5 8-1,6-11 1,0-1 0,1 1 0,-1 0 0,0 0 0,0 0 0,0-1 0,0 1 0,0-1 0,0 1 0,-1-1 0,1 1 0,-1-1 0,1 0 0,-1 1 0,1-1 0,-1 0 0,1 0 0,-1 0 0,0 0 0,0 0 0,0-1 0,1 1 0,-1-1 0,-3 1 0,-11-10-23,14 10 23,1-1 1,-1 1-1,0-1 0,0 1 1,0-1-1,1 1 0,-1 0 1,0 0-1,1 0 0,-1 0 1,1 0-1,-1 0 1,1 0-1,0 1 0,-1-1 1,1 0-1,0 1 0,0-1 1,0 1-1,0-1 0,0 1 1,-2 3-1,1-1 1,0 0 1,-1 0-1,1-1 0,-1 1 0,0-1 1,-1 1-1,1-1 0,0 0 0,-1 0 0,0-1 1,1 1-1,-1-1 0,-4 2 0,1 0-3,0 1 0,1 0 0,0 0-1,0 0 1,0 1 0,0 0 0,-8 12 0,-40 58 38,54-75-35,-17 18 35,13-15-41,1-1 1,-1 1-1,1 1 0,-1-1 1,1 0-1,0 1 1,1-1-1,-1 1 0,1 0 1,-2 7-1,4-10 6,-1-1-1,1 0 1,0 1 0,0-1 0,0 0-1,-1 1 1,1-1 0,-1 0-1,1 1 1,-1-1 0,1 0 0,-1 0-1,0 0 1,0 1 0,0-1 0,1 0-1,-1 0 1,0 0 0,0 0-1,0-1 1,-1 1 0,1 0 0,0 0-1,-1 0 1,0 0-2,1 0 1,0 0-1,-1 0 1,1 0-1,0 0 0,0 0 1,-1 0-1,1 0 1,0 0-1,0 1 1,1-1-1,-1 0 0,0 1 1,0-1-1,0 1 1,1-1-1,-1 1 0,1-1 1,0 1-1,-1 0 1,1-1-1,0 1 0,0-1 1,0 3-1,-1-2-1,0-1 0,1 1 0,-1 0 0,0-1-1,0 1 1,0-1 0,0 0 0,0 1 0,-1-1 0,1 0 0,0 1-1,-1-1 1,-2 1 0,39-31 7,8-4 3,-38 28-11,0 0 0,0 1 0,1 0 0,0 0 1,-1 0-1,2 0 0,6-2 0,-2 1 6,0 1 1,0-2-1,15-10 0,22-10 0,74-18 11,-58 37-48,-58 6 25,4-3 9,0 1 0,0 0 0,0 1 0,1 0-1,-1 1 1,21 0 0,18 1 12,-2-2-15,1 2-1,0 2 0,-1 3 0,1 1 0,50 15 1,-49-7 1,-31-10 6,-1 2 0,1 0 0,-1 1 0,19 10 0,12 6 14,1-2 0,56 16 0,-53-19-14,-10-6 4,0-3 0,1-2 0,0-1 0,0-2 0,78-4 0,-116 0-4,33-7-3,-34 5 7,0 0 0,1 1 0,-1 0 0,0 0 1,1 0-1,-1 1 0,6-1 0,-10 1-5,1 0 0,-1 0-1,1 0 1,-1 0 0,0 0-1,1-1 1,-1 1 0,1 0-1,-1 0 1,1-1 0,-1 1 0,0 0-1,1-1 1,-1 1 0,0 0-1,1-1 1,-1 1 0,0-1-1,1 1 1,-1 0 0,0-1-1,0 1 1,0-1 0,1 1-1,-1-1 1,0 1 0,0-1 0,0 1-1,0-1 1,0 1 0,0-1-1,0 0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0T14:06:06.049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0 54 10401,'1'0'187,"0"0"-1,0 0 1,0 0 0,0 0 0,0-1-1,0 1 1,0 0 0,0 0 0,0-1-1,6-3 1308,-5 2-1307,-1 1-127,-1 0 0,1 1-1,0-1 1,0 0 0,0 1-1,-1-1 1,1 1 0,0-1-1,0 1 1,0-1 0,0 1 0,0 0-1,0 0 1,0-1 0,0 1-1,0 0 1,0 0 0,2 0-1,-2 0-1,-1 0-1,1 0 0,-1 0 1,1 0-1,0 0 0,-1 0 1,1-1-1,-1 1 0,1 0 1,-1 0-1,1 0 0,-1-1 1,1 1-1,-1 0 0,1-1 1,-1 1-1,1 0 0,-1-1 1,1 1-1,-1-1 0,0 1 1,1-1-1,-1 1 0,0 0 1,1-1-1,-1 0 0,0 1 1,1-1-1,-1 1 1,0-2-1,0 2 0,0-1 1,1 1-1,-1-1 1,0 0-1,0 1 1,1-1-1,-1 1 1,0-1-1,1 1 1,-1-1-1,0 1 0,1 0 1,-1-1-1,1 1 1,-1-1-1,1 1 1,-1 0-1,1-1 1,-1 1-1,1 0 1,-1 0-1,1-1 1,-1 1-1,1 0 1,-1 0-1,1 0 1,0 0-1,-1 0 0,1 0 1,0 0-1,36-16 3396,-36 16-3312,0 0 0,0 0 0,0 1 0,0-1-1,0 1 1,0-1 0,0 1 0,0-1 0,0 1 0,0 0-1,0-1 1,0 1 0,0 0 0,0 0 0,0 0 0,-1 0-1,1 0 1,0 0 0,-1 0 0,1 0 0,-1 0-1,1 0 1,-1 0 0,1 0 0,-1 0 0,0 0 0,1 0-1,-1 0 1,0 1 0,0-1 0,0 0 0,0 2-1,-1 53-223,0-35-26,1-13 171,-1-1-1,0 1 0,0-1 1,-1 1-1,0-1 0,-5 12 1,4-12-61,1 0 0,-1 1 0,1-1 0,1 0 0,0 1 0,-1 12 0,3 16 30,0-22-269,0 1 0,-2-1-1,1 0 1,-2 0 0,-3 17 0,-4-5-812,6-20 509,1 0 1,0 0-1,0 0 1,0 0-1,1 1 1,0-1-1,-1 11 1,4 4-1465,-1-16 1464,0 1 1,-1-1 0,0 0-1,0 0 1,0 0 0,0 0-1,-1 0 1,0 1 0,0-1-1,0 0 1,-3 7 0,-20 10-3885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0T14:06:06.050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1 123 5280,'0'-3'5586,"0"-12"-3469,1 12-1993,0 1 1,1 0-1,-1-1 1,1 1-1,0 0 1,0 0-1,-1 0 1,1 0-1,0 0 1,0 1 0,1-1-1,-1 1 1,0-1-1,1 1 1,-1 0-1,0 0 1,1 0-1,0 0 1,-1 0 0,5 0-1,-4 1-30,-1 0 0,1-1 0,0 1 0,-1-1 0,1 1 0,-1-1 0,0 0 1,1 0-1,-1 0 0,0 0 0,4-3 0,-4 3-12,0 0 1,1-1 0,-1 1-1,1 0 1,-1 0-1,1 0 1,-1 1 0,1-1-1,-1 0 1,1 1 0,4 0-1,-1-1 141,1 1 0,0-1 0,-1 0-1,1-1 1,0 0 0,6-2 0,-7 1-52,0 1 1,0 1-1,0-1 1,0 1-1,0 0 0,7 0 1,19 1 415,-1-1 0,0-2 0,47-10 0,-49 8-367,-1 3-1,1 0 1,-1 1 0,31 4-1,14 0-101,-39-3-275,-12-2-91,1 2 1,-1 1-1,0 1 0,0 0 0,40 11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0T14:06:06.051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105 91 4432,'38'-21'6448,"9"-28"-3303,-39 43-2693,16-7 1174,0 11 2224,-23 35-160,-1-31-3649,0 1 1,0-1-1,-1 0 1,1 0-1,-1 0 1,0 0-1,1 0 1,-1 0-1,0 0 1,0 0-1,-1 0 1,1 0-1,0 0 1,-3 2-1,-6 11 178,-26 49 67,22-27-254,-18 5-36,18 2 4,-11 3 3,12 0 7,-12-4-14,12 0-13,3-20 11,3-11 9,1 1 0,1 0 0,0 0 0,1 1 0,0 0 1,1 0-1,0-1 0,0 22 0,3-34-4,0 1 1,-1-1-1,1 0 1,0 1-1,0-1 1,1 1-1,-1-1 1,0 0-1,0 1 1,1-1-1,-1 0 1,1 0-1,-1 1 1,1-1-1,-1 0 1,1 0-1,0 0 1,0 1-1,-1-1 1,1 0-1,2 1 1,26 2-10,-21-4 9,-6 0 0,1 0-1,-1-1 1,0 1 0,0 0 0,0-1 0,0 0 0,0 1 0,0-1 0,0 0 0,0 0 0,0 0-1,-1 0 1,1 0 0,0-1 0,2-1 0,21-13 3,-15 11 0,-7 3-2,1 0 1,0 0 0,-1 1-1,1-1 1,0 1-1,0 0 1,0 0-1,0 1 1,7-1 0,103-15 11,-58 20-2056,-53-3 1417,0-1-1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0T14:06:06.052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1 112 4556,'0'-72'9048,"0"70"-8958,0 1 0,0-1 0,1 1 0,-1-1 0,0 1-1,1-1 1,-1 1 0,1 0 0,0-1 0,-1 1 0,1 0 0,0 0 0,0-1 0,0 1 0,0 0 0,0 0 0,0 0 0,0 0 0,0 0-1,0 0 1,1 0 0,-1 1 0,0-1 0,1 0 0,-1 1 0,0-1 0,1 1 0,2-1 0,4-1 169,0 0 1,0 0 0,1 1-1,-1 1 1,10 0 0,30 3 292,1 2 0,-1 2 0,61 17 1,6 1-480,-94-19-1163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0T14:06:06.053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59 4852,'0'-21'4944,"1"-17"1842,34 50-4107,4 2-1265,103 11-333,-71-12-1802,1-1-3808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0T14:06:06.054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133 171 6345,'21'-18'8686,"-21"20"-8511,1 0 0,-1 0-1,1 0 1,-1-1 0,0 1 0,0 0 0,0 0-1,0 0 1,0 0 0,0 0 0,-1 0 0,1-1-1,0 1 1,-1 0 0,0 0 0,1 0 0,-1-1-1,0 1 1,0 0 0,-1 1 0,-6 8-38,6-8-118,1-1 0,-1 1 0,0 0 0,1 0 0,-1 0 0,1-1 0,0 1 0,0 1 0,0-1 0,0 0 0,1 0 0,-1 0 0,1 0 0,0 4 0,0-3-12,-1 1 0,1-1 0,-1 0 0,0 1 0,0-1 0,-1 0 0,1 0 1,-1 0-1,0 0 0,0 0 0,-5 7 0,-5 11-19,-13 55 28,11-26-21,5-29-5,6-17 10,1 1 1,0-1 0,0 1 0,1-1 0,-1 1 0,1 0-1,0 0 1,0 6 0,1-7 1,0 0-1,-1 1 1,0-1-1,0 0 1,0 1 0,-1-1-1,0 0 1,-4 7-1,4-6 0,0-1-1,0 0 1,0 0-1,0 1 0,1-1 1,0 1-1,0-1 1,0 10-1,10-18-6,1-11-18,-1 1 0,14-28 0,0 0-85,90-160-554,-55 94 96,38-80 352,-94 182 216,0 1 0,0-1 0,1 0 1,0 1-1,0 0 0,0 0 0,7-8 0,-9 13 17,0 0 1,-1-1-1,1 1 0,0 0 0,-1-1 0,1 1 0,0 0 1,-1 0-1,1 0 0,-1 0 0,0-1 0,1 1 0,-1 0 0,0 0 1,1 0-1,-1 0 0,0 0 0,0 0 0,0 0 0,0 0 1,0 0-1,0 0 0,0 1 0,1 32 160,-1-30-147,0 32 9,1 0 0,2-1 0,1 1 0,2-1 0,16 51 0,-6-33-29,-12-38-6,0-1 0,1 1 0,0-1 0,1 0 1,11 18-1,-14-28-7,0-1 0,0 1 0,0-1 0,0 1 0,1-1 0,0 0 0,-1 0 0,1-1 0,0 1 0,0-1 0,0 0 0,1 0 0,-1 0 0,1 0 0,-1-1 0,1 0 0,-1 0 0,1 0 0,0-1 0,-1 1 0,9-1 0,-10-1-32,1 0-1,-1 0 1,0 0-1,0 0 1,0 0-1,0-1 1,0 1-1,0-1 1,0 0-1,0 0 1,-1 0-1,1 0 1,-1 0-1,4-5 1,37-45-418,-30 35 348,11-17 7,-1-1 0,-2-1-1,23-53 1,-13 24 159,-28 60 78,-1 1 0,1-1 0,0 1 0,0 0 0,0 0 0,0 0 0,6-4 0,-9 11-8,-1-1 0,1 1-1,0 0 1,-1 0 0,1 0 0,-1 0-1,0-1 1,0 1 0,0 0 0,0-1-1,-1 1 1,1 0 0,-4 3 0,3-4-83,1 0-1,-1 1 1,1-1 0,0 0 0,0 1 0,0-1 0,0 1 0,0-1 0,0 1-1,1 0 1,-1-1 0,1 1 0,-1 4 0,1-2-49,0-1 0,-1 1 1,0-1-1,0 1 0,0-1 0,-1 0 1,1 1-1,-1-1 0,-3 4 0,3-4 82,0 1 0,0-1 0,0 1-1,1-1 1,-1 1 0,1 0 0,0 0-1,1-1 1,-1 7 0,0-4-65,1 1 1,-1-1-1,-1 1 0,1-1 1,-1 1-1,-5 11 0,4-12-14,0 0-1,1 0 0,0 0 1,1 1-1,-1-1 1,0 14-1,2-11-1,-1 0 0,0 1 0,-1-1 0,-1 0-1,-4 14 1,4-15 3,0 1-1,0 0 0,1 1 0,1-1 0,-1 14 1,4 28-33,0-37 31,-1 1-1,0 0 1,-2-1 0,0 1 0,0-1-1,-7 25 1,1-21-25,4-11-273,0-1 0,1 1 0,-1 0-1,2 0 1,-1 0 0,1 0 0,0 13 0,0-11-1170,3 9-706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0T14:06:06.055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99 210 5465,'6'1'8056,"6"4"-6624,-11 1-860,0 0 0,0 0 0,0 0-1,-1 0 1,1 0 0,-2 0 0,-1 12-1,1 1 220,1-15-664,0 0-1,-1 0 1,1 0 0,-1 0 0,0 0-1,0 0 1,-1 0 0,1-1 0,-1 1 0,-3 5-1,3-6-61,0 1 0,0 0 0,1-1 0,-1 1-1,1 0 1,0 0 0,0 0 0,0 0 0,1 0 0,-1 6-1,0 1-35,0 1 0,-1-1 0,0 0 0,-1 0 0,-1 0-1,-5 14 1,-2 5-25,-37 89-52,46-109 43,0 1-1,0-1 1,1 1 0,0 0 0,1 0 0,0-1 0,2 15 0,0 12-340,-1-46-296,1 3 606,0 0 0,0 1-1,1-1 1,-1 0 0,1 1 0,1-1 0,-1 1-1,7-8 1,15-26-105,39-87-809,25-55 629,4-17 276,-27 71 144,-47 98 98,-12 29 116,-5 18-52,-2 11-180,-1 80 76,5 0 0,22 138-1,13-25-161,-31-177-1005,2 24-3720,-10-23-2921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0-10T14:06:06.056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1 8065,'0'0'7500,"9"0"-6784,10 0 17,9 0-529,1 0-168,9 5-12,0-5 4,-1 0-64,1 5 36,-9-5-796,-1 0-1325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4E1265-B4C2-4B4E-9093-0F460463E8A0}" type="datetimeFigureOut">
              <a:rPr lang="uk-UA" smtClean="0"/>
              <a:t>13.10.2024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61669B-C630-4238-9FEB-C1887DF66A8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05368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61669B-C630-4238-9FEB-C1887DF66A83}" type="slidenum">
              <a:rPr lang="uk-UA" smtClean="0"/>
              <a:t>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8013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ий слайд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911CF-EC68-4DD7-89DB-9D5445CDC1BB}" type="datetimeFigureOut">
              <a:rPr lang="uk-UA" smtClean="0"/>
              <a:t>13.10.2024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3D41E-E502-4742-BABF-3110D6FF21B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6772685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911CF-EC68-4DD7-89DB-9D5445CDC1BB}" type="datetimeFigureOut">
              <a:rPr lang="uk-UA" smtClean="0"/>
              <a:t>13.10.2024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3D41E-E502-4742-BABF-3110D6FF21B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07567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Назва розділу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86911CF-EC68-4DD7-89DB-9D5445CDC1BB}" type="datetimeFigureOut">
              <a:rPr lang="uk-UA" smtClean="0"/>
              <a:t>13.10.2024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673D41E-E502-4742-BABF-3110D6FF21B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1999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911CF-EC68-4DD7-89DB-9D5445CDC1BB}" type="datetimeFigureOut">
              <a:rPr lang="uk-UA" smtClean="0"/>
              <a:t>13.10.2024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3D41E-E502-4742-BABF-3110D6FF21B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20263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911CF-EC68-4DD7-89DB-9D5445CDC1BB}" type="datetimeFigureOut">
              <a:rPr lang="uk-UA" smtClean="0"/>
              <a:t>13.10.2024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3D41E-E502-4742-BABF-3110D6FF21B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93215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911CF-EC68-4DD7-89DB-9D5445CDC1BB}" type="datetimeFigureOut">
              <a:rPr lang="uk-UA" smtClean="0"/>
              <a:t>13.10.2024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3D41E-E502-4742-BABF-3110D6FF21B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570072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911CF-EC68-4DD7-89DB-9D5445CDC1BB}" type="datetimeFigureOut">
              <a:rPr lang="uk-UA" smtClean="0"/>
              <a:t>13.10.2024</a:t>
            </a:fld>
            <a:endParaRPr lang="uk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3D41E-E502-4742-BABF-3110D6FF21B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43194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911CF-EC68-4DD7-89DB-9D5445CDC1BB}" type="datetimeFigureOut">
              <a:rPr lang="uk-UA" smtClean="0"/>
              <a:t>13.10.2024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3D41E-E502-4742-BABF-3110D6FF21B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836847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911CF-EC68-4DD7-89DB-9D5445CDC1BB}" type="datetimeFigureOut">
              <a:rPr lang="uk-UA" smtClean="0"/>
              <a:t>13.10.2024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3D41E-E502-4742-BABF-3110D6FF21B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38049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911CF-EC68-4DD7-89DB-9D5445CDC1BB}" type="datetimeFigureOut">
              <a:rPr lang="uk-UA" smtClean="0"/>
              <a:t>13.10.2024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3D41E-E502-4742-BABF-3110D6FF21B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4477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B86911CF-EC68-4DD7-89DB-9D5445CDC1BB}" type="datetimeFigureOut">
              <a:rPr lang="uk-UA" smtClean="0"/>
              <a:t>13.10.2024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7673D41E-E502-4742-BABF-3110D6FF21B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99493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B86911CF-EC68-4DD7-89DB-9D5445CDC1BB}" type="datetimeFigureOut">
              <a:rPr lang="uk-UA" smtClean="0"/>
              <a:t>13.10.2024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7673D41E-E502-4742-BABF-3110D6FF21B4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658327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79" r:id="rId1"/>
    <p:sldLayoutId id="2147483880" r:id="rId2"/>
    <p:sldLayoutId id="2147483881" r:id="rId3"/>
    <p:sldLayoutId id="2147483882" r:id="rId4"/>
    <p:sldLayoutId id="2147483883" r:id="rId5"/>
    <p:sldLayoutId id="2147483884" r:id="rId6"/>
    <p:sldLayoutId id="2147483885" r:id="rId7"/>
    <p:sldLayoutId id="2147483886" r:id="rId8"/>
    <p:sldLayoutId id="2147483887" r:id="rId9"/>
    <p:sldLayoutId id="2147483888" r:id="rId10"/>
    <p:sldLayoutId id="214748388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3.jpe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11" Type="http://schemas.microsoft.com/office/2007/relationships/hdphoto" Target="../media/hdphoto1.wdp"/><Relationship Id="rId5" Type="http://schemas.openxmlformats.org/officeDocument/2006/relationships/image" Target="../media/image4.png"/><Relationship Id="rId10" Type="http://schemas.openxmlformats.org/officeDocument/2006/relationships/image" Target="../media/image7.png"/><Relationship Id="rId4" Type="http://schemas.openxmlformats.org/officeDocument/2006/relationships/customXml" Target="../ink/ink1.xml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13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16.jpe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0.xml"/><Relationship Id="rId3" Type="http://schemas.openxmlformats.org/officeDocument/2006/relationships/diagramLayout" Target="../diagrams/layout9.xml"/><Relationship Id="rId7" Type="http://schemas.openxmlformats.org/officeDocument/2006/relationships/diagramData" Target="../diagrams/data10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9.xml"/><Relationship Id="rId11" Type="http://schemas.microsoft.com/office/2007/relationships/diagramDrawing" Target="../diagrams/drawing10.xml"/><Relationship Id="rId5" Type="http://schemas.openxmlformats.org/officeDocument/2006/relationships/diagramColors" Target="../diagrams/colors9.xml"/><Relationship Id="rId10" Type="http://schemas.openxmlformats.org/officeDocument/2006/relationships/diagramColors" Target="../diagrams/colors10.xml"/><Relationship Id="rId4" Type="http://schemas.openxmlformats.org/officeDocument/2006/relationships/diagramQuickStyle" Target="../diagrams/quickStyle9.xml"/><Relationship Id="rId9" Type="http://schemas.openxmlformats.org/officeDocument/2006/relationships/diagramQuickStyle" Target="../diagrams/quickStyle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3.xml"/><Relationship Id="rId3" Type="http://schemas.openxmlformats.org/officeDocument/2006/relationships/diagramLayout" Target="../diagrams/layout12.xml"/><Relationship Id="rId7" Type="http://schemas.openxmlformats.org/officeDocument/2006/relationships/diagramData" Target="../diagrams/data13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2.xml"/><Relationship Id="rId11" Type="http://schemas.microsoft.com/office/2007/relationships/diagramDrawing" Target="../diagrams/drawing13.xml"/><Relationship Id="rId5" Type="http://schemas.openxmlformats.org/officeDocument/2006/relationships/diagramColors" Target="../diagrams/colors12.xml"/><Relationship Id="rId10" Type="http://schemas.openxmlformats.org/officeDocument/2006/relationships/diagramColors" Target="../diagrams/colors13.xml"/><Relationship Id="rId4" Type="http://schemas.openxmlformats.org/officeDocument/2006/relationships/diagramQuickStyle" Target="../diagrams/quickStyle12.xml"/><Relationship Id="rId9" Type="http://schemas.openxmlformats.org/officeDocument/2006/relationships/diagramQuickStyle" Target="../diagrams/quickStyle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7" Type="http://schemas.openxmlformats.org/officeDocument/2006/relationships/image" Target="../media/image21.png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7" Type="http://schemas.openxmlformats.org/officeDocument/2006/relationships/image" Target="../media/image22.png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8.xml"/><Relationship Id="rId5" Type="http://schemas.openxmlformats.org/officeDocument/2006/relationships/diagramQuickStyle" Target="../diagrams/quickStyle18.xml"/><Relationship Id="rId4" Type="http://schemas.openxmlformats.org/officeDocument/2006/relationships/diagramLayout" Target="../diagrams/layout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2.xml"/><Relationship Id="rId3" Type="http://schemas.openxmlformats.org/officeDocument/2006/relationships/diagramLayout" Target="../diagrams/layout21.xml"/><Relationship Id="rId7" Type="http://schemas.openxmlformats.org/officeDocument/2006/relationships/diagramData" Target="../diagrams/data22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1.xml"/><Relationship Id="rId11" Type="http://schemas.microsoft.com/office/2007/relationships/diagramDrawing" Target="../diagrams/drawing22.xml"/><Relationship Id="rId5" Type="http://schemas.openxmlformats.org/officeDocument/2006/relationships/diagramColors" Target="../diagrams/colors21.xml"/><Relationship Id="rId10" Type="http://schemas.openxmlformats.org/officeDocument/2006/relationships/diagramColors" Target="../diagrams/colors22.xml"/><Relationship Id="rId4" Type="http://schemas.openxmlformats.org/officeDocument/2006/relationships/diagramQuickStyle" Target="../diagrams/quickStyle21.xml"/><Relationship Id="rId9" Type="http://schemas.openxmlformats.org/officeDocument/2006/relationships/diagramQuickStyle" Target="../diagrams/quickStyle2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7.xml"/><Relationship Id="rId3" Type="http://schemas.openxmlformats.org/officeDocument/2006/relationships/diagramLayout" Target="../diagrams/layout26.xml"/><Relationship Id="rId7" Type="http://schemas.openxmlformats.org/officeDocument/2006/relationships/diagramData" Target="../diagrams/data27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6.xml"/><Relationship Id="rId11" Type="http://schemas.microsoft.com/office/2007/relationships/diagramDrawing" Target="../diagrams/drawing27.xml"/><Relationship Id="rId5" Type="http://schemas.openxmlformats.org/officeDocument/2006/relationships/diagramColors" Target="../diagrams/colors26.xml"/><Relationship Id="rId10" Type="http://schemas.openxmlformats.org/officeDocument/2006/relationships/diagramColors" Target="../diagrams/colors27.xml"/><Relationship Id="rId4" Type="http://schemas.openxmlformats.org/officeDocument/2006/relationships/diagramQuickStyle" Target="../diagrams/quickStyle26.xml"/><Relationship Id="rId9" Type="http://schemas.openxmlformats.org/officeDocument/2006/relationships/diagramQuickStyle" Target="../diagrams/quickStyle2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8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8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9.xml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9.xml"/><Relationship Id="rId5" Type="http://schemas.openxmlformats.org/officeDocument/2006/relationships/diagramColors" Target="../diagrams/colors29.xml"/><Relationship Id="rId4" Type="http://schemas.openxmlformats.org/officeDocument/2006/relationships/diagramQuickStyle" Target="../diagrams/quickStyle2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0.xml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0.xml"/><Relationship Id="rId5" Type="http://schemas.openxmlformats.org/officeDocument/2006/relationships/diagramColors" Target="../diagrams/colors30.xml"/><Relationship Id="rId4" Type="http://schemas.openxmlformats.org/officeDocument/2006/relationships/diagramQuickStyle" Target="../diagrams/quickStyle30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1.xml"/><Relationship Id="rId7" Type="http://schemas.openxmlformats.org/officeDocument/2006/relationships/image" Target="../media/image32.png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1.xml"/><Relationship Id="rId5" Type="http://schemas.openxmlformats.org/officeDocument/2006/relationships/diagramColors" Target="../diagrams/colors31.xml"/><Relationship Id="rId4" Type="http://schemas.openxmlformats.org/officeDocument/2006/relationships/diagramQuickStyle" Target="../diagrams/quickStyle3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2.xml"/><Relationship Id="rId2" Type="http://schemas.openxmlformats.org/officeDocument/2006/relationships/diagramData" Target="../diagrams/data3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2.xml"/><Relationship Id="rId5" Type="http://schemas.openxmlformats.org/officeDocument/2006/relationships/diagramColors" Target="../diagrams/colors32.xml"/><Relationship Id="rId4" Type="http://schemas.openxmlformats.org/officeDocument/2006/relationships/diagramQuickStyle" Target="../diagrams/quickStyle3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3.jpeg"/><Relationship Id="rId4" Type="http://schemas.openxmlformats.org/officeDocument/2006/relationships/image" Target="../media/image42.jpe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3.xml"/><Relationship Id="rId2" Type="http://schemas.openxmlformats.org/officeDocument/2006/relationships/diagramData" Target="../diagrams/data3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3.xml"/><Relationship Id="rId5" Type="http://schemas.openxmlformats.org/officeDocument/2006/relationships/diagramColors" Target="../diagrams/colors33.xml"/><Relationship Id="rId4" Type="http://schemas.openxmlformats.org/officeDocument/2006/relationships/diagramQuickStyle" Target="../diagrams/quickStyle3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7.jpeg"/><Relationship Id="rId4" Type="http://schemas.openxmlformats.org/officeDocument/2006/relationships/image" Target="../media/image46.jpe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1.jpeg"/><Relationship Id="rId4" Type="http://schemas.openxmlformats.org/officeDocument/2006/relationships/image" Target="../media/image50.jpe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13" Type="http://schemas.openxmlformats.org/officeDocument/2006/relationships/image" Target="../media/image28.png"/><Relationship Id="rId18" Type="http://schemas.openxmlformats.org/officeDocument/2006/relationships/customXml" Target="../ink/ink12.xml"/><Relationship Id="rId3" Type="http://schemas.openxmlformats.org/officeDocument/2006/relationships/image" Target="../media/image230.png"/><Relationship Id="rId21" Type="http://schemas.openxmlformats.org/officeDocument/2006/relationships/image" Target="../media/image320.png"/><Relationship Id="rId7" Type="http://schemas.openxmlformats.org/officeDocument/2006/relationships/image" Target="../media/image250.png"/><Relationship Id="rId12" Type="http://schemas.openxmlformats.org/officeDocument/2006/relationships/customXml" Target="../ink/ink9.xml"/><Relationship Id="rId17" Type="http://schemas.openxmlformats.org/officeDocument/2006/relationships/image" Target="../media/image300.png"/><Relationship Id="rId2" Type="http://schemas.openxmlformats.org/officeDocument/2006/relationships/customXml" Target="../ink/ink4.xml"/><Relationship Id="rId16" Type="http://schemas.openxmlformats.org/officeDocument/2006/relationships/customXml" Target="../ink/ink11.xml"/><Relationship Id="rId20" Type="http://schemas.openxmlformats.org/officeDocument/2006/relationships/customXml" Target="../ink/ink13.xml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6.xml"/><Relationship Id="rId11" Type="http://schemas.openxmlformats.org/officeDocument/2006/relationships/image" Target="../media/image27.png"/><Relationship Id="rId5" Type="http://schemas.openxmlformats.org/officeDocument/2006/relationships/image" Target="../media/image240.png"/><Relationship Id="rId15" Type="http://schemas.openxmlformats.org/officeDocument/2006/relationships/image" Target="../media/image290.png"/><Relationship Id="rId23" Type="http://schemas.openxmlformats.org/officeDocument/2006/relationships/image" Target="../media/image330.png"/><Relationship Id="rId10" Type="http://schemas.openxmlformats.org/officeDocument/2006/relationships/customXml" Target="../ink/ink8.xml"/><Relationship Id="rId19" Type="http://schemas.openxmlformats.org/officeDocument/2006/relationships/image" Target="../media/image310.png"/><Relationship Id="rId4" Type="http://schemas.openxmlformats.org/officeDocument/2006/relationships/customXml" Target="../ink/ink5.xml"/><Relationship Id="rId9" Type="http://schemas.openxmlformats.org/officeDocument/2006/relationships/image" Target="../media/image260.png"/><Relationship Id="rId14" Type="http://schemas.openxmlformats.org/officeDocument/2006/relationships/customXml" Target="../ink/ink10.xml"/><Relationship Id="rId22" Type="http://schemas.openxmlformats.org/officeDocument/2006/relationships/customXml" Target="../ink/ink1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EB5B2C-39E3-515E-60D3-1263F18BD3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Українські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землі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у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складі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Речі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Посполитої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другій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половині</a:t>
            </a:r>
            <a:r>
              <a:rPr lang="ru-RU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ХVІ ст.</a:t>
            </a:r>
            <a:endParaRPr lang="uk-UA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4C080DF2-FE04-7549-736E-99A55DAF8C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uk-UA"/>
              <a:t>Лекція 1</a:t>
            </a:r>
            <a:endParaRPr lang="uk-UA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1B4C2AF-69F0-F0A3-3EAC-42265804F5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42" t="29733" r="53706" b="58667"/>
          <a:stretch/>
        </p:blipFill>
        <p:spPr>
          <a:xfrm>
            <a:off x="5013663" y="4389120"/>
            <a:ext cx="2164674" cy="229666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Рукописні дані 7">
                <a:extLst>
                  <a:ext uri="{FF2B5EF4-FFF2-40B4-BE49-F238E27FC236}">
                    <a16:creationId xmlns:a16="http://schemas.microsoft.com/office/drawing/2014/main" id="{8C804455-3CF7-3546-932F-D5941BE6FABA}"/>
                  </a:ext>
                </a:extLst>
              </p14:cNvPr>
              <p14:cNvContentPartPr/>
              <p14:nvPr/>
            </p14:nvContentPartPr>
            <p14:xfrm>
              <a:off x="236304" y="1730376"/>
              <a:ext cx="51120" cy="99000"/>
            </p14:xfrm>
          </p:contentPart>
        </mc:Choice>
        <mc:Fallback xmlns="">
          <p:pic>
            <p:nvPicPr>
              <p:cNvPr id="8" name="Рукописні дані 7">
                <a:extLst>
                  <a:ext uri="{FF2B5EF4-FFF2-40B4-BE49-F238E27FC236}">
                    <a16:creationId xmlns:a16="http://schemas.microsoft.com/office/drawing/2014/main" id="{8C804455-3CF7-3546-932F-D5941BE6FAB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7664" y="1721736"/>
                <a:ext cx="6876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Рукописні дані 10">
                <a:extLst>
                  <a:ext uri="{FF2B5EF4-FFF2-40B4-BE49-F238E27FC236}">
                    <a16:creationId xmlns:a16="http://schemas.microsoft.com/office/drawing/2014/main" id="{C2FBC56E-8639-39C5-8CEA-6FFE8F6767B1}"/>
                  </a:ext>
                </a:extLst>
              </p14:cNvPr>
              <p14:cNvContentPartPr/>
              <p14:nvPr/>
            </p14:nvContentPartPr>
            <p14:xfrm>
              <a:off x="555060" y="2472812"/>
              <a:ext cx="1937880" cy="1726200"/>
            </p14:xfrm>
          </p:contentPart>
        </mc:Choice>
        <mc:Fallback xmlns="">
          <p:pic>
            <p:nvPicPr>
              <p:cNvPr id="11" name="Рукописні дані 10">
                <a:extLst>
                  <a:ext uri="{FF2B5EF4-FFF2-40B4-BE49-F238E27FC236}">
                    <a16:creationId xmlns:a16="http://schemas.microsoft.com/office/drawing/2014/main" id="{C2FBC56E-8639-39C5-8CEA-6FFE8F6767B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19067" y="2436812"/>
                <a:ext cx="2009507" cy="179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8" name="Рукописні дані 17">
                <a:extLst>
                  <a:ext uri="{FF2B5EF4-FFF2-40B4-BE49-F238E27FC236}">
                    <a16:creationId xmlns:a16="http://schemas.microsoft.com/office/drawing/2014/main" id="{45FBCA9C-48C2-23A9-2D79-86952EF0E414}"/>
                  </a:ext>
                </a:extLst>
              </p14:cNvPr>
              <p14:cNvContentPartPr/>
              <p14:nvPr/>
            </p14:nvContentPartPr>
            <p14:xfrm>
              <a:off x="10628916" y="1531482"/>
              <a:ext cx="1108440" cy="1688760"/>
            </p14:xfrm>
          </p:contentPart>
        </mc:Choice>
        <mc:Fallback xmlns="">
          <p:pic>
            <p:nvPicPr>
              <p:cNvPr id="18" name="Рукописні дані 17">
                <a:extLst>
                  <a:ext uri="{FF2B5EF4-FFF2-40B4-BE49-F238E27FC236}">
                    <a16:creationId xmlns:a16="http://schemas.microsoft.com/office/drawing/2014/main" id="{45FBCA9C-48C2-23A9-2D79-86952EF0E41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592916" y="1495482"/>
                <a:ext cx="1180080" cy="1760400"/>
              </a:xfrm>
              <a:prstGeom prst="rect">
                <a:avLst/>
              </a:prstGeom>
            </p:spPr>
          </p:pic>
        </mc:Fallback>
      </mc:AlternateContent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86D2E912-72CD-26E1-31BD-25C2888430C2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453" b="89801" l="2419" r="91882">
                        <a14:foregroundMark x1="17261" y1="28607" x2="2501" y2="36567"/>
                        <a14:foregroundMark x1="3813" y1="22637" x2="8897" y2="84328"/>
                        <a14:foregroundMark x1="8897" y1="84328" x2="8897" y2="82338"/>
                        <a14:foregroundMark x1="7585" y1="61443" x2="85445" y2="39801"/>
                        <a14:foregroundMark x1="85445" y1="39801" x2="91718" y2="44527"/>
                        <a14:foregroundMark x1="91882" y1="27612" x2="91226" y2="604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0756" y="-20478"/>
            <a:ext cx="8468324" cy="1395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529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E172DE-5636-C84E-950D-6873C3544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Політичний блок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DC3DC71C-D92D-2027-A946-DA0042AAAF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Люблінська та Берестейська унії, політичне оформлення козацтва</a:t>
            </a:r>
          </a:p>
          <a:p>
            <a:r>
              <a:rPr lang="en-US" dirty="0"/>
              <a:t>https://forms.gle/kirszpBqv9oY64fX8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230849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/>
              <a:t>До </a:t>
            </a:r>
            <a:r>
              <a:rPr lang="ru-RU" sz="3200" dirty="0" err="1"/>
              <a:t>укладення</a:t>
            </a:r>
            <a:r>
              <a:rPr lang="ru-RU" sz="3200" dirty="0"/>
              <a:t> </a:t>
            </a:r>
            <a:r>
              <a:rPr lang="ru-RU" sz="3200" dirty="0" err="1"/>
              <a:t>Люблінської</a:t>
            </a:r>
            <a:r>
              <a:rPr lang="ru-RU" sz="3200" dirty="0"/>
              <a:t> </a:t>
            </a:r>
            <a:r>
              <a:rPr lang="ru-RU" sz="3200" dirty="0" err="1"/>
              <a:t>унії</a:t>
            </a:r>
            <a:r>
              <a:rPr lang="ru-RU" sz="3200" dirty="0"/>
              <a:t> з </a:t>
            </a:r>
            <a:r>
              <a:rPr lang="ru-RU" sz="3200" dirty="0" err="1"/>
              <a:t>Польським</a:t>
            </a:r>
            <a:r>
              <a:rPr lang="ru-RU" sz="3200" dirty="0"/>
              <a:t> </a:t>
            </a:r>
            <a:r>
              <a:rPr lang="ru-RU" sz="3200" dirty="0" err="1"/>
              <a:t>королівством</a:t>
            </a:r>
            <a:r>
              <a:rPr lang="ru-RU" sz="3200" dirty="0"/>
              <a:t> </a:t>
            </a:r>
            <a:r>
              <a:rPr lang="ru-RU" sz="3200" dirty="0" err="1"/>
              <a:t>Велике</a:t>
            </a:r>
            <a:r>
              <a:rPr lang="ru-RU" sz="3200" dirty="0"/>
              <a:t> </a:t>
            </a:r>
            <a:r>
              <a:rPr lang="ru-RU" sz="3200" dirty="0" err="1"/>
              <a:t>князівство</a:t>
            </a:r>
            <a:r>
              <a:rPr lang="ru-RU" sz="3200" dirty="0"/>
              <a:t> </a:t>
            </a:r>
            <a:r>
              <a:rPr lang="ru-RU" sz="3200" dirty="0" err="1"/>
              <a:t>Литовське</a:t>
            </a:r>
            <a:r>
              <a:rPr lang="ru-RU" sz="3200" dirty="0"/>
              <a:t> </a:t>
            </a:r>
            <a:r>
              <a:rPr lang="ru-RU" sz="3200" dirty="0" err="1"/>
              <a:t>спонукали</a:t>
            </a:r>
            <a:r>
              <a:rPr lang="ru-RU" sz="3200" dirty="0"/>
              <a:t> </a:t>
            </a:r>
            <a:r>
              <a:rPr lang="ru-RU" sz="3200" dirty="0" err="1"/>
              <a:t>поразки</a:t>
            </a:r>
            <a:r>
              <a:rPr lang="ru-RU" sz="3200" dirty="0"/>
              <a:t> у </a:t>
            </a:r>
            <a:r>
              <a:rPr lang="ru-RU" sz="3200" dirty="0" err="1"/>
              <a:t>війні</a:t>
            </a:r>
            <a:r>
              <a:rPr lang="ru-RU" sz="3200" dirty="0"/>
              <a:t> з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D9E2E9D-7B58-43EC-F5E5-17452B9F4E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7881137"/>
              </p:ext>
            </p:extLst>
          </p:nvPr>
        </p:nvGraphicFramePr>
        <p:xfrm>
          <a:off x="1203325" y="2011363"/>
          <a:ext cx="9783763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90098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EDB3F6-6B37-0F6A-7AF2-FF22802F7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На </a:t>
            </a:r>
            <a:r>
              <a:rPr lang="ru-RU" dirty="0" err="1"/>
              <a:t>якій</a:t>
            </a:r>
            <a:r>
              <a:rPr lang="ru-RU" dirty="0"/>
              <a:t> </a:t>
            </a:r>
            <a:r>
              <a:rPr lang="ru-RU" dirty="0" err="1"/>
              <a:t>схемі</a:t>
            </a:r>
            <a:r>
              <a:rPr lang="ru-RU" dirty="0"/>
              <a:t> правильно </a:t>
            </a:r>
            <a:r>
              <a:rPr lang="ru-RU" dirty="0" err="1"/>
              <a:t>відображено</a:t>
            </a:r>
            <a:r>
              <a:rPr lang="ru-RU" dirty="0"/>
              <a:t> </a:t>
            </a:r>
            <a:r>
              <a:rPr lang="ru-RU" dirty="0" err="1"/>
              <a:t>основні</a:t>
            </a:r>
            <a:r>
              <a:rPr lang="ru-RU" dirty="0"/>
              <a:t> </a:t>
            </a:r>
            <a:r>
              <a:rPr lang="ru-RU" dirty="0" err="1"/>
              <a:t>умови</a:t>
            </a:r>
            <a:r>
              <a:rPr lang="ru-RU" dirty="0"/>
              <a:t> </a:t>
            </a:r>
            <a:r>
              <a:rPr lang="ru-RU" dirty="0" err="1"/>
              <a:t>Люблінської</a:t>
            </a:r>
            <a:r>
              <a:rPr lang="ru-RU" dirty="0"/>
              <a:t> </a:t>
            </a:r>
            <a:r>
              <a:rPr lang="ru-RU" dirty="0" err="1"/>
              <a:t>унії</a:t>
            </a:r>
            <a:r>
              <a:rPr lang="ru-RU" dirty="0"/>
              <a:t> 1569 р.?</a:t>
            </a:r>
            <a:endParaRPr lang="uk-UA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F927626-98F9-7C96-FE39-E6FC2668D5D5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695" y="1792936"/>
            <a:ext cx="4267200" cy="278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5CD88801-2552-56E2-DAF4-A885E27D6DB7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9949" y="1792936"/>
            <a:ext cx="4076700" cy="2781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CFD5FAFF-279C-61E3-94B3-BF15532E3F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695" y="4574236"/>
            <a:ext cx="3181350" cy="210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41C736BC-F451-6849-984C-EAD5702502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3336" y="4752975"/>
            <a:ext cx="3209925" cy="2105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983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2CC85D-4D0F-C8BD-A857-8F013E828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передбачала</a:t>
            </a:r>
            <a:r>
              <a:rPr lang="ru-RU" dirty="0"/>
              <a:t> </a:t>
            </a:r>
            <a:r>
              <a:rPr lang="ru-RU" dirty="0" err="1"/>
              <a:t>Люблінська</a:t>
            </a:r>
            <a:r>
              <a:rPr lang="ru-RU" dirty="0"/>
              <a:t> </a:t>
            </a:r>
            <a:r>
              <a:rPr lang="ru-RU" dirty="0" err="1"/>
              <a:t>унія</a:t>
            </a:r>
            <a:r>
              <a:rPr lang="ru-RU" dirty="0"/>
              <a:t> (1569 р.)?</a:t>
            </a:r>
            <a:endParaRPr lang="uk-UA" dirty="0"/>
          </a:p>
        </p:txBody>
      </p:sp>
      <p:graphicFrame>
        <p:nvGraphicFramePr>
          <p:cNvPr id="4" name="Місце для вмісту 3">
            <a:extLst>
              <a:ext uri="{FF2B5EF4-FFF2-40B4-BE49-F238E27FC236}">
                <a16:creationId xmlns:a16="http://schemas.microsoft.com/office/drawing/2014/main" id="{A0A03BF1-F374-3484-022B-4C7373DDEA6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744353222"/>
              </p:ext>
            </p:extLst>
          </p:nvPr>
        </p:nvGraphicFramePr>
        <p:xfrm>
          <a:off x="1205344" y="2011680"/>
          <a:ext cx="4754880" cy="4206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Місце для вмісту 5">
            <a:extLst>
              <a:ext uri="{FF2B5EF4-FFF2-40B4-BE49-F238E27FC236}">
                <a16:creationId xmlns:a16="http://schemas.microsoft.com/office/drawing/2014/main" id="{6D8A3461-1EF6-7466-206F-2FC569436D7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6230938" y="3117762"/>
            <a:ext cx="4754562" cy="1994077"/>
          </a:xfrm>
        </p:spPr>
      </p:pic>
    </p:spTree>
    <p:extLst>
      <p:ext uri="{BB962C8B-B14F-4D97-AF65-F5344CB8AC3E}">
        <p14:creationId xmlns:p14="http://schemas.microsoft.com/office/powerpoint/2010/main" val="1387838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передбачала</a:t>
            </a:r>
            <a:r>
              <a:rPr lang="ru-RU" dirty="0"/>
              <a:t> </a:t>
            </a:r>
            <a:r>
              <a:rPr lang="ru-RU" dirty="0" err="1"/>
              <a:t>Люблінська</a:t>
            </a:r>
            <a:r>
              <a:rPr lang="ru-RU" dirty="0"/>
              <a:t> </a:t>
            </a:r>
            <a:r>
              <a:rPr lang="ru-RU" dirty="0" err="1"/>
              <a:t>унія</a:t>
            </a:r>
            <a:r>
              <a:rPr lang="ru-RU" dirty="0"/>
              <a:t> (1569 р.)?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FD541BA-DE99-8B37-D1ED-5D57F4DD7D4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521060633"/>
              </p:ext>
            </p:extLst>
          </p:nvPr>
        </p:nvGraphicFramePr>
        <p:xfrm>
          <a:off x="1205344" y="2011680"/>
          <a:ext cx="4754880" cy="4206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Місце для вмісту 6">
            <a:extLst>
              <a:ext uri="{FF2B5EF4-FFF2-40B4-BE49-F238E27FC236}">
                <a16:creationId xmlns:a16="http://schemas.microsoft.com/office/drawing/2014/main" id="{941E7DED-8235-959E-7AA5-1791C62D4D7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6230938" y="2919735"/>
            <a:ext cx="4754562" cy="2390131"/>
          </a:xfrm>
        </p:spPr>
      </p:pic>
    </p:spTree>
    <p:extLst>
      <p:ext uri="{BB962C8B-B14F-4D97-AF65-F5344CB8AC3E}">
        <p14:creationId xmlns:p14="http://schemas.microsoft.com/office/powerpoint/2010/main" val="4149549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 </a:t>
            </a:r>
            <a:r>
              <a:rPr lang="ru-RU" dirty="0" err="1"/>
              <a:t>укладення</a:t>
            </a:r>
            <a:r>
              <a:rPr lang="ru-RU" dirty="0"/>
              <a:t> </a:t>
            </a:r>
            <a:r>
              <a:rPr lang="ru-RU" dirty="0" err="1"/>
              <a:t>якої</a:t>
            </a:r>
            <a:r>
              <a:rPr lang="ru-RU" dirty="0"/>
              <a:t> </a:t>
            </a:r>
            <a:r>
              <a:rPr lang="ru-RU" dirty="0" err="1"/>
              <a:t>унії</a:t>
            </a:r>
            <a:r>
              <a:rPr lang="ru-RU" dirty="0"/>
              <a:t> </a:t>
            </a:r>
            <a:r>
              <a:rPr lang="ru-RU" dirty="0" err="1"/>
              <a:t>йдеться</a:t>
            </a:r>
            <a:r>
              <a:rPr lang="ru-RU" dirty="0"/>
              <a:t> в </a:t>
            </a:r>
            <a:r>
              <a:rPr lang="ru-RU" dirty="0" err="1"/>
              <a:t>уривку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i="1" dirty="0"/>
              <a:t>«</a:t>
            </a:r>
            <a:r>
              <a:rPr lang="ru-RU" i="1" dirty="0" err="1"/>
              <a:t>Політичною</a:t>
            </a:r>
            <a:r>
              <a:rPr lang="ru-RU" i="1" dirty="0"/>
              <a:t> </a:t>
            </a:r>
            <a:r>
              <a:rPr lang="ru-RU" i="1" dirty="0" err="1"/>
              <a:t>елітою</a:t>
            </a:r>
            <a:r>
              <a:rPr lang="ru-RU" i="1" dirty="0"/>
              <a:t> </a:t>
            </a:r>
            <a:r>
              <a:rPr lang="ru-RU" i="1" dirty="0" err="1"/>
              <a:t>тогочасної</a:t>
            </a:r>
            <a:r>
              <a:rPr lang="ru-RU" i="1" dirty="0"/>
              <a:t> </a:t>
            </a:r>
            <a:r>
              <a:rPr lang="ru-RU" i="1" dirty="0" err="1"/>
              <a:t>України-Русі</a:t>
            </a:r>
            <a:r>
              <a:rPr lang="ru-RU" i="1" dirty="0"/>
              <a:t> </a:t>
            </a:r>
            <a:r>
              <a:rPr lang="ru-RU" i="1" dirty="0" err="1"/>
              <a:t>унія</a:t>
            </a:r>
            <a:r>
              <a:rPr lang="ru-RU" i="1" dirty="0"/>
              <a:t> </a:t>
            </a:r>
            <a:r>
              <a:rPr lang="ru-RU" i="1" dirty="0" err="1"/>
              <a:t>сприймалася</a:t>
            </a:r>
            <a:r>
              <a:rPr lang="ru-RU" i="1" dirty="0"/>
              <a:t> </a:t>
            </a:r>
            <a:r>
              <a:rPr lang="ru-RU" i="1" dirty="0" err="1"/>
              <a:t>радше</a:t>
            </a:r>
            <a:r>
              <a:rPr lang="ru-RU" i="1" dirty="0"/>
              <a:t> негативно, </a:t>
            </a:r>
            <a:r>
              <a:rPr lang="ru-RU" i="1" dirty="0" err="1"/>
              <a:t>ніж</a:t>
            </a:r>
            <a:r>
              <a:rPr lang="ru-RU" i="1" dirty="0"/>
              <a:t> позитивно. І все ж, </a:t>
            </a:r>
            <a:r>
              <a:rPr lang="ru-RU" i="1" dirty="0" err="1"/>
              <a:t>незважаючи</a:t>
            </a:r>
            <a:r>
              <a:rPr lang="ru-RU" i="1" dirty="0"/>
              <a:t> на </a:t>
            </a:r>
            <a:r>
              <a:rPr lang="ru-RU" i="1" dirty="0" err="1"/>
              <a:t>всі</a:t>
            </a:r>
            <a:r>
              <a:rPr lang="ru-RU" i="1" dirty="0"/>
              <a:t> “за” і “</a:t>
            </a:r>
            <a:r>
              <a:rPr lang="ru-RU" i="1" dirty="0" err="1"/>
              <a:t>проти</a:t>
            </a:r>
            <a:r>
              <a:rPr lang="ru-RU" i="1" dirty="0"/>
              <a:t>”, </a:t>
            </a:r>
            <a:r>
              <a:rPr lang="ru-RU" i="1" dirty="0" err="1"/>
              <a:t>унія</a:t>
            </a:r>
            <a:r>
              <a:rPr lang="ru-RU" i="1" dirty="0"/>
              <a:t> мала </a:t>
            </a:r>
            <a:r>
              <a:rPr lang="ru-RU" i="1" dirty="0" err="1"/>
              <a:t>велике</a:t>
            </a:r>
            <a:r>
              <a:rPr lang="ru-RU" i="1" dirty="0"/>
              <a:t> </a:t>
            </a:r>
            <a:r>
              <a:rPr lang="ru-RU" i="1" dirty="0" err="1"/>
              <a:t>значення</a:t>
            </a:r>
            <a:r>
              <a:rPr lang="ru-RU" i="1" dirty="0"/>
              <a:t> для </a:t>
            </a:r>
            <a:r>
              <a:rPr lang="ru-RU" i="1" dirty="0" err="1"/>
              <a:t>України</a:t>
            </a:r>
            <a:r>
              <a:rPr lang="ru-RU" i="1" dirty="0"/>
              <a:t>. Вона </a:t>
            </a:r>
            <a:r>
              <a:rPr lang="ru-RU" i="1" dirty="0" err="1"/>
              <a:t>фактично</a:t>
            </a:r>
            <a:r>
              <a:rPr lang="ru-RU" i="1" dirty="0"/>
              <a:t> </a:t>
            </a:r>
            <a:r>
              <a:rPr lang="ru-RU" i="1" dirty="0" err="1"/>
              <a:t>врятувала</a:t>
            </a:r>
            <a:r>
              <a:rPr lang="ru-RU" i="1" dirty="0"/>
              <a:t> </a:t>
            </a:r>
            <a:r>
              <a:rPr lang="ru-RU" i="1" dirty="0" err="1"/>
              <a:t>Велике</a:t>
            </a:r>
            <a:r>
              <a:rPr lang="ru-RU" i="1" dirty="0"/>
              <a:t> </a:t>
            </a:r>
            <a:r>
              <a:rPr lang="ru-RU" i="1" dirty="0" err="1"/>
              <a:t>князівство</a:t>
            </a:r>
            <a:r>
              <a:rPr lang="ru-RU" i="1" dirty="0"/>
              <a:t> </a:t>
            </a:r>
            <a:r>
              <a:rPr lang="ru-RU" i="1" dirty="0" err="1"/>
              <a:t>Литовське</a:t>
            </a:r>
            <a:r>
              <a:rPr lang="ru-RU" i="1" dirty="0"/>
              <a:t> </a:t>
            </a:r>
            <a:r>
              <a:rPr lang="ru-RU" i="1" dirty="0" err="1"/>
              <a:t>від</a:t>
            </a:r>
            <a:r>
              <a:rPr lang="ru-RU" i="1" dirty="0"/>
              <a:t> </a:t>
            </a:r>
            <a:r>
              <a:rPr lang="ru-RU" i="1" dirty="0" err="1"/>
              <a:t>експансії</a:t>
            </a:r>
            <a:r>
              <a:rPr lang="ru-RU" i="1" dirty="0"/>
              <a:t> </a:t>
            </a:r>
            <a:r>
              <a:rPr lang="ru-RU" i="1" dirty="0" err="1"/>
              <a:t>Московського</a:t>
            </a:r>
            <a:r>
              <a:rPr lang="ru-RU" i="1" dirty="0"/>
              <a:t> царства»?</a:t>
            </a:r>
            <a:endParaRPr lang="ru-RU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123F919-C900-5A58-0C56-A8123E56E57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20682020"/>
              </p:ext>
            </p:extLst>
          </p:nvPr>
        </p:nvGraphicFramePr>
        <p:xfrm>
          <a:off x="6230391" y="2011680"/>
          <a:ext cx="4754880" cy="4206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53469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Блок-схема: АБО 6">
            <a:extLst>
              <a:ext uri="{FF2B5EF4-FFF2-40B4-BE49-F238E27FC236}">
                <a16:creationId xmlns:a16="http://schemas.microsoft.com/office/drawing/2014/main" id="{B7F4238E-CFAE-C2CB-614B-98041B6C8A4F}"/>
              </a:ext>
            </a:extLst>
          </p:cNvPr>
          <p:cNvSpPr/>
          <p:nvPr/>
        </p:nvSpPr>
        <p:spPr>
          <a:xfrm>
            <a:off x="5163196" y="3697217"/>
            <a:ext cx="1641987" cy="1641987"/>
          </a:xfrm>
          <a:prstGeom prst="flowChar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uk-UA" sz="2800" dirty="0"/>
              <a:t>А      В</a:t>
            </a:r>
          </a:p>
          <a:p>
            <a:endParaRPr lang="uk-UA" sz="2800" dirty="0"/>
          </a:p>
          <a:p>
            <a:r>
              <a:rPr lang="uk-UA" sz="2800" dirty="0"/>
              <a:t>Б       Г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B0D8F3-4188-0742-8CCC-9C9434596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 </a:t>
            </a:r>
            <a:r>
              <a:rPr lang="ru-RU" dirty="0" err="1"/>
              <a:t>якому</a:t>
            </a:r>
            <a:r>
              <a:rPr lang="ru-RU" dirty="0"/>
              <a:t> </a:t>
            </a:r>
            <a:r>
              <a:rPr lang="ru-RU" dirty="0" err="1"/>
              <a:t>уривку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 </a:t>
            </a:r>
            <a:r>
              <a:rPr lang="ru-RU" dirty="0" err="1"/>
              <a:t>йдеться</a:t>
            </a:r>
            <a:r>
              <a:rPr lang="ru-RU" dirty="0"/>
              <a:t> про </a:t>
            </a:r>
            <a:r>
              <a:rPr lang="ru-RU" dirty="0" err="1"/>
              <a:t>укладення</a:t>
            </a:r>
            <a:r>
              <a:rPr lang="ru-RU" dirty="0"/>
              <a:t> </a:t>
            </a:r>
            <a:r>
              <a:rPr lang="ru-RU" dirty="0" err="1"/>
              <a:t>Люблінської</a:t>
            </a:r>
            <a:r>
              <a:rPr lang="ru-RU" dirty="0"/>
              <a:t> </a:t>
            </a:r>
            <a:r>
              <a:rPr lang="ru-RU" dirty="0" err="1"/>
              <a:t>унії</a:t>
            </a:r>
            <a:r>
              <a:rPr lang="ru-RU" dirty="0"/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99CA4B0-6D4B-936A-2718-6083C79C62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2650" y="1841627"/>
            <a:ext cx="5801032" cy="2547023"/>
          </a:xfrm>
          <a:solidFill>
            <a:srgbClr val="0070C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r>
              <a:rPr lang="uk-UA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«...государ Ягайло, великий князь, з усіма своїми ще нехрещеними братами, ближніми, ...жагуче бажає й просить прийняти їх у католицьку віру святої римської церкви... обіцяє свої литовські й руські землі навік приєднати до королівства Польського...»</a:t>
            </a:r>
            <a:endParaRPr lang="uk-UA" dirty="0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8F3371E9-17A1-E918-3BB4-DBA0C9F793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4959" y="1841628"/>
            <a:ext cx="5961609" cy="2547023"/>
          </a:xfrm>
          <a:solidFill>
            <a:srgbClr val="FF0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/>
          <a:lstStyle/>
          <a:p>
            <a:r>
              <a:rPr lang="ru-RU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«Ми </a:t>
            </a:r>
            <a:r>
              <a:rPr lang="ru-RU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присягаємо</a:t>
            </a:r>
            <a:r>
              <a:rPr lang="ru-RU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той мир </a:t>
            </a:r>
            <a:r>
              <a:rPr lang="ru-RU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тримати</a:t>
            </a:r>
            <a:r>
              <a:rPr lang="ru-RU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твердо, без будь-</a:t>
            </a:r>
            <a:r>
              <a:rPr lang="ru-RU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якої</a:t>
            </a:r>
            <a:r>
              <a:rPr lang="ru-RU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хитрості</a:t>
            </a:r>
            <a:r>
              <a:rPr lang="ru-RU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... Королю </a:t>
            </a:r>
            <a:r>
              <a:rPr lang="ru-RU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держати</a:t>
            </a:r>
            <a:r>
              <a:rPr lang="ru-RU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сповна</a:t>
            </a:r>
            <a:r>
              <a:rPr lang="ru-RU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землю </a:t>
            </a:r>
            <a:r>
              <a:rPr lang="ru-RU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Львівську</a:t>
            </a:r>
            <a:r>
              <a:rPr lang="ru-RU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, а нам </a:t>
            </a:r>
            <a:r>
              <a:rPr lang="ru-RU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держати</a:t>
            </a:r>
            <a:r>
              <a:rPr lang="ru-RU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Володимирську</a:t>
            </a:r>
            <a:r>
              <a:rPr lang="ru-RU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Луцьку</a:t>
            </a:r>
            <a:r>
              <a:rPr lang="ru-RU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Белзьку</a:t>
            </a:r>
            <a:r>
              <a:rPr lang="ru-RU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Холмську</a:t>
            </a:r>
            <a:r>
              <a:rPr lang="ru-RU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та </a:t>
            </a:r>
            <a:r>
              <a:rPr lang="ru-RU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Берестейську</a:t>
            </a:r>
            <a:r>
              <a:rPr lang="ru-RU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. Мир </a:t>
            </a:r>
            <a:r>
              <a:rPr lang="ru-RU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тримати</a:t>
            </a:r>
            <a:r>
              <a:rPr lang="ru-RU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від</a:t>
            </a:r>
            <a:r>
              <a:rPr lang="ru-RU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Покрови</a:t>
            </a:r>
            <a:r>
              <a:rPr lang="ru-RU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Богородиці</a:t>
            </a:r>
            <a:r>
              <a:rPr lang="ru-RU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два роки...»</a:t>
            </a:r>
            <a:endParaRPr lang="uk-UA" dirty="0"/>
          </a:p>
        </p:txBody>
      </p:sp>
      <p:sp>
        <p:nvSpPr>
          <p:cNvPr id="5" name="Місце для вмісту 2">
            <a:extLst>
              <a:ext uri="{FF2B5EF4-FFF2-40B4-BE49-F238E27FC236}">
                <a16:creationId xmlns:a16="http://schemas.microsoft.com/office/drawing/2014/main" id="{B1E35BB1-A5CE-6E1B-9EB8-AC109313137E}"/>
              </a:ext>
            </a:extLst>
          </p:cNvPr>
          <p:cNvSpPr txBox="1">
            <a:spLocks/>
          </p:cNvSpPr>
          <p:nvPr/>
        </p:nvSpPr>
        <p:spPr>
          <a:xfrm>
            <a:off x="207208" y="4616535"/>
            <a:ext cx="5716474" cy="2136483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Font typeface="Wingdings" pitchFamily="2" charset="2"/>
              <a:buChar char="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0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846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71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29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06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100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«...</a:t>
            </a:r>
            <a:r>
              <a:rPr lang="ru-RU" sz="2100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Отож</a:t>
            </a:r>
            <a:r>
              <a:rPr lang="ru-RU" sz="2100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ми, </a:t>
            </a:r>
            <a:r>
              <a:rPr lang="ru-RU" sz="2100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генеральна</a:t>
            </a:r>
            <a:r>
              <a:rPr lang="ru-RU" sz="2100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старшина, </a:t>
            </a:r>
            <a:r>
              <a:rPr lang="ru-RU" sz="2100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кошовий</a:t>
            </a:r>
            <a:r>
              <a:rPr lang="ru-RU" sz="2100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100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отаман</a:t>
            </a:r>
            <a:r>
              <a:rPr lang="ru-RU" sz="2100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і все </a:t>
            </a:r>
            <a:r>
              <a:rPr lang="ru-RU" sz="2100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Військо</a:t>
            </a:r>
            <a:r>
              <a:rPr lang="ru-RU" sz="2100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100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Запорозьке</a:t>
            </a:r>
            <a:r>
              <a:rPr lang="ru-RU" sz="2100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100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домовилися</a:t>
            </a:r>
            <a:r>
              <a:rPr lang="ru-RU" sz="2100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і постановили з </a:t>
            </a:r>
            <a:r>
              <a:rPr lang="ru-RU" sz="2100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гетьманом</a:t>
            </a:r>
            <a:r>
              <a:rPr lang="ru-RU" sz="2100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... </a:t>
            </a:r>
            <a:r>
              <a:rPr lang="ru-RU" sz="2100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що</a:t>
            </a:r>
            <a:r>
              <a:rPr lang="ru-RU" sz="2100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100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із</a:t>
            </a:r>
            <a:r>
              <a:rPr lang="ru-RU" sz="2100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100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генеральними</a:t>
            </a:r>
            <a:r>
              <a:rPr lang="ru-RU" sz="2100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особами </a:t>
            </a:r>
            <a:r>
              <a:rPr lang="ru-RU" sz="2100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мають</a:t>
            </a:r>
            <a:r>
              <a:rPr lang="ru-RU" sz="2100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100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радитися</a:t>
            </a:r>
            <a:r>
              <a:rPr lang="ru-RU" sz="2100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100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гетьман</a:t>
            </a:r>
            <a:r>
              <a:rPr lang="ru-RU" sz="2100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про ...</a:t>
            </a:r>
            <a:r>
              <a:rPr lang="ru-RU" sz="2100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всілякі</a:t>
            </a:r>
            <a:r>
              <a:rPr lang="ru-RU" sz="2100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100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публічні</a:t>
            </a:r>
            <a:r>
              <a:rPr lang="ru-RU" sz="2100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100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справи</a:t>
            </a:r>
            <a:r>
              <a:rPr lang="ru-RU" sz="2100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sz="2100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нічого</a:t>
            </a:r>
            <a:r>
              <a:rPr lang="ru-RU" sz="2100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без </a:t>
            </a:r>
            <a:r>
              <a:rPr lang="ru-RU" sz="2100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їхнього</a:t>
            </a:r>
            <a:r>
              <a:rPr lang="ru-RU" sz="2100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100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дозволу</a:t>
            </a:r>
            <a:r>
              <a:rPr lang="ru-RU" sz="2100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не </a:t>
            </a:r>
            <a:r>
              <a:rPr lang="ru-RU" sz="2100" b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починаючи</a:t>
            </a:r>
            <a:r>
              <a:rPr lang="ru-RU" sz="2100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...»</a:t>
            </a:r>
            <a:endParaRPr lang="uk-UA" sz="2100" dirty="0"/>
          </a:p>
        </p:txBody>
      </p:sp>
      <p:sp>
        <p:nvSpPr>
          <p:cNvPr id="6" name="Місце для вмісту 3">
            <a:extLst>
              <a:ext uri="{FF2B5EF4-FFF2-40B4-BE49-F238E27FC236}">
                <a16:creationId xmlns:a16="http://schemas.microsoft.com/office/drawing/2014/main" id="{A35C3974-FD4C-1EEC-AEE5-4FB7FF491A2F}"/>
              </a:ext>
            </a:extLst>
          </p:cNvPr>
          <p:cNvSpPr txBox="1">
            <a:spLocks/>
          </p:cNvSpPr>
          <p:nvPr/>
        </p:nvSpPr>
        <p:spPr>
          <a:xfrm>
            <a:off x="6094958" y="4616535"/>
            <a:ext cx="5961609" cy="2136483"/>
          </a:xfrm>
          <a:prstGeom prst="rect">
            <a:avLst/>
          </a:prstGeom>
          <a:solidFill>
            <a:srgbClr val="7030A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 lnSpcReduction="10000"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Font typeface="Wingdings" pitchFamily="2" charset="2"/>
              <a:buChar char="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0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846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71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29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06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uk-UA" b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«Ми, Сигізмунд Август, даною грамотою оголошуємо таке: на скликаному цьому сеймі закінчили справу [об’єднання] між князівством Литовським та королівством Польським в братерській любові і за згодою обох народів...»</a:t>
            </a:r>
            <a:endParaRPr lang="uk-UA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372C1DA-0704-79DE-A79E-0F61FF8CF3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5606"/>
            <a:ext cx="1136826" cy="1000407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B8F296E-C9F0-7769-3C4B-7B5D4E5C5E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6155" y="210680"/>
            <a:ext cx="1382385" cy="130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054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96DEF9-1314-C69C-414F-CF130AB84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ru-RU" dirty="0"/>
            </a:br>
            <a:r>
              <a:rPr lang="ru-RU" dirty="0" err="1"/>
              <a:t>Одне</a:t>
            </a:r>
            <a:r>
              <a:rPr lang="ru-RU" dirty="0"/>
              <a:t> з </a:t>
            </a:r>
            <a:r>
              <a:rPr lang="ru-RU" dirty="0" err="1"/>
              <a:t>рішень</a:t>
            </a:r>
            <a:r>
              <a:rPr lang="ru-RU" dirty="0"/>
              <a:t> </a:t>
            </a:r>
            <a:r>
              <a:rPr lang="ru-RU" dirty="0" err="1"/>
              <a:t>Люблінського</a:t>
            </a:r>
            <a:r>
              <a:rPr lang="ru-RU" dirty="0"/>
              <a:t> сейму 1569 р. — </a:t>
            </a:r>
            <a:r>
              <a:rPr lang="ru-RU" dirty="0" err="1"/>
              <a:t>це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51BAF4E-520F-D325-A0BA-2448D0DFBE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6760991"/>
              </p:ext>
            </p:extLst>
          </p:nvPr>
        </p:nvGraphicFramePr>
        <p:xfrm>
          <a:off x="1203325" y="2011363"/>
          <a:ext cx="9783763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18747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Одним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наслідків</a:t>
            </a:r>
            <a:r>
              <a:rPr lang="ru-RU" dirty="0"/>
              <a:t> </a:t>
            </a:r>
            <a:r>
              <a:rPr lang="ru-RU" dirty="0" err="1"/>
              <a:t>укладення</a:t>
            </a:r>
            <a:r>
              <a:rPr lang="ru-RU" dirty="0"/>
              <a:t> </a:t>
            </a:r>
            <a:r>
              <a:rPr lang="ru-RU" dirty="0" err="1"/>
              <a:t>Люблінської</a:t>
            </a:r>
            <a:r>
              <a:rPr lang="ru-RU" dirty="0"/>
              <a:t> </a:t>
            </a:r>
            <a:r>
              <a:rPr lang="ru-RU" dirty="0" err="1"/>
              <a:t>унії</a:t>
            </a:r>
            <a:r>
              <a:rPr lang="ru-RU" dirty="0"/>
              <a:t> є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751E5785-BBD9-5000-8548-6F7FD86520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3317247"/>
              </p:ext>
            </p:extLst>
          </p:nvPr>
        </p:nvGraphicFramePr>
        <p:xfrm>
          <a:off x="1203325" y="2011363"/>
          <a:ext cx="9783763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001482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 </a:t>
            </a:r>
            <a:r>
              <a:rPr lang="ru-RU" dirty="0" err="1"/>
              <a:t>результаті</a:t>
            </a:r>
            <a:r>
              <a:rPr lang="ru-RU" dirty="0"/>
              <a:t> </a:t>
            </a:r>
            <a:r>
              <a:rPr lang="ru-RU" dirty="0" err="1"/>
              <a:t>Люблінської</a:t>
            </a:r>
            <a:r>
              <a:rPr lang="ru-RU" dirty="0"/>
              <a:t> </a:t>
            </a:r>
            <a:r>
              <a:rPr lang="ru-RU" dirty="0" err="1"/>
              <a:t>унії</a:t>
            </a:r>
            <a:r>
              <a:rPr lang="ru-RU" dirty="0"/>
              <a:t> </a:t>
            </a:r>
            <a:r>
              <a:rPr lang="ru-RU" dirty="0" err="1"/>
              <a:t>українські</a:t>
            </a:r>
            <a:r>
              <a:rPr lang="ru-RU" dirty="0"/>
              <a:t> </a:t>
            </a:r>
            <a:r>
              <a:rPr lang="ru-RU" dirty="0" err="1"/>
              <a:t>землі</a:t>
            </a:r>
            <a:r>
              <a:rPr lang="ru-RU" dirty="0"/>
              <a:t> </a:t>
            </a:r>
            <a:r>
              <a:rPr lang="ru-RU" dirty="0" err="1"/>
              <a:t>Подніпров'я</a:t>
            </a:r>
            <a:r>
              <a:rPr lang="ru-RU" dirty="0"/>
              <a:t> і </a:t>
            </a:r>
            <a:r>
              <a:rPr lang="ru-RU" dirty="0" err="1"/>
              <a:t>Східного</a:t>
            </a:r>
            <a:r>
              <a:rPr lang="ru-RU" dirty="0"/>
              <a:t> </a:t>
            </a:r>
            <a:r>
              <a:rPr lang="ru-RU" dirty="0" err="1"/>
              <a:t>Поділля</a:t>
            </a:r>
            <a:r>
              <a:rPr lang="ru-RU" dirty="0"/>
              <a:t> переходили </a:t>
            </a:r>
            <a:r>
              <a:rPr lang="ru-RU" dirty="0" err="1"/>
              <a:t>під</a:t>
            </a:r>
            <a:r>
              <a:rPr lang="ru-RU" dirty="0"/>
              <a:t> </a:t>
            </a:r>
            <a:r>
              <a:rPr lang="ru-RU" dirty="0" err="1"/>
              <a:t>владу</a:t>
            </a:r>
            <a:endParaRPr lang="ru-RU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84431DC-C2B7-9206-F741-DD0A3AD8BC8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367919597"/>
              </p:ext>
            </p:extLst>
          </p:nvPr>
        </p:nvGraphicFramePr>
        <p:xfrm>
          <a:off x="1205344" y="2011680"/>
          <a:ext cx="4754880" cy="4206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1011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br>
              <a:rPr lang="ru-RU" sz="3200" dirty="0"/>
            </a:br>
            <a:r>
              <a:rPr lang="ru-RU" sz="3200" dirty="0" err="1"/>
              <a:t>Який</a:t>
            </a:r>
            <a:r>
              <a:rPr lang="ru-RU" sz="3200" dirty="0"/>
              <a:t> стан </a:t>
            </a:r>
            <a:r>
              <a:rPr lang="ru-RU" sz="3200" dirty="0" err="1"/>
              <a:t>українського</a:t>
            </a:r>
            <a:r>
              <a:rPr lang="ru-RU" sz="3200" dirty="0"/>
              <a:t> </a:t>
            </a:r>
            <a:r>
              <a:rPr lang="ru-RU" sz="3200" dirty="0" err="1"/>
              <a:t>суспільства</a:t>
            </a:r>
            <a:r>
              <a:rPr lang="ru-RU" sz="3200" dirty="0"/>
              <a:t> </a:t>
            </a:r>
            <a:r>
              <a:rPr lang="ru-RU" sz="3200" dirty="0" err="1"/>
              <a:t>після</a:t>
            </a:r>
            <a:r>
              <a:rPr lang="ru-RU" sz="3200" dirty="0"/>
              <a:t> </a:t>
            </a:r>
            <a:r>
              <a:rPr lang="ru-RU" sz="3200" dirty="0" err="1"/>
              <a:t>укладення</a:t>
            </a:r>
            <a:r>
              <a:rPr lang="ru-RU" sz="3200" dirty="0"/>
              <a:t> </a:t>
            </a:r>
            <a:r>
              <a:rPr lang="ru-RU" sz="3200" dirty="0" err="1"/>
              <a:t>Люблінської</a:t>
            </a:r>
            <a:r>
              <a:rPr lang="ru-RU" sz="3200" dirty="0"/>
              <a:t> </a:t>
            </a:r>
            <a:r>
              <a:rPr lang="ru-RU" sz="3200" dirty="0" err="1"/>
              <a:t>унії</a:t>
            </a:r>
            <a:r>
              <a:rPr lang="ru-RU" sz="3200" dirty="0"/>
              <a:t> (1569 р.) </a:t>
            </a:r>
            <a:r>
              <a:rPr lang="ru-RU" sz="3200" dirty="0" err="1"/>
              <a:t>найбільш</a:t>
            </a:r>
            <a:r>
              <a:rPr lang="ru-RU" sz="3200" dirty="0"/>
              <a:t> </a:t>
            </a:r>
            <a:r>
              <a:rPr lang="ru-RU" sz="3200" dirty="0" err="1"/>
              <a:t>швидко</a:t>
            </a:r>
            <a:r>
              <a:rPr lang="ru-RU" sz="3200" dirty="0"/>
              <a:t> </a:t>
            </a:r>
            <a:r>
              <a:rPr lang="ru-RU" sz="3200" dirty="0" err="1"/>
              <a:t>зазнав</a:t>
            </a:r>
            <a:r>
              <a:rPr lang="ru-RU" sz="3200" dirty="0"/>
              <a:t> </a:t>
            </a:r>
            <a:r>
              <a:rPr lang="ru-RU" sz="3200" dirty="0" err="1"/>
              <a:t>полонізації</a:t>
            </a:r>
            <a:r>
              <a:rPr lang="ru-RU" sz="3200" dirty="0"/>
              <a:t> та </a:t>
            </a:r>
            <a:r>
              <a:rPr lang="ru-RU" sz="3200" dirty="0" err="1"/>
              <a:t>окатоличення</a:t>
            </a:r>
            <a:r>
              <a:rPr lang="ru-RU" sz="3200" dirty="0"/>
              <a:t>?</a:t>
            </a:r>
            <a:br>
              <a:rPr lang="ru-RU" sz="3200" dirty="0"/>
            </a:br>
            <a:endParaRPr lang="ru-RU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E3EE885-756C-5940-0A90-9214962302A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802660901"/>
              </p:ext>
            </p:extLst>
          </p:nvPr>
        </p:nvGraphicFramePr>
        <p:xfrm>
          <a:off x="1205344" y="2011680"/>
          <a:ext cx="4754880" cy="4206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Місце для вмісту 8">
            <a:extLst>
              <a:ext uri="{FF2B5EF4-FFF2-40B4-BE49-F238E27FC236}">
                <a16:creationId xmlns:a16="http://schemas.microsoft.com/office/drawing/2014/main" id="{C648A99C-2AE1-2C60-4007-B6167791B91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844" t="28757" r="21746" b="40143"/>
          <a:stretch/>
        </p:blipFill>
        <p:spPr>
          <a:xfrm>
            <a:off x="7082443" y="2211185"/>
            <a:ext cx="3614965" cy="4006735"/>
          </a:xfrm>
        </p:spPr>
      </p:pic>
    </p:spTree>
    <p:extLst>
      <p:ext uri="{BB962C8B-B14F-4D97-AF65-F5344CB8AC3E}">
        <p14:creationId xmlns:p14="http://schemas.microsoft.com/office/powerpoint/2010/main" val="2966650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FC807F-09BA-6B0C-7C36-C621146EA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було</a:t>
            </a:r>
            <a:r>
              <a:rPr lang="ru-RU" dirty="0"/>
              <a:t> одним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наслідків</a:t>
            </a:r>
            <a:r>
              <a:rPr lang="ru-RU" dirty="0"/>
              <a:t> </a:t>
            </a:r>
            <a:r>
              <a:rPr lang="ru-RU" dirty="0" err="1"/>
              <a:t>укладення</a:t>
            </a:r>
            <a:r>
              <a:rPr lang="ru-RU" dirty="0"/>
              <a:t> </a:t>
            </a:r>
            <a:r>
              <a:rPr lang="ru-RU" dirty="0" err="1"/>
              <a:t>Люблінської</a:t>
            </a:r>
            <a:r>
              <a:rPr lang="ru-RU" dirty="0"/>
              <a:t> </a:t>
            </a:r>
            <a:r>
              <a:rPr lang="ru-RU" dirty="0" err="1"/>
              <a:t>унії</a:t>
            </a:r>
            <a:r>
              <a:rPr lang="ru-RU" dirty="0"/>
              <a:t> (1569 р.)?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A1E109A-E586-6BF9-C8B0-169F6A94A97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6384655"/>
              </p:ext>
            </p:extLst>
          </p:nvPr>
        </p:nvGraphicFramePr>
        <p:xfrm>
          <a:off x="1205344" y="2011680"/>
          <a:ext cx="4754880" cy="4206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E2C560A6-378E-1668-0978-AAA896D3729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074307775"/>
              </p:ext>
            </p:extLst>
          </p:nvPr>
        </p:nvGraphicFramePr>
        <p:xfrm>
          <a:off x="6230391" y="2011680"/>
          <a:ext cx="4754880" cy="4206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110211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053ABE-D4A8-D396-2FEA-AC5BEC46B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Яку </a:t>
            </a:r>
            <a:r>
              <a:rPr lang="ru-RU" dirty="0" err="1"/>
              <a:t>подію</a:t>
            </a:r>
            <a:r>
              <a:rPr lang="ru-RU" dirty="0"/>
              <a:t> </a:t>
            </a:r>
            <a:r>
              <a:rPr lang="ru-RU" dirty="0" err="1"/>
              <a:t>історик</a:t>
            </a:r>
            <a:r>
              <a:rPr lang="ru-RU" dirty="0"/>
              <a:t> М. </a:t>
            </a:r>
            <a:r>
              <a:rPr lang="ru-RU" dirty="0" err="1"/>
              <a:t>Грушевський</a:t>
            </a:r>
            <a:r>
              <a:rPr lang="ru-RU" dirty="0"/>
              <a:t> </a:t>
            </a:r>
            <a:r>
              <a:rPr lang="ru-RU" dirty="0" err="1"/>
              <a:t>охарактеризував</a:t>
            </a:r>
            <a:r>
              <a:rPr lang="ru-RU" dirty="0"/>
              <a:t> </a:t>
            </a:r>
            <a:r>
              <a:rPr lang="ru-RU" dirty="0" err="1"/>
              <a:t>наступним</a:t>
            </a:r>
            <a:r>
              <a:rPr lang="ru-RU" dirty="0"/>
              <a:t> чином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C40EBD9D-9F93-E30F-ABDC-11B60EB2B7E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«Прославлений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пізніше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як акт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любові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братерства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,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пожертвування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у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дійсності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цей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сейм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був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ланцюгом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насильства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над чужими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переконаннями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, чужими правами, довершений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тиском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державної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влади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й тяжких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політичних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обставин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...»?</a:t>
            </a:r>
            <a:br>
              <a:rPr lang="ru-RU" dirty="0"/>
            </a:b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AE82418-9659-971D-3B74-09069F9AF24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975481721"/>
              </p:ext>
            </p:extLst>
          </p:nvPr>
        </p:nvGraphicFramePr>
        <p:xfrm>
          <a:off x="6230391" y="2011680"/>
          <a:ext cx="4754880" cy="4206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123750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Яка </a:t>
            </a:r>
            <a:r>
              <a:rPr lang="ru-RU" dirty="0" err="1"/>
              <a:t>подія</a:t>
            </a:r>
            <a:r>
              <a:rPr lang="ru-RU" dirty="0"/>
              <a:t> </a:t>
            </a:r>
            <a:r>
              <a:rPr lang="ru-RU" dirty="0" err="1"/>
              <a:t>відбулася</a:t>
            </a:r>
            <a:r>
              <a:rPr lang="ru-RU" dirty="0"/>
              <a:t> в 1569 р.?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97ECBE96-6B38-0035-9EE7-1965C747FAE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9325760"/>
              </p:ext>
            </p:extLst>
          </p:nvPr>
        </p:nvGraphicFramePr>
        <p:xfrm>
          <a:off x="1205344" y="2011680"/>
          <a:ext cx="4754880" cy="4206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DAF8E67D-E565-6362-FB5F-E3B807A9570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3920589"/>
              </p:ext>
            </p:extLst>
          </p:nvPr>
        </p:nvGraphicFramePr>
        <p:xfrm>
          <a:off x="6230391" y="2011680"/>
          <a:ext cx="4754880" cy="4206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4088510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6094D3-57E3-2C63-776A-3C3CBA645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Берестейську церковну унію укладено</a:t>
            </a:r>
          </a:p>
        </p:txBody>
      </p:sp>
      <p:graphicFrame>
        <p:nvGraphicFramePr>
          <p:cNvPr id="7" name="Місце для вмісту 6">
            <a:extLst>
              <a:ext uri="{FF2B5EF4-FFF2-40B4-BE49-F238E27FC236}">
                <a16:creationId xmlns:a16="http://schemas.microsoft.com/office/drawing/2014/main" id="{499A6EBB-8742-34A0-D0AA-AE0FCCBEE8D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505813961"/>
              </p:ext>
            </p:extLst>
          </p:nvPr>
        </p:nvGraphicFramePr>
        <p:xfrm>
          <a:off x="1204913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Місце для вмісту 5">
            <a:extLst>
              <a:ext uri="{FF2B5EF4-FFF2-40B4-BE49-F238E27FC236}">
                <a16:creationId xmlns:a16="http://schemas.microsoft.com/office/drawing/2014/main" id="{122F9C8D-55CB-A398-E83E-D22B59E7ABD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5938413" y="2874007"/>
            <a:ext cx="6253587" cy="2020134"/>
          </a:xfrm>
        </p:spPr>
      </p:pic>
    </p:spTree>
    <p:extLst>
      <p:ext uri="{BB962C8B-B14F-4D97-AF65-F5344CB8AC3E}">
        <p14:creationId xmlns:p14="http://schemas.microsoft.com/office/powerpoint/2010/main" val="11260908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ru-RU" dirty="0"/>
            </a:br>
            <a:r>
              <a:rPr lang="ru-RU" dirty="0"/>
              <a:t>Яку </a:t>
            </a:r>
            <a:r>
              <a:rPr lang="ru-RU" dirty="0" err="1"/>
              <a:t>подію</a:t>
            </a:r>
            <a:r>
              <a:rPr lang="ru-RU" dirty="0"/>
              <a:t> описано в </a:t>
            </a:r>
            <a:r>
              <a:rPr lang="ru-RU" dirty="0" err="1"/>
              <a:t>уривку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: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i="1" dirty="0"/>
              <a:t>«…</a:t>
            </a:r>
            <a:r>
              <a:rPr lang="ru-RU" i="1" dirty="0" err="1"/>
              <a:t>стараннями</a:t>
            </a:r>
            <a:r>
              <a:rPr lang="ru-RU" i="1" dirty="0"/>
              <a:t> </a:t>
            </a:r>
            <a:r>
              <a:rPr lang="ru-RU" i="1" dirty="0" err="1"/>
              <a:t>преподобних</a:t>
            </a:r>
            <a:r>
              <a:rPr lang="ru-RU" i="1" dirty="0"/>
              <a:t> </a:t>
            </a:r>
            <a:r>
              <a:rPr lang="ru-RU" i="1" dirty="0" err="1"/>
              <a:t>отців</a:t>
            </a:r>
            <a:r>
              <a:rPr lang="ru-RU" i="1" dirty="0"/>
              <a:t> </a:t>
            </a:r>
            <a:r>
              <a:rPr lang="ru-RU" i="1" dirty="0" err="1"/>
              <a:t>Іпатія</a:t>
            </a:r>
            <a:r>
              <a:rPr lang="ru-RU" i="1" dirty="0"/>
              <a:t> </a:t>
            </a:r>
            <a:r>
              <a:rPr lang="ru-RU" i="1" dirty="0" err="1"/>
              <a:t>Потія</a:t>
            </a:r>
            <a:r>
              <a:rPr lang="ru-RU" i="1" dirty="0"/>
              <a:t> та </a:t>
            </a:r>
            <a:r>
              <a:rPr lang="ru-RU" i="1" dirty="0" err="1"/>
              <a:t>Кирила</a:t>
            </a:r>
            <a:r>
              <a:rPr lang="ru-RU" i="1" dirty="0"/>
              <a:t> </a:t>
            </a:r>
            <a:r>
              <a:rPr lang="ru-RU" i="1" dirty="0" err="1"/>
              <a:t>Терлецького</a:t>
            </a:r>
            <a:r>
              <a:rPr lang="ru-RU" i="1" dirty="0"/>
              <a:t>, </a:t>
            </a:r>
            <a:r>
              <a:rPr lang="ru-RU" i="1" dirty="0" err="1"/>
              <a:t>узгодивши</a:t>
            </a:r>
            <a:r>
              <a:rPr lang="ru-RU" i="1" dirty="0"/>
              <a:t> </a:t>
            </a:r>
            <a:r>
              <a:rPr lang="ru-RU" i="1" dirty="0" err="1"/>
              <a:t>умови</a:t>
            </a:r>
            <a:r>
              <a:rPr lang="ru-RU" i="1" dirty="0"/>
              <a:t>, </a:t>
            </a:r>
            <a:r>
              <a:rPr lang="ru-RU" i="1" dirty="0" err="1"/>
              <a:t>необхідні</a:t>
            </a:r>
            <a:r>
              <a:rPr lang="ru-RU" i="1" dirty="0"/>
              <a:t> </a:t>
            </a:r>
            <a:r>
              <a:rPr lang="ru-RU" i="1" dirty="0" err="1"/>
              <a:t>Церкві</a:t>
            </a:r>
            <a:r>
              <a:rPr lang="ru-RU" i="1" dirty="0"/>
              <a:t> </a:t>
            </a:r>
            <a:r>
              <a:rPr lang="ru-RU" i="1" dirty="0" err="1"/>
              <a:t>нашій</a:t>
            </a:r>
            <a:r>
              <a:rPr lang="ru-RU" i="1" dirty="0"/>
              <a:t>, приступили до святого </a:t>
            </a:r>
            <a:r>
              <a:rPr lang="ru-RU" i="1" dirty="0" err="1"/>
              <a:t>з’єднання</a:t>
            </a:r>
            <a:r>
              <a:rPr lang="ru-RU" i="1" dirty="0"/>
              <a:t> з </a:t>
            </a:r>
            <a:r>
              <a:rPr lang="ru-RU" i="1" dirty="0" err="1"/>
              <a:t>Римською</a:t>
            </a:r>
            <a:r>
              <a:rPr lang="ru-RU" i="1" dirty="0"/>
              <a:t> </a:t>
            </a:r>
            <a:r>
              <a:rPr lang="ru-RU" i="1" dirty="0" err="1"/>
              <a:t>Церквою</a:t>
            </a:r>
            <a:r>
              <a:rPr lang="ru-RU" i="1" dirty="0"/>
              <a:t>»?</a:t>
            </a:r>
            <a:endParaRPr lang="ru-RU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C912424-AE17-64F2-FF51-8BEC1A3D5F7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387862789"/>
              </p:ext>
            </p:extLst>
          </p:nvPr>
        </p:nvGraphicFramePr>
        <p:xfrm>
          <a:off x="6230391" y="2011680"/>
          <a:ext cx="4754880" cy="4206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410392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396A1F-1DFA-E32F-9424-22DAAA8FB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Прочитайте </a:t>
            </a:r>
            <a:r>
              <a:rPr lang="ru-RU" dirty="0" err="1"/>
              <a:t>уривок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 та дайте </a:t>
            </a:r>
            <a:r>
              <a:rPr lang="ru-RU" dirty="0" err="1"/>
              <a:t>відповідь</a:t>
            </a:r>
            <a:r>
              <a:rPr lang="ru-RU" dirty="0"/>
              <a:t> на </a:t>
            </a:r>
            <a:r>
              <a:rPr lang="ru-RU" dirty="0" err="1"/>
              <a:t>запитання</a:t>
            </a:r>
            <a:r>
              <a:rPr lang="ru-RU" dirty="0"/>
              <a:t>.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98ECA3B-ED19-8441-9E70-8E488D0480F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«</a:t>
            </a:r>
            <a:r>
              <a:rPr lang="ru-RU" dirty="0" err="1"/>
              <a:t>Найдорожчому</a:t>
            </a:r>
            <a:r>
              <a:rPr lang="ru-RU" dirty="0"/>
              <a:t> во </a:t>
            </a:r>
            <a:r>
              <a:rPr lang="ru-RU" dirty="0" err="1"/>
              <a:t>Христі</a:t>
            </a:r>
            <a:r>
              <a:rPr lang="ru-RU" dirty="0"/>
              <a:t> </a:t>
            </a:r>
            <a:r>
              <a:rPr lang="ru-RU" dirty="0" err="1"/>
              <a:t>сину</a:t>
            </a:r>
            <a:r>
              <a:rPr lang="ru-RU" dirty="0"/>
              <a:t> </a:t>
            </a:r>
            <a:r>
              <a:rPr lang="ru-RU" dirty="0" err="1"/>
              <a:t>нашому</a:t>
            </a:r>
            <a:r>
              <a:rPr lang="ru-RU" dirty="0"/>
              <a:t> </a:t>
            </a:r>
            <a:r>
              <a:rPr lang="ru-RU" dirty="0" err="1"/>
              <a:t>Сигізмунду</a:t>
            </a:r>
            <a:r>
              <a:rPr lang="ru-RU" dirty="0"/>
              <a:t> ІІІ, славному королю </a:t>
            </a:r>
            <a:r>
              <a:rPr lang="ru-RU" dirty="0" err="1"/>
              <a:t>Польщі</a:t>
            </a:r>
            <a:r>
              <a:rPr lang="ru-RU" dirty="0"/>
              <a:t>, папа </a:t>
            </a:r>
            <a:r>
              <a:rPr lang="ru-RU" dirty="0" err="1"/>
              <a:t>Климентій</a:t>
            </a:r>
            <a:r>
              <a:rPr lang="ru-RU" dirty="0"/>
              <a:t> VIII </a:t>
            </a:r>
            <a:r>
              <a:rPr lang="ru-RU" dirty="0" err="1"/>
              <a:t>посилає</a:t>
            </a:r>
            <a:r>
              <a:rPr lang="ru-RU" dirty="0"/>
              <a:t> </a:t>
            </a:r>
            <a:r>
              <a:rPr lang="ru-RU" dirty="0" err="1"/>
              <a:t>привіт</a:t>
            </a:r>
            <a:r>
              <a:rPr lang="ru-RU" dirty="0"/>
              <a:t>. Думаю, </a:t>
            </a:r>
            <a:r>
              <a:rPr lang="ru-RU" dirty="0" err="1"/>
              <a:t>що</a:t>
            </a:r>
            <a:r>
              <a:rPr lang="ru-RU" dirty="0"/>
              <a:t> не треба </a:t>
            </a:r>
            <a:r>
              <a:rPr lang="ru-RU" dirty="0" err="1"/>
              <a:t>пояснювати</a:t>
            </a:r>
            <a:r>
              <a:rPr lang="ru-RU" dirty="0"/>
              <a:t>, як </a:t>
            </a:r>
            <a:r>
              <a:rPr lang="ru-RU" dirty="0" err="1"/>
              <a:t>близько</a:t>
            </a:r>
            <a:r>
              <a:rPr lang="ru-RU" dirty="0"/>
              <a:t> ми </a:t>
            </a:r>
            <a:r>
              <a:rPr lang="ru-RU" dirty="0" err="1"/>
              <a:t>беремо</a:t>
            </a:r>
            <a:r>
              <a:rPr lang="ru-RU" dirty="0"/>
              <a:t> до </a:t>
            </a:r>
            <a:r>
              <a:rPr lang="ru-RU" dirty="0" err="1"/>
              <a:t>серця</a:t>
            </a:r>
            <a:r>
              <a:rPr lang="ru-RU" dirty="0"/>
              <a:t> </a:t>
            </a:r>
            <a:r>
              <a:rPr lang="ru-RU" dirty="0" err="1"/>
              <a:t>спасіння</a:t>
            </a:r>
            <a:r>
              <a:rPr lang="ru-RU" dirty="0"/>
              <a:t> руського народу. </a:t>
            </a:r>
            <a:r>
              <a:rPr lang="ru-RU" dirty="0" err="1"/>
              <a:t>Зважаючи</a:t>
            </a:r>
            <a:r>
              <a:rPr lang="ru-RU" dirty="0"/>
              <a:t> на </a:t>
            </a:r>
            <a:r>
              <a:rPr lang="ru-RU" dirty="0" err="1"/>
              <a:t>важливість</a:t>
            </a:r>
            <a:r>
              <a:rPr lang="ru-RU" dirty="0"/>
              <a:t> </a:t>
            </a:r>
            <a:r>
              <a:rPr lang="ru-RU" dirty="0" err="1"/>
              <a:t>справи</a:t>
            </a:r>
            <a:r>
              <a:rPr lang="ru-RU" dirty="0"/>
              <a:t> і нашу </a:t>
            </a:r>
            <a:r>
              <a:rPr lang="ru-RU" dirty="0" err="1"/>
              <a:t>пастирську</a:t>
            </a:r>
            <a:r>
              <a:rPr lang="ru-RU" dirty="0"/>
              <a:t> </a:t>
            </a:r>
            <a:r>
              <a:rPr lang="ru-RU" dirty="0" err="1"/>
              <a:t>турботу</a:t>
            </a:r>
            <a:r>
              <a:rPr lang="ru-RU" dirty="0"/>
              <a:t>, ми </a:t>
            </a:r>
            <a:r>
              <a:rPr lang="ru-RU" dirty="0" err="1"/>
              <a:t>доручаємо</a:t>
            </a:r>
            <a:r>
              <a:rPr lang="ru-RU" dirty="0"/>
              <a:t> справу </a:t>
            </a:r>
            <a:r>
              <a:rPr lang="ru-RU" dirty="0" err="1"/>
              <a:t>твоїй</a:t>
            </a:r>
            <a:r>
              <a:rPr lang="ru-RU" dirty="0"/>
              <a:t> </a:t>
            </a:r>
            <a:r>
              <a:rPr lang="ru-RU" dirty="0" err="1"/>
              <a:t>величності</a:t>
            </a:r>
            <a:r>
              <a:rPr lang="ru-RU" dirty="0"/>
              <a:t> і </a:t>
            </a:r>
            <a:r>
              <a:rPr lang="ru-RU" dirty="0" err="1"/>
              <a:t>посилаємо</a:t>
            </a:r>
            <a:r>
              <a:rPr lang="ru-RU" dirty="0"/>
              <a:t> наше </a:t>
            </a:r>
            <a:r>
              <a:rPr lang="ru-RU" dirty="0" err="1"/>
              <a:t>апостольське</a:t>
            </a:r>
            <a:r>
              <a:rPr lang="ru-RU" dirty="0"/>
              <a:t> </a:t>
            </a:r>
            <a:r>
              <a:rPr lang="ru-RU" dirty="0" err="1"/>
              <a:t>благословення</a:t>
            </a:r>
            <a:r>
              <a:rPr lang="ru-RU" dirty="0"/>
              <a:t>».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264CBBBE-DAC8-4E0A-B5FD-53F20A613DF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dirty="0"/>
              <a:t>Яку справу </a:t>
            </a:r>
            <a:r>
              <a:rPr lang="ru-RU" dirty="0" err="1"/>
              <a:t>доручив</a:t>
            </a:r>
            <a:r>
              <a:rPr lang="ru-RU" dirty="0"/>
              <a:t> Папа </a:t>
            </a:r>
            <a:r>
              <a:rPr lang="ru-RU" dirty="0" err="1"/>
              <a:t>Римський</a:t>
            </a:r>
            <a:r>
              <a:rPr lang="ru-RU" dirty="0"/>
              <a:t> </a:t>
            </a:r>
            <a:r>
              <a:rPr lang="ru-RU" dirty="0" err="1"/>
              <a:t>польському</a:t>
            </a:r>
            <a:r>
              <a:rPr lang="ru-RU" dirty="0"/>
              <a:t> королю?</a:t>
            </a:r>
          </a:p>
          <a:p>
            <a:pPr algn="l"/>
            <a:r>
              <a:rPr lang="uk-UA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придушити повстання під проводом Б. Хмельницького</a:t>
            </a:r>
          </a:p>
          <a:p>
            <a:pPr algn="l"/>
            <a:r>
              <a:rPr lang="uk-UA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організувати хрестовий похід проти Османської імперії</a:t>
            </a:r>
          </a:p>
          <a:p>
            <a:pPr algn="l"/>
            <a:r>
              <a:rPr lang="uk-UA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сприяти діяльності православних церковних братств</a:t>
            </a:r>
          </a:p>
          <a:p>
            <a:pPr algn="l"/>
            <a:r>
              <a:rPr lang="uk-UA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укласти унію між католицькою і православною церквами</a:t>
            </a:r>
          </a:p>
          <a:p>
            <a:endParaRPr lang="uk-UA" dirty="0"/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9226584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Прочитайте </a:t>
            </a:r>
            <a:r>
              <a:rPr lang="ru-RU" dirty="0" err="1"/>
              <a:t>уривок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. Коли </a:t>
            </a:r>
            <a:r>
              <a:rPr lang="ru-RU" dirty="0" err="1"/>
              <a:t>відбулася</a:t>
            </a:r>
            <a:r>
              <a:rPr lang="ru-RU" dirty="0"/>
              <a:t> </a:t>
            </a:r>
            <a:r>
              <a:rPr lang="ru-RU" dirty="0" err="1"/>
              <a:t>подія</a:t>
            </a:r>
            <a:r>
              <a:rPr lang="ru-RU" dirty="0"/>
              <a:t>, про яку </a:t>
            </a:r>
            <a:r>
              <a:rPr lang="ru-RU" dirty="0" err="1"/>
              <a:t>йдеться</a:t>
            </a:r>
            <a:r>
              <a:rPr lang="ru-RU" dirty="0"/>
              <a:t> в </a:t>
            </a:r>
            <a:r>
              <a:rPr lang="ru-RU" dirty="0" err="1"/>
              <a:t>уривку</a:t>
            </a:r>
            <a:r>
              <a:rPr lang="ru-RU" dirty="0"/>
              <a:t>?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«</a:t>
            </a:r>
            <a:r>
              <a:rPr lang="ru-RU" i="1" dirty="0"/>
              <a:t>Ми з Богом </a:t>
            </a:r>
            <a:r>
              <a:rPr lang="ru-RU" i="1" dirty="0" err="1"/>
              <a:t>зібрані</a:t>
            </a:r>
            <a:r>
              <a:rPr lang="ru-RU" i="1" dirty="0"/>
              <a:t> на </a:t>
            </a:r>
            <a:r>
              <a:rPr lang="ru-RU" i="1" dirty="0" err="1"/>
              <a:t>черговім</a:t>
            </a:r>
            <a:r>
              <a:rPr lang="ru-RU" i="1" dirty="0"/>
              <a:t> </a:t>
            </a:r>
            <a:r>
              <a:rPr lang="ru-RU" i="1" dirty="0" err="1"/>
              <a:t>соборі</a:t>
            </a:r>
            <a:r>
              <a:rPr lang="ru-RU" i="1" dirty="0"/>
              <a:t> в </a:t>
            </a:r>
            <a:r>
              <a:rPr lang="ru-RU" i="1" dirty="0" err="1"/>
              <a:t>Бересті</a:t>
            </a:r>
            <a:r>
              <a:rPr lang="ru-RU" i="1" dirty="0"/>
              <a:t>, у </a:t>
            </a:r>
            <a:r>
              <a:rPr lang="ru-RU" i="1" dirty="0" err="1"/>
              <a:t>соборній</a:t>
            </a:r>
            <a:r>
              <a:rPr lang="ru-RU" i="1" dirty="0"/>
              <a:t> </a:t>
            </a:r>
            <a:r>
              <a:rPr lang="ru-RU" i="1" dirty="0" err="1"/>
              <a:t>церкві</a:t>
            </a:r>
            <a:r>
              <a:rPr lang="ru-RU" i="1" dirty="0"/>
              <a:t> святого </a:t>
            </a:r>
            <a:r>
              <a:rPr lang="ru-RU" i="1" dirty="0" err="1"/>
              <a:t>Миколая</a:t>
            </a:r>
            <a:r>
              <a:rPr lang="ru-RU" i="1" dirty="0"/>
              <a:t>, Митрополит і </a:t>
            </a:r>
            <a:r>
              <a:rPr lang="ru-RU" i="1" dirty="0" err="1"/>
              <a:t>єпископи</a:t>
            </a:r>
            <a:r>
              <a:rPr lang="ru-RU" i="1" dirty="0"/>
              <a:t> </a:t>
            </a:r>
            <a:r>
              <a:rPr lang="ru-RU" i="1" dirty="0" err="1"/>
              <a:t>грецького</a:t>
            </a:r>
            <a:r>
              <a:rPr lang="ru-RU" i="1" dirty="0"/>
              <a:t> обряду, </a:t>
            </a:r>
            <a:r>
              <a:rPr lang="ru-RU" i="1" dirty="0" err="1"/>
              <a:t>нижче</a:t>
            </a:r>
            <a:r>
              <a:rPr lang="ru-RU" i="1" dirty="0"/>
              <a:t> </a:t>
            </a:r>
            <a:r>
              <a:rPr lang="ru-RU" i="1" dirty="0" err="1"/>
              <a:t>підписані</a:t>
            </a:r>
            <a:r>
              <a:rPr lang="ru-RU" i="1" dirty="0"/>
              <a:t>, на </a:t>
            </a:r>
            <a:r>
              <a:rPr lang="ru-RU" i="1" dirty="0" err="1"/>
              <a:t>вічну</a:t>
            </a:r>
            <a:r>
              <a:rPr lang="ru-RU" i="1" dirty="0"/>
              <a:t> </a:t>
            </a:r>
            <a:r>
              <a:rPr lang="ru-RU" i="1" dirty="0" err="1"/>
              <a:t>пам’ять</a:t>
            </a:r>
            <a:r>
              <a:rPr lang="ru-RU" i="1" dirty="0"/>
              <a:t> </a:t>
            </a:r>
            <a:r>
              <a:rPr lang="ru-RU" i="1" dirty="0" err="1"/>
              <a:t>проголошуємо</a:t>
            </a:r>
            <a:r>
              <a:rPr lang="ru-RU" i="1" dirty="0"/>
              <a:t>, </a:t>
            </a:r>
            <a:r>
              <a:rPr lang="ru-RU" i="1" dirty="0" err="1"/>
              <a:t>щоб</a:t>
            </a:r>
            <a:r>
              <a:rPr lang="ru-RU" i="1" dirty="0"/>
              <a:t> </a:t>
            </a:r>
            <a:r>
              <a:rPr lang="ru-RU" i="1" dirty="0" err="1"/>
              <a:t>найвищий</a:t>
            </a:r>
            <a:r>
              <a:rPr lang="ru-RU" i="1" dirty="0"/>
              <a:t> </a:t>
            </a:r>
            <a:r>
              <a:rPr lang="ru-RU" i="1" dirty="0" err="1"/>
              <a:t>пастир</a:t>
            </a:r>
            <a:r>
              <a:rPr lang="ru-RU" i="1" dirty="0"/>
              <a:t> </a:t>
            </a:r>
            <a:r>
              <a:rPr lang="ru-RU" i="1" dirty="0" err="1"/>
              <a:t>Вселенської</a:t>
            </a:r>
            <a:r>
              <a:rPr lang="ru-RU" i="1" dirty="0"/>
              <a:t> </a:t>
            </a:r>
            <a:r>
              <a:rPr lang="ru-RU" i="1" dirty="0" err="1"/>
              <a:t>Католицької</a:t>
            </a:r>
            <a:r>
              <a:rPr lang="ru-RU" i="1" dirty="0"/>
              <a:t> церкви </a:t>
            </a:r>
            <a:r>
              <a:rPr lang="ru-RU" i="1" dirty="0" err="1"/>
              <a:t>прийняв</a:t>
            </a:r>
            <a:r>
              <a:rPr lang="ru-RU" i="1" dirty="0"/>
              <a:t> нас </a:t>
            </a:r>
            <a:r>
              <a:rPr lang="ru-RU" i="1" dirty="0" err="1"/>
              <a:t>під</a:t>
            </a:r>
            <a:r>
              <a:rPr lang="ru-RU" i="1" dirty="0"/>
              <a:t> </a:t>
            </a:r>
            <a:r>
              <a:rPr lang="ru-RU" i="1" dirty="0" err="1"/>
              <a:t>свій</a:t>
            </a:r>
            <a:r>
              <a:rPr lang="ru-RU" i="1" dirty="0"/>
              <a:t> послух…</a:t>
            </a:r>
            <a:r>
              <a:rPr lang="ru-RU" dirty="0"/>
              <a:t>»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1596 р.</a:t>
            </a:r>
          </a:p>
          <a:p>
            <a:r>
              <a:rPr lang="ru-RU" dirty="0"/>
              <a:t>1620 р.</a:t>
            </a:r>
          </a:p>
          <a:p>
            <a:r>
              <a:rPr lang="ru-RU" dirty="0"/>
              <a:t>1632 р.</a:t>
            </a:r>
          </a:p>
          <a:p>
            <a:r>
              <a:rPr lang="ru-RU" dirty="0"/>
              <a:t>1649 р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78002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76BB2F-BEA6-BC2A-11D1-CBFB39682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Процес</a:t>
            </a:r>
            <a:r>
              <a:rPr lang="ru-RU" dirty="0"/>
              <a:t> </a:t>
            </a:r>
            <a:r>
              <a:rPr lang="ru-RU" dirty="0" err="1"/>
              <a:t>оформлення</a:t>
            </a:r>
            <a:r>
              <a:rPr lang="ru-RU" dirty="0"/>
              <a:t> </a:t>
            </a:r>
            <a:r>
              <a:rPr lang="ru-RU" dirty="0" err="1"/>
              <a:t>козацтва</a:t>
            </a:r>
            <a:r>
              <a:rPr lang="ru-RU" dirty="0"/>
              <a:t> в </a:t>
            </a:r>
            <a:r>
              <a:rPr lang="ru-RU" dirty="0" err="1"/>
              <a:t>окремий</a:t>
            </a:r>
            <a:r>
              <a:rPr lang="ru-RU" dirty="0"/>
              <a:t> </a:t>
            </a:r>
            <a:r>
              <a:rPr lang="ru-RU" dirty="0" err="1"/>
              <a:t>соціальний</a:t>
            </a:r>
            <a:r>
              <a:rPr lang="ru-RU" dirty="0"/>
              <a:t> стан </a:t>
            </a:r>
            <a:r>
              <a:rPr lang="ru-RU" dirty="0" err="1"/>
              <a:t>Речі</a:t>
            </a:r>
            <a:r>
              <a:rPr lang="ru-RU" dirty="0"/>
              <a:t> </a:t>
            </a:r>
            <a:r>
              <a:rPr lang="ru-RU" dirty="0" err="1"/>
              <a:t>Посполитої</a:t>
            </a:r>
            <a:r>
              <a:rPr lang="ru-RU" dirty="0"/>
              <a:t> </a:t>
            </a:r>
            <a:r>
              <a:rPr lang="ru-RU" dirty="0" err="1"/>
              <a:t>започатковано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12888C16-4EDE-C6EF-71C2-9EE21A84E6C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421300399"/>
              </p:ext>
            </p:extLst>
          </p:nvPr>
        </p:nvGraphicFramePr>
        <p:xfrm>
          <a:off x="1204913" y="2011363"/>
          <a:ext cx="4754562" cy="4206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Місце для вмісту 6">
            <a:extLst>
              <a:ext uri="{FF2B5EF4-FFF2-40B4-BE49-F238E27FC236}">
                <a16:creationId xmlns:a16="http://schemas.microsoft.com/office/drawing/2014/main" id="{2EA05687-308A-0BD2-6E0D-E77F0E454CF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6669611" y="2342903"/>
            <a:ext cx="3877216" cy="3543795"/>
          </a:xfrm>
        </p:spPr>
      </p:pic>
    </p:spTree>
    <p:extLst>
      <p:ext uri="{BB962C8B-B14F-4D97-AF65-F5344CB8AC3E}">
        <p14:creationId xmlns:p14="http://schemas.microsoft.com/office/powerpoint/2010/main" val="24560138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dirty="0" err="1"/>
              <a:t>Адміністративно-територіальна</a:t>
            </a:r>
            <a:r>
              <a:rPr lang="ru-RU" sz="2800" dirty="0"/>
              <a:t> </a:t>
            </a:r>
            <a:r>
              <a:rPr lang="ru-RU" sz="2800" dirty="0" err="1"/>
              <a:t>одиниця</a:t>
            </a:r>
            <a:r>
              <a:rPr lang="ru-RU" sz="2800" dirty="0"/>
              <a:t> на </a:t>
            </a:r>
            <a:r>
              <a:rPr lang="ru-RU" sz="2800" dirty="0" err="1"/>
              <a:t>українських</a:t>
            </a:r>
            <a:r>
              <a:rPr lang="ru-RU" sz="2800" dirty="0"/>
              <a:t> землях у </a:t>
            </a:r>
            <a:r>
              <a:rPr lang="ru-RU" sz="2800" dirty="0" err="1"/>
              <a:t>складі</a:t>
            </a:r>
            <a:r>
              <a:rPr lang="ru-RU" sz="2800" dirty="0"/>
              <a:t> Великого </a:t>
            </a:r>
            <a:r>
              <a:rPr lang="ru-RU" sz="2800" dirty="0" err="1"/>
              <a:t>князівства</a:t>
            </a:r>
            <a:r>
              <a:rPr lang="ru-RU" sz="2800" dirty="0"/>
              <a:t> </a:t>
            </a:r>
            <a:r>
              <a:rPr lang="ru-RU" sz="2800" dirty="0" err="1"/>
              <a:t>Литовського</a:t>
            </a:r>
            <a:r>
              <a:rPr lang="ru-RU" sz="2800" dirty="0"/>
              <a:t> та </a:t>
            </a:r>
            <a:r>
              <a:rPr lang="ru-RU" sz="2800" dirty="0" err="1"/>
              <a:t>Корони</a:t>
            </a:r>
            <a:r>
              <a:rPr lang="ru-RU" sz="2800" dirty="0"/>
              <a:t> </a:t>
            </a:r>
            <a:r>
              <a:rPr lang="ru-RU" sz="2800" dirty="0" err="1"/>
              <a:t>Польської</a:t>
            </a:r>
            <a:r>
              <a:rPr lang="ru-RU" sz="2800" dirty="0"/>
              <a:t> в XV–XVIII ст. – </a:t>
            </a:r>
            <a:r>
              <a:rPr lang="ru-RU" sz="2800" dirty="0" err="1"/>
              <a:t>цу</a:t>
            </a:r>
            <a:endParaRPr lang="ru-RU" sz="28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9B92AE6-7F55-D203-5BA4-5EFADF076E3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098809560"/>
              </p:ext>
            </p:extLst>
          </p:nvPr>
        </p:nvGraphicFramePr>
        <p:xfrm>
          <a:off x="1205344" y="2011680"/>
          <a:ext cx="4754880" cy="4206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00589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10BE05-A586-7914-F255-EDFAE6E70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620" y="284176"/>
            <a:ext cx="11287432" cy="1508760"/>
          </a:xfrm>
        </p:spPr>
        <p:txBody>
          <a:bodyPr>
            <a:noAutofit/>
          </a:bodyPr>
          <a:lstStyle/>
          <a:p>
            <a:r>
              <a:rPr lang="ru-RU" sz="3200" dirty="0" err="1"/>
              <a:t>Установіть</a:t>
            </a:r>
            <a:r>
              <a:rPr lang="ru-RU" sz="3200" dirty="0"/>
              <a:t> </a:t>
            </a:r>
            <a:r>
              <a:rPr lang="ru-RU" sz="3200" dirty="0" err="1"/>
              <a:t>відповідність</a:t>
            </a:r>
            <a:r>
              <a:rPr lang="ru-RU" sz="3200" dirty="0"/>
              <a:t> </a:t>
            </a:r>
            <a:r>
              <a:rPr lang="ru-RU" sz="3200" dirty="0" err="1"/>
              <a:t>між</a:t>
            </a:r>
            <a:r>
              <a:rPr lang="ru-RU" sz="3200" dirty="0"/>
              <a:t> </a:t>
            </a:r>
            <a:r>
              <a:rPr lang="ru-RU" sz="3200" dirty="0" err="1"/>
              <a:t>назвами</a:t>
            </a:r>
            <a:r>
              <a:rPr lang="ru-RU" sz="3200" dirty="0"/>
              <a:t> </a:t>
            </a:r>
            <a:r>
              <a:rPr lang="ru-RU" sz="3200" dirty="0" err="1"/>
              <a:t>воєводств</a:t>
            </a:r>
            <a:r>
              <a:rPr lang="ru-RU" sz="3200" dirty="0"/>
              <a:t> </a:t>
            </a:r>
            <a:r>
              <a:rPr lang="ru-RU" sz="3200" dirty="0" err="1"/>
              <a:t>Речі</a:t>
            </a:r>
            <a:r>
              <a:rPr lang="ru-RU" sz="3200" dirty="0"/>
              <a:t> </a:t>
            </a:r>
            <a:r>
              <a:rPr lang="ru-RU" sz="3200" dirty="0" err="1"/>
              <a:t>Посполитої</a:t>
            </a:r>
            <a:r>
              <a:rPr lang="ru-RU" sz="3200" dirty="0"/>
              <a:t>, </a:t>
            </a:r>
            <a:r>
              <a:rPr lang="ru-RU" sz="3200" dirty="0" err="1"/>
              <a:t>утворених</a:t>
            </a:r>
            <a:r>
              <a:rPr lang="ru-RU" sz="3200" dirty="0"/>
              <a:t> на </a:t>
            </a:r>
            <a:r>
              <a:rPr lang="ru-RU" sz="3200" dirty="0" err="1"/>
              <a:t>українських</a:t>
            </a:r>
            <a:r>
              <a:rPr lang="ru-RU" sz="3200" dirty="0"/>
              <a:t> землях, та </a:t>
            </a:r>
            <a:r>
              <a:rPr lang="ru-RU" sz="3200" dirty="0" err="1"/>
              <a:t>їхніми</a:t>
            </a:r>
            <a:r>
              <a:rPr lang="ru-RU" sz="3200" dirty="0"/>
              <a:t> </a:t>
            </a:r>
            <a:r>
              <a:rPr lang="ru-RU" sz="3200" dirty="0" err="1"/>
              <a:t>теренами</a:t>
            </a:r>
            <a:r>
              <a:rPr lang="ru-RU" sz="3200" dirty="0"/>
              <a:t>, </a:t>
            </a:r>
            <a:r>
              <a:rPr lang="ru-RU" sz="3200" dirty="0" err="1"/>
              <a:t>позначеними</a:t>
            </a:r>
            <a:r>
              <a:rPr lang="ru-RU" sz="3200" dirty="0"/>
              <a:t> на </a:t>
            </a:r>
            <a:r>
              <a:rPr lang="ru-RU" sz="3200" dirty="0" err="1"/>
              <a:t>карті</a:t>
            </a:r>
            <a:r>
              <a:rPr lang="ru-RU" sz="3200" dirty="0"/>
              <a:t>.</a:t>
            </a:r>
            <a:endParaRPr lang="uk-UA" sz="32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BF3EAD0-F2FD-947F-3EEA-9C2D9E4D8417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06" y="1916468"/>
            <a:ext cx="6595330" cy="487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84C7D531-11FC-F1C8-A4AC-00BD27F68F1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472663690"/>
              </p:ext>
            </p:extLst>
          </p:nvPr>
        </p:nvGraphicFramePr>
        <p:xfrm>
          <a:off x="7496635" y="1875291"/>
          <a:ext cx="1971829" cy="4959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687674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 </a:t>
            </a:r>
            <a:r>
              <a:rPr lang="ru-RU" dirty="0" err="1"/>
              <a:t>якому</a:t>
            </a:r>
            <a:r>
              <a:rPr lang="ru-RU" dirty="0"/>
              <a:t> </a:t>
            </a:r>
            <a:r>
              <a:rPr lang="ru-RU" dirty="0" err="1"/>
              <a:t>столітті</a:t>
            </a:r>
            <a:r>
              <a:rPr lang="ru-RU" dirty="0"/>
              <a:t> </a:t>
            </a:r>
            <a:r>
              <a:rPr lang="ru-RU" dirty="0" err="1"/>
              <a:t>відбулися</a:t>
            </a:r>
            <a:r>
              <a:rPr lang="ru-RU" dirty="0"/>
              <a:t> </a:t>
            </a:r>
            <a:r>
              <a:rPr lang="ru-RU" dirty="0" err="1"/>
              <a:t>описані</a:t>
            </a:r>
            <a:r>
              <a:rPr lang="ru-RU" dirty="0"/>
              <a:t> </a:t>
            </a:r>
            <a:r>
              <a:rPr lang="ru-RU" dirty="0" err="1"/>
              <a:t>події</a:t>
            </a:r>
            <a:r>
              <a:rPr lang="ru-RU" dirty="0"/>
              <a:t>?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i="1" dirty="0"/>
              <a:t>«...</a:t>
            </a:r>
            <a:r>
              <a:rPr lang="ru-RU" i="1" dirty="0" err="1"/>
              <a:t>Василій</a:t>
            </a:r>
            <a:r>
              <a:rPr lang="ru-RU" i="1" dirty="0"/>
              <a:t> </a:t>
            </a:r>
            <a:r>
              <a:rPr lang="ru-RU" i="1" dirty="0" err="1"/>
              <a:t>Іванович</a:t>
            </a:r>
            <a:r>
              <a:rPr lang="ru-RU" i="1" dirty="0"/>
              <a:t>, великий князь </a:t>
            </a:r>
            <a:r>
              <a:rPr lang="ru-RU" i="1" dirty="0" err="1"/>
              <a:t>московський</a:t>
            </a:r>
            <a:r>
              <a:rPr lang="ru-RU" i="1" dirty="0"/>
              <a:t>, взяв град </a:t>
            </a:r>
            <a:r>
              <a:rPr lang="ru-RU" i="1" dirty="0" err="1"/>
              <a:t>Смоленський</a:t>
            </a:r>
            <a:r>
              <a:rPr lang="ru-RU" i="1" dirty="0"/>
              <a:t>. Король </a:t>
            </a:r>
            <a:r>
              <a:rPr lang="ru-RU" i="1" dirty="0" err="1"/>
              <a:t>Сигізмунд</a:t>
            </a:r>
            <a:r>
              <a:rPr lang="ru-RU" i="1" dirty="0"/>
              <a:t>... послав </a:t>
            </a:r>
            <a:r>
              <a:rPr lang="ru-RU" i="1" dirty="0" err="1"/>
              <a:t>проти</a:t>
            </a:r>
            <a:r>
              <a:rPr lang="ru-RU" i="1" dirty="0"/>
              <a:t> </a:t>
            </a:r>
            <a:r>
              <a:rPr lang="ru-RU" i="1" dirty="0" err="1"/>
              <a:t>нього</a:t>
            </a:r>
            <a:r>
              <a:rPr lang="ru-RU" i="1" dirty="0"/>
              <a:t> </a:t>
            </a:r>
            <a:r>
              <a:rPr lang="ru-RU" i="1" dirty="0" err="1"/>
              <a:t>свого</a:t>
            </a:r>
            <a:r>
              <a:rPr lang="ru-RU" i="1" dirty="0"/>
              <a:t> </a:t>
            </a:r>
            <a:r>
              <a:rPr lang="ru-RU" i="1" dirty="0" err="1"/>
              <a:t>воєводу</a:t>
            </a:r>
            <a:r>
              <a:rPr lang="ru-RU" i="1" dirty="0"/>
              <a:t> князя </a:t>
            </a:r>
            <a:r>
              <a:rPr lang="ru-RU" i="1" dirty="0" err="1"/>
              <a:t>Костянтина</a:t>
            </a:r>
            <a:r>
              <a:rPr lang="ru-RU" i="1" dirty="0"/>
              <a:t> </a:t>
            </a:r>
            <a:r>
              <a:rPr lang="ru-RU" i="1" dirty="0" err="1"/>
              <a:t>Івановича</a:t>
            </a:r>
            <a:r>
              <a:rPr lang="ru-RU" i="1" dirty="0"/>
              <a:t> </a:t>
            </a:r>
            <a:r>
              <a:rPr lang="ru-RU" i="1" dirty="0" err="1"/>
              <a:t>Острозького</a:t>
            </a:r>
            <a:r>
              <a:rPr lang="ru-RU" i="1" dirty="0"/>
              <a:t>, старосту </a:t>
            </a:r>
            <a:r>
              <a:rPr lang="ru-RU" i="1" dirty="0" err="1"/>
              <a:t>луцького</a:t>
            </a:r>
            <a:r>
              <a:rPr lang="ru-RU" i="1" dirty="0"/>
              <a:t> і </a:t>
            </a:r>
            <a:r>
              <a:rPr lang="ru-RU" i="1" dirty="0" err="1"/>
              <a:t>брацлавського</a:t>
            </a:r>
            <a:r>
              <a:rPr lang="ru-RU" i="1" dirty="0"/>
              <a:t>, з </a:t>
            </a:r>
            <a:r>
              <a:rPr lang="ru-RU" i="1" dirty="0" err="1"/>
              <a:t>хоробрими</a:t>
            </a:r>
            <a:r>
              <a:rPr lang="ru-RU" i="1" dirty="0"/>
              <a:t> </a:t>
            </a:r>
            <a:r>
              <a:rPr lang="ru-RU" i="1" dirty="0" err="1"/>
              <a:t>воїнами</a:t>
            </a:r>
            <a:r>
              <a:rPr lang="ru-RU" i="1" dirty="0"/>
              <a:t> </a:t>
            </a:r>
            <a:r>
              <a:rPr lang="ru-RU" i="1" dirty="0" err="1"/>
              <a:t>литовськими</a:t>
            </a:r>
            <a:r>
              <a:rPr lang="ru-RU" i="1" dirty="0"/>
              <a:t> і </a:t>
            </a:r>
            <a:r>
              <a:rPr lang="ru-RU" i="1" dirty="0" err="1"/>
              <a:t>руськими</a:t>
            </a:r>
            <a:r>
              <a:rPr lang="ru-RU" i="1" dirty="0"/>
              <a:t>. І стали князь з </a:t>
            </a:r>
            <a:r>
              <a:rPr lang="ru-RU" i="1" dirty="0" err="1"/>
              <a:t>воїнами</a:t>
            </a:r>
            <a:r>
              <a:rPr lang="ru-RU" i="1" dirty="0"/>
              <a:t> </a:t>
            </a:r>
            <a:r>
              <a:rPr lang="ru-RU" i="1" dirty="0" err="1"/>
              <a:t>литовськими</a:t>
            </a:r>
            <a:r>
              <a:rPr lang="ru-RU" i="1" dirty="0"/>
              <a:t> </a:t>
            </a:r>
            <a:r>
              <a:rPr lang="ru-RU" i="1" dirty="0" err="1"/>
              <a:t>проти</a:t>
            </a:r>
            <a:r>
              <a:rPr lang="ru-RU" i="1" dirty="0"/>
              <a:t> </a:t>
            </a:r>
            <a:r>
              <a:rPr lang="ru-RU" i="1" dirty="0" err="1"/>
              <a:t>великої</a:t>
            </a:r>
            <a:r>
              <a:rPr lang="ru-RU" i="1" dirty="0"/>
              <a:t> </a:t>
            </a:r>
            <a:r>
              <a:rPr lang="ru-RU" i="1" dirty="0" err="1"/>
              <a:t>ворожої</a:t>
            </a:r>
            <a:r>
              <a:rPr lang="ru-RU" i="1" dirty="0"/>
              <a:t> </a:t>
            </a:r>
            <a:r>
              <a:rPr lang="ru-RU" i="1" dirty="0" err="1"/>
              <a:t>армії</a:t>
            </a:r>
            <a:r>
              <a:rPr lang="ru-RU" i="1" dirty="0"/>
              <a:t>, і вдарили та погубили </a:t>
            </a:r>
            <a:r>
              <a:rPr lang="ru-RU" i="1" dirty="0" err="1"/>
              <a:t>вісімдесят</a:t>
            </a:r>
            <a:r>
              <a:rPr lang="ru-RU" i="1" dirty="0"/>
              <a:t> </a:t>
            </a:r>
            <a:r>
              <a:rPr lang="ru-RU" i="1" dirty="0" err="1"/>
              <a:t>тисяч</a:t>
            </a:r>
            <a:r>
              <a:rPr lang="ru-RU" i="1" dirty="0"/>
              <a:t>, а </a:t>
            </a:r>
            <a:r>
              <a:rPr lang="ru-RU" i="1" dirty="0" err="1"/>
              <a:t>інших</a:t>
            </a:r>
            <a:r>
              <a:rPr lang="ru-RU" i="1" dirty="0"/>
              <a:t> в полон взяли»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X</a:t>
            </a:r>
            <a:r>
              <a:rPr lang="ru-RU" dirty="0"/>
              <a:t>І</a:t>
            </a:r>
            <a:r>
              <a:rPr lang="en-US" dirty="0"/>
              <a:t>V </a:t>
            </a:r>
            <a:r>
              <a:rPr lang="ru-RU" dirty="0"/>
              <a:t>ст.</a:t>
            </a:r>
          </a:p>
          <a:p>
            <a:r>
              <a:rPr lang="en-US" dirty="0"/>
              <a:t>XV </a:t>
            </a:r>
            <a:r>
              <a:rPr lang="ru-RU" dirty="0"/>
              <a:t>ст.</a:t>
            </a:r>
          </a:p>
          <a:p>
            <a:r>
              <a:rPr lang="en-US" dirty="0"/>
              <a:t>XV</a:t>
            </a:r>
            <a:r>
              <a:rPr lang="ru-RU" dirty="0"/>
              <a:t>І ст.</a:t>
            </a:r>
          </a:p>
          <a:p>
            <a:r>
              <a:rPr lang="en-US" dirty="0"/>
              <a:t>XV</a:t>
            </a:r>
            <a:r>
              <a:rPr lang="ru-RU" dirty="0"/>
              <a:t>ІІ </a:t>
            </a:r>
            <a:r>
              <a:rPr lang="ru-RU" dirty="0" err="1"/>
              <a:t>ст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079572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Яка </a:t>
            </a:r>
            <a:r>
              <a:rPr lang="ru-RU" dirty="0" err="1"/>
              <a:t>подія</a:t>
            </a:r>
            <a:r>
              <a:rPr lang="ru-RU" dirty="0"/>
              <a:t> </a:t>
            </a:r>
            <a:r>
              <a:rPr lang="ru-RU" dirty="0" err="1"/>
              <a:t>відбулася</a:t>
            </a:r>
            <a:r>
              <a:rPr lang="ru-RU" dirty="0"/>
              <a:t> в 1586 р.?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BB27BA33-AD05-3E79-7BD4-914E8F1B253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123944036"/>
              </p:ext>
            </p:extLst>
          </p:nvPr>
        </p:nvGraphicFramePr>
        <p:xfrm>
          <a:off x="1205344" y="2011680"/>
          <a:ext cx="4754880" cy="4206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90120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 фото </a:t>
            </a:r>
            <a:r>
              <a:rPr lang="ru-RU" dirty="0" err="1"/>
              <a:t>зображено</a:t>
            </a:r>
            <a:r>
              <a:rPr lang="ru-RU" dirty="0"/>
              <a:t> </a:t>
            </a:r>
            <a:r>
              <a:rPr lang="ru-RU" dirty="0" err="1"/>
              <a:t>башти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 err="1"/>
              <a:t>Хотинської</a:t>
            </a:r>
            <a:r>
              <a:rPr lang="ru-RU" dirty="0"/>
              <a:t> </a:t>
            </a:r>
            <a:r>
              <a:rPr lang="ru-RU" dirty="0" err="1"/>
              <a:t>фортеці</a:t>
            </a:r>
            <a:r>
              <a:rPr lang="ru-RU" dirty="0"/>
              <a:t>.</a:t>
            </a:r>
          </a:p>
          <a:p>
            <a:r>
              <a:rPr lang="ru-RU" dirty="0" err="1"/>
              <a:t>Меджибізького</a:t>
            </a:r>
            <a:r>
              <a:rPr lang="ru-RU" dirty="0"/>
              <a:t> замку.</a:t>
            </a:r>
          </a:p>
          <a:p>
            <a:r>
              <a:rPr lang="ru-RU" dirty="0" err="1"/>
              <a:t>Острозького</a:t>
            </a:r>
            <a:r>
              <a:rPr lang="ru-RU" dirty="0"/>
              <a:t> замку.</a:t>
            </a:r>
          </a:p>
          <a:p>
            <a:r>
              <a:rPr lang="ru-RU" dirty="0" err="1"/>
              <a:t>Кам’янець-Подільської</a:t>
            </a:r>
            <a:r>
              <a:rPr lang="ru-RU" dirty="0"/>
              <a:t> </a:t>
            </a:r>
            <a:r>
              <a:rPr lang="ru-RU" dirty="0" err="1"/>
              <a:t>фортеці</a:t>
            </a:r>
            <a:endParaRPr lang="ru-RU" dirty="0"/>
          </a:p>
          <a:p>
            <a:endParaRPr lang="ru-RU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442" y="4022007"/>
            <a:ext cx="3239211" cy="26016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 descr="https://zno.osvita.ua/doc/images/znotest/101/10132/37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134" y="1974933"/>
            <a:ext cx="4129255" cy="4667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08600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dirty="0" err="1"/>
              <a:t>Сукупність</a:t>
            </a:r>
            <a:r>
              <a:rPr lang="ru-RU" sz="2800" dirty="0"/>
              <a:t> </a:t>
            </a:r>
            <a:r>
              <a:rPr lang="ru-RU" sz="2800" dirty="0" err="1"/>
              <a:t>яких</a:t>
            </a:r>
            <a:r>
              <a:rPr lang="ru-RU" sz="2800" dirty="0"/>
              <a:t> понять і </a:t>
            </a:r>
            <a:r>
              <a:rPr lang="ru-RU" sz="2800" dirty="0" err="1"/>
              <a:t>термінів</a:t>
            </a:r>
            <a:r>
              <a:rPr lang="ru-RU" sz="2800" dirty="0"/>
              <a:t> </a:t>
            </a:r>
            <a:r>
              <a:rPr lang="ru-RU" sz="2800" dirty="0" err="1"/>
              <a:t>слід</a:t>
            </a:r>
            <a:r>
              <a:rPr lang="ru-RU" sz="2800" dirty="0"/>
              <a:t> </a:t>
            </a:r>
            <a:r>
              <a:rPr lang="ru-RU" sz="2800" dirty="0" err="1"/>
              <a:t>використовувати</a:t>
            </a:r>
            <a:r>
              <a:rPr lang="ru-RU" sz="2800" dirty="0"/>
              <a:t>, </a:t>
            </a:r>
            <a:r>
              <a:rPr lang="ru-RU" sz="2800" dirty="0" err="1"/>
              <a:t>характеризуючи</a:t>
            </a:r>
            <a:r>
              <a:rPr lang="ru-RU" sz="2800" dirty="0"/>
              <a:t> </a:t>
            </a:r>
            <a:r>
              <a:rPr lang="ru-RU" sz="2800" dirty="0" err="1"/>
              <a:t>економічний</a:t>
            </a:r>
            <a:r>
              <a:rPr lang="ru-RU" sz="2800" dirty="0"/>
              <a:t> </a:t>
            </a:r>
            <a:r>
              <a:rPr lang="ru-RU" sz="2800" dirty="0" err="1"/>
              <a:t>розвиток</a:t>
            </a:r>
            <a:r>
              <a:rPr lang="ru-RU" sz="2800" dirty="0"/>
              <a:t> </a:t>
            </a:r>
            <a:r>
              <a:rPr lang="ru-RU" sz="2800" dirty="0" err="1"/>
              <a:t>українських</a:t>
            </a:r>
            <a:r>
              <a:rPr lang="ru-RU" sz="2800" dirty="0"/>
              <a:t> земель у </a:t>
            </a:r>
            <a:r>
              <a:rPr lang="ru-RU" sz="2800" dirty="0" err="1"/>
              <a:t>середині</a:t>
            </a:r>
            <a:r>
              <a:rPr lang="ru-RU" sz="2800" dirty="0"/>
              <a:t> XVI – </a:t>
            </a:r>
            <a:r>
              <a:rPr lang="ru-RU" sz="2800" dirty="0" err="1"/>
              <a:t>середині</a:t>
            </a:r>
            <a:r>
              <a:rPr lang="ru-RU" sz="2800" dirty="0"/>
              <a:t> XVII ст.?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3AF795DA-5905-79CA-494C-786AB443179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052747788"/>
              </p:ext>
            </p:extLst>
          </p:nvPr>
        </p:nvGraphicFramePr>
        <p:xfrm>
          <a:off x="1205344" y="2011680"/>
          <a:ext cx="4754880" cy="4206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51737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err="1"/>
              <a:t>Узгодьте</a:t>
            </a:r>
            <a:r>
              <a:rPr lang="ru-RU" sz="3200" dirty="0"/>
              <a:t> </a:t>
            </a:r>
            <a:r>
              <a:rPr lang="ru-RU" sz="3200" dirty="0" err="1"/>
              <a:t>подію</a:t>
            </a:r>
            <a:r>
              <a:rPr lang="ru-RU" sz="3200" dirty="0"/>
              <a:t> </a:t>
            </a:r>
            <a:r>
              <a:rPr lang="ru-RU" sz="3200" dirty="0" err="1"/>
              <a:t>другої</a:t>
            </a:r>
            <a:r>
              <a:rPr lang="ru-RU" sz="3200" dirty="0"/>
              <a:t> </a:t>
            </a:r>
            <a:r>
              <a:rPr lang="ru-RU" sz="3200" dirty="0" err="1"/>
              <a:t>половини</a:t>
            </a:r>
            <a:r>
              <a:rPr lang="ru-RU" sz="3200" dirty="0"/>
              <a:t> ХVІ – </a:t>
            </a:r>
            <a:r>
              <a:rPr lang="ru-RU" sz="3200" dirty="0" err="1"/>
              <a:t>першої</a:t>
            </a:r>
            <a:r>
              <a:rPr lang="ru-RU" sz="3200" dirty="0"/>
              <a:t> </a:t>
            </a:r>
            <a:r>
              <a:rPr lang="ru-RU" sz="3200" dirty="0" err="1"/>
              <a:t>половини</a:t>
            </a:r>
            <a:r>
              <a:rPr lang="ru-RU" sz="3200" dirty="0"/>
              <a:t> ХVІІ ст. (1–4) з </a:t>
            </a:r>
            <a:r>
              <a:rPr lang="ru-RU" sz="3200" dirty="0" err="1"/>
              <a:t>її</a:t>
            </a:r>
            <a:r>
              <a:rPr lang="ru-RU" sz="3200" dirty="0"/>
              <a:t> </a:t>
            </a:r>
            <a:r>
              <a:rPr lang="ru-RU" sz="3200" dirty="0" err="1"/>
              <a:t>наслідком</a:t>
            </a:r>
            <a:r>
              <a:rPr lang="ru-RU" sz="3200" dirty="0"/>
              <a:t> для </a:t>
            </a:r>
            <a:r>
              <a:rPr lang="ru-RU" sz="3200" dirty="0" err="1"/>
              <a:t>українських</a:t>
            </a:r>
            <a:r>
              <a:rPr lang="ru-RU" sz="3200" dirty="0"/>
              <a:t> земель (А – Д).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E04BD169-D51C-29C1-42C4-10939334AF0F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262929206"/>
              </p:ext>
            </p:extLst>
          </p:nvPr>
        </p:nvGraphicFramePr>
        <p:xfrm>
          <a:off x="1205344" y="2011680"/>
          <a:ext cx="4754880" cy="4206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D633B99E-D36E-9ECD-D50B-F21D5A6245D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87929869"/>
              </p:ext>
            </p:extLst>
          </p:nvPr>
        </p:nvGraphicFramePr>
        <p:xfrm>
          <a:off x="6230391" y="2011680"/>
          <a:ext cx="4754880" cy="4206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1065807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2F88A0-7B9C-2F4F-5A8D-67C866DBA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Культурологічний блок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894BED55-C57A-C897-A00A-1BD3847853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Освіта, книгодрукування</a:t>
            </a:r>
          </a:p>
        </p:txBody>
      </p:sp>
    </p:spTree>
    <p:extLst>
      <p:ext uri="{BB962C8B-B14F-4D97-AF65-F5344CB8AC3E}">
        <p14:creationId xmlns:p14="http://schemas.microsoft.com/office/powerpoint/2010/main" val="33938061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err="1"/>
              <a:t>Однією</a:t>
            </a:r>
            <a:r>
              <a:rPr lang="ru-RU" sz="3200" dirty="0"/>
              <a:t> з причин </a:t>
            </a:r>
            <a:r>
              <a:rPr lang="ru-RU" sz="3200" dirty="0" err="1"/>
              <a:t>появи</a:t>
            </a:r>
            <a:r>
              <a:rPr lang="ru-RU" sz="3200" dirty="0"/>
              <a:t> </a:t>
            </a:r>
            <a:r>
              <a:rPr lang="ru-RU" sz="3200" dirty="0" err="1"/>
              <a:t>полемічної</a:t>
            </a:r>
            <a:r>
              <a:rPr lang="ru-RU" sz="3200" dirty="0"/>
              <a:t> </a:t>
            </a:r>
            <a:r>
              <a:rPr lang="ru-RU" sz="3200" dirty="0" err="1"/>
              <a:t>літератури</a:t>
            </a:r>
            <a:r>
              <a:rPr lang="ru-RU" sz="3200" dirty="0"/>
              <a:t> на </a:t>
            </a:r>
            <a:r>
              <a:rPr lang="ru-RU" sz="3200" dirty="0" err="1"/>
              <a:t>українських</a:t>
            </a:r>
            <a:r>
              <a:rPr lang="ru-RU" sz="3200" dirty="0"/>
              <a:t> землях </a:t>
            </a:r>
            <a:r>
              <a:rPr lang="ru-RU" sz="3200" dirty="0" err="1"/>
              <a:t>наприкінці</a:t>
            </a:r>
            <a:r>
              <a:rPr lang="ru-RU" sz="3200" dirty="0"/>
              <a:t> XVI – </a:t>
            </a:r>
            <a:r>
              <a:rPr lang="ru-RU" sz="3200" dirty="0" err="1"/>
              <a:t>першій</a:t>
            </a:r>
            <a:r>
              <a:rPr lang="ru-RU" sz="3200" dirty="0"/>
              <a:t> </a:t>
            </a:r>
            <a:r>
              <a:rPr lang="ru-RU" sz="3200" dirty="0" err="1"/>
              <a:t>половині</a:t>
            </a:r>
            <a:r>
              <a:rPr lang="ru-RU" sz="3200" dirty="0"/>
              <a:t> XVII ст. </a:t>
            </a:r>
            <a:r>
              <a:rPr lang="ru-RU" sz="3200" dirty="0" err="1"/>
              <a:t>було</a:t>
            </a:r>
            <a:endParaRPr lang="ru-RU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2A4C538E-E52A-8BFC-1171-000D0367267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799043501"/>
              </p:ext>
            </p:extLst>
          </p:nvPr>
        </p:nvGraphicFramePr>
        <p:xfrm>
          <a:off x="1205344" y="2011680"/>
          <a:ext cx="4754880" cy="4206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28170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err="1"/>
              <a:t>Однією</a:t>
            </a:r>
            <a:r>
              <a:rPr lang="ru-RU" sz="3200" dirty="0"/>
              <a:t> з причин </a:t>
            </a:r>
            <a:r>
              <a:rPr lang="ru-RU" sz="3200" dirty="0" err="1"/>
              <a:t>появи</a:t>
            </a:r>
            <a:r>
              <a:rPr lang="ru-RU" sz="3200" dirty="0"/>
              <a:t> </a:t>
            </a:r>
            <a:r>
              <a:rPr lang="ru-RU" sz="3200" dirty="0" err="1"/>
              <a:t>полемічної</a:t>
            </a:r>
            <a:r>
              <a:rPr lang="ru-RU" sz="3200" dirty="0"/>
              <a:t> </a:t>
            </a:r>
            <a:r>
              <a:rPr lang="ru-RU" sz="3200" dirty="0" err="1"/>
              <a:t>літератури</a:t>
            </a:r>
            <a:r>
              <a:rPr lang="ru-RU" sz="3200" dirty="0"/>
              <a:t> на </a:t>
            </a:r>
            <a:r>
              <a:rPr lang="ru-RU" sz="3200" dirty="0" err="1"/>
              <a:t>українських</a:t>
            </a:r>
            <a:r>
              <a:rPr lang="ru-RU" sz="3200" dirty="0"/>
              <a:t> землях </a:t>
            </a:r>
            <a:r>
              <a:rPr lang="ru-RU" sz="3200" dirty="0" err="1"/>
              <a:t>наприкінці</a:t>
            </a:r>
            <a:r>
              <a:rPr lang="ru-RU" sz="3200" dirty="0"/>
              <a:t> XVI – у </a:t>
            </a:r>
            <a:r>
              <a:rPr lang="ru-RU" sz="3200" dirty="0" err="1"/>
              <a:t>першій</a:t>
            </a:r>
            <a:r>
              <a:rPr lang="ru-RU" sz="3200" dirty="0"/>
              <a:t> </a:t>
            </a:r>
            <a:r>
              <a:rPr lang="ru-RU" sz="3200" dirty="0" err="1"/>
              <a:t>половині</a:t>
            </a:r>
            <a:r>
              <a:rPr lang="ru-RU" sz="3200" dirty="0"/>
              <a:t> XVII ст. </a:t>
            </a:r>
            <a:r>
              <a:rPr lang="ru-RU" sz="3200" dirty="0" err="1"/>
              <a:t>було</a:t>
            </a:r>
            <a:endParaRPr lang="ru-RU" sz="3200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69D0366E-595F-23B6-AF45-365BFEB5A8C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689948834"/>
              </p:ext>
            </p:extLst>
          </p:nvPr>
        </p:nvGraphicFramePr>
        <p:xfrm>
          <a:off x="1205344" y="2011680"/>
          <a:ext cx="4754880" cy="4206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31765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Укажіть</a:t>
            </a:r>
            <a:r>
              <a:rPr lang="ru-RU" dirty="0"/>
              <a:t> мету </a:t>
            </a:r>
            <a:r>
              <a:rPr lang="ru-RU" dirty="0" err="1"/>
              <a:t>братського</a:t>
            </a:r>
            <a:r>
              <a:rPr lang="ru-RU" dirty="0"/>
              <a:t> </a:t>
            </a:r>
            <a:r>
              <a:rPr lang="ru-RU" dirty="0" err="1"/>
              <a:t>руху</a:t>
            </a:r>
            <a:r>
              <a:rPr lang="ru-RU" dirty="0"/>
              <a:t> на </a:t>
            </a:r>
            <a:r>
              <a:rPr lang="ru-RU" dirty="0" err="1"/>
              <a:t>українських</a:t>
            </a:r>
            <a:r>
              <a:rPr lang="ru-RU" dirty="0"/>
              <a:t> землях у XVI ст.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D55B5B84-8F53-01CE-9BE0-887B7A6B647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001554693"/>
              </p:ext>
            </p:extLst>
          </p:nvPr>
        </p:nvGraphicFramePr>
        <p:xfrm>
          <a:off x="1205344" y="2011680"/>
          <a:ext cx="4754880" cy="4206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86092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Братства в </a:t>
            </a:r>
            <a:r>
              <a:rPr lang="ru-RU" dirty="0" err="1"/>
              <a:t>історії</a:t>
            </a:r>
            <a:r>
              <a:rPr lang="ru-RU" dirty="0"/>
              <a:t> </a:t>
            </a:r>
            <a:r>
              <a:rPr lang="ru-RU" dirty="0" err="1"/>
              <a:t>України</a:t>
            </a:r>
            <a:r>
              <a:rPr lang="ru-RU" dirty="0"/>
              <a:t> – </a:t>
            </a:r>
            <a:r>
              <a:rPr lang="ru-RU" dirty="0" err="1"/>
              <a:t>це</a:t>
            </a:r>
            <a:endParaRPr lang="ru-RU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E615640-F9D6-D376-2E9E-F9AC3CD7B9E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427461634"/>
              </p:ext>
            </p:extLst>
          </p:nvPr>
        </p:nvGraphicFramePr>
        <p:xfrm>
          <a:off x="1205344" y="2011680"/>
          <a:ext cx="4754880" cy="4206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Місце для вмісту 5">
            <a:extLst>
              <a:ext uri="{FF2B5EF4-FFF2-40B4-BE49-F238E27FC236}">
                <a16:creationId xmlns:a16="http://schemas.microsoft.com/office/drawing/2014/main" id="{44CA01A8-1208-221B-6F3B-B167E31EE39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504025770"/>
              </p:ext>
            </p:extLst>
          </p:nvPr>
        </p:nvGraphicFramePr>
        <p:xfrm>
          <a:off x="6230391" y="2011680"/>
          <a:ext cx="4754880" cy="4206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8424813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83976D-7612-86ED-C952-09E9D8A80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err="1"/>
              <a:t>Хто</a:t>
            </a:r>
            <a:r>
              <a:rPr lang="ru-RU" dirty="0"/>
              <a:t> є автором </a:t>
            </a:r>
            <a:r>
              <a:rPr lang="ru-RU" dirty="0" err="1"/>
              <a:t>цитованого</a:t>
            </a:r>
            <a:r>
              <a:rPr lang="ru-RU" dirty="0"/>
              <a:t>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57E76F4-8FA3-646D-D474-38A104ED5D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«...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Почалася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книга, названа «Апостол»,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друкуватися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в Богом береженому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місті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Львові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... року 1573, лютого в 25 день, і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завершилася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[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друкуватися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] року 74-го того ж </a:t>
            </a:r>
            <a:r>
              <a:rPr lang="ru-RU" b="0" i="1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місяця</a:t>
            </a:r>
            <a:r>
              <a:rPr lang="ru-RU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в 15 день».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09EBF8E3-2D58-C256-F6FB-B7EDB2B6257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390606551"/>
              </p:ext>
            </p:extLst>
          </p:nvPr>
        </p:nvGraphicFramePr>
        <p:xfrm>
          <a:off x="6230391" y="2011680"/>
          <a:ext cx="4754880" cy="4206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857607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9E3A76-C3DC-ABBD-CEC1-65A0BC65A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зазначеного</a:t>
            </a:r>
            <a:r>
              <a:rPr lang="ru-RU" dirty="0"/>
              <a:t> є прикладом культурного </a:t>
            </a:r>
            <a:r>
              <a:rPr lang="ru-RU" dirty="0" err="1"/>
              <a:t>життя</a:t>
            </a:r>
            <a:r>
              <a:rPr lang="ru-RU" dirty="0"/>
              <a:t> на </a:t>
            </a:r>
            <a:r>
              <a:rPr lang="ru-RU" dirty="0" err="1"/>
              <a:t>українських</a:t>
            </a:r>
            <a:r>
              <a:rPr lang="ru-RU" dirty="0"/>
              <a:t> землях у </a:t>
            </a:r>
            <a:r>
              <a:rPr lang="ru-RU" dirty="0" err="1"/>
              <a:t>другій</a:t>
            </a:r>
            <a:r>
              <a:rPr lang="ru-RU" dirty="0"/>
              <a:t> </a:t>
            </a:r>
            <a:r>
              <a:rPr lang="ru-RU" dirty="0" err="1"/>
              <a:t>половині</a:t>
            </a:r>
            <a:r>
              <a:rPr lang="ru-RU" dirty="0"/>
              <a:t> XVI ст.?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9F69C17-B98A-85DA-2054-D1FF0A908CD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uk-UA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заснування Києво-Могилянської колегії</a:t>
            </a:r>
          </a:p>
          <a:p>
            <a:pPr marL="457200" indent="-457200" algn="l">
              <a:buFont typeface="+mj-lt"/>
              <a:buAutoNum type="arabicPeriod"/>
            </a:pPr>
            <a:r>
              <a:rPr lang="uk-UA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створення </a:t>
            </a:r>
            <a:r>
              <a:rPr lang="uk-UA" b="0" i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Пересопницького</a:t>
            </a:r>
            <a:r>
              <a:rPr lang="uk-UA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 Євангелія</a:t>
            </a:r>
          </a:p>
          <a:p>
            <a:pPr marL="457200" indent="-457200" algn="l">
              <a:buFont typeface="+mj-lt"/>
              <a:buAutoNum type="arabicPeriod"/>
            </a:pPr>
            <a:r>
              <a:rPr lang="uk-UA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заснування в Острозі слов’яно-греко-латинської академії</a:t>
            </a:r>
          </a:p>
          <a:p>
            <a:pPr marL="457200" indent="-457200" algn="l">
              <a:buFont typeface="+mj-lt"/>
              <a:buAutoNum type="arabicPeriod"/>
            </a:pPr>
            <a:r>
              <a:rPr lang="uk-UA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створення козацьких літописів</a:t>
            </a:r>
          </a:p>
          <a:p>
            <a:pPr marL="457200" indent="-457200" algn="l">
              <a:buFont typeface="+mj-lt"/>
              <a:buAutoNum type="arabicPeriod"/>
            </a:pPr>
            <a:r>
              <a:rPr lang="uk-UA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заснування Глухівської співочої школи</a:t>
            </a:r>
          </a:p>
          <a:p>
            <a:pPr marL="457200" indent="-457200" algn="l">
              <a:buFont typeface="+mj-lt"/>
              <a:buAutoNum type="arabicPeriod"/>
            </a:pPr>
            <a:r>
              <a:rPr lang="uk-UA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видання у Львові І. Федоровим «Апостола» та «</a:t>
            </a:r>
            <a:r>
              <a:rPr lang="uk-UA" b="0" i="0" dirty="0" err="1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Букваря</a:t>
            </a:r>
            <a:r>
              <a:rPr lang="uk-UA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»</a:t>
            </a:r>
          </a:p>
          <a:p>
            <a:pPr marL="457200" indent="-457200" algn="l">
              <a:buFont typeface="+mj-lt"/>
              <a:buAutoNum type="arabicPeriod"/>
            </a:pPr>
            <a:r>
              <a:rPr lang="uk-UA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відновлення ієрархії православної церкви</a:t>
            </a:r>
          </a:p>
          <a:p>
            <a:pPr marL="457200" indent="-457200">
              <a:buFont typeface="+mj-lt"/>
              <a:buAutoNum type="arabicPeriod"/>
            </a:pPr>
            <a:endParaRPr lang="uk-UA" dirty="0"/>
          </a:p>
        </p:txBody>
      </p:sp>
      <p:pic>
        <p:nvPicPr>
          <p:cNvPr id="6" name="Місце для вмісту 5">
            <a:extLst>
              <a:ext uri="{FF2B5EF4-FFF2-40B4-BE49-F238E27FC236}">
                <a16:creationId xmlns:a16="http://schemas.microsoft.com/office/drawing/2014/main" id="{BBEC22FC-F3CB-B1F1-1B8E-B01D0BE3536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995615" y="2200968"/>
            <a:ext cx="3000794" cy="3277057"/>
          </a:xfrm>
        </p:spPr>
      </p:pic>
    </p:spTree>
    <p:extLst>
      <p:ext uri="{BB962C8B-B14F-4D97-AF65-F5344CB8AC3E}">
        <p14:creationId xmlns:p14="http://schemas.microsoft.com/office/powerpoint/2010/main" val="14452743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Про </a:t>
            </a:r>
            <a:r>
              <a:rPr lang="ru-RU" dirty="0" err="1"/>
              <a:t>якого</a:t>
            </a:r>
            <a:r>
              <a:rPr lang="ru-RU" dirty="0"/>
              <a:t>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діяча</a:t>
            </a:r>
            <a:r>
              <a:rPr lang="ru-RU" dirty="0"/>
              <a:t> </a:t>
            </a:r>
            <a:r>
              <a:rPr lang="ru-RU" dirty="0" err="1"/>
              <a:t>йдеться</a:t>
            </a:r>
            <a:r>
              <a:rPr lang="ru-RU" dirty="0"/>
              <a:t> в </a:t>
            </a:r>
            <a:r>
              <a:rPr lang="ru-RU" dirty="0" err="1"/>
              <a:t>цитованому</a:t>
            </a:r>
            <a:r>
              <a:rPr lang="ru-RU" dirty="0"/>
              <a:t> </a:t>
            </a:r>
            <a:r>
              <a:rPr lang="ru-RU" dirty="0" err="1"/>
              <a:t>документі</a:t>
            </a:r>
            <a:r>
              <a:rPr lang="ru-RU" dirty="0"/>
              <a:t>?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i="1" dirty="0"/>
              <a:t>«</a:t>
            </a:r>
            <a:r>
              <a:rPr lang="ru-RU" i="1" dirty="0" err="1"/>
              <a:t>Обидві</a:t>
            </a:r>
            <a:r>
              <a:rPr lang="ru-RU" i="1" dirty="0"/>
              <a:t> </a:t>
            </a:r>
            <a:r>
              <a:rPr lang="ru-RU" i="1" dirty="0" err="1"/>
              <a:t>надруковані</a:t>
            </a:r>
            <a:r>
              <a:rPr lang="ru-RU" i="1" dirty="0"/>
              <a:t> книги </a:t>
            </a:r>
            <a:r>
              <a:rPr lang="ru-RU" i="1" dirty="0" err="1"/>
              <a:t>мали</a:t>
            </a:r>
            <a:r>
              <a:rPr lang="ru-RU" i="1" dirty="0"/>
              <a:t> церковно-</a:t>
            </a:r>
            <a:r>
              <a:rPr lang="ru-RU" i="1" dirty="0" err="1"/>
              <a:t>релігійний</a:t>
            </a:r>
            <a:r>
              <a:rPr lang="ru-RU" i="1" dirty="0"/>
              <a:t> </a:t>
            </a:r>
            <a:r>
              <a:rPr lang="ru-RU" i="1" dirty="0" err="1"/>
              <a:t>зміст</a:t>
            </a:r>
            <a:r>
              <a:rPr lang="ru-RU" i="1" dirty="0"/>
              <a:t>, але, </a:t>
            </a:r>
            <a:r>
              <a:rPr lang="ru-RU" i="1" dirty="0" err="1"/>
              <a:t>незважаючи</a:t>
            </a:r>
            <a:r>
              <a:rPr lang="ru-RU" i="1" dirty="0"/>
              <a:t> на </a:t>
            </a:r>
            <a:r>
              <a:rPr lang="ru-RU" i="1" dirty="0" err="1"/>
              <a:t>це</a:t>
            </a:r>
            <a:r>
              <a:rPr lang="ru-RU" i="1" dirty="0"/>
              <a:t>, </a:t>
            </a:r>
            <a:r>
              <a:rPr lang="ru-RU" i="1" dirty="0" err="1"/>
              <a:t>діяльність</a:t>
            </a:r>
            <a:r>
              <a:rPr lang="ru-RU" i="1" dirty="0"/>
              <a:t> </a:t>
            </a:r>
            <a:r>
              <a:rPr lang="ru-RU" i="1" dirty="0" err="1"/>
              <a:t>друкаря</a:t>
            </a:r>
            <a:r>
              <a:rPr lang="ru-RU" i="1" dirty="0"/>
              <a:t> </a:t>
            </a:r>
            <a:r>
              <a:rPr lang="ru-RU" i="1" dirty="0" err="1"/>
              <a:t>викликала</a:t>
            </a:r>
            <a:r>
              <a:rPr lang="ru-RU" i="1" dirty="0"/>
              <a:t> </a:t>
            </a:r>
            <a:r>
              <a:rPr lang="ru-RU" i="1" dirty="0" err="1"/>
              <a:t>незадоволення</a:t>
            </a:r>
            <a:r>
              <a:rPr lang="ru-RU" i="1" dirty="0"/>
              <a:t> у церкви. </a:t>
            </a:r>
            <a:r>
              <a:rPr lang="ru-RU" i="1" dirty="0" err="1"/>
              <a:t>Він</a:t>
            </a:r>
            <a:r>
              <a:rPr lang="ru-RU" i="1" dirty="0"/>
              <a:t> </a:t>
            </a:r>
            <a:r>
              <a:rPr lang="ru-RU" i="1" dirty="0" err="1"/>
              <a:t>змушений</a:t>
            </a:r>
            <a:r>
              <a:rPr lang="ru-RU" i="1" dirty="0"/>
              <a:t> </a:t>
            </a:r>
            <a:r>
              <a:rPr lang="ru-RU" i="1" dirty="0" err="1"/>
              <a:t>був</a:t>
            </a:r>
            <a:r>
              <a:rPr lang="ru-RU" i="1" dirty="0"/>
              <a:t> </a:t>
            </a:r>
            <a:r>
              <a:rPr lang="ru-RU" i="1" dirty="0" err="1"/>
              <a:t>залишити</a:t>
            </a:r>
            <a:r>
              <a:rPr lang="ru-RU" i="1" dirty="0"/>
              <a:t> Москву й </a:t>
            </a:r>
            <a:r>
              <a:rPr lang="ru-RU" i="1" dirty="0" err="1"/>
              <a:t>перебратися</a:t>
            </a:r>
            <a:r>
              <a:rPr lang="ru-RU" i="1" dirty="0"/>
              <a:t> до </a:t>
            </a:r>
            <a:r>
              <a:rPr lang="ru-RU" i="1" dirty="0" err="1"/>
              <a:t>Заблудова</a:t>
            </a:r>
            <a:r>
              <a:rPr lang="ru-RU" i="1" dirty="0"/>
              <a:t> [</a:t>
            </a:r>
            <a:r>
              <a:rPr lang="ru-RU" i="1" dirty="0" err="1"/>
              <a:t>Білорусія</a:t>
            </a:r>
            <a:r>
              <a:rPr lang="ru-RU" i="1" dirty="0"/>
              <a:t>], а </a:t>
            </a:r>
            <a:r>
              <a:rPr lang="ru-RU" i="1" dirty="0" err="1"/>
              <a:t>потім</a:t>
            </a:r>
            <a:r>
              <a:rPr lang="ru-RU" i="1" dirty="0"/>
              <a:t> до Львова, де й </a:t>
            </a:r>
            <a:r>
              <a:rPr lang="ru-RU" i="1" dirty="0" err="1"/>
              <a:t>продовжив</a:t>
            </a:r>
            <a:r>
              <a:rPr lang="ru-RU" i="1" dirty="0"/>
              <a:t> свою справу»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Франциска Скорину</a:t>
            </a:r>
          </a:p>
          <a:p>
            <a:r>
              <a:rPr lang="ru-RU" dirty="0" err="1"/>
              <a:t>Швайпольта</a:t>
            </a:r>
            <a:r>
              <a:rPr lang="ru-RU" dirty="0"/>
              <a:t> </a:t>
            </a:r>
            <a:r>
              <a:rPr lang="ru-RU" dirty="0" err="1"/>
              <a:t>Фіоля</a:t>
            </a:r>
            <a:endParaRPr lang="ru-RU" dirty="0"/>
          </a:p>
          <a:p>
            <a:r>
              <a:rPr lang="ru-RU" dirty="0" err="1"/>
              <a:t>Юрія</a:t>
            </a:r>
            <a:r>
              <a:rPr lang="ru-RU" dirty="0"/>
              <a:t> </a:t>
            </a:r>
            <a:r>
              <a:rPr lang="ru-RU" dirty="0" err="1"/>
              <a:t>Дрогобича</a:t>
            </a:r>
            <a:endParaRPr lang="ru-RU" dirty="0"/>
          </a:p>
          <a:p>
            <a:r>
              <a:rPr lang="ru-RU" dirty="0" err="1"/>
              <a:t>Івана</a:t>
            </a:r>
            <a:r>
              <a:rPr lang="ru-RU" dirty="0"/>
              <a:t> Федорова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861421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 </a:t>
            </a:r>
            <a:r>
              <a:rPr lang="ru-RU" dirty="0" err="1"/>
              <a:t>якому</a:t>
            </a:r>
            <a:r>
              <a:rPr lang="ru-RU" dirty="0"/>
              <a:t> </a:t>
            </a:r>
            <a:r>
              <a:rPr lang="ru-RU" dirty="0" err="1"/>
              <a:t>місті</a:t>
            </a:r>
            <a:r>
              <a:rPr lang="ru-RU" dirty="0"/>
              <a:t> </a:t>
            </a:r>
            <a:r>
              <a:rPr lang="ru-RU" dirty="0" err="1"/>
              <a:t>було</a:t>
            </a:r>
            <a:r>
              <a:rPr lang="ru-RU" dirty="0"/>
              <a:t> </a:t>
            </a:r>
            <a:r>
              <a:rPr lang="ru-RU" dirty="0" err="1"/>
              <a:t>надруковано</a:t>
            </a:r>
            <a:r>
              <a:rPr lang="ru-RU" dirty="0"/>
              <a:t> книгу, </a:t>
            </a:r>
            <a:r>
              <a:rPr lang="ru-RU" dirty="0" err="1"/>
              <a:t>згадану</a:t>
            </a:r>
            <a:r>
              <a:rPr lang="ru-RU" dirty="0"/>
              <a:t> в </a:t>
            </a:r>
            <a:r>
              <a:rPr lang="ru-RU" dirty="0" err="1"/>
              <a:t>уривку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: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ru-RU" i="1" dirty="0"/>
              <a:t>«</a:t>
            </a:r>
            <a:r>
              <a:rPr lang="ru-RU" i="1" dirty="0" err="1"/>
              <a:t>Усесильною</a:t>
            </a:r>
            <a:r>
              <a:rPr lang="ru-RU" i="1" dirty="0"/>
              <a:t> </a:t>
            </a:r>
            <a:r>
              <a:rPr lang="ru-RU" i="1" dirty="0" err="1"/>
              <a:t>правицею</a:t>
            </a:r>
            <a:r>
              <a:rPr lang="ru-RU" i="1" dirty="0"/>
              <a:t> </a:t>
            </a:r>
            <a:r>
              <a:rPr lang="ru-RU" i="1" dirty="0" err="1"/>
              <a:t>Всевишнього</a:t>
            </a:r>
            <a:r>
              <a:rPr lang="ru-RU" i="1" dirty="0"/>
              <a:t> Бога, </a:t>
            </a:r>
            <a:r>
              <a:rPr lang="ru-RU" i="1" dirty="0" err="1"/>
              <a:t>задумом</a:t>
            </a:r>
            <a:r>
              <a:rPr lang="ru-RU" i="1" dirty="0"/>
              <a:t> і </a:t>
            </a:r>
            <a:r>
              <a:rPr lang="ru-RU" i="1" dirty="0" err="1"/>
              <a:t>старанням</a:t>
            </a:r>
            <a:r>
              <a:rPr lang="ru-RU" i="1" dirty="0"/>
              <a:t> благочестивого князя </a:t>
            </a:r>
            <a:r>
              <a:rPr lang="ru-RU" i="1" dirty="0" err="1"/>
              <a:t>Костянтина</a:t>
            </a:r>
            <a:r>
              <a:rPr lang="ru-RU" i="1" dirty="0"/>
              <a:t>-Василя.., </a:t>
            </a:r>
            <a:r>
              <a:rPr lang="ru-RU" i="1" dirty="0" err="1"/>
              <a:t>який</a:t>
            </a:r>
            <a:r>
              <a:rPr lang="ru-RU" i="1" dirty="0"/>
              <a:t> </a:t>
            </a:r>
            <a:r>
              <a:rPr lang="ru-RU" i="1" dirty="0" err="1"/>
              <a:t>звелів</a:t>
            </a:r>
            <a:r>
              <a:rPr lang="ru-RU" i="1" dirty="0"/>
              <a:t> </a:t>
            </a:r>
            <a:r>
              <a:rPr lang="ru-RU" i="1" dirty="0" err="1"/>
              <a:t>улаштувати</a:t>
            </a:r>
            <a:r>
              <a:rPr lang="ru-RU" i="1" dirty="0"/>
              <a:t> </a:t>
            </a:r>
            <a:r>
              <a:rPr lang="ru-RU" i="1" dirty="0" err="1"/>
              <a:t>дім</a:t>
            </a:r>
            <a:r>
              <a:rPr lang="ru-RU" i="1" dirty="0"/>
              <a:t> для </a:t>
            </a:r>
            <a:r>
              <a:rPr lang="ru-RU" i="1" dirty="0" err="1"/>
              <a:t>друкування</a:t>
            </a:r>
            <a:r>
              <a:rPr lang="ru-RU" i="1" dirty="0"/>
              <a:t> книг, а до того ж і </a:t>
            </a:r>
            <a:r>
              <a:rPr lang="ru-RU" i="1" dirty="0" err="1"/>
              <a:t>дім</a:t>
            </a:r>
            <a:r>
              <a:rPr lang="ru-RU" i="1" dirty="0"/>
              <a:t> для </a:t>
            </a:r>
            <a:r>
              <a:rPr lang="ru-RU" i="1" dirty="0" err="1"/>
              <a:t>читання</a:t>
            </a:r>
            <a:r>
              <a:rPr lang="ru-RU" i="1" dirty="0"/>
              <a:t> </a:t>
            </a:r>
            <a:r>
              <a:rPr lang="ru-RU" i="1" dirty="0" err="1"/>
              <a:t>дітей</a:t>
            </a:r>
            <a:r>
              <a:rPr lang="ru-RU" i="1" dirty="0"/>
              <a:t> у </a:t>
            </a:r>
            <a:r>
              <a:rPr lang="ru-RU" i="1" dirty="0" err="1"/>
              <a:t>своєму</a:t>
            </a:r>
            <a:r>
              <a:rPr lang="ru-RU" i="1" dirty="0"/>
              <a:t> славному </a:t>
            </a:r>
            <a:r>
              <a:rPr lang="ru-RU" i="1" dirty="0" err="1"/>
              <a:t>місті</a:t>
            </a:r>
            <a:r>
              <a:rPr lang="ru-RU" i="1" dirty="0"/>
              <a:t>… І </a:t>
            </a:r>
            <a:r>
              <a:rPr lang="ru-RU" i="1" dirty="0" err="1"/>
              <a:t>вибравши</a:t>
            </a:r>
            <a:r>
              <a:rPr lang="ru-RU" i="1" dirty="0"/>
              <a:t> </a:t>
            </a:r>
            <a:r>
              <a:rPr lang="ru-RU" i="1" dirty="0" err="1"/>
              <a:t>знавців</a:t>
            </a:r>
            <a:r>
              <a:rPr lang="ru-RU" i="1" dirty="0"/>
              <a:t> божественного </a:t>
            </a:r>
            <a:r>
              <a:rPr lang="ru-RU" i="1" dirty="0" err="1"/>
              <a:t>писання</a:t>
            </a:r>
            <a:r>
              <a:rPr lang="ru-RU" i="1" dirty="0"/>
              <a:t>, </a:t>
            </a:r>
            <a:r>
              <a:rPr lang="ru-RU" i="1" dirty="0" err="1"/>
              <a:t>грецької</a:t>
            </a:r>
            <a:r>
              <a:rPr lang="ru-RU" i="1" dirty="0"/>
              <a:t>, </a:t>
            </a:r>
            <a:r>
              <a:rPr lang="ru-RU" i="1" dirty="0" err="1"/>
              <a:t>латинської</a:t>
            </a:r>
            <a:r>
              <a:rPr lang="ru-RU" i="1" dirty="0"/>
              <a:t> та </a:t>
            </a:r>
            <a:r>
              <a:rPr lang="ru-RU" i="1" dirty="0" err="1"/>
              <a:t>руської</a:t>
            </a:r>
            <a:r>
              <a:rPr lang="ru-RU" i="1" dirty="0"/>
              <a:t> </a:t>
            </a:r>
            <a:r>
              <a:rPr lang="ru-RU" i="1" dirty="0" err="1"/>
              <a:t>мов</a:t>
            </a:r>
            <a:r>
              <a:rPr lang="ru-RU" i="1" dirty="0"/>
              <a:t>, поставив </a:t>
            </a:r>
            <a:r>
              <a:rPr lang="ru-RU" i="1" dirty="0" err="1"/>
              <a:t>їх</a:t>
            </a:r>
            <a:r>
              <a:rPr lang="ru-RU" i="1" dirty="0"/>
              <a:t> </a:t>
            </a:r>
            <a:r>
              <a:rPr lang="ru-RU" i="1" dirty="0" err="1"/>
              <a:t>навчати</a:t>
            </a:r>
            <a:r>
              <a:rPr lang="ru-RU" i="1" dirty="0"/>
              <a:t> </a:t>
            </a:r>
            <a:r>
              <a:rPr lang="ru-RU" i="1" dirty="0" err="1"/>
              <a:t>дітей</a:t>
            </a:r>
            <a:r>
              <a:rPr lang="ru-RU" i="1" dirty="0"/>
              <a:t>. </a:t>
            </a:r>
            <a:r>
              <a:rPr lang="ru-RU" i="1" dirty="0" err="1"/>
              <a:t>Із</a:t>
            </a:r>
            <a:r>
              <a:rPr lang="ru-RU" i="1" dirty="0"/>
              <a:t> </a:t>
            </a:r>
            <a:r>
              <a:rPr lang="ru-RU" i="1" dirty="0" err="1"/>
              <a:t>цієї</a:t>
            </a:r>
            <a:r>
              <a:rPr lang="ru-RU" i="1" dirty="0"/>
              <a:t> причини </a:t>
            </a:r>
            <a:r>
              <a:rPr lang="ru-RU" i="1" dirty="0" err="1"/>
              <a:t>надрукована</a:t>
            </a:r>
            <a:r>
              <a:rPr lang="ru-RU" i="1" dirty="0"/>
              <a:t> </a:t>
            </a:r>
            <a:r>
              <a:rPr lang="ru-RU" i="1" dirty="0" err="1"/>
              <a:t>ця</a:t>
            </a:r>
            <a:r>
              <a:rPr lang="ru-RU" i="1" dirty="0"/>
              <a:t> книжка для </a:t>
            </a:r>
            <a:r>
              <a:rPr lang="ru-RU" i="1" dirty="0" err="1"/>
              <a:t>першого</a:t>
            </a:r>
            <a:r>
              <a:rPr lang="ru-RU" i="1" dirty="0"/>
              <a:t> </a:t>
            </a:r>
            <a:r>
              <a:rPr lang="ru-RU" i="1" dirty="0" err="1"/>
              <a:t>дитячого</a:t>
            </a:r>
            <a:r>
              <a:rPr lang="ru-RU" i="1" dirty="0"/>
              <a:t> </a:t>
            </a:r>
            <a:r>
              <a:rPr lang="ru-RU" i="1" dirty="0" err="1"/>
              <a:t>навчання</a:t>
            </a:r>
            <a:r>
              <a:rPr lang="ru-RU" i="1" dirty="0"/>
              <a:t> </a:t>
            </a:r>
            <a:r>
              <a:rPr lang="ru-RU" i="1" dirty="0" err="1"/>
              <a:t>многогрішним</a:t>
            </a:r>
            <a:r>
              <a:rPr lang="ru-RU" i="1" dirty="0"/>
              <a:t> </a:t>
            </a:r>
            <a:r>
              <a:rPr lang="ru-RU" i="1" dirty="0" err="1"/>
              <a:t>Іоанном</a:t>
            </a:r>
            <a:r>
              <a:rPr lang="ru-RU" i="1" dirty="0"/>
              <a:t> Федоровичем</a:t>
            </a:r>
            <a:r>
              <a:rPr lang="ru-RU" dirty="0"/>
              <a:t>»?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ru-RU" dirty="0" err="1"/>
              <a:t>Острозі</a:t>
            </a:r>
            <a:endParaRPr lang="ru-RU" dirty="0"/>
          </a:p>
          <a:p>
            <a:r>
              <a:rPr lang="ru-RU" dirty="0" err="1"/>
              <a:t>Луцьку</a:t>
            </a:r>
            <a:endParaRPr lang="ru-RU" dirty="0"/>
          </a:p>
          <a:p>
            <a:r>
              <a:rPr lang="ru-RU" dirty="0" err="1"/>
              <a:t>Львові</a:t>
            </a:r>
            <a:endParaRPr lang="ru-RU" dirty="0"/>
          </a:p>
          <a:p>
            <a:r>
              <a:rPr lang="ru-RU" dirty="0" err="1"/>
              <a:t>Києві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94194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Пересопницьке</a:t>
            </a:r>
            <a:r>
              <a:rPr lang="ru-RU" dirty="0"/>
              <a:t> </a:t>
            </a:r>
            <a:r>
              <a:rPr lang="ru-RU" dirty="0" err="1"/>
              <a:t>Євангеліє</a:t>
            </a:r>
            <a:r>
              <a:rPr lang="ru-RU" dirty="0"/>
              <a:t> й </a:t>
            </a:r>
            <a:r>
              <a:rPr lang="ru-RU" dirty="0" err="1"/>
              <a:t>Острозька</a:t>
            </a:r>
            <a:r>
              <a:rPr lang="ru-RU" dirty="0"/>
              <a:t> </a:t>
            </a:r>
            <a:r>
              <a:rPr lang="ru-RU" dirty="0" err="1"/>
              <a:t>Біблія</a:t>
            </a:r>
            <a:r>
              <a:rPr lang="ru-RU" dirty="0"/>
              <a:t> є </a:t>
            </a:r>
            <a:r>
              <a:rPr lang="ru-RU" dirty="0" err="1"/>
              <a:t>пам’ятками</a:t>
            </a:r>
            <a:r>
              <a:rPr lang="ru-RU" dirty="0"/>
              <a:t> </a:t>
            </a:r>
            <a:r>
              <a:rPr lang="ru-RU" dirty="0" err="1"/>
              <a:t>української</a:t>
            </a:r>
            <a:r>
              <a:rPr lang="ru-RU" dirty="0"/>
              <a:t> </a:t>
            </a:r>
            <a:r>
              <a:rPr lang="ru-RU" dirty="0" err="1"/>
              <a:t>культури</a:t>
            </a:r>
            <a:endParaRPr lang="ru-RU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F3765D3C-EB93-20D3-A1EC-2FFD62A922E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397758395"/>
              </p:ext>
            </p:extLst>
          </p:nvPr>
        </p:nvGraphicFramePr>
        <p:xfrm>
          <a:off x="1205344" y="2011680"/>
          <a:ext cx="4754880" cy="4206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25697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«Апостол» (1574), «</a:t>
            </a:r>
            <a:r>
              <a:rPr lang="ru-RU" dirty="0" err="1"/>
              <a:t>Буквар</a:t>
            </a:r>
            <a:r>
              <a:rPr lang="ru-RU" dirty="0"/>
              <a:t>» (1574), </a:t>
            </a:r>
            <a:r>
              <a:rPr lang="ru-RU" dirty="0" err="1"/>
              <a:t>Острозька</a:t>
            </a:r>
            <a:r>
              <a:rPr lang="ru-RU" dirty="0"/>
              <a:t> </a:t>
            </a:r>
            <a:r>
              <a:rPr lang="ru-RU" dirty="0" err="1"/>
              <a:t>Біблія</a:t>
            </a:r>
            <a:r>
              <a:rPr lang="ru-RU" dirty="0"/>
              <a:t> (1581) є першими</a:t>
            </a:r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58FE93A3-504B-524E-E085-A6363C6D1D6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80494445"/>
              </p:ext>
            </p:extLst>
          </p:nvPr>
        </p:nvGraphicFramePr>
        <p:xfrm>
          <a:off x="1205344" y="2011680"/>
          <a:ext cx="4754880" cy="4206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64089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Хто</a:t>
            </a:r>
            <a:r>
              <a:rPr lang="ru-RU" dirty="0"/>
              <a:t>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зображених</a:t>
            </a:r>
            <a:r>
              <a:rPr lang="ru-RU" dirty="0"/>
              <a:t> </a:t>
            </a:r>
            <a:r>
              <a:rPr lang="ru-RU" dirty="0" err="1"/>
              <a:t>осіб</a:t>
            </a:r>
            <a:r>
              <a:rPr lang="ru-RU" dirty="0"/>
              <a:t> </a:t>
            </a:r>
            <a:r>
              <a:rPr lang="ru-RU" dirty="0" err="1"/>
              <a:t>сприяв</a:t>
            </a:r>
            <a:r>
              <a:rPr lang="ru-RU" dirty="0"/>
              <a:t> </a:t>
            </a:r>
            <a:r>
              <a:rPr lang="ru-RU" dirty="0" err="1"/>
              <a:t>становленню</a:t>
            </a:r>
            <a:r>
              <a:rPr lang="ru-RU" dirty="0"/>
              <a:t> </a:t>
            </a:r>
            <a:r>
              <a:rPr lang="ru-RU" dirty="0" err="1"/>
              <a:t>книгодрукування</a:t>
            </a:r>
            <a:r>
              <a:rPr lang="ru-RU" dirty="0"/>
              <a:t> на </a:t>
            </a:r>
            <a:r>
              <a:rPr lang="ru-RU" dirty="0" err="1"/>
              <a:t>українських</a:t>
            </a:r>
            <a:r>
              <a:rPr lang="ru-RU" dirty="0"/>
              <a:t> землях у XVI ст.?</a:t>
            </a:r>
          </a:p>
        </p:txBody>
      </p:sp>
      <p:pic>
        <p:nvPicPr>
          <p:cNvPr id="8194" name="Picture 2" descr="https://zno.osvita.ua/doc/images/znotest/174/17462/ansa_17462.jpg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740" y="2059490"/>
            <a:ext cx="2792173" cy="420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https://zno.osvita.ua/doc/images/znotest/174/17462/ansb_17462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9074" y="2124827"/>
            <a:ext cx="2857500" cy="4124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https://zno.osvita.ua/doc/images/znotest/174/17462/ansc_17462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1682" y="2128838"/>
            <a:ext cx="2857500" cy="4086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0" name="Picture 8" descr="https://zno.osvita.ua/doc/images/znotest/174/17462/ansd_17462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9497" y="2130425"/>
            <a:ext cx="2857500" cy="4095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95703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Яка з </a:t>
            </a:r>
            <a:r>
              <a:rPr lang="ru-RU" dirty="0" err="1"/>
              <a:t>ікон</a:t>
            </a:r>
            <a:r>
              <a:rPr lang="ru-RU" dirty="0"/>
              <a:t>, </a:t>
            </a:r>
            <a:r>
              <a:rPr lang="ru-RU" dirty="0" err="1"/>
              <a:t>зображених</a:t>
            </a:r>
            <a:r>
              <a:rPr lang="ru-RU" dirty="0"/>
              <a:t> на фото, </a:t>
            </a:r>
            <a:r>
              <a:rPr lang="ru-RU" dirty="0" err="1"/>
              <a:t>належить</a:t>
            </a:r>
            <a:r>
              <a:rPr lang="ru-RU" dirty="0"/>
              <a:t> </a:t>
            </a:r>
            <a:r>
              <a:rPr lang="ru-RU" dirty="0" err="1"/>
              <a:t>пензлю</a:t>
            </a:r>
            <a:r>
              <a:rPr lang="ru-RU" dirty="0"/>
              <a:t> О. </a:t>
            </a:r>
            <a:r>
              <a:rPr lang="ru-RU" dirty="0" err="1"/>
              <a:t>Горошковича</a:t>
            </a:r>
            <a:r>
              <a:rPr lang="ru-RU" dirty="0"/>
              <a:t>?</a:t>
            </a:r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011" y="2036288"/>
            <a:ext cx="11395448" cy="4147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272387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ru-RU" dirty="0"/>
            </a:br>
            <a:r>
              <a:rPr lang="ru-RU" dirty="0" err="1"/>
              <a:t>Хто</a:t>
            </a:r>
            <a:r>
              <a:rPr lang="ru-RU" dirty="0"/>
              <a:t> є автором </a:t>
            </a:r>
            <a:r>
              <a:rPr lang="ru-RU" dirty="0" err="1"/>
              <a:t>ікони</a:t>
            </a:r>
            <a:r>
              <a:rPr lang="ru-RU" dirty="0"/>
              <a:t>, </a:t>
            </a:r>
            <a:r>
              <a:rPr lang="ru-RU" dirty="0" err="1"/>
              <a:t>репродукцію</a:t>
            </a:r>
            <a:r>
              <a:rPr lang="ru-RU" dirty="0"/>
              <a:t> </a:t>
            </a:r>
            <a:r>
              <a:rPr lang="ru-RU" dirty="0" err="1"/>
              <a:t>якої</a:t>
            </a:r>
            <a:r>
              <a:rPr lang="ru-RU" dirty="0"/>
              <a:t> </a:t>
            </a:r>
            <a:r>
              <a:rPr lang="ru-RU" dirty="0" err="1"/>
              <a:t>зображено</a:t>
            </a:r>
            <a:r>
              <a:rPr lang="ru-RU" dirty="0"/>
              <a:t> на фото?</a:t>
            </a:r>
            <a:br>
              <a:rPr lang="ru-RU" dirty="0"/>
            </a:br>
            <a:endParaRPr lang="ru-RU" dirty="0"/>
          </a:p>
        </p:txBody>
      </p:sp>
      <p:graphicFrame>
        <p:nvGraphicFramePr>
          <p:cNvPr id="3" name="Місце для вмісту 2">
            <a:extLst>
              <a:ext uri="{FF2B5EF4-FFF2-40B4-BE49-F238E27FC236}">
                <a16:creationId xmlns:a16="http://schemas.microsoft.com/office/drawing/2014/main" id="{3E2BC0CB-C503-8E2E-37C6-CC0EFCB0351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341080204"/>
              </p:ext>
            </p:extLst>
          </p:nvPr>
        </p:nvGraphicFramePr>
        <p:xfrm>
          <a:off x="6230391" y="2011680"/>
          <a:ext cx="4754880" cy="4206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074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5672" y="2011680"/>
            <a:ext cx="3110274" cy="445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60910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853E6C-E3C0-870C-D20B-AD984A5C9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 </a:t>
            </a:r>
            <a:r>
              <a:rPr lang="ru-RU" dirty="0" err="1"/>
              <a:t>заснування</a:t>
            </a:r>
            <a:r>
              <a:rPr lang="ru-RU" dirty="0"/>
              <a:t> </a:t>
            </a:r>
            <a:r>
              <a:rPr lang="ru-RU" dirty="0" err="1"/>
              <a:t>якого</a:t>
            </a:r>
            <a:r>
              <a:rPr lang="ru-RU" dirty="0"/>
              <a:t> </a:t>
            </a:r>
            <a:r>
              <a:rPr lang="ru-RU" dirty="0" err="1"/>
              <a:t>навчального</a:t>
            </a:r>
            <a:r>
              <a:rPr lang="ru-RU" dirty="0"/>
              <a:t> закладу </a:t>
            </a:r>
            <a:r>
              <a:rPr lang="ru-RU" dirty="0" err="1"/>
              <a:t>йдеться</a:t>
            </a:r>
            <a:r>
              <a:rPr lang="ru-RU" dirty="0"/>
              <a:t> в </a:t>
            </a:r>
            <a:r>
              <a:rPr lang="ru-RU" dirty="0" err="1"/>
              <a:t>уривку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r>
              <a:rPr lang="ru-RU" dirty="0"/>
              <a:t>?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241C7FBF-7686-0008-732B-2D5B709DB06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uk-UA" b="0" i="1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«Нововведенням, яке невдовзі тріумфально увійшло в практику української освіти, стало вивчення трьох мов — грецької, латинської та церковнослов’янської. Створення школи слов’яно-греко-латинського типу було справжньою революцією в освітній православній традиції, уперше поєднавши на порубіжні греко-слов’янського культурного ареалу і католицької Європи візантійський Схід із латинським Заходом»</a:t>
            </a:r>
            <a:r>
              <a:rPr lang="uk-UA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.</a:t>
            </a:r>
            <a:endParaRPr lang="uk-UA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C922BA7A-16A1-3C2C-75E9-4470012E219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81336564"/>
              </p:ext>
            </p:extLst>
          </p:nvPr>
        </p:nvGraphicFramePr>
        <p:xfrm>
          <a:off x="6230391" y="2011680"/>
          <a:ext cx="4754880" cy="4206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764014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Зображеного</a:t>
            </a:r>
            <a:r>
              <a:rPr lang="ru-RU" dirty="0"/>
              <a:t> на </a:t>
            </a:r>
            <a:r>
              <a:rPr lang="ru-RU" dirty="0" err="1"/>
              <a:t>картині</a:t>
            </a:r>
            <a:r>
              <a:rPr lang="ru-RU" dirty="0"/>
              <a:t>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діяча</a:t>
            </a:r>
            <a:r>
              <a:rPr lang="ru-RU" dirty="0"/>
              <a:t> </a:t>
            </a:r>
            <a:r>
              <a:rPr lang="ru-RU" dirty="0" err="1"/>
              <a:t>називали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«Самодержцем </a:t>
            </a:r>
            <a:r>
              <a:rPr lang="ru-RU" dirty="0" err="1"/>
              <a:t>усієї</a:t>
            </a:r>
            <a:r>
              <a:rPr lang="ru-RU" dirty="0"/>
              <a:t> </a:t>
            </a:r>
            <a:r>
              <a:rPr lang="ru-RU" dirty="0" err="1"/>
              <a:t>Русі</a:t>
            </a:r>
            <a:r>
              <a:rPr lang="ru-RU" dirty="0"/>
              <a:t>».</a:t>
            </a:r>
          </a:p>
          <a:p>
            <a:r>
              <a:rPr lang="ru-RU" dirty="0"/>
              <a:t>«</a:t>
            </a:r>
            <a:r>
              <a:rPr lang="ru-RU" dirty="0" err="1"/>
              <a:t>Руським</a:t>
            </a:r>
            <a:r>
              <a:rPr lang="ru-RU" dirty="0"/>
              <a:t> </a:t>
            </a:r>
            <a:r>
              <a:rPr lang="ru-RU" dirty="0" err="1"/>
              <a:t>батьком</a:t>
            </a:r>
            <a:r>
              <a:rPr lang="ru-RU" dirty="0"/>
              <a:t> </a:t>
            </a:r>
            <a:r>
              <a:rPr lang="ru-RU" dirty="0" err="1"/>
              <a:t>козацтва</a:t>
            </a:r>
            <a:r>
              <a:rPr lang="ru-RU" dirty="0"/>
              <a:t>».</a:t>
            </a:r>
          </a:p>
          <a:p>
            <a:r>
              <a:rPr lang="ru-RU" dirty="0"/>
              <a:t>«Першим </a:t>
            </a:r>
            <a:r>
              <a:rPr lang="ru-RU" dirty="0" err="1"/>
              <a:t>руським</a:t>
            </a:r>
            <a:r>
              <a:rPr lang="ru-RU" dirty="0"/>
              <a:t> </a:t>
            </a:r>
            <a:r>
              <a:rPr lang="ru-RU" dirty="0" err="1"/>
              <a:t>професором</a:t>
            </a:r>
            <a:r>
              <a:rPr lang="ru-RU" dirty="0"/>
              <a:t>».</a:t>
            </a:r>
          </a:p>
          <a:p>
            <a:r>
              <a:rPr lang="ru-RU" dirty="0"/>
              <a:t>«</a:t>
            </a:r>
            <a:r>
              <a:rPr lang="ru-RU" dirty="0" err="1"/>
              <a:t>Некоронованим</a:t>
            </a:r>
            <a:r>
              <a:rPr lang="ru-RU" dirty="0"/>
              <a:t> королем </a:t>
            </a:r>
            <a:r>
              <a:rPr lang="ru-RU" dirty="0" err="1"/>
              <a:t>Русі</a:t>
            </a:r>
            <a:r>
              <a:rPr lang="ru-RU" dirty="0"/>
              <a:t>»</a:t>
            </a:r>
          </a:p>
          <a:p>
            <a:endParaRPr lang="ru-RU" dirty="0"/>
          </a:p>
        </p:txBody>
      </p:sp>
      <p:pic>
        <p:nvPicPr>
          <p:cNvPr id="11266" name="Picture 2" descr="https://zno.osvita.ua/doc/images/znotest/206/20690/38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5811" y="1966071"/>
            <a:ext cx="3368842" cy="4680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5630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Яка </a:t>
            </a:r>
            <a:r>
              <a:rPr lang="ru-RU" dirty="0" err="1"/>
              <a:t>подія</a:t>
            </a:r>
            <a:r>
              <a:rPr lang="ru-RU" dirty="0"/>
              <a:t> </a:t>
            </a:r>
            <a:r>
              <a:rPr lang="ru-RU" dirty="0" err="1"/>
              <a:t>пов'язана</a:t>
            </a:r>
            <a:r>
              <a:rPr lang="ru-RU" dirty="0"/>
              <a:t>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зображеним</a:t>
            </a:r>
            <a:r>
              <a:rPr lang="ru-RU" dirty="0"/>
              <a:t> на </a:t>
            </a:r>
            <a:r>
              <a:rPr lang="ru-RU" dirty="0" err="1"/>
              <a:t>ілюстрації</a:t>
            </a:r>
            <a:r>
              <a:rPr lang="ru-RU" dirty="0"/>
              <a:t> </a:t>
            </a:r>
            <a:r>
              <a:rPr lang="ru-RU" dirty="0" err="1"/>
              <a:t>діячем</a:t>
            </a:r>
            <a:r>
              <a:rPr lang="ru-RU" dirty="0"/>
              <a:t>?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 err="1"/>
              <a:t>створення</a:t>
            </a:r>
            <a:r>
              <a:rPr lang="ru-RU" dirty="0"/>
              <a:t> перших </a:t>
            </a:r>
            <a:r>
              <a:rPr lang="ru-RU" dirty="0" err="1"/>
              <a:t>православних</a:t>
            </a:r>
            <a:r>
              <a:rPr lang="ru-RU" dirty="0"/>
              <a:t> </a:t>
            </a:r>
            <a:r>
              <a:rPr lang="ru-RU" dirty="0" err="1"/>
              <a:t>церковних</a:t>
            </a:r>
            <a:r>
              <a:rPr lang="ru-RU" dirty="0"/>
              <a:t> братств</a:t>
            </a:r>
          </a:p>
          <a:p>
            <a:r>
              <a:rPr lang="ru-RU" dirty="0" err="1"/>
              <a:t>заснування</a:t>
            </a:r>
            <a:r>
              <a:rPr lang="ru-RU" dirty="0"/>
              <a:t> </a:t>
            </a:r>
            <a:r>
              <a:rPr lang="ru-RU" dirty="0" err="1"/>
              <a:t>першої</a:t>
            </a:r>
            <a:r>
              <a:rPr lang="ru-RU" dirty="0"/>
              <a:t> в </a:t>
            </a:r>
            <a:r>
              <a:rPr lang="ru-RU" dirty="0" err="1"/>
              <a:t>Україні</a:t>
            </a:r>
            <a:r>
              <a:rPr lang="ru-RU" dirty="0"/>
              <a:t> </a:t>
            </a:r>
            <a:r>
              <a:rPr lang="ru-RU" dirty="0" err="1"/>
              <a:t>слов'яно</a:t>
            </a:r>
            <a:r>
              <a:rPr lang="ru-RU" dirty="0"/>
              <a:t>-греко-</a:t>
            </a:r>
            <a:r>
              <a:rPr lang="ru-RU" dirty="0" err="1"/>
              <a:t>латинської</a:t>
            </a:r>
            <a:r>
              <a:rPr lang="ru-RU" dirty="0"/>
              <a:t> </a:t>
            </a:r>
            <a:r>
              <a:rPr lang="ru-RU" dirty="0" err="1"/>
              <a:t>школи</a:t>
            </a:r>
            <a:endParaRPr lang="ru-RU" dirty="0"/>
          </a:p>
          <a:p>
            <a:r>
              <a:rPr lang="ru-RU" dirty="0" err="1"/>
              <a:t>відновлення</a:t>
            </a:r>
            <a:r>
              <a:rPr lang="ru-RU" dirty="0"/>
              <a:t> </a:t>
            </a:r>
            <a:r>
              <a:rPr lang="ru-RU" dirty="0" err="1"/>
              <a:t>вищої</a:t>
            </a:r>
            <a:r>
              <a:rPr lang="ru-RU" dirty="0"/>
              <a:t> </a:t>
            </a:r>
            <a:r>
              <a:rPr lang="ru-RU" dirty="0" err="1"/>
              <a:t>церковної</a:t>
            </a:r>
            <a:r>
              <a:rPr lang="ru-RU" dirty="0"/>
              <a:t> </a:t>
            </a:r>
            <a:r>
              <a:rPr lang="ru-RU" dirty="0" err="1"/>
              <a:t>православної</a:t>
            </a:r>
            <a:r>
              <a:rPr lang="ru-RU" dirty="0"/>
              <a:t> </a:t>
            </a:r>
            <a:r>
              <a:rPr lang="ru-RU" dirty="0" err="1"/>
              <a:t>ієрархії</a:t>
            </a:r>
            <a:r>
              <a:rPr lang="ru-RU" dirty="0"/>
              <a:t> в </a:t>
            </a:r>
            <a:r>
              <a:rPr lang="ru-RU" dirty="0" err="1"/>
              <a:t>Речі</a:t>
            </a:r>
            <a:r>
              <a:rPr lang="ru-RU" dirty="0"/>
              <a:t> </a:t>
            </a:r>
            <a:r>
              <a:rPr lang="ru-RU" dirty="0" err="1"/>
              <a:t>Посполитій</a:t>
            </a:r>
            <a:endParaRPr lang="ru-RU" dirty="0"/>
          </a:p>
          <a:p>
            <a:r>
              <a:rPr lang="ru-RU" dirty="0" err="1"/>
              <a:t>об'єднання</a:t>
            </a:r>
            <a:r>
              <a:rPr lang="ru-RU" dirty="0"/>
              <a:t> </a:t>
            </a:r>
            <a:r>
              <a:rPr lang="ru-RU" dirty="0" err="1"/>
              <a:t>Київської</a:t>
            </a:r>
            <a:r>
              <a:rPr lang="ru-RU" dirty="0"/>
              <a:t> </a:t>
            </a:r>
            <a:r>
              <a:rPr lang="ru-RU" dirty="0" err="1"/>
              <a:t>братської</a:t>
            </a:r>
            <a:r>
              <a:rPr lang="ru-RU" dirty="0"/>
              <a:t> та </a:t>
            </a:r>
            <a:r>
              <a:rPr lang="ru-RU" dirty="0" err="1"/>
              <a:t>Лаврської</a:t>
            </a:r>
            <a:r>
              <a:rPr lang="ru-RU" dirty="0"/>
              <a:t> </a:t>
            </a:r>
            <a:r>
              <a:rPr lang="ru-RU" dirty="0" err="1"/>
              <a:t>шкіл</a:t>
            </a:r>
            <a:r>
              <a:rPr lang="ru-RU" dirty="0"/>
              <a:t> у </a:t>
            </a:r>
            <a:r>
              <a:rPr lang="ru-RU" dirty="0" err="1"/>
              <a:t>колегію</a:t>
            </a:r>
            <a:endParaRPr lang="ru-RU" dirty="0"/>
          </a:p>
          <a:p>
            <a:endParaRPr lang="ru-RU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5368" y="2144509"/>
            <a:ext cx="3272590" cy="41956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1075721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Яка </a:t>
            </a:r>
            <a:r>
              <a:rPr lang="ru-RU" dirty="0" err="1"/>
              <a:t>подія</a:t>
            </a:r>
            <a:r>
              <a:rPr lang="ru-RU" dirty="0"/>
              <a:t> </a:t>
            </a:r>
            <a:r>
              <a:rPr lang="ru-RU" dirty="0" err="1"/>
              <a:t>пов’язана</a:t>
            </a:r>
            <a:r>
              <a:rPr lang="ru-RU" dirty="0"/>
              <a:t> з </a:t>
            </a:r>
            <a:r>
              <a:rPr lang="ru-RU" dirty="0" err="1"/>
              <a:t>діячем</a:t>
            </a:r>
            <a:r>
              <a:rPr lang="ru-RU" dirty="0"/>
              <a:t>, </a:t>
            </a:r>
            <a:r>
              <a:rPr lang="ru-RU" dirty="0" err="1"/>
              <a:t>зображеним</a:t>
            </a:r>
            <a:r>
              <a:rPr lang="ru-RU" dirty="0"/>
              <a:t> на </a:t>
            </a:r>
            <a:r>
              <a:rPr lang="ru-RU" dirty="0" err="1"/>
              <a:t>репродукції</a:t>
            </a:r>
            <a:r>
              <a:rPr lang="ru-RU" dirty="0"/>
              <a:t> </a:t>
            </a:r>
            <a:r>
              <a:rPr lang="ru-RU" dirty="0" err="1"/>
              <a:t>картини</a:t>
            </a:r>
            <a:r>
              <a:rPr lang="ru-RU" dirty="0"/>
              <a:t>?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Луцького</a:t>
            </a:r>
            <a:r>
              <a:rPr lang="ru-RU" dirty="0"/>
              <a:t> </a:t>
            </a:r>
            <a:r>
              <a:rPr lang="ru-RU" dirty="0" err="1"/>
              <a:t>Хрестовоздвиженського</a:t>
            </a:r>
            <a:r>
              <a:rPr lang="ru-RU" dirty="0"/>
              <a:t> </a:t>
            </a:r>
            <a:r>
              <a:rPr lang="ru-RU" dirty="0" err="1"/>
              <a:t>ставропігіального</a:t>
            </a:r>
            <a:r>
              <a:rPr lang="ru-RU" dirty="0"/>
              <a:t> братства</a:t>
            </a:r>
          </a:p>
          <a:p>
            <a:r>
              <a:rPr lang="ru-RU" dirty="0" err="1"/>
              <a:t>заснування</a:t>
            </a:r>
            <a:r>
              <a:rPr lang="ru-RU" dirty="0"/>
              <a:t> </a:t>
            </a:r>
            <a:r>
              <a:rPr lang="ru-RU" dirty="0" err="1"/>
              <a:t>першої</a:t>
            </a:r>
            <a:r>
              <a:rPr lang="ru-RU" dirty="0"/>
              <a:t> на </a:t>
            </a:r>
            <a:r>
              <a:rPr lang="ru-RU" dirty="0" err="1"/>
              <a:t>українських</a:t>
            </a:r>
            <a:r>
              <a:rPr lang="ru-RU" dirty="0"/>
              <a:t> землях </a:t>
            </a:r>
            <a:r>
              <a:rPr lang="ru-RU" dirty="0" err="1"/>
              <a:t>слов’яно</a:t>
            </a:r>
            <a:r>
              <a:rPr lang="ru-RU" dirty="0"/>
              <a:t>-греко-</a:t>
            </a:r>
            <a:r>
              <a:rPr lang="ru-RU" dirty="0" err="1"/>
              <a:t>латинської</a:t>
            </a:r>
            <a:r>
              <a:rPr lang="ru-RU" dirty="0"/>
              <a:t> </a:t>
            </a:r>
            <a:r>
              <a:rPr lang="ru-RU" dirty="0" err="1"/>
              <a:t>школи</a:t>
            </a:r>
            <a:endParaRPr lang="ru-RU" dirty="0"/>
          </a:p>
          <a:p>
            <a:r>
              <a:rPr lang="ru-RU" dirty="0" err="1"/>
              <a:t>відновлення</a:t>
            </a:r>
            <a:r>
              <a:rPr lang="ru-RU" dirty="0"/>
              <a:t> в </a:t>
            </a:r>
            <a:r>
              <a:rPr lang="ru-RU" dirty="0" err="1"/>
              <a:t>Речі</a:t>
            </a:r>
            <a:r>
              <a:rPr lang="ru-RU" dirty="0"/>
              <a:t> </a:t>
            </a:r>
            <a:r>
              <a:rPr lang="ru-RU" dirty="0" err="1"/>
              <a:t>Посполитій</a:t>
            </a:r>
            <a:r>
              <a:rPr lang="ru-RU" dirty="0"/>
              <a:t> </a:t>
            </a:r>
            <a:r>
              <a:rPr lang="ru-RU" dirty="0" err="1"/>
              <a:t>вищої</a:t>
            </a:r>
            <a:r>
              <a:rPr lang="ru-RU" dirty="0"/>
              <a:t> </a:t>
            </a:r>
            <a:r>
              <a:rPr lang="ru-RU" dirty="0" err="1"/>
              <a:t>православної</a:t>
            </a:r>
            <a:r>
              <a:rPr lang="ru-RU" dirty="0"/>
              <a:t> </a:t>
            </a:r>
            <a:r>
              <a:rPr lang="ru-RU" dirty="0" err="1"/>
              <a:t>церковної</a:t>
            </a:r>
            <a:r>
              <a:rPr lang="ru-RU" dirty="0"/>
              <a:t> </a:t>
            </a:r>
            <a:r>
              <a:rPr lang="ru-RU" dirty="0" err="1"/>
              <a:t>ієрархії</a:t>
            </a:r>
            <a:endParaRPr lang="ru-RU" dirty="0"/>
          </a:p>
          <a:p>
            <a:r>
              <a:rPr lang="ru-RU" dirty="0" err="1"/>
              <a:t>об’єднання</a:t>
            </a:r>
            <a:r>
              <a:rPr lang="ru-RU" dirty="0"/>
              <a:t> </a:t>
            </a:r>
            <a:r>
              <a:rPr lang="ru-RU" dirty="0" err="1"/>
              <a:t>Лаврської</a:t>
            </a:r>
            <a:r>
              <a:rPr lang="ru-RU" dirty="0"/>
              <a:t> </a:t>
            </a:r>
            <a:r>
              <a:rPr lang="ru-RU" dirty="0" err="1"/>
              <a:t>школи</a:t>
            </a:r>
            <a:r>
              <a:rPr lang="ru-RU" dirty="0"/>
              <a:t> та </a:t>
            </a:r>
            <a:r>
              <a:rPr lang="ru-RU" dirty="0" err="1"/>
              <a:t>Київської</a:t>
            </a:r>
            <a:r>
              <a:rPr lang="ru-RU" dirty="0"/>
              <a:t> </a:t>
            </a:r>
            <a:r>
              <a:rPr lang="ru-RU" dirty="0" err="1"/>
              <a:t>братської</a:t>
            </a:r>
            <a:r>
              <a:rPr lang="ru-RU" dirty="0"/>
              <a:t> </a:t>
            </a:r>
            <a:r>
              <a:rPr lang="ru-RU" dirty="0" err="1"/>
              <a:t>школи</a:t>
            </a:r>
            <a:r>
              <a:rPr lang="ru-RU" dirty="0"/>
              <a:t> в </a:t>
            </a:r>
            <a:r>
              <a:rPr lang="ru-RU" dirty="0" err="1"/>
              <a:t>колегію</a:t>
            </a:r>
            <a:endParaRPr lang="ru-RU" dirty="0"/>
          </a:p>
          <a:p>
            <a:endParaRPr lang="ru-RU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1531" y="2171700"/>
            <a:ext cx="2981325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2163526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3004" y="284176"/>
            <a:ext cx="11687694" cy="1508760"/>
          </a:xfrm>
        </p:spPr>
        <p:txBody>
          <a:bodyPr>
            <a:noAutofit/>
          </a:bodyPr>
          <a:lstStyle/>
          <a:p>
            <a:r>
              <a:rPr lang="ru-RU" sz="3200" dirty="0" err="1"/>
              <a:t>Укажіть</a:t>
            </a:r>
            <a:r>
              <a:rPr lang="ru-RU" sz="3200" dirty="0"/>
              <a:t> портрет </a:t>
            </a:r>
            <a:r>
              <a:rPr lang="ru-RU" sz="3200" dirty="0" err="1"/>
              <a:t>історичного</a:t>
            </a:r>
            <a:r>
              <a:rPr lang="ru-RU" sz="3200" dirty="0"/>
              <a:t> </a:t>
            </a:r>
            <a:r>
              <a:rPr lang="ru-RU" sz="3200" dirty="0" err="1"/>
              <a:t>діяча</a:t>
            </a:r>
            <a:r>
              <a:rPr lang="ru-RU" sz="3200" dirty="0"/>
              <a:t>, з </a:t>
            </a:r>
            <a:r>
              <a:rPr lang="ru-RU" sz="3200" dirty="0" err="1"/>
              <a:t>іменем</a:t>
            </a:r>
            <a:r>
              <a:rPr lang="ru-RU" sz="3200" dirty="0"/>
              <a:t> </a:t>
            </a:r>
            <a:r>
              <a:rPr lang="ru-RU" sz="3200" dirty="0" err="1"/>
              <a:t>якого</a:t>
            </a:r>
            <a:r>
              <a:rPr lang="ru-RU" sz="3200" dirty="0"/>
              <a:t> </a:t>
            </a:r>
            <a:r>
              <a:rPr lang="ru-RU" sz="3200" dirty="0" err="1"/>
              <a:t>пов’язано</a:t>
            </a:r>
            <a:r>
              <a:rPr lang="ru-RU" sz="3200" dirty="0"/>
              <a:t> </a:t>
            </a:r>
            <a:r>
              <a:rPr lang="ru-RU" sz="3200" dirty="0" err="1"/>
              <a:t>заснування</a:t>
            </a:r>
            <a:r>
              <a:rPr lang="ru-RU" sz="3200" dirty="0"/>
              <a:t> </a:t>
            </a:r>
            <a:r>
              <a:rPr lang="ru-RU" sz="3200" dirty="0" err="1"/>
              <a:t>першої</a:t>
            </a:r>
            <a:r>
              <a:rPr lang="ru-RU" sz="3200" dirty="0"/>
              <a:t> на </a:t>
            </a:r>
            <a:r>
              <a:rPr lang="ru-RU" sz="3200" dirty="0" err="1"/>
              <a:t>українських</a:t>
            </a:r>
            <a:r>
              <a:rPr lang="ru-RU" sz="3200" dirty="0"/>
              <a:t> землях </a:t>
            </a:r>
            <a:r>
              <a:rPr lang="ru-RU" sz="3200" dirty="0" err="1"/>
              <a:t>слов’яно</a:t>
            </a:r>
            <a:r>
              <a:rPr lang="ru-RU" sz="3200" dirty="0"/>
              <a:t>-греко-</a:t>
            </a:r>
            <a:r>
              <a:rPr lang="ru-RU" sz="3200" dirty="0" err="1"/>
              <a:t>латинської</a:t>
            </a:r>
            <a:r>
              <a:rPr lang="ru-RU" sz="3200" dirty="0"/>
              <a:t> </a:t>
            </a:r>
            <a:r>
              <a:rPr lang="ru-RU" sz="3200" dirty="0" err="1"/>
              <a:t>школи</a:t>
            </a:r>
            <a:r>
              <a:rPr lang="ru-RU" sz="3200" dirty="0"/>
              <a:t>.</a:t>
            </a:r>
          </a:p>
        </p:txBody>
      </p:sp>
      <p:pic>
        <p:nvPicPr>
          <p:cNvPr id="13314" name="Picture 2" descr="https://zno.osvita.ua/doc/images/znotest/262/26207/ansa_26207.png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04" y="2595086"/>
            <a:ext cx="2793505" cy="3744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https://zno.osvita.ua/doc/images/znotest/262/26207/ansb_26207.png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6851" y="2580460"/>
            <a:ext cx="2895885" cy="3758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8" name="Picture 6" descr="https://zno.osvita.ua/doc/images/znotest/262/26207/ansc_26207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9608" y="2580986"/>
            <a:ext cx="2690751" cy="3743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0" name="Picture 8" descr="https://zno.osvita.ua/doc/images/znotest/262/26207/ansd_26207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0701" y="2580986"/>
            <a:ext cx="2719997" cy="3772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73154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200" dirty="0" err="1"/>
              <a:t>Укажіть</a:t>
            </a:r>
            <a:r>
              <a:rPr lang="ru-RU" sz="3200" dirty="0"/>
              <a:t> портрет </a:t>
            </a:r>
            <a:r>
              <a:rPr lang="ru-RU" sz="3200" dirty="0" err="1"/>
              <a:t>історичного</a:t>
            </a:r>
            <a:r>
              <a:rPr lang="ru-RU" sz="3200" dirty="0"/>
              <a:t> </a:t>
            </a:r>
            <a:r>
              <a:rPr lang="ru-RU" sz="3200" dirty="0" err="1"/>
              <a:t>діяча</a:t>
            </a:r>
            <a:r>
              <a:rPr lang="ru-RU" sz="3200" dirty="0"/>
              <a:t>, з </a:t>
            </a:r>
            <a:r>
              <a:rPr lang="ru-RU" sz="3200" dirty="0" err="1"/>
              <a:t>іменем</a:t>
            </a:r>
            <a:r>
              <a:rPr lang="ru-RU" sz="3200" dirty="0"/>
              <a:t> </a:t>
            </a:r>
            <a:r>
              <a:rPr lang="ru-RU" sz="3200" dirty="0" err="1"/>
              <a:t>якого</a:t>
            </a:r>
            <a:r>
              <a:rPr lang="ru-RU" sz="3200" dirty="0"/>
              <a:t> </a:t>
            </a:r>
            <a:r>
              <a:rPr lang="ru-RU" sz="3200" dirty="0" err="1"/>
              <a:t>пов’язано</a:t>
            </a:r>
            <a:r>
              <a:rPr lang="ru-RU" sz="3200" dirty="0"/>
              <a:t> </a:t>
            </a:r>
            <a:r>
              <a:rPr lang="ru-RU" sz="3200" dirty="0" err="1"/>
              <a:t>заснування</a:t>
            </a:r>
            <a:r>
              <a:rPr lang="ru-RU" sz="3200" dirty="0"/>
              <a:t> </a:t>
            </a:r>
            <a:r>
              <a:rPr lang="ru-RU" sz="3200" dirty="0" err="1"/>
              <a:t>першої</a:t>
            </a:r>
            <a:r>
              <a:rPr lang="ru-RU" sz="3200" dirty="0"/>
              <a:t> на </a:t>
            </a:r>
            <a:r>
              <a:rPr lang="ru-RU" sz="3200" dirty="0" err="1"/>
              <a:t>українських</a:t>
            </a:r>
            <a:r>
              <a:rPr lang="ru-RU" sz="3200" dirty="0"/>
              <a:t> землях </a:t>
            </a:r>
            <a:r>
              <a:rPr lang="ru-RU" sz="3200" dirty="0" err="1"/>
              <a:t>слов’яно</a:t>
            </a:r>
            <a:r>
              <a:rPr lang="ru-RU" sz="3200" dirty="0"/>
              <a:t>-греко-</a:t>
            </a:r>
            <a:r>
              <a:rPr lang="ru-RU" sz="3200" dirty="0" err="1"/>
              <a:t>латинської</a:t>
            </a:r>
            <a:r>
              <a:rPr lang="ru-RU" sz="3200" dirty="0"/>
              <a:t> </a:t>
            </a:r>
            <a:r>
              <a:rPr lang="ru-RU" sz="3200" dirty="0" err="1"/>
              <a:t>школи</a:t>
            </a:r>
            <a:endParaRPr lang="ru-RU" sz="3200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312" y="2280486"/>
            <a:ext cx="2628900" cy="3667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5090" y="2290011"/>
            <a:ext cx="2724150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9" name="Picture 5" descr="https://zno.osvita.ua/doc/images/znotest/138/13822/ansc_13822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2922" y="2290011"/>
            <a:ext cx="272415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1" name="Picture 7" descr="https://zno.osvita.ua/doc/images/znotest/138/13822/ansd_13822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2691" y="2290011"/>
            <a:ext cx="2733675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664558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Масове</a:t>
            </a:r>
            <a:r>
              <a:rPr lang="ru-RU" dirty="0"/>
              <a:t> </a:t>
            </a:r>
            <a:r>
              <a:rPr lang="ru-RU" dirty="0" err="1"/>
              <a:t>поширення</a:t>
            </a:r>
            <a:r>
              <a:rPr lang="ru-RU" dirty="0"/>
              <a:t> </a:t>
            </a:r>
            <a:r>
              <a:rPr lang="ru-RU" dirty="0" err="1"/>
              <a:t>єзуїтських</a:t>
            </a:r>
            <a:r>
              <a:rPr lang="ru-RU" dirty="0"/>
              <a:t> </a:t>
            </a:r>
            <a:r>
              <a:rPr lang="ru-RU" dirty="0" err="1"/>
              <a:t>колегіумів</a:t>
            </a:r>
            <a:r>
              <a:rPr lang="ru-RU" dirty="0"/>
              <a:t> на </a:t>
            </a:r>
            <a:r>
              <a:rPr lang="ru-RU" dirty="0" err="1"/>
              <a:t>українських</a:t>
            </a:r>
            <a:r>
              <a:rPr lang="ru-RU" dirty="0"/>
              <a:t> землях </a:t>
            </a:r>
            <a:r>
              <a:rPr lang="ru-RU" dirty="0" err="1"/>
              <a:t>відбувалося</a:t>
            </a:r>
            <a:r>
              <a:rPr lang="ru-RU" dirty="0"/>
              <a:t> </a:t>
            </a:r>
            <a:r>
              <a:rPr lang="ru-RU" dirty="0" err="1"/>
              <a:t>після</a:t>
            </a:r>
            <a:r>
              <a:rPr lang="ru-RU" dirty="0"/>
              <a:t> </a:t>
            </a:r>
            <a:r>
              <a:rPr lang="ru-RU" dirty="0" err="1"/>
              <a:t>укладення</a:t>
            </a:r>
            <a:endParaRPr lang="ru-RU" dirty="0"/>
          </a:p>
        </p:txBody>
      </p:sp>
      <p:graphicFrame>
        <p:nvGraphicFramePr>
          <p:cNvPr id="5" name="Місце для вмісту 4">
            <a:extLst>
              <a:ext uri="{FF2B5EF4-FFF2-40B4-BE49-F238E27FC236}">
                <a16:creationId xmlns:a16="http://schemas.microsoft.com/office/drawing/2014/main" id="{AE6009F6-49DA-6AF4-41D3-CBFB02E6FEA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592269170"/>
              </p:ext>
            </p:extLst>
          </p:nvPr>
        </p:nvGraphicFramePr>
        <p:xfrm>
          <a:off x="1205344" y="2011680"/>
          <a:ext cx="4754880" cy="4206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49811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Укажіть</a:t>
            </a:r>
            <a:r>
              <a:rPr lang="ru-RU" dirty="0"/>
              <a:t> </a:t>
            </a:r>
            <a:r>
              <a:rPr lang="ru-RU" dirty="0" err="1"/>
              <a:t>зображення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стало </a:t>
            </a:r>
            <a:r>
              <a:rPr lang="ru-RU" dirty="0" err="1"/>
              <a:t>першою</a:t>
            </a:r>
            <a:r>
              <a:rPr lang="ru-RU" dirty="0"/>
              <a:t> </a:t>
            </a:r>
            <a:r>
              <a:rPr lang="ru-RU" dirty="0" err="1"/>
              <a:t>графічною</a:t>
            </a:r>
            <a:r>
              <a:rPr lang="ru-RU" dirty="0"/>
              <a:t> </a:t>
            </a:r>
            <a:r>
              <a:rPr lang="ru-RU" dirty="0" err="1"/>
              <a:t>ілюстрацією</a:t>
            </a:r>
            <a:r>
              <a:rPr lang="ru-RU" dirty="0"/>
              <a:t> в </a:t>
            </a:r>
            <a:r>
              <a:rPr lang="ru-RU" dirty="0" err="1"/>
              <a:t>українській</a:t>
            </a:r>
            <a:r>
              <a:rPr lang="ru-RU" dirty="0"/>
              <a:t> </a:t>
            </a:r>
            <a:r>
              <a:rPr lang="ru-RU" dirty="0" err="1"/>
              <a:t>друкованій</a:t>
            </a:r>
            <a:r>
              <a:rPr lang="ru-RU" dirty="0"/>
              <a:t> </a:t>
            </a:r>
            <a:r>
              <a:rPr lang="ru-RU" dirty="0" err="1"/>
              <a:t>книжці</a:t>
            </a:r>
            <a:endParaRPr lang="ru-RU" dirty="0"/>
          </a:p>
        </p:txBody>
      </p:sp>
      <p:pic>
        <p:nvPicPr>
          <p:cNvPr id="10242" name="Picture 2" descr="https://zno.osvita.ua/doc/images/znotest/206/20688/ansa_20688.jpg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54" y="2456530"/>
            <a:ext cx="2857500" cy="343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https://zno.osvita.ua/doc/images/znotest/206/20688/ansb_20688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3110" y="2456530"/>
            <a:ext cx="2857500" cy="343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 descr="https://zno.osvita.ua/doc/images/znotest/206/20688/ansc_20688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7617" y="2456530"/>
            <a:ext cx="2857500" cy="3914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8" name="Picture 8" descr="https://zno.osvita.ua/doc/images/znotest/206/20688/ansd_20688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41686" y="2466055"/>
            <a:ext cx="2632581" cy="3597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25920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події</a:t>
            </a:r>
            <a:r>
              <a:rPr lang="ru-RU" dirty="0"/>
              <a:t> </a:t>
            </a:r>
            <a:r>
              <a:rPr lang="ru-RU" dirty="0" err="1"/>
              <a:t>відбулися</a:t>
            </a:r>
            <a:r>
              <a:rPr lang="ru-RU" dirty="0"/>
              <a:t> на </a:t>
            </a:r>
            <a:r>
              <a:rPr lang="ru-RU" dirty="0" err="1"/>
              <a:t>українських</a:t>
            </a:r>
            <a:r>
              <a:rPr lang="ru-RU" dirty="0"/>
              <a:t> землях у ХVI ст.?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/>
              <a:t>1</a:t>
            </a:r>
            <a:r>
              <a:rPr lang="ru-RU" dirty="0"/>
              <a:t>заснування </a:t>
            </a:r>
            <a:r>
              <a:rPr lang="ru-RU" dirty="0" err="1"/>
              <a:t>реєстрового</a:t>
            </a:r>
            <a:r>
              <a:rPr lang="ru-RU" dirty="0"/>
              <a:t> </a:t>
            </a:r>
            <a:r>
              <a:rPr lang="ru-RU" dirty="0" err="1"/>
              <a:t>козацтва</a:t>
            </a:r>
            <a:endParaRPr lang="ru-RU" dirty="0"/>
          </a:p>
          <a:p>
            <a:r>
              <a:rPr lang="ru-RU" b="1" dirty="0"/>
              <a:t>2</a:t>
            </a:r>
            <a:r>
              <a:rPr lang="ru-RU" dirty="0"/>
              <a:t>створення </a:t>
            </a:r>
            <a:r>
              <a:rPr lang="ru-RU" dirty="0" err="1"/>
              <a:t>першої</a:t>
            </a:r>
            <a:r>
              <a:rPr lang="ru-RU" dirty="0"/>
              <a:t> </a:t>
            </a:r>
            <a:r>
              <a:rPr lang="ru-RU" dirty="0" err="1"/>
              <a:t>слов'яно</a:t>
            </a:r>
            <a:r>
              <a:rPr lang="ru-RU" dirty="0"/>
              <a:t>-греко-</a:t>
            </a:r>
            <a:r>
              <a:rPr lang="ru-RU" dirty="0" err="1"/>
              <a:t>латинської</a:t>
            </a:r>
            <a:r>
              <a:rPr lang="ru-RU" dirty="0"/>
              <a:t> </a:t>
            </a:r>
            <a:r>
              <a:rPr lang="ru-RU" dirty="0" err="1"/>
              <a:t>школи</a:t>
            </a:r>
            <a:r>
              <a:rPr lang="ru-RU" dirty="0"/>
              <a:t> (</a:t>
            </a:r>
            <a:r>
              <a:rPr lang="ru-RU" dirty="0" err="1"/>
              <a:t>Острозької</a:t>
            </a:r>
            <a:r>
              <a:rPr lang="ru-RU" dirty="0"/>
              <a:t> </a:t>
            </a:r>
            <a:r>
              <a:rPr lang="ru-RU" dirty="0" err="1"/>
              <a:t>академії</a:t>
            </a:r>
            <a:r>
              <a:rPr lang="ru-RU" dirty="0"/>
              <a:t>)</a:t>
            </a:r>
          </a:p>
          <a:p>
            <a:r>
              <a:rPr lang="ru-RU" b="1" dirty="0"/>
              <a:t>3</a:t>
            </a:r>
            <a:r>
              <a:rPr lang="ru-RU" dirty="0"/>
              <a:t>ухвалення «</a:t>
            </a:r>
            <a:r>
              <a:rPr lang="ru-RU" dirty="0" err="1"/>
              <a:t>Ординації</a:t>
            </a:r>
            <a:r>
              <a:rPr lang="ru-RU" dirty="0"/>
              <a:t> </a:t>
            </a:r>
            <a:r>
              <a:rPr lang="ru-RU" dirty="0" err="1"/>
              <a:t>Війська</a:t>
            </a:r>
            <a:r>
              <a:rPr lang="ru-RU" dirty="0"/>
              <a:t> </a:t>
            </a:r>
            <a:r>
              <a:rPr lang="ru-RU" dirty="0" err="1"/>
              <a:t>Запорозького</a:t>
            </a:r>
            <a:r>
              <a:rPr lang="ru-RU" dirty="0"/>
              <a:t> </a:t>
            </a:r>
            <a:r>
              <a:rPr lang="ru-RU" dirty="0" err="1"/>
              <a:t>реєстрового</a:t>
            </a:r>
            <a:r>
              <a:rPr lang="ru-RU" dirty="0"/>
              <a:t>...»</a:t>
            </a:r>
          </a:p>
          <a:p>
            <a:r>
              <a:rPr lang="ru-RU" b="1" dirty="0"/>
              <a:t>4</a:t>
            </a:r>
            <a:r>
              <a:rPr lang="ru-RU" dirty="0"/>
              <a:t>оприлюднення «</a:t>
            </a:r>
            <a:r>
              <a:rPr lang="ru-RU" dirty="0" err="1"/>
              <a:t>Пунктів</a:t>
            </a:r>
            <a:r>
              <a:rPr lang="ru-RU" dirty="0"/>
              <a:t> для </a:t>
            </a:r>
            <a:r>
              <a:rPr lang="ru-RU" dirty="0" err="1"/>
              <a:t>заспокоєння</a:t>
            </a:r>
            <a:r>
              <a:rPr lang="ru-RU" dirty="0"/>
              <a:t> </a:t>
            </a:r>
            <a:r>
              <a:rPr lang="ru-RU" dirty="0" err="1"/>
              <a:t>руського</a:t>
            </a:r>
            <a:r>
              <a:rPr lang="ru-RU" dirty="0"/>
              <a:t> народу»</a:t>
            </a:r>
          </a:p>
          <a:p>
            <a:r>
              <a:rPr lang="ru-RU" b="1" dirty="0"/>
              <a:t>5</a:t>
            </a:r>
            <a:r>
              <a:rPr lang="ru-RU" dirty="0"/>
              <a:t>вступ </a:t>
            </a:r>
            <a:r>
              <a:rPr lang="ru-RU" dirty="0" err="1"/>
              <a:t>Війська</a:t>
            </a:r>
            <a:r>
              <a:rPr lang="ru-RU" dirty="0"/>
              <a:t> </a:t>
            </a:r>
            <a:r>
              <a:rPr lang="ru-RU" dirty="0" err="1"/>
              <a:t>Запорозького</a:t>
            </a:r>
            <a:r>
              <a:rPr lang="ru-RU" dirty="0"/>
              <a:t> низового до </a:t>
            </a:r>
            <a:r>
              <a:rPr lang="ru-RU" dirty="0" err="1"/>
              <a:t>Київського</a:t>
            </a:r>
            <a:r>
              <a:rPr lang="ru-RU" dirty="0"/>
              <a:t> братства</a:t>
            </a:r>
          </a:p>
          <a:p>
            <a:r>
              <a:rPr lang="ru-RU" b="1" dirty="0"/>
              <a:t>6</a:t>
            </a:r>
            <a:r>
              <a:rPr lang="ru-RU" dirty="0"/>
              <a:t>видання у </a:t>
            </a:r>
            <a:r>
              <a:rPr lang="ru-RU" dirty="0" err="1"/>
              <a:t>Львові</a:t>
            </a:r>
            <a:r>
              <a:rPr lang="ru-RU" dirty="0"/>
              <a:t> </a:t>
            </a:r>
            <a:r>
              <a:rPr lang="ru-RU" dirty="0" err="1"/>
              <a:t>Іваном</a:t>
            </a:r>
            <a:r>
              <a:rPr lang="ru-RU" dirty="0"/>
              <a:t> Федоровичем книг «Апостол» і «</a:t>
            </a:r>
            <a:r>
              <a:rPr lang="ru-RU" dirty="0" err="1"/>
              <a:t>Буквар</a:t>
            </a:r>
            <a:r>
              <a:rPr lang="ru-RU" dirty="0"/>
              <a:t>»</a:t>
            </a:r>
          </a:p>
          <a:p>
            <a:r>
              <a:rPr lang="ru-RU" b="1" dirty="0"/>
              <a:t>7</a:t>
            </a:r>
            <a:r>
              <a:rPr lang="ru-RU" dirty="0"/>
              <a:t>заснування </a:t>
            </a:r>
            <a:r>
              <a:rPr lang="ru-RU" dirty="0" err="1"/>
              <a:t>Києво-Могилянського</a:t>
            </a:r>
            <a:r>
              <a:rPr lang="ru-RU" dirty="0"/>
              <a:t> </a:t>
            </a:r>
            <a:r>
              <a:rPr lang="ru-RU" dirty="0" err="1"/>
              <a:t>колегіуму</a:t>
            </a:r>
            <a:endParaRPr lang="ru-RU" dirty="0"/>
          </a:p>
          <a:p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283201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ru-RU" dirty="0"/>
            </a:br>
            <a:r>
              <a:rPr lang="ru-RU" dirty="0" err="1"/>
              <a:t>Увідповідніть</a:t>
            </a:r>
            <a:r>
              <a:rPr lang="ru-RU" dirty="0"/>
              <a:t> </a:t>
            </a:r>
            <a:r>
              <a:rPr lang="ru-RU" dirty="0" err="1"/>
              <a:t>місто</a:t>
            </a:r>
            <a:r>
              <a:rPr lang="ru-RU" dirty="0"/>
              <a:t> з </a:t>
            </a:r>
            <a:r>
              <a:rPr lang="ru-RU" dirty="0" err="1"/>
              <a:t>подією</a:t>
            </a:r>
            <a:r>
              <a:rPr lang="ru-RU" dirty="0"/>
              <a:t> Х</a:t>
            </a:r>
            <a:r>
              <a:rPr lang="en-US" dirty="0"/>
              <a:t>VI </a:t>
            </a:r>
            <a:r>
              <a:rPr lang="ru-RU" dirty="0"/>
              <a:t>ст., </a:t>
            </a:r>
            <a:r>
              <a:rPr lang="ru-RU" dirty="0" err="1"/>
              <a:t>що</a:t>
            </a:r>
            <a:r>
              <a:rPr lang="ru-RU" dirty="0"/>
              <a:t> в </a:t>
            </a:r>
            <a:r>
              <a:rPr lang="ru-RU" dirty="0" err="1"/>
              <a:t>ньому</a:t>
            </a:r>
            <a:r>
              <a:rPr lang="ru-RU" dirty="0"/>
              <a:t> </a:t>
            </a:r>
            <a:r>
              <a:rPr lang="ru-RU" dirty="0" err="1"/>
              <a:t>відбулася</a:t>
            </a:r>
            <a:r>
              <a:rPr lang="ru-RU" dirty="0"/>
              <a:t>.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b="1" dirty="0"/>
              <a:t>1</a:t>
            </a:r>
            <a:r>
              <a:rPr lang="ru-RU" dirty="0"/>
              <a:t>Берестя</a:t>
            </a:r>
          </a:p>
          <a:p>
            <a:r>
              <a:rPr lang="ru-RU" b="1" dirty="0"/>
              <a:t>2</a:t>
            </a:r>
            <a:r>
              <a:rPr lang="ru-RU" dirty="0"/>
              <a:t>Львів</a:t>
            </a:r>
          </a:p>
          <a:p>
            <a:r>
              <a:rPr lang="ru-RU" b="1" dirty="0"/>
              <a:t>3</a:t>
            </a:r>
            <a:r>
              <a:rPr lang="ru-RU" dirty="0"/>
              <a:t>Острог</a:t>
            </a:r>
          </a:p>
          <a:p>
            <a:r>
              <a:rPr lang="ru-RU" b="1" dirty="0"/>
              <a:t>4</a:t>
            </a:r>
            <a:r>
              <a:rPr lang="ru-RU" dirty="0"/>
              <a:t>Київ</a:t>
            </a:r>
          </a:p>
          <a:p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перше </a:t>
            </a:r>
            <a:r>
              <a:rPr lang="ru-RU" dirty="0" err="1"/>
              <a:t>повне</a:t>
            </a:r>
            <a:r>
              <a:rPr lang="ru-RU" dirty="0"/>
              <a:t> </a:t>
            </a:r>
            <a:r>
              <a:rPr lang="ru-RU" dirty="0" err="1"/>
              <a:t>видання</a:t>
            </a:r>
            <a:r>
              <a:rPr lang="ru-RU" dirty="0"/>
              <a:t> Святого Письма церковно-</a:t>
            </a:r>
            <a:r>
              <a:rPr lang="ru-RU" dirty="0" err="1"/>
              <a:t>слов’янською</a:t>
            </a:r>
            <a:r>
              <a:rPr lang="ru-RU" dirty="0"/>
              <a:t> </a:t>
            </a:r>
            <a:r>
              <a:rPr lang="ru-RU" dirty="0" err="1"/>
              <a:t>мовою</a:t>
            </a:r>
            <a:endParaRPr lang="ru-RU" dirty="0"/>
          </a:p>
          <a:p>
            <a:r>
              <a:rPr lang="ru-RU" dirty="0" err="1"/>
              <a:t>заснування</a:t>
            </a:r>
            <a:r>
              <a:rPr lang="ru-RU" dirty="0"/>
              <a:t> </a:t>
            </a:r>
            <a:r>
              <a:rPr lang="ru-RU" dirty="0" err="1"/>
              <a:t>першого</a:t>
            </a:r>
            <a:r>
              <a:rPr lang="ru-RU" dirty="0"/>
              <a:t> в </a:t>
            </a:r>
            <a:r>
              <a:rPr lang="ru-RU" dirty="0" err="1"/>
              <a:t>Україні</a:t>
            </a:r>
            <a:r>
              <a:rPr lang="ru-RU" dirty="0"/>
              <a:t> церковного братства і </a:t>
            </a:r>
            <a:r>
              <a:rPr lang="ru-RU" dirty="0" err="1"/>
              <a:t>школи</a:t>
            </a:r>
            <a:r>
              <a:rPr lang="ru-RU" dirty="0"/>
              <a:t> при </a:t>
            </a:r>
            <a:r>
              <a:rPr lang="ru-RU" dirty="0" err="1"/>
              <a:t>ньому</a:t>
            </a:r>
            <a:endParaRPr lang="ru-RU" dirty="0"/>
          </a:p>
          <a:p>
            <a:r>
              <a:rPr lang="ru-RU" dirty="0" err="1"/>
              <a:t>ухвалення</a:t>
            </a:r>
            <a:r>
              <a:rPr lang="ru-RU" dirty="0"/>
              <a:t> </a:t>
            </a:r>
            <a:r>
              <a:rPr lang="ru-RU" dirty="0" err="1"/>
              <a:t>рішення</a:t>
            </a:r>
            <a:r>
              <a:rPr lang="ru-RU" dirty="0"/>
              <a:t> про </a:t>
            </a:r>
            <a:r>
              <a:rPr lang="ru-RU" dirty="0" err="1"/>
              <a:t>об’єднання</a:t>
            </a:r>
            <a:r>
              <a:rPr lang="ru-RU" dirty="0"/>
              <a:t> </a:t>
            </a:r>
            <a:r>
              <a:rPr lang="ru-RU" dirty="0" err="1"/>
              <a:t>католицької</a:t>
            </a:r>
            <a:r>
              <a:rPr lang="ru-RU" dirty="0"/>
              <a:t> і </a:t>
            </a:r>
            <a:r>
              <a:rPr lang="ru-RU" dirty="0" err="1"/>
              <a:t>православної</a:t>
            </a:r>
            <a:r>
              <a:rPr lang="ru-RU" dirty="0"/>
              <a:t> </a:t>
            </a:r>
            <a:r>
              <a:rPr lang="ru-RU" dirty="0" err="1"/>
              <a:t>церков</a:t>
            </a:r>
            <a:endParaRPr lang="ru-RU" dirty="0"/>
          </a:p>
          <a:p>
            <a:r>
              <a:rPr lang="ru-RU" dirty="0" err="1"/>
              <a:t>вступ</a:t>
            </a:r>
            <a:r>
              <a:rPr lang="ru-RU" dirty="0"/>
              <a:t> </a:t>
            </a:r>
            <a:r>
              <a:rPr lang="ru-RU" dirty="0" err="1"/>
              <a:t>запорозького</a:t>
            </a:r>
            <a:r>
              <a:rPr lang="ru-RU" dirty="0"/>
              <a:t> </a:t>
            </a:r>
            <a:r>
              <a:rPr lang="ru-RU" dirty="0" err="1"/>
              <a:t>козацтва</a:t>
            </a:r>
            <a:r>
              <a:rPr lang="ru-RU" dirty="0"/>
              <a:t> до братства</a:t>
            </a:r>
          </a:p>
          <a:p>
            <a:r>
              <a:rPr lang="ru-RU" dirty="0" err="1"/>
              <a:t>утворення</a:t>
            </a:r>
            <a:r>
              <a:rPr lang="ru-RU" dirty="0"/>
              <a:t> </a:t>
            </a:r>
            <a:r>
              <a:rPr lang="ru-RU" dirty="0" err="1"/>
              <a:t>Речі</a:t>
            </a:r>
            <a:r>
              <a:rPr lang="ru-RU" dirty="0"/>
              <a:t> </a:t>
            </a:r>
            <a:r>
              <a:rPr lang="ru-RU" dirty="0" err="1"/>
              <a:t>Посполитої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00388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Установіть</a:t>
            </a:r>
            <a:r>
              <a:rPr lang="ru-RU" dirty="0"/>
              <a:t> </a:t>
            </a:r>
            <a:r>
              <a:rPr lang="ru-RU" dirty="0" err="1"/>
              <a:t>послідовність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 </a:t>
            </a:r>
            <a:r>
              <a:rPr lang="ru-RU" dirty="0" err="1"/>
              <a:t>суспільно</a:t>
            </a:r>
            <a:r>
              <a:rPr lang="ru-RU" dirty="0"/>
              <a:t>-культурного </a:t>
            </a:r>
            <a:r>
              <a:rPr lang="ru-RU" dirty="0" err="1"/>
              <a:t>життя</a:t>
            </a:r>
            <a:r>
              <a:rPr lang="ru-RU" dirty="0"/>
              <a:t> ХVI ст.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 err="1"/>
              <a:t>утворення</a:t>
            </a:r>
            <a:r>
              <a:rPr lang="ru-RU" dirty="0"/>
              <a:t> у </a:t>
            </a:r>
            <a:r>
              <a:rPr lang="ru-RU" dirty="0" err="1"/>
              <a:t>Львові</a:t>
            </a:r>
            <a:r>
              <a:rPr lang="ru-RU" dirty="0"/>
              <a:t> </a:t>
            </a:r>
            <a:r>
              <a:rPr lang="ru-RU" dirty="0" err="1"/>
              <a:t>першої</a:t>
            </a:r>
            <a:r>
              <a:rPr lang="ru-RU" dirty="0"/>
              <a:t> </a:t>
            </a:r>
            <a:r>
              <a:rPr lang="ru-RU" dirty="0" err="1"/>
              <a:t>братської</a:t>
            </a:r>
            <a:r>
              <a:rPr lang="ru-RU" dirty="0"/>
              <a:t> (</a:t>
            </a:r>
            <a:r>
              <a:rPr lang="ru-RU" dirty="0" err="1"/>
              <a:t>словяно</a:t>
            </a:r>
            <a:r>
              <a:rPr lang="ru-RU" dirty="0"/>
              <a:t>-греко-</a:t>
            </a:r>
            <a:r>
              <a:rPr lang="ru-RU" dirty="0" err="1"/>
              <a:t>латинської</a:t>
            </a:r>
            <a:r>
              <a:rPr lang="ru-RU" dirty="0"/>
              <a:t>) </a:t>
            </a:r>
            <a:r>
              <a:rPr lang="ru-RU" dirty="0" err="1"/>
              <a:t>школи</a:t>
            </a:r>
            <a:endParaRPr lang="ru-RU" dirty="0"/>
          </a:p>
          <a:p>
            <a:r>
              <a:rPr lang="ru-RU" dirty="0" err="1"/>
              <a:t>укладення</a:t>
            </a:r>
            <a:r>
              <a:rPr lang="ru-RU" dirty="0"/>
              <a:t> </a:t>
            </a:r>
            <a:r>
              <a:rPr lang="ru-RU" dirty="0" err="1"/>
              <a:t>Берестейської</a:t>
            </a:r>
            <a:r>
              <a:rPr lang="ru-RU" dirty="0"/>
              <a:t> </a:t>
            </a:r>
            <a:r>
              <a:rPr lang="ru-RU" dirty="0" err="1"/>
              <a:t>церковної</a:t>
            </a:r>
            <a:r>
              <a:rPr lang="ru-RU" dirty="0"/>
              <a:t> </a:t>
            </a:r>
            <a:r>
              <a:rPr lang="ru-RU" dirty="0" err="1"/>
              <a:t>унії</a:t>
            </a:r>
            <a:endParaRPr lang="ru-RU" dirty="0"/>
          </a:p>
          <a:p>
            <a:r>
              <a:rPr lang="ru-RU" dirty="0" err="1"/>
              <a:t>видання</a:t>
            </a:r>
            <a:r>
              <a:rPr lang="ru-RU" dirty="0"/>
              <a:t> І. Федоровичем «Апостола» й «Букваря»</a:t>
            </a:r>
          </a:p>
          <a:p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Пересопницького</a:t>
            </a:r>
            <a:r>
              <a:rPr lang="ru-RU" dirty="0"/>
              <a:t> </a:t>
            </a:r>
            <a:r>
              <a:rPr lang="ru-RU" dirty="0" err="1"/>
              <a:t>Євангелія</a:t>
            </a:r>
            <a:endParaRPr lang="ru-RU" dirty="0"/>
          </a:p>
          <a:p>
            <a:endParaRPr lang="ru-RU" dirty="0"/>
          </a:p>
        </p:txBody>
      </p:sp>
      <p:pic>
        <p:nvPicPr>
          <p:cNvPr id="5" name="Місце для вмісту 5">
            <a:extLst>
              <a:ext uri="{FF2B5EF4-FFF2-40B4-BE49-F238E27FC236}">
                <a16:creationId xmlns:a16="http://schemas.microsoft.com/office/drawing/2014/main" id="{43ED9E0E-9693-6C92-AC96-882A9DBE588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107822" y="2476272"/>
            <a:ext cx="3000794" cy="3277057"/>
          </a:xfrm>
        </p:spPr>
      </p:pic>
    </p:spTree>
    <p:extLst>
      <p:ext uri="{BB962C8B-B14F-4D97-AF65-F5344CB8AC3E}">
        <p14:creationId xmlns:p14="http://schemas.microsoft.com/office/powerpoint/2010/main" val="159133923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70D7D2-055B-96E0-B4D3-84F8D4127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Економічний блок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8C655D8D-A427-4B0B-E037-B75CD94760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Панщина, фільварки, реманент</a:t>
            </a:r>
          </a:p>
        </p:txBody>
      </p:sp>
    </p:spTree>
    <p:extLst>
      <p:ext uri="{BB962C8B-B14F-4D97-AF65-F5344CB8AC3E}">
        <p14:creationId xmlns:p14="http://schemas.microsoft.com/office/powerpoint/2010/main" val="367965964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соціальні</a:t>
            </a:r>
            <a:r>
              <a:rPr lang="ru-RU" dirty="0"/>
              <a:t> </a:t>
            </a:r>
            <a:r>
              <a:rPr lang="ru-RU" dirty="0" err="1"/>
              <a:t>зміни</a:t>
            </a:r>
            <a:r>
              <a:rPr lang="ru-RU" dirty="0"/>
              <a:t> </a:t>
            </a:r>
            <a:r>
              <a:rPr lang="ru-RU" dirty="0" err="1"/>
              <a:t>відбулися</a:t>
            </a:r>
            <a:r>
              <a:rPr lang="ru-RU" dirty="0"/>
              <a:t> на </a:t>
            </a:r>
            <a:r>
              <a:rPr lang="ru-RU" dirty="0" err="1"/>
              <a:t>українських</a:t>
            </a:r>
            <a:r>
              <a:rPr lang="ru-RU" dirty="0"/>
              <a:t> землях у </a:t>
            </a:r>
            <a:r>
              <a:rPr lang="ru-RU" dirty="0" err="1"/>
              <a:t>другій</a:t>
            </a:r>
            <a:r>
              <a:rPr lang="ru-RU" dirty="0"/>
              <a:t> </a:t>
            </a:r>
            <a:r>
              <a:rPr lang="ru-RU" dirty="0" err="1"/>
              <a:t>половині</a:t>
            </a:r>
            <a:r>
              <a:rPr lang="ru-RU" dirty="0"/>
              <a:t> XVI ст.?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b="1" dirty="0"/>
              <a:t>1 </a:t>
            </a:r>
            <a:r>
              <a:rPr lang="ru-RU" dirty="0" err="1"/>
              <a:t>поширення</a:t>
            </a:r>
            <a:r>
              <a:rPr lang="ru-RU" dirty="0"/>
              <a:t> на </a:t>
            </a:r>
            <a:r>
              <a:rPr lang="ru-RU" dirty="0" err="1"/>
              <a:t>всіх</a:t>
            </a:r>
            <a:r>
              <a:rPr lang="ru-RU" dirty="0"/>
              <a:t> </a:t>
            </a:r>
            <a:r>
              <a:rPr lang="ru-RU" dirty="0" err="1"/>
              <a:t>мешканців</a:t>
            </a:r>
            <a:r>
              <a:rPr lang="ru-RU" dirty="0"/>
              <a:t> </a:t>
            </a:r>
            <a:r>
              <a:rPr lang="ru-RU" dirty="0" err="1"/>
              <a:t>міст</a:t>
            </a:r>
            <a:r>
              <a:rPr lang="ru-RU" dirty="0"/>
              <a:t> </a:t>
            </a:r>
            <a:r>
              <a:rPr lang="ru-RU" dirty="0" err="1"/>
              <a:t>магдебурзького</a:t>
            </a:r>
            <a:r>
              <a:rPr lang="ru-RU" dirty="0"/>
              <a:t> права</a:t>
            </a:r>
          </a:p>
          <a:p>
            <a:pPr marL="457200" indent="-457200">
              <a:buFont typeface="+mj-lt"/>
              <a:buAutoNum type="arabicPeriod"/>
            </a:pPr>
            <a:r>
              <a:rPr lang="ru-RU" b="1" dirty="0"/>
              <a:t>2 </a:t>
            </a:r>
            <a:r>
              <a:rPr lang="ru-RU" dirty="0" err="1"/>
              <a:t>завершення</a:t>
            </a:r>
            <a:r>
              <a:rPr lang="ru-RU" dirty="0"/>
              <a:t> </a:t>
            </a:r>
            <a:r>
              <a:rPr lang="ru-RU" dirty="0" err="1"/>
              <a:t>формування</a:t>
            </a:r>
            <a:r>
              <a:rPr lang="ru-RU" dirty="0"/>
              <a:t> </a:t>
            </a:r>
            <a:r>
              <a:rPr lang="ru-RU" dirty="0" err="1"/>
              <a:t>шляхти</a:t>
            </a:r>
            <a:r>
              <a:rPr lang="ru-RU" dirty="0"/>
              <a:t> як </a:t>
            </a:r>
            <a:r>
              <a:rPr lang="ru-RU" dirty="0" err="1"/>
              <a:t>єдиного</a:t>
            </a:r>
            <a:r>
              <a:rPr lang="ru-RU" dirty="0"/>
              <a:t> стану </a:t>
            </a:r>
            <a:r>
              <a:rPr lang="ru-RU" dirty="0" err="1"/>
              <a:t>землевласників</a:t>
            </a:r>
            <a:endParaRPr lang="ru-RU" dirty="0"/>
          </a:p>
          <a:p>
            <a:pPr marL="457200" indent="-457200">
              <a:buFont typeface="+mj-lt"/>
              <a:buAutoNum type="arabicPeriod"/>
            </a:pPr>
            <a:r>
              <a:rPr lang="ru-RU" b="1" dirty="0"/>
              <a:t>3 </a:t>
            </a:r>
            <a:r>
              <a:rPr lang="ru-RU" dirty="0" err="1"/>
              <a:t>закріпачення</a:t>
            </a:r>
            <a:r>
              <a:rPr lang="ru-RU" dirty="0"/>
              <a:t> </a:t>
            </a:r>
            <a:r>
              <a:rPr lang="ru-RU" dirty="0" err="1"/>
              <a:t>частини</a:t>
            </a:r>
            <a:r>
              <a:rPr lang="ru-RU" dirty="0"/>
              <a:t> селянства</a:t>
            </a:r>
          </a:p>
          <a:p>
            <a:pPr marL="457200" indent="-457200">
              <a:buFont typeface="+mj-lt"/>
              <a:buAutoNum type="arabicPeriod"/>
            </a:pPr>
            <a:r>
              <a:rPr lang="ru-RU" b="1" dirty="0"/>
              <a:t>4 </a:t>
            </a:r>
            <a:r>
              <a:rPr lang="ru-RU" dirty="0" err="1"/>
              <a:t>визнання</a:t>
            </a:r>
            <a:r>
              <a:rPr lang="ru-RU" dirty="0"/>
              <a:t> </a:t>
            </a:r>
            <a:r>
              <a:rPr lang="ru-RU" dirty="0" err="1"/>
              <a:t>запорозького</a:t>
            </a:r>
            <a:r>
              <a:rPr lang="ru-RU" dirty="0"/>
              <a:t> </a:t>
            </a:r>
            <a:r>
              <a:rPr lang="ru-RU" dirty="0" err="1"/>
              <a:t>козацтва</a:t>
            </a:r>
            <a:r>
              <a:rPr lang="ru-RU" dirty="0"/>
              <a:t> </a:t>
            </a:r>
            <a:r>
              <a:rPr lang="ru-RU" dirty="0" err="1"/>
              <a:t>привілейованим</a:t>
            </a:r>
            <a:r>
              <a:rPr lang="ru-RU" dirty="0"/>
              <a:t> станом</a:t>
            </a:r>
          </a:p>
          <a:p>
            <a:pPr marL="457200" indent="-457200">
              <a:buFont typeface="+mj-lt"/>
              <a:buAutoNum type="arabicPeriod"/>
            </a:pPr>
            <a:r>
              <a:rPr lang="ru-RU" b="1" dirty="0"/>
              <a:t>5 </a:t>
            </a:r>
            <a:r>
              <a:rPr lang="ru-RU" dirty="0"/>
              <a:t>заборона </a:t>
            </a:r>
            <a:r>
              <a:rPr lang="ru-RU" dirty="0" err="1"/>
              <a:t>українській</a:t>
            </a:r>
            <a:r>
              <a:rPr lang="ru-RU" dirty="0"/>
              <a:t> </a:t>
            </a:r>
            <a:r>
              <a:rPr lang="ru-RU" dirty="0" err="1"/>
              <a:t>шляхті</a:t>
            </a:r>
            <a:r>
              <a:rPr lang="ru-RU" dirty="0"/>
              <a:t> </a:t>
            </a:r>
            <a:r>
              <a:rPr lang="ru-RU" dirty="0" err="1"/>
              <a:t>сповідувати</a:t>
            </a:r>
            <a:r>
              <a:rPr lang="ru-RU" dirty="0"/>
              <a:t> </a:t>
            </a:r>
            <a:r>
              <a:rPr lang="ru-RU" dirty="0" err="1"/>
              <a:t>православ'я</a:t>
            </a:r>
            <a:endParaRPr lang="ru-RU" dirty="0"/>
          </a:p>
          <a:p>
            <a:pPr marL="457200" indent="-457200">
              <a:buFont typeface="+mj-lt"/>
              <a:buAutoNum type="arabicPeriod"/>
            </a:pPr>
            <a:r>
              <a:rPr lang="ru-RU" b="1" dirty="0"/>
              <a:t>6 </a:t>
            </a:r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реєстрового</a:t>
            </a:r>
            <a:r>
              <a:rPr lang="ru-RU" dirty="0"/>
              <a:t> </a:t>
            </a:r>
            <a:r>
              <a:rPr lang="ru-RU" dirty="0" err="1"/>
              <a:t>козацтва</a:t>
            </a:r>
            <a:endParaRPr lang="ru-RU" dirty="0"/>
          </a:p>
          <a:p>
            <a:pPr marL="457200" indent="-457200">
              <a:buFont typeface="+mj-lt"/>
              <a:buAutoNum type="arabicPeriod"/>
            </a:pPr>
            <a:r>
              <a:rPr lang="ru-RU" b="1" dirty="0"/>
              <a:t>7 </a:t>
            </a:r>
            <a:r>
              <a:rPr lang="ru-RU" dirty="0" err="1"/>
              <a:t>виокремлення</a:t>
            </a:r>
            <a:r>
              <a:rPr lang="ru-RU" dirty="0"/>
              <a:t> духовенства в </a:t>
            </a:r>
            <a:r>
              <a:rPr lang="ru-RU" dirty="0" err="1"/>
              <a:t>окремий</a:t>
            </a:r>
            <a:r>
              <a:rPr lang="ru-RU" dirty="0"/>
              <a:t> </a:t>
            </a:r>
            <a:r>
              <a:rPr lang="ru-RU" dirty="0" err="1"/>
              <a:t>суспільний</a:t>
            </a:r>
            <a:r>
              <a:rPr lang="ru-RU" dirty="0"/>
              <a:t> стан</a:t>
            </a:r>
          </a:p>
          <a:p>
            <a:pPr marL="457200" indent="-457200">
              <a:buFont typeface="+mj-lt"/>
              <a:buAutoNum type="arabicPeriod"/>
            </a:pP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464269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1E6773-A7FF-BF98-2E77-1BF766A62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Перший на </a:t>
            </a:r>
            <a:r>
              <a:rPr lang="ru-RU" dirty="0" err="1"/>
              <a:t>українських</a:t>
            </a:r>
            <a:r>
              <a:rPr lang="ru-RU" dirty="0"/>
              <a:t> землях </a:t>
            </a:r>
            <a:r>
              <a:rPr lang="ru-RU" dirty="0" err="1"/>
              <a:t>слов’яно</a:t>
            </a:r>
            <a:r>
              <a:rPr lang="ru-RU" dirty="0"/>
              <a:t>-греко-</a:t>
            </a:r>
            <a:r>
              <a:rPr lang="ru-RU" dirty="0" err="1"/>
              <a:t>латинський</a:t>
            </a:r>
            <a:r>
              <a:rPr lang="ru-RU" dirty="0"/>
              <a:t> </a:t>
            </a:r>
            <a:r>
              <a:rPr lang="ru-RU" dirty="0" err="1"/>
              <a:t>навчальний</a:t>
            </a:r>
            <a:r>
              <a:rPr lang="ru-RU" dirty="0"/>
              <a:t> заклад створено в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7256CD04-FBE4-754A-05BE-3CB6AF9A7A3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XIV </a:t>
            </a:r>
            <a:r>
              <a:rPr lang="uk-UA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ст.</a:t>
            </a:r>
          </a:p>
          <a:p>
            <a:pPr algn="l"/>
            <a:r>
              <a:rPr lang="en-US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XV </a:t>
            </a:r>
            <a:r>
              <a:rPr lang="uk-UA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ст.</a:t>
            </a:r>
          </a:p>
          <a:p>
            <a:pPr algn="l"/>
            <a:r>
              <a:rPr lang="en-US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XVI </a:t>
            </a:r>
            <a:r>
              <a:rPr lang="uk-UA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ст.</a:t>
            </a:r>
          </a:p>
          <a:p>
            <a:pPr algn="l"/>
            <a:r>
              <a:rPr lang="en-US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XVII </a:t>
            </a:r>
            <a:r>
              <a:rPr lang="uk-UA" b="0" i="0" dirty="0">
                <a:solidFill>
                  <a:srgbClr val="FFFFFF"/>
                </a:solidFill>
                <a:effectLst/>
                <a:latin typeface="Century Gothic" panose="020B0502020202020204" pitchFamily="34" charset="0"/>
              </a:rPr>
              <a:t>ст.</a:t>
            </a:r>
          </a:p>
          <a:p>
            <a:endParaRPr lang="uk-UA" dirty="0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A14A7AE6-91C6-25ED-CEED-1AF6BBD69BC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5055574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78C304-5D24-1C02-C71B-0F8576AF3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Яку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зображених</a:t>
            </a:r>
            <a:r>
              <a:rPr lang="ru-RU" dirty="0"/>
              <a:t> </a:t>
            </a:r>
            <a:r>
              <a:rPr lang="ru-RU" dirty="0" err="1"/>
              <a:t>історичних</a:t>
            </a:r>
            <a:r>
              <a:rPr lang="ru-RU" dirty="0"/>
              <a:t> </a:t>
            </a:r>
            <a:r>
              <a:rPr lang="ru-RU" dirty="0" err="1"/>
              <a:t>пам’яток</a:t>
            </a:r>
            <a:r>
              <a:rPr lang="ru-RU" dirty="0"/>
              <a:t> створено за </a:t>
            </a:r>
            <a:r>
              <a:rPr lang="ru-RU" dirty="0" err="1"/>
              <a:t>часів</a:t>
            </a:r>
            <a:r>
              <a:rPr lang="ru-RU" dirty="0"/>
              <a:t> </a:t>
            </a:r>
            <a:r>
              <a:rPr lang="ru-RU" dirty="0" err="1"/>
              <a:t>Київської</a:t>
            </a:r>
            <a:r>
              <a:rPr lang="ru-RU" dirty="0"/>
              <a:t> </a:t>
            </a:r>
            <a:r>
              <a:rPr lang="ru-RU" dirty="0" err="1"/>
              <a:t>Русі</a:t>
            </a:r>
            <a:r>
              <a:rPr lang="ru-RU" dirty="0"/>
              <a:t>?</a:t>
            </a:r>
            <a:endParaRPr lang="uk-UA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11CA3D20-C377-8A31-07E8-F90EB720C36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18" y="2219325"/>
            <a:ext cx="2419350" cy="2270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2906FDC8-3402-5E25-6EB6-3E6B8F04494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0128" y="3294270"/>
            <a:ext cx="2743200" cy="328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58166BB6-8F7F-86F4-571D-1359CD6F7D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257" y="1893887"/>
            <a:ext cx="2419350" cy="2419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9A7AC8B8-8FA2-4403-A779-2551AC4017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3400" y="4489657"/>
            <a:ext cx="2893659" cy="2214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964078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Затвердження</a:t>
            </a:r>
            <a:r>
              <a:rPr lang="ru-RU" dirty="0"/>
              <a:t> у 70-х </a:t>
            </a:r>
            <a:r>
              <a:rPr lang="ru-RU" dirty="0" err="1"/>
              <a:t>рр</a:t>
            </a:r>
            <a:r>
              <a:rPr lang="ru-RU" dirty="0"/>
              <a:t>. XVI ст. урядом </a:t>
            </a:r>
            <a:r>
              <a:rPr lang="ru-RU" dirty="0" err="1"/>
              <a:t>Речі</a:t>
            </a:r>
            <a:r>
              <a:rPr lang="ru-RU" dirty="0"/>
              <a:t> </a:t>
            </a:r>
            <a:r>
              <a:rPr lang="ru-RU" dirty="0" err="1"/>
              <a:t>Посполитої</a:t>
            </a:r>
            <a:r>
              <a:rPr lang="ru-RU" dirty="0"/>
              <a:t> </a:t>
            </a:r>
            <a:r>
              <a:rPr lang="ru-RU" dirty="0" err="1"/>
              <a:t>реєстрового</a:t>
            </a:r>
            <a:r>
              <a:rPr lang="ru-RU" dirty="0"/>
              <a:t> </a:t>
            </a:r>
            <a:r>
              <a:rPr lang="ru-RU" dirty="0" err="1"/>
              <a:t>війська</a:t>
            </a:r>
            <a:r>
              <a:rPr lang="ru-RU" dirty="0"/>
              <a:t> стало </a:t>
            </a:r>
            <a:r>
              <a:rPr lang="ru-RU" dirty="0" err="1"/>
              <a:t>політичним</a:t>
            </a:r>
            <a:r>
              <a:rPr lang="ru-RU" dirty="0"/>
              <a:t> і </a:t>
            </a:r>
            <a:r>
              <a:rPr lang="ru-RU" dirty="0" err="1"/>
              <a:t>правовим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ru-RU" dirty="0" err="1"/>
              <a:t>запровадження</a:t>
            </a:r>
            <a:r>
              <a:rPr lang="ru-RU" dirty="0"/>
              <a:t> </a:t>
            </a:r>
            <a:r>
              <a:rPr lang="ru-RU" dirty="0" err="1"/>
              <a:t>єдиного</a:t>
            </a:r>
            <a:r>
              <a:rPr lang="ru-RU" dirty="0"/>
              <a:t> сейму та </a:t>
            </a:r>
            <a:r>
              <a:rPr lang="ru-RU" dirty="0" err="1"/>
              <a:t>єдиної</a:t>
            </a:r>
            <a:r>
              <a:rPr lang="ru-RU" dirty="0"/>
              <a:t> </a:t>
            </a:r>
            <a:r>
              <a:rPr lang="ru-RU" dirty="0" err="1"/>
              <a:t>грошової</a:t>
            </a:r>
            <a:r>
              <a:rPr lang="ru-RU" dirty="0"/>
              <a:t> </a:t>
            </a:r>
            <a:r>
              <a:rPr lang="ru-RU" dirty="0" err="1"/>
              <a:t>одиниці</a:t>
            </a:r>
            <a:r>
              <a:rPr lang="ru-RU" dirty="0"/>
              <a:t> в межах </a:t>
            </a:r>
            <a:r>
              <a:rPr lang="ru-RU" dirty="0" err="1"/>
              <a:t>нової</a:t>
            </a:r>
            <a:r>
              <a:rPr lang="ru-RU" dirty="0"/>
              <a:t> </a:t>
            </a:r>
            <a:r>
              <a:rPr lang="ru-RU" dirty="0" err="1"/>
              <a:t>держави</a:t>
            </a:r>
            <a:r>
              <a:rPr lang="ru-RU" dirty="0"/>
              <a:t> — </a:t>
            </a:r>
            <a:r>
              <a:rPr lang="ru-RU" dirty="0" err="1"/>
              <a:t>Речі</a:t>
            </a:r>
            <a:r>
              <a:rPr lang="ru-RU" dirty="0"/>
              <a:t> </a:t>
            </a:r>
            <a:r>
              <a:rPr lang="ru-RU" dirty="0" err="1"/>
              <a:t>Посполитої</a:t>
            </a:r>
            <a:r>
              <a:rPr lang="ru-RU" dirty="0"/>
              <a:t>.</a:t>
            </a:r>
          </a:p>
          <a:p>
            <a:r>
              <a:rPr lang="ru-RU" dirty="0" err="1"/>
              <a:t>збереження</a:t>
            </a:r>
            <a:r>
              <a:rPr lang="ru-RU" dirty="0"/>
              <a:t> у </a:t>
            </a:r>
            <a:r>
              <a:rPr lang="ru-RU" dirty="0" err="1"/>
              <a:t>новоутвореній</a:t>
            </a:r>
            <a:r>
              <a:rPr lang="ru-RU" dirty="0"/>
              <a:t> </a:t>
            </a:r>
            <a:r>
              <a:rPr lang="ru-RU" dirty="0" err="1"/>
              <a:t>Речі</a:t>
            </a:r>
            <a:r>
              <a:rPr lang="ru-RU" dirty="0"/>
              <a:t> </a:t>
            </a:r>
            <a:r>
              <a:rPr lang="ru-RU" dirty="0" err="1"/>
              <a:t>Посполитій</a:t>
            </a:r>
            <a:r>
              <a:rPr lang="ru-RU" dirty="0"/>
              <a:t> </a:t>
            </a:r>
            <a:r>
              <a:rPr lang="ru-RU" dirty="0" err="1"/>
              <a:t>Київського</a:t>
            </a:r>
            <a:r>
              <a:rPr lang="ru-RU" dirty="0"/>
              <a:t> та </a:t>
            </a:r>
            <a:r>
              <a:rPr lang="ru-RU" dirty="0" err="1"/>
              <a:t>Волинського</a:t>
            </a:r>
            <a:r>
              <a:rPr lang="ru-RU" dirty="0"/>
              <a:t> </a:t>
            </a:r>
            <a:r>
              <a:rPr lang="ru-RU" dirty="0" err="1"/>
              <a:t>удільних</a:t>
            </a:r>
            <a:r>
              <a:rPr lang="ru-RU" dirty="0"/>
              <a:t> </a:t>
            </a:r>
            <a:r>
              <a:rPr lang="ru-RU" dirty="0" err="1"/>
              <a:t>князівств</a:t>
            </a:r>
            <a:r>
              <a:rPr lang="ru-RU" dirty="0"/>
              <a:t>.</a:t>
            </a:r>
          </a:p>
          <a:p>
            <a:r>
              <a:rPr lang="ru-RU" dirty="0" err="1"/>
              <a:t>ліквідація</a:t>
            </a:r>
            <a:r>
              <a:rPr lang="ru-RU" dirty="0"/>
              <a:t> Великого </a:t>
            </a:r>
            <a:r>
              <a:rPr lang="ru-RU" dirty="0" err="1"/>
              <a:t>князівства</a:t>
            </a:r>
            <a:r>
              <a:rPr lang="ru-RU" dirty="0"/>
              <a:t> </a:t>
            </a:r>
            <a:r>
              <a:rPr lang="ru-RU" dirty="0" err="1"/>
              <a:t>Литовського</a:t>
            </a:r>
            <a:r>
              <a:rPr lang="ru-RU" dirty="0"/>
              <a:t> шляхом </a:t>
            </a:r>
            <a:r>
              <a:rPr lang="ru-RU" dirty="0" err="1"/>
              <a:t>його</a:t>
            </a:r>
            <a:r>
              <a:rPr lang="ru-RU" dirty="0"/>
              <a:t> </a:t>
            </a:r>
            <a:r>
              <a:rPr lang="ru-RU" dirty="0" err="1"/>
              <a:t>включення</a:t>
            </a:r>
            <a:r>
              <a:rPr lang="ru-RU" dirty="0"/>
              <a:t> до складу </a:t>
            </a:r>
            <a:r>
              <a:rPr lang="ru-RU" dirty="0" err="1"/>
              <a:t>Польського</a:t>
            </a:r>
            <a:r>
              <a:rPr lang="ru-RU" dirty="0"/>
              <a:t> </a:t>
            </a:r>
            <a:r>
              <a:rPr lang="ru-RU" dirty="0" err="1"/>
              <a:t>королівства</a:t>
            </a:r>
            <a:r>
              <a:rPr lang="ru-RU" dirty="0"/>
              <a:t>.</a:t>
            </a:r>
          </a:p>
          <a:p>
            <a:r>
              <a:rPr lang="ru-RU" dirty="0" err="1"/>
              <a:t>визнання</a:t>
            </a:r>
            <a:r>
              <a:rPr lang="ru-RU" dirty="0"/>
              <a:t> </a:t>
            </a:r>
            <a:r>
              <a:rPr lang="ru-RU" dirty="0" err="1"/>
              <a:t>владою</a:t>
            </a:r>
            <a:r>
              <a:rPr lang="ru-RU" dirty="0"/>
              <a:t> </a:t>
            </a:r>
            <a:r>
              <a:rPr lang="ru-RU" dirty="0" err="1"/>
              <a:t>Речі</a:t>
            </a:r>
            <a:r>
              <a:rPr lang="ru-RU" dirty="0"/>
              <a:t> </a:t>
            </a:r>
            <a:r>
              <a:rPr lang="ru-RU" dirty="0" err="1"/>
              <a:t>Посполитої</a:t>
            </a:r>
            <a:r>
              <a:rPr lang="ru-RU" dirty="0"/>
              <a:t> догмату про </a:t>
            </a:r>
            <a:r>
              <a:rPr lang="ru-RU" dirty="0" err="1"/>
              <a:t>сходження</a:t>
            </a:r>
            <a:r>
              <a:rPr lang="ru-RU" dirty="0"/>
              <a:t> Духа Святого не </a:t>
            </a:r>
            <a:r>
              <a:rPr lang="ru-RU" dirty="0" err="1"/>
              <a:t>тільки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Бога-</a:t>
            </a:r>
            <a:r>
              <a:rPr lang="ru-RU" dirty="0" err="1"/>
              <a:t>Отця</a:t>
            </a:r>
            <a:r>
              <a:rPr lang="ru-RU" dirty="0"/>
              <a:t>, а й </a:t>
            </a:r>
            <a:r>
              <a:rPr lang="ru-RU" dirty="0" err="1"/>
              <a:t>від</a:t>
            </a:r>
            <a:r>
              <a:rPr lang="ru-RU" dirty="0"/>
              <a:t> Бога-Сина.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endParaRPr lang="ru-RU"/>
          </a:p>
        </p:txBody>
      </p:sp>
      <p:grpSp>
        <p:nvGrpSpPr>
          <p:cNvPr id="5" name="Групувати 4">
            <a:extLst>
              <a:ext uri="{FF2B5EF4-FFF2-40B4-BE49-F238E27FC236}">
                <a16:creationId xmlns:a16="http://schemas.microsoft.com/office/drawing/2014/main" id="{94D65D91-205E-F7D4-5BCC-2832EECFA25A}"/>
              </a:ext>
            </a:extLst>
          </p:cNvPr>
          <p:cNvGrpSpPr/>
          <p:nvPr/>
        </p:nvGrpSpPr>
        <p:grpSpPr>
          <a:xfrm>
            <a:off x="10261090" y="186976"/>
            <a:ext cx="2571480" cy="1703160"/>
            <a:chOff x="10309058" y="166262"/>
            <a:chExt cx="2571480" cy="170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6" name="Рукописні дані 5">
                  <a:extLst>
                    <a:ext uri="{FF2B5EF4-FFF2-40B4-BE49-F238E27FC236}">
                      <a16:creationId xmlns:a16="http://schemas.microsoft.com/office/drawing/2014/main" id="{88AB8F3D-C82F-B3F6-DBDB-8EA7E247F392}"/>
                    </a:ext>
                  </a:extLst>
                </p14:cNvPr>
                <p14:cNvContentPartPr/>
                <p14:nvPr/>
              </p14:nvContentPartPr>
              <p14:xfrm>
                <a:off x="11682818" y="166262"/>
                <a:ext cx="20880" cy="7920"/>
              </p14:xfrm>
            </p:contentPart>
          </mc:Choice>
          <mc:Fallback xmlns="">
            <p:pic>
              <p:nvPicPr>
                <p:cNvPr id="6" name="Рукописні дані 5">
                  <a:extLst>
                    <a:ext uri="{FF2B5EF4-FFF2-40B4-BE49-F238E27FC236}">
                      <a16:creationId xmlns:a16="http://schemas.microsoft.com/office/drawing/2014/main" id="{88AB8F3D-C82F-B3F6-DBDB-8EA7E247F39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647178" y="130622"/>
                  <a:ext cx="9252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7" name="Рукописні дані 6">
                  <a:extLst>
                    <a:ext uri="{FF2B5EF4-FFF2-40B4-BE49-F238E27FC236}">
                      <a16:creationId xmlns:a16="http://schemas.microsoft.com/office/drawing/2014/main" id="{EA7B920C-2012-0B76-071C-22FC785E3448}"/>
                    </a:ext>
                  </a:extLst>
                </p14:cNvPr>
                <p14:cNvContentPartPr/>
                <p14:nvPr/>
              </p14:nvContentPartPr>
              <p14:xfrm>
                <a:off x="10309058" y="214142"/>
                <a:ext cx="2571480" cy="1655280"/>
              </p14:xfrm>
            </p:contentPart>
          </mc:Choice>
          <mc:Fallback xmlns="">
            <p:pic>
              <p:nvPicPr>
                <p:cNvPr id="7" name="Рукописні дані 6">
                  <a:extLst>
                    <a:ext uri="{FF2B5EF4-FFF2-40B4-BE49-F238E27FC236}">
                      <a16:creationId xmlns:a16="http://schemas.microsoft.com/office/drawing/2014/main" id="{EA7B920C-2012-0B76-071C-22FC785E344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273058" y="178502"/>
                  <a:ext cx="2643120" cy="172692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8" name="Групувати 7">
              <a:extLst>
                <a:ext uri="{FF2B5EF4-FFF2-40B4-BE49-F238E27FC236}">
                  <a16:creationId xmlns:a16="http://schemas.microsoft.com/office/drawing/2014/main" id="{EE0603DC-0B97-7732-6870-FBDC3A9BFE3E}"/>
                </a:ext>
              </a:extLst>
            </p:cNvPr>
            <p:cNvGrpSpPr/>
            <p:nvPr/>
          </p:nvGrpSpPr>
          <p:grpSpPr>
            <a:xfrm>
              <a:off x="10666898" y="715982"/>
              <a:ext cx="1435680" cy="1106640"/>
              <a:chOff x="10666898" y="715982"/>
              <a:chExt cx="1435680" cy="11066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6">
                <p14:nvContentPartPr>
                  <p14:cNvPr id="9" name="Рукописні дані 8">
                    <a:extLst>
                      <a:ext uri="{FF2B5EF4-FFF2-40B4-BE49-F238E27FC236}">
                        <a16:creationId xmlns:a16="http://schemas.microsoft.com/office/drawing/2014/main" id="{DF4E784F-6F9F-E790-2C4F-FC341F45AE6B}"/>
                      </a:ext>
                    </a:extLst>
                  </p14:cNvPr>
                  <p14:cNvContentPartPr/>
                  <p14:nvPr/>
                </p14:nvContentPartPr>
                <p14:xfrm>
                  <a:off x="11312018" y="715982"/>
                  <a:ext cx="627120" cy="687600"/>
                </p14:xfrm>
              </p:contentPart>
            </mc:Choice>
            <mc:Fallback xmlns="">
              <p:pic>
                <p:nvPicPr>
                  <p:cNvPr id="9" name="Рукописні дані 8">
                    <a:extLst>
                      <a:ext uri="{FF2B5EF4-FFF2-40B4-BE49-F238E27FC236}">
                        <a16:creationId xmlns:a16="http://schemas.microsoft.com/office/drawing/2014/main" id="{DF4E784F-6F9F-E790-2C4F-FC341F45AE6B}"/>
                      </a:ext>
                    </a:extLst>
                  </p:cNvPr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11276018" y="680342"/>
                    <a:ext cx="698760" cy="7592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">
                <p14:nvContentPartPr>
                  <p14:cNvPr id="10" name="Рукописні дані 9">
                    <a:extLst>
                      <a:ext uri="{FF2B5EF4-FFF2-40B4-BE49-F238E27FC236}">
                        <a16:creationId xmlns:a16="http://schemas.microsoft.com/office/drawing/2014/main" id="{AAB7F2F0-9075-030D-0475-1BC5EAE9B8D4}"/>
                      </a:ext>
                    </a:extLst>
                  </p14:cNvPr>
                  <p14:cNvContentPartPr/>
                  <p14:nvPr/>
                </p14:nvContentPartPr>
                <p14:xfrm>
                  <a:off x="10762658" y="1550822"/>
                  <a:ext cx="45360" cy="205560"/>
                </p14:xfrm>
              </p:contentPart>
            </mc:Choice>
            <mc:Fallback xmlns="">
              <p:pic>
                <p:nvPicPr>
                  <p:cNvPr id="10" name="Рукописні дані 9">
                    <a:extLst>
                      <a:ext uri="{FF2B5EF4-FFF2-40B4-BE49-F238E27FC236}">
                        <a16:creationId xmlns:a16="http://schemas.microsoft.com/office/drawing/2014/main" id="{AAB7F2F0-9075-030D-0475-1BC5EAE9B8D4}"/>
                      </a:ext>
                    </a:extLst>
                  </p:cNvPr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10726658" y="1515182"/>
                    <a:ext cx="117000" cy="277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">
                <p14:nvContentPartPr>
                  <p14:cNvPr id="11" name="Рукописні дані 10">
                    <a:extLst>
                      <a:ext uri="{FF2B5EF4-FFF2-40B4-BE49-F238E27FC236}">
                        <a16:creationId xmlns:a16="http://schemas.microsoft.com/office/drawing/2014/main" id="{5BB33AD8-770B-2C20-A089-B17D9C526DC2}"/>
                      </a:ext>
                    </a:extLst>
                  </p14:cNvPr>
                  <p14:cNvContentPartPr/>
                  <p14:nvPr/>
                </p14:nvContentPartPr>
                <p14:xfrm>
                  <a:off x="10666898" y="1527782"/>
                  <a:ext cx="303120" cy="44640"/>
                </p14:xfrm>
              </p:contentPart>
            </mc:Choice>
            <mc:Fallback xmlns="">
              <p:pic>
                <p:nvPicPr>
                  <p:cNvPr id="11" name="Рукописні дані 10">
                    <a:extLst>
                      <a:ext uri="{FF2B5EF4-FFF2-40B4-BE49-F238E27FC236}">
                        <a16:creationId xmlns:a16="http://schemas.microsoft.com/office/drawing/2014/main" id="{5BB33AD8-770B-2C20-A089-B17D9C526DC2}"/>
                      </a:ext>
                    </a:extLst>
                  </p:cNvPr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10631258" y="1491782"/>
                    <a:ext cx="374760" cy="116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">
                <p14:nvContentPartPr>
                  <p14:cNvPr id="12" name="Рукописні дані 11">
                    <a:extLst>
                      <a:ext uri="{FF2B5EF4-FFF2-40B4-BE49-F238E27FC236}">
                        <a16:creationId xmlns:a16="http://schemas.microsoft.com/office/drawing/2014/main" id="{A8685466-B8D6-CBDB-B1BE-BCB5DF92E637}"/>
                      </a:ext>
                    </a:extLst>
                  </p14:cNvPr>
                  <p14:cNvContentPartPr/>
                  <p14:nvPr/>
                </p14:nvContentPartPr>
                <p14:xfrm>
                  <a:off x="11058938" y="1537502"/>
                  <a:ext cx="121680" cy="232560"/>
                </p14:xfrm>
              </p:contentPart>
            </mc:Choice>
            <mc:Fallback xmlns="">
              <p:pic>
                <p:nvPicPr>
                  <p:cNvPr id="12" name="Рукописні дані 11">
                    <a:extLst>
                      <a:ext uri="{FF2B5EF4-FFF2-40B4-BE49-F238E27FC236}">
                        <a16:creationId xmlns:a16="http://schemas.microsoft.com/office/drawing/2014/main" id="{A8685466-B8D6-CBDB-B1BE-BCB5DF92E637}"/>
                      </a:ext>
                    </a:extLst>
                  </p:cNvPr>
                  <p:cNvPicPr/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11022938" y="1501502"/>
                    <a:ext cx="193320" cy="304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4">
                <p14:nvContentPartPr>
                  <p14:cNvPr id="13" name="Рукописні дані 12">
                    <a:extLst>
                      <a:ext uri="{FF2B5EF4-FFF2-40B4-BE49-F238E27FC236}">
                        <a16:creationId xmlns:a16="http://schemas.microsoft.com/office/drawing/2014/main" id="{B18F606C-D6E9-C168-F0DE-FAABF7DDFD90}"/>
                      </a:ext>
                    </a:extLst>
                  </p14:cNvPr>
                  <p14:cNvContentPartPr/>
                  <p14:nvPr/>
                </p14:nvContentPartPr>
                <p14:xfrm>
                  <a:off x="11079458" y="1662062"/>
                  <a:ext cx="172080" cy="40680"/>
                </p14:xfrm>
              </p:contentPart>
            </mc:Choice>
            <mc:Fallback xmlns="">
              <p:pic>
                <p:nvPicPr>
                  <p:cNvPr id="13" name="Рукописні дані 12">
                    <a:extLst>
                      <a:ext uri="{FF2B5EF4-FFF2-40B4-BE49-F238E27FC236}">
                        <a16:creationId xmlns:a16="http://schemas.microsoft.com/office/drawing/2014/main" id="{B18F606C-D6E9-C168-F0DE-FAABF7DDFD90}"/>
                      </a:ext>
                    </a:extLst>
                  </p:cNvPr>
                  <p:cNvPicPr/>
                  <p:nvPr/>
                </p:nvPicPr>
                <p:blipFill>
                  <a:blip r:embed="rId15"/>
                  <a:stretch>
                    <a:fillRect/>
                  </a:stretch>
                </p:blipFill>
                <p:spPr>
                  <a:xfrm>
                    <a:off x="11043818" y="1626422"/>
                    <a:ext cx="243720" cy="1123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">
                <p14:nvContentPartPr>
                  <p14:cNvPr id="14" name="Рукописні дані 13">
                    <a:extLst>
                      <a:ext uri="{FF2B5EF4-FFF2-40B4-BE49-F238E27FC236}">
                        <a16:creationId xmlns:a16="http://schemas.microsoft.com/office/drawing/2014/main" id="{5BEB996B-F812-F7EB-9CDC-55FCB402CB33}"/>
                      </a:ext>
                    </a:extLst>
                  </p14:cNvPr>
                  <p14:cNvContentPartPr/>
                  <p14:nvPr/>
                </p14:nvContentPartPr>
                <p14:xfrm>
                  <a:off x="11144258" y="1543262"/>
                  <a:ext cx="129960" cy="27360"/>
                </p14:xfrm>
              </p:contentPart>
            </mc:Choice>
            <mc:Fallback xmlns="">
              <p:pic>
                <p:nvPicPr>
                  <p:cNvPr id="14" name="Рукописні дані 13">
                    <a:extLst>
                      <a:ext uri="{FF2B5EF4-FFF2-40B4-BE49-F238E27FC236}">
                        <a16:creationId xmlns:a16="http://schemas.microsoft.com/office/drawing/2014/main" id="{5BEB996B-F812-F7EB-9CDC-55FCB402CB33}"/>
                      </a:ext>
                    </a:extLst>
                  </p:cNvPr>
                  <p:cNvPicPr/>
                  <p:nvPr/>
                </p:nvPicPr>
                <p:blipFill>
                  <a:blip r:embed="rId17"/>
                  <a:stretch>
                    <a:fillRect/>
                  </a:stretch>
                </p:blipFill>
                <p:spPr>
                  <a:xfrm>
                    <a:off x="11108618" y="1507262"/>
                    <a:ext cx="201600" cy="99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8">
                <p14:nvContentPartPr>
                  <p14:cNvPr id="15" name="Рукописні дані 14">
                    <a:extLst>
                      <a:ext uri="{FF2B5EF4-FFF2-40B4-BE49-F238E27FC236}">
                        <a16:creationId xmlns:a16="http://schemas.microsoft.com/office/drawing/2014/main" id="{B68C4201-507F-2D1C-BC9E-8DBFAB291B4F}"/>
                      </a:ext>
                    </a:extLst>
                  </p14:cNvPr>
                  <p14:cNvContentPartPr/>
                  <p14:nvPr/>
                </p14:nvContentPartPr>
                <p14:xfrm>
                  <a:off x="11457818" y="1497182"/>
                  <a:ext cx="303840" cy="324720"/>
                </p14:xfrm>
              </p:contentPart>
            </mc:Choice>
            <mc:Fallback xmlns="">
              <p:pic>
                <p:nvPicPr>
                  <p:cNvPr id="15" name="Рукописні дані 14">
                    <a:extLst>
                      <a:ext uri="{FF2B5EF4-FFF2-40B4-BE49-F238E27FC236}">
                        <a16:creationId xmlns:a16="http://schemas.microsoft.com/office/drawing/2014/main" id="{B68C4201-507F-2D1C-BC9E-8DBFAB291B4F}"/>
                      </a:ext>
                    </a:extLst>
                  </p:cNvPr>
                  <p:cNvPicPr/>
                  <p:nvPr/>
                </p:nvPicPr>
                <p:blipFill>
                  <a:blip r:embed="rId19"/>
                  <a:stretch>
                    <a:fillRect/>
                  </a:stretch>
                </p:blipFill>
                <p:spPr>
                  <a:xfrm>
                    <a:off x="11422178" y="1461182"/>
                    <a:ext cx="375480" cy="3963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0">
                <p14:nvContentPartPr>
                  <p14:cNvPr id="16" name="Рукописні дані 15">
                    <a:extLst>
                      <a:ext uri="{FF2B5EF4-FFF2-40B4-BE49-F238E27FC236}">
                        <a16:creationId xmlns:a16="http://schemas.microsoft.com/office/drawing/2014/main" id="{06256643-E6CA-C56D-0A12-6B44CFDD359D}"/>
                      </a:ext>
                    </a:extLst>
                  </p14:cNvPr>
                  <p14:cNvContentPartPr/>
                  <p14:nvPr/>
                </p14:nvContentPartPr>
                <p14:xfrm>
                  <a:off x="11926898" y="1500422"/>
                  <a:ext cx="175680" cy="322200"/>
                </p14:xfrm>
              </p:contentPart>
            </mc:Choice>
            <mc:Fallback xmlns="">
              <p:pic>
                <p:nvPicPr>
                  <p:cNvPr id="16" name="Рукописні дані 15">
                    <a:extLst>
                      <a:ext uri="{FF2B5EF4-FFF2-40B4-BE49-F238E27FC236}">
                        <a16:creationId xmlns:a16="http://schemas.microsoft.com/office/drawing/2014/main" id="{06256643-E6CA-C56D-0A12-6B44CFDD359D}"/>
                      </a:ext>
                    </a:extLst>
                  </p:cNvPr>
                  <p:cNvPicPr/>
                  <p:nvPr/>
                </p:nvPicPr>
                <p:blipFill>
                  <a:blip r:embed="rId21"/>
                  <a:stretch>
                    <a:fillRect/>
                  </a:stretch>
                </p:blipFill>
                <p:spPr>
                  <a:xfrm>
                    <a:off x="11891258" y="1464782"/>
                    <a:ext cx="247320" cy="393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2">
                <p14:nvContentPartPr>
                  <p14:cNvPr id="17" name="Рукописні дані 16">
                    <a:extLst>
                      <a:ext uri="{FF2B5EF4-FFF2-40B4-BE49-F238E27FC236}">
                        <a16:creationId xmlns:a16="http://schemas.microsoft.com/office/drawing/2014/main" id="{C97E5CBF-6F09-9E5E-555C-74240EA2F587}"/>
                      </a:ext>
                    </a:extLst>
                  </p14:cNvPr>
                  <p14:cNvContentPartPr/>
                  <p14:nvPr/>
                </p14:nvContentPartPr>
                <p14:xfrm>
                  <a:off x="11942018" y="1727222"/>
                  <a:ext cx="106200" cy="4320"/>
                </p14:xfrm>
              </p:contentPart>
            </mc:Choice>
            <mc:Fallback xmlns="">
              <p:pic>
                <p:nvPicPr>
                  <p:cNvPr id="17" name="Рукописні дані 16">
                    <a:extLst>
                      <a:ext uri="{FF2B5EF4-FFF2-40B4-BE49-F238E27FC236}">
                        <a16:creationId xmlns:a16="http://schemas.microsoft.com/office/drawing/2014/main" id="{C97E5CBF-6F09-9E5E-555C-74240EA2F587}"/>
                      </a:ext>
                    </a:extLst>
                  </p:cNvPr>
                  <p:cNvPicPr/>
                  <p:nvPr/>
                </p:nvPicPr>
                <p:blipFill>
                  <a:blip r:embed="rId23"/>
                  <a:stretch>
                    <a:fillRect/>
                  </a:stretch>
                </p:blipFill>
                <p:spPr>
                  <a:xfrm>
                    <a:off x="11906378" y="1691582"/>
                    <a:ext cx="177840" cy="7596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301864757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 err="1"/>
              <a:t>Установіть</a:t>
            </a:r>
            <a:r>
              <a:rPr lang="ru-RU" sz="3200" dirty="0"/>
              <a:t> </a:t>
            </a:r>
            <a:r>
              <a:rPr lang="ru-RU" sz="3200" dirty="0" err="1"/>
              <a:t>відповідність</a:t>
            </a:r>
            <a:r>
              <a:rPr lang="ru-RU" sz="3200" dirty="0"/>
              <a:t> </a:t>
            </a:r>
            <a:r>
              <a:rPr lang="ru-RU" sz="3200" dirty="0" err="1"/>
              <a:t>між</a:t>
            </a:r>
            <a:r>
              <a:rPr lang="ru-RU" sz="3200" dirty="0"/>
              <a:t> </a:t>
            </a:r>
            <a:r>
              <a:rPr lang="ru-RU" sz="3200" dirty="0" err="1"/>
              <a:t>пронумерованими</a:t>
            </a:r>
            <a:r>
              <a:rPr lang="ru-RU" sz="3200" dirty="0"/>
              <a:t> на </a:t>
            </a:r>
            <a:r>
              <a:rPr lang="ru-RU" sz="3200" dirty="0" err="1"/>
              <a:t>карті</a:t>
            </a:r>
            <a:r>
              <a:rPr lang="ru-RU" sz="3200" dirty="0"/>
              <a:t> </a:t>
            </a:r>
            <a:r>
              <a:rPr lang="ru-RU" sz="3200" dirty="0" err="1"/>
              <a:t>воєводствами</a:t>
            </a:r>
            <a:r>
              <a:rPr lang="ru-RU" sz="3200" dirty="0"/>
              <a:t> </a:t>
            </a:r>
            <a:r>
              <a:rPr lang="ru-RU" sz="3200" dirty="0" err="1"/>
              <a:t>Речі</a:t>
            </a:r>
            <a:r>
              <a:rPr lang="ru-RU" sz="3200" dirty="0"/>
              <a:t> </a:t>
            </a:r>
            <a:r>
              <a:rPr lang="ru-RU" sz="3200" dirty="0" err="1"/>
              <a:t>Посполитої</a:t>
            </a:r>
            <a:r>
              <a:rPr lang="ru-RU" sz="3200" dirty="0"/>
              <a:t> та </a:t>
            </a:r>
            <a:r>
              <a:rPr lang="ru-RU" sz="3200" dirty="0" err="1"/>
              <a:t>їхніми</a:t>
            </a:r>
            <a:r>
              <a:rPr lang="ru-RU" sz="3200" dirty="0"/>
              <a:t> </a:t>
            </a:r>
            <a:r>
              <a:rPr lang="ru-RU" sz="3200" dirty="0" err="1"/>
              <a:t>назвами</a:t>
            </a:r>
            <a:endParaRPr lang="ru-RU" sz="3200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 err="1"/>
              <a:t>Волинське</a:t>
            </a:r>
            <a:endParaRPr lang="ru-RU" dirty="0"/>
          </a:p>
          <a:p>
            <a:r>
              <a:rPr lang="ru-RU" dirty="0" err="1"/>
              <a:t>Київське</a:t>
            </a:r>
            <a:endParaRPr lang="ru-RU" dirty="0"/>
          </a:p>
          <a:p>
            <a:r>
              <a:rPr lang="ru-RU" dirty="0" err="1"/>
              <a:t>Руське</a:t>
            </a:r>
            <a:endParaRPr lang="ru-RU" dirty="0"/>
          </a:p>
          <a:p>
            <a:r>
              <a:rPr lang="ru-RU" dirty="0" err="1"/>
              <a:t>Брацлавське</a:t>
            </a:r>
            <a:endParaRPr lang="ru-RU" dirty="0"/>
          </a:p>
          <a:p>
            <a:r>
              <a:rPr lang="ru-RU" dirty="0" err="1"/>
              <a:t>Подільське</a:t>
            </a:r>
            <a:endParaRPr lang="ru-RU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913" y="2425233"/>
            <a:ext cx="4754562" cy="3379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7720476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 яку </a:t>
            </a:r>
            <a:r>
              <a:rPr lang="ru-RU" dirty="0" err="1"/>
              <a:t>верству</a:t>
            </a:r>
            <a:r>
              <a:rPr lang="ru-RU" dirty="0"/>
              <a:t> </a:t>
            </a:r>
            <a:r>
              <a:rPr lang="ru-RU" dirty="0" err="1"/>
              <a:t>населення</a:t>
            </a:r>
            <a:r>
              <a:rPr lang="ru-RU" dirty="0"/>
              <a:t> </a:t>
            </a:r>
            <a:r>
              <a:rPr lang="ru-RU" dirty="0" err="1"/>
              <a:t>Речі</a:t>
            </a:r>
            <a:r>
              <a:rPr lang="ru-RU" dirty="0"/>
              <a:t> </a:t>
            </a:r>
            <a:r>
              <a:rPr lang="ru-RU" dirty="0" err="1"/>
              <a:t>Посполитої</a:t>
            </a:r>
            <a:r>
              <a:rPr lang="ru-RU" dirty="0"/>
              <a:t> </a:t>
            </a:r>
            <a:r>
              <a:rPr lang="ru-RU" dirty="0" err="1"/>
              <a:t>йдеться</a:t>
            </a:r>
            <a:r>
              <a:rPr lang="ru-RU" dirty="0"/>
              <a:t> в </a:t>
            </a:r>
            <a:r>
              <a:rPr lang="ru-RU" dirty="0" err="1"/>
              <a:t>уривку</a:t>
            </a:r>
            <a:r>
              <a:rPr lang="ru-RU" dirty="0"/>
              <a:t> з </a:t>
            </a:r>
            <a:r>
              <a:rPr lang="ru-RU" dirty="0" err="1"/>
              <a:t>історичного</a:t>
            </a:r>
            <a:r>
              <a:rPr lang="ru-RU" dirty="0"/>
              <a:t> </a:t>
            </a:r>
            <a:r>
              <a:rPr lang="ru-RU" dirty="0" err="1"/>
              <a:t>джерела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 </a:t>
            </a:r>
            <a:r>
              <a:rPr lang="ru-RU" i="1" dirty="0"/>
              <a:t>«Король, </a:t>
            </a:r>
            <a:r>
              <a:rPr lang="ru-RU" i="1" dirty="0" err="1"/>
              <a:t>побачивши</a:t>
            </a:r>
            <a:r>
              <a:rPr lang="ru-RU" i="1" dirty="0"/>
              <a:t>, як добре вони з татарами </a:t>
            </a:r>
            <a:r>
              <a:rPr lang="ru-RU" i="1" dirty="0" err="1"/>
              <a:t>б’ються</a:t>
            </a:r>
            <a:r>
              <a:rPr lang="ru-RU" i="1" dirty="0"/>
              <a:t>, </a:t>
            </a:r>
            <a:r>
              <a:rPr lang="ru-RU" i="1" dirty="0" err="1"/>
              <a:t>віддав</a:t>
            </a:r>
            <a:r>
              <a:rPr lang="ru-RU" i="1" dirty="0"/>
              <a:t> </a:t>
            </a:r>
            <a:r>
              <a:rPr lang="ru-RU" i="1" dirty="0" err="1"/>
              <a:t>їм</a:t>
            </a:r>
            <a:r>
              <a:rPr lang="ru-RU" i="1" dirty="0"/>
              <a:t> для пристанища </a:t>
            </a:r>
            <a:r>
              <a:rPr lang="ru-RU" i="1" dirty="0" err="1"/>
              <a:t>місто</a:t>
            </a:r>
            <a:r>
              <a:rPr lang="ru-RU" i="1" dirty="0"/>
              <a:t> </a:t>
            </a:r>
            <a:r>
              <a:rPr lang="ru-RU" i="1" dirty="0" err="1"/>
              <a:t>Трахтемирів</a:t>
            </a:r>
            <a:r>
              <a:rPr lang="ru-RU" i="1" dirty="0"/>
              <a:t>, </a:t>
            </a:r>
            <a:r>
              <a:rPr lang="ru-RU" i="1" dirty="0" err="1"/>
              <a:t>настановив</a:t>
            </a:r>
            <a:r>
              <a:rPr lang="ru-RU" i="1" dirty="0"/>
              <a:t> </a:t>
            </a:r>
            <a:r>
              <a:rPr lang="ru-RU" i="1" dirty="0" err="1"/>
              <a:t>їм</a:t>
            </a:r>
            <a:r>
              <a:rPr lang="ru-RU" i="1" dirty="0"/>
              <a:t> </a:t>
            </a:r>
            <a:r>
              <a:rPr lang="ru-RU" i="1" dirty="0" err="1"/>
              <a:t>гетьмана</a:t>
            </a:r>
            <a:r>
              <a:rPr lang="ru-RU" i="1" dirty="0"/>
              <a:t>, прислав </a:t>
            </a:r>
            <a:r>
              <a:rPr lang="ru-RU" i="1" dirty="0" err="1"/>
              <a:t>клейноди</a:t>
            </a:r>
            <a:r>
              <a:rPr lang="ru-RU" i="1" dirty="0"/>
              <a:t>, всяких </a:t>
            </a:r>
            <a:r>
              <a:rPr lang="ru-RU" i="1" dirty="0" err="1"/>
              <a:t>припасів</a:t>
            </a:r>
            <a:r>
              <a:rPr lang="ru-RU" i="1" dirty="0"/>
              <a:t> </a:t>
            </a:r>
            <a:r>
              <a:rPr lang="ru-RU" i="1" dirty="0" err="1"/>
              <a:t>військових</a:t>
            </a:r>
            <a:r>
              <a:rPr lang="ru-RU" i="1" dirty="0"/>
              <a:t>, а за службу </a:t>
            </a:r>
            <a:r>
              <a:rPr lang="ru-RU" i="1" dirty="0" err="1"/>
              <a:t>їм</a:t>
            </a:r>
            <a:r>
              <a:rPr lang="ru-RU" i="1" dirty="0"/>
              <a:t> </a:t>
            </a:r>
            <a:r>
              <a:rPr lang="ru-RU" i="1" dirty="0" err="1"/>
              <a:t>поклав</a:t>
            </a:r>
            <a:r>
              <a:rPr lang="ru-RU" i="1" dirty="0"/>
              <a:t> по </a:t>
            </a:r>
            <a:r>
              <a:rPr lang="ru-RU" i="1" dirty="0" err="1"/>
              <a:t>червінцеві</a:t>
            </a:r>
            <a:r>
              <a:rPr lang="ru-RU" i="1" dirty="0"/>
              <a:t>…»?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 err="1"/>
              <a:t>реєстрове</a:t>
            </a:r>
            <a:r>
              <a:rPr lang="ru-RU" dirty="0"/>
              <a:t> </a:t>
            </a:r>
            <a:r>
              <a:rPr lang="ru-RU" dirty="0" err="1"/>
              <a:t>козацтво</a:t>
            </a:r>
            <a:endParaRPr lang="ru-RU" dirty="0"/>
          </a:p>
          <a:p>
            <a:r>
              <a:rPr lang="ru-RU" dirty="0" err="1"/>
              <a:t>міщанство</a:t>
            </a:r>
            <a:endParaRPr lang="ru-RU" dirty="0"/>
          </a:p>
          <a:p>
            <a:r>
              <a:rPr lang="ru-RU" dirty="0" err="1"/>
              <a:t>православну</a:t>
            </a:r>
            <a:r>
              <a:rPr lang="ru-RU" dirty="0"/>
              <a:t> шляхту</a:t>
            </a:r>
          </a:p>
          <a:p>
            <a:r>
              <a:rPr lang="ru-RU" dirty="0"/>
              <a:t>селянство</a:t>
            </a:r>
          </a:p>
        </p:txBody>
      </p:sp>
    </p:spTree>
    <p:extLst>
      <p:ext uri="{BB962C8B-B14F-4D97-AF65-F5344CB8AC3E}">
        <p14:creationId xmlns:p14="http://schemas.microsoft.com/office/powerpoint/2010/main" val="173260278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Виникнення</a:t>
            </a:r>
            <a:r>
              <a:rPr lang="ru-RU" dirty="0"/>
              <a:t> </a:t>
            </a:r>
            <a:r>
              <a:rPr lang="ru-RU" dirty="0" err="1"/>
              <a:t>фільварків</a:t>
            </a:r>
            <a:r>
              <a:rPr lang="ru-RU" dirty="0"/>
              <a:t> на </a:t>
            </a:r>
            <a:r>
              <a:rPr lang="ru-RU" dirty="0" err="1"/>
              <a:t>українських</a:t>
            </a:r>
            <a:r>
              <a:rPr lang="ru-RU" dirty="0"/>
              <a:t> землях </a:t>
            </a:r>
            <a:r>
              <a:rPr lang="ru-RU" dirty="0" err="1"/>
              <a:t>було</a:t>
            </a:r>
            <a:r>
              <a:rPr lang="ru-RU" dirty="0"/>
              <a:t> </a:t>
            </a:r>
            <a:r>
              <a:rPr lang="ru-RU" dirty="0" err="1"/>
              <a:t>зумовлено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 err="1"/>
              <a:t>зростанням</a:t>
            </a:r>
            <a:r>
              <a:rPr lang="ru-RU" dirty="0"/>
              <a:t> </a:t>
            </a:r>
            <a:r>
              <a:rPr lang="ru-RU" dirty="0" err="1"/>
              <a:t>економічної</a:t>
            </a:r>
            <a:r>
              <a:rPr lang="ru-RU" dirty="0"/>
              <a:t> </a:t>
            </a:r>
            <a:r>
              <a:rPr lang="ru-RU" dirty="0" err="1"/>
              <a:t>могутності</a:t>
            </a:r>
            <a:r>
              <a:rPr lang="ru-RU" dirty="0"/>
              <a:t> </a:t>
            </a:r>
            <a:r>
              <a:rPr lang="ru-RU" dirty="0" err="1"/>
              <a:t>цехів</a:t>
            </a:r>
            <a:r>
              <a:rPr lang="ru-RU" dirty="0"/>
              <a:t> та </a:t>
            </a:r>
            <a:r>
              <a:rPr lang="ru-RU" dirty="0" err="1"/>
              <a:t>їхньої</a:t>
            </a:r>
            <a:r>
              <a:rPr lang="ru-RU" dirty="0"/>
              <a:t> </a:t>
            </a:r>
            <a:r>
              <a:rPr lang="ru-RU" dirty="0" err="1"/>
              <a:t>ролі</a:t>
            </a:r>
            <a:r>
              <a:rPr lang="ru-RU" dirty="0"/>
              <a:t> в </a:t>
            </a:r>
            <a:r>
              <a:rPr lang="ru-RU" dirty="0" err="1"/>
              <a:t>торгівлі</a:t>
            </a:r>
            <a:r>
              <a:rPr lang="ru-RU" dirty="0"/>
              <a:t>.</a:t>
            </a:r>
          </a:p>
          <a:p>
            <a:r>
              <a:rPr lang="ru-RU" dirty="0" err="1"/>
              <a:t>неефективністю</a:t>
            </a:r>
            <a:r>
              <a:rPr lang="ru-RU" dirty="0"/>
              <a:t> </a:t>
            </a:r>
            <a:r>
              <a:rPr lang="ru-RU" dirty="0" err="1"/>
              <a:t>використання</a:t>
            </a:r>
            <a:r>
              <a:rPr lang="ru-RU" dirty="0"/>
              <a:t> в </a:t>
            </a:r>
            <a:r>
              <a:rPr lang="ru-RU" dirty="0" err="1"/>
              <a:t>господарстві</a:t>
            </a:r>
            <a:r>
              <a:rPr lang="ru-RU" dirty="0"/>
              <a:t> </a:t>
            </a:r>
            <a:r>
              <a:rPr lang="ru-RU" dirty="0" err="1"/>
              <a:t>праці</a:t>
            </a:r>
            <a:r>
              <a:rPr lang="ru-RU" dirty="0"/>
              <a:t> </a:t>
            </a:r>
            <a:r>
              <a:rPr lang="ru-RU" dirty="0" err="1"/>
              <a:t>кріпосних</a:t>
            </a:r>
            <a:r>
              <a:rPr lang="ru-RU" dirty="0"/>
              <a:t> селян.</a:t>
            </a:r>
          </a:p>
          <a:p>
            <a:r>
              <a:rPr lang="ru-RU" dirty="0" err="1"/>
              <a:t>конкуренцією</a:t>
            </a:r>
            <a:r>
              <a:rPr lang="ru-RU" dirty="0"/>
              <a:t> з боку мануфактурного </a:t>
            </a:r>
            <a:r>
              <a:rPr lang="ru-RU" dirty="0" err="1"/>
              <a:t>виробництва</a:t>
            </a:r>
            <a:r>
              <a:rPr lang="ru-RU" dirty="0"/>
              <a:t> в </a:t>
            </a:r>
            <a:r>
              <a:rPr lang="ru-RU" dirty="0" err="1"/>
              <a:t>країнах</a:t>
            </a:r>
            <a:r>
              <a:rPr lang="ru-RU" dirty="0"/>
              <a:t> </a:t>
            </a:r>
            <a:r>
              <a:rPr lang="ru-RU" dirty="0" err="1"/>
              <a:t>Західної</a:t>
            </a:r>
            <a:r>
              <a:rPr lang="ru-RU" dirty="0"/>
              <a:t> </a:t>
            </a:r>
            <a:r>
              <a:rPr lang="ru-RU" dirty="0" err="1"/>
              <a:t>Європи</a:t>
            </a:r>
            <a:r>
              <a:rPr lang="ru-RU" dirty="0"/>
              <a:t>.</a:t>
            </a:r>
          </a:p>
          <a:p>
            <a:r>
              <a:rPr lang="ru-RU" dirty="0" err="1"/>
              <a:t>зростаючим</a:t>
            </a:r>
            <a:r>
              <a:rPr lang="ru-RU" dirty="0"/>
              <a:t> попитом на зерно на </a:t>
            </a:r>
            <a:r>
              <a:rPr lang="ru-RU" dirty="0" err="1"/>
              <a:t>внутрішньому</a:t>
            </a:r>
            <a:r>
              <a:rPr lang="ru-RU" dirty="0"/>
              <a:t> та </a:t>
            </a:r>
            <a:r>
              <a:rPr lang="ru-RU" dirty="0" err="1"/>
              <a:t>зовнішніх</a:t>
            </a:r>
            <a:r>
              <a:rPr lang="ru-RU" dirty="0"/>
              <a:t> ринках.</a:t>
            </a:r>
          </a:p>
          <a:p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14603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На фото зображено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 err="1"/>
              <a:t>традиційний</a:t>
            </a:r>
            <a:r>
              <a:rPr lang="ru-RU" dirty="0"/>
              <a:t> </a:t>
            </a:r>
            <a:r>
              <a:rPr lang="ru-RU" dirty="0" err="1"/>
              <a:t>український</a:t>
            </a:r>
            <a:r>
              <a:rPr lang="ru-RU" dirty="0"/>
              <a:t> </a:t>
            </a:r>
            <a:r>
              <a:rPr lang="ru-RU" dirty="0" err="1"/>
              <a:t>пересувний</a:t>
            </a:r>
            <a:r>
              <a:rPr lang="ru-RU" dirty="0"/>
              <a:t> </a:t>
            </a:r>
            <a:r>
              <a:rPr lang="ru-RU" dirty="0" err="1"/>
              <a:t>ляльковий</a:t>
            </a:r>
            <a:r>
              <a:rPr lang="ru-RU" dirty="0"/>
              <a:t> театр, де </a:t>
            </a:r>
            <a:r>
              <a:rPr lang="ru-RU" dirty="0" err="1"/>
              <a:t>ставилися</a:t>
            </a:r>
            <a:r>
              <a:rPr lang="ru-RU" dirty="0"/>
              <a:t> </a:t>
            </a:r>
            <a:r>
              <a:rPr lang="ru-RU" dirty="0" err="1"/>
              <a:t>п’єси</a:t>
            </a:r>
            <a:r>
              <a:rPr lang="ru-RU" dirty="0"/>
              <a:t> </a:t>
            </a:r>
            <a:r>
              <a:rPr lang="ru-RU" dirty="0" err="1"/>
              <a:t>релігійної</a:t>
            </a:r>
            <a:r>
              <a:rPr lang="ru-RU" dirty="0"/>
              <a:t> та </a:t>
            </a:r>
            <a:r>
              <a:rPr lang="ru-RU" dirty="0" err="1"/>
              <a:t>світської</a:t>
            </a:r>
            <a:r>
              <a:rPr lang="ru-RU" dirty="0"/>
              <a:t> тематики.</a:t>
            </a:r>
          </a:p>
          <a:p>
            <a:r>
              <a:rPr lang="ru-RU" dirty="0" err="1"/>
              <a:t>ігрова</a:t>
            </a:r>
            <a:r>
              <a:rPr lang="ru-RU" dirty="0"/>
              <a:t> </a:t>
            </a:r>
            <a:r>
              <a:rPr lang="ru-RU" dirty="0" err="1"/>
              <a:t>лялькова</a:t>
            </a:r>
            <a:r>
              <a:rPr lang="ru-RU" dirty="0"/>
              <a:t> </a:t>
            </a:r>
            <a:r>
              <a:rPr lang="ru-RU" dirty="0" err="1"/>
              <a:t>скринька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виготовлялася</a:t>
            </a:r>
            <a:r>
              <a:rPr lang="ru-RU" dirty="0"/>
              <a:t> </a:t>
            </a:r>
            <a:r>
              <a:rPr lang="ru-RU" dirty="0" err="1"/>
              <a:t>майстрами-різьбярами</a:t>
            </a:r>
            <a:r>
              <a:rPr lang="ru-RU" dirty="0"/>
              <a:t> на </a:t>
            </a:r>
            <a:r>
              <a:rPr lang="ru-RU" dirty="0" err="1"/>
              <a:t>замовлення</a:t>
            </a:r>
            <a:r>
              <a:rPr lang="ru-RU" dirty="0"/>
              <a:t> </a:t>
            </a:r>
            <a:r>
              <a:rPr lang="ru-RU" dirty="0" err="1"/>
              <a:t>заможних</a:t>
            </a:r>
            <a:r>
              <a:rPr lang="ru-RU" dirty="0"/>
              <a:t> </a:t>
            </a:r>
            <a:r>
              <a:rPr lang="ru-RU" dirty="0" err="1"/>
              <a:t>міщан</a:t>
            </a:r>
            <a:r>
              <a:rPr lang="ru-RU" dirty="0"/>
              <a:t> для </a:t>
            </a:r>
            <a:r>
              <a:rPr lang="ru-RU" dirty="0" err="1"/>
              <a:t>своїх</a:t>
            </a:r>
            <a:r>
              <a:rPr lang="ru-RU" dirty="0"/>
              <a:t> </a:t>
            </a:r>
            <a:r>
              <a:rPr lang="ru-RU" dirty="0" err="1"/>
              <a:t>дітей</a:t>
            </a:r>
            <a:r>
              <a:rPr lang="ru-RU" dirty="0"/>
              <a:t>.</a:t>
            </a:r>
          </a:p>
          <a:p>
            <a:r>
              <a:rPr lang="ru-RU" dirty="0" err="1"/>
              <a:t>декорація</a:t>
            </a:r>
            <a:r>
              <a:rPr lang="ru-RU" dirty="0"/>
              <a:t> </a:t>
            </a:r>
            <a:r>
              <a:rPr lang="ru-RU" dirty="0" err="1"/>
              <a:t>місця</a:t>
            </a:r>
            <a:r>
              <a:rPr lang="ru-RU" dirty="0"/>
              <a:t> та обстановки </a:t>
            </a:r>
            <a:r>
              <a:rPr lang="ru-RU" dirty="0" err="1"/>
              <a:t>дії</a:t>
            </a:r>
            <a:r>
              <a:rPr lang="ru-RU" dirty="0"/>
              <a:t> </a:t>
            </a:r>
            <a:r>
              <a:rPr lang="ru-RU" dirty="0" err="1"/>
              <a:t>шкільної</a:t>
            </a:r>
            <a:r>
              <a:rPr lang="ru-RU" dirty="0"/>
              <a:t> </a:t>
            </a:r>
            <a:r>
              <a:rPr lang="ru-RU" dirty="0" err="1"/>
              <a:t>драми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ставилася</a:t>
            </a:r>
            <a:r>
              <a:rPr lang="ru-RU" dirty="0"/>
              <a:t> </a:t>
            </a:r>
            <a:r>
              <a:rPr lang="ru-RU" dirty="0" err="1"/>
              <a:t>учнями</a:t>
            </a:r>
            <a:r>
              <a:rPr lang="ru-RU" dirty="0"/>
              <a:t> </a:t>
            </a:r>
            <a:r>
              <a:rPr lang="ru-RU" dirty="0" err="1"/>
              <a:t>братських</a:t>
            </a:r>
            <a:r>
              <a:rPr lang="ru-RU" dirty="0"/>
              <a:t> </a:t>
            </a:r>
            <a:r>
              <a:rPr lang="ru-RU" dirty="0" err="1"/>
              <a:t>шкіл</a:t>
            </a:r>
            <a:r>
              <a:rPr lang="ru-RU" dirty="0"/>
              <a:t> на честь </a:t>
            </a:r>
            <a:r>
              <a:rPr lang="ru-RU" dirty="0" err="1"/>
              <a:t>шанованих</a:t>
            </a:r>
            <a:r>
              <a:rPr lang="ru-RU" dirty="0"/>
              <a:t> </a:t>
            </a:r>
            <a:r>
              <a:rPr lang="ru-RU" dirty="0" err="1"/>
              <a:t>осіб</a:t>
            </a:r>
            <a:r>
              <a:rPr lang="ru-RU" dirty="0"/>
              <a:t>.</a:t>
            </a:r>
          </a:p>
          <a:p>
            <a:r>
              <a:rPr lang="ru-RU" dirty="0"/>
              <a:t>макет </a:t>
            </a:r>
            <a:r>
              <a:rPr lang="ru-RU" dirty="0" err="1"/>
              <a:t>урочистих</a:t>
            </a:r>
            <a:r>
              <a:rPr lang="ru-RU" dirty="0"/>
              <a:t> сценок, </a:t>
            </a:r>
            <a:r>
              <a:rPr lang="ru-RU" dirty="0" err="1"/>
              <a:t>яким</a:t>
            </a:r>
            <a:r>
              <a:rPr lang="ru-RU" dirty="0"/>
              <a:t> </a:t>
            </a:r>
            <a:r>
              <a:rPr lang="ru-RU" dirty="0" err="1"/>
              <a:t>прикрашався</a:t>
            </a:r>
            <a:r>
              <a:rPr lang="ru-RU" dirty="0"/>
              <a:t> </a:t>
            </a:r>
            <a:r>
              <a:rPr lang="ru-RU" dirty="0" err="1"/>
              <a:t>інтер’єр</a:t>
            </a:r>
            <a:r>
              <a:rPr lang="ru-RU" dirty="0"/>
              <a:t> </a:t>
            </a:r>
            <a:r>
              <a:rPr lang="ru-RU" dirty="0" err="1"/>
              <a:t>помешкання</a:t>
            </a:r>
            <a:r>
              <a:rPr lang="ru-RU" dirty="0"/>
              <a:t> </a:t>
            </a:r>
            <a:r>
              <a:rPr lang="ru-RU" dirty="0" err="1"/>
              <a:t>шляхти</a:t>
            </a:r>
            <a:r>
              <a:rPr lang="ru-RU" dirty="0"/>
              <a:t> на </a:t>
            </a:r>
            <a:r>
              <a:rPr lang="ru-RU" dirty="0" err="1"/>
              <a:t>християнські</a:t>
            </a:r>
            <a:r>
              <a:rPr lang="ru-RU" dirty="0"/>
              <a:t> свята – </a:t>
            </a:r>
            <a:r>
              <a:rPr lang="ru-RU" dirty="0" err="1"/>
              <a:t>Різдво</a:t>
            </a:r>
            <a:r>
              <a:rPr lang="ru-RU" dirty="0"/>
              <a:t> й </a:t>
            </a:r>
            <a:r>
              <a:rPr lang="ru-RU" dirty="0" err="1"/>
              <a:t>Великдень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pic>
        <p:nvPicPr>
          <p:cNvPr id="12290" name="Picture 2" descr="https://zno.osvita.ua/doc/images/znotest/220/22099/13-history-2011-ds.png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1429" y="2976404"/>
            <a:ext cx="2181530" cy="2276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397672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ru-RU" dirty="0"/>
            </a:br>
            <a:r>
              <a:rPr lang="ru-RU" dirty="0"/>
              <a:t>У </a:t>
            </a:r>
            <a:r>
              <a:rPr lang="ru-RU" dirty="0" err="1"/>
              <a:t>результаті</a:t>
            </a:r>
            <a:r>
              <a:rPr lang="ru-RU" dirty="0"/>
              <a:t> </a:t>
            </a:r>
            <a:r>
              <a:rPr lang="ru-RU" dirty="0" err="1"/>
              <a:t>Люблінської</a:t>
            </a:r>
            <a:r>
              <a:rPr lang="ru-RU" dirty="0"/>
              <a:t> </a:t>
            </a:r>
            <a:r>
              <a:rPr lang="ru-RU" dirty="0" err="1"/>
              <a:t>унії</a:t>
            </a:r>
            <a:r>
              <a:rPr lang="ru-RU" dirty="0"/>
              <a:t> </a:t>
            </a:r>
            <a:r>
              <a:rPr lang="ru-RU" dirty="0" err="1"/>
              <a:t>українські</a:t>
            </a:r>
            <a:r>
              <a:rPr lang="ru-RU" dirty="0"/>
              <a:t> </a:t>
            </a:r>
            <a:r>
              <a:rPr lang="ru-RU" dirty="0" err="1"/>
              <a:t>землі</a:t>
            </a:r>
            <a:r>
              <a:rPr lang="ru-RU" dirty="0"/>
              <a:t> </a:t>
            </a:r>
            <a:r>
              <a:rPr lang="ru-RU" dirty="0" err="1"/>
              <a:t>Подніпров’я</a:t>
            </a:r>
            <a:r>
              <a:rPr lang="ru-RU" dirty="0"/>
              <a:t>, </a:t>
            </a:r>
            <a:r>
              <a:rPr lang="ru-RU" dirty="0" err="1"/>
              <a:t>Волині</a:t>
            </a:r>
            <a:r>
              <a:rPr lang="ru-RU" dirty="0"/>
              <a:t> та </a:t>
            </a:r>
            <a:r>
              <a:rPr lang="ru-RU" dirty="0" err="1"/>
              <a:t>Східного</a:t>
            </a:r>
            <a:r>
              <a:rPr lang="ru-RU" dirty="0"/>
              <a:t> </a:t>
            </a:r>
            <a:r>
              <a:rPr lang="ru-RU" dirty="0" err="1"/>
              <a:t>Поділля</a:t>
            </a:r>
            <a:r>
              <a:rPr lang="ru-RU" dirty="0"/>
              <a:t> переходили </a:t>
            </a:r>
            <a:r>
              <a:rPr lang="ru-RU" dirty="0" err="1"/>
              <a:t>під</a:t>
            </a:r>
            <a:r>
              <a:rPr lang="ru-RU" dirty="0"/>
              <a:t> </a:t>
            </a:r>
            <a:r>
              <a:rPr lang="ru-RU" dirty="0" err="1"/>
              <a:t>владу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 err="1"/>
              <a:t>Османської</a:t>
            </a:r>
            <a:r>
              <a:rPr lang="ru-RU" dirty="0"/>
              <a:t> </a:t>
            </a:r>
            <a:r>
              <a:rPr lang="ru-RU" dirty="0" err="1"/>
              <a:t>імперії</a:t>
            </a:r>
            <a:r>
              <a:rPr lang="ru-RU" dirty="0"/>
              <a:t>.</a:t>
            </a:r>
          </a:p>
          <a:p>
            <a:r>
              <a:rPr lang="ru-RU" dirty="0" err="1"/>
              <a:t>Московського</a:t>
            </a:r>
            <a:r>
              <a:rPr lang="ru-RU" dirty="0"/>
              <a:t> царства.</a:t>
            </a:r>
          </a:p>
          <a:p>
            <a:r>
              <a:rPr lang="ru-RU" dirty="0" err="1"/>
              <a:t>Польського</a:t>
            </a:r>
            <a:r>
              <a:rPr lang="ru-RU" dirty="0"/>
              <a:t> </a:t>
            </a:r>
            <a:r>
              <a:rPr lang="ru-RU" dirty="0" err="1"/>
              <a:t>королівства</a:t>
            </a:r>
            <a:r>
              <a:rPr lang="ru-RU" dirty="0"/>
              <a:t>.</a:t>
            </a:r>
          </a:p>
          <a:p>
            <a:r>
              <a:rPr lang="ru-RU" dirty="0" err="1"/>
              <a:t>Молдавського</a:t>
            </a:r>
            <a:r>
              <a:rPr lang="ru-RU" dirty="0"/>
              <a:t> </a:t>
            </a:r>
            <a:r>
              <a:rPr lang="ru-RU" dirty="0" err="1"/>
              <a:t>князівства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246055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Географічні</a:t>
            </a:r>
            <a:r>
              <a:rPr lang="ru-RU" dirty="0"/>
              <a:t> </a:t>
            </a:r>
            <a:r>
              <a:rPr lang="ru-RU" dirty="0" err="1"/>
              <a:t>назви</a:t>
            </a:r>
            <a:r>
              <a:rPr lang="ru-RU" dirty="0"/>
              <a:t> </a:t>
            </a:r>
            <a:r>
              <a:rPr lang="ru-RU" dirty="0" err="1"/>
              <a:t>Базавлук</a:t>
            </a:r>
            <a:r>
              <a:rPr lang="ru-RU" dirty="0"/>
              <a:t>, Микитин </a:t>
            </a:r>
            <a:r>
              <a:rPr lang="ru-RU" dirty="0" err="1"/>
              <a:t>Ріг</a:t>
            </a:r>
            <a:r>
              <a:rPr lang="ru-RU" dirty="0"/>
              <a:t>, </a:t>
            </a:r>
            <a:r>
              <a:rPr lang="ru-RU" dirty="0" err="1"/>
              <a:t>Чортомлик</a:t>
            </a:r>
            <a:r>
              <a:rPr lang="ru-RU" dirty="0"/>
              <a:t>, Олешки </a:t>
            </a:r>
            <a:r>
              <a:rPr lang="ru-RU" dirty="0" err="1"/>
              <a:t>пов’язані</a:t>
            </a:r>
            <a:r>
              <a:rPr lang="ru-RU" dirty="0"/>
              <a:t> з </a:t>
            </a:r>
            <a:r>
              <a:rPr lang="ru-RU" dirty="0" err="1"/>
              <a:t>місцями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 err="1"/>
              <a:t>основних</a:t>
            </a:r>
            <a:r>
              <a:rPr lang="ru-RU" dirty="0"/>
              <a:t> битв </a:t>
            </a:r>
            <a:r>
              <a:rPr lang="ru-RU" dirty="0" err="1"/>
              <a:t>часів</a:t>
            </a:r>
            <a:r>
              <a:rPr lang="ru-RU" dirty="0"/>
              <a:t> </a:t>
            </a:r>
            <a:r>
              <a:rPr lang="ru-RU" dirty="0" err="1"/>
              <a:t>козацько-селянських</a:t>
            </a:r>
            <a:r>
              <a:rPr lang="ru-RU" dirty="0"/>
              <a:t> </a:t>
            </a:r>
            <a:r>
              <a:rPr lang="ru-RU" dirty="0" err="1"/>
              <a:t>повстань</a:t>
            </a:r>
            <a:r>
              <a:rPr lang="ru-RU" dirty="0"/>
              <a:t> 20–30-х </a:t>
            </a:r>
            <a:r>
              <a:rPr lang="ru-RU" dirty="0" err="1"/>
              <a:t>рр</a:t>
            </a:r>
            <a:r>
              <a:rPr lang="ru-RU" dirty="0"/>
              <a:t>. </a:t>
            </a:r>
            <a:r>
              <a:rPr lang="en-US" dirty="0"/>
              <a:t>XVII </a:t>
            </a:r>
            <a:r>
              <a:rPr lang="ru-RU" dirty="0"/>
              <a:t>ст.</a:t>
            </a:r>
          </a:p>
          <a:p>
            <a:r>
              <a:rPr lang="ru-RU"/>
              <a:t>розміщення</a:t>
            </a:r>
            <a:r>
              <a:rPr lang="ru-RU" dirty="0"/>
              <a:t> </a:t>
            </a:r>
            <a:r>
              <a:rPr lang="ru-RU" dirty="0" err="1"/>
              <a:t>турецьких</a:t>
            </a:r>
            <a:r>
              <a:rPr lang="ru-RU" dirty="0"/>
              <a:t> </a:t>
            </a:r>
            <a:r>
              <a:rPr lang="ru-RU" dirty="0" err="1"/>
              <a:t>фортець</a:t>
            </a:r>
            <a:r>
              <a:rPr lang="ru-RU" dirty="0"/>
              <a:t> у </a:t>
            </a:r>
            <a:r>
              <a:rPr lang="ru-RU" dirty="0" err="1"/>
              <a:t>гирлі</a:t>
            </a:r>
            <a:r>
              <a:rPr lang="ru-RU" dirty="0"/>
              <a:t> </a:t>
            </a:r>
            <a:r>
              <a:rPr lang="ru-RU" dirty="0" err="1"/>
              <a:t>Дніпра</a:t>
            </a:r>
            <a:r>
              <a:rPr lang="ru-RU" dirty="0"/>
              <a:t> й </a:t>
            </a:r>
            <a:r>
              <a:rPr lang="ru-RU" dirty="0" err="1"/>
              <a:t>Південного</a:t>
            </a:r>
            <a:r>
              <a:rPr lang="ru-RU" dirty="0"/>
              <a:t> Бугу.</a:t>
            </a:r>
          </a:p>
          <a:p>
            <a:r>
              <a:rPr lang="ru-RU" dirty="0" err="1"/>
              <a:t>формування</a:t>
            </a:r>
            <a:r>
              <a:rPr lang="ru-RU" dirty="0"/>
              <a:t> </a:t>
            </a:r>
            <a:r>
              <a:rPr lang="ru-RU" dirty="0" err="1"/>
              <a:t>полків</a:t>
            </a:r>
            <a:r>
              <a:rPr lang="ru-RU" dirty="0"/>
              <a:t> </a:t>
            </a:r>
            <a:r>
              <a:rPr lang="ru-RU" dirty="0" err="1"/>
              <a:t>реєстрового</a:t>
            </a:r>
            <a:r>
              <a:rPr lang="ru-RU" dirty="0"/>
              <a:t> </a:t>
            </a:r>
            <a:r>
              <a:rPr lang="ru-RU" dirty="0" err="1"/>
              <a:t>козацтва</a:t>
            </a:r>
            <a:r>
              <a:rPr lang="ru-RU" dirty="0"/>
              <a:t>.</a:t>
            </a:r>
          </a:p>
          <a:p>
            <a:r>
              <a:rPr lang="ru-RU" dirty="0" err="1"/>
              <a:t>розміщення</a:t>
            </a:r>
            <a:r>
              <a:rPr lang="ru-RU" dirty="0"/>
              <a:t> </a:t>
            </a:r>
            <a:r>
              <a:rPr lang="ru-RU" dirty="0" err="1"/>
              <a:t>Запорозьких</a:t>
            </a:r>
            <a:r>
              <a:rPr lang="ru-RU" dirty="0"/>
              <a:t> </a:t>
            </a:r>
            <a:r>
              <a:rPr lang="ru-RU" dirty="0" err="1"/>
              <a:t>Січей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40285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троката">
  <a:themeElements>
    <a:clrScheme name="Строката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A5300F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Строката">
      <a:maj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Строката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tint val="99000"/>
                <a:shade val="96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C3935CB6-B0E3-44A7-AB37-996D901F73AB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Строката</Template>
  <TotalTime>753</TotalTime>
  <Words>2735</Words>
  <Application>Microsoft Office PowerPoint</Application>
  <PresentationFormat>Широкий екран</PresentationFormat>
  <Paragraphs>318</Paragraphs>
  <Slides>63</Slides>
  <Notes>1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63</vt:i4>
      </vt:variant>
    </vt:vector>
  </HeadingPairs>
  <TitlesOfParts>
    <vt:vector size="69" baseType="lpstr">
      <vt:lpstr>Calibri</vt:lpstr>
      <vt:lpstr>Century Gothic</vt:lpstr>
      <vt:lpstr>Corbel</vt:lpstr>
      <vt:lpstr>Times New Roman</vt:lpstr>
      <vt:lpstr>Wingdings</vt:lpstr>
      <vt:lpstr>Строката</vt:lpstr>
      <vt:lpstr>Українські землі у складі Речі Посполитої в другій половині ХVІ ст.</vt:lpstr>
      <vt:lpstr>Політичний блок</vt:lpstr>
      <vt:lpstr>До укладення Люблінської унії з Польським королівством Велике князівство Литовське спонукали поразки у війні з</vt:lpstr>
      <vt:lpstr>На якій схемі правильно відображено основні умови Люблінської унії 1569 р.?</vt:lpstr>
      <vt:lpstr>Що передбачала Люблінська унія (1569 р.)?</vt:lpstr>
      <vt:lpstr>Що передбачала Люблінська унія (1569 р.)?</vt:lpstr>
      <vt:lpstr>Про укладення якої унії йдеться в уривку з історичного джерела</vt:lpstr>
      <vt:lpstr>У якому уривку з історичного джерела йдеться про укладення Люблінської унії?</vt:lpstr>
      <vt:lpstr> Одне з рішень Люблінського сейму 1569 р. — це</vt:lpstr>
      <vt:lpstr>Одним із наслідків укладення Люблінської унії є</vt:lpstr>
      <vt:lpstr>У результаті Люблінської унії українські землі Подніпров'я і Східного Поділля переходили під владу</vt:lpstr>
      <vt:lpstr> Який стан українського суспільства після укладення Люблінської унії (1569 р.) найбільш швидко зазнав полонізації та окатоличення? </vt:lpstr>
      <vt:lpstr>Що було одним із наслідків укладення Люблінської унії (1569 р.)?</vt:lpstr>
      <vt:lpstr>Яку подію історик М. Грушевський охарактеризував наступним чином</vt:lpstr>
      <vt:lpstr>Яка подія відбулася в 1569 р.?</vt:lpstr>
      <vt:lpstr>Берестейську церковну унію укладено</vt:lpstr>
      <vt:lpstr> Яку подію описано в уривку з історичного джерела: </vt:lpstr>
      <vt:lpstr>Прочитайте уривок з історичного джерела та дайте відповідь на запитання.</vt:lpstr>
      <vt:lpstr>Прочитайте уривок джерела. Коли відбулася подія, про яку йдеться в уривку?</vt:lpstr>
      <vt:lpstr>Процес оформлення козацтва в окремий соціальний стан Речі Посполитої започатковано</vt:lpstr>
      <vt:lpstr>Адміністративно-територіальна одиниця на українських землях у складі Великого князівства Литовського та Корони Польської в XV–XVIII ст. – цу</vt:lpstr>
      <vt:lpstr>Установіть відповідність між назвами воєводств Речі Посполитої, утворених на українських землях, та їхніми теренами, позначеними на карті.</vt:lpstr>
      <vt:lpstr>У якому столітті відбулися описані події?</vt:lpstr>
      <vt:lpstr>Яка подія відбулася в 1586 р.?</vt:lpstr>
      <vt:lpstr>На фото зображено башти</vt:lpstr>
      <vt:lpstr>Сукупність яких понять і термінів слід використовувати, характеризуючи економічний розвиток українських земель у середині XVI – середині XVII ст.?</vt:lpstr>
      <vt:lpstr>Узгодьте подію другої половини ХVІ – першої половини ХVІІ ст. (1–4) з її наслідком для українських земель (А – Д).</vt:lpstr>
      <vt:lpstr>Культурологічний блок</vt:lpstr>
      <vt:lpstr>Однією з причин появи полемічної літератури на українських землях наприкінці XVI – першій половині XVII ст. було</vt:lpstr>
      <vt:lpstr>Однією з причин появи полемічної літератури на українських землях наприкінці XVI – у першій половині XVII ст. було</vt:lpstr>
      <vt:lpstr>Укажіть мету братського руху на українських землях у XVI ст.</vt:lpstr>
      <vt:lpstr>Братства в історії України – це</vt:lpstr>
      <vt:lpstr>Хто є автором цитованого історичного джерела?</vt:lpstr>
      <vt:lpstr>Що із зазначеного є прикладом культурного життя на українських землях у другій половині XVI ст.?</vt:lpstr>
      <vt:lpstr>Про якого історичного діяча йдеться в цитованому документі?</vt:lpstr>
      <vt:lpstr>У якому місті було надруковано книгу, згадану в уривку з історичного джерела:</vt:lpstr>
      <vt:lpstr>Пересопницьке Євангеліє й Острозька Біблія є пам’ятками української культури</vt:lpstr>
      <vt:lpstr>«Апостол» (1574), «Буквар» (1574), Острозька Біблія (1581) є першими</vt:lpstr>
      <vt:lpstr>Хто із зображених осіб сприяв становленню книгодрукування на українських землях у XVI ст.?</vt:lpstr>
      <vt:lpstr>Яка з ікон, зображених на фото, належить пензлю О. Горошковича?</vt:lpstr>
      <vt:lpstr> Хто є автором ікони, репродукцію якої зображено на фото? </vt:lpstr>
      <vt:lpstr>Про заснування якого навчального закладу йдеться в уривку з історичного джерела?</vt:lpstr>
      <vt:lpstr>Зображеного на картині історичного діяча називали</vt:lpstr>
      <vt:lpstr>Яка подія пов'язана із зображеним на ілюстрації діячем?</vt:lpstr>
      <vt:lpstr>Яка подія пов’язана з діячем, зображеним на репродукції картини?</vt:lpstr>
      <vt:lpstr>Укажіть портрет історичного діяча, з іменем якого пов’язано заснування першої на українських землях слов’яно-греко-латинської школи.</vt:lpstr>
      <vt:lpstr>Укажіть портрет історичного діяча, з іменем якого пов’язано заснування першої на українських землях слов’яно-греко-латинської школи</vt:lpstr>
      <vt:lpstr>Масове поширення єзуїтських колегіумів на українських землях відбувалося після укладення</vt:lpstr>
      <vt:lpstr>Укажіть зображення, що стало першою графічною ілюстрацією в українській друкованій книжці</vt:lpstr>
      <vt:lpstr>Які події відбулися на українських землях у ХVI ст.?</vt:lpstr>
      <vt:lpstr> Увідповідніть місто з подією ХVI ст., що в ньому відбулася. </vt:lpstr>
      <vt:lpstr>Установіть послідовність подій суспільно-культурного життя ХVI ст.</vt:lpstr>
      <vt:lpstr>Економічний блок</vt:lpstr>
      <vt:lpstr>Які соціальні зміни відбулися на українських землях у другій половині XVI ст.?</vt:lpstr>
      <vt:lpstr>Перший на українських землях слов’яно-греко-латинський навчальний заклад створено в</vt:lpstr>
      <vt:lpstr>Яку із зображених історичних пам’яток створено за часів Київської Русі?</vt:lpstr>
      <vt:lpstr>Затвердження у 70-х рр. XVI ст. урядом Речі Посполитої реєстрового війська стало політичним і правовим</vt:lpstr>
      <vt:lpstr>Установіть відповідність між пронумерованими на карті воєводствами Речі Посполитої та їхніми назвами</vt:lpstr>
      <vt:lpstr>Про яку верству населення Речі Посполитої йдеться в уривку з історичного джерела</vt:lpstr>
      <vt:lpstr>Виникнення фільварків на українських землях було зумовлено</vt:lpstr>
      <vt:lpstr>На фото зображено</vt:lpstr>
      <vt:lpstr> У результаті Люблінської унії українські землі Подніпров’я, Волині та Східного Поділля переходили під владу </vt:lpstr>
      <vt:lpstr>Географічні назви Базавлук, Микитин Ріг, Чортомлик, Олешки пов’язані з місцями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Українські землі у складі Речі Посполитої в другій половині ХVІ ст.</dc:title>
  <dc:creator>Сергей Корниенко</dc:creator>
  <cp:lastModifiedBy>Сергей Корниенко</cp:lastModifiedBy>
  <cp:revision>33</cp:revision>
  <dcterms:created xsi:type="dcterms:W3CDTF">2024-10-09T15:41:49Z</dcterms:created>
  <dcterms:modified xsi:type="dcterms:W3CDTF">2024-10-13T10:29:45Z</dcterms:modified>
</cp:coreProperties>
</file>