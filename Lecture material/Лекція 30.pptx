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82" r:id="rId3"/>
    <p:sldId id="290" r:id="rId4"/>
    <p:sldId id="285" r:id="rId5"/>
    <p:sldId id="312" r:id="rId6"/>
    <p:sldId id="258" r:id="rId7"/>
    <p:sldId id="301" r:id="rId8"/>
    <p:sldId id="295" r:id="rId9"/>
    <p:sldId id="298" r:id="rId10"/>
    <p:sldId id="283" r:id="rId11"/>
    <p:sldId id="291" r:id="rId12"/>
    <p:sldId id="280" r:id="rId13"/>
    <p:sldId id="276" r:id="rId14"/>
    <p:sldId id="257" r:id="rId15"/>
    <p:sldId id="259" r:id="rId16"/>
    <p:sldId id="260" r:id="rId17"/>
    <p:sldId id="273" r:id="rId18"/>
    <p:sldId id="274" r:id="rId19"/>
    <p:sldId id="277" r:id="rId20"/>
    <p:sldId id="293" r:id="rId21"/>
    <p:sldId id="305" r:id="rId22"/>
    <p:sldId id="306" r:id="rId23"/>
    <p:sldId id="263" r:id="rId24"/>
    <p:sldId id="307" r:id="rId25"/>
    <p:sldId id="286" r:id="rId26"/>
    <p:sldId id="304" r:id="rId27"/>
    <p:sldId id="267" r:id="rId28"/>
    <p:sldId id="310" r:id="rId29"/>
    <p:sldId id="311" r:id="rId30"/>
    <p:sldId id="300" r:id="rId31"/>
    <p:sldId id="275" r:id="rId32"/>
    <p:sldId id="287" r:id="rId33"/>
    <p:sldId id="308" r:id="rId34"/>
    <p:sldId id="269" r:id="rId35"/>
    <p:sldId id="302" r:id="rId36"/>
    <p:sldId id="270" r:id="rId37"/>
    <p:sldId id="284" r:id="rId38"/>
    <p:sldId id="281" r:id="rId39"/>
    <p:sldId id="288" r:id="rId40"/>
    <p:sldId id="271" r:id="rId41"/>
    <p:sldId id="272" r:id="rId42"/>
    <p:sldId id="264" r:id="rId43"/>
    <p:sldId id="278" r:id="rId44"/>
    <p:sldId id="265" r:id="rId45"/>
    <p:sldId id="261" r:id="rId46"/>
    <p:sldId id="262" r:id="rId47"/>
    <p:sldId id="266" r:id="rId48"/>
    <p:sldId id="279" r:id="rId49"/>
    <p:sldId id="297" r:id="rId50"/>
    <p:sldId id="309" r:id="rId51"/>
    <p:sldId id="292" r:id="rId52"/>
    <p:sldId id="296" r:id="rId53"/>
    <p:sldId id="294" r:id="rId54"/>
    <p:sldId id="299" r:id="rId55"/>
    <p:sldId id="303" r:id="rId56"/>
    <p:sldId id="289" r:id="rId57"/>
    <p:sldId id="268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9FFA436D-B1B6-4DF9-9D9E-1A31C6E3B23C}">
          <p14:sldIdLst>
            <p14:sldId id="256"/>
            <p14:sldId id="282"/>
            <p14:sldId id="290"/>
            <p14:sldId id="285"/>
            <p14:sldId id="312"/>
          </p14:sldIdLst>
        </p14:section>
        <p14:section name="Політика" id="{DAB3EB02-D2C3-4A23-8A6E-91E11018CF8B}">
          <p14:sldIdLst>
            <p14:sldId id="258"/>
            <p14:sldId id="301"/>
            <p14:sldId id="295"/>
            <p14:sldId id="298"/>
            <p14:sldId id="283"/>
            <p14:sldId id="291"/>
            <p14:sldId id="280"/>
            <p14:sldId id="276"/>
            <p14:sldId id="257"/>
            <p14:sldId id="259"/>
            <p14:sldId id="260"/>
            <p14:sldId id="273"/>
            <p14:sldId id="274"/>
            <p14:sldId id="277"/>
            <p14:sldId id="293"/>
            <p14:sldId id="305"/>
            <p14:sldId id="306"/>
          </p14:sldIdLst>
        </p14:section>
        <p14:section name="Економіка та господарство" id="{71A1B05F-E65D-4FE0-AE61-2FEE242D98D5}">
          <p14:sldIdLst>
            <p14:sldId id="263"/>
            <p14:sldId id="307"/>
            <p14:sldId id="286"/>
            <p14:sldId id="304"/>
            <p14:sldId id="267"/>
            <p14:sldId id="310"/>
            <p14:sldId id="311"/>
            <p14:sldId id="300"/>
            <p14:sldId id="275"/>
            <p14:sldId id="287"/>
            <p14:sldId id="308"/>
            <p14:sldId id="269"/>
            <p14:sldId id="302"/>
            <p14:sldId id="270"/>
            <p14:sldId id="284"/>
            <p14:sldId id="281"/>
            <p14:sldId id="288"/>
            <p14:sldId id="271"/>
            <p14:sldId id="272"/>
            <p14:sldId id="264"/>
            <p14:sldId id="278"/>
            <p14:sldId id="265"/>
          </p14:sldIdLst>
        </p14:section>
        <p14:section name="Культура" id="{3F882896-D9AF-4F6F-8734-09DAAE547D30}">
          <p14:sldIdLst>
            <p14:sldId id="261"/>
            <p14:sldId id="262"/>
            <p14:sldId id="266"/>
            <p14:sldId id="279"/>
            <p14:sldId id="297"/>
            <p14:sldId id="309"/>
            <p14:sldId id="292"/>
            <p14:sldId id="296"/>
            <p14:sldId id="294"/>
            <p14:sldId id="299"/>
            <p14:sldId id="303"/>
            <p14:sldId id="289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6B7DE9-E9B4-4CB0-9D17-B191C81B40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EE5E2D1-7391-4F8D-938A-7EB20EEC51D9}">
      <dgm:prSet/>
      <dgm:spPr/>
      <dgm:t>
        <a:bodyPr/>
        <a:lstStyle/>
        <a:p>
          <a:r>
            <a:rPr lang="uk-UA" b="0" i="0"/>
            <a:t>Радянська модернізація (1929–1938)</a:t>
          </a:r>
          <a:endParaRPr lang="uk-UA"/>
        </a:p>
      </dgm:t>
    </dgm:pt>
    <dgm:pt modelId="{98E25982-AD52-4D63-9B40-8D507B0906FB}" type="parTrans" cxnId="{E05A1115-20AE-4F95-B055-58DC87EE9B95}">
      <dgm:prSet/>
      <dgm:spPr/>
      <dgm:t>
        <a:bodyPr/>
        <a:lstStyle/>
        <a:p>
          <a:endParaRPr lang="uk-UA"/>
        </a:p>
      </dgm:t>
    </dgm:pt>
    <dgm:pt modelId="{E71BBF1E-E430-4EB8-B9E0-C67B1E331055}" type="sibTrans" cxnId="{E05A1115-20AE-4F95-B055-58DC87EE9B95}">
      <dgm:prSet/>
      <dgm:spPr/>
      <dgm:t>
        <a:bodyPr/>
        <a:lstStyle/>
        <a:p>
          <a:endParaRPr lang="uk-UA"/>
        </a:p>
      </dgm:t>
    </dgm:pt>
    <dgm:pt modelId="{F2C57623-BE9B-464D-A536-0473FF26DAD3}">
      <dgm:prSet/>
      <dgm:spPr/>
      <dgm:t>
        <a:bodyPr/>
        <a:lstStyle/>
        <a:p>
          <a:r>
            <a:rPr lang="uk-UA" b="0" i="0"/>
            <a:t>Велика Вітчизняна війна (1941–1945)</a:t>
          </a:r>
          <a:endParaRPr lang="uk-UA"/>
        </a:p>
      </dgm:t>
    </dgm:pt>
    <dgm:pt modelId="{F768355B-A603-43C8-AB8A-257CBF9A5E46}" type="parTrans" cxnId="{672698C8-5F2D-4C39-9305-126FCE1C1C4D}">
      <dgm:prSet/>
      <dgm:spPr/>
      <dgm:t>
        <a:bodyPr/>
        <a:lstStyle/>
        <a:p>
          <a:endParaRPr lang="uk-UA"/>
        </a:p>
      </dgm:t>
    </dgm:pt>
    <dgm:pt modelId="{373C4869-9389-4BE3-8BE5-E847AEB71924}" type="sibTrans" cxnId="{672698C8-5F2D-4C39-9305-126FCE1C1C4D}">
      <dgm:prSet/>
      <dgm:spPr/>
      <dgm:t>
        <a:bodyPr/>
        <a:lstStyle/>
        <a:p>
          <a:endParaRPr lang="uk-UA"/>
        </a:p>
      </dgm:t>
    </dgm:pt>
    <dgm:pt modelId="{CEE27CB7-D5BF-4466-94BF-B41107AFA7B0}">
      <dgm:prSet/>
      <dgm:spPr/>
      <dgm:t>
        <a:bodyPr/>
        <a:lstStyle/>
        <a:p>
          <a:r>
            <a:rPr lang="uk-UA" b="0" i="0"/>
            <a:t>Післявоєнна відбудова (1945–початок 1950-х)</a:t>
          </a:r>
          <a:endParaRPr lang="uk-UA"/>
        </a:p>
      </dgm:t>
    </dgm:pt>
    <dgm:pt modelId="{4949461E-6263-4FD1-9005-D8AD5DD9A353}" type="parTrans" cxnId="{83DFACC0-4DF0-40C0-B7F9-07AE2F1AD2FB}">
      <dgm:prSet/>
      <dgm:spPr/>
      <dgm:t>
        <a:bodyPr/>
        <a:lstStyle/>
        <a:p>
          <a:endParaRPr lang="uk-UA"/>
        </a:p>
      </dgm:t>
    </dgm:pt>
    <dgm:pt modelId="{9E08C02D-667F-4C96-8EB9-16F4F1D0ACE4}" type="sibTrans" cxnId="{83DFACC0-4DF0-40C0-B7F9-07AE2F1AD2FB}">
      <dgm:prSet/>
      <dgm:spPr/>
      <dgm:t>
        <a:bodyPr/>
        <a:lstStyle/>
        <a:p>
          <a:endParaRPr lang="uk-UA"/>
        </a:p>
      </dgm:t>
    </dgm:pt>
    <dgm:pt modelId="{6FC56778-3B03-4CAA-A356-1B29A77732A8}">
      <dgm:prSet/>
      <dgm:spPr/>
      <dgm:t>
        <a:bodyPr/>
        <a:lstStyle/>
        <a:p>
          <a:r>
            <a:rPr lang="uk-UA" b="0" i="0"/>
            <a:t>Десталінізація (1953–1964)</a:t>
          </a:r>
          <a:endParaRPr lang="uk-UA"/>
        </a:p>
      </dgm:t>
    </dgm:pt>
    <dgm:pt modelId="{20A18005-F76A-4970-B61A-0AA42E6298D2}" type="parTrans" cxnId="{8304140E-53E1-4CC2-AD1A-DB8B4D843144}">
      <dgm:prSet/>
      <dgm:spPr/>
      <dgm:t>
        <a:bodyPr/>
        <a:lstStyle/>
        <a:p>
          <a:endParaRPr lang="uk-UA"/>
        </a:p>
      </dgm:t>
    </dgm:pt>
    <dgm:pt modelId="{89ED25A1-11AA-41E1-A824-FCBDDC162FBF}" type="sibTrans" cxnId="{8304140E-53E1-4CC2-AD1A-DB8B4D843144}">
      <dgm:prSet/>
      <dgm:spPr/>
      <dgm:t>
        <a:bodyPr/>
        <a:lstStyle/>
        <a:p>
          <a:endParaRPr lang="uk-UA"/>
        </a:p>
      </dgm:t>
    </dgm:pt>
    <dgm:pt modelId="{7B4E541C-ED79-4C22-894C-68C0C446DAB0}" type="pres">
      <dgm:prSet presAssocID="{B16B7DE9-E9B4-4CB0-9D17-B191C81B40AC}" presName="linear" presStyleCnt="0">
        <dgm:presLayoutVars>
          <dgm:animLvl val="lvl"/>
          <dgm:resizeHandles val="exact"/>
        </dgm:presLayoutVars>
      </dgm:prSet>
      <dgm:spPr/>
    </dgm:pt>
    <dgm:pt modelId="{16A19BF3-34BC-4ED5-A4B0-001ADBFBDEE4}" type="pres">
      <dgm:prSet presAssocID="{CEE5E2D1-7391-4F8D-938A-7EB20EEC51D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2D8970-83A2-4340-88DC-6FA6DE67110B}" type="pres">
      <dgm:prSet presAssocID="{E71BBF1E-E430-4EB8-B9E0-C67B1E331055}" presName="spacer" presStyleCnt="0"/>
      <dgm:spPr/>
    </dgm:pt>
    <dgm:pt modelId="{0A85EDD8-5BC5-4342-8CF6-2FC521FA5125}" type="pres">
      <dgm:prSet presAssocID="{F2C57623-BE9B-464D-A536-0473FF26DAD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A0BBA8-E825-4685-AB46-FCB292D3D40B}" type="pres">
      <dgm:prSet presAssocID="{373C4869-9389-4BE3-8BE5-E847AEB71924}" presName="spacer" presStyleCnt="0"/>
      <dgm:spPr/>
    </dgm:pt>
    <dgm:pt modelId="{B788B28D-9AE2-4FEB-A134-F64A782164F5}" type="pres">
      <dgm:prSet presAssocID="{CEE27CB7-D5BF-4466-94BF-B41107AFA7B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06D7138-09BD-4E74-89AC-2244818F1B1C}" type="pres">
      <dgm:prSet presAssocID="{9E08C02D-667F-4C96-8EB9-16F4F1D0ACE4}" presName="spacer" presStyleCnt="0"/>
      <dgm:spPr/>
    </dgm:pt>
    <dgm:pt modelId="{71779440-2BB0-4A56-B857-A9C53E539C68}" type="pres">
      <dgm:prSet presAssocID="{6FC56778-3B03-4CAA-A356-1B29A77732A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1190F05-AF4C-471F-8E0B-7D346DB8DA56}" type="presOf" srcId="{6FC56778-3B03-4CAA-A356-1B29A77732A8}" destId="{71779440-2BB0-4A56-B857-A9C53E539C68}" srcOrd="0" destOrd="0" presId="urn:microsoft.com/office/officeart/2005/8/layout/vList2"/>
    <dgm:cxn modelId="{8304140E-53E1-4CC2-AD1A-DB8B4D843144}" srcId="{B16B7DE9-E9B4-4CB0-9D17-B191C81B40AC}" destId="{6FC56778-3B03-4CAA-A356-1B29A77732A8}" srcOrd="3" destOrd="0" parTransId="{20A18005-F76A-4970-B61A-0AA42E6298D2}" sibTransId="{89ED25A1-11AA-41E1-A824-FCBDDC162FBF}"/>
    <dgm:cxn modelId="{2540D411-6445-4227-8496-BEABC8860804}" type="presOf" srcId="{CEE5E2D1-7391-4F8D-938A-7EB20EEC51D9}" destId="{16A19BF3-34BC-4ED5-A4B0-001ADBFBDEE4}" srcOrd="0" destOrd="0" presId="urn:microsoft.com/office/officeart/2005/8/layout/vList2"/>
    <dgm:cxn modelId="{E05A1115-20AE-4F95-B055-58DC87EE9B95}" srcId="{B16B7DE9-E9B4-4CB0-9D17-B191C81B40AC}" destId="{CEE5E2D1-7391-4F8D-938A-7EB20EEC51D9}" srcOrd="0" destOrd="0" parTransId="{98E25982-AD52-4D63-9B40-8D507B0906FB}" sibTransId="{E71BBF1E-E430-4EB8-B9E0-C67B1E331055}"/>
    <dgm:cxn modelId="{81A24D49-FA88-4CB4-A816-676DD22E6BF6}" type="presOf" srcId="{F2C57623-BE9B-464D-A536-0473FF26DAD3}" destId="{0A85EDD8-5BC5-4342-8CF6-2FC521FA5125}" srcOrd="0" destOrd="0" presId="urn:microsoft.com/office/officeart/2005/8/layout/vList2"/>
    <dgm:cxn modelId="{7D95BF95-0E3F-4453-BB87-CD74C34F74F4}" type="presOf" srcId="{CEE27CB7-D5BF-4466-94BF-B41107AFA7B0}" destId="{B788B28D-9AE2-4FEB-A134-F64A782164F5}" srcOrd="0" destOrd="0" presId="urn:microsoft.com/office/officeart/2005/8/layout/vList2"/>
    <dgm:cxn modelId="{83DFACC0-4DF0-40C0-B7F9-07AE2F1AD2FB}" srcId="{B16B7DE9-E9B4-4CB0-9D17-B191C81B40AC}" destId="{CEE27CB7-D5BF-4466-94BF-B41107AFA7B0}" srcOrd="2" destOrd="0" parTransId="{4949461E-6263-4FD1-9005-D8AD5DD9A353}" sibTransId="{9E08C02D-667F-4C96-8EB9-16F4F1D0ACE4}"/>
    <dgm:cxn modelId="{672698C8-5F2D-4C39-9305-126FCE1C1C4D}" srcId="{B16B7DE9-E9B4-4CB0-9D17-B191C81B40AC}" destId="{F2C57623-BE9B-464D-A536-0473FF26DAD3}" srcOrd="1" destOrd="0" parTransId="{F768355B-A603-43C8-AB8A-257CBF9A5E46}" sibTransId="{373C4869-9389-4BE3-8BE5-E847AEB71924}"/>
    <dgm:cxn modelId="{68BCD6D6-1BA8-4E52-A588-A784A1808B82}" type="presOf" srcId="{B16B7DE9-E9B4-4CB0-9D17-B191C81B40AC}" destId="{7B4E541C-ED79-4C22-894C-68C0C446DAB0}" srcOrd="0" destOrd="0" presId="urn:microsoft.com/office/officeart/2005/8/layout/vList2"/>
    <dgm:cxn modelId="{EF8ACAB3-C3D4-47D8-A471-1C30A789DC65}" type="presParOf" srcId="{7B4E541C-ED79-4C22-894C-68C0C446DAB0}" destId="{16A19BF3-34BC-4ED5-A4B0-001ADBFBDEE4}" srcOrd="0" destOrd="0" presId="urn:microsoft.com/office/officeart/2005/8/layout/vList2"/>
    <dgm:cxn modelId="{4C0C026A-AC5F-42D3-8212-6EC36BD73B7C}" type="presParOf" srcId="{7B4E541C-ED79-4C22-894C-68C0C446DAB0}" destId="{152D8970-83A2-4340-88DC-6FA6DE67110B}" srcOrd="1" destOrd="0" presId="urn:microsoft.com/office/officeart/2005/8/layout/vList2"/>
    <dgm:cxn modelId="{DACDC989-5EE2-4C1F-B3A4-E902053426BF}" type="presParOf" srcId="{7B4E541C-ED79-4C22-894C-68C0C446DAB0}" destId="{0A85EDD8-5BC5-4342-8CF6-2FC521FA5125}" srcOrd="2" destOrd="0" presId="urn:microsoft.com/office/officeart/2005/8/layout/vList2"/>
    <dgm:cxn modelId="{12FB395B-0617-494D-8BFD-70EE9EFBC66D}" type="presParOf" srcId="{7B4E541C-ED79-4C22-894C-68C0C446DAB0}" destId="{9AA0BBA8-E825-4685-AB46-FCB292D3D40B}" srcOrd="3" destOrd="0" presId="urn:microsoft.com/office/officeart/2005/8/layout/vList2"/>
    <dgm:cxn modelId="{531880BD-1243-40E2-90B2-C120185A7169}" type="presParOf" srcId="{7B4E541C-ED79-4C22-894C-68C0C446DAB0}" destId="{B788B28D-9AE2-4FEB-A134-F64A782164F5}" srcOrd="4" destOrd="0" presId="urn:microsoft.com/office/officeart/2005/8/layout/vList2"/>
    <dgm:cxn modelId="{CB7F435C-65DB-413B-9CED-AE665B465BC2}" type="presParOf" srcId="{7B4E541C-ED79-4C22-894C-68C0C446DAB0}" destId="{A06D7138-09BD-4E74-89AC-2244818F1B1C}" srcOrd="5" destOrd="0" presId="urn:microsoft.com/office/officeart/2005/8/layout/vList2"/>
    <dgm:cxn modelId="{6D7307DF-135F-4B16-ACEF-5A924CF467DB}" type="presParOf" srcId="{7B4E541C-ED79-4C22-894C-68C0C446DAB0}" destId="{71779440-2BB0-4A56-B857-A9C53E539C6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27D829-ED43-4F9D-B076-27452D396D9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C22876A-3091-4CA0-BAD6-CDF47EA20304}">
      <dgm:prSet/>
      <dgm:spPr/>
      <dgm:t>
        <a:bodyPr/>
        <a:lstStyle/>
        <a:p>
          <a:r>
            <a:rPr lang="uk-UA" b="0" i="0"/>
            <a:t>Реформа, раднаргоспи, культ особи, демократизація, реабілітація, «шістдесятники».</a:t>
          </a:r>
          <a:endParaRPr lang="uk-UA"/>
        </a:p>
      </dgm:t>
    </dgm:pt>
    <dgm:pt modelId="{05BF3BD8-8051-4BAD-8C20-93137B4E292E}" type="parTrans" cxnId="{1B279D7B-F923-46F7-B7AF-8C3402CD0BFB}">
      <dgm:prSet/>
      <dgm:spPr/>
      <dgm:t>
        <a:bodyPr/>
        <a:lstStyle/>
        <a:p>
          <a:endParaRPr lang="uk-UA"/>
        </a:p>
      </dgm:t>
    </dgm:pt>
    <dgm:pt modelId="{CA922772-8AFC-43AD-87C2-98C0BC488409}" type="sibTrans" cxnId="{1B279D7B-F923-46F7-B7AF-8C3402CD0BFB}">
      <dgm:prSet/>
      <dgm:spPr/>
      <dgm:t>
        <a:bodyPr/>
        <a:lstStyle/>
        <a:p>
          <a:endParaRPr lang="uk-UA"/>
        </a:p>
      </dgm:t>
    </dgm:pt>
    <dgm:pt modelId="{B59AC3A1-C611-4369-9080-16B0E6CE2DE8}">
      <dgm:prSet/>
      <dgm:spPr/>
      <dgm:t>
        <a:bodyPr/>
        <a:lstStyle/>
        <a:p>
          <a:r>
            <a:rPr lang="uk-UA" b="0" i="0"/>
            <a:t>Холодна війна, голод, «ждановщина», радянізація, «безрідний космополітизм», операція «Вісла».</a:t>
          </a:r>
          <a:endParaRPr lang="uk-UA"/>
        </a:p>
      </dgm:t>
    </dgm:pt>
    <dgm:pt modelId="{8079230B-74CD-4460-B0F7-8470ED66D2FD}" type="parTrans" cxnId="{F2784E48-1CFD-49E6-991C-5A866CA827E1}">
      <dgm:prSet/>
      <dgm:spPr/>
      <dgm:t>
        <a:bodyPr/>
        <a:lstStyle/>
        <a:p>
          <a:endParaRPr lang="uk-UA"/>
        </a:p>
      </dgm:t>
    </dgm:pt>
    <dgm:pt modelId="{5092CC93-4E5B-4C58-BFDC-6B068B44B0F8}" type="sibTrans" cxnId="{F2784E48-1CFD-49E6-991C-5A866CA827E1}">
      <dgm:prSet/>
      <dgm:spPr/>
      <dgm:t>
        <a:bodyPr/>
        <a:lstStyle/>
        <a:p>
          <a:endParaRPr lang="uk-UA"/>
        </a:p>
      </dgm:t>
    </dgm:pt>
    <dgm:pt modelId="{871503C1-3AF3-4833-B7C0-25A212A4CC86}">
      <dgm:prSet/>
      <dgm:spPr/>
      <dgm:t>
        <a:bodyPr/>
        <a:lstStyle/>
        <a:p>
          <a:r>
            <a:rPr lang="uk-UA" b="0" i="0"/>
            <a:t>П’ятирічка, колективізація, «закон про п’ять колосків», Голодомор, масові репресії, «розстріляне відродження».</a:t>
          </a:r>
          <a:endParaRPr lang="uk-UA"/>
        </a:p>
      </dgm:t>
    </dgm:pt>
    <dgm:pt modelId="{213C1B1B-3D80-4622-948D-72CBE9DB8789}" type="parTrans" cxnId="{F5A6C4D4-AC50-4D98-8337-FEBD58B89B55}">
      <dgm:prSet/>
      <dgm:spPr/>
      <dgm:t>
        <a:bodyPr/>
        <a:lstStyle/>
        <a:p>
          <a:endParaRPr lang="uk-UA"/>
        </a:p>
      </dgm:t>
    </dgm:pt>
    <dgm:pt modelId="{B97D0C71-F30F-493C-99B0-58953912CBF5}" type="sibTrans" cxnId="{F5A6C4D4-AC50-4D98-8337-FEBD58B89B55}">
      <dgm:prSet/>
      <dgm:spPr/>
      <dgm:t>
        <a:bodyPr/>
        <a:lstStyle/>
        <a:p>
          <a:endParaRPr lang="uk-UA"/>
        </a:p>
      </dgm:t>
    </dgm:pt>
    <dgm:pt modelId="{0ADA4DE1-9B61-463D-9BD7-719C3D3D5FFD}">
      <dgm:prSet/>
      <dgm:spPr/>
      <dgm:t>
        <a:bodyPr/>
        <a:lstStyle/>
        <a:p>
          <a:r>
            <a:rPr lang="uk-UA" b="0" i="0"/>
            <a:t>«Розвинутий соціалізм», номенклатура, дефіцит, правозахисники, «самвидав», неосталінізм.</a:t>
          </a:r>
          <a:endParaRPr lang="uk-UA"/>
        </a:p>
      </dgm:t>
    </dgm:pt>
    <dgm:pt modelId="{10E2D68F-B66D-4866-8E8F-173749312FE7}" type="parTrans" cxnId="{BDE6C62D-DB42-466C-8F7C-25FA07549839}">
      <dgm:prSet/>
      <dgm:spPr/>
      <dgm:t>
        <a:bodyPr/>
        <a:lstStyle/>
        <a:p>
          <a:endParaRPr lang="uk-UA"/>
        </a:p>
      </dgm:t>
    </dgm:pt>
    <dgm:pt modelId="{8DCE7CEA-6CF2-4394-B968-4500CA8855D2}" type="sibTrans" cxnId="{BDE6C62D-DB42-466C-8F7C-25FA07549839}">
      <dgm:prSet/>
      <dgm:spPr/>
      <dgm:t>
        <a:bodyPr/>
        <a:lstStyle/>
        <a:p>
          <a:endParaRPr lang="uk-UA"/>
        </a:p>
      </dgm:t>
    </dgm:pt>
    <dgm:pt modelId="{C9E1CCEA-8074-41B0-959B-E716EF108566}">
      <dgm:prSet/>
      <dgm:spPr/>
      <dgm:t>
        <a:bodyPr/>
        <a:lstStyle/>
        <a:p>
          <a:r>
            <a:rPr lang="uk-UA" b="0" i="0"/>
            <a:t>Мобілізація, евакуація, Голокост, «новий порядок», рух Опору, депортація.</a:t>
          </a:r>
          <a:endParaRPr lang="uk-UA"/>
        </a:p>
      </dgm:t>
    </dgm:pt>
    <dgm:pt modelId="{5C082EFF-812C-4941-AA06-EB6B4058E1C5}" type="parTrans" cxnId="{B62D88D4-45A7-4D0D-8A8C-5A59A5C9128C}">
      <dgm:prSet/>
      <dgm:spPr/>
      <dgm:t>
        <a:bodyPr/>
        <a:lstStyle/>
        <a:p>
          <a:endParaRPr lang="uk-UA"/>
        </a:p>
      </dgm:t>
    </dgm:pt>
    <dgm:pt modelId="{D276C9F9-ACEA-411F-BA85-95C333A422A1}" type="sibTrans" cxnId="{B62D88D4-45A7-4D0D-8A8C-5A59A5C9128C}">
      <dgm:prSet/>
      <dgm:spPr/>
      <dgm:t>
        <a:bodyPr/>
        <a:lstStyle/>
        <a:p>
          <a:endParaRPr lang="uk-UA"/>
        </a:p>
      </dgm:t>
    </dgm:pt>
    <dgm:pt modelId="{D026B80A-73AC-4F40-A4CC-48E939C8DB69}" type="pres">
      <dgm:prSet presAssocID="{E627D829-ED43-4F9D-B076-27452D396D9C}" presName="vert0" presStyleCnt="0">
        <dgm:presLayoutVars>
          <dgm:dir/>
          <dgm:animOne val="branch"/>
          <dgm:animLvl val="lvl"/>
        </dgm:presLayoutVars>
      </dgm:prSet>
      <dgm:spPr/>
    </dgm:pt>
    <dgm:pt modelId="{B64B9979-D9F4-44F5-A930-C466EF155936}" type="pres">
      <dgm:prSet presAssocID="{9C22876A-3091-4CA0-BAD6-CDF47EA20304}" presName="thickLine" presStyleLbl="alignNode1" presStyleIdx="0" presStyleCnt="5"/>
      <dgm:spPr/>
    </dgm:pt>
    <dgm:pt modelId="{06563ED1-35D8-4C86-B331-62C518A5507F}" type="pres">
      <dgm:prSet presAssocID="{9C22876A-3091-4CA0-BAD6-CDF47EA20304}" presName="horz1" presStyleCnt="0"/>
      <dgm:spPr/>
    </dgm:pt>
    <dgm:pt modelId="{6F0F42A3-4E86-45EE-AAFA-B43669A16590}" type="pres">
      <dgm:prSet presAssocID="{9C22876A-3091-4CA0-BAD6-CDF47EA20304}" presName="tx1" presStyleLbl="revTx" presStyleIdx="0" presStyleCnt="5"/>
      <dgm:spPr/>
    </dgm:pt>
    <dgm:pt modelId="{786C0E1B-41D1-46FB-A019-301B74E2EF0C}" type="pres">
      <dgm:prSet presAssocID="{9C22876A-3091-4CA0-BAD6-CDF47EA20304}" presName="vert1" presStyleCnt="0"/>
      <dgm:spPr/>
    </dgm:pt>
    <dgm:pt modelId="{79F98A35-8213-4444-968C-CC14E8BABADE}" type="pres">
      <dgm:prSet presAssocID="{B59AC3A1-C611-4369-9080-16B0E6CE2DE8}" presName="thickLine" presStyleLbl="alignNode1" presStyleIdx="1" presStyleCnt="5"/>
      <dgm:spPr/>
    </dgm:pt>
    <dgm:pt modelId="{0AECAA2D-94AF-4B72-AE4F-8927B48B6588}" type="pres">
      <dgm:prSet presAssocID="{B59AC3A1-C611-4369-9080-16B0E6CE2DE8}" presName="horz1" presStyleCnt="0"/>
      <dgm:spPr/>
    </dgm:pt>
    <dgm:pt modelId="{135F0B20-07D1-4C95-B419-59C33087BE2F}" type="pres">
      <dgm:prSet presAssocID="{B59AC3A1-C611-4369-9080-16B0E6CE2DE8}" presName="tx1" presStyleLbl="revTx" presStyleIdx="1" presStyleCnt="5"/>
      <dgm:spPr/>
    </dgm:pt>
    <dgm:pt modelId="{B8D8C74E-4C10-4AF8-A6D6-03979193344D}" type="pres">
      <dgm:prSet presAssocID="{B59AC3A1-C611-4369-9080-16B0E6CE2DE8}" presName="vert1" presStyleCnt="0"/>
      <dgm:spPr/>
    </dgm:pt>
    <dgm:pt modelId="{211C3244-E9A4-4CDC-AE5E-2ACD5210A62A}" type="pres">
      <dgm:prSet presAssocID="{871503C1-3AF3-4833-B7C0-25A212A4CC86}" presName="thickLine" presStyleLbl="alignNode1" presStyleIdx="2" presStyleCnt="5"/>
      <dgm:spPr/>
    </dgm:pt>
    <dgm:pt modelId="{92552F10-8348-4AAF-A168-074729DE507A}" type="pres">
      <dgm:prSet presAssocID="{871503C1-3AF3-4833-B7C0-25A212A4CC86}" presName="horz1" presStyleCnt="0"/>
      <dgm:spPr/>
    </dgm:pt>
    <dgm:pt modelId="{AB992487-E45E-45F5-97DA-E598C7CF3F91}" type="pres">
      <dgm:prSet presAssocID="{871503C1-3AF3-4833-B7C0-25A212A4CC86}" presName="tx1" presStyleLbl="revTx" presStyleIdx="2" presStyleCnt="5"/>
      <dgm:spPr/>
    </dgm:pt>
    <dgm:pt modelId="{6D7B9F0D-B931-44A0-9C74-2467750A2496}" type="pres">
      <dgm:prSet presAssocID="{871503C1-3AF3-4833-B7C0-25A212A4CC86}" presName="vert1" presStyleCnt="0"/>
      <dgm:spPr/>
    </dgm:pt>
    <dgm:pt modelId="{FF5D6E1B-8F00-41C3-AE4E-E1E9C52ED499}" type="pres">
      <dgm:prSet presAssocID="{0ADA4DE1-9B61-463D-9BD7-719C3D3D5FFD}" presName="thickLine" presStyleLbl="alignNode1" presStyleIdx="3" presStyleCnt="5"/>
      <dgm:spPr/>
    </dgm:pt>
    <dgm:pt modelId="{4D3DFC4F-CA6A-4EBF-8E48-5986AF393D79}" type="pres">
      <dgm:prSet presAssocID="{0ADA4DE1-9B61-463D-9BD7-719C3D3D5FFD}" presName="horz1" presStyleCnt="0"/>
      <dgm:spPr/>
    </dgm:pt>
    <dgm:pt modelId="{189CC998-1ACB-4919-89FF-19D3B3D0AEDA}" type="pres">
      <dgm:prSet presAssocID="{0ADA4DE1-9B61-463D-9BD7-719C3D3D5FFD}" presName="tx1" presStyleLbl="revTx" presStyleIdx="3" presStyleCnt="5"/>
      <dgm:spPr/>
    </dgm:pt>
    <dgm:pt modelId="{4F918767-4686-422B-97B3-160D73141EF9}" type="pres">
      <dgm:prSet presAssocID="{0ADA4DE1-9B61-463D-9BD7-719C3D3D5FFD}" presName="vert1" presStyleCnt="0"/>
      <dgm:spPr/>
    </dgm:pt>
    <dgm:pt modelId="{F52170A4-2E00-44BD-91D7-3E0D4D17BD05}" type="pres">
      <dgm:prSet presAssocID="{C9E1CCEA-8074-41B0-959B-E716EF108566}" presName="thickLine" presStyleLbl="alignNode1" presStyleIdx="4" presStyleCnt="5"/>
      <dgm:spPr/>
    </dgm:pt>
    <dgm:pt modelId="{6B15D846-4572-4EF0-96B4-CE9770C188FC}" type="pres">
      <dgm:prSet presAssocID="{C9E1CCEA-8074-41B0-959B-E716EF108566}" presName="horz1" presStyleCnt="0"/>
      <dgm:spPr/>
    </dgm:pt>
    <dgm:pt modelId="{21568125-CA3D-44D2-86B5-B102ADA2EFC2}" type="pres">
      <dgm:prSet presAssocID="{C9E1CCEA-8074-41B0-959B-E716EF108566}" presName="tx1" presStyleLbl="revTx" presStyleIdx="4" presStyleCnt="5"/>
      <dgm:spPr/>
    </dgm:pt>
    <dgm:pt modelId="{D47F1182-7ECF-474F-B2FF-123A0200B207}" type="pres">
      <dgm:prSet presAssocID="{C9E1CCEA-8074-41B0-959B-E716EF108566}" presName="vert1" presStyleCnt="0"/>
      <dgm:spPr/>
    </dgm:pt>
  </dgm:ptLst>
  <dgm:cxnLst>
    <dgm:cxn modelId="{4EA69310-6874-4030-B755-6C50EC1B8D61}" type="presOf" srcId="{C9E1CCEA-8074-41B0-959B-E716EF108566}" destId="{21568125-CA3D-44D2-86B5-B102ADA2EFC2}" srcOrd="0" destOrd="0" presId="urn:microsoft.com/office/officeart/2008/layout/LinedList"/>
    <dgm:cxn modelId="{BDE6C62D-DB42-466C-8F7C-25FA07549839}" srcId="{E627D829-ED43-4F9D-B076-27452D396D9C}" destId="{0ADA4DE1-9B61-463D-9BD7-719C3D3D5FFD}" srcOrd="3" destOrd="0" parTransId="{10E2D68F-B66D-4866-8E8F-173749312FE7}" sibTransId="{8DCE7CEA-6CF2-4394-B968-4500CA8855D2}"/>
    <dgm:cxn modelId="{F2784E48-1CFD-49E6-991C-5A866CA827E1}" srcId="{E627D829-ED43-4F9D-B076-27452D396D9C}" destId="{B59AC3A1-C611-4369-9080-16B0E6CE2DE8}" srcOrd="1" destOrd="0" parTransId="{8079230B-74CD-4460-B0F7-8470ED66D2FD}" sibTransId="{5092CC93-4E5B-4C58-BFDC-6B068B44B0F8}"/>
    <dgm:cxn modelId="{A20CA869-8255-4285-88E6-453F05D54449}" type="presOf" srcId="{B59AC3A1-C611-4369-9080-16B0E6CE2DE8}" destId="{135F0B20-07D1-4C95-B419-59C33087BE2F}" srcOrd="0" destOrd="0" presId="urn:microsoft.com/office/officeart/2008/layout/LinedList"/>
    <dgm:cxn modelId="{F34F8C50-37D5-43D1-A26E-07453247E2F3}" type="presOf" srcId="{0ADA4DE1-9B61-463D-9BD7-719C3D3D5FFD}" destId="{189CC998-1ACB-4919-89FF-19D3B3D0AEDA}" srcOrd="0" destOrd="0" presId="urn:microsoft.com/office/officeart/2008/layout/LinedList"/>
    <dgm:cxn modelId="{2F9A5375-99A7-4EB5-8FCA-1AAB7F9D79BE}" type="presOf" srcId="{E627D829-ED43-4F9D-B076-27452D396D9C}" destId="{D026B80A-73AC-4F40-A4CC-48E939C8DB69}" srcOrd="0" destOrd="0" presId="urn:microsoft.com/office/officeart/2008/layout/LinedList"/>
    <dgm:cxn modelId="{1B279D7B-F923-46F7-B7AF-8C3402CD0BFB}" srcId="{E627D829-ED43-4F9D-B076-27452D396D9C}" destId="{9C22876A-3091-4CA0-BAD6-CDF47EA20304}" srcOrd="0" destOrd="0" parTransId="{05BF3BD8-8051-4BAD-8C20-93137B4E292E}" sibTransId="{CA922772-8AFC-43AD-87C2-98C0BC488409}"/>
    <dgm:cxn modelId="{43FDBA89-076D-4632-9972-6753958B9906}" type="presOf" srcId="{9C22876A-3091-4CA0-BAD6-CDF47EA20304}" destId="{6F0F42A3-4E86-45EE-AAFA-B43669A16590}" srcOrd="0" destOrd="0" presId="urn:microsoft.com/office/officeart/2008/layout/LinedList"/>
    <dgm:cxn modelId="{507F8E95-B431-4BE3-9AA8-3B7F8605ECD3}" type="presOf" srcId="{871503C1-3AF3-4833-B7C0-25A212A4CC86}" destId="{AB992487-E45E-45F5-97DA-E598C7CF3F91}" srcOrd="0" destOrd="0" presId="urn:microsoft.com/office/officeart/2008/layout/LinedList"/>
    <dgm:cxn modelId="{B62D88D4-45A7-4D0D-8A8C-5A59A5C9128C}" srcId="{E627D829-ED43-4F9D-B076-27452D396D9C}" destId="{C9E1CCEA-8074-41B0-959B-E716EF108566}" srcOrd="4" destOrd="0" parTransId="{5C082EFF-812C-4941-AA06-EB6B4058E1C5}" sibTransId="{D276C9F9-ACEA-411F-BA85-95C333A422A1}"/>
    <dgm:cxn modelId="{F5A6C4D4-AC50-4D98-8337-FEBD58B89B55}" srcId="{E627D829-ED43-4F9D-B076-27452D396D9C}" destId="{871503C1-3AF3-4833-B7C0-25A212A4CC86}" srcOrd="2" destOrd="0" parTransId="{213C1B1B-3D80-4622-948D-72CBE9DB8789}" sibTransId="{B97D0C71-F30F-493C-99B0-58953912CBF5}"/>
    <dgm:cxn modelId="{2F79850C-BCF6-42EA-B34D-A59E48AFACC6}" type="presParOf" srcId="{D026B80A-73AC-4F40-A4CC-48E939C8DB69}" destId="{B64B9979-D9F4-44F5-A930-C466EF155936}" srcOrd="0" destOrd="0" presId="urn:microsoft.com/office/officeart/2008/layout/LinedList"/>
    <dgm:cxn modelId="{59F447C6-6F5E-4D43-87CB-BAC60F764315}" type="presParOf" srcId="{D026B80A-73AC-4F40-A4CC-48E939C8DB69}" destId="{06563ED1-35D8-4C86-B331-62C518A5507F}" srcOrd="1" destOrd="0" presId="urn:microsoft.com/office/officeart/2008/layout/LinedList"/>
    <dgm:cxn modelId="{FBF1BCAC-79FB-4866-B604-8AC5693AFDBE}" type="presParOf" srcId="{06563ED1-35D8-4C86-B331-62C518A5507F}" destId="{6F0F42A3-4E86-45EE-AAFA-B43669A16590}" srcOrd="0" destOrd="0" presId="urn:microsoft.com/office/officeart/2008/layout/LinedList"/>
    <dgm:cxn modelId="{6E46F7CD-10EA-43CF-A5C4-A3E5704CD9D3}" type="presParOf" srcId="{06563ED1-35D8-4C86-B331-62C518A5507F}" destId="{786C0E1B-41D1-46FB-A019-301B74E2EF0C}" srcOrd="1" destOrd="0" presId="urn:microsoft.com/office/officeart/2008/layout/LinedList"/>
    <dgm:cxn modelId="{54D8DE70-CDBF-45E0-9535-CE201E2BF7BC}" type="presParOf" srcId="{D026B80A-73AC-4F40-A4CC-48E939C8DB69}" destId="{79F98A35-8213-4444-968C-CC14E8BABADE}" srcOrd="2" destOrd="0" presId="urn:microsoft.com/office/officeart/2008/layout/LinedList"/>
    <dgm:cxn modelId="{429D9879-17E2-4599-BAC3-85515995A94E}" type="presParOf" srcId="{D026B80A-73AC-4F40-A4CC-48E939C8DB69}" destId="{0AECAA2D-94AF-4B72-AE4F-8927B48B6588}" srcOrd="3" destOrd="0" presId="urn:microsoft.com/office/officeart/2008/layout/LinedList"/>
    <dgm:cxn modelId="{C02E56A7-2EB9-4B8C-8447-5D4DEA6FE8D3}" type="presParOf" srcId="{0AECAA2D-94AF-4B72-AE4F-8927B48B6588}" destId="{135F0B20-07D1-4C95-B419-59C33087BE2F}" srcOrd="0" destOrd="0" presId="urn:microsoft.com/office/officeart/2008/layout/LinedList"/>
    <dgm:cxn modelId="{FE307A4A-2442-4940-8BFE-41E7C78DEFD8}" type="presParOf" srcId="{0AECAA2D-94AF-4B72-AE4F-8927B48B6588}" destId="{B8D8C74E-4C10-4AF8-A6D6-03979193344D}" srcOrd="1" destOrd="0" presId="urn:microsoft.com/office/officeart/2008/layout/LinedList"/>
    <dgm:cxn modelId="{65391997-2DC7-49B0-8ACB-EBFCFF075BA1}" type="presParOf" srcId="{D026B80A-73AC-4F40-A4CC-48E939C8DB69}" destId="{211C3244-E9A4-4CDC-AE5E-2ACD5210A62A}" srcOrd="4" destOrd="0" presId="urn:microsoft.com/office/officeart/2008/layout/LinedList"/>
    <dgm:cxn modelId="{92E3AD9B-BBC2-4625-AC6D-E31922832C2E}" type="presParOf" srcId="{D026B80A-73AC-4F40-A4CC-48E939C8DB69}" destId="{92552F10-8348-4AAF-A168-074729DE507A}" srcOrd="5" destOrd="0" presId="urn:microsoft.com/office/officeart/2008/layout/LinedList"/>
    <dgm:cxn modelId="{2098B4C5-E37C-4B56-9899-7C1B13C0E463}" type="presParOf" srcId="{92552F10-8348-4AAF-A168-074729DE507A}" destId="{AB992487-E45E-45F5-97DA-E598C7CF3F91}" srcOrd="0" destOrd="0" presId="urn:microsoft.com/office/officeart/2008/layout/LinedList"/>
    <dgm:cxn modelId="{CF77C40F-3CC4-48E5-812F-976028AEBB96}" type="presParOf" srcId="{92552F10-8348-4AAF-A168-074729DE507A}" destId="{6D7B9F0D-B931-44A0-9C74-2467750A2496}" srcOrd="1" destOrd="0" presId="urn:microsoft.com/office/officeart/2008/layout/LinedList"/>
    <dgm:cxn modelId="{E54736D5-669C-42F8-A19A-1258468E9B59}" type="presParOf" srcId="{D026B80A-73AC-4F40-A4CC-48E939C8DB69}" destId="{FF5D6E1B-8F00-41C3-AE4E-E1E9C52ED499}" srcOrd="6" destOrd="0" presId="urn:microsoft.com/office/officeart/2008/layout/LinedList"/>
    <dgm:cxn modelId="{870643EB-3CBB-4794-B609-8C624E81255F}" type="presParOf" srcId="{D026B80A-73AC-4F40-A4CC-48E939C8DB69}" destId="{4D3DFC4F-CA6A-4EBF-8E48-5986AF393D79}" srcOrd="7" destOrd="0" presId="urn:microsoft.com/office/officeart/2008/layout/LinedList"/>
    <dgm:cxn modelId="{F5514187-1B86-4965-926E-DECF288027F2}" type="presParOf" srcId="{4D3DFC4F-CA6A-4EBF-8E48-5986AF393D79}" destId="{189CC998-1ACB-4919-89FF-19D3B3D0AEDA}" srcOrd="0" destOrd="0" presId="urn:microsoft.com/office/officeart/2008/layout/LinedList"/>
    <dgm:cxn modelId="{4A79812A-5F06-4A3D-A593-D2842BD3126B}" type="presParOf" srcId="{4D3DFC4F-CA6A-4EBF-8E48-5986AF393D79}" destId="{4F918767-4686-422B-97B3-160D73141EF9}" srcOrd="1" destOrd="0" presId="urn:microsoft.com/office/officeart/2008/layout/LinedList"/>
    <dgm:cxn modelId="{598E0C5D-515F-4E40-AAD4-F7C5EF390625}" type="presParOf" srcId="{D026B80A-73AC-4F40-A4CC-48E939C8DB69}" destId="{F52170A4-2E00-44BD-91D7-3E0D4D17BD05}" srcOrd="8" destOrd="0" presId="urn:microsoft.com/office/officeart/2008/layout/LinedList"/>
    <dgm:cxn modelId="{4CBB0D87-1D16-4A52-B153-C841DD2D5F83}" type="presParOf" srcId="{D026B80A-73AC-4F40-A4CC-48E939C8DB69}" destId="{6B15D846-4572-4EF0-96B4-CE9770C188FC}" srcOrd="9" destOrd="0" presId="urn:microsoft.com/office/officeart/2008/layout/LinedList"/>
    <dgm:cxn modelId="{55E1CEC9-2B3D-4BD0-95BE-6824AFB3B014}" type="presParOf" srcId="{6B15D846-4572-4EF0-96B4-CE9770C188FC}" destId="{21568125-CA3D-44D2-86B5-B102ADA2EFC2}" srcOrd="0" destOrd="0" presId="urn:microsoft.com/office/officeart/2008/layout/LinedList"/>
    <dgm:cxn modelId="{F0A7121C-DFCD-4DFA-B5DF-62F8E4F3618E}" type="presParOf" srcId="{6B15D846-4572-4EF0-96B4-CE9770C188FC}" destId="{D47F1182-7ECF-474F-B2FF-123A0200B2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1C9CA4-DB44-4EED-B70F-71419475BB1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FF6873F-298C-4238-BF58-E7A20B2A0071}">
      <dgm:prSet/>
      <dgm:spPr/>
      <dgm:t>
        <a:bodyPr/>
        <a:lstStyle/>
        <a:p>
          <a:r>
            <a:rPr lang="uk-UA" b="0" i="0"/>
            <a:t>надання колгоспникам права на пенсію</a:t>
          </a:r>
          <a:endParaRPr lang="uk-UA"/>
        </a:p>
      </dgm:t>
    </dgm:pt>
    <dgm:pt modelId="{E8F3FE4C-574C-4E89-803D-F6CC159C5E9B}" type="parTrans" cxnId="{D2CE0E90-1B97-4C13-AF2E-A1455ECAD2B5}">
      <dgm:prSet/>
      <dgm:spPr/>
      <dgm:t>
        <a:bodyPr/>
        <a:lstStyle/>
        <a:p>
          <a:endParaRPr lang="uk-UA"/>
        </a:p>
      </dgm:t>
    </dgm:pt>
    <dgm:pt modelId="{B5A7DABC-725C-4EFE-B57A-1D105728A4B4}" type="sibTrans" cxnId="{D2CE0E90-1B97-4C13-AF2E-A1455ECAD2B5}">
      <dgm:prSet/>
      <dgm:spPr/>
      <dgm:t>
        <a:bodyPr/>
        <a:lstStyle/>
        <a:p>
          <a:endParaRPr lang="uk-UA"/>
        </a:p>
      </dgm:t>
    </dgm:pt>
    <dgm:pt modelId="{79B36165-BCAA-4D9F-877D-E6FF3AE89B29}">
      <dgm:prSet/>
      <dgm:spPr/>
      <dgm:t>
        <a:bodyPr/>
        <a:lstStyle/>
        <a:p>
          <a:r>
            <a:rPr lang="uk-UA" b="0" i="0"/>
            <a:t>неодноразове зниження цін на продукти харчування</a:t>
          </a:r>
          <a:endParaRPr lang="uk-UA"/>
        </a:p>
      </dgm:t>
    </dgm:pt>
    <dgm:pt modelId="{6663E88C-70CD-4C2C-8440-7B15F8D58565}" type="parTrans" cxnId="{48AF74BC-B55A-461B-8CC9-DB31A558F6D4}">
      <dgm:prSet/>
      <dgm:spPr/>
      <dgm:t>
        <a:bodyPr/>
        <a:lstStyle/>
        <a:p>
          <a:endParaRPr lang="uk-UA"/>
        </a:p>
      </dgm:t>
    </dgm:pt>
    <dgm:pt modelId="{63DB6F1E-12F7-4BA1-A69A-1DAA3C78FBC3}" type="sibTrans" cxnId="{48AF74BC-B55A-461B-8CC9-DB31A558F6D4}">
      <dgm:prSet/>
      <dgm:spPr/>
      <dgm:t>
        <a:bodyPr/>
        <a:lstStyle/>
        <a:p>
          <a:endParaRPr lang="uk-UA"/>
        </a:p>
      </dgm:t>
    </dgm:pt>
    <dgm:pt modelId="{C283B202-916C-453C-A21F-1D20E3E357EA}">
      <dgm:prSet/>
      <dgm:spPr/>
      <dgm:t>
        <a:bodyPr/>
        <a:lstStyle/>
        <a:p>
          <a:r>
            <a:rPr lang="uk-UA" b="0" i="0"/>
            <a:t>проведення масштабного індустріального житлового будівництва</a:t>
          </a:r>
          <a:endParaRPr lang="uk-UA"/>
        </a:p>
      </dgm:t>
    </dgm:pt>
    <dgm:pt modelId="{E31E2F29-4CF7-444F-9E10-5C000C507C3B}" type="parTrans" cxnId="{2AE02B75-6AD5-438D-A4C6-55BB52D4E5D6}">
      <dgm:prSet/>
      <dgm:spPr/>
      <dgm:t>
        <a:bodyPr/>
        <a:lstStyle/>
        <a:p>
          <a:endParaRPr lang="uk-UA"/>
        </a:p>
      </dgm:t>
    </dgm:pt>
    <dgm:pt modelId="{CEFF4C47-C8D6-40FE-9014-C541BD0B8C87}" type="sibTrans" cxnId="{2AE02B75-6AD5-438D-A4C6-55BB52D4E5D6}">
      <dgm:prSet/>
      <dgm:spPr/>
      <dgm:t>
        <a:bodyPr/>
        <a:lstStyle/>
        <a:p>
          <a:endParaRPr lang="uk-UA"/>
        </a:p>
      </dgm:t>
    </dgm:pt>
    <dgm:pt modelId="{57F41E79-FA64-4732-8934-698E47007306}">
      <dgm:prSet/>
      <dgm:spPr/>
      <dgm:t>
        <a:bodyPr/>
        <a:lstStyle/>
        <a:p>
          <a:r>
            <a:rPr lang="uk-UA" b="0" i="0"/>
            <a:t>поширення орендного підряду в селі</a:t>
          </a:r>
          <a:endParaRPr lang="uk-UA"/>
        </a:p>
      </dgm:t>
    </dgm:pt>
    <dgm:pt modelId="{7ACD06B0-7FA7-4B2B-84EF-094D262BA901}" type="parTrans" cxnId="{01BEED44-E08B-4FCD-B7A2-ADDE9E44DE6D}">
      <dgm:prSet/>
      <dgm:spPr/>
      <dgm:t>
        <a:bodyPr/>
        <a:lstStyle/>
        <a:p>
          <a:endParaRPr lang="uk-UA"/>
        </a:p>
      </dgm:t>
    </dgm:pt>
    <dgm:pt modelId="{AF50522F-D84B-4C27-B679-2834092281C7}" type="sibTrans" cxnId="{01BEED44-E08B-4FCD-B7A2-ADDE9E44DE6D}">
      <dgm:prSet/>
      <dgm:spPr/>
      <dgm:t>
        <a:bodyPr/>
        <a:lstStyle/>
        <a:p>
          <a:endParaRPr lang="uk-UA"/>
        </a:p>
      </dgm:t>
    </dgm:pt>
    <dgm:pt modelId="{ECA215F6-B72C-4590-B1E1-B5D025A1D853}">
      <dgm:prSet/>
      <dgm:spPr/>
      <dgm:t>
        <a:bodyPr/>
        <a:lstStyle/>
        <a:p>
          <a:r>
            <a:rPr lang="uk-UA" b="0" i="0"/>
            <a:t>створення раднаргоспів</a:t>
          </a:r>
          <a:endParaRPr lang="uk-UA"/>
        </a:p>
      </dgm:t>
    </dgm:pt>
    <dgm:pt modelId="{55EEAE51-06D3-4AC6-B0C9-2CA69C5DCF4A}" type="parTrans" cxnId="{00F14387-4B8C-41FD-92C0-113CB2A85BA5}">
      <dgm:prSet/>
      <dgm:spPr/>
      <dgm:t>
        <a:bodyPr/>
        <a:lstStyle/>
        <a:p>
          <a:endParaRPr lang="uk-UA"/>
        </a:p>
      </dgm:t>
    </dgm:pt>
    <dgm:pt modelId="{837FB020-51A3-46DA-B1E5-F4F1E714A430}" type="sibTrans" cxnId="{00F14387-4B8C-41FD-92C0-113CB2A85BA5}">
      <dgm:prSet/>
      <dgm:spPr/>
      <dgm:t>
        <a:bodyPr/>
        <a:lstStyle/>
        <a:p>
          <a:endParaRPr lang="uk-UA"/>
        </a:p>
      </dgm:t>
    </dgm:pt>
    <dgm:pt modelId="{B7D5BF0D-417A-4E7B-9266-BE331130714B}">
      <dgm:prSet/>
      <dgm:spPr/>
      <dgm:t>
        <a:bodyPr/>
        <a:lstStyle/>
        <a:p>
          <a:r>
            <a:rPr lang="uk-UA" b="0" i="0"/>
            <a:t>підтримка нових течій у мистецтві</a:t>
          </a:r>
          <a:endParaRPr lang="uk-UA"/>
        </a:p>
      </dgm:t>
    </dgm:pt>
    <dgm:pt modelId="{B4A0B56F-30CC-4AEC-BE56-3F4B67A5BC46}" type="parTrans" cxnId="{6E68E92F-C023-48F5-8FCE-17BBFDAFE292}">
      <dgm:prSet/>
      <dgm:spPr/>
      <dgm:t>
        <a:bodyPr/>
        <a:lstStyle/>
        <a:p>
          <a:endParaRPr lang="uk-UA"/>
        </a:p>
      </dgm:t>
    </dgm:pt>
    <dgm:pt modelId="{19196281-D026-4C86-9059-574DB48A515C}" type="sibTrans" cxnId="{6E68E92F-C023-48F5-8FCE-17BBFDAFE292}">
      <dgm:prSet/>
      <dgm:spPr/>
      <dgm:t>
        <a:bodyPr/>
        <a:lstStyle/>
        <a:p>
          <a:endParaRPr lang="uk-UA"/>
        </a:p>
      </dgm:t>
    </dgm:pt>
    <dgm:pt modelId="{5F05EEFC-7D7D-46F5-9088-A503209A06AF}">
      <dgm:prSet/>
      <dgm:spPr/>
      <dgm:t>
        <a:bodyPr/>
        <a:lstStyle/>
        <a:p>
          <a:r>
            <a:rPr lang="uk-UA" b="0" i="0"/>
            <a:t>дозвіл на підприємницьку діяльність</a:t>
          </a:r>
          <a:endParaRPr lang="uk-UA"/>
        </a:p>
      </dgm:t>
    </dgm:pt>
    <dgm:pt modelId="{E25C4954-AF3C-4747-8F1B-2E3994945B6D}" type="parTrans" cxnId="{37FC7EB5-A8BA-4CCC-B80C-C35BD2806F81}">
      <dgm:prSet/>
      <dgm:spPr/>
      <dgm:t>
        <a:bodyPr/>
        <a:lstStyle/>
        <a:p>
          <a:endParaRPr lang="uk-UA"/>
        </a:p>
      </dgm:t>
    </dgm:pt>
    <dgm:pt modelId="{4A672777-8ACB-4F8B-9095-EF53F9A2BCC4}" type="sibTrans" cxnId="{37FC7EB5-A8BA-4CCC-B80C-C35BD2806F81}">
      <dgm:prSet/>
      <dgm:spPr/>
      <dgm:t>
        <a:bodyPr/>
        <a:lstStyle/>
        <a:p>
          <a:endParaRPr lang="uk-UA"/>
        </a:p>
      </dgm:t>
    </dgm:pt>
    <dgm:pt modelId="{28FE30B4-549C-43FB-89FE-87DB08E253C3}" type="pres">
      <dgm:prSet presAssocID="{EE1C9CA4-DB44-4EED-B70F-71419475BB13}" presName="vert0" presStyleCnt="0">
        <dgm:presLayoutVars>
          <dgm:dir/>
          <dgm:animOne val="branch"/>
          <dgm:animLvl val="lvl"/>
        </dgm:presLayoutVars>
      </dgm:prSet>
      <dgm:spPr/>
    </dgm:pt>
    <dgm:pt modelId="{99A1B833-6AA9-48B0-AFFF-94104DC16B2D}" type="pres">
      <dgm:prSet presAssocID="{7FF6873F-298C-4238-BF58-E7A20B2A0071}" presName="thickLine" presStyleLbl="alignNode1" presStyleIdx="0" presStyleCnt="7"/>
      <dgm:spPr/>
    </dgm:pt>
    <dgm:pt modelId="{2B91AB00-0CC5-4D87-B7C8-919EA5E1005B}" type="pres">
      <dgm:prSet presAssocID="{7FF6873F-298C-4238-BF58-E7A20B2A0071}" presName="horz1" presStyleCnt="0"/>
      <dgm:spPr/>
    </dgm:pt>
    <dgm:pt modelId="{BF24FCC3-143F-483F-AD2F-C7B651F969F1}" type="pres">
      <dgm:prSet presAssocID="{7FF6873F-298C-4238-BF58-E7A20B2A0071}" presName="tx1" presStyleLbl="revTx" presStyleIdx="0" presStyleCnt="7"/>
      <dgm:spPr/>
    </dgm:pt>
    <dgm:pt modelId="{033BC703-BF8C-4AF3-9F7E-0BEA80161E94}" type="pres">
      <dgm:prSet presAssocID="{7FF6873F-298C-4238-BF58-E7A20B2A0071}" presName="vert1" presStyleCnt="0"/>
      <dgm:spPr/>
    </dgm:pt>
    <dgm:pt modelId="{4796A9B7-AAD7-4662-9D93-1E87F29DA3CF}" type="pres">
      <dgm:prSet presAssocID="{79B36165-BCAA-4D9F-877D-E6FF3AE89B29}" presName="thickLine" presStyleLbl="alignNode1" presStyleIdx="1" presStyleCnt="7"/>
      <dgm:spPr/>
    </dgm:pt>
    <dgm:pt modelId="{F1B63C28-4B87-4C44-9A79-33131ABDB754}" type="pres">
      <dgm:prSet presAssocID="{79B36165-BCAA-4D9F-877D-E6FF3AE89B29}" presName="horz1" presStyleCnt="0"/>
      <dgm:spPr/>
    </dgm:pt>
    <dgm:pt modelId="{7A26446D-ECEB-4048-BCBF-C49263A9AAF8}" type="pres">
      <dgm:prSet presAssocID="{79B36165-BCAA-4D9F-877D-E6FF3AE89B29}" presName="tx1" presStyleLbl="revTx" presStyleIdx="1" presStyleCnt="7"/>
      <dgm:spPr/>
    </dgm:pt>
    <dgm:pt modelId="{C3A8C130-1FCC-4FD5-8B73-0F673D247983}" type="pres">
      <dgm:prSet presAssocID="{79B36165-BCAA-4D9F-877D-E6FF3AE89B29}" presName="vert1" presStyleCnt="0"/>
      <dgm:spPr/>
    </dgm:pt>
    <dgm:pt modelId="{F932A0D0-6E92-4E9D-B3EB-F1D42409E262}" type="pres">
      <dgm:prSet presAssocID="{C283B202-916C-453C-A21F-1D20E3E357EA}" presName="thickLine" presStyleLbl="alignNode1" presStyleIdx="2" presStyleCnt="7"/>
      <dgm:spPr/>
    </dgm:pt>
    <dgm:pt modelId="{253165DF-28A3-4F05-A905-068987B593A7}" type="pres">
      <dgm:prSet presAssocID="{C283B202-916C-453C-A21F-1D20E3E357EA}" presName="horz1" presStyleCnt="0"/>
      <dgm:spPr/>
    </dgm:pt>
    <dgm:pt modelId="{87C5C687-7840-4450-B163-3E8F17EF9DC9}" type="pres">
      <dgm:prSet presAssocID="{C283B202-916C-453C-A21F-1D20E3E357EA}" presName="tx1" presStyleLbl="revTx" presStyleIdx="2" presStyleCnt="7"/>
      <dgm:spPr/>
    </dgm:pt>
    <dgm:pt modelId="{759908D2-4F91-4D41-AD08-55933C44177B}" type="pres">
      <dgm:prSet presAssocID="{C283B202-916C-453C-A21F-1D20E3E357EA}" presName="vert1" presStyleCnt="0"/>
      <dgm:spPr/>
    </dgm:pt>
    <dgm:pt modelId="{452EDF9B-3166-4DBC-9272-D18C46DC6FEE}" type="pres">
      <dgm:prSet presAssocID="{57F41E79-FA64-4732-8934-698E47007306}" presName="thickLine" presStyleLbl="alignNode1" presStyleIdx="3" presStyleCnt="7"/>
      <dgm:spPr/>
    </dgm:pt>
    <dgm:pt modelId="{60FC1F3B-72B1-4E7B-9B84-316274957CB4}" type="pres">
      <dgm:prSet presAssocID="{57F41E79-FA64-4732-8934-698E47007306}" presName="horz1" presStyleCnt="0"/>
      <dgm:spPr/>
    </dgm:pt>
    <dgm:pt modelId="{81789E34-AEE0-4B49-8821-58F2554284DF}" type="pres">
      <dgm:prSet presAssocID="{57F41E79-FA64-4732-8934-698E47007306}" presName="tx1" presStyleLbl="revTx" presStyleIdx="3" presStyleCnt="7"/>
      <dgm:spPr/>
    </dgm:pt>
    <dgm:pt modelId="{16802486-386E-4F9D-8DB9-CEDE2068F291}" type="pres">
      <dgm:prSet presAssocID="{57F41E79-FA64-4732-8934-698E47007306}" presName="vert1" presStyleCnt="0"/>
      <dgm:spPr/>
    </dgm:pt>
    <dgm:pt modelId="{ACF45BF2-49AC-4888-9EA5-D6B8548C5C9F}" type="pres">
      <dgm:prSet presAssocID="{ECA215F6-B72C-4590-B1E1-B5D025A1D853}" presName="thickLine" presStyleLbl="alignNode1" presStyleIdx="4" presStyleCnt="7"/>
      <dgm:spPr/>
    </dgm:pt>
    <dgm:pt modelId="{506CE36B-591F-4808-82BE-5EF1D310DE95}" type="pres">
      <dgm:prSet presAssocID="{ECA215F6-B72C-4590-B1E1-B5D025A1D853}" presName="horz1" presStyleCnt="0"/>
      <dgm:spPr/>
    </dgm:pt>
    <dgm:pt modelId="{C7A37E5A-4A76-4B6C-80B4-8E2D6B0271E0}" type="pres">
      <dgm:prSet presAssocID="{ECA215F6-B72C-4590-B1E1-B5D025A1D853}" presName="tx1" presStyleLbl="revTx" presStyleIdx="4" presStyleCnt="7"/>
      <dgm:spPr/>
    </dgm:pt>
    <dgm:pt modelId="{43C8ADD3-40A7-4FAA-B1FC-D310555990C3}" type="pres">
      <dgm:prSet presAssocID="{ECA215F6-B72C-4590-B1E1-B5D025A1D853}" presName="vert1" presStyleCnt="0"/>
      <dgm:spPr/>
    </dgm:pt>
    <dgm:pt modelId="{74E6F506-9F4C-45BB-9270-D211CB438603}" type="pres">
      <dgm:prSet presAssocID="{B7D5BF0D-417A-4E7B-9266-BE331130714B}" presName="thickLine" presStyleLbl="alignNode1" presStyleIdx="5" presStyleCnt="7"/>
      <dgm:spPr/>
    </dgm:pt>
    <dgm:pt modelId="{F46069F8-3844-4ABE-9EDF-71ED10FC662C}" type="pres">
      <dgm:prSet presAssocID="{B7D5BF0D-417A-4E7B-9266-BE331130714B}" presName="horz1" presStyleCnt="0"/>
      <dgm:spPr/>
    </dgm:pt>
    <dgm:pt modelId="{E3DE0C34-20D4-47AE-80C2-6728289756DE}" type="pres">
      <dgm:prSet presAssocID="{B7D5BF0D-417A-4E7B-9266-BE331130714B}" presName="tx1" presStyleLbl="revTx" presStyleIdx="5" presStyleCnt="7"/>
      <dgm:spPr/>
    </dgm:pt>
    <dgm:pt modelId="{136E5747-FBBD-43D5-B4CA-D42D68587DD1}" type="pres">
      <dgm:prSet presAssocID="{B7D5BF0D-417A-4E7B-9266-BE331130714B}" presName="vert1" presStyleCnt="0"/>
      <dgm:spPr/>
    </dgm:pt>
    <dgm:pt modelId="{5626BCFC-2E11-414F-9001-047B298FC670}" type="pres">
      <dgm:prSet presAssocID="{5F05EEFC-7D7D-46F5-9088-A503209A06AF}" presName="thickLine" presStyleLbl="alignNode1" presStyleIdx="6" presStyleCnt="7"/>
      <dgm:spPr/>
    </dgm:pt>
    <dgm:pt modelId="{43FD8C20-44B3-4A04-9EE0-A8D216E948FF}" type="pres">
      <dgm:prSet presAssocID="{5F05EEFC-7D7D-46F5-9088-A503209A06AF}" presName="horz1" presStyleCnt="0"/>
      <dgm:spPr/>
    </dgm:pt>
    <dgm:pt modelId="{B163D14F-FD68-4F7D-AFBC-5ABD6A47475C}" type="pres">
      <dgm:prSet presAssocID="{5F05EEFC-7D7D-46F5-9088-A503209A06AF}" presName="tx1" presStyleLbl="revTx" presStyleIdx="6" presStyleCnt="7"/>
      <dgm:spPr/>
    </dgm:pt>
    <dgm:pt modelId="{E4733473-5C1C-44E4-AE00-31A45A7A1606}" type="pres">
      <dgm:prSet presAssocID="{5F05EEFC-7D7D-46F5-9088-A503209A06AF}" presName="vert1" presStyleCnt="0"/>
      <dgm:spPr/>
    </dgm:pt>
  </dgm:ptLst>
  <dgm:cxnLst>
    <dgm:cxn modelId="{18D6C317-ED48-4B53-8BCC-242A114A5838}" type="presOf" srcId="{C283B202-916C-453C-A21F-1D20E3E357EA}" destId="{87C5C687-7840-4450-B163-3E8F17EF9DC9}" srcOrd="0" destOrd="0" presId="urn:microsoft.com/office/officeart/2008/layout/LinedList"/>
    <dgm:cxn modelId="{482B2229-8BA2-4809-8E70-2F37F2B7655E}" type="presOf" srcId="{5F05EEFC-7D7D-46F5-9088-A503209A06AF}" destId="{B163D14F-FD68-4F7D-AFBC-5ABD6A47475C}" srcOrd="0" destOrd="0" presId="urn:microsoft.com/office/officeart/2008/layout/LinedList"/>
    <dgm:cxn modelId="{78D6D72D-7B31-4CFC-84F6-A2AC58D24082}" type="presOf" srcId="{ECA215F6-B72C-4590-B1E1-B5D025A1D853}" destId="{C7A37E5A-4A76-4B6C-80B4-8E2D6B0271E0}" srcOrd="0" destOrd="0" presId="urn:microsoft.com/office/officeart/2008/layout/LinedList"/>
    <dgm:cxn modelId="{7BEAF92D-9095-470F-96A8-7BACA212919A}" type="presOf" srcId="{79B36165-BCAA-4D9F-877D-E6FF3AE89B29}" destId="{7A26446D-ECEB-4048-BCBF-C49263A9AAF8}" srcOrd="0" destOrd="0" presId="urn:microsoft.com/office/officeart/2008/layout/LinedList"/>
    <dgm:cxn modelId="{6E68E92F-C023-48F5-8FCE-17BBFDAFE292}" srcId="{EE1C9CA4-DB44-4EED-B70F-71419475BB13}" destId="{B7D5BF0D-417A-4E7B-9266-BE331130714B}" srcOrd="5" destOrd="0" parTransId="{B4A0B56F-30CC-4AEC-BE56-3F4B67A5BC46}" sibTransId="{19196281-D026-4C86-9059-574DB48A515C}"/>
    <dgm:cxn modelId="{82E71931-72B6-4794-ADE8-9B5542D4EAB1}" type="presOf" srcId="{57F41E79-FA64-4732-8934-698E47007306}" destId="{81789E34-AEE0-4B49-8821-58F2554284DF}" srcOrd="0" destOrd="0" presId="urn:microsoft.com/office/officeart/2008/layout/LinedList"/>
    <dgm:cxn modelId="{01BEED44-E08B-4FCD-B7A2-ADDE9E44DE6D}" srcId="{EE1C9CA4-DB44-4EED-B70F-71419475BB13}" destId="{57F41E79-FA64-4732-8934-698E47007306}" srcOrd="3" destOrd="0" parTransId="{7ACD06B0-7FA7-4B2B-84EF-094D262BA901}" sibTransId="{AF50522F-D84B-4C27-B679-2834092281C7}"/>
    <dgm:cxn modelId="{E95ACC69-BD82-4701-8D12-8FFEFE3BFCEE}" type="presOf" srcId="{7FF6873F-298C-4238-BF58-E7A20B2A0071}" destId="{BF24FCC3-143F-483F-AD2F-C7B651F969F1}" srcOrd="0" destOrd="0" presId="urn:microsoft.com/office/officeart/2008/layout/LinedList"/>
    <dgm:cxn modelId="{70C0084E-D6E0-4744-9C9E-101518EC806E}" type="presOf" srcId="{EE1C9CA4-DB44-4EED-B70F-71419475BB13}" destId="{28FE30B4-549C-43FB-89FE-87DB08E253C3}" srcOrd="0" destOrd="0" presId="urn:microsoft.com/office/officeart/2008/layout/LinedList"/>
    <dgm:cxn modelId="{2AE02B75-6AD5-438D-A4C6-55BB52D4E5D6}" srcId="{EE1C9CA4-DB44-4EED-B70F-71419475BB13}" destId="{C283B202-916C-453C-A21F-1D20E3E357EA}" srcOrd="2" destOrd="0" parTransId="{E31E2F29-4CF7-444F-9E10-5C000C507C3B}" sibTransId="{CEFF4C47-C8D6-40FE-9014-C541BD0B8C87}"/>
    <dgm:cxn modelId="{00F14387-4B8C-41FD-92C0-113CB2A85BA5}" srcId="{EE1C9CA4-DB44-4EED-B70F-71419475BB13}" destId="{ECA215F6-B72C-4590-B1E1-B5D025A1D853}" srcOrd="4" destOrd="0" parTransId="{55EEAE51-06D3-4AC6-B0C9-2CA69C5DCF4A}" sibTransId="{837FB020-51A3-46DA-B1E5-F4F1E714A430}"/>
    <dgm:cxn modelId="{D2CE0E90-1B97-4C13-AF2E-A1455ECAD2B5}" srcId="{EE1C9CA4-DB44-4EED-B70F-71419475BB13}" destId="{7FF6873F-298C-4238-BF58-E7A20B2A0071}" srcOrd="0" destOrd="0" parTransId="{E8F3FE4C-574C-4E89-803D-F6CC159C5E9B}" sibTransId="{B5A7DABC-725C-4EFE-B57A-1D105728A4B4}"/>
    <dgm:cxn modelId="{37FC7EB5-A8BA-4CCC-B80C-C35BD2806F81}" srcId="{EE1C9CA4-DB44-4EED-B70F-71419475BB13}" destId="{5F05EEFC-7D7D-46F5-9088-A503209A06AF}" srcOrd="6" destOrd="0" parTransId="{E25C4954-AF3C-4747-8F1B-2E3994945B6D}" sibTransId="{4A672777-8ACB-4F8B-9095-EF53F9A2BCC4}"/>
    <dgm:cxn modelId="{48AF74BC-B55A-461B-8CC9-DB31A558F6D4}" srcId="{EE1C9CA4-DB44-4EED-B70F-71419475BB13}" destId="{79B36165-BCAA-4D9F-877D-E6FF3AE89B29}" srcOrd="1" destOrd="0" parTransId="{6663E88C-70CD-4C2C-8440-7B15F8D58565}" sibTransId="{63DB6F1E-12F7-4BA1-A69A-1DAA3C78FBC3}"/>
    <dgm:cxn modelId="{310624FE-9F18-4D6A-B471-562AAE275E69}" type="presOf" srcId="{B7D5BF0D-417A-4E7B-9266-BE331130714B}" destId="{E3DE0C34-20D4-47AE-80C2-6728289756DE}" srcOrd="0" destOrd="0" presId="urn:microsoft.com/office/officeart/2008/layout/LinedList"/>
    <dgm:cxn modelId="{993DD574-BD0B-4194-A6FC-4F4F9AE22421}" type="presParOf" srcId="{28FE30B4-549C-43FB-89FE-87DB08E253C3}" destId="{99A1B833-6AA9-48B0-AFFF-94104DC16B2D}" srcOrd="0" destOrd="0" presId="urn:microsoft.com/office/officeart/2008/layout/LinedList"/>
    <dgm:cxn modelId="{910008B6-29B1-42C0-9F34-8E1ACB4C9507}" type="presParOf" srcId="{28FE30B4-549C-43FB-89FE-87DB08E253C3}" destId="{2B91AB00-0CC5-4D87-B7C8-919EA5E1005B}" srcOrd="1" destOrd="0" presId="urn:microsoft.com/office/officeart/2008/layout/LinedList"/>
    <dgm:cxn modelId="{907D9705-BEFD-4704-B568-E61AD2806903}" type="presParOf" srcId="{2B91AB00-0CC5-4D87-B7C8-919EA5E1005B}" destId="{BF24FCC3-143F-483F-AD2F-C7B651F969F1}" srcOrd="0" destOrd="0" presId="urn:microsoft.com/office/officeart/2008/layout/LinedList"/>
    <dgm:cxn modelId="{78D14E94-4CF4-42E5-BAAD-1E25B5E2FEC2}" type="presParOf" srcId="{2B91AB00-0CC5-4D87-B7C8-919EA5E1005B}" destId="{033BC703-BF8C-4AF3-9F7E-0BEA80161E94}" srcOrd="1" destOrd="0" presId="urn:microsoft.com/office/officeart/2008/layout/LinedList"/>
    <dgm:cxn modelId="{37033389-60E2-40E6-9F12-615713270C38}" type="presParOf" srcId="{28FE30B4-549C-43FB-89FE-87DB08E253C3}" destId="{4796A9B7-AAD7-4662-9D93-1E87F29DA3CF}" srcOrd="2" destOrd="0" presId="urn:microsoft.com/office/officeart/2008/layout/LinedList"/>
    <dgm:cxn modelId="{BB50A53E-462A-44B7-989F-8F2F42F8DF0A}" type="presParOf" srcId="{28FE30B4-549C-43FB-89FE-87DB08E253C3}" destId="{F1B63C28-4B87-4C44-9A79-33131ABDB754}" srcOrd="3" destOrd="0" presId="urn:microsoft.com/office/officeart/2008/layout/LinedList"/>
    <dgm:cxn modelId="{AEF1DF56-2F27-4F99-807C-195B48D3C3C6}" type="presParOf" srcId="{F1B63C28-4B87-4C44-9A79-33131ABDB754}" destId="{7A26446D-ECEB-4048-BCBF-C49263A9AAF8}" srcOrd="0" destOrd="0" presId="urn:microsoft.com/office/officeart/2008/layout/LinedList"/>
    <dgm:cxn modelId="{4FD4E636-2379-4B64-B148-98FA556F785D}" type="presParOf" srcId="{F1B63C28-4B87-4C44-9A79-33131ABDB754}" destId="{C3A8C130-1FCC-4FD5-8B73-0F673D247983}" srcOrd="1" destOrd="0" presId="urn:microsoft.com/office/officeart/2008/layout/LinedList"/>
    <dgm:cxn modelId="{0F581677-705C-41FA-A057-8805F51DFCBD}" type="presParOf" srcId="{28FE30B4-549C-43FB-89FE-87DB08E253C3}" destId="{F932A0D0-6E92-4E9D-B3EB-F1D42409E262}" srcOrd="4" destOrd="0" presId="urn:microsoft.com/office/officeart/2008/layout/LinedList"/>
    <dgm:cxn modelId="{A64BFAC5-AEEA-4C2B-AA0B-EA135A86842E}" type="presParOf" srcId="{28FE30B4-549C-43FB-89FE-87DB08E253C3}" destId="{253165DF-28A3-4F05-A905-068987B593A7}" srcOrd="5" destOrd="0" presId="urn:microsoft.com/office/officeart/2008/layout/LinedList"/>
    <dgm:cxn modelId="{93252E1D-86E6-4B1A-B3BD-9D4459C60AA6}" type="presParOf" srcId="{253165DF-28A3-4F05-A905-068987B593A7}" destId="{87C5C687-7840-4450-B163-3E8F17EF9DC9}" srcOrd="0" destOrd="0" presId="urn:microsoft.com/office/officeart/2008/layout/LinedList"/>
    <dgm:cxn modelId="{1BF451DD-64A2-4451-8E40-24DC663153E4}" type="presParOf" srcId="{253165DF-28A3-4F05-A905-068987B593A7}" destId="{759908D2-4F91-4D41-AD08-55933C44177B}" srcOrd="1" destOrd="0" presId="urn:microsoft.com/office/officeart/2008/layout/LinedList"/>
    <dgm:cxn modelId="{B09F53D9-B53F-4F83-915C-5E1BA6A358E0}" type="presParOf" srcId="{28FE30B4-549C-43FB-89FE-87DB08E253C3}" destId="{452EDF9B-3166-4DBC-9272-D18C46DC6FEE}" srcOrd="6" destOrd="0" presId="urn:microsoft.com/office/officeart/2008/layout/LinedList"/>
    <dgm:cxn modelId="{F6023582-9EF8-4B85-A0A9-306FD9642222}" type="presParOf" srcId="{28FE30B4-549C-43FB-89FE-87DB08E253C3}" destId="{60FC1F3B-72B1-4E7B-9B84-316274957CB4}" srcOrd="7" destOrd="0" presId="urn:microsoft.com/office/officeart/2008/layout/LinedList"/>
    <dgm:cxn modelId="{2BB23C6E-94F3-41C3-A41E-B2C94E78780E}" type="presParOf" srcId="{60FC1F3B-72B1-4E7B-9B84-316274957CB4}" destId="{81789E34-AEE0-4B49-8821-58F2554284DF}" srcOrd="0" destOrd="0" presId="urn:microsoft.com/office/officeart/2008/layout/LinedList"/>
    <dgm:cxn modelId="{40C3DC2C-BB8A-40F1-A54C-FBC60D9E85C7}" type="presParOf" srcId="{60FC1F3B-72B1-4E7B-9B84-316274957CB4}" destId="{16802486-386E-4F9D-8DB9-CEDE2068F291}" srcOrd="1" destOrd="0" presId="urn:microsoft.com/office/officeart/2008/layout/LinedList"/>
    <dgm:cxn modelId="{6C329C58-84B5-4EC6-8566-FC4C01227786}" type="presParOf" srcId="{28FE30B4-549C-43FB-89FE-87DB08E253C3}" destId="{ACF45BF2-49AC-4888-9EA5-D6B8548C5C9F}" srcOrd="8" destOrd="0" presId="urn:microsoft.com/office/officeart/2008/layout/LinedList"/>
    <dgm:cxn modelId="{7CC88A5F-D371-4AA3-9A2C-EE8C3DC094DE}" type="presParOf" srcId="{28FE30B4-549C-43FB-89FE-87DB08E253C3}" destId="{506CE36B-591F-4808-82BE-5EF1D310DE95}" srcOrd="9" destOrd="0" presId="urn:microsoft.com/office/officeart/2008/layout/LinedList"/>
    <dgm:cxn modelId="{7614E119-9AF7-4F94-A749-3EEF56714EE6}" type="presParOf" srcId="{506CE36B-591F-4808-82BE-5EF1D310DE95}" destId="{C7A37E5A-4A76-4B6C-80B4-8E2D6B0271E0}" srcOrd="0" destOrd="0" presId="urn:microsoft.com/office/officeart/2008/layout/LinedList"/>
    <dgm:cxn modelId="{E16EA73C-E178-44FE-AD41-287421FC330B}" type="presParOf" srcId="{506CE36B-591F-4808-82BE-5EF1D310DE95}" destId="{43C8ADD3-40A7-4FAA-B1FC-D310555990C3}" srcOrd="1" destOrd="0" presId="urn:microsoft.com/office/officeart/2008/layout/LinedList"/>
    <dgm:cxn modelId="{D68DD8F0-1896-4E37-837F-BC165B9280C7}" type="presParOf" srcId="{28FE30B4-549C-43FB-89FE-87DB08E253C3}" destId="{74E6F506-9F4C-45BB-9270-D211CB438603}" srcOrd="10" destOrd="0" presId="urn:microsoft.com/office/officeart/2008/layout/LinedList"/>
    <dgm:cxn modelId="{F8694652-82B2-4D15-99A1-84A0F5130B59}" type="presParOf" srcId="{28FE30B4-549C-43FB-89FE-87DB08E253C3}" destId="{F46069F8-3844-4ABE-9EDF-71ED10FC662C}" srcOrd="11" destOrd="0" presId="urn:microsoft.com/office/officeart/2008/layout/LinedList"/>
    <dgm:cxn modelId="{151B6161-EC0C-4AF1-BEB4-FB96B8848A22}" type="presParOf" srcId="{F46069F8-3844-4ABE-9EDF-71ED10FC662C}" destId="{E3DE0C34-20D4-47AE-80C2-6728289756DE}" srcOrd="0" destOrd="0" presId="urn:microsoft.com/office/officeart/2008/layout/LinedList"/>
    <dgm:cxn modelId="{636C79BD-9107-4E33-A38B-0C0EB3218B7C}" type="presParOf" srcId="{F46069F8-3844-4ABE-9EDF-71ED10FC662C}" destId="{136E5747-FBBD-43D5-B4CA-D42D68587DD1}" srcOrd="1" destOrd="0" presId="urn:microsoft.com/office/officeart/2008/layout/LinedList"/>
    <dgm:cxn modelId="{06ACA652-B72C-4CC3-A6C0-C3A2AA82A22B}" type="presParOf" srcId="{28FE30B4-549C-43FB-89FE-87DB08E253C3}" destId="{5626BCFC-2E11-414F-9001-047B298FC670}" srcOrd="12" destOrd="0" presId="urn:microsoft.com/office/officeart/2008/layout/LinedList"/>
    <dgm:cxn modelId="{A4E95258-459E-4714-AC26-DEC9C3D0AA7D}" type="presParOf" srcId="{28FE30B4-549C-43FB-89FE-87DB08E253C3}" destId="{43FD8C20-44B3-4A04-9EE0-A8D216E948FF}" srcOrd="13" destOrd="0" presId="urn:microsoft.com/office/officeart/2008/layout/LinedList"/>
    <dgm:cxn modelId="{5F588A1A-4D20-4FB0-BA9C-B56E42BA3B19}" type="presParOf" srcId="{43FD8C20-44B3-4A04-9EE0-A8D216E948FF}" destId="{B163D14F-FD68-4F7D-AFBC-5ABD6A47475C}" srcOrd="0" destOrd="0" presId="urn:microsoft.com/office/officeart/2008/layout/LinedList"/>
    <dgm:cxn modelId="{D7B0B88D-D31C-402A-BC79-98702BD2FA8B}" type="presParOf" srcId="{43FD8C20-44B3-4A04-9EE0-A8D216E948FF}" destId="{E4733473-5C1C-44E4-AE00-31A45A7A16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B95AEDD-2C5C-430B-B438-0F3BE2B9950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E54ED0-33DF-477D-A8F3-A1276C21FF0E}">
      <dgm:prSet/>
      <dgm:spPr/>
      <dgm:t>
        <a:bodyPr/>
        <a:lstStyle/>
        <a:p>
          <a:r>
            <a:rPr lang="uk-UA" b="0" i="0"/>
            <a:t>проведення польською владою операції «Вісла»</a:t>
          </a:r>
          <a:endParaRPr lang="uk-UA"/>
        </a:p>
      </dgm:t>
    </dgm:pt>
    <dgm:pt modelId="{111ADDD1-678B-4EBC-B09F-94422D46B4B4}" type="parTrans" cxnId="{D1D8903A-5150-43B6-A253-D12F8624858E}">
      <dgm:prSet/>
      <dgm:spPr/>
      <dgm:t>
        <a:bodyPr/>
        <a:lstStyle/>
        <a:p>
          <a:endParaRPr lang="uk-UA"/>
        </a:p>
      </dgm:t>
    </dgm:pt>
    <dgm:pt modelId="{6C6DE352-CC8B-4D0F-B546-F505699CB7CA}" type="sibTrans" cxnId="{D1D8903A-5150-43B6-A253-D12F8624858E}">
      <dgm:prSet/>
      <dgm:spPr/>
      <dgm:t>
        <a:bodyPr/>
        <a:lstStyle/>
        <a:p>
          <a:endParaRPr lang="uk-UA"/>
        </a:p>
      </dgm:t>
    </dgm:pt>
    <dgm:pt modelId="{264B1F63-95FE-43B4-817E-D134C20EB0BB}">
      <dgm:prSet/>
      <dgm:spPr/>
      <dgm:t>
        <a:bodyPr/>
        <a:lstStyle/>
        <a:p>
          <a:r>
            <a:rPr lang="uk-UA" b="0" i="0"/>
            <a:t>утворення Української робітничо-селянської спілки (УРСС)</a:t>
          </a:r>
          <a:endParaRPr lang="uk-UA"/>
        </a:p>
      </dgm:t>
    </dgm:pt>
    <dgm:pt modelId="{4B7F2A7B-6084-40B3-A2CD-96420835C33F}" type="parTrans" cxnId="{ADB52843-D0BE-4910-849E-62B40A9338DA}">
      <dgm:prSet/>
      <dgm:spPr/>
      <dgm:t>
        <a:bodyPr/>
        <a:lstStyle/>
        <a:p>
          <a:endParaRPr lang="uk-UA"/>
        </a:p>
      </dgm:t>
    </dgm:pt>
    <dgm:pt modelId="{501F0D01-5C2E-4A88-A03A-BC78A5B73B6B}" type="sibTrans" cxnId="{ADB52843-D0BE-4910-849E-62B40A9338DA}">
      <dgm:prSet/>
      <dgm:spPr/>
      <dgm:t>
        <a:bodyPr/>
        <a:lstStyle/>
        <a:p>
          <a:endParaRPr lang="uk-UA"/>
        </a:p>
      </dgm:t>
    </dgm:pt>
    <dgm:pt modelId="{1627B0E0-4313-4B2D-98AB-CDCE2243144A}">
      <dgm:prSet/>
      <dgm:spPr/>
      <dgm:t>
        <a:bodyPr/>
        <a:lstStyle/>
        <a:p>
          <a:r>
            <a:rPr lang="uk-UA" b="0" i="0"/>
            <a:t>засудження «культу особи» Й. Сталіна на ХХ з’їзді КПРС</a:t>
          </a:r>
          <a:endParaRPr lang="uk-UA"/>
        </a:p>
      </dgm:t>
    </dgm:pt>
    <dgm:pt modelId="{C12931A1-A5BD-497C-950C-43C8B14EC340}" type="parTrans" cxnId="{AEF634A6-74D8-49D1-A6D3-56A679BBA97D}">
      <dgm:prSet/>
      <dgm:spPr/>
      <dgm:t>
        <a:bodyPr/>
        <a:lstStyle/>
        <a:p>
          <a:endParaRPr lang="uk-UA"/>
        </a:p>
      </dgm:t>
    </dgm:pt>
    <dgm:pt modelId="{65451529-B3E5-48BF-8C7B-1FEFA6388B20}" type="sibTrans" cxnId="{AEF634A6-74D8-49D1-A6D3-56A679BBA97D}">
      <dgm:prSet/>
      <dgm:spPr/>
      <dgm:t>
        <a:bodyPr/>
        <a:lstStyle/>
        <a:p>
          <a:endParaRPr lang="uk-UA"/>
        </a:p>
      </dgm:t>
    </dgm:pt>
    <dgm:pt modelId="{E6A73680-D822-4D0B-AEC5-8714B002E2A6}">
      <dgm:prSet/>
      <dgm:spPr/>
      <dgm:t>
        <a:bodyPr/>
        <a:lstStyle/>
        <a:p>
          <a:r>
            <a:rPr lang="uk-UA" b="0" i="0"/>
            <a:t>«саморозпуск» Української греко-католицької церкви (УГКЦ)</a:t>
          </a:r>
          <a:endParaRPr lang="uk-UA"/>
        </a:p>
      </dgm:t>
    </dgm:pt>
    <dgm:pt modelId="{4913F91E-AC1F-4B89-8AB7-FC3B55B57A4F}" type="parTrans" cxnId="{BBE36EED-14C4-41C5-B2F6-4099FCC3EABE}">
      <dgm:prSet/>
      <dgm:spPr/>
      <dgm:t>
        <a:bodyPr/>
        <a:lstStyle/>
        <a:p>
          <a:endParaRPr lang="uk-UA"/>
        </a:p>
      </dgm:t>
    </dgm:pt>
    <dgm:pt modelId="{13DA2642-1B1C-4B06-AA3E-EBBE298448CB}" type="sibTrans" cxnId="{BBE36EED-14C4-41C5-B2F6-4099FCC3EABE}">
      <dgm:prSet/>
      <dgm:spPr/>
      <dgm:t>
        <a:bodyPr/>
        <a:lstStyle/>
        <a:p>
          <a:endParaRPr lang="uk-UA"/>
        </a:p>
      </dgm:t>
    </dgm:pt>
    <dgm:pt modelId="{32606828-1869-4B7C-B0ED-1E4EA729A97C}" type="pres">
      <dgm:prSet presAssocID="{3B95AEDD-2C5C-430B-B438-0F3BE2B99504}" presName="linear" presStyleCnt="0">
        <dgm:presLayoutVars>
          <dgm:animLvl val="lvl"/>
          <dgm:resizeHandles val="exact"/>
        </dgm:presLayoutVars>
      </dgm:prSet>
      <dgm:spPr/>
    </dgm:pt>
    <dgm:pt modelId="{AF1B220C-9FCC-4666-B1F8-7324A924BC5F}" type="pres">
      <dgm:prSet presAssocID="{2EE54ED0-33DF-477D-A8F3-A1276C21FF0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50F7D42-A649-42B1-AB98-102E242347BE}" type="pres">
      <dgm:prSet presAssocID="{6C6DE352-CC8B-4D0F-B546-F505699CB7CA}" presName="spacer" presStyleCnt="0"/>
      <dgm:spPr/>
    </dgm:pt>
    <dgm:pt modelId="{91AC641C-ED05-4326-861F-04FCB53826B1}" type="pres">
      <dgm:prSet presAssocID="{264B1F63-95FE-43B4-817E-D134C20EB0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4273B32-48E1-4923-8E74-5848DFB874DF}" type="pres">
      <dgm:prSet presAssocID="{501F0D01-5C2E-4A88-A03A-BC78A5B73B6B}" presName="spacer" presStyleCnt="0"/>
      <dgm:spPr/>
    </dgm:pt>
    <dgm:pt modelId="{F9AE9E0F-6317-475A-A50A-43DBF2B82572}" type="pres">
      <dgm:prSet presAssocID="{1627B0E0-4313-4B2D-98AB-CDCE2243144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0C42894-7787-4F84-8CF1-B42FD99D4665}" type="pres">
      <dgm:prSet presAssocID="{65451529-B3E5-48BF-8C7B-1FEFA6388B20}" presName="spacer" presStyleCnt="0"/>
      <dgm:spPr/>
    </dgm:pt>
    <dgm:pt modelId="{E5704E62-7716-4A4A-9241-EF8325FE83FB}" type="pres">
      <dgm:prSet presAssocID="{E6A73680-D822-4D0B-AEC5-8714B002E2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7EED12D-459D-4A7A-8796-1665B899EC78}" type="presOf" srcId="{1627B0E0-4313-4B2D-98AB-CDCE2243144A}" destId="{F9AE9E0F-6317-475A-A50A-43DBF2B82572}" srcOrd="0" destOrd="0" presId="urn:microsoft.com/office/officeart/2005/8/layout/vList2"/>
    <dgm:cxn modelId="{D1D8903A-5150-43B6-A253-D12F8624858E}" srcId="{3B95AEDD-2C5C-430B-B438-0F3BE2B99504}" destId="{2EE54ED0-33DF-477D-A8F3-A1276C21FF0E}" srcOrd="0" destOrd="0" parTransId="{111ADDD1-678B-4EBC-B09F-94422D46B4B4}" sibTransId="{6C6DE352-CC8B-4D0F-B546-F505699CB7CA}"/>
    <dgm:cxn modelId="{ADB52843-D0BE-4910-849E-62B40A9338DA}" srcId="{3B95AEDD-2C5C-430B-B438-0F3BE2B99504}" destId="{264B1F63-95FE-43B4-817E-D134C20EB0BB}" srcOrd="1" destOrd="0" parTransId="{4B7F2A7B-6084-40B3-A2CD-96420835C33F}" sibTransId="{501F0D01-5C2E-4A88-A03A-BC78A5B73B6B}"/>
    <dgm:cxn modelId="{16A2258B-5CEB-4DDE-ADF0-1A9A3ED64F27}" type="presOf" srcId="{E6A73680-D822-4D0B-AEC5-8714B002E2A6}" destId="{E5704E62-7716-4A4A-9241-EF8325FE83FB}" srcOrd="0" destOrd="0" presId="urn:microsoft.com/office/officeart/2005/8/layout/vList2"/>
    <dgm:cxn modelId="{AEF634A6-74D8-49D1-A6D3-56A679BBA97D}" srcId="{3B95AEDD-2C5C-430B-B438-0F3BE2B99504}" destId="{1627B0E0-4313-4B2D-98AB-CDCE2243144A}" srcOrd="2" destOrd="0" parTransId="{C12931A1-A5BD-497C-950C-43C8B14EC340}" sibTransId="{65451529-B3E5-48BF-8C7B-1FEFA6388B20}"/>
    <dgm:cxn modelId="{3B15B7C6-C13E-4F0F-B5E8-5FEE138E062B}" type="presOf" srcId="{3B95AEDD-2C5C-430B-B438-0F3BE2B99504}" destId="{32606828-1869-4B7C-B0ED-1E4EA729A97C}" srcOrd="0" destOrd="0" presId="urn:microsoft.com/office/officeart/2005/8/layout/vList2"/>
    <dgm:cxn modelId="{54F055E3-13F5-4331-A75B-1F7932404F4B}" type="presOf" srcId="{264B1F63-95FE-43B4-817E-D134C20EB0BB}" destId="{91AC641C-ED05-4326-861F-04FCB53826B1}" srcOrd="0" destOrd="0" presId="urn:microsoft.com/office/officeart/2005/8/layout/vList2"/>
    <dgm:cxn modelId="{BBE36EED-14C4-41C5-B2F6-4099FCC3EABE}" srcId="{3B95AEDD-2C5C-430B-B438-0F3BE2B99504}" destId="{E6A73680-D822-4D0B-AEC5-8714B002E2A6}" srcOrd="3" destOrd="0" parTransId="{4913F91E-AC1F-4B89-8AB7-FC3B55B57A4F}" sibTransId="{13DA2642-1B1C-4B06-AA3E-EBBE298448CB}"/>
    <dgm:cxn modelId="{5BCE91F4-01B5-46BC-9B42-8078F668327E}" type="presOf" srcId="{2EE54ED0-33DF-477D-A8F3-A1276C21FF0E}" destId="{AF1B220C-9FCC-4666-B1F8-7324A924BC5F}" srcOrd="0" destOrd="0" presId="urn:microsoft.com/office/officeart/2005/8/layout/vList2"/>
    <dgm:cxn modelId="{FFB0D5E7-66CC-40BD-A702-71DF5F994EA3}" type="presParOf" srcId="{32606828-1869-4B7C-B0ED-1E4EA729A97C}" destId="{AF1B220C-9FCC-4666-B1F8-7324A924BC5F}" srcOrd="0" destOrd="0" presId="urn:microsoft.com/office/officeart/2005/8/layout/vList2"/>
    <dgm:cxn modelId="{5B8F103B-49BB-48A6-9C09-31A3548BE93D}" type="presParOf" srcId="{32606828-1869-4B7C-B0ED-1E4EA729A97C}" destId="{750F7D42-A649-42B1-AB98-102E242347BE}" srcOrd="1" destOrd="0" presId="urn:microsoft.com/office/officeart/2005/8/layout/vList2"/>
    <dgm:cxn modelId="{349832FC-B641-47A6-91D3-2471A856C10A}" type="presParOf" srcId="{32606828-1869-4B7C-B0ED-1E4EA729A97C}" destId="{91AC641C-ED05-4326-861F-04FCB53826B1}" srcOrd="2" destOrd="0" presId="urn:microsoft.com/office/officeart/2005/8/layout/vList2"/>
    <dgm:cxn modelId="{9DEE0993-64BF-40A4-8FD2-B4EC5CE25542}" type="presParOf" srcId="{32606828-1869-4B7C-B0ED-1E4EA729A97C}" destId="{54273B32-48E1-4923-8E74-5848DFB874DF}" srcOrd="3" destOrd="0" presId="urn:microsoft.com/office/officeart/2005/8/layout/vList2"/>
    <dgm:cxn modelId="{5D3D2594-8758-4E2B-B0A3-500BC12272B5}" type="presParOf" srcId="{32606828-1869-4B7C-B0ED-1E4EA729A97C}" destId="{F9AE9E0F-6317-475A-A50A-43DBF2B82572}" srcOrd="4" destOrd="0" presId="urn:microsoft.com/office/officeart/2005/8/layout/vList2"/>
    <dgm:cxn modelId="{6F62882D-A4E3-4F25-A40D-7FEF1EF114E8}" type="presParOf" srcId="{32606828-1869-4B7C-B0ED-1E4EA729A97C}" destId="{70C42894-7787-4F84-8CF1-B42FD99D4665}" srcOrd="5" destOrd="0" presId="urn:microsoft.com/office/officeart/2005/8/layout/vList2"/>
    <dgm:cxn modelId="{35AF3E1F-2E00-4B9F-8958-DCD4F345DF49}" type="presParOf" srcId="{32606828-1869-4B7C-B0ED-1E4EA729A97C}" destId="{E5704E62-7716-4A4A-9241-EF8325FE83F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E440D8-A8F1-4283-8825-F8DBD1D8232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915BB00-EFB1-4219-96F1-438E6175E1A7}">
      <dgm:prSet/>
      <dgm:spPr/>
      <dgm:t>
        <a:bodyPr/>
        <a:lstStyle/>
        <a:p>
          <a:r>
            <a:rPr lang="ru-RU" b="0" i="0"/>
            <a:t>1946 р.</a:t>
          </a:r>
          <a:endParaRPr lang="uk-UA"/>
        </a:p>
      </dgm:t>
    </dgm:pt>
    <dgm:pt modelId="{0D294E67-58F9-4CB6-8CF5-2C3DACD0A515}" type="parTrans" cxnId="{9E460FAF-234B-4A45-85A2-9327F66C34A5}">
      <dgm:prSet/>
      <dgm:spPr/>
      <dgm:t>
        <a:bodyPr/>
        <a:lstStyle/>
        <a:p>
          <a:endParaRPr lang="uk-UA"/>
        </a:p>
      </dgm:t>
    </dgm:pt>
    <dgm:pt modelId="{CBCA1A65-E95D-4ABE-8F90-3F639BA182C6}" type="sibTrans" cxnId="{9E460FAF-234B-4A45-85A2-9327F66C34A5}">
      <dgm:prSet/>
      <dgm:spPr/>
      <dgm:t>
        <a:bodyPr/>
        <a:lstStyle/>
        <a:p>
          <a:endParaRPr lang="uk-UA"/>
        </a:p>
      </dgm:t>
    </dgm:pt>
    <dgm:pt modelId="{72AE5877-6D6D-42AF-98D7-9C00C3E8C3AE}">
      <dgm:prSet/>
      <dgm:spPr/>
      <dgm:t>
        <a:bodyPr/>
        <a:lstStyle/>
        <a:p>
          <a:r>
            <a:rPr lang="ru-RU" b="0" i="0"/>
            <a:t>1947 р.</a:t>
          </a:r>
          <a:endParaRPr lang="uk-UA"/>
        </a:p>
      </dgm:t>
    </dgm:pt>
    <dgm:pt modelId="{B8831FEC-0A51-4796-8E6A-9A5815C86F9D}" type="parTrans" cxnId="{2F081A3B-E489-446C-86E9-D519B64EDEAF}">
      <dgm:prSet/>
      <dgm:spPr/>
      <dgm:t>
        <a:bodyPr/>
        <a:lstStyle/>
        <a:p>
          <a:endParaRPr lang="uk-UA"/>
        </a:p>
      </dgm:t>
    </dgm:pt>
    <dgm:pt modelId="{26084F14-6184-4C14-9086-A374E65D28C5}" type="sibTrans" cxnId="{2F081A3B-E489-446C-86E9-D519B64EDEAF}">
      <dgm:prSet/>
      <dgm:spPr/>
      <dgm:t>
        <a:bodyPr/>
        <a:lstStyle/>
        <a:p>
          <a:endParaRPr lang="uk-UA"/>
        </a:p>
      </dgm:t>
    </dgm:pt>
    <dgm:pt modelId="{814C0AAE-42E8-410B-943A-45179946A198}">
      <dgm:prSet/>
      <dgm:spPr/>
      <dgm:t>
        <a:bodyPr/>
        <a:lstStyle/>
        <a:p>
          <a:r>
            <a:rPr lang="ru-RU" b="0" i="0"/>
            <a:t>1956 р.</a:t>
          </a:r>
          <a:endParaRPr lang="uk-UA"/>
        </a:p>
      </dgm:t>
    </dgm:pt>
    <dgm:pt modelId="{39D275BF-7B35-462A-8F5B-465233AFCB47}" type="parTrans" cxnId="{D4AEBEE7-702B-4589-AFB5-014EE9E2628F}">
      <dgm:prSet/>
      <dgm:spPr/>
      <dgm:t>
        <a:bodyPr/>
        <a:lstStyle/>
        <a:p>
          <a:endParaRPr lang="uk-UA"/>
        </a:p>
      </dgm:t>
    </dgm:pt>
    <dgm:pt modelId="{DA6AEAAE-396F-4FF2-B8B0-0004273340CE}" type="sibTrans" cxnId="{D4AEBEE7-702B-4589-AFB5-014EE9E2628F}">
      <dgm:prSet/>
      <dgm:spPr/>
      <dgm:t>
        <a:bodyPr/>
        <a:lstStyle/>
        <a:p>
          <a:endParaRPr lang="uk-UA"/>
        </a:p>
      </dgm:t>
    </dgm:pt>
    <dgm:pt modelId="{C98CAF0C-0F1D-4895-94AD-858D0F62972C}">
      <dgm:prSet/>
      <dgm:spPr/>
      <dgm:t>
        <a:bodyPr/>
        <a:lstStyle/>
        <a:p>
          <a:r>
            <a:rPr lang="ru-RU" b="0" i="0"/>
            <a:t>1959 р.</a:t>
          </a:r>
          <a:endParaRPr lang="uk-UA"/>
        </a:p>
      </dgm:t>
    </dgm:pt>
    <dgm:pt modelId="{E7B4785F-C5DD-4262-804B-DA09FDE76711}" type="parTrans" cxnId="{A99590DC-E695-4999-9DD2-0A5695EB0D5B}">
      <dgm:prSet/>
      <dgm:spPr/>
      <dgm:t>
        <a:bodyPr/>
        <a:lstStyle/>
        <a:p>
          <a:endParaRPr lang="uk-UA"/>
        </a:p>
      </dgm:t>
    </dgm:pt>
    <dgm:pt modelId="{72562F01-E191-4CE4-99C1-487FE740016D}" type="sibTrans" cxnId="{A99590DC-E695-4999-9DD2-0A5695EB0D5B}">
      <dgm:prSet/>
      <dgm:spPr/>
      <dgm:t>
        <a:bodyPr/>
        <a:lstStyle/>
        <a:p>
          <a:endParaRPr lang="uk-UA"/>
        </a:p>
      </dgm:t>
    </dgm:pt>
    <dgm:pt modelId="{E9E77475-F0AE-4560-B265-2C10EAF0C896}">
      <dgm:prSet/>
      <dgm:spPr/>
      <dgm:t>
        <a:bodyPr/>
        <a:lstStyle/>
        <a:p>
          <a:r>
            <a:rPr lang="ru-RU" b="0" i="0"/>
            <a:t>1961 р.</a:t>
          </a:r>
          <a:endParaRPr lang="uk-UA"/>
        </a:p>
      </dgm:t>
    </dgm:pt>
    <dgm:pt modelId="{56C24222-2E1E-4E38-B069-5FEDAB908EA5}" type="parTrans" cxnId="{ECB39C5A-7A15-4BF0-8D52-798FE2A870EF}">
      <dgm:prSet/>
      <dgm:spPr/>
      <dgm:t>
        <a:bodyPr/>
        <a:lstStyle/>
        <a:p>
          <a:endParaRPr lang="uk-UA"/>
        </a:p>
      </dgm:t>
    </dgm:pt>
    <dgm:pt modelId="{5F99599F-9703-4625-A62C-4C5F37505B29}" type="sibTrans" cxnId="{ECB39C5A-7A15-4BF0-8D52-798FE2A870EF}">
      <dgm:prSet/>
      <dgm:spPr/>
      <dgm:t>
        <a:bodyPr/>
        <a:lstStyle/>
        <a:p>
          <a:endParaRPr lang="uk-UA"/>
        </a:p>
      </dgm:t>
    </dgm:pt>
    <dgm:pt modelId="{8E406F9D-9865-452F-A9E9-3D7D81371EBC}" type="pres">
      <dgm:prSet presAssocID="{1BE440D8-A8F1-4283-8825-F8DBD1D82325}" presName="linearFlow" presStyleCnt="0">
        <dgm:presLayoutVars>
          <dgm:dir/>
          <dgm:resizeHandles val="exact"/>
        </dgm:presLayoutVars>
      </dgm:prSet>
      <dgm:spPr/>
    </dgm:pt>
    <dgm:pt modelId="{3F10DD15-27F0-4615-A6DD-C3620111EC25}" type="pres">
      <dgm:prSet presAssocID="{0915BB00-EFB1-4219-96F1-438E6175E1A7}" presName="composite" presStyleCnt="0"/>
      <dgm:spPr/>
    </dgm:pt>
    <dgm:pt modelId="{A9C5B894-65E3-4E45-BF51-FA09BCE8B0DA}" type="pres">
      <dgm:prSet presAssocID="{0915BB00-EFB1-4219-96F1-438E6175E1A7}" presName="imgShp" presStyleLbl="fgImgPlace1" presStyleIdx="0" presStyleCnt="5"/>
      <dgm:spPr/>
    </dgm:pt>
    <dgm:pt modelId="{BC9D3E7F-C340-4911-B3A4-A13E43C6D94E}" type="pres">
      <dgm:prSet presAssocID="{0915BB00-EFB1-4219-96F1-438E6175E1A7}" presName="txShp" presStyleLbl="node1" presStyleIdx="0" presStyleCnt="5">
        <dgm:presLayoutVars>
          <dgm:bulletEnabled val="1"/>
        </dgm:presLayoutVars>
      </dgm:prSet>
      <dgm:spPr/>
    </dgm:pt>
    <dgm:pt modelId="{74121653-267C-4F72-8CA3-90CD4FCF68EC}" type="pres">
      <dgm:prSet presAssocID="{CBCA1A65-E95D-4ABE-8F90-3F639BA182C6}" presName="spacing" presStyleCnt="0"/>
      <dgm:spPr/>
    </dgm:pt>
    <dgm:pt modelId="{80D4CEAD-CDF8-49B2-BDF8-822917C903C1}" type="pres">
      <dgm:prSet presAssocID="{72AE5877-6D6D-42AF-98D7-9C00C3E8C3AE}" presName="composite" presStyleCnt="0"/>
      <dgm:spPr/>
    </dgm:pt>
    <dgm:pt modelId="{DAF17C6B-78F9-4D95-A0F0-EC6C2FEB48B8}" type="pres">
      <dgm:prSet presAssocID="{72AE5877-6D6D-42AF-98D7-9C00C3E8C3AE}" presName="imgShp" presStyleLbl="fgImgPlace1" presStyleIdx="1" presStyleCnt="5"/>
      <dgm:spPr/>
    </dgm:pt>
    <dgm:pt modelId="{7BC2D1F6-11E6-4992-B989-E1CA0A02D858}" type="pres">
      <dgm:prSet presAssocID="{72AE5877-6D6D-42AF-98D7-9C00C3E8C3AE}" presName="txShp" presStyleLbl="node1" presStyleIdx="1" presStyleCnt="5">
        <dgm:presLayoutVars>
          <dgm:bulletEnabled val="1"/>
        </dgm:presLayoutVars>
      </dgm:prSet>
      <dgm:spPr/>
    </dgm:pt>
    <dgm:pt modelId="{006D2399-D22A-4352-A8CB-92A77D9FD87D}" type="pres">
      <dgm:prSet presAssocID="{26084F14-6184-4C14-9086-A374E65D28C5}" presName="spacing" presStyleCnt="0"/>
      <dgm:spPr/>
    </dgm:pt>
    <dgm:pt modelId="{71471486-0D9E-4D97-8ECF-D07998376008}" type="pres">
      <dgm:prSet presAssocID="{814C0AAE-42E8-410B-943A-45179946A198}" presName="composite" presStyleCnt="0"/>
      <dgm:spPr/>
    </dgm:pt>
    <dgm:pt modelId="{ED9A6659-D393-40C6-A035-C99E7F2E5B29}" type="pres">
      <dgm:prSet presAssocID="{814C0AAE-42E8-410B-943A-45179946A198}" presName="imgShp" presStyleLbl="fgImgPlace1" presStyleIdx="2" presStyleCnt="5"/>
      <dgm:spPr/>
    </dgm:pt>
    <dgm:pt modelId="{890D50A3-A015-4127-A9D1-91BE0E84DD17}" type="pres">
      <dgm:prSet presAssocID="{814C0AAE-42E8-410B-943A-45179946A198}" presName="txShp" presStyleLbl="node1" presStyleIdx="2" presStyleCnt="5">
        <dgm:presLayoutVars>
          <dgm:bulletEnabled val="1"/>
        </dgm:presLayoutVars>
      </dgm:prSet>
      <dgm:spPr/>
    </dgm:pt>
    <dgm:pt modelId="{1BF610AC-6679-4AEC-AA71-952C9881802E}" type="pres">
      <dgm:prSet presAssocID="{DA6AEAAE-396F-4FF2-B8B0-0004273340CE}" presName="spacing" presStyleCnt="0"/>
      <dgm:spPr/>
    </dgm:pt>
    <dgm:pt modelId="{0C557D0B-490B-4605-9570-3738E3E363A3}" type="pres">
      <dgm:prSet presAssocID="{C98CAF0C-0F1D-4895-94AD-858D0F62972C}" presName="composite" presStyleCnt="0"/>
      <dgm:spPr/>
    </dgm:pt>
    <dgm:pt modelId="{FB2D5814-3744-4C65-8DBA-67F064DDECD7}" type="pres">
      <dgm:prSet presAssocID="{C98CAF0C-0F1D-4895-94AD-858D0F62972C}" presName="imgShp" presStyleLbl="fgImgPlace1" presStyleIdx="3" presStyleCnt="5"/>
      <dgm:spPr/>
    </dgm:pt>
    <dgm:pt modelId="{FBE6B7C2-4F67-45CA-B6A1-567C866E3BE1}" type="pres">
      <dgm:prSet presAssocID="{C98CAF0C-0F1D-4895-94AD-858D0F62972C}" presName="txShp" presStyleLbl="node1" presStyleIdx="3" presStyleCnt="5">
        <dgm:presLayoutVars>
          <dgm:bulletEnabled val="1"/>
        </dgm:presLayoutVars>
      </dgm:prSet>
      <dgm:spPr/>
    </dgm:pt>
    <dgm:pt modelId="{45D4DA31-FBE4-4693-833F-6018E0D3E70B}" type="pres">
      <dgm:prSet presAssocID="{72562F01-E191-4CE4-99C1-487FE740016D}" presName="spacing" presStyleCnt="0"/>
      <dgm:spPr/>
    </dgm:pt>
    <dgm:pt modelId="{AB3878DD-16B1-4D8B-B235-CF31F408A252}" type="pres">
      <dgm:prSet presAssocID="{E9E77475-F0AE-4560-B265-2C10EAF0C896}" presName="composite" presStyleCnt="0"/>
      <dgm:spPr/>
    </dgm:pt>
    <dgm:pt modelId="{F167A11E-3ACD-431B-9E2F-01783946D1BE}" type="pres">
      <dgm:prSet presAssocID="{E9E77475-F0AE-4560-B265-2C10EAF0C896}" presName="imgShp" presStyleLbl="fgImgPlace1" presStyleIdx="4" presStyleCnt="5"/>
      <dgm:spPr/>
    </dgm:pt>
    <dgm:pt modelId="{E745A3F5-59D9-45D1-A132-F1D45EEAF09B}" type="pres">
      <dgm:prSet presAssocID="{E9E77475-F0AE-4560-B265-2C10EAF0C896}" presName="txShp" presStyleLbl="node1" presStyleIdx="4" presStyleCnt="5">
        <dgm:presLayoutVars>
          <dgm:bulletEnabled val="1"/>
        </dgm:presLayoutVars>
      </dgm:prSet>
      <dgm:spPr/>
    </dgm:pt>
  </dgm:ptLst>
  <dgm:cxnLst>
    <dgm:cxn modelId="{FDB4FC05-950D-427E-9AD7-F56BE20538CD}" type="presOf" srcId="{E9E77475-F0AE-4560-B265-2C10EAF0C896}" destId="{E745A3F5-59D9-45D1-A132-F1D45EEAF09B}" srcOrd="0" destOrd="0" presId="urn:microsoft.com/office/officeart/2005/8/layout/vList3"/>
    <dgm:cxn modelId="{2F081A3B-E489-446C-86E9-D519B64EDEAF}" srcId="{1BE440D8-A8F1-4283-8825-F8DBD1D82325}" destId="{72AE5877-6D6D-42AF-98D7-9C00C3E8C3AE}" srcOrd="1" destOrd="0" parTransId="{B8831FEC-0A51-4796-8E6A-9A5815C86F9D}" sibTransId="{26084F14-6184-4C14-9086-A374E65D28C5}"/>
    <dgm:cxn modelId="{ECB39C5A-7A15-4BF0-8D52-798FE2A870EF}" srcId="{1BE440D8-A8F1-4283-8825-F8DBD1D82325}" destId="{E9E77475-F0AE-4560-B265-2C10EAF0C896}" srcOrd="4" destOrd="0" parTransId="{56C24222-2E1E-4E38-B069-5FEDAB908EA5}" sibTransId="{5F99599F-9703-4625-A62C-4C5F37505B29}"/>
    <dgm:cxn modelId="{7188ECA3-997C-4460-88CF-54F1AB68F7F8}" type="presOf" srcId="{1BE440D8-A8F1-4283-8825-F8DBD1D82325}" destId="{8E406F9D-9865-452F-A9E9-3D7D81371EBC}" srcOrd="0" destOrd="0" presId="urn:microsoft.com/office/officeart/2005/8/layout/vList3"/>
    <dgm:cxn modelId="{869B19AE-B818-4AB9-AF9A-0DA61A70069A}" type="presOf" srcId="{0915BB00-EFB1-4219-96F1-438E6175E1A7}" destId="{BC9D3E7F-C340-4911-B3A4-A13E43C6D94E}" srcOrd="0" destOrd="0" presId="urn:microsoft.com/office/officeart/2005/8/layout/vList3"/>
    <dgm:cxn modelId="{9E460FAF-234B-4A45-85A2-9327F66C34A5}" srcId="{1BE440D8-A8F1-4283-8825-F8DBD1D82325}" destId="{0915BB00-EFB1-4219-96F1-438E6175E1A7}" srcOrd="0" destOrd="0" parTransId="{0D294E67-58F9-4CB6-8CF5-2C3DACD0A515}" sibTransId="{CBCA1A65-E95D-4ABE-8F90-3F639BA182C6}"/>
    <dgm:cxn modelId="{4A83CEB1-E858-4A79-8265-A112344B4A76}" type="presOf" srcId="{72AE5877-6D6D-42AF-98D7-9C00C3E8C3AE}" destId="{7BC2D1F6-11E6-4992-B989-E1CA0A02D858}" srcOrd="0" destOrd="0" presId="urn:microsoft.com/office/officeart/2005/8/layout/vList3"/>
    <dgm:cxn modelId="{E717EBC8-7C35-4F3C-B522-884CDC6CC6BD}" type="presOf" srcId="{C98CAF0C-0F1D-4895-94AD-858D0F62972C}" destId="{FBE6B7C2-4F67-45CA-B6A1-567C866E3BE1}" srcOrd="0" destOrd="0" presId="urn:microsoft.com/office/officeart/2005/8/layout/vList3"/>
    <dgm:cxn modelId="{967102C9-2670-4844-9476-540F49CB5292}" type="presOf" srcId="{814C0AAE-42E8-410B-943A-45179946A198}" destId="{890D50A3-A015-4127-A9D1-91BE0E84DD17}" srcOrd="0" destOrd="0" presId="urn:microsoft.com/office/officeart/2005/8/layout/vList3"/>
    <dgm:cxn modelId="{A99590DC-E695-4999-9DD2-0A5695EB0D5B}" srcId="{1BE440D8-A8F1-4283-8825-F8DBD1D82325}" destId="{C98CAF0C-0F1D-4895-94AD-858D0F62972C}" srcOrd="3" destOrd="0" parTransId="{E7B4785F-C5DD-4262-804B-DA09FDE76711}" sibTransId="{72562F01-E191-4CE4-99C1-487FE740016D}"/>
    <dgm:cxn modelId="{D4AEBEE7-702B-4589-AFB5-014EE9E2628F}" srcId="{1BE440D8-A8F1-4283-8825-F8DBD1D82325}" destId="{814C0AAE-42E8-410B-943A-45179946A198}" srcOrd="2" destOrd="0" parTransId="{39D275BF-7B35-462A-8F5B-465233AFCB47}" sibTransId="{DA6AEAAE-396F-4FF2-B8B0-0004273340CE}"/>
    <dgm:cxn modelId="{D798DBA5-71C3-4F65-86B9-5D43C9E3784B}" type="presParOf" srcId="{8E406F9D-9865-452F-A9E9-3D7D81371EBC}" destId="{3F10DD15-27F0-4615-A6DD-C3620111EC25}" srcOrd="0" destOrd="0" presId="urn:microsoft.com/office/officeart/2005/8/layout/vList3"/>
    <dgm:cxn modelId="{CF7B3450-9B66-499B-A247-F84CF1D34DBD}" type="presParOf" srcId="{3F10DD15-27F0-4615-A6DD-C3620111EC25}" destId="{A9C5B894-65E3-4E45-BF51-FA09BCE8B0DA}" srcOrd="0" destOrd="0" presId="urn:microsoft.com/office/officeart/2005/8/layout/vList3"/>
    <dgm:cxn modelId="{E47BD32F-C8BB-44E8-9099-16D2B82EFCBF}" type="presParOf" srcId="{3F10DD15-27F0-4615-A6DD-C3620111EC25}" destId="{BC9D3E7F-C340-4911-B3A4-A13E43C6D94E}" srcOrd="1" destOrd="0" presId="urn:microsoft.com/office/officeart/2005/8/layout/vList3"/>
    <dgm:cxn modelId="{183317EF-3CA6-450F-9E90-A59589FF7DA3}" type="presParOf" srcId="{8E406F9D-9865-452F-A9E9-3D7D81371EBC}" destId="{74121653-267C-4F72-8CA3-90CD4FCF68EC}" srcOrd="1" destOrd="0" presId="urn:microsoft.com/office/officeart/2005/8/layout/vList3"/>
    <dgm:cxn modelId="{1CB02FB2-7619-46B0-856D-94F9C0036400}" type="presParOf" srcId="{8E406F9D-9865-452F-A9E9-3D7D81371EBC}" destId="{80D4CEAD-CDF8-49B2-BDF8-822917C903C1}" srcOrd="2" destOrd="0" presId="urn:microsoft.com/office/officeart/2005/8/layout/vList3"/>
    <dgm:cxn modelId="{4E9681F7-F546-4798-9AEC-B2A5C2255B3B}" type="presParOf" srcId="{80D4CEAD-CDF8-49B2-BDF8-822917C903C1}" destId="{DAF17C6B-78F9-4D95-A0F0-EC6C2FEB48B8}" srcOrd="0" destOrd="0" presId="urn:microsoft.com/office/officeart/2005/8/layout/vList3"/>
    <dgm:cxn modelId="{55589955-F25E-49FE-A4F6-6B4F195A8E74}" type="presParOf" srcId="{80D4CEAD-CDF8-49B2-BDF8-822917C903C1}" destId="{7BC2D1F6-11E6-4992-B989-E1CA0A02D858}" srcOrd="1" destOrd="0" presId="urn:microsoft.com/office/officeart/2005/8/layout/vList3"/>
    <dgm:cxn modelId="{68E465AD-D50B-41B7-A16F-52C90C643536}" type="presParOf" srcId="{8E406F9D-9865-452F-A9E9-3D7D81371EBC}" destId="{006D2399-D22A-4352-A8CB-92A77D9FD87D}" srcOrd="3" destOrd="0" presId="urn:microsoft.com/office/officeart/2005/8/layout/vList3"/>
    <dgm:cxn modelId="{BCA92A50-9A19-4765-9FA7-13A0D2B0461D}" type="presParOf" srcId="{8E406F9D-9865-452F-A9E9-3D7D81371EBC}" destId="{71471486-0D9E-4D97-8ECF-D07998376008}" srcOrd="4" destOrd="0" presId="urn:microsoft.com/office/officeart/2005/8/layout/vList3"/>
    <dgm:cxn modelId="{8E78A345-4B54-41FE-984D-BD0AA7726865}" type="presParOf" srcId="{71471486-0D9E-4D97-8ECF-D07998376008}" destId="{ED9A6659-D393-40C6-A035-C99E7F2E5B29}" srcOrd="0" destOrd="0" presId="urn:microsoft.com/office/officeart/2005/8/layout/vList3"/>
    <dgm:cxn modelId="{22D5FABA-2D19-4344-BCBE-D62AA86F2342}" type="presParOf" srcId="{71471486-0D9E-4D97-8ECF-D07998376008}" destId="{890D50A3-A015-4127-A9D1-91BE0E84DD17}" srcOrd="1" destOrd="0" presId="urn:microsoft.com/office/officeart/2005/8/layout/vList3"/>
    <dgm:cxn modelId="{FA10CBE7-B319-49E5-A211-1CC4DC026F6F}" type="presParOf" srcId="{8E406F9D-9865-452F-A9E9-3D7D81371EBC}" destId="{1BF610AC-6679-4AEC-AA71-952C9881802E}" srcOrd="5" destOrd="0" presId="urn:microsoft.com/office/officeart/2005/8/layout/vList3"/>
    <dgm:cxn modelId="{DD95F1BC-A46A-4C8D-95F0-E4AC8211A1FC}" type="presParOf" srcId="{8E406F9D-9865-452F-A9E9-3D7D81371EBC}" destId="{0C557D0B-490B-4605-9570-3738E3E363A3}" srcOrd="6" destOrd="0" presId="urn:microsoft.com/office/officeart/2005/8/layout/vList3"/>
    <dgm:cxn modelId="{9A3783C3-E863-4F0F-A149-7AD5CC9C7854}" type="presParOf" srcId="{0C557D0B-490B-4605-9570-3738E3E363A3}" destId="{FB2D5814-3744-4C65-8DBA-67F064DDECD7}" srcOrd="0" destOrd="0" presId="urn:microsoft.com/office/officeart/2005/8/layout/vList3"/>
    <dgm:cxn modelId="{21AD0F12-4893-4D31-95B5-D672D70C2149}" type="presParOf" srcId="{0C557D0B-490B-4605-9570-3738E3E363A3}" destId="{FBE6B7C2-4F67-45CA-B6A1-567C866E3BE1}" srcOrd="1" destOrd="0" presId="urn:microsoft.com/office/officeart/2005/8/layout/vList3"/>
    <dgm:cxn modelId="{D697ACA0-E873-4F27-A9A9-E6D828A3DA0D}" type="presParOf" srcId="{8E406F9D-9865-452F-A9E9-3D7D81371EBC}" destId="{45D4DA31-FBE4-4693-833F-6018E0D3E70B}" srcOrd="7" destOrd="0" presId="urn:microsoft.com/office/officeart/2005/8/layout/vList3"/>
    <dgm:cxn modelId="{36572481-0CC0-4F27-9DF7-39230E0E563C}" type="presParOf" srcId="{8E406F9D-9865-452F-A9E9-3D7D81371EBC}" destId="{AB3878DD-16B1-4D8B-B235-CF31F408A252}" srcOrd="8" destOrd="0" presId="urn:microsoft.com/office/officeart/2005/8/layout/vList3"/>
    <dgm:cxn modelId="{89F6C85F-75DB-433F-9279-FCC40E6F6869}" type="presParOf" srcId="{AB3878DD-16B1-4D8B-B235-CF31F408A252}" destId="{F167A11E-3ACD-431B-9E2F-01783946D1BE}" srcOrd="0" destOrd="0" presId="urn:microsoft.com/office/officeart/2005/8/layout/vList3"/>
    <dgm:cxn modelId="{884F9DCE-9048-4D9A-9A27-8C711FC16F6A}" type="presParOf" srcId="{AB3878DD-16B1-4D8B-B235-CF31F408A252}" destId="{E745A3F5-59D9-45D1-A132-F1D45EEAF09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106F136-5AB4-4498-96E8-35B38200BE3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076C0B-5ABF-48CB-858B-7D68487C8DDD}">
      <dgm:prSet/>
      <dgm:spPr/>
      <dgm:t>
        <a:bodyPr/>
        <a:lstStyle/>
        <a:p>
          <a:r>
            <a:rPr lang="ru-RU" b="0" i="0"/>
            <a:t>М. Руденка.</a:t>
          </a:r>
          <a:endParaRPr lang="uk-UA"/>
        </a:p>
      </dgm:t>
    </dgm:pt>
    <dgm:pt modelId="{C239626D-7FB5-449E-9FD8-1C27DE6FB9B4}" type="parTrans" cxnId="{EC2E1262-027A-4527-A7F3-FD463A8FED51}">
      <dgm:prSet/>
      <dgm:spPr/>
      <dgm:t>
        <a:bodyPr/>
        <a:lstStyle/>
        <a:p>
          <a:endParaRPr lang="uk-UA"/>
        </a:p>
      </dgm:t>
    </dgm:pt>
    <dgm:pt modelId="{4D94CEFE-7BE8-403E-8D53-7D7C013D8D58}" type="sibTrans" cxnId="{EC2E1262-027A-4527-A7F3-FD463A8FED51}">
      <dgm:prSet/>
      <dgm:spPr/>
      <dgm:t>
        <a:bodyPr/>
        <a:lstStyle/>
        <a:p>
          <a:endParaRPr lang="uk-UA"/>
        </a:p>
      </dgm:t>
    </dgm:pt>
    <dgm:pt modelId="{8E5041C9-A31D-4C79-9738-8E1284ADE7F8}">
      <dgm:prSet/>
      <dgm:spPr/>
      <dgm:t>
        <a:bodyPr/>
        <a:lstStyle/>
        <a:p>
          <a:r>
            <a:rPr lang="ru-RU" b="0" i="0"/>
            <a:t>В. Марченка.</a:t>
          </a:r>
          <a:endParaRPr lang="uk-UA"/>
        </a:p>
      </dgm:t>
    </dgm:pt>
    <dgm:pt modelId="{8EAD8AE6-D111-4F35-B080-9741526A02D9}" type="parTrans" cxnId="{EB9E6F01-E4D6-4A23-A844-692C3CB144F2}">
      <dgm:prSet/>
      <dgm:spPr/>
      <dgm:t>
        <a:bodyPr/>
        <a:lstStyle/>
        <a:p>
          <a:endParaRPr lang="uk-UA"/>
        </a:p>
      </dgm:t>
    </dgm:pt>
    <dgm:pt modelId="{14294279-98DB-4B28-A553-C102492A4F1E}" type="sibTrans" cxnId="{EB9E6F01-E4D6-4A23-A844-692C3CB144F2}">
      <dgm:prSet/>
      <dgm:spPr/>
      <dgm:t>
        <a:bodyPr/>
        <a:lstStyle/>
        <a:p>
          <a:endParaRPr lang="uk-UA"/>
        </a:p>
      </dgm:t>
    </dgm:pt>
    <dgm:pt modelId="{32315270-0786-49F0-BDF1-D902E26B5393}">
      <dgm:prSet/>
      <dgm:spPr/>
      <dgm:t>
        <a:bodyPr/>
        <a:lstStyle/>
        <a:p>
          <a:r>
            <a:rPr lang="ru-RU" b="0" i="0"/>
            <a:t>Л. Лук’яненка.</a:t>
          </a:r>
          <a:endParaRPr lang="uk-UA"/>
        </a:p>
      </dgm:t>
    </dgm:pt>
    <dgm:pt modelId="{874F656E-88F0-4512-A93E-6BFD0B49F54F}" type="parTrans" cxnId="{AA7733C2-2E20-4BE4-92F6-C899F532A32F}">
      <dgm:prSet/>
      <dgm:spPr/>
      <dgm:t>
        <a:bodyPr/>
        <a:lstStyle/>
        <a:p>
          <a:endParaRPr lang="uk-UA"/>
        </a:p>
      </dgm:t>
    </dgm:pt>
    <dgm:pt modelId="{8B386FF9-8041-4001-8C42-D446AD160B0A}" type="sibTrans" cxnId="{AA7733C2-2E20-4BE4-92F6-C899F532A32F}">
      <dgm:prSet/>
      <dgm:spPr/>
      <dgm:t>
        <a:bodyPr/>
        <a:lstStyle/>
        <a:p>
          <a:endParaRPr lang="uk-UA"/>
        </a:p>
      </dgm:t>
    </dgm:pt>
    <dgm:pt modelId="{901FF5B4-E6B1-49B3-AD31-8301F398A6F9}">
      <dgm:prSet/>
      <dgm:spPr/>
      <dgm:t>
        <a:bodyPr/>
        <a:lstStyle/>
        <a:p>
          <a:r>
            <a:rPr lang="ru-RU" b="0" i="0"/>
            <a:t>П. Григоренка.</a:t>
          </a:r>
          <a:endParaRPr lang="uk-UA"/>
        </a:p>
      </dgm:t>
    </dgm:pt>
    <dgm:pt modelId="{0BCBF416-3588-4D30-86B9-9717B67733A4}" type="parTrans" cxnId="{87BC2619-49BD-400B-8BDD-3D887D8683D3}">
      <dgm:prSet/>
      <dgm:spPr/>
      <dgm:t>
        <a:bodyPr/>
        <a:lstStyle/>
        <a:p>
          <a:endParaRPr lang="uk-UA"/>
        </a:p>
      </dgm:t>
    </dgm:pt>
    <dgm:pt modelId="{2DA39044-ACB4-47F7-9071-2AD5C57C32A6}" type="sibTrans" cxnId="{87BC2619-49BD-400B-8BDD-3D887D8683D3}">
      <dgm:prSet/>
      <dgm:spPr/>
      <dgm:t>
        <a:bodyPr/>
        <a:lstStyle/>
        <a:p>
          <a:endParaRPr lang="uk-UA"/>
        </a:p>
      </dgm:t>
    </dgm:pt>
    <dgm:pt modelId="{9A51C2AA-0B5A-4B04-8A85-7291E47EAE44}" type="pres">
      <dgm:prSet presAssocID="{2106F136-5AB4-4498-96E8-35B38200BE38}" presName="linearFlow" presStyleCnt="0">
        <dgm:presLayoutVars>
          <dgm:dir/>
          <dgm:resizeHandles val="exact"/>
        </dgm:presLayoutVars>
      </dgm:prSet>
      <dgm:spPr/>
    </dgm:pt>
    <dgm:pt modelId="{C7C86C23-0C6C-400D-837D-3D934F512999}" type="pres">
      <dgm:prSet presAssocID="{41076C0B-5ABF-48CB-858B-7D68487C8DDD}" presName="composite" presStyleCnt="0"/>
      <dgm:spPr/>
    </dgm:pt>
    <dgm:pt modelId="{B5A2A107-C09E-4FAF-AF05-02A9C2EC9329}" type="pres">
      <dgm:prSet presAssocID="{41076C0B-5ABF-48CB-858B-7D68487C8DDD}" presName="imgShp" presStyleLbl="fgImgPlace1" presStyleIdx="0" presStyleCnt="4"/>
      <dgm:spPr/>
    </dgm:pt>
    <dgm:pt modelId="{C800AA3F-6921-4011-A822-E1164DD18BB8}" type="pres">
      <dgm:prSet presAssocID="{41076C0B-5ABF-48CB-858B-7D68487C8DDD}" presName="txShp" presStyleLbl="node1" presStyleIdx="0" presStyleCnt="4">
        <dgm:presLayoutVars>
          <dgm:bulletEnabled val="1"/>
        </dgm:presLayoutVars>
      </dgm:prSet>
      <dgm:spPr/>
    </dgm:pt>
    <dgm:pt modelId="{1C010A8D-7FEB-43D4-9644-2588FAD011BC}" type="pres">
      <dgm:prSet presAssocID="{4D94CEFE-7BE8-403E-8D53-7D7C013D8D58}" presName="spacing" presStyleCnt="0"/>
      <dgm:spPr/>
    </dgm:pt>
    <dgm:pt modelId="{CAB30CFB-507C-41E5-8B8E-460CE70F71DC}" type="pres">
      <dgm:prSet presAssocID="{8E5041C9-A31D-4C79-9738-8E1284ADE7F8}" presName="composite" presStyleCnt="0"/>
      <dgm:spPr/>
    </dgm:pt>
    <dgm:pt modelId="{B5EDA8C7-FEA3-402F-B1EE-10AA03113ED5}" type="pres">
      <dgm:prSet presAssocID="{8E5041C9-A31D-4C79-9738-8E1284ADE7F8}" presName="imgShp" presStyleLbl="fgImgPlace1" presStyleIdx="1" presStyleCnt="4"/>
      <dgm:spPr/>
    </dgm:pt>
    <dgm:pt modelId="{49064E48-FD49-4D0C-A0E3-8214F9BB140F}" type="pres">
      <dgm:prSet presAssocID="{8E5041C9-A31D-4C79-9738-8E1284ADE7F8}" presName="txShp" presStyleLbl="node1" presStyleIdx="1" presStyleCnt="4">
        <dgm:presLayoutVars>
          <dgm:bulletEnabled val="1"/>
        </dgm:presLayoutVars>
      </dgm:prSet>
      <dgm:spPr/>
    </dgm:pt>
    <dgm:pt modelId="{6B262F12-9DD8-4FBC-957A-5E0CFC79421D}" type="pres">
      <dgm:prSet presAssocID="{14294279-98DB-4B28-A553-C102492A4F1E}" presName="spacing" presStyleCnt="0"/>
      <dgm:spPr/>
    </dgm:pt>
    <dgm:pt modelId="{3EC4E7A0-19A8-42E3-9038-7F1FBC07E187}" type="pres">
      <dgm:prSet presAssocID="{32315270-0786-49F0-BDF1-D902E26B5393}" presName="composite" presStyleCnt="0"/>
      <dgm:spPr/>
    </dgm:pt>
    <dgm:pt modelId="{30232436-0BF6-47E1-B4E7-CCBFF6BED4B2}" type="pres">
      <dgm:prSet presAssocID="{32315270-0786-49F0-BDF1-D902E26B5393}" presName="imgShp" presStyleLbl="fgImgPlace1" presStyleIdx="2" presStyleCnt="4"/>
      <dgm:spPr/>
    </dgm:pt>
    <dgm:pt modelId="{3D0B8594-9B41-48CE-BC81-F78BEDBBC90F}" type="pres">
      <dgm:prSet presAssocID="{32315270-0786-49F0-BDF1-D902E26B5393}" presName="txShp" presStyleLbl="node1" presStyleIdx="2" presStyleCnt="4">
        <dgm:presLayoutVars>
          <dgm:bulletEnabled val="1"/>
        </dgm:presLayoutVars>
      </dgm:prSet>
      <dgm:spPr/>
    </dgm:pt>
    <dgm:pt modelId="{7E0A5074-109A-4D3B-941E-8003887837D5}" type="pres">
      <dgm:prSet presAssocID="{8B386FF9-8041-4001-8C42-D446AD160B0A}" presName="spacing" presStyleCnt="0"/>
      <dgm:spPr/>
    </dgm:pt>
    <dgm:pt modelId="{42FCAC02-BE66-4982-8175-D33570B1ADEF}" type="pres">
      <dgm:prSet presAssocID="{901FF5B4-E6B1-49B3-AD31-8301F398A6F9}" presName="composite" presStyleCnt="0"/>
      <dgm:spPr/>
    </dgm:pt>
    <dgm:pt modelId="{F48DC202-599E-40F0-A35C-70214E2104A2}" type="pres">
      <dgm:prSet presAssocID="{901FF5B4-E6B1-49B3-AD31-8301F398A6F9}" presName="imgShp" presStyleLbl="fgImgPlace1" presStyleIdx="3" presStyleCnt="4"/>
      <dgm:spPr/>
    </dgm:pt>
    <dgm:pt modelId="{048DA805-DCEB-46F8-BCEA-B3E0A7D46FE8}" type="pres">
      <dgm:prSet presAssocID="{901FF5B4-E6B1-49B3-AD31-8301F398A6F9}" presName="txShp" presStyleLbl="node1" presStyleIdx="3" presStyleCnt="4">
        <dgm:presLayoutVars>
          <dgm:bulletEnabled val="1"/>
        </dgm:presLayoutVars>
      </dgm:prSet>
      <dgm:spPr/>
    </dgm:pt>
  </dgm:ptLst>
  <dgm:cxnLst>
    <dgm:cxn modelId="{EB9E6F01-E4D6-4A23-A844-692C3CB144F2}" srcId="{2106F136-5AB4-4498-96E8-35B38200BE38}" destId="{8E5041C9-A31D-4C79-9738-8E1284ADE7F8}" srcOrd="1" destOrd="0" parTransId="{8EAD8AE6-D111-4F35-B080-9741526A02D9}" sibTransId="{14294279-98DB-4B28-A553-C102492A4F1E}"/>
    <dgm:cxn modelId="{8C51510A-C87B-43EE-A3E6-19888CB03E3C}" type="presOf" srcId="{32315270-0786-49F0-BDF1-D902E26B5393}" destId="{3D0B8594-9B41-48CE-BC81-F78BEDBBC90F}" srcOrd="0" destOrd="0" presId="urn:microsoft.com/office/officeart/2005/8/layout/vList3"/>
    <dgm:cxn modelId="{87BC2619-49BD-400B-8BDD-3D887D8683D3}" srcId="{2106F136-5AB4-4498-96E8-35B38200BE38}" destId="{901FF5B4-E6B1-49B3-AD31-8301F398A6F9}" srcOrd="3" destOrd="0" parTransId="{0BCBF416-3588-4D30-86B9-9717B67733A4}" sibTransId="{2DA39044-ACB4-47F7-9071-2AD5C57C32A6}"/>
    <dgm:cxn modelId="{8374945E-DDFC-413E-936E-0E3FC552FB8D}" type="presOf" srcId="{2106F136-5AB4-4498-96E8-35B38200BE38}" destId="{9A51C2AA-0B5A-4B04-8A85-7291E47EAE44}" srcOrd="0" destOrd="0" presId="urn:microsoft.com/office/officeart/2005/8/layout/vList3"/>
    <dgm:cxn modelId="{14CB5141-B0AD-4EBB-8564-815DB5159B65}" type="presOf" srcId="{8E5041C9-A31D-4C79-9738-8E1284ADE7F8}" destId="{49064E48-FD49-4D0C-A0E3-8214F9BB140F}" srcOrd="0" destOrd="0" presId="urn:microsoft.com/office/officeart/2005/8/layout/vList3"/>
    <dgm:cxn modelId="{EC2E1262-027A-4527-A7F3-FD463A8FED51}" srcId="{2106F136-5AB4-4498-96E8-35B38200BE38}" destId="{41076C0B-5ABF-48CB-858B-7D68487C8DDD}" srcOrd="0" destOrd="0" parTransId="{C239626D-7FB5-449E-9FD8-1C27DE6FB9B4}" sibTransId="{4D94CEFE-7BE8-403E-8D53-7D7C013D8D58}"/>
    <dgm:cxn modelId="{997B2052-910E-4F61-8C77-0A96C564C2B3}" type="presOf" srcId="{41076C0B-5ABF-48CB-858B-7D68487C8DDD}" destId="{C800AA3F-6921-4011-A822-E1164DD18BB8}" srcOrd="0" destOrd="0" presId="urn:microsoft.com/office/officeart/2005/8/layout/vList3"/>
    <dgm:cxn modelId="{BEF1877B-4902-499F-AA12-41C6889B717A}" type="presOf" srcId="{901FF5B4-E6B1-49B3-AD31-8301F398A6F9}" destId="{048DA805-DCEB-46F8-BCEA-B3E0A7D46FE8}" srcOrd="0" destOrd="0" presId="urn:microsoft.com/office/officeart/2005/8/layout/vList3"/>
    <dgm:cxn modelId="{AA7733C2-2E20-4BE4-92F6-C899F532A32F}" srcId="{2106F136-5AB4-4498-96E8-35B38200BE38}" destId="{32315270-0786-49F0-BDF1-D902E26B5393}" srcOrd="2" destOrd="0" parTransId="{874F656E-88F0-4512-A93E-6BFD0B49F54F}" sibTransId="{8B386FF9-8041-4001-8C42-D446AD160B0A}"/>
    <dgm:cxn modelId="{C09E9BAF-9A86-4016-8430-530246B1F803}" type="presParOf" srcId="{9A51C2AA-0B5A-4B04-8A85-7291E47EAE44}" destId="{C7C86C23-0C6C-400D-837D-3D934F512999}" srcOrd="0" destOrd="0" presId="urn:microsoft.com/office/officeart/2005/8/layout/vList3"/>
    <dgm:cxn modelId="{6CA9FBB3-FAED-464E-A058-593E38393DA2}" type="presParOf" srcId="{C7C86C23-0C6C-400D-837D-3D934F512999}" destId="{B5A2A107-C09E-4FAF-AF05-02A9C2EC9329}" srcOrd="0" destOrd="0" presId="urn:microsoft.com/office/officeart/2005/8/layout/vList3"/>
    <dgm:cxn modelId="{C109C4FD-8C2C-4E11-A0B9-5ABC55289D25}" type="presParOf" srcId="{C7C86C23-0C6C-400D-837D-3D934F512999}" destId="{C800AA3F-6921-4011-A822-E1164DD18BB8}" srcOrd="1" destOrd="0" presId="urn:microsoft.com/office/officeart/2005/8/layout/vList3"/>
    <dgm:cxn modelId="{09753208-2462-44B8-ABD1-822CE58561A3}" type="presParOf" srcId="{9A51C2AA-0B5A-4B04-8A85-7291E47EAE44}" destId="{1C010A8D-7FEB-43D4-9644-2588FAD011BC}" srcOrd="1" destOrd="0" presId="urn:microsoft.com/office/officeart/2005/8/layout/vList3"/>
    <dgm:cxn modelId="{CB90B272-53FF-4C88-8639-FC3C486D2924}" type="presParOf" srcId="{9A51C2AA-0B5A-4B04-8A85-7291E47EAE44}" destId="{CAB30CFB-507C-41E5-8B8E-460CE70F71DC}" srcOrd="2" destOrd="0" presId="urn:microsoft.com/office/officeart/2005/8/layout/vList3"/>
    <dgm:cxn modelId="{D4B68CE0-E2AF-4DA7-BD90-4D40DA41A1D7}" type="presParOf" srcId="{CAB30CFB-507C-41E5-8B8E-460CE70F71DC}" destId="{B5EDA8C7-FEA3-402F-B1EE-10AA03113ED5}" srcOrd="0" destOrd="0" presId="urn:microsoft.com/office/officeart/2005/8/layout/vList3"/>
    <dgm:cxn modelId="{3E8891C7-3122-4BA4-BF79-FD7E14C37FD7}" type="presParOf" srcId="{CAB30CFB-507C-41E5-8B8E-460CE70F71DC}" destId="{49064E48-FD49-4D0C-A0E3-8214F9BB140F}" srcOrd="1" destOrd="0" presId="urn:microsoft.com/office/officeart/2005/8/layout/vList3"/>
    <dgm:cxn modelId="{7E92D77F-87C2-43BC-84ED-A6A6FA3AC243}" type="presParOf" srcId="{9A51C2AA-0B5A-4B04-8A85-7291E47EAE44}" destId="{6B262F12-9DD8-4FBC-957A-5E0CFC79421D}" srcOrd="3" destOrd="0" presId="urn:microsoft.com/office/officeart/2005/8/layout/vList3"/>
    <dgm:cxn modelId="{1AE0E3A6-06F9-4477-ABD1-2A92E887CF7E}" type="presParOf" srcId="{9A51C2AA-0B5A-4B04-8A85-7291E47EAE44}" destId="{3EC4E7A0-19A8-42E3-9038-7F1FBC07E187}" srcOrd="4" destOrd="0" presId="urn:microsoft.com/office/officeart/2005/8/layout/vList3"/>
    <dgm:cxn modelId="{62DF2F5B-4AAC-4EA8-B1E3-E33E6E56758B}" type="presParOf" srcId="{3EC4E7A0-19A8-42E3-9038-7F1FBC07E187}" destId="{30232436-0BF6-47E1-B4E7-CCBFF6BED4B2}" srcOrd="0" destOrd="0" presId="urn:microsoft.com/office/officeart/2005/8/layout/vList3"/>
    <dgm:cxn modelId="{C20D72A8-1782-44B0-BDF8-A05A04754409}" type="presParOf" srcId="{3EC4E7A0-19A8-42E3-9038-7F1FBC07E187}" destId="{3D0B8594-9B41-48CE-BC81-F78BEDBBC90F}" srcOrd="1" destOrd="0" presId="urn:microsoft.com/office/officeart/2005/8/layout/vList3"/>
    <dgm:cxn modelId="{929E824F-1C21-4750-9193-A627CDDFFE57}" type="presParOf" srcId="{9A51C2AA-0B5A-4B04-8A85-7291E47EAE44}" destId="{7E0A5074-109A-4D3B-941E-8003887837D5}" srcOrd="5" destOrd="0" presId="urn:microsoft.com/office/officeart/2005/8/layout/vList3"/>
    <dgm:cxn modelId="{5909B9D8-5DFB-41D6-B713-6611FFA87DBE}" type="presParOf" srcId="{9A51C2AA-0B5A-4B04-8A85-7291E47EAE44}" destId="{42FCAC02-BE66-4982-8175-D33570B1ADEF}" srcOrd="6" destOrd="0" presId="urn:microsoft.com/office/officeart/2005/8/layout/vList3"/>
    <dgm:cxn modelId="{5F689052-245D-404B-9915-B967A06FB417}" type="presParOf" srcId="{42FCAC02-BE66-4982-8175-D33570B1ADEF}" destId="{F48DC202-599E-40F0-A35C-70214E2104A2}" srcOrd="0" destOrd="0" presId="urn:microsoft.com/office/officeart/2005/8/layout/vList3"/>
    <dgm:cxn modelId="{943E036A-B347-40ED-B22E-26840320B506}" type="presParOf" srcId="{42FCAC02-BE66-4982-8175-D33570B1ADEF}" destId="{048DA805-DCEB-46F8-BCEA-B3E0A7D46FE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82F0EAF-D7B5-4068-86CC-52C9834C625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10C1357-87A0-4E67-B8AB-D6676D4ED57B}">
      <dgm:prSet/>
      <dgm:spPr/>
      <dgm:t>
        <a:bodyPr/>
        <a:lstStyle/>
        <a:p>
          <a:r>
            <a:rPr lang="uk-UA" b="0" i="0"/>
            <a:t>відмова від ідеологічного диктату</a:t>
          </a:r>
          <a:endParaRPr lang="uk-UA"/>
        </a:p>
      </dgm:t>
    </dgm:pt>
    <dgm:pt modelId="{70F1C17E-04FD-4E1A-B639-DB9D1FF7BD7C}" type="parTrans" cxnId="{5AF6AC15-A6A2-42C2-A4B0-ACDF67E81FB8}">
      <dgm:prSet/>
      <dgm:spPr/>
      <dgm:t>
        <a:bodyPr/>
        <a:lstStyle/>
        <a:p>
          <a:endParaRPr lang="uk-UA"/>
        </a:p>
      </dgm:t>
    </dgm:pt>
    <dgm:pt modelId="{E0B9DC48-DF41-4CBF-825B-CE289D4FCADB}" type="sibTrans" cxnId="{5AF6AC15-A6A2-42C2-A4B0-ACDF67E81FB8}">
      <dgm:prSet/>
      <dgm:spPr/>
      <dgm:t>
        <a:bodyPr/>
        <a:lstStyle/>
        <a:p>
          <a:endParaRPr lang="uk-UA"/>
        </a:p>
      </dgm:t>
    </dgm:pt>
    <dgm:pt modelId="{8903E147-B234-44A4-A243-2D0EC7FF5153}">
      <dgm:prSet/>
      <dgm:spPr/>
      <dgm:t>
        <a:bodyPr/>
        <a:lstStyle/>
        <a:p>
          <a:r>
            <a:rPr lang="uk-UA" b="0" i="0"/>
            <a:t>згортання політики русифікації</a:t>
          </a:r>
          <a:endParaRPr lang="uk-UA"/>
        </a:p>
      </dgm:t>
    </dgm:pt>
    <dgm:pt modelId="{B87FBA49-ABB3-4D7A-8E07-100779854FAA}" type="parTrans" cxnId="{ECB810D6-E98E-4FD5-A2FC-5E1002BD47A3}">
      <dgm:prSet/>
      <dgm:spPr/>
      <dgm:t>
        <a:bodyPr/>
        <a:lstStyle/>
        <a:p>
          <a:endParaRPr lang="uk-UA"/>
        </a:p>
      </dgm:t>
    </dgm:pt>
    <dgm:pt modelId="{355EA2CE-FF53-4183-973F-EBBAE33F739A}" type="sibTrans" cxnId="{ECB810D6-E98E-4FD5-A2FC-5E1002BD47A3}">
      <dgm:prSet/>
      <dgm:spPr/>
      <dgm:t>
        <a:bodyPr/>
        <a:lstStyle/>
        <a:p>
          <a:endParaRPr lang="uk-UA"/>
        </a:p>
      </dgm:t>
    </dgm:pt>
    <dgm:pt modelId="{EBFCB878-41B2-4266-B2C3-0FDE5EB327E6}">
      <dgm:prSet/>
      <dgm:spPr/>
      <dgm:t>
        <a:bodyPr/>
        <a:lstStyle/>
        <a:p>
          <a:r>
            <a:rPr lang="uk-UA" b="0" i="0"/>
            <a:t>припинення атеїстичної пропаганди</a:t>
          </a:r>
          <a:endParaRPr lang="uk-UA"/>
        </a:p>
      </dgm:t>
    </dgm:pt>
    <dgm:pt modelId="{54FC9231-31DA-4A38-9547-87C6F01275AB}" type="parTrans" cxnId="{2CC96EA7-2855-4FB0-A529-69E3DA7188D9}">
      <dgm:prSet/>
      <dgm:spPr/>
      <dgm:t>
        <a:bodyPr/>
        <a:lstStyle/>
        <a:p>
          <a:endParaRPr lang="uk-UA"/>
        </a:p>
      </dgm:t>
    </dgm:pt>
    <dgm:pt modelId="{F269DB44-A8CC-4DCB-A29F-964D73135E72}" type="sibTrans" cxnId="{2CC96EA7-2855-4FB0-A529-69E3DA7188D9}">
      <dgm:prSet/>
      <dgm:spPr/>
      <dgm:t>
        <a:bodyPr/>
        <a:lstStyle/>
        <a:p>
          <a:endParaRPr lang="uk-UA"/>
        </a:p>
      </dgm:t>
    </dgm:pt>
    <dgm:pt modelId="{F1536642-3B6F-4040-AE1F-D1713BFAB253}">
      <dgm:prSet/>
      <dgm:spPr/>
      <dgm:t>
        <a:bodyPr/>
        <a:lstStyle/>
        <a:p>
          <a:r>
            <a:rPr lang="uk-UA" b="0" i="0"/>
            <a:t>зародження дисидентського руху</a:t>
          </a:r>
          <a:endParaRPr lang="uk-UA"/>
        </a:p>
      </dgm:t>
    </dgm:pt>
    <dgm:pt modelId="{0A4C9610-55F5-4E0E-8253-899FF7208F8F}" type="parTrans" cxnId="{0F24ADB6-96DB-461F-97E6-CBCA7FC48586}">
      <dgm:prSet/>
      <dgm:spPr/>
      <dgm:t>
        <a:bodyPr/>
        <a:lstStyle/>
        <a:p>
          <a:endParaRPr lang="uk-UA"/>
        </a:p>
      </dgm:t>
    </dgm:pt>
    <dgm:pt modelId="{596F3FDC-4D4C-4608-A88D-4BFB3EB44D5F}" type="sibTrans" cxnId="{0F24ADB6-96DB-461F-97E6-CBCA7FC48586}">
      <dgm:prSet/>
      <dgm:spPr/>
      <dgm:t>
        <a:bodyPr/>
        <a:lstStyle/>
        <a:p>
          <a:endParaRPr lang="uk-UA"/>
        </a:p>
      </dgm:t>
    </dgm:pt>
    <dgm:pt modelId="{69C92E33-1AE4-4F44-9613-9D18D24EE0B2}" type="pres">
      <dgm:prSet presAssocID="{C82F0EAF-D7B5-4068-86CC-52C9834C625B}" presName="linearFlow" presStyleCnt="0">
        <dgm:presLayoutVars>
          <dgm:dir/>
          <dgm:resizeHandles val="exact"/>
        </dgm:presLayoutVars>
      </dgm:prSet>
      <dgm:spPr/>
    </dgm:pt>
    <dgm:pt modelId="{880BD458-7158-4498-A451-D5722EE0B769}" type="pres">
      <dgm:prSet presAssocID="{B10C1357-87A0-4E67-B8AB-D6676D4ED57B}" presName="composite" presStyleCnt="0"/>
      <dgm:spPr/>
    </dgm:pt>
    <dgm:pt modelId="{7F7CC593-E8F8-4386-8C06-14E9ED43E2FA}" type="pres">
      <dgm:prSet presAssocID="{B10C1357-87A0-4E67-B8AB-D6676D4ED57B}" presName="imgShp" presStyleLbl="fgImgPlace1" presStyleIdx="0" presStyleCnt="4"/>
      <dgm:spPr/>
    </dgm:pt>
    <dgm:pt modelId="{AB93490A-F4B8-431A-AC53-FA1CACA46FD6}" type="pres">
      <dgm:prSet presAssocID="{B10C1357-87A0-4E67-B8AB-D6676D4ED57B}" presName="txShp" presStyleLbl="node1" presStyleIdx="0" presStyleCnt="4">
        <dgm:presLayoutVars>
          <dgm:bulletEnabled val="1"/>
        </dgm:presLayoutVars>
      </dgm:prSet>
      <dgm:spPr/>
    </dgm:pt>
    <dgm:pt modelId="{795C0659-655F-4ABA-8BCB-BFF56DEAF120}" type="pres">
      <dgm:prSet presAssocID="{E0B9DC48-DF41-4CBF-825B-CE289D4FCADB}" presName="spacing" presStyleCnt="0"/>
      <dgm:spPr/>
    </dgm:pt>
    <dgm:pt modelId="{2F2D232B-D40B-4252-AF7B-2FBCC15961CC}" type="pres">
      <dgm:prSet presAssocID="{8903E147-B234-44A4-A243-2D0EC7FF5153}" presName="composite" presStyleCnt="0"/>
      <dgm:spPr/>
    </dgm:pt>
    <dgm:pt modelId="{92D9F30A-8501-44CF-807C-144E5788C2F7}" type="pres">
      <dgm:prSet presAssocID="{8903E147-B234-44A4-A243-2D0EC7FF5153}" presName="imgShp" presStyleLbl="fgImgPlace1" presStyleIdx="1" presStyleCnt="4"/>
      <dgm:spPr/>
    </dgm:pt>
    <dgm:pt modelId="{D0F2B9C5-DA36-454C-BAB1-70454C613F84}" type="pres">
      <dgm:prSet presAssocID="{8903E147-B234-44A4-A243-2D0EC7FF5153}" presName="txShp" presStyleLbl="node1" presStyleIdx="1" presStyleCnt="4">
        <dgm:presLayoutVars>
          <dgm:bulletEnabled val="1"/>
        </dgm:presLayoutVars>
      </dgm:prSet>
      <dgm:spPr/>
    </dgm:pt>
    <dgm:pt modelId="{1D0D3483-B957-44CE-9C51-FCDBCDBF0D7A}" type="pres">
      <dgm:prSet presAssocID="{355EA2CE-FF53-4183-973F-EBBAE33F739A}" presName="spacing" presStyleCnt="0"/>
      <dgm:spPr/>
    </dgm:pt>
    <dgm:pt modelId="{2320DB5F-15A6-4850-A7D9-C51EDBF63C7C}" type="pres">
      <dgm:prSet presAssocID="{EBFCB878-41B2-4266-B2C3-0FDE5EB327E6}" presName="composite" presStyleCnt="0"/>
      <dgm:spPr/>
    </dgm:pt>
    <dgm:pt modelId="{7F35D701-37FA-4D01-8B0F-BCC557236B2A}" type="pres">
      <dgm:prSet presAssocID="{EBFCB878-41B2-4266-B2C3-0FDE5EB327E6}" presName="imgShp" presStyleLbl="fgImgPlace1" presStyleIdx="2" presStyleCnt="4"/>
      <dgm:spPr/>
    </dgm:pt>
    <dgm:pt modelId="{0E3123DA-8B46-475E-BEF2-3A1A41D85ED6}" type="pres">
      <dgm:prSet presAssocID="{EBFCB878-41B2-4266-B2C3-0FDE5EB327E6}" presName="txShp" presStyleLbl="node1" presStyleIdx="2" presStyleCnt="4">
        <dgm:presLayoutVars>
          <dgm:bulletEnabled val="1"/>
        </dgm:presLayoutVars>
      </dgm:prSet>
      <dgm:spPr/>
    </dgm:pt>
    <dgm:pt modelId="{1CAAA9F3-B646-4952-811F-879AC6FCBC27}" type="pres">
      <dgm:prSet presAssocID="{F269DB44-A8CC-4DCB-A29F-964D73135E72}" presName="spacing" presStyleCnt="0"/>
      <dgm:spPr/>
    </dgm:pt>
    <dgm:pt modelId="{3D9F91E5-21D9-4A59-B6DE-4FAB8DE60031}" type="pres">
      <dgm:prSet presAssocID="{F1536642-3B6F-4040-AE1F-D1713BFAB253}" presName="composite" presStyleCnt="0"/>
      <dgm:spPr/>
    </dgm:pt>
    <dgm:pt modelId="{0008E712-B6BE-4F16-B280-50745DAC0085}" type="pres">
      <dgm:prSet presAssocID="{F1536642-3B6F-4040-AE1F-D1713BFAB253}" presName="imgShp" presStyleLbl="fgImgPlace1" presStyleIdx="3" presStyleCnt="4"/>
      <dgm:spPr/>
    </dgm:pt>
    <dgm:pt modelId="{CAFADCFE-D82F-433E-ACE8-69A777F6B500}" type="pres">
      <dgm:prSet presAssocID="{F1536642-3B6F-4040-AE1F-D1713BFAB253}" presName="txShp" presStyleLbl="node1" presStyleIdx="3" presStyleCnt="4">
        <dgm:presLayoutVars>
          <dgm:bulletEnabled val="1"/>
        </dgm:presLayoutVars>
      </dgm:prSet>
      <dgm:spPr/>
    </dgm:pt>
  </dgm:ptLst>
  <dgm:cxnLst>
    <dgm:cxn modelId="{5AF6AC15-A6A2-42C2-A4B0-ACDF67E81FB8}" srcId="{C82F0EAF-D7B5-4068-86CC-52C9834C625B}" destId="{B10C1357-87A0-4E67-B8AB-D6676D4ED57B}" srcOrd="0" destOrd="0" parTransId="{70F1C17E-04FD-4E1A-B639-DB9D1FF7BD7C}" sibTransId="{E0B9DC48-DF41-4CBF-825B-CE289D4FCADB}"/>
    <dgm:cxn modelId="{AB984F27-911A-4CBB-8DB0-7E2DA70A72F7}" type="presOf" srcId="{EBFCB878-41B2-4266-B2C3-0FDE5EB327E6}" destId="{0E3123DA-8B46-475E-BEF2-3A1A41D85ED6}" srcOrd="0" destOrd="0" presId="urn:microsoft.com/office/officeart/2005/8/layout/vList3"/>
    <dgm:cxn modelId="{D02FAC2C-8FD5-45E1-BB82-41FF02F600A0}" type="presOf" srcId="{F1536642-3B6F-4040-AE1F-D1713BFAB253}" destId="{CAFADCFE-D82F-433E-ACE8-69A777F6B500}" srcOrd="0" destOrd="0" presId="urn:microsoft.com/office/officeart/2005/8/layout/vList3"/>
    <dgm:cxn modelId="{EB590F50-6D50-4B0A-90AC-9EAA91D5CFDB}" type="presOf" srcId="{B10C1357-87A0-4E67-B8AB-D6676D4ED57B}" destId="{AB93490A-F4B8-431A-AC53-FA1CACA46FD6}" srcOrd="0" destOrd="0" presId="urn:microsoft.com/office/officeart/2005/8/layout/vList3"/>
    <dgm:cxn modelId="{2CC96EA7-2855-4FB0-A529-69E3DA7188D9}" srcId="{C82F0EAF-D7B5-4068-86CC-52C9834C625B}" destId="{EBFCB878-41B2-4266-B2C3-0FDE5EB327E6}" srcOrd="2" destOrd="0" parTransId="{54FC9231-31DA-4A38-9547-87C6F01275AB}" sibTransId="{F269DB44-A8CC-4DCB-A29F-964D73135E72}"/>
    <dgm:cxn modelId="{54136FB0-4296-4F17-BAD7-E4CCB3A3DCAA}" type="presOf" srcId="{8903E147-B234-44A4-A243-2D0EC7FF5153}" destId="{D0F2B9C5-DA36-454C-BAB1-70454C613F84}" srcOrd="0" destOrd="0" presId="urn:microsoft.com/office/officeart/2005/8/layout/vList3"/>
    <dgm:cxn modelId="{7DE96CB5-E0E6-4CCA-AAB2-EDF34A745F9F}" type="presOf" srcId="{C82F0EAF-D7B5-4068-86CC-52C9834C625B}" destId="{69C92E33-1AE4-4F44-9613-9D18D24EE0B2}" srcOrd="0" destOrd="0" presId="urn:microsoft.com/office/officeart/2005/8/layout/vList3"/>
    <dgm:cxn modelId="{0F24ADB6-96DB-461F-97E6-CBCA7FC48586}" srcId="{C82F0EAF-D7B5-4068-86CC-52C9834C625B}" destId="{F1536642-3B6F-4040-AE1F-D1713BFAB253}" srcOrd="3" destOrd="0" parTransId="{0A4C9610-55F5-4E0E-8253-899FF7208F8F}" sibTransId="{596F3FDC-4D4C-4608-A88D-4BFB3EB44D5F}"/>
    <dgm:cxn modelId="{ECB810D6-E98E-4FD5-A2FC-5E1002BD47A3}" srcId="{C82F0EAF-D7B5-4068-86CC-52C9834C625B}" destId="{8903E147-B234-44A4-A243-2D0EC7FF5153}" srcOrd="1" destOrd="0" parTransId="{B87FBA49-ABB3-4D7A-8E07-100779854FAA}" sibTransId="{355EA2CE-FF53-4183-973F-EBBAE33F739A}"/>
    <dgm:cxn modelId="{BCFBCF38-6D1F-4D19-9847-698AB0C239F7}" type="presParOf" srcId="{69C92E33-1AE4-4F44-9613-9D18D24EE0B2}" destId="{880BD458-7158-4498-A451-D5722EE0B769}" srcOrd="0" destOrd="0" presId="urn:microsoft.com/office/officeart/2005/8/layout/vList3"/>
    <dgm:cxn modelId="{CA1BD157-0734-4FCD-89CF-CF63D5F9125A}" type="presParOf" srcId="{880BD458-7158-4498-A451-D5722EE0B769}" destId="{7F7CC593-E8F8-4386-8C06-14E9ED43E2FA}" srcOrd="0" destOrd="0" presId="urn:microsoft.com/office/officeart/2005/8/layout/vList3"/>
    <dgm:cxn modelId="{96267AB9-3F69-49B3-9386-82A61A2EB0D2}" type="presParOf" srcId="{880BD458-7158-4498-A451-D5722EE0B769}" destId="{AB93490A-F4B8-431A-AC53-FA1CACA46FD6}" srcOrd="1" destOrd="0" presId="urn:microsoft.com/office/officeart/2005/8/layout/vList3"/>
    <dgm:cxn modelId="{AD851588-06D8-48FC-BC97-411A00B69607}" type="presParOf" srcId="{69C92E33-1AE4-4F44-9613-9D18D24EE0B2}" destId="{795C0659-655F-4ABA-8BCB-BFF56DEAF120}" srcOrd="1" destOrd="0" presId="urn:microsoft.com/office/officeart/2005/8/layout/vList3"/>
    <dgm:cxn modelId="{880573BB-D3EC-499A-B9DC-BA6E20A98FFE}" type="presParOf" srcId="{69C92E33-1AE4-4F44-9613-9D18D24EE0B2}" destId="{2F2D232B-D40B-4252-AF7B-2FBCC15961CC}" srcOrd="2" destOrd="0" presId="urn:microsoft.com/office/officeart/2005/8/layout/vList3"/>
    <dgm:cxn modelId="{7776B897-BEB1-444C-AB78-3CEB6DB3D4E9}" type="presParOf" srcId="{2F2D232B-D40B-4252-AF7B-2FBCC15961CC}" destId="{92D9F30A-8501-44CF-807C-144E5788C2F7}" srcOrd="0" destOrd="0" presId="urn:microsoft.com/office/officeart/2005/8/layout/vList3"/>
    <dgm:cxn modelId="{3D8CBE37-39DE-42F9-B142-D6B880E34084}" type="presParOf" srcId="{2F2D232B-D40B-4252-AF7B-2FBCC15961CC}" destId="{D0F2B9C5-DA36-454C-BAB1-70454C613F84}" srcOrd="1" destOrd="0" presId="urn:microsoft.com/office/officeart/2005/8/layout/vList3"/>
    <dgm:cxn modelId="{0481ABD8-822A-422A-8A27-F9AB6C256C75}" type="presParOf" srcId="{69C92E33-1AE4-4F44-9613-9D18D24EE0B2}" destId="{1D0D3483-B957-44CE-9C51-FCDBCDBF0D7A}" srcOrd="3" destOrd="0" presId="urn:microsoft.com/office/officeart/2005/8/layout/vList3"/>
    <dgm:cxn modelId="{E24F496E-BA34-4C98-95C6-7094BA06B455}" type="presParOf" srcId="{69C92E33-1AE4-4F44-9613-9D18D24EE0B2}" destId="{2320DB5F-15A6-4850-A7D9-C51EDBF63C7C}" srcOrd="4" destOrd="0" presId="urn:microsoft.com/office/officeart/2005/8/layout/vList3"/>
    <dgm:cxn modelId="{F5413260-18A8-46C6-81EE-2986202E1DA9}" type="presParOf" srcId="{2320DB5F-15A6-4850-A7D9-C51EDBF63C7C}" destId="{7F35D701-37FA-4D01-8B0F-BCC557236B2A}" srcOrd="0" destOrd="0" presId="urn:microsoft.com/office/officeart/2005/8/layout/vList3"/>
    <dgm:cxn modelId="{BA902902-F762-416E-AA41-8DFA11D41860}" type="presParOf" srcId="{2320DB5F-15A6-4850-A7D9-C51EDBF63C7C}" destId="{0E3123DA-8B46-475E-BEF2-3A1A41D85ED6}" srcOrd="1" destOrd="0" presId="urn:microsoft.com/office/officeart/2005/8/layout/vList3"/>
    <dgm:cxn modelId="{6D1C49A3-B343-435F-802A-D52755A0B8F6}" type="presParOf" srcId="{69C92E33-1AE4-4F44-9613-9D18D24EE0B2}" destId="{1CAAA9F3-B646-4952-811F-879AC6FCBC27}" srcOrd="5" destOrd="0" presId="urn:microsoft.com/office/officeart/2005/8/layout/vList3"/>
    <dgm:cxn modelId="{9E16C47B-E405-4720-9E44-E04CF988E3E1}" type="presParOf" srcId="{69C92E33-1AE4-4F44-9613-9D18D24EE0B2}" destId="{3D9F91E5-21D9-4A59-B6DE-4FAB8DE60031}" srcOrd="6" destOrd="0" presId="urn:microsoft.com/office/officeart/2005/8/layout/vList3"/>
    <dgm:cxn modelId="{DC711179-1CD3-424B-8235-667C9A215B11}" type="presParOf" srcId="{3D9F91E5-21D9-4A59-B6DE-4FAB8DE60031}" destId="{0008E712-B6BE-4F16-B280-50745DAC0085}" srcOrd="0" destOrd="0" presId="urn:microsoft.com/office/officeart/2005/8/layout/vList3"/>
    <dgm:cxn modelId="{DBADED62-7483-426C-9E53-F76819C11B39}" type="presParOf" srcId="{3D9F91E5-21D9-4A59-B6DE-4FAB8DE60031}" destId="{CAFADCFE-D82F-433E-ACE8-69A777F6B50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50B90E8-49CA-49A6-9C85-2F629235C0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B2C0054-A5C2-400C-81A4-59C149B4E485}">
      <dgm:prSet/>
      <dgm:spPr/>
      <dgm:t>
        <a:bodyPr/>
        <a:lstStyle/>
        <a:p>
          <a:r>
            <a:rPr lang="uk-UA" b="0" i="0"/>
            <a:t>ХХ з’їзд КПРС започаткував процес реабілітації необґрунтовано репресованих осіб, але через опір сталіністів він не відзначався масштабністю й системністю проведення.</a:t>
          </a:r>
          <a:endParaRPr lang="uk-UA"/>
        </a:p>
      </dgm:t>
    </dgm:pt>
    <dgm:pt modelId="{735AB5F2-CF8A-4FCD-8DC8-84BE7937577F}" type="parTrans" cxnId="{F87BF054-E76A-4797-A3EA-432DBD11EC5A}">
      <dgm:prSet/>
      <dgm:spPr/>
      <dgm:t>
        <a:bodyPr/>
        <a:lstStyle/>
        <a:p>
          <a:endParaRPr lang="uk-UA"/>
        </a:p>
      </dgm:t>
    </dgm:pt>
    <dgm:pt modelId="{FA1F8360-01C0-4A80-AB56-3271B46533D4}" type="sibTrans" cxnId="{F87BF054-E76A-4797-A3EA-432DBD11EC5A}">
      <dgm:prSet/>
      <dgm:spPr/>
      <dgm:t>
        <a:bodyPr/>
        <a:lstStyle/>
        <a:p>
          <a:endParaRPr lang="uk-UA"/>
        </a:p>
      </dgm:t>
    </dgm:pt>
    <dgm:pt modelId="{0A422669-5260-4229-B536-4BF564C55DD6}">
      <dgm:prSet/>
      <dgm:spPr/>
      <dgm:t>
        <a:bodyPr/>
        <a:lstStyle/>
        <a:p>
          <a:r>
            <a:rPr lang="uk-UA" b="0" i="0"/>
            <a:t>В УРСР до кінця 1959 р. реабілітували 58% загальної кількості засуджених, при цьому реабілітації не підлягали жертви політичних репресій до 1 грудня 1934 р.</a:t>
          </a:r>
          <a:endParaRPr lang="uk-UA"/>
        </a:p>
      </dgm:t>
    </dgm:pt>
    <dgm:pt modelId="{9147010E-57E2-4E72-994C-2844A51647A7}" type="parTrans" cxnId="{6B3209AC-83F1-4814-9DC2-522EC4CCE436}">
      <dgm:prSet/>
      <dgm:spPr/>
      <dgm:t>
        <a:bodyPr/>
        <a:lstStyle/>
        <a:p>
          <a:endParaRPr lang="uk-UA"/>
        </a:p>
      </dgm:t>
    </dgm:pt>
    <dgm:pt modelId="{DCE5D44D-1961-4B4D-8307-4B6DB3EF297B}" type="sibTrans" cxnId="{6B3209AC-83F1-4814-9DC2-522EC4CCE436}">
      <dgm:prSet/>
      <dgm:spPr/>
      <dgm:t>
        <a:bodyPr/>
        <a:lstStyle/>
        <a:p>
          <a:endParaRPr lang="uk-UA"/>
        </a:p>
      </dgm:t>
    </dgm:pt>
    <dgm:pt modelId="{A63BD116-CEB9-446B-9A7B-4C2C4A8337DB}">
      <dgm:prSet/>
      <dgm:spPr/>
      <dgm:t>
        <a:bodyPr/>
        <a:lstStyle/>
        <a:p>
          <a:r>
            <a:rPr lang="uk-UA" b="0" i="0"/>
            <a:t>1954 р. став першим роком десталінізації – Президія Верховної Ради СРСР ухвалила рішення про повернення на батьківщину незаконно депортованих кримських татар.</a:t>
          </a:r>
          <a:endParaRPr lang="uk-UA"/>
        </a:p>
      </dgm:t>
    </dgm:pt>
    <dgm:pt modelId="{8FB8A36D-BD01-40F9-95DC-0654AAF29EE0}" type="parTrans" cxnId="{117BF1E9-186D-4252-BE19-61233A806573}">
      <dgm:prSet/>
      <dgm:spPr/>
      <dgm:t>
        <a:bodyPr/>
        <a:lstStyle/>
        <a:p>
          <a:endParaRPr lang="uk-UA"/>
        </a:p>
      </dgm:t>
    </dgm:pt>
    <dgm:pt modelId="{94F186D8-EA46-41B7-B906-1089C61B8F87}" type="sibTrans" cxnId="{117BF1E9-186D-4252-BE19-61233A806573}">
      <dgm:prSet/>
      <dgm:spPr/>
      <dgm:t>
        <a:bodyPr/>
        <a:lstStyle/>
        <a:p>
          <a:endParaRPr lang="uk-UA"/>
        </a:p>
      </dgm:t>
    </dgm:pt>
    <dgm:pt modelId="{A720525A-B7C1-4322-9C2B-ECB60BA5EBE9}">
      <dgm:prSet/>
      <dgm:spPr/>
      <dgm:t>
        <a:bodyPr/>
        <a:lstStyle/>
        <a:p>
          <a:r>
            <a:rPr lang="uk-UA" b="0" i="0"/>
            <a:t>Упродовж другої половини 1950-х рр. в Україні влада водночас із реабілітацією жертв політичних репресій продовжувала боротьбу з «безрідним космополітизмом».</a:t>
          </a:r>
          <a:endParaRPr lang="uk-UA"/>
        </a:p>
      </dgm:t>
    </dgm:pt>
    <dgm:pt modelId="{A405A19D-70C7-400E-828A-322610651621}" type="parTrans" cxnId="{D0753E36-7D74-4082-8E8E-6E8F42463B84}">
      <dgm:prSet/>
      <dgm:spPr/>
      <dgm:t>
        <a:bodyPr/>
        <a:lstStyle/>
        <a:p>
          <a:endParaRPr lang="uk-UA"/>
        </a:p>
      </dgm:t>
    </dgm:pt>
    <dgm:pt modelId="{2DD86BE3-AA24-4E71-A310-417E2033AA8E}" type="sibTrans" cxnId="{D0753E36-7D74-4082-8E8E-6E8F42463B84}">
      <dgm:prSet/>
      <dgm:spPr/>
      <dgm:t>
        <a:bodyPr/>
        <a:lstStyle/>
        <a:p>
          <a:endParaRPr lang="uk-UA"/>
        </a:p>
      </dgm:t>
    </dgm:pt>
    <dgm:pt modelId="{217F4577-6E26-4124-8C59-D50EEF75FF63}" type="pres">
      <dgm:prSet presAssocID="{550B90E8-49CA-49A6-9C85-2F629235C049}" presName="linear" presStyleCnt="0">
        <dgm:presLayoutVars>
          <dgm:animLvl val="lvl"/>
          <dgm:resizeHandles val="exact"/>
        </dgm:presLayoutVars>
      </dgm:prSet>
      <dgm:spPr/>
    </dgm:pt>
    <dgm:pt modelId="{833E7BF4-89DC-46C2-8158-2FC3432D6B6F}" type="pres">
      <dgm:prSet presAssocID="{7B2C0054-A5C2-400C-81A4-59C149B4E48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ABC0F1B-ED3B-4953-8014-8B84AEFA8C44}" type="pres">
      <dgm:prSet presAssocID="{FA1F8360-01C0-4A80-AB56-3271B46533D4}" presName="spacer" presStyleCnt="0"/>
      <dgm:spPr/>
    </dgm:pt>
    <dgm:pt modelId="{7D025D66-AEAF-413A-8173-A0980C2392EB}" type="pres">
      <dgm:prSet presAssocID="{0A422669-5260-4229-B536-4BF564C55DD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EE156D1-CDDC-438D-BD94-A35629256655}" type="pres">
      <dgm:prSet presAssocID="{DCE5D44D-1961-4B4D-8307-4B6DB3EF297B}" presName="spacer" presStyleCnt="0"/>
      <dgm:spPr/>
    </dgm:pt>
    <dgm:pt modelId="{8F58B2B2-DD3A-4833-91A1-E15E0D53D1F6}" type="pres">
      <dgm:prSet presAssocID="{A63BD116-CEB9-446B-9A7B-4C2C4A8337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F667A6B-27B4-42F7-9FAB-C9FBC81EC010}" type="pres">
      <dgm:prSet presAssocID="{94F186D8-EA46-41B7-B906-1089C61B8F87}" presName="spacer" presStyleCnt="0"/>
      <dgm:spPr/>
    </dgm:pt>
    <dgm:pt modelId="{E2F6BBC0-1229-4D6B-B653-269D958E0C95}" type="pres">
      <dgm:prSet presAssocID="{A720525A-B7C1-4322-9C2B-ECB60BA5EBE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0753E36-7D74-4082-8E8E-6E8F42463B84}" srcId="{550B90E8-49CA-49A6-9C85-2F629235C049}" destId="{A720525A-B7C1-4322-9C2B-ECB60BA5EBE9}" srcOrd="3" destOrd="0" parTransId="{A405A19D-70C7-400E-828A-322610651621}" sibTransId="{2DD86BE3-AA24-4E71-A310-417E2033AA8E}"/>
    <dgm:cxn modelId="{3168853E-8ACF-4419-B24E-434B42B472C2}" type="presOf" srcId="{7B2C0054-A5C2-400C-81A4-59C149B4E485}" destId="{833E7BF4-89DC-46C2-8158-2FC3432D6B6F}" srcOrd="0" destOrd="0" presId="urn:microsoft.com/office/officeart/2005/8/layout/vList2"/>
    <dgm:cxn modelId="{3F496174-6BF4-4A2A-8E49-A5CBE0A913DC}" type="presOf" srcId="{A720525A-B7C1-4322-9C2B-ECB60BA5EBE9}" destId="{E2F6BBC0-1229-4D6B-B653-269D958E0C95}" srcOrd="0" destOrd="0" presId="urn:microsoft.com/office/officeart/2005/8/layout/vList2"/>
    <dgm:cxn modelId="{F87BF054-E76A-4797-A3EA-432DBD11EC5A}" srcId="{550B90E8-49CA-49A6-9C85-2F629235C049}" destId="{7B2C0054-A5C2-400C-81A4-59C149B4E485}" srcOrd="0" destOrd="0" parTransId="{735AB5F2-CF8A-4FCD-8DC8-84BE7937577F}" sibTransId="{FA1F8360-01C0-4A80-AB56-3271B46533D4}"/>
    <dgm:cxn modelId="{678EE485-75E2-4942-ADDD-AE1D28D7C10D}" type="presOf" srcId="{A63BD116-CEB9-446B-9A7B-4C2C4A8337DB}" destId="{8F58B2B2-DD3A-4833-91A1-E15E0D53D1F6}" srcOrd="0" destOrd="0" presId="urn:microsoft.com/office/officeart/2005/8/layout/vList2"/>
    <dgm:cxn modelId="{6B3209AC-83F1-4814-9DC2-522EC4CCE436}" srcId="{550B90E8-49CA-49A6-9C85-2F629235C049}" destId="{0A422669-5260-4229-B536-4BF564C55DD6}" srcOrd="1" destOrd="0" parTransId="{9147010E-57E2-4E72-994C-2844A51647A7}" sibTransId="{DCE5D44D-1961-4B4D-8307-4B6DB3EF297B}"/>
    <dgm:cxn modelId="{C24DD1AD-B242-4A52-91F2-97A26C29FE4B}" type="presOf" srcId="{550B90E8-49CA-49A6-9C85-2F629235C049}" destId="{217F4577-6E26-4124-8C59-D50EEF75FF63}" srcOrd="0" destOrd="0" presId="urn:microsoft.com/office/officeart/2005/8/layout/vList2"/>
    <dgm:cxn modelId="{117BF1E9-186D-4252-BE19-61233A806573}" srcId="{550B90E8-49CA-49A6-9C85-2F629235C049}" destId="{A63BD116-CEB9-446B-9A7B-4C2C4A8337DB}" srcOrd="2" destOrd="0" parTransId="{8FB8A36D-BD01-40F9-95DC-0654AAF29EE0}" sibTransId="{94F186D8-EA46-41B7-B906-1089C61B8F87}"/>
    <dgm:cxn modelId="{65B956F2-191F-4219-8904-20BF7620B1D2}" type="presOf" srcId="{0A422669-5260-4229-B536-4BF564C55DD6}" destId="{7D025D66-AEAF-413A-8173-A0980C2392EB}" srcOrd="0" destOrd="0" presId="urn:microsoft.com/office/officeart/2005/8/layout/vList2"/>
    <dgm:cxn modelId="{652CC090-620B-488D-84D6-2D6984767978}" type="presParOf" srcId="{217F4577-6E26-4124-8C59-D50EEF75FF63}" destId="{833E7BF4-89DC-46C2-8158-2FC3432D6B6F}" srcOrd="0" destOrd="0" presId="urn:microsoft.com/office/officeart/2005/8/layout/vList2"/>
    <dgm:cxn modelId="{7BD3547F-AB1E-4048-98ED-6A24780ED314}" type="presParOf" srcId="{217F4577-6E26-4124-8C59-D50EEF75FF63}" destId="{4ABC0F1B-ED3B-4953-8014-8B84AEFA8C44}" srcOrd="1" destOrd="0" presId="urn:microsoft.com/office/officeart/2005/8/layout/vList2"/>
    <dgm:cxn modelId="{7EE9D6CD-8F91-429F-8062-8BF10FB456C5}" type="presParOf" srcId="{217F4577-6E26-4124-8C59-D50EEF75FF63}" destId="{7D025D66-AEAF-413A-8173-A0980C2392EB}" srcOrd="2" destOrd="0" presId="urn:microsoft.com/office/officeart/2005/8/layout/vList2"/>
    <dgm:cxn modelId="{5172A015-4471-406B-8885-BF86C1A20F2E}" type="presParOf" srcId="{217F4577-6E26-4124-8C59-D50EEF75FF63}" destId="{BEE156D1-CDDC-438D-BD94-A35629256655}" srcOrd="3" destOrd="0" presId="urn:microsoft.com/office/officeart/2005/8/layout/vList2"/>
    <dgm:cxn modelId="{6A78BC53-17C1-4E20-A7ED-46E45F03AC32}" type="presParOf" srcId="{217F4577-6E26-4124-8C59-D50EEF75FF63}" destId="{8F58B2B2-DD3A-4833-91A1-E15E0D53D1F6}" srcOrd="4" destOrd="0" presId="urn:microsoft.com/office/officeart/2005/8/layout/vList2"/>
    <dgm:cxn modelId="{00DB4103-C9EF-448B-BAE4-5EF600B11FA1}" type="presParOf" srcId="{217F4577-6E26-4124-8C59-D50EEF75FF63}" destId="{EF667A6B-27B4-42F7-9FAB-C9FBC81EC010}" srcOrd="5" destOrd="0" presId="urn:microsoft.com/office/officeart/2005/8/layout/vList2"/>
    <dgm:cxn modelId="{6E9FF1DF-4D86-40F7-8A3D-104AE7E523C8}" type="presParOf" srcId="{217F4577-6E26-4124-8C59-D50EEF75FF63}" destId="{E2F6BBC0-1229-4D6B-B653-269D958E0C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C5F4401-42E7-4068-BD77-F8C3A4A5738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344E345-41BE-4655-8182-1A8734B31D67}">
      <dgm:prSet/>
      <dgm:spPr/>
      <dgm:t>
        <a:bodyPr/>
        <a:lstStyle/>
        <a:p>
          <a:r>
            <a:rPr lang="ru-RU" b="0" i="0"/>
            <a:t>1947 р.</a:t>
          </a:r>
          <a:endParaRPr lang="uk-UA"/>
        </a:p>
      </dgm:t>
    </dgm:pt>
    <dgm:pt modelId="{B8C5386A-9E5C-401E-80C9-D339685AAC9D}" type="parTrans" cxnId="{2ACAD8B6-DA66-4D98-9859-F03BF45F7B38}">
      <dgm:prSet/>
      <dgm:spPr/>
      <dgm:t>
        <a:bodyPr/>
        <a:lstStyle/>
        <a:p>
          <a:endParaRPr lang="uk-UA"/>
        </a:p>
      </dgm:t>
    </dgm:pt>
    <dgm:pt modelId="{4CB808FB-ACE9-492E-97FF-1DB694768438}" type="sibTrans" cxnId="{2ACAD8B6-DA66-4D98-9859-F03BF45F7B38}">
      <dgm:prSet/>
      <dgm:spPr/>
      <dgm:t>
        <a:bodyPr/>
        <a:lstStyle/>
        <a:p>
          <a:endParaRPr lang="uk-UA"/>
        </a:p>
      </dgm:t>
    </dgm:pt>
    <dgm:pt modelId="{1C176861-190E-467D-86AE-0C2B9683B04E}">
      <dgm:prSet/>
      <dgm:spPr/>
      <dgm:t>
        <a:bodyPr/>
        <a:lstStyle/>
        <a:p>
          <a:r>
            <a:rPr lang="ru-RU" b="0" i="0"/>
            <a:t>1956 р.</a:t>
          </a:r>
          <a:endParaRPr lang="uk-UA"/>
        </a:p>
      </dgm:t>
    </dgm:pt>
    <dgm:pt modelId="{DDC17217-A2D9-4EE5-9E3D-FDBCA37D18E6}" type="parTrans" cxnId="{9EC89F76-431A-43F1-B84F-358C5BD4BAD2}">
      <dgm:prSet/>
      <dgm:spPr/>
      <dgm:t>
        <a:bodyPr/>
        <a:lstStyle/>
        <a:p>
          <a:endParaRPr lang="uk-UA"/>
        </a:p>
      </dgm:t>
    </dgm:pt>
    <dgm:pt modelId="{CE5BB3D2-1245-41C1-8E56-1C298A0BF320}" type="sibTrans" cxnId="{9EC89F76-431A-43F1-B84F-358C5BD4BAD2}">
      <dgm:prSet/>
      <dgm:spPr/>
      <dgm:t>
        <a:bodyPr/>
        <a:lstStyle/>
        <a:p>
          <a:endParaRPr lang="uk-UA"/>
        </a:p>
      </dgm:t>
    </dgm:pt>
    <dgm:pt modelId="{1FD0950E-5EDC-4583-BD07-0939DE61FAD7}">
      <dgm:prSet/>
      <dgm:spPr/>
      <dgm:t>
        <a:bodyPr/>
        <a:lstStyle/>
        <a:p>
          <a:r>
            <a:rPr lang="ru-RU" b="0" i="0"/>
            <a:t>1964 р.</a:t>
          </a:r>
          <a:endParaRPr lang="uk-UA"/>
        </a:p>
      </dgm:t>
    </dgm:pt>
    <dgm:pt modelId="{79BA01D3-5BC1-4084-9B2C-5583564E7F04}" type="parTrans" cxnId="{60A39706-4B38-4D3F-905D-977A778B7E2A}">
      <dgm:prSet/>
      <dgm:spPr/>
      <dgm:t>
        <a:bodyPr/>
        <a:lstStyle/>
        <a:p>
          <a:endParaRPr lang="uk-UA"/>
        </a:p>
      </dgm:t>
    </dgm:pt>
    <dgm:pt modelId="{9B561A33-9482-426B-8786-3A09EDFB9F84}" type="sibTrans" cxnId="{60A39706-4B38-4D3F-905D-977A778B7E2A}">
      <dgm:prSet/>
      <dgm:spPr/>
      <dgm:t>
        <a:bodyPr/>
        <a:lstStyle/>
        <a:p>
          <a:endParaRPr lang="uk-UA"/>
        </a:p>
      </dgm:t>
    </dgm:pt>
    <dgm:pt modelId="{94D20435-FC08-4AB4-B9F5-F07EA1773B2D}">
      <dgm:prSet/>
      <dgm:spPr/>
      <dgm:t>
        <a:bodyPr/>
        <a:lstStyle/>
        <a:p>
          <a:r>
            <a:rPr lang="ru-RU" b="0" i="0"/>
            <a:t>1972 р.</a:t>
          </a:r>
          <a:endParaRPr lang="uk-UA"/>
        </a:p>
      </dgm:t>
    </dgm:pt>
    <dgm:pt modelId="{9E43816F-78EE-4229-A1CA-C61141C9DD19}" type="parTrans" cxnId="{F5A9DD32-2589-4047-95FD-44710EF81324}">
      <dgm:prSet/>
      <dgm:spPr/>
      <dgm:t>
        <a:bodyPr/>
        <a:lstStyle/>
        <a:p>
          <a:endParaRPr lang="uk-UA"/>
        </a:p>
      </dgm:t>
    </dgm:pt>
    <dgm:pt modelId="{676B7A5E-B7D1-4AD9-A09F-87B92AE91206}" type="sibTrans" cxnId="{F5A9DD32-2589-4047-95FD-44710EF81324}">
      <dgm:prSet/>
      <dgm:spPr/>
      <dgm:t>
        <a:bodyPr/>
        <a:lstStyle/>
        <a:p>
          <a:endParaRPr lang="uk-UA"/>
        </a:p>
      </dgm:t>
    </dgm:pt>
    <dgm:pt modelId="{64A109C8-48D4-4976-BBFA-CF269CC027BD}" type="pres">
      <dgm:prSet presAssocID="{2C5F4401-42E7-4068-BD77-F8C3A4A57389}" presName="matrix" presStyleCnt="0">
        <dgm:presLayoutVars>
          <dgm:chMax val="1"/>
          <dgm:dir/>
          <dgm:resizeHandles val="exact"/>
        </dgm:presLayoutVars>
      </dgm:prSet>
      <dgm:spPr/>
    </dgm:pt>
    <dgm:pt modelId="{85D8031B-0B29-444D-85B9-11CB42684F31}" type="pres">
      <dgm:prSet presAssocID="{2C5F4401-42E7-4068-BD77-F8C3A4A57389}" presName="diamond" presStyleLbl="bgShp" presStyleIdx="0" presStyleCnt="1"/>
      <dgm:spPr/>
    </dgm:pt>
    <dgm:pt modelId="{06B920B7-2126-4BA9-8FBA-8183A2542DA2}" type="pres">
      <dgm:prSet presAssocID="{2C5F4401-42E7-4068-BD77-F8C3A4A5738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8895DA5-2C63-4F89-BDDD-E18330741840}" type="pres">
      <dgm:prSet presAssocID="{2C5F4401-42E7-4068-BD77-F8C3A4A5738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D1ED987-FCEC-4792-AF19-E6735F2B796A}" type="pres">
      <dgm:prSet presAssocID="{2C5F4401-42E7-4068-BD77-F8C3A4A5738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A23FF36-C6E3-46B9-9877-08908EFD4E8A}" type="pres">
      <dgm:prSet presAssocID="{2C5F4401-42E7-4068-BD77-F8C3A4A5738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A39706-4B38-4D3F-905D-977A778B7E2A}" srcId="{2C5F4401-42E7-4068-BD77-F8C3A4A57389}" destId="{1FD0950E-5EDC-4583-BD07-0939DE61FAD7}" srcOrd="2" destOrd="0" parTransId="{79BA01D3-5BC1-4084-9B2C-5583564E7F04}" sibTransId="{9B561A33-9482-426B-8786-3A09EDFB9F84}"/>
    <dgm:cxn modelId="{F5A9DD32-2589-4047-95FD-44710EF81324}" srcId="{2C5F4401-42E7-4068-BD77-F8C3A4A57389}" destId="{94D20435-FC08-4AB4-B9F5-F07EA1773B2D}" srcOrd="3" destOrd="0" parTransId="{9E43816F-78EE-4229-A1CA-C61141C9DD19}" sibTransId="{676B7A5E-B7D1-4AD9-A09F-87B92AE91206}"/>
    <dgm:cxn modelId="{3279793C-5D0F-4B64-A014-E10E44B48570}" type="presOf" srcId="{1C176861-190E-467D-86AE-0C2B9683B04E}" destId="{38895DA5-2C63-4F89-BDDD-E18330741840}" srcOrd="0" destOrd="0" presId="urn:microsoft.com/office/officeart/2005/8/layout/matrix3"/>
    <dgm:cxn modelId="{9EC89F76-431A-43F1-B84F-358C5BD4BAD2}" srcId="{2C5F4401-42E7-4068-BD77-F8C3A4A57389}" destId="{1C176861-190E-467D-86AE-0C2B9683B04E}" srcOrd="1" destOrd="0" parTransId="{DDC17217-A2D9-4EE5-9E3D-FDBCA37D18E6}" sibTransId="{CE5BB3D2-1245-41C1-8E56-1C298A0BF320}"/>
    <dgm:cxn modelId="{C7657E85-D051-4ED1-84D2-25BCE30E87C8}" type="presOf" srcId="{E344E345-41BE-4655-8182-1A8734B31D67}" destId="{06B920B7-2126-4BA9-8FBA-8183A2542DA2}" srcOrd="0" destOrd="0" presId="urn:microsoft.com/office/officeart/2005/8/layout/matrix3"/>
    <dgm:cxn modelId="{2ACAD8B6-DA66-4D98-9859-F03BF45F7B38}" srcId="{2C5F4401-42E7-4068-BD77-F8C3A4A57389}" destId="{E344E345-41BE-4655-8182-1A8734B31D67}" srcOrd="0" destOrd="0" parTransId="{B8C5386A-9E5C-401E-80C9-D339685AAC9D}" sibTransId="{4CB808FB-ACE9-492E-97FF-1DB694768438}"/>
    <dgm:cxn modelId="{B68D47C7-55C1-4AAC-A7A5-8FB401B21761}" type="presOf" srcId="{94D20435-FC08-4AB4-B9F5-F07EA1773B2D}" destId="{1A23FF36-C6E3-46B9-9877-08908EFD4E8A}" srcOrd="0" destOrd="0" presId="urn:microsoft.com/office/officeart/2005/8/layout/matrix3"/>
    <dgm:cxn modelId="{E46D2FEB-0D98-4A86-881D-F6C14B969E88}" type="presOf" srcId="{2C5F4401-42E7-4068-BD77-F8C3A4A57389}" destId="{64A109C8-48D4-4976-BBFA-CF269CC027BD}" srcOrd="0" destOrd="0" presId="urn:microsoft.com/office/officeart/2005/8/layout/matrix3"/>
    <dgm:cxn modelId="{453E99FF-AA81-40AA-A2DD-670CF99FB214}" type="presOf" srcId="{1FD0950E-5EDC-4583-BD07-0939DE61FAD7}" destId="{AD1ED987-FCEC-4792-AF19-E6735F2B796A}" srcOrd="0" destOrd="0" presId="urn:microsoft.com/office/officeart/2005/8/layout/matrix3"/>
    <dgm:cxn modelId="{622D3E3B-513A-4E3D-8C54-9792BA90E46F}" type="presParOf" srcId="{64A109C8-48D4-4976-BBFA-CF269CC027BD}" destId="{85D8031B-0B29-444D-85B9-11CB42684F31}" srcOrd="0" destOrd="0" presId="urn:microsoft.com/office/officeart/2005/8/layout/matrix3"/>
    <dgm:cxn modelId="{F333B992-6C15-4481-A292-C0ED9F1A94A9}" type="presParOf" srcId="{64A109C8-48D4-4976-BBFA-CF269CC027BD}" destId="{06B920B7-2126-4BA9-8FBA-8183A2542DA2}" srcOrd="1" destOrd="0" presId="urn:microsoft.com/office/officeart/2005/8/layout/matrix3"/>
    <dgm:cxn modelId="{C311377E-2CD3-4C16-AD0B-FFF23E844307}" type="presParOf" srcId="{64A109C8-48D4-4976-BBFA-CF269CC027BD}" destId="{38895DA5-2C63-4F89-BDDD-E18330741840}" srcOrd="2" destOrd="0" presId="urn:microsoft.com/office/officeart/2005/8/layout/matrix3"/>
    <dgm:cxn modelId="{67358578-A6C1-438C-A34D-2E2B96435436}" type="presParOf" srcId="{64A109C8-48D4-4976-BBFA-CF269CC027BD}" destId="{AD1ED987-FCEC-4792-AF19-E6735F2B796A}" srcOrd="3" destOrd="0" presId="urn:microsoft.com/office/officeart/2005/8/layout/matrix3"/>
    <dgm:cxn modelId="{019DA035-40D4-44BD-AE12-3A9EE227ADFF}" type="presParOf" srcId="{64A109C8-48D4-4976-BBFA-CF269CC027BD}" destId="{1A23FF36-C6E3-46B9-9877-08908EFD4E8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92D8667-D114-4772-9D0B-08C06C7A6D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6E3F194-A0FD-486F-AEEB-4073A23834D3}">
      <dgm:prSet/>
      <dgm:spPr/>
      <dgm:t>
        <a:bodyPr/>
        <a:lstStyle/>
        <a:p>
          <a:r>
            <a:rPr lang="uk-UA" b="0" i="0"/>
            <a:t>Ліквідація ГУЛАГу, відновлення в правах незаконно звинувачених і засуджених осіб.</a:t>
          </a:r>
          <a:endParaRPr lang="uk-UA"/>
        </a:p>
      </dgm:t>
    </dgm:pt>
    <dgm:pt modelId="{3D2C3059-D260-454F-B522-5680AFE5D11F}" type="parTrans" cxnId="{BC12CC08-0CB7-47BD-A8D2-703B19FC5E5D}">
      <dgm:prSet/>
      <dgm:spPr/>
      <dgm:t>
        <a:bodyPr/>
        <a:lstStyle/>
        <a:p>
          <a:endParaRPr lang="uk-UA"/>
        </a:p>
      </dgm:t>
    </dgm:pt>
    <dgm:pt modelId="{A44B0AA4-5BC0-4187-AE5D-6F1338C33812}" type="sibTrans" cxnId="{BC12CC08-0CB7-47BD-A8D2-703B19FC5E5D}">
      <dgm:prSet/>
      <dgm:spPr/>
      <dgm:t>
        <a:bodyPr/>
        <a:lstStyle/>
        <a:p>
          <a:endParaRPr lang="uk-UA"/>
        </a:p>
      </dgm:t>
    </dgm:pt>
    <dgm:pt modelId="{89B4A081-F777-4058-A932-77EDA9DFCDA1}">
      <dgm:prSet/>
      <dgm:spPr/>
      <dgm:t>
        <a:bodyPr/>
        <a:lstStyle/>
        <a:p>
          <a:r>
            <a:rPr lang="uk-UA" b="0" i="0"/>
            <a:t>Скасування монополії КПРС на владу, передання влади З'їзду народних депутатів СРСР.</a:t>
          </a:r>
          <a:endParaRPr lang="uk-UA"/>
        </a:p>
      </dgm:t>
    </dgm:pt>
    <dgm:pt modelId="{89ED1EF5-D384-440B-A36F-37F10CBAF4A6}" type="parTrans" cxnId="{78B9B474-653E-4B47-8B4C-7CB37F66D567}">
      <dgm:prSet/>
      <dgm:spPr/>
      <dgm:t>
        <a:bodyPr/>
        <a:lstStyle/>
        <a:p>
          <a:endParaRPr lang="uk-UA"/>
        </a:p>
      </dgm:t>
    </dgm:pt>
    <dgm:pt modelId="{D98707A0-7342-4560-93EA-7572125556FF}" type="sibTrans" cxnId="{78B9B474-653E-4B47-8B4C-7CB37F66D567}">
      <dgm:prSet/>
      <dgm:spPr/>
      <dgm:t>
        <a:bodyPr/>
        <a:lstStyle/>
        <a:p>
          <a:endParaRPr lang="uk-UA"/>
        </a:p>
      </dgm:t>
    </dgm:pt>
    <dgm:pt modelId="{5F442BFE-C236-4EFA-9848-57E6017EAD5C}">
      <dgm:prSet/>
      <dgm:spPr/>
      <dgm:t>
        <a:bodyPr/>
        <a:lstStyle/>
        <a:p>
          <a:r>
            <a:rPr lang="uk-UA" b="0" i="0"/>
            <a:t>Реорганізація партійного апарату та створення національних комуністичних партій.</a:t>
          </a:r>
          <a:endParaRPr lang="uk-UA"/>
        </a:p>
      </dgm:t>
    </dgm:pt>
    <dgm:pt modelId="{8952D646-DD5B-4560-9D97-B1D6AC28E5AF}" type="parTrans" cxnId="{DDD88BE6-0440-44BE-B1C5-998EA720FDDE}">
      <dgm:prSet/>
      <dgm:spPr/>
      <dgm:t>
        <a:bodyPr/>
        <a:lstStyle/>
        <a:p>
          <a:endParaRPr lang="uk-UA"/>
        </a:p>
      </dgm:t>
    </dgm:pt>
    <dgm:pt modelId="{6A8C47D9-7F3C-4F39-AE83-EFAF13923EF9}" type="sibTrans" cxnId="{DDD88BE6-0440-44BE-B1C5-998EA720FDDE}">
      <dgm:prSet/>
      <dgm:spPr/>
      <dgm:t>
        <a:bodyPr/>
        <a:lstStyle/>
        <a:p>
          <a:endParaRPr lang="uk-UA"/>
        </a:p>
      </dgm:t>
    </dgm:pt>
    <dgm:pt modelId="{A27A0A19-A021-40CB-9E07-B7BF04E50325}">
      <dgm:prSet/>
      <dgm:spPr/>
      <dgm:t>
        <a:bodyPr/>
        <a:lstStyle/>
        <a:p>
          <a:r>
            <a:rPr lang="uk-UA" b="0" i="0"/>
            <a:t>Лібералізація державної політики щодо церкви, розширення мережі церковних громад.</a:t>
          </a:r>
          <a:endParaRPr lang="uk-UA"/>
        </a:p>
      </dgm:t>
    </dgm:pt>
    <dgm:pt modelId="{277C3DD9-2F60-4740-873C-B5956F75A218}" type="parTrans" cxnId="{3E0FE525-0A53-4DB6-8C01-68789642BBF5}">
      <dgm:prSet/>
      <dgm:spPr/>
      <dgm:t>
        <a:bodyPr/>
        <a:lstStyle/>
        <a:p>
          <a:endParaRPr lang="uk-UA"/>
        </a:p>
      </dgm:t>
    </dgm:pt>
    <dgm:pt modelId="{6E5ED6D2-3CDD-4A02-844B-91FE467345DD}" type="sibTrans" cxnId="{3E0FE525-0A53-4DB6-8C01-68789642BBF5}">
      <dgm:prSet/>
      <dgm:spPr/>
      <dgm:t>
        <a:bodyPr/>
        <a:lstStyle/>
        <a:p>
          <a:endParaRPr lang="uk-UA"/>
        </a:p>
      </dgm:t>
    </dgm:pt>
    <dgm:pt modelId="{7CB10133-25CC-4DA3-A5D6-FBD910A1EE83}" type="pres">
      <dgm:prSet presAssocID="{992D8667-D114-4772-9D0B-08C06C7A6DE9}" presName="linear" presStyleCnt="0">
        <dgm:presLayoutVars>
          <dgm:animLvl val="lvl"/>
          <dgm:resizeHandles val="exact"/>
        </dgm:presLayoutVars>
      </dgm:prSet>
      <dgm:spPr/>
    </dgm:pt>
    <dgm:pt modelId="{C805E1BA-0D3D-46D3-8730-B6E4039AA47C}" type="pres">
      <dgm:prSet presAssocID="{D6E3F194-A0FD-486F-AEEB-4073A23834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1ACFD94-0590-469B-ABEA-BEB3C64EE3B0}" type="pres">
      <dgm:prSet presAssocID="{A44B0AA4-5BC0-4187-AE5D-6F1338C33812}" presName="spacer" presStyleCnt="0"/>
      <dgm:spPr/>
    </dgm:pt>
    <dgm:pt modelId="{2F1B3A17-B111-4600-AB34-80607135C302}" type="pres">
      <dgm:prSet presAssocID="{89B4A081-F777-4058-A932-77EDA9DFCDA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27FC454-DA0F-4EC0-90DA-551F063B6615}" type="pres">
      <dgm:prSet presAssocID="{D98707A0-7342-4560-93EA-7572125556FF}" presName="spacer" presStyleCnt="0"/>
      <dgm:spPr/>
    </dgm:pt>
    <dgm:pt modelId="{6E86A11F-E96A-430D-8FFB-AC7F4D6A94D1}" type="pres">
      <dgm:prSet presAssocID="{5F442BFE-C236-4EFA-9848-57E6017EAD5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309C47D-C674-4F13-B373-5AF5871CD506}" type="pres">
      <dgm:prSet presAssocID="{6A8C47D9-7F3C-4F39-AE83-EFAF13923EF9}" presName="spacer" presStyleCnt="0"/>
      <dgm:spPr/>
    </dgm:pt>
    <dgm:pt modelId="{F10AFC4B-9DD1-4F9E-9DA7-157A157C62F2}" type="pres">
      <dgm:prSet presAssocID="{A27A0A19-A021-40CB-9E07-B7BF04E503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C12CC08-0CB7-47BD-A8D2-703B19FC5E5D}" srcId="{992D8667-D114-4772-9D0B-08C06C7A6DE9}" destId="{D6E3F194-A0FD-486F-AEEB-4073A23834D3}" srcOrd="0" destOrd="0" parTransId="{3D2C3059-D260-454F-B522-5680AFE5D11F}" sibTransId="{A44B0AA4-5BC0-4187-AE5D-6F1338C33812}"/>
    <dgm:cxn modelId="{3E0FE525-0A53-4DB6-8C01-68789642BBF5}" srcId="{992D8667-D114-4772-9D0B-08C06C7A6DE9}" destId="{A27A0A19-A021-40CB-9E07-B7BF04E50325}" srcOrd="3" destOrd="0" parTransId="{277C3DD9-2F60-4740-873C-B5956F75A218}" sibTransId="{6E5ED6D2-3CDD-4A02-844B-91FE467345DD}"/>
    <dgm:cxn modelId="{CA6B6B27-EFF8-4943-9638-F8C3498FE9C0}" type="presOf" srcId="{D6E3F194-A0FD-486F-AEEB-4073A23834D3}" destId="{C805E1BA-0D3D-46D3-8730-B6E4039AA47C}" srcOrd="0" destOrd="0" presId="urn:microsoft.com/office/officeart/2005/8/layout/vList2"/>
    <dgm:cxn modelId="{1CD9ED35-8A84-4FF4-8AFE-ACB0CB3ABF1E}" type="presOf" srcId="{992D8667-D114-4772-9D0B-08C06C7A6DE9}" destId="{7CB10133-25CC-4DA3-A5D6-FBD910A1EE83}" srcOrd="0" destOrd="0" presId="urn:microsoft.com/office/officeart/2005/8/layout/vList2"/>
    <dgm:cxn modelId="{78B9B474-653E-4B47-8B4C-7CB37F66D567}" srcId="{992D8667-D114-4772-9D0B-08C06C7A6DE9}" destId="{89B4A081-F777-4058-A932-77EDA9DFCDA1}" srcOrd="1" destOrd="0" parTransId="{89ED1EF5-D384-440B-A36F-37F10CBAF4A6}" sibTransId="{D98707A0-7342-4560-93EA-7572125556FF}"/>
    <dgm:cxn modelId="{4BF91479-4336-43F2-8C64-07E7D34C25A0}" type="presOf" srcId="{A27A0A19-A021-40CB-9E07-B7BF04E50325}" destId="{F10AFC4B-9DD1-4F9E-9DA7-157A157C62F2}" srcOrd="0" destOrd="0" presId="urn:microsoft.com/office/officeart/2005/8/layout/vList2"/>
    <dgm:cxn modelId="{DE3F9DB6-B2A7-488C-882F-A6AD197EE577}" type="presOf" srcId="{5F442BFE-C236-4EFA-9848-57E6017EAD5C}" destId="{6E86A11F-E96A-430D-8FFB-AC7F4D6A94D1}" srcOrd="0" destOrd="0" presId="urn:microsoft.com/office/officeart/2005/8/layout/vList2"/>
    <dgm:cxn modelId="{81FE41CA-02B8-4015-A546-8CD6F1395DEF}" type="presOf" srcId="{89B4A081-F777-4058-A932-77EDA9DFCDA1}" destId="{2F1B3A17-B111-4600-AB34-80607135C302}" srcOrd="0" destOrd="0" presId="urn:microsoft.com/office/officeart/2005/8/layout/vList2"/>
    <dgm:cxn modelId="{DDD88BE6-0440-44BE-B1C5-998EA720FDDE}" srcId="{992D8667-D114-4772-9D0B-08C06C7A6DE9}" destId="{5F442BFE-C236-4EFA-9848-57E6017EAD5C}" srcOrd="2" destOrd="0" parTransId="{8952D646-DD5B-4560-9D97-B1D6AC28E5AF}" sibTransId="{6A8C47D9-7F3C-4F39-AE83-EFAF13923EF9}"/>
    <dgm:cxn modelId="{0BE60F17-D81A-4FB8-BB0D-AD9822F744E7}" type="presParOf" srcId="{7CB10133-25CC-4DA3-A5D6-FBD910A1EE83}" destId="{C805E1BA-0D3D-46D3-8730-B6E4039AA47C}" srcOrd="0" destOrd="0" presId="urn:microsoft.com/office/officeart/2005/8/layout/vList2"/>
    <dgm:cxn modelId="{73BB9A52-FC2D-4002-BBA2-FC3347B9F865}" type="presParOf" srcId="{7CB10133-25CC-4DA3-A5D6-FBD910A1EE83}" destId="{11ACFD94-0590-469B-ABEA-BEB3C64EE3B0}" srcOrd="1" destOrd="0" presId="urn:microsoft.com/office/officeart/2005/8/layout/vList2"/>
    <dgm:cxn modelId="{0C5831BD-92B2-4A77-99E6-6DA911B3312B}" type="presParOf" srcId="{7CB10133-25CC-4DA3-A5D6-FBD910A1EE83}" destId="{2F1B3A17-B111-4600-AB34-80607135C302}" srcOrd="2" destOrd="0" presId="urn:microsoft.com/office/officeart/2005/8/layout/vList2"/>
    <dgm:cxn modelId="{367628EF-ECA8-49ED-A521-6F081B866ACA}" type="presParOf" srcId="{7CB10133-25CC-4DA3-A5D6-FBD910A1EE83}" destId="{627FC454-DA0F-4EC0-90DA-551F063B6615}" srcOrd="3" destOrd="0" presId="urn:microsoft.com/office/officeart/2005/8/layout/vList2"/>
    <dgm:cxn modelId="{F4E2D4B6-0D70-4072-9B19-EE0DA192F59B}" type="presParOf" srcId="{7CB10133-25CC-4DA3-A5D6-FBD910A1EE83}" destId="{6E86A11F-E96A-430D-8FFB-AC7F4D6A94D1}" srcOrd="4" destOrd="0" presId="urn:microsoft.com/office/officeart/2005/8/layout/vList2"/>
    <dgm:cxn modelId="{7DE796AA-7975-482D-B0F9-B6B5E95BBE77}" type="presParOf" srcId="{7CB10133-25CC-4DA3-A5D6-FBD910A1EE83}" destId="{D309C47D-C674-4F13-B373-5AF5871CD506}" srcOrd="5" destOrd="0" presId="urn:microsoft.com/office/officeart/2005/8/layout/vList2"/>
    <dgm:cxn modelId="{C288D0AE-8950-49FD-A824-C2FEAE16C075}" type="presParOf" srcId="{7CB10133-25CC-4DA3-A5D6-FBD910A1EE83}" destId="{F10AFC4B-9DD1-4F9E-9DA7-157A157C62F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9282B23-AD1F-4356-9105-DCBC8841D20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4B1A641-3E5E-4176-AF23-C2FFA12C4D92}">
      <dgm:prSet/>
      <dgm:spPr/>
      <dgm:t>
        <a:bodyPr/>
        <a:lstStyle/>
        <a:p>
          <a:r>
            <a:rPr lang="ru-RU" b="0" i="0"/>
            <a:t>«відбудови».</a:t>
          </a:r>
          <a:endParaRPr lang="uk-UA"/>
        </a:p>
      </dgm:t>
    </dgm:pt>
    <dgm:pt modelId="{319F1A24-4714-4FB8-9160-DC81388EBB2C}" type="parTrans" cxnId="{3FAF829A-07F9-4AB7-8F75-628EE51EEA27}">
      <dgm:prSet/>
      <dgm:spPr/>
      <dgm:t>
        <a:bodyPr/>
        <a:lstStyle/>
        <a:p>
          <a:endParaRPr lang="uk-UA"/>
        </a:p>
      </dgm:t>
    </dgm:pt>
    <dgm:pt modelId="{81BB074E-125F-4138-AD9E-C2D70BA56EB6}" type="sibTrans" cxnId="{3FAF829A-07F9-4AB7-8F75-628EE51EEA27}">
      <dgm:prSet/>
      <dgm:spPr/>
      <dgm:t>
        <a:bodyPr/>
        <a:lstStyle/>
        <a:p>
          <a:endParaRPr lang="uk-UA"/>
        </a:p>
      </dgm:t>
    </dgm:pt>
    <dgm:pt modelId="{A86B3B1C-81E3-4A8B-9025-96D72E214CED}">
      <dgm:prSet/>
      <dgm:spPr/>
      <dgm:t>
        <a:bodyPr/>
        <a:lstStyle/>
        <a:p>
          <a:r>
            <a:rPr lang="ru-RU" b="0" i="0"/>
            <a:t>«відлиги».</a:t>
          </a:r>
          <a:endParaRPr lang="uk-UA"/>
        </a:p>
      </dgm:t>
    </dgm:pt>
    <dgm:pt modelId="{0B20574F-15D1-4217-B403-003E6423E1A2}" type="parTrans" cxnId="{88D3FAF0-0471-47C3-8716-082776ADF9A9}">
      <dgm:prSet/>
      <dgm:spPr/>
      <dgm:t>
        <a:bodyPr/>
        <a:lstStyle/>
        <a:p>
          <a:endParaRPr lang="uk-UA"/>
        </a:p>
      </dgm:t>
    </dgm:pt>
    <dgm:pt modelId="{6EC6D80E-00AE-43A1-AA14-10EB3BC094BD}" type="sibTrans" cxnId="{88D3FAF0-0471-47C3-8716-082776ADF9A9}">
      <dgm:prSet/>
      <dgm:spPr/>
      <dgm:t>
        <a:bodyPr/>
        <a:lstStyle/>
        <a:p>
          <a:endParaRPr lang="uk-UA"/>
        </a:p>
      </dgm:t>
    </dgm:pt>
    <dgm:pt modelId="{78D92670-808B-44FA-9CEE-8A02C7B7F35D}">
      <dgm:prSet/>
      <dgm:spPr/>
      <dgm:t>
        <a:bodyPr/>
        <a:lstStyle/>
        <a:p>
          <a:r>
            <a:rPr lang="ru-RU" b="0" i="0"/>
            <a:t>«застою».</a:t>
          </a:r>
          <a:endParaRPr lang="uk-UA"/>
        </a:p>
      </dgm:t>
    </dgm:pt>
    <dgm:pt modelId="{4D8B3114-3A56-4ABD-BFA9-FC45F7930D79}" type="parTrans" cxnId="{AF2F54A4-5A02-4213-9CD7-438240C44288}">
      <dgm:prSet/>
      <dgm:spPr/>
      <dgm:t>
        <a:bodyPr/>
        <a:lstStyle/>
        <a:p>
          <a:endParaRPr lang="uk-UA"/>
        </a:p>
      </dgm:t>
    </dgm:pt>
    <dgm:pt modelId="{7F533F4D-97DC-4084-99AB-099F5915250E}" type="sibTrans" cxnId="{AF2F54A4-5A02-4213-9CD7-438240C44288}">
      <dgm:prSet/>
      <dgm:spPr/>
      <dgm:t>
        <a:bodyPr/>
        <a:lstStyle/>
        <a:p>
          <a:endParaRPr lang="uk-UA"/>
        </a:p>
      </dgm:t>
    </dgm:pt>
    <dgm:pt modelId="{65002A3C-A683-41FC-8D06-277C3C08F579}">
      <dgm:prSet/>
      <dgm:spPr/>
      <dgm:t>
        <a:bodyPr/>
        <a:lstStyle/>
        <a:p>
          <a:r>
            <a:rPr lang="ru-RU" b="0" i="0"/>
            <a:t>«перебудови».</a:t>
          </a:r>
          <a:endParaRPr lang="uk-UA"/>
        </a:p>
      </dgm:t>
    </dgm:pt>
    <dgm:pt modelId="{FE116B3B-9BCE-413D-A5AF-7B380338D397}" type="parTrans" cxnId="{B38E8881-A278-4902-9156-C56276451C87}">
      <dgm:prSet/>
      <dgm:spPr/>
      <dgm:t>
        <a:bodyPr/>
        <a:lstStyle/>
        <a:p>
          <a:endParaRPr lang="uk-UA"/>
        </a:p>
      </dgm:t>
    </dgm:pt>
    <dgm:pt modelId="{1E2407F8-FC4C-4B46-9C00-3B5C337CE36D}" type="sibTrans" cxnId="{B38E8881-A278-4902-9156-C56276451C87}">
      <dgm:prSet/>
      <dgm:spPr/>
      <dgm:t>
        <a:bodyPr/>
        <a:lstStyle/>
        <a:p>
          <a:endParaRPr lang="uk-UA"/>
        </a:p>
      </dgm:t>
    </dgm:pt>
    <dgm:pt modelId="{4F16D37B-95DD-411F-8292-60F613E489D9}" type="pres">
      <dgm:prSet presAssocID="{F9282B23-AD1F-4356-9105-DCBC8841D200}" presName="linear" presStyleCnt="0">
        <dgm:presLayoutVars>
          <dgm:animLvl val="lvl"/>
          <dgm:resizeHandles val="exact"/>
        </dgm:presLayoutVars>
      </dgm:prSet>
      <dgm:spPr/>
    </dgm:pt>
    <dgm:pt modelId="{FDA2B8C4-C0E8-42EF-92B8-B9FF1946D42D}" type="pres">
      <dgm:prSet presAssocID="{84B1A641-3E5E-4176-AF23-C2FFA12C4D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0B8DA0-02BC-4500-B7B6-90EA48DDD531}" type="pres">
      <dgm:prSet presAssocID="{81BB074E-125F-4138-AD9E-C2D70BA56EB6}" presName="spacer" presStyleCnt="0"/>
      <dgm:spPr/>
    </dgm:pt>
    <dgm:pt modelId="{E3EE5517-F659-4497-A7A4-41746382BBC1}" type="pres">
      <dgm:prSet presAssocID="{A86B3B1C-81E3-4A8B-9025-96D72E214CE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85DCB74-6BB4-478C-8DEA-EFE0A163FC55}" type="pres">
      <dgm:prSet presAssocID="{6EC6D80E-00AE-43A1-AA14-10EB3BC094BD}" presName="spacer" presStyleCnt="0"/>
      <dgm:spPr/>
    </dgm:pt>
    <dgm:pt modelId="{FDE2C8FF-FA90-4E77-AB70-82838ECCCE5B}" type="pres">
      <dgm:prSet presAssocID="{78D92670-808B-44FA-9CEE-8A02C7B7F35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CEA32C-1665-42E5-8A2E-4D3C0B24DFFE}" type="pres">
      <dgm:prSet presAssocID="{7F533F4D-97DC-4084-99AB-099F5915250E}" presName="spacer" presStyleCnt="0"/>
      <dgm:spPr/>
    </dgm:pt>
    <dgm:pt modelId="{4DD6BA6E-F1AF-4A5D-9643-B8256C4B3957}" type="pres">
      <dgm:prSet presAssocID="{65002A3C-A683-41FC-8D06-277C3C08F57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F3C4208-312C-45D8-8640-AAA2EC642D79}" type="presOf" srcId="{F9282B23-AD1F-4356-9105-DCBC8841D200}" destId="{4F16D37B-95DD-411F-8292-60F613E489D9}" srcOrd="0" destOrd="0" presId="urn:microsoft.com/office/officeart/2005/8/layout/vList2"/>
    <dgm:cxn modelId="{BFBC680C-5840-4B16-97B6-585E09DF14E1}" type="presOf" srcId="{A86B3B1C-81E3-4A8B-9025-96D72E214CED}" destId="{E3EE5517-F659-4497-A7A4-41746382BBC1}" srcOrd="0" destOrd="0" presId="urn:microsoft.com/office/officeart/2005/8/layout/vList2"/>
    <dgm:cxn modelId="{96A98D49-121E-4623-8BFE-CB1432E4CE4A}" type="presOf" srcId="{78D92670-808B-44FA-9CEE-8A02C7B7F35D}" destId="{FDE2C8FF-FA90-4E77-AB70-82838ECCCE5B}" srcOrd="0" destOrd="0" presId="urn:microsoft.com/office/officeart/2005/8/layout/vList2"/>
    <dgm:cxn modelId="{B38E8881-A278-4902-9156-C56276451C87}" srcId="{F9282B23-AD1F-4356-9105-DCBC8841D200}" destId="{65002A3C-A683-41FC-8D06-277C3C08F579}" srcOrd="3" destOrd="0" parTransId="{FE116B3B-9BCE-413D-A5AF-7B380338D397}" sibTransId="{1E2407F8-FC4C-4B46-9C00-3B5C337CE36D}"/>
    <dgm:cxn modelId="{CFE14A8A-E091-48CB-AC64-34EF18FC0376}" type="presOf" srcId="{84B1A641-3E5E-4176-AF23-C2FFA12C4D92}" destId="{FDA2B8C4-C0E8-42EF-92B8-B9FF1946D42D}" srcOrd="0" destOrd="0" presId="urn:microsoft.com/office/officeart/2005/8/layout/vList2"/>
    <dgm:cxn modelId="{3FAF829A-07F9-4AB7-8F75-628EE51EEA27}" srcId="{F9282B23-AD1F-4356-9105-DCBC8841D200}" destId="{84B1A641-3E5E-4176-AF23-C2FFA12C4D92}" srcOrd="0" destOrd="0" parTransId="{319F1A24-4714-4FB8-9160-DC81388EBB2C}" sibTransId="{81BB074E-125F-4138-AD9E-C2D70BA56EB6}"/>
    <dgm:cxn modelId="{CE718C9D-5F77-4D3B-AECD-0B5F97B1EE82}" type="presOf" srcId="{65002A3C-A683-41FC-8D06-277C3C08F579}" destId="{4DD6BA6E-F1AF-4A5D-9643-B8256C4B3957}" srcOrd="0" destOrd="0" presId="urn:microsoft.com/office/officeart/2005/8/layout/vList2"/>
    <dgm:cxn modelId="{AF2F54A4-5A02-4213-9CD7-438240C44288}" srcId="{F9282B23-AD1F-4356-9105-DCBC8841D200}" destId="{78D92670-808B-44FA-9CEE-8A02C7B7F35D}" srcOrd="2" destOrd="0" parTransId="{4D8B3114-3A56-4ABD-BFA9-FC45F7930D79}" sibTransId="{7F533F4D-97DC-4084-99AB-099F5915250E}"/>
    <dgm:cxn modelId="{88D3FAF0-0471-47C3-8716-082776ADF9A9}" srcId="{F9282B23-AD1F-4356-9105-DCBC8841D200}" destId="{A86B3B1C-81E3-4A8B-9025-96D72E214CED}" srcOrd="1" destOrd="0" parTransId="{0B20574F-15D1-4217-B403-003E6423E1A2}" sibTransId="{6EC6D80E-00AE-43A1-AA14-10EB3BC094BD}"/>
    <dgm:cxn modelId="{369951BE-C92A-4336-A7B5-EECF1557F046}" type="presParOf" srcId="{4F16D37B-95DD-411F-8292-60F613E489D9}" destId="{FDA2B8C4-C0E8-42EF-92B8-B9FF1946D42D}" srcOrd="0" destOrd="0" presId="urn:microsoft.com/office/officeart/2005/8/layout/vList2"/>
    <dgm:cxn modelId="{AE38FE74-FA22-4D94-82B9-1A70343A94D7}" type="presParOf" srcId="{4F16D37B-95DD-411F-8292-60F613E489D9}" destId="{C90B8DA0-02BC-4500-B7B6-90EA48DDD531}" srcOrd="1" destOrd="0" presId="urn:microsoft.com/office/officeart/2005/8/layout/vList2"/>
    <dgm:cxn modelId="{97DCFCBF-343D-418E-96CB-E580F44C2BC2}" type="presParOf" srcId="{4F16D37B-95DD-411F-8292-60F613E489D9}" destId="{E3EE5517-F659-4497-A7A4-41746382BBC1}" srcOrd="2" destOrd="0" presId="urn:microsoft.com/office/officeart/2005/8/layout/vList2"/>
    <dgm:cxn modelId="{204DCB10-99A5-4452-94D1-81E3BFF21630}" type="presParOf" srcId="{4F16D37B-95DD-411F-8292-60F613E489D9}" destId="{785DCB74-6BB4-478C-8DEA-EFE0A163FC55}" srcOrd="3" destOrd="0" presId="urn:microsoft.com/office/officeart/2005/8/layout/vList2"/>
    <dgm:cxn modelId="{CC9A474C-5985-4213-BDA1-9D7A4E5E6F0A}" type="presParOf" srcId="{4F16D37B-95DD-411F-8292-60F613E489D9}" destId="{FDE2C8FF-FA90-4E77-AB70-82838ECCCE5B}" srcOrd="4" destOrd="0" presId="urn:microsoft.com/office/officeart/2005/8/layout/vList2"/>
    <dgm:cxn modelId="{F3A81728-C471-4974-B0FF-AE9F0298FC81}" type="presParOf" srcId="{4F16D37B-95DD-411F-8292-60F613E489D9}" destId="{A6CEA32C-1665-42E5-8A2E-4D3C0B24DFFE}" srcOrd="5" destOrd="0" presId="urn:microsoft.com/office/officeart/2005/8/layout/vList2"/>
    <dgm:cxn modelId="{7412D37D-395C-4303-B730-670E258CE90B}" type="presParOf" srcId="{4F16D37B-95DD-411F-8292-60F613E489D9}" destId="{4DD6BA6E-F1AF-4A5D-9643-B8256C4B395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31B83FB-D5E9-4BD0-B24B-B07D0663A6F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77061CE-9A3E-4385-841F-045FD2BF9227}">
      <dgm:prSet/>
      <dgm:spPr/>
      <dgm:t>
        <a:bodyPr/>
        <a:lstStyle/>
        <a:p>
          <a:r>
            <a:rPr lang="ru-RU" b="0" i="0"/>
            <a:t>«лібералізація»</a:t>
          </a:r>
          <a:endParaRPr lang="uk-UA"/>
        </a:p>
      </dgm:t>
    </dgm:pt>
    <dgm:pt modelId="{9EFB479B-F210-480F-827A-FD861D5D2000}" type="parTrans" cxnId="{0D74A5EE-7071-47E9-8BB9-80870EAA7F6D}">
      <dgm:prSet/>
      <dgm:spPr/>
      <dgm:t>
        <a:bodyPr/>
        <a:lstStyle/>
        <a:p>
          <a:endParaRPr lang="uk-UA"/>
        </a:p>
      </dgm:t>
    </dgm:pt>
    <dgm:pt modelId="{27E458C8-A243-44D1-A333-D6242568E320}" type="sibTrans" cxnId="{0D74A5EE-7071-47E9-8BB9-80870EAA7F6D}">
      <dgm:prSet/>
      <dgm:spPr/>
      <dgm:t>
        <a:bodyPr/>
        <a:lstStyle/>
        <a:p>
          <a:endParaRPr lang="uk-UA"/>
        </a:p>
      </dgm:t>
    </dgm:pt>
    <dgm:pt modelId="{6387AC35-73BA-4470-9E9D-B7245D9C75FA}">
      <dgm:prSet/>
      <dgm:spPr/>
      <dgm:t>
        <a:bodyPr/>
        <a:lstStyle/>
        <a:p>
          <a:r>
            <a:rPr lang="ru-RU" b="0" i="0"/>
            <a:t>«дисидентство»</a:t>
          </a:r>
          <a:endParaRPr lang="uk-UA"/>
        </a:p>
      </dgm:t>
    </dgm:pt>
    <dgm:pt modelId="{E34F54F3-1FDB-41C5-AF5A-B564F4A3DD45}" type="parTrans" cxnId="{FFB6C97A-BAB2-4181-ABD2-F4F133FECEE9}">
      <dgm:prSet/>
      <dgm:spPr/>
      <dgm:t>
        <a:bodyPr/>
        <a:lstStyle/>
        <a:p>
          <a:endParaRPr lang="uk-UA"/>
        </a:p>
      </dgm:t>
    </dgm:pt>
    <dgm:pt modelId="{482154BA-D54C-4698-89D2-68914F7665C6}" type="sibTrans" cxnId="{FFB6C97A-BAB2-4181-ABD2-F4F133FECEE9}">
      <dgm:prSet/>
      <dgm:spPr/>
      <dgm:t>
        <a:bodyPr/>
        <a:lstStyle/>
        <a:p>
          <a:endParaRPr lang="uk-UA"/>
        </a:p>
      </dgm:t>
    </dgm:pt>
    <dgm:pt modelId="{657DE457-E53B-4F51-A2A2-EF5B1FBACCDF}">
      <dgm:prSet/>
      <dgm:spPr/>
      <dgm:t>
        <a:bodyPr/>
        <a:lstStyle/>
        <a:p>
          <a:r>
            <a:rPr lang="ru-RU" b="0" i="0"/>
            <a:t>«шістдесятники»</a:t>
          </a:r>
          <a:endParaRPr lang="uk-UA"/>
        </a:p>
      </dgm:t>
    </dgm:pt>
    <dgm:pt modelId="{505892D4-D96B-4272-B3E4-62EB3249AE3F}" type="parTrans" cxnId="{B41DE3BC-2675-493C-85F0-E71B7BEA37B1}">
      <dgm:prSet/>
      <dgm:spPr/>
      <dgm:t>
        <a:bodyPr/>
        <a:lstStyle/>
        <a:p>
          <a:endParaRPr lang="uk-UA"/>
        </a:p>
      </dgm:t>
    </dgm:pt>
    <dgm:pt modelId="{27A47E8F-0DAC-4A93-983A-9010DC1EE5FC}" type="sibTrans" cxnId="{B41DE3BC-2675-493C-85F0-E71B7BEA37B1}">
      <dgm:prSet/>
      <dgm:spPr/>
      <dgm:t>
        <a:bodyPr/>
        <a:lstStyle/>
        <a:p>
          <a:endParaRPr lang="uk-UA"/>
        </a:p>
      </dgm:t>
    </dgm:pt>
    <dgm:pt modelId="{602C87BF-16CD-4180-B88B-E4143D7B2E6B}">
      <dgm:prSet/>
      <dgm:spPr/>
      <dgm:t>
        <a:bodyPr/>
        <a:lstStyle/>
        <a:p>
          <a:r>
            <a:rPr lang="ru-RU" b="0" i="0"/>
            <a:t>«реабілітація»</a:t>
          </a:r>
          <a:endParaRPr lang="uk-UA"/>
        </a:p>
      </dgm:t>
    </dgm:pt>
    <dgm:pt modelId="{DC2DE084-00DF-4BE7-8B81-0B3CA3C4E4B4}" type="parTrans" cxnId="{63E25B91-D92E-476D-8998-3EB7A65A6DDC}">
      <dgm:prSet/>
      <dgm:spPr/>
      <dgm:t>
        <a:bodyPr/>
        <a:lstStyle/>
        <a:p>
          <a:endParaRPr lang="uk-UA"/>
        </a:p>
      </dgm:t>
    </dgm:pt>
    <dgm:pt modelId="{23799680-0158-4FB1-8D2C-37F718CDA807}" type="sibTrans" cxnId="{63E25B91-D92E-476D-8998-3EB7A65A6DDC}">
      <dgm:prSet/>
      <dgm:spPr/>
      <dgm:t>
        <a:bodyPr/>
        <a:lstStyle/>
        <a:p>
          <a:endParaRPr lang="uk-UA"/>
        </a:p>
      </dgm:t>
    </dgm:pt>
    <dgm:pt modelId="{8BEBDC11-D025-479F-A398-0BB5CAB158CE}" type="pres">
      <dgm:prSet presAssocID="{031B83FB-D5E9-4BD0-B24B-B07D0663A6FC}" presName="linearFlow" presStyleCnt="0">
        <dgm:presLayoutVars>
          <dgm:dir/>
          <dgm:resizeHandles val="exact"/>
        </dgm:presLayoutVars>
      </dgm:prSet>
      <dgm:spPr/>
    </dgm:pt>
    <dgm:pt modelId="{48F127D9-D412-49DB-892E-1B74ACD3B235}" type="pres">
      <dgm:prSet presAssocID="{777061CE-9A3E-4385-841F-045FD2BF9227}" presName="composite" presStyleCnt="0"/>
      <dgm:spPr/>
    </dgm:pt>
    <dgm:pt modelId="{50440C5C-B534-4ADE-85FA-B768B50FFE35}" type="pres">
      <dgm:prSet presAssocID="{777061CE-9A3E-4385-841F-045FD2BF9227}" presName="imgShp" presStyleLbl="fgImgPlace1" presStyleIdx="0" presStyleCnt="4"/>
      <dgm:spPr/>
    </dgm:pt>
    <dgm:pt modelId="{61B6A852-538D-4D4C-9EF2-A976B5498BB0}" type="pres">
      <dgm:prSet presAssocID="{777061CE-9A3E-4385-841F-045FD2BF9227}" presName="txShp" presStyleLbl="node1" presStyleIdx="0" presStyleCnt="4">
        <dgm:presLayoutVars>
          <dgm:bulletEnabled val="1"/>
        </dgm:presLayoutVars>
      </dgm:prSet>
      <dgm:spPr/>
    </dgm:pt>
    <dgm:pt modelId="{94F1935B-EF23-458C-8D76-E27DF3105CD9}" type="pres">
      <dgm:prSet presAssocID="{27E458C8-A243-44D1-A333-D6242568E320}" presName="spacing" presStyleCnt="0"/>
      <dgm:spPr/>
    </dgm:pt>
    <dgm:pt modelId="{1252CB14-A2B2-42FE-8E56-7A6C40DE7DDC}" type="pres">
      <dgm:prSet presAssocID="{6387AC35-73BA-4470-9E9D-B7245D9C75FA}" presName="composite" presStyleCnt="0"/>
      <dgm:spPr/>
    </dgm:pt>
    <dgm:pt modelId="{59D42869-5F1C-49C4-B96C-D52734D67D82}" type="pres">
      <dgm:prSet presAssocID="{6387AC35-73BA-4470-9E9D-B7245D9C75FA}" presName="imgShp" presStyleLbl="fgImgPlace1" presStyleIdx="1" presStyleCnt="4"/>
      <dgm:spPr/>
    </dgm:pt>
    <dgm:pt modelId="{3FC472F9-A7C8-4A8F-B683-C698F8971E1D}" type="pres">
      <dgm:prSet presAssocID="{6387AC35-73BA-4470-9E9D-B7245D9C75FA}" presName="txShp" presStyleLbl="node1" presStyleIdx="1" presStyleCnt="4">
        <dgm:presLayoutVars>
          <dgm:bulletEnabled val="1"/>
        </dgm:presLayoutVars>
      </dgm:prSet>
      <dgm:spPr/>
    </dgm:pt>
    <dgm:pt modelId="{367CA89C-02FD-45F8-A17B-F95C32DA54A3}" type="pres">
      <dgm:prSet presAssocID="{482154BA-D54C-4698-89D2-68914F7665C6}" presName="spacing" presStyleCnt="0"/>
      <dgm:spPr/>
    </dgm:pt>
    <dgm:pt modelId="{3B97A174-45A7-4684-9250-7E4798C57A92}" type="pres">
      <dgm:prSet presAssocID="{657DE457-E53B-4F51-A2A2-EF5B1FBACCDF}" presName="composite" presStyleCnt="0"/>
      <dgm:spPr/>
    </dgm:pt>
    <dgm:pt modelId="{D388E434-5A22-46AF-9CDF-386360158732}" type="pres">
      <dgm:prSet presAssocID="{657DE457-E53B-4F51-A2A2-EF5B1FBACCDF}" presName="imgShp" presStyleLbl="fgImgPlace1" presStyleIdx="2" presStyleCnt="4"/>
      <dgm:spPr/>
    </dgm:pt>
    <dgm:pt modelId="{2C7FE414-FB82-4B8A-9916-685D553FD6DB}" type="pres">
      <dgm:prSet presAssocID="{657DE457-E53B-4F51-A2A2-EF5B1FBACCDF}" presName="txShp" presStyleLbl="node1" presStyleIdx="2" presStyleCnt="4">
        <dgm:presLayoutVars>
          <dgm:bulletEnabled val="1"/>
        </dgm:presLayoutVars>
      </dgm:prSet>
      <dgm:spPr/>
    </dgm:pt>
    <dgm:pt modelId="{F7573798-E665-4472-A171-5FD894D54028}" type="pres">
      <dgm:prSet presAssocID="{27A47E8F-0DAC-4A93-983A-9010DC1EE5FC}" presName="spacing" presStyleCnt="0"/>
      <dgm:spPr/>
    </dgm:pt>
    <dgm:pt modelId="{2A5E6E84-51B7-404E-8E92-F81C7B5ED110}" type="pres">
      <dgm:prSet presAssocID="{602C87BF-16CD-4180-B88B-E4143D7B2E6B}" presName="composite" presStyleCnt="0"/>
      <dgm:spPr/>
    </dgm:pt>
    <dgm:pt modelId="{983EDFDB-8A22-40A3-AE04-BE7D410CF58A}" type="pres">
      <dgm:prSet presAssocID="{602C87BF-16CD-4180-B88B-E4143D7B2E6B}" presName="imgShp" presStyleLbl="fgImgPlace1" presStyleIdx="3" presStyleCnt="4"/>
      <dgm:spPr/>
    </dgm:pt>
    <dgm:pt modelId="{6B04C50F-3165-49E8-89CC-0A60560B1CBA}" type="pres">
      <dgm:prSet presAssocID="{602C87BF-16CD-4180-B88B-E4143D7B2E6B}" presName="txShp" presStyleLbl="node1" presStyleIdx="3" presStyleCnt="4">
        <dgm:presLayoutVars>
          <dgm:bulletEnabled val="1"/>
        </dgm:presLayoutVars>
      </dgm:prSet>
      <dgm:spPr/>
    </dgm:pt>
  </dgm:ptLst>
  <dgm:cxnLst>
    <dgm:cxn modelId="{1D64FD03-4CBA-412F-88FE-4FAA4DB31C51}" type="presOf" srcId="{657DE457-E53B-4F51-A2A2-EF5B1FBACCDF}" destId="{2C7FE414-FB82-4B8A-9916-685D553FD6DB}" srcOrd="0" destOrd="0" presId="urn:microsoft.com/office/officeart/2005/8/layout/vList3"/>
    <dgm:cxn modelId="{FF8A3435-D478-4093-B63F-C6334F0FE43A}" type="presOf" srcId="{777061CE-9A3E-4385-841F-045FD2BF9227}" destId="{61B6A852-538D-4D4C-9EF2-A976B5498BB0}" srcOrd="0" destOrd="0" presId="urn:microsoft.com/office/officeart/2005/8/layout/vList3"/>
    <dgm:cxn modelId="{BAC3386A-5180-47BA-B9C1-BAD0C004001B}" type="presOf" srcId="{6387AC35-73BA-4470-9E9D-B7245D9C75FA}" destId="{3FC472F9-A7C8-4A8F-B683-C698F8971E1D}" srcOrd="0" destOrd="0" presId="urn:microsoft.com/office/officeart/2005/8/layout/vList3"/>
    <dgm:cxn modelId="{A827EE75-4F14-4F64-A7A4-D541D0034BD8}" type="presOf" srcId="{031B83FB-D5E9-4BD0-B24B-B07D0663A6FC}" destId="{8BEBDC11-D025-479F-A398-0BB5CAB158CE}" srcOrd="0" destOrd="0" presId="urn:microsoft.com/office/officeart/2005/8/layout/vList3"/>
    <dgm:cxn modelId="{FFB6C97A-BAB2-4181-ABD2-F4F133FECEE9}" srcId="{031B83FB-D5E9-4BD0-B24B-B07D0663A6FC}" destId="{6387AC35-73BA-4470-9E9D-B7245D9C75FA}" srcOrd="1" destOrd="0" parTransId="{E34F54F3-1FDB-41C5-AF5A-B564F4A3DD45}" sibTransId="{482154BA-D54C-4698-89D2-68914F7665C6}"/>
    <dgm:cxn modelId="{63E25B91-D92E-476D-8998-3EB7A65A6DDC}" srcId="{031B83FB-D5E9-4BD0-B24B-B07D0663A6FC}" destId="{602C87BF-16CD-4180-B88B-E4143D7B2E6B}" srcOrd="3" destOrd="0" parTransId="{DC2DE084-00DF-4BE7-8B81-0B3CA3C4E4B4}" sibTransId="{23799680-0158-4FB1-8D2C-37F718CDA807}"/>
    <dgm:cxn modelId="{B41DE3BC-2675-493C-85F0-E71B7BEA37B1}" srcId="{031B83FB-D5E9-4BD0-B24B-B07D0663A6FC}" destId="{657DE457-E53B-4F51-A2A2-EF5B1FBACCDF}" srcOrd="2" destOrd="0" parTransId="{505892D4-D96B-4272-B3E4-62EB3249AE3F}" sibTransId="{27A47E8F-0DAC-4A93-983A-9010DC1EE5FC}"/>
    <dgm:cxn modelId="{345900E9-B155-42D8-A7A5-1AED9FA22174}" type="presOf" srcId="{602C87BF-16CD-4180-B88B-E4143D7B2E6B}" destId="{6B04C50F-3165-49E8-89CC-0A60560B1CBA}" srcOrd="0" destOrd="0" presId="urn:microsoft.com/office/officeart/2005/8/layout/vList3"/>
    <dgm:cxn modelId="{0D74A5EE-7071-47E9-8BB9-80870EAA7F6D}" srcId="{031B83FB-D5E9-4BD0-B24B-B07D0663A6FC}" destId="{777061CE-9A3E-4385-841F-045FD2BF9227}" srcOrd="0" destOrd="0" parTransId="{9EFB479B-F210-480F-827A-FD861D5D2000}" sibTransId="{27E458C8-A243-44D1-A333-D6242568E320}"/>
    <dgm:cxn modelId="{5159C677-FDF3-46B8-BB2C-C88C758CC453}" type="presParOf" srcId="{8BEBDC11-D025-479F-A398-0BB5CAB158CE}" destId="{48F127D9-D412-49DB-892E-1B74ACD3B235}" srcOrd="0" destOrd="0" presId="urn:microsoft.com/office/officeart/2005/8/layout/vList3"/>
    <dgm:cxn modelId="{5F0ACAC4-6266-4FE5-A600-1D0E0CB9D17B}" type="presParOf" srcId="{48F127D9-D412-49DB-892E-1B74ACD3B235}" destId="{50440C5C-B534-4ADE-85FA-B768B50FFE35}" srcOrd="0" destOrd="0" presId="urn:microsoft.com/office/officeart/2005/8/layout/vList3"/>
    <dgm:cxn modelId="{48E41EF4-BE74-4EF2-967A-1E040074652E}" type="presParOf" srcId="{48F127D9-D412-49DB-892E-1B74ACD3B235}" destId="{61B6A852-538D-4D4C-9EF2-A976B5498BB0}" srcOrd="1" destOrd="0" presId="urn:microsoft.com/office/officeart/2005/8/layout/vList3"/>
    <dgm:cxn modelId="{2825939B-1D19-450B-A189-81FFC30217EB}" type="presParOf" srcId="{8BEBDC11-D025-479F-A398-0BB5CAB158CE}" destId="{94F1935B-EF23-458C-8D76-E27DF3105CD9}" srcOrd="1" destOrd="0" presId="urn:microsoft.com/office/officeart/2005/8/layout/vList3"/>
    <dgm:cxn modelId="{0E2D10CC-B661-4909-81CC-FA9B4DE71001}" type="presParOf" srcId="{8BEBDC11-D025-479F-A398-0BB5CAB158CE}" destId="{1252CB14-A2B2-42FE-8E56-7A6C40DE7DDC}" srcOrd="2" destOrd="0" presId="urn:microsoft.com/office/officeart/2005/8/layout/vList3"/>
    <dgm:cxn modelId="{2A5DF891-ACF0-4B59-8FB1-0BE873FC6105}" type="presParOf" srcId="{1252CB14-A2B2-42FE-8E56-7A6C40DE7DDC}" destId="{59D42869-5F1C-49C4-B96C-D52734D67D82}" srcOrd="0" destOrd="0" presId="urn:microsoft.com/office/officeart/2005/8/layout/vList3"/>
    <dgm:cxn modelId="{858B9684-EB80-421C-929C-16C89390E1E7}" type="presParOf" srcId="{1252CB14-A2B2-42FE-8E56-7A6C40DE7DDC}" destId="{3FC472F9-A7C8-4A8F-B683-C698F8971E1D}" srcOrd="1" destOrd="0" presId="urn:microsoft.com/office/officeart/2005/8/layout/vList3"/>
    <dgm:cxn modelId="{02E29172-8115-4CE2-8A85-5E3206FE7732}" type="presParOf" srcId="{8BEBDC11-D025-479F-A398-0BB5CAB158CE}" destId="{367CA89C-02FD-45F8-A17B-F95C32DA54A3}" srcOrd="3" destOrd="0" presId="urn:microsoft.com/office/officeart/2005/8/layout/vList3"/>
    <dgm:cxn modelId="{EAFD3C0C-2852-4A33-8431-B8981DD68929}" type="presParOf" srcId="{8BEBDC11-D025-479F-A398-0BB5CAB158CE}" destId="{3B97A174-45A7-4684-9250-7E4798C57A92}" srcOrd="4" destOrd="0" presId="urn:microsoft.com/office/officeart/2005/8/layout/vList3"/>
    <dgm:cxn modelId="{12DFEA08-3B59-4350-B812-EE32FD95C596}" type="presParOf" srcId="{3B97A174-45A7-4684-9250-7E4798C57A92}" destId="{D388E434-5A22-46AF-9CDF-386360158732}" srcOrd="0" destOrd="0" presId="urn:microsoft.com/office/officeart/2005/8/layout/vList3"/>
    <dgm:cxn modelId="{754C7A23-5A29-446F-8E06-8D137797ED5A}" type="presParOf" srcId="{3B97A174-45A7-4684-9250-7E4798C57A92}" destId="{2C7FE414-FB82-4B8A-9916-685D553FD6DB}" srcOrd="1" destOrd="0" presId="urn:microsoft.com/office/officeart/2005/8/layout/vList3"/>
    <dgm:cxn modelId="{C52CD94C-307B-4342-AE43-7D61084EFF2B}" type="presParOf" srcId="{8BEBDC11-D025-479F-A398-0BB5CAB158CE}" destId="{F7573798-E665-4472-A171-5FD894D54028}" srcOrd="5" destOrd="0" presId="urn:microsoft.com/office/officeart/2005/8/layout/vList3"/>
    <dgm:cxn modelId="{3AA1AE70-607C-411D-BAF3-05A8284EA21E}" type="presParOf" srcId="{8BEBDC11-D025-479F-A398-0BB5CAB158CE}" destId="{2A5E6E84-51B7-404E-8E92-F81C7B5ED110}" srcOrd="6" destOrd="0" presId="urn:microsoft.com/office/officeart/2005/8/layout/vList3"/>
    <dgm:cxn modelId="{BE403C64-16D5-42A7-B861-49487FFC1115}" type="presParOf" srcId="{2A5E6E84-51B7-404E-8E92-F81C7B5ED110}" destId="{983EDFDB-8A22-40A3-AE04-BE7D410CF58A}" srcOrd="0" destOrd="0" presId="urn:microsoft.com/office/officeart/2005/8/layout/vList3"/>
    <dgm:cxn modelId="{21E1984B-60A6-4CF4-824C-CC5B0DD70366}" type="presParOf" srcId="{2A5E6E84-51B7-404E-8E92-F81C7B5ED110}" destId="{6B04C50F-3165-49E8-89CC-0A60560B1CB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0D62686-5ACD-4841-B495-279428FC37D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C63733E-0B54-48EB-9BBF-175AB0135FB0}">
      <dgm:prSet/>
      <dgm:spPr/>
      <dgm:t>
        <a:bodyPr/>
        <a:lstStyle/>
        <a:p>
          <a:r>
            <a:rPr lang="uk-UA" b="0" i="1"/>
            <a:t>«…Зняти з обліку спецпоселення і звільнити з-під адміністративного нагляду органів МВС греків, болгар, вірмен та членів їх сімей, виселених з Криму в 1944 р.»</a:t>
          </a:r>
          <a:endParaRPr lang="uk-UA"/>
        </a:p>
      </dgm:t>
    </dgm:pt>
    <dgm:pt modelId="{CF6A0CD3-322A-4466-BAA3-4165D84FADE8}" type="parTrans" cxnId="{E75B4F67-CEF8-42E6-A0DE-06A254FDE9AD}">
      <dgm:prSet/>
      <dgm:spPr/>
      <dgm:t>
        <a:bodyPr/>
        <a:lstStyle/>
        <a:p>
          <a:endParaRPr lang="uk-UA"/>
        </a:p>
      </dgm:t>
    </dgm:pt>
    <dgm:pt modelId="{941A44C2-64CD-496E-9529-54477205C5EE}" type="sibTrans" cxnId="{E75B4F67-CEF8-42E6-A0DE-06A254FDE9AD}">
      <dgm:prSet/>
      <dgm:spPr/>
      <dgm:t>
        <a:bodyPr/>
        <a:lstStyle/>
        <a:p>
          <a:endParaRPr lang="uk-UA"/>
        </a:p>
      </dgm:t>
    </dgm:pt>
    <dgm:pt modelId="{A7088735-7C01-48E0-9563-ED2E00088F95}">
      <dgm:prSet/>
      <dgm:spPr/>
      <dgm:t>
        <a:bodyPr/>
        <a:lstStyle/>
        <a:p>
          <a:r>
            <a:rPr lang="uk-UA" b="0" i="1"/>
            <a:t>«Затвердити… передачу Кримської області зі складу Російської Радянської Федеративної Соціалістичної Республіки до складу Української Радянської Соціалістичної Республіки…»</a:t>
          </a:r>
          <a:endParaRPr lang="uk-UA"/>
        </a:p>
      </dgm:t>
    </dgm:pt>
    <dgm:pt modelId="{CD4D4A91-6F8F-476C-A1E4-8974B5783BCE}" type="parTrans" cxnId="{CBF2C54A-7679-4925-BA78-21F3F8F18C7F}">
      <dgm:prSet/>
      <dgm:spPr/>
      <dgm:t>
        <a:bodyPr/>
        <a:lstStyle/>
        <a:p>
          <a:endParaRPr lang="uk-UA"/>
        </a:p>
      </dgm:t>
    </dgm:pt>
    <dgm:pt modelId="{98A769EA-91E0-48D4-B1ED-9F4A743F8320}" type="sibTrans" cxnId="{CBF2C54A-7679-4925-BA78-21F3F8F18C7F}">
      <dgm:prSet/>
      <dgm:spPr/>
      <dgm:t>
        <a:bodyPr/>
        <a:lstStyle/>
        <a:p>
          <a:endParaRPr lang="uk-UA"/>
        </a:p>
      </dgm:t>
    </dgm:pt>
    <dgm:pt modelId="{910CD175-1A46-4281-90FA-DE1EB7E44ADF}">
      <dgm:prSet/>
      <dgm:spPr/>
      <dgm:t>
        <a:bodyPr/>
        <a:lstStyle/>
        <a:p>
          <a:r>
            <a:rPr lang="uk-UA" b="0" i="1"/>
            <a:t>«…Поетів тоді називали формалістами за шукання своєї індивідуальності. Насправді, за шуканням істини замість ідеї, спущеної зверху для оспівування, …за опір, протистояння офіційній літературі та всьому апаратові будівничих казарм…»</a:t>
          </a:r>
          <a:endParaRPr lang="uk-UA"/>
        </a:p>
      </dgm:t>
    </dgm:pt>
    <dgm:pt modelId="{D07F41AB-D0C2-47D8-8C77-37FC6F036748}" type="parTrans" cxnId="{4EF2D5F6-89CD-4303-A199-2857A3CEE209}">
      <dgm:prSet/>
      <dgm:spPr/>
      <dgm:t>
        <a:bodyPr/>
        <a:lstStyle/>
        <a:p>
          <a:endParaRPr lang="uk-UA"/>
        </a:p>
      </dgm:t>
    </dgm:pt>
    <dgm:pt modelId="{95C7A579-441E-405A-8A6F-AE6CBD75E6CD}" type="sibTrans" cxnId="{4EF2D5F6-89CD-4303-A199-2857A3CEE209}">
      <dgm:prSet/>
      <dgm:spPr/>
      <dgm:t>
        <a:bodyPr/>
        <a:lstStyle/>
        <a:p>
          <a:endParaRPr lang="uk-UA"/>
        </a:p>
      </dgm:t>
    </dgm:pt>
    <dgm:pt modelId="{96AAA4F4-B0D7-4F9F-945E-B9C804BFF02E}">
      <dgm:prSet/>
      <dgm:spPr/>
      <dgm:t>
        <a:bodyPr/>
        <a:lstStyle/>
        <a:p>
          <a:r>
            <a:rPr lang="uk-UA" b="0" i="1"/>
            <a:t>«…Завдання полягає в підготовці народу до нового масового руху за національну свободу. Для такої праці потрібні не скоростріл з багнетом, а натхненне слово з вірою в перемогу…»</a:t>
          </a:r>
          <a:endParaRPr lang="uk-UA"/>
        </a:p>
      </dgm:t>
    </dgm:pt>
    <dgm:pt modelId="{FA7442CD-2DB9-47BB-86C9-04446D3873B1}" type="parTrans" cxnId="{7B50781D-A369-480A-8666-AC5B7EAA61C3}">
      <dgm:prSet/>
      <dgm:spPr/>
      <dgm:t>
        <a:bodyPr/>
        <a:lstStyle/>
        <a:p>
          <a:endParaRPr lang="uk-UA"/>
        </a:p>
      </dgm:t>
    </dgm:pt>
    <dgm:pt modelId="{46834A0A-FAC4-41A9-AA47-F999E7A4A023}" type="sibTrans" cxnId="{7B50781D-A369-480A-8666-AC5B7EAA61C3}">
      <dgm:prSet/>
      <dgm:spPr/>
      <dgm:t>
        <a:bodyPr/>
        <a:lstStyle/>
        <a:p>
          <a:endParaRPr lang="uk-UA"/>
        </a:p>
      </dgm:t>
    </dgm:pt>
    <dgm:pt modelId="{D5DC80F9-870B-475E-89FB-D693E202BEFC}">
      <dgm:prSet/>
      <dgm:spPr/>
      <dgm:t>
        <a:bodyPr/>
        <a:lstStyle/>
        <a:p>
          <a:r>
            <a:rPr lang="uk-UA" b="0" i="1"/>
            <a:t>«…Для цього необхідно: по-більшовицькому засудити і викорінити як несумісний з принципами партійного керівництва і нормами партійного життя культ особистості, вести боротьбу проти спроб відродити його в тій чи іншій формі…»</a:t>
          </a:r>
          <a:endParaRPr lang="uk-UA"/>
        </a:p>
      </dgm:t>
    </dgm:pt>
    <dgm:pt modelId="{428DC68B-72E6-43F0-9C04-95A5C3AFEF37}" type="parTrans" cxnId="{F5B1A17D-C122-4BB0-9C4A-A832BFDB145A}">
      <dgm:prSet/>
      <dgm:spPr/>
      <dgm:t>
        <a:bodyPr/>
        <a:lstStyle/>
        <a:p>
          <a:endParaRPr lang="uk-UA"/>
        </a:p>
      </dgm:t>
    </dgm:pt>
    <dgm:pt modelId="{23EA7E89-E8EC-4755-8824-4E8A7E8C2149}" type="sibTrans" cxnId="{F5B1A17D-C122-4BB0-9C4A-A832BFDB145A}">
      <dgm:prSet/>
      <dgm:spPr/>
      <dgm:t>
        <a:bodyPr/>
        <a:lstStyle/>
        <a:p>
          <a:endParaRPr lang="uk-UA"/>
        </a:p>
      </dgm:t>
    </dgm:pt>
    <dgm:pt modelId="{9895C02F-C4CF-4C78-A1BA-7FCE94D8939B}" type="pres">
      <dgm:prSet presAssocID="{80D62686-5ACD-4841-B495-279428FC37DE}" presName="vert0" presStyleCnt="0">
        <dgm:presLayoutVars>
          <dgm:dir/>
          <dgm:animOne val="branch"/>
          <dgm:animLvl val="lvl"/>
        </dgm:presLayoutVars>
      </dgm:prSet>
      <dgm:spPr/>
    </dgm:pt>
    <dgm:pt modelId="{22DBFA65-BEF4-4AB0-8522-0E3858AE2CA8}" type="pres">
      <dgm:prSet presAssocID="{0C63733E-0B54-48EB-9BBF-175AB0135FB0}" presName="thickLine" presStyleLbl="alignNode1" presStyleIdx="0" presStyleCnt="5"/>
      <dgm:spPr/>
    </dgm:pt>
    <dgm:pt modelId="{B077469D-2E11-4C45-AE43-85B0D3A9575B}" type="pres">
      <dgm:prSet presAssocID="{0C63733E-0B54-48EB-9BBF-175AB0135FB0}" presName="horz1" presStyleCnt="0"/>
      <dgm:spPr/>
    </dgm:pt>
    <dgm:pt modelId="{36334BDD-DF23-4DD6-89BA-18B630D0C1CE}" type="pres">
      <dgm:prSet presAssocID="{0C63733E-0B54-48EB-9BBF-175AB0135FB0}" presName="tx1" presStyleLbl="revTx" presStyleIdx="0" presStyleCnt="5"/>
      <dgm:spPr/>
    </dgm:pt>
    <dgm:pt modelId="{ABFE09A1-A67C-425B-9097-AC9897C5C94B}" type="pres">
      <dgm:prSet presAssocID="{0C63733E-0B54-48EB-9BBF-175AB0135FB0}" presName="vert1" presStyleCnt="0"/>
      <dgm:spPr/>
    </dgm:pt>
    <dgm:pt modelId="{51F001AF-15E2-449C-BC0A-DE7A264D5F30}" type="pres">
      <dgm:prSet presAssocID="{A7088735-7C01-48E0-9563-ED2E00088F95}" presName="thickLine" presStyleLbl="alignNode1" presStyleIdx="1" presStyleCnt="5"/>
      <dgm:spPr/>
    </dgm:pt>
    <dgm:pt modelId="{7AE767D7-2AEC-4CD1-838A-1ED8BBBDB36D}" type="pres">
      <dgm:prSet presAssocID="{A7088735-7C01-48E0-9563-ED2E00088F95}" presName="horz1" presStyleCnt="0"/>
      <dgm:spPr/>
    </dgm:pt>
    <dgm:pt modelId="{943804AC-709E-4675-A398-EA76EA710689}" type="pres">
      <dgm:prSet presAssocID="{A7088735-7C01-48E0-9563-ED2E00088F95}" presName="tx1" presStyleLbl="revTx" presStyleIdx="1" presStyleCnt="5"/>
      <dgm:spPr/>
    </dgm:pt>
    <dgm:pt modelId="{83BA2151-AED1-4161-B38B-FF4887ADBA45}" type="pres">
      <dgm:prSet presAssocID="{A7088735-7C01-48E0-9563-ED2E00088F95}" presName="vert1" presStyleCnt="0"/>
      <dgm:spPr/>
    </dgm:pt>
    <dgm:pt modelId="{83DF13E8-763D-4FBD-9A29-AF40E7F3B66E}" type="pres">
      <dgm:prSet presAssocID="{910CD175-1A46-4281-90FA-DE1EB7E44ADF}" presName="thickLine" presStyleLbl="alignNode1" presStyleIdx="2" presStyleCnt="5"/>
      <dgm:spPr/>
    </dgm:pt>
    <dgm:pt modelId="{4EC7C876-8623-44D3-B8E8-D2263CB739E1}" type="pres">
      <dgm:prSet presAssocID="{910CD175-1A46-4281-90FA-DE1EB7E44ADF}" presName="horz1" presStyleCnt="0"/>
      <dgm:spPr/>
    </dgm:pt>
    <dgm:pt modelId="{B45BCBAE-576D-4BC2-BD43-E3EDCE44B16D}" type="pres">
      <dgm:prSet presAssocID="{910CD175-1A46-4281-90FA-DE1EB7E44ADF}" presName="tx1" presStyleLbl="revTx" presStyleIdx="2" presStyleCnt="5"/>
      <dgm:spPr/>
    </dgm:pt>
    <dgm:pt modelId="{E239CF16-FA0A-4876-9182-7747A473F376}" type="pres">
      <dgm:prSet presAssocID="{910CD175-1A46-4281-90FA-DE1EB7E44ADF}" presName="vert1" presStyleCnt="0"/>
      <dgm:spPr/>
    </dgm:pt>
    <dgm:pt modelId="{49793924-60B0-42E6-945C-E9B50DD62A1D}" type="pres">
      <dgm:prSet presAssocID="{96AAA4F4-B0D7-4F9F-945E-B9C804BFF02E}" presName="thickLine" presStyleLbl="alignNode1" presStyleIdx="3" presStyleCnt="5"/>
      <dgm:spPr/>
    </dgm:pt>
    <dgm:pt modelId="{9EEB535B-C30E-4049-9457-8E78AF29AF71}" type="pres">
      <dgm:prSet presAssocID="{96AAA4F4-B0D7-4F9F-945E-B9C804BFF02E}" presName="horz1" presStyleCnt="0"/>
      <dgm:spPr/>
    </dgm:pt>
    <dgm:pt modelId="{3FA5DAB0-D4C9-4948-BEC4-E4A812394FCD}" type="pres">
      <dgm:prSet presAssocID="{96AAA4F4-B0D7-4F9F-945E-B9C804BFF02E}" presName="tx1" presStyleLbl="revTx" presStyleIdx="3" presStyleCnt="5"/>
      <dgm:spPr/>
    </dgm:pt>
    <dgm:pt modelId="{38170840-6BAA-482E-BE5E-3CBF91756A74}" type="pres">
      <dgm:prSet presAssocID="{96AAA4F4-B0D7-4F9F-945E-B9C804BFF02E}" presName="vert1" presStyleCnt="0"/>
      <dgm:spPr/>
    </dgm:pt>
    <dgm:pt modelId="{4E2CBCB6-3A89-4037-8D8B-3354ACE8960B}" type="pres">
      <dgm:prSet presAssocID="{D5DC80F9-870B-475E-89FB-D693E202BEFC}" presName="thickLine" presStyleLbl="alignNode1" presStyleIdx="4" presStyleCnt="5"/>
      <dgm:spPr/>
    </dgm:pt>
    <dgm:pt modelId="{E5A0B191-5E72-4CEC-B2AF-E7C422B1DBD7}" type="pres">
      <dgm:prSet presAssocID="{D5DC80F9-870B-475E-89FB-D693E202BEFC}" presName="horz1" presStyleCnt="0"/>
      <dgm:spPr/>
    </dgm:pt>
    <dgm:pt modelId="{566102C1-E527-4EAE-8A09-B5CC171B8DA7}" type="pres">
      <dgm:prSet presAssocID="{D5DC80F9-870B-475E-89FB-D693E202BEFC}" presName="tx1" presStyleLbl="revTx" presStyleIdx="4" presStyleCnt="5"/>
      <dgm:spPr/>
    </dgm:pt>
    <dgm:pt modelId="{724041DB-3614-4971-8CAD-99681B18C457}" type="pres">
      <dgm:prSet presAssocID="{D5DC80F9-870B-475E-89FB-D693E202BEFC}" presName="vert1" presStyleCnt="0"/>
      <dgm:spPr/>
    </dgm:pt>
  </dgm:ptLst>
  <dgm:cxnLst>
    <dgm:cxn modelId="{7B50781D-A369-480A-8666-AC5B7EAA61C3}" srcId="{80D62686-5ACD-4841-B495-279428FC37DE}" destId="{96AAA4F4-B0D7-4F9F-945E-B9C804BFF02E}" srcOrd="3" destOrd="0" parTransId="{FA7442CD-2DB9-47BB-86C9-04446D3873B1}" sibTransId="{46834A0A-FAC4-41A9-AA47-F999E7A4A023}"/>
    <dgm:cxn modelId="{A4CF471F-AE46-4850-8630-308F52D01F39}" type="presOf" srcId="{96AAA4F4-B0D7-4F9F-945E-B9C804BFF02E}" destId="{3FA5DAB0-D4C9-4948-BEC4-E4A812394FCD}" srcOrd="0" destOrd="0" presId="urn:microsoft.com/office/officeart/2008/layout/LinedList"/>
    <dgm:cxn modelId="{E75B4F67-CEF8-42E6-A0DE-06A254FDE9AD}" srcId="{80D62686-5ACD-4841-B495-279428FC37DE}" destId="{0C63733E-0B54-48EB-9BBF-175AB0135FB0}" srcOrd="0" destOrd="0" parTransId="{CF6A0CD3-322A-4466-BAA3-4165D84FADE8}" sibTransId="{941A44C2-64CD-496E-9529-54477205C5EE}"/>
    <dgm:cxn modelId="{CBF2C54A-7679-4925-BA78-21F3F8F18C7F}" srcId="{80D62686-5ACD-4841-B495-279428FC37DE}" destId="{A7088735-7C01-48E0-9563-ED2E00088F95}" srcOrd="1" destOrd="0" parTransId="{CD4D4A91-6F8F-476C-A1E4-8974B5783BCE}" sibTransId="{98A769EA-91E0-48D4-B1ED-9F4A743F8320}"/>
    <dgm:cxn modelId="{A02EF64D-2073-47CD-9F14-05ED16AE50BE}" type="presOf" srcId="{910CD175-1A46-4281-90FA-DE1EB7E44ADF}" destId="{B45BCBAE-576D-4BC2-BD43-E3EDCE44B16D}" srcOrd="0" destOrd="0" presId="urn:microsoft.com/office/officeart/2008/layout/LinedList"/>
    <dgm:cxn modelId="{6711FA7C-F7D3-40D4-845A-EAD78C8AB03F}" type="presOf" srcId="{0C63733E-0B54-48EB-9BBF-175AB0135FB0}" destId="{36334BDD-DF23-4DD6-89BA-18B630D0C1CE}" srcOrd="0" destOrd="0" presId="urn:microsoft.com/office/officeart/2008/layout/LinedList"/>
    <dgm:cxn modelId="{F5B1A17D-C122-4BB0-9C4A-A832BFDB145A}" srcId="{80D62686-5ACD-4841-B495-279428FC37DE}" destId="{D5DC80F9-870B-475E-89FB-D693E202BEFC}" srcOrd="4" destOrd="0" parTransId="{428DC68B-72E6-43F0-9C04-95A5C3AFEF37}" sibTransId="{23EA7E89-E8EC-4755-8824-4E8A7E8C2149}"/>
    <dgm:cxn modelId="{8B60CF82-9268-4A5F-A07B-0084574F5D64}" type="presOf" srcId="{A7088735-7C01-48E0-9563-ED2E00088F95}" destId="{943804AC-709E-4675-A398-EA76EA710689}" srcOrd="0" destOrd="0" presId="urn:microsoft.com/office/officeart/2008/layout/LinedList"/>
    <dgm:cxn modelId="{592344F5-E5E2-4C24-BDD5-595DB23A3005}" type="presOf" srcId="{80D62686-5ACD-4841-B495-279428FC37DE}" destId="{9895C02F-C4CF-4C78-A1BA-7FCE94D8939B}" srcOrd="0" destOrd="0" presId="urn:microsoft.com/office/officeart/2008/layout/LinedList"/>
    <dgm:cxn modelId="{4EF2D5F6-89CD-4303-A199-2857A3CEE209}" srcId="{80D62686-5ACD-4841-B495-279428FC37DE}" destId="{910CD175-1A46-4281-90FA-DE1EB7E44ADF}" srcOrd="2" destOrd="0" parTransId="{D07F41AB-D0C2-47D8-8C77-37FC6F036748}" sibTransId="{95C7A579-441E-405A-8A6F-AE6CBD75E6CD}"/>
    <dgm:cxn modelId="{38FDE4F7-4204-449E-8436-0118175F7F0E}" type="presOf" srcId="{D5DC80F9-870B-475E-89FB-D693E202BEFC}" destId="{566102C1-E527-4EAE-8A09-B5CC171B8DA7}" srcOrd="0" destOrd="0" presId="urn:microsoft.com/office/officeart/2008/layout/LinedList"/>
    <dgm:cxn modelId="{48FFCFD6-A2F5-4542-87AA-49A5B73F1703}" type="presParOf" srcId="{9895C02F-C4CF-4C78-A1BA-7FCE94D8939B}" destId="{22DBFA65-BEF4-4AB0-8522-0E3858AE2CA8}" srcOrd="0" destOrd="0" presId="urn:microsoft.com/office/officeart/2008/layout/LinedList"/>
    <dgm:cxn modelId="{7CCA4C0C-3CBB-41DC-99BD-99AA03B1D69D}" type="presParOf" srcId="{9895C02F-C4CF-4C78-A1BA-7FCE94D8939B}" destId="{B077469D-2E11-4C45-AE43-85B0D3A9575B}" srcOrd="1" destOrd="0" presId="urn:microsoft.com/office/officeart/2008/layout/LinedList"/>
    <dgm:cxn modelId="{A4B9CE5B-38C4-4A04-904D-BB5F12D71B69}" type="presParOf" srcId="{B077469D-2E11-4C45-AE43-85B0D3A9575B}" destId="{36334BDD-DF23-4DD6-89BA-18B630D0C1CE}" srcOrd="0" destOrd="0" presId="urn:microsoft.com/office/officeart/2008/layout/LinedList"/>
    <dgm:cxn modelId="{E5A0FF2F-A736-442B-B328-37FE24B53171}" type="presParOf" srcId="{B077469D-2E11-4C45-AE43-85B0D3A9575B}" destId="{ABFE09A1-A67C-425B-9097-AC9897C5C94B}" srcOrd="1" destOrd="0" presId="urn:microsoft.com/office/officeart/2008/layout/LinedList"/>
    <dgm:cxn modelId="{B4B4D5EA-1C47-4955-BFCA-C239BBB2DA85}" type="presParOf" srcId="{9895C02F-C4CF-4C78-A1BA-7FCE94D8939B}" destId="{51F001AF-15E2-449C-BC0A-DE7A264D5F30}" srcOrd="2" destOrd="0" presId="urn:microsoft.com/office/officeart/2008/layout/LinedList"/>
    <dgm:cxn modelId="{577232A6-D821-4BFF-980F-0D47E14B9426}" type="presParOf" srcId="{9895C02F-C4CF-4C78-A1BA-7FCE94D8939B}" destId="{7AE767D7-2AEC-4CD1-838A-1ED8BBBDB36D}" srcOrd="3" destOrd="0" presId="urn:microsoft.com/office/officeart/2008/layout/LinedList"/>
    <dgm:cxn modelId="{C21ED5A4-03DD-4C41-9819-FF9D5CD52761}" type="presParOf" srcId="{7AE767D7-2AEC-4CD1-838A-1ED8BBBDB36D}" destId="{943804AC-709E-4675-A398-EA76EA710689}" srcOrd="0" destOrd="0" presId="urn:microsoft.com/office/officeart/2008/layout/LinedList"/>
    <dgm:cxn modelId="{CBA5743F-9B1E-4B82-9093-E3918A8AF52D}" type="presParOf" srcId="{7AE767D7-2AEC-4CD1-838A-1ED8BBBDB36D}" destId="{83BA2151-AED1-4161-B38B-FF4887ADBA45}" srcOrd="1" destOrd="0" presId="urn:microsoft.com/office/officeart/2008/layout/LinedList"/>
    <dgm:cxn modelId="{0C7A3F1D-7105-4F46-A31D-75592366F5E0}" type="presParOf" srcId="{9895C02F-C4CF-4C78-A1BA-7FCE94D8939B}" destId="{83DF13E8-763D-4FBD-9A29-AF40E7F3B66E}" srcOrd="4" destOrd="0" presId="urn:microsoft.com/office/officeart/2008/layout/LinedList"/>
    <dgm:cxn modelId="{35B64540-B14B-4CD3-B81E-D4AD12EA07C5}" type="presParOf" srcId="{9895C02F-C4CF-4C78-A1BA-7FCE94D8939B}" destId="{4EC7C876-8623-44D3-B8E8-D2263CB739E1}" srcOrd="5" destOrd="0" presId="urn:microsoft.com/office/officeart/2008/layout/LinedList"/>
    <dgm:cxn modelId="{753EF97A-EFDF-474D-B299-389A86E8AC15}" type="presParOf" srcId="{4EC7C876-8623-44D3-B8E8-D2263CB739E1}" destId="{B45BCBAE-576D-4BC2-BD43-E3EDCE44B16D}" srcOrd="0" destOrd="0" presId="urn:microsoft.com/office/officeart/2008/layout/LinedList"/>
    <dgm:cxn modelId="{EA07763C-9F86-46EB-B541-C1BEA9451C1D}" type="presParOf" srcId="{4EC7C876-8623-44D3-B8E8-D2263CB739E1}" destId="{E239CF16-FA0A-4876-9182-7747A473F376}" srcOrd="1" destOrd="0" presId="urn:microsoft.com/office/officeart/2008/layout/LinedList"/>
    <dgm:cxn modelId="{3F0A8C25-E734-4475-87FA-6D833AD8C88D}" type="presParOf" srcId="{9895C02F-C4CF-4C78-A1BA-7FCE94D8939B}" destId="{49793924-60B0-42E6-945C-E9B50DD62A1D}" srcOrd="6" destOrd="0" presId="urn:microsoft.com/office/officeart/2008/layout/LinedList"/>
    <dgm:cxn modelId="{9B576F3B-ACE4-4589-AA92-618FB118EC9E}" type="presParOf" srcId="{9895C02F-C4CF-4C78-A1BA-7FCE94D8939B}" destId="{9EEB535B-C30E-4049-9457-8E78AF29AF71}" srcOrd="7" destOrd="0" presId="urn:microsoft.com/office/officeart/2008/layout/LinedList"/>
    <dgm:cxn modelId="{CA9C909C-936A-4274-8EB6-2762CFF36E9A}" type="presParOf" srcId="{9EEB535B-C30E-4049-9457-8E78AF29AF71}" destId="{3FA5DAB0-D4C9-4948-BEC4-E4A812394FCD}" srcOrd="0" destOrd="0" presId="urn:microsoft.com/office/officeart/2008/layout/LinedList"/>
    <dgm:cxn modelId="{955CFEE9-F1A9-4197-A18E-6A541AD8AF21}" type="presParOf" srcId="{9EEB535B-C30E-4049-9457-8E78AF29AF71}" destId="{38170840-6BAA-482E-BE5E-3CBF91756A74}" srcOrd="1" destOrd="0" presId="urn:microsoft.com/office/officeart/2008/layout/LinedList"/>
    <dgm:cxn modelId="{CD85ECC6-22C7-47D5-810C-B7C5735622FF}" type="presParOf" srcId="{9895C02F-C4CF-4C78-A1BA-7FCE94D8939B}" destId="{4E2CBCB6-3A89-4037-8D8B-3354ACE8960B}" srcOrd="8" destOrd="0" presId="urn:microsoft.com/office/officeart/2008/layout/LinedList"/>
    <dgm:cxn modelId="{FA6B1728-AA5B-482E-972A-7E262E93DB4C}" type="presParOf" srcId="{9895C02F-C4CF-4C78-A1BA-7FCE94D8939B}" destId="{E5A0B191-5E72-4CEC-B2AF-E7C422B1DBD7}" srcOrd="9" destOrd="0" presId="urn:microsoft.com/office/officeart/2008/layout/LinedList"/>
    <dgm:cxn modelId="{D8CD532F-AFF9-476B-B225-58B8B7F87A81}" type="presParOf" srcId="{E5A0B191-5E72-4CEC-B2AF-E7C422B1DBD7}" destId="{566102C1-E527-4EAE-8A09-B5CC171B8DA7}" srcOrd="0" destOrd="0" presId="urn:microsoft.com/office/officeart/2008/layout/LinedList"/>
    <dgm:cxn modelId="{0B4EC343-A5E4-4D8D-B56E-62485C068DD1}" type="presParOf" srcId="{E5A0B191-5E72-4CEC-B2AF-E7C422B1DBD7}" destId="{724041DB-3614-4971-8CAD-99681B18C45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E6E71A5-DF26-4A2E-B1A1-985B4EBE557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E690D4C-604F-4DFE-94FB-BE7D7277B562}">
      <dgm:prSet/>
      <dgm:spPr/>
      <dgm:t>
        <a:bodyPr/>
        <a:lstStyle/>
        <a:p>
          <a:r>
            <a:rPr lang="uk-UA" b="0" i="0"/>
            <a:t>Й. Сталін</a:t>
          </a:r>
          <a:endParaRPr lang="uk-UA"/>
        </a:p>
      </dgm:t>
    </dgm:pt>
    <dgm:pt modelId="{BF8EB861-7721-4DE7-AAA4-1C06BD3BB27C}" type="parTrans" cxnId="{792BE2B8-C2C0-470C-86B6-2777E0BE7993}">
      <dgm:prSet/>
      <dgm:spPr/>
      <dgm:t>
        <a:bodyPr/>
        <a:lstStyle/>
        <a:p>
          <a:endParaRPr lang="uk-UA"/>
        </a:p>
      </dgm:t>
    </dgm:pt>
    <dgm:pt modelId="{3EA2C611-F882-41A5-A199-7F07B0D011C8}" type="sibTrans" cxnId="{792BE2B8-C2C0-470C-86B6-2777E0BE7993}">
      <dgm:prSet/>
      <dgm:spPr/>
      <dgm:t>
        <a:bodyPr/>
        <a:lstStyle/>
        <a:p>
          <a:endParaRPr lang="uk-UA"/>
        </a:p>
      </dgm:t>
    </dgm:pt>
    <dgm:pt modelId="{1EA71821-DBAA-4035-95B9-13CB299EED90}">
      <dgm:prSet/>
      <dgm:spPr/>
      <dgm:t>
        <a:bodyPr/>
        <a:lstStyle/>
        <a:p>
          <a:r>
            <a:rPr lang="uk-UA" b="0" i="0"/>
            <a:t>М. Хрущов</a:t>
          </a:r>
          <a:endParaRPr lang="uk-UA"/>
        </a:p>
      </dgm:t>
    </dgm:pt>
    <dgm:pt modelId="{7F94CAC5-490B-4C39-9D2A-A8048E1D62A8}" type="parTrans" cxnId="{ADE5159F-B186-4F6F-B11C-09E119F03195}">
      <dgm:prSet/>
      <dgm:spPr/>
      <dgm:t>
        <a:bodyPr/>
        <a:lstStyle/>
        <a:p>
          <a:endParaRPr lang="uk-UA"/>
        </a:p>
      </dgm:t>
    </dgm:pt>
    <dgm:pt modelId="{96BEEAB6-4BA5-46D2-9317-6885BAEC88EC}" type="sibTrans" cxnId="{ADE5159F-B186-4F6F-B11C-09E119F03195}">
      <dgm:prSet/>
      <dgm:spPr/>
      <dgm:t>
        <a:bodyPr/>
        <a:lstStyle/>
        <a:p>
          <a:endParaRPr lang="uk-UA"/>
        </a:p>
      </dgm:t>
    </dgm:pt>
    <dgm:pt modelId="{D73084B8-D9A4-4D18-AD4F-038539B5B33E}">
      <dgm:prSet/>
      <dgm:spPr/>
      <dgm:t>
        <a:bodyPr/>
        <a:lstStyle/>
        <a:p>
          <a:r>
            <a:rPr lang="uk-UA" b="0" i="0"/>
            <a:t>Л. Брежнєв</a:t>
          </a:r>
          <a:endParaRPr lang="uk-UA"/>
        </a:p>
      </dgm:t>
    </dgm:pt>
    <dgm:pt modelId="{AA1B364B-0EEA-4A11-9322-5B6CE82D7C7F}" type="parTrans" cxnId="{240D8E7F-EEBF-4F5D-8024-E7FDAEBCF0A9}">
      <dgm:prSet/>
      <dgm:spPr/>
      <dgm:t>
        <a:bodyPr/>
        <a:lstStyle/>
        <a:p>
          <a:endParaRPr lang="uk-UA"/>
        </a:p>
      </dgm:t>
    </dgm:pt>
    <dgm:pt modelId="{498B0747-78B9-456D-ABEF-F687C793F501}" type="sibTrans" cxnId="{240D8E7F-EEBF-4F5D-8024-E7FDAEBCF0A9}">
      <dgm:prSet/>
      <dgm:spPr/>
      <dgm:t>
        <a:bodyPr/>
        <a:lstStyle/>
        <a:p>
          <a:endParaRPr lang="uk-UA"/>
        </a:p>
      </dgm:t>
    </dgm:pt>
    <dgm:pt modelId="{E20AA70A-52CB-4E63-A39B-3AC9DD478C36}">
      <dgm:prSet/>
      <dgm:spPr/>
      <dgm:t>
        <a:bodyPr/>
        <a:lstStyle/>
        <a:p>
          <a:r>
            <a:rPr lang="uk-UA" b="0" i="0"/>
            <a:t>М. Горбачов</a:t>
          </a:r>
          <a:endParaRPr lang="uk-UA"/>
        </a:p>
      </dgm:t>
    </dgm:pt>
    <dgm:pt modelId="{D9D9C9B0-3EF2-482F-B69E-E845EE5F0DA7}" type="parTrans" cxnId="{C79A3158-A5ED-4518-88F6-D954A9BE90BE}">
      <dgm:prSet/>
      <dgm:spPr/>
      <dgm:t>
        <a:bodyPr/>
        <a:lstStyle/>
        <a:p>
          <a:endParaRPr lang="uk-UA"/>
        </a:p>
      </dgm:t>
    </dgm:pt>
    <dgm:pt modelId="{4B7001EA-BE88-4899-811F-D91BE99469CE}" type="sibTrans" cxnId="{C79A3158-A5ED-4518-88F6-D954A9BE90BE}">
      <dgm:prSet/>
      <dgm:spPr/>
      <dgm:t>
        <a:bodyPr/>
        <a:lstStyle/>
        <a:p>
          <a:endParaRPr lang="uk-UA"/>
        </a:p>
      </dgm:t>
    </dgm:pt>
    <dgm:pt modelId="{45D0EB36-4B49-42EE-99D0-DB60F9E91214}" type="pres">
      <dgm:prSet presAssocID="{7E6E71A5-DF26-4A2E-B1A1-985B4EBE5579}" presName="linearFlow" presStyleCnt="0">
        <dgm:presLayoutVars>
          <dgm:dir/>
          <dgm:resizeHandles val="exact"/>
        </dgm:presLayoutVars>
      </dgm:prSet>
      <dgm:spPr/>
    </dgm:pt>
    <dgm:pt modelId="{9C5082D4-FC94-4FEB-8590-F721FECF0735}" type="pres">
      <dgm:prSet presAssocID="{1E690D4C-604F-4DFE-94FB-BE7D7277B562}" presName="composite" presStyleCnt="0"/>
      <dgm:spPr/>
    </dgm:pt>
    <dgm:pt modelId="{1B8E2584-64EC-48DD-AFA4-77D3A044C619}" type="pres">
      <dgm:prSet presAssocID="{1E690D4C-604F-4DFE-94FB-BE7D7277B562}" presName="imgShp" presStyleLbl="fgImgPlace1" presStyleIdx="0" presStyleCnt="4"/>
      <dgm:spPr/>
    </dgm:pt>
    <dgm:pt modelId="{3D1E9008-5D1D-4E4B-837A-AD84D9C11C8A}" type="pres">
      <dgm:prSet presAssocID="{1E690D4C-604F-4DFE-94FB-BE7D7277B562}" presName="txShp" presStyleLbl="node1" presStyleIdx="0" presStyleCnt="4">
        <dgm:presLayoutVars>
          <dgm:bulletEnabled val="1"/>
        </dgm:presLayoutVars>
      </dgm:prSet>
      <dgm:spPr/>
    </dgm:pt>
    <dgm:pt modelId="{30E1FA27-383B-4D9B-847F-A1F46217DA15}" type="pres">
      <dgm:prSet presAssocID="{3EA2C611-F882-41A5-A199-7F07B0D011C8}" presName="spacing" presStyleCnt="0"/>
      <dgm:spPr/>
    </dgm:pt>
    <dgm:pt modelId="{D13303FE-8709-4E87-952D-E091913ACB74}" type="pres">
      <dgm:prSet presAssocID="{1EA71821-DBAA-4035-95B9-13CB299EED90}" presName="composite" presStyleCnt="0"/>
      <dgm:spPr/>
    </dgm:pt>
    <dgm:pt modelId="{D3872C57-0CD9-4C52-BFF2-C4042FA8A7FB}" type="pres">
      <dgm:prSet presAssocID="{1EA71821-DBAA-4035-95B9-13CB299EED90}" presName="imgShp" presStyleLbl="fgImgPlace1" presStyleIdx="1" presStyleCnt="4"/>
      <dgm:spPr/>
    </dgm:pt>
    <dgm:pt modelId="{EE609A85-050D-4130-B2C9-5350A821577A}" type="pres">
      <dgm:prSet presAssocID="{1EA71821-DBAA-4035-95B9-13CB299EED90}" presName="txShp" presStyleLbl="node1" presStyleIdx="1" presStyleCnt="4">
        <dgm:presLayoutVars>
          <dgm:bulletEnabled val="1"/>
        </dgm:presLayoutVars>
      </dgm:prSet>
      <dgm:spPr/>
    </dgm:pt>
    <dgm:pt modelId="{88E32AF7-FB39-4569-B7C4-7D180A02500B}" type="pres">
      <dgm:prSet presAssocID="{96BEEAB6-4BA5-46D2-9317-6885BAEC88EC}" presName="spacing" presStyleCnt="0"/>
      <dgm:spPr/>
    </dgm:pt>
    <dgm:pt modelId="{92278465-03BE-4598-9E30-F7E0E81B607E}" type="pres">
      <dgm:prSet presAssocID="{D73084B8-D9A4-4D18-AD4F-038539B5B33E}" presName="composite" presStyleCnt="0"/>
      <dgm:spPr/>
    </dgm:pt>
    <dgm:pt modelId="{A3F2067E-3357-4C70-B654-E158A865C165}" type="pres">
      <dgm:prSet presAssocID="{D73084B8-D9A4-4D18-AD4F-038539B5B33E}" presName="imgShp" presStyleLbl="fgImgPlace1" presStyleIdx="2" presStyleCnt="4"/>
      <dgm:spPr/>
    </dgm:pt>
    <dgm:pt modelId="{F6FF1B73-5DD3-445A-AE6B-8BCF8F70D9B6}" type="pres">
      <dgm:prSet presAssocID="{D73084B8-D9A4-4D18-AD4F-038539B5B33E}" presName="txShp" presStyleLbl="node1" presStyleIdx="2" presStyleCnt="4">
        <dgm:presLayoutVars>
          <dgm:bulletEnabled val="1"/>
        </dgm:presLayoutVars>
      </dgm:prSet>
      <dgm:spPr/>
    </dgm:pt>
    <dgm:pt modelId="{A029A3D6-9A20-4662-8CAA-E7B2E1A42410}" type="pres">
      <dgm:prSet presAssocID="{498B0747-78B9-456D-ABEF-F687C793F501}" presName="spacing" presStyleCnt="0"/>
      <dgm:spPr/>
    </dgm:pt>
    <dgm:pt modelId="{E5880304-5661-4411-966C-1A430732DB5E}" type="pres">
      <dgm:prSet presAssocID="{E20AA70A-52CB-4E63-A39B-3AC9DD478C36}" presName="composite" presStyleCnt="0"/>
      <dgm:spPr/>
    </dgm:pt>
    <dgm:pt modelId="{3C855AD6-DFB1-4F3E-B5F4-DB3E33412782}" type="pres">
      <dgm:prSet presAssocID="{E20AA70A-52CB-4E63-A39B-3AC9DD478C36}" presName="imgShp" presStyleLbl="fgImgPlace1" presStyleIdx="3" presStyleCnt="4"/>
      <dgm:spPr/>
    </dgm:pt>
    <dgm:pt modelId="{78DB4C73-2455-4674-94C6-4114D900DF06}" type="pres">
      <dgm:prSet presAssocID="{E20AA70A-52CB-4E63-A39B-3AC9DD478C36}" presName="txShp" presStyleLbl="node1" presStyleIdx="3" presStyleCnt="4">
        <dgm:presLayoutVars>
          <dgm:bulletEnabled val="1"/>
        </dgm:presLayoutVars>
      </dgm:prSet>
      <dgm:spPr/>
    </dgm:pt>
  </dgm:ptLst>
  <dgm:cxnLst>
    <dgm:cxn modelId="{B9DF643C-DF04-4E34-B11B-0F3FE1C2363E}" type="presOf" srcId="{1EA71821-DBAA-4035-95B9-13CB299EED90}" destId="{EE609A85-050D-4130-B2C9-5350A821577A}" srcOrd="0" destOrd="0" presId="urn:microsoft.com/office/officeart/2005/8/layout/vList3"/>
    <dgm:cxn modelId="{71791443-8BB0-40E1-8206-251753DAA056}" type="presOf" srcId="{1E690D4C-604F-4DFE-94FB-BE7D7277B562}" destId="{3D1E9008-5D1D-4E4B-837A-AD84D9C11C8A}" srcOrd="0" destOrd="0" presId="urn:microsoft.com/office/officeart/2005/8/layout/vList3"/>
    <dgm:cxn modelId="{C79A3158-A5ED-4518-88F6-D954A9BE90BE}" srcId="{7E6E71A5-DF26-4A2E-B1A1-985B4EBE5579}" destId="{E20AA70A-52CB-4E63-A39B-3AC9DD478C36}" srcOrd="3" destOrd="0" parTransId="{D9D9C9B0-3EF2-482F-B69E-E845EE5F0DA7}" sibTransId="{4B7001EA-BE88-4899-811F-D91BE99469CE}"/>
    <dgm:cxn modelId="{240D8E7F-EEBF-4F5D-8024-E7FDAEBCF0A9}" srcId="{7E6E71A5-DF26-4A2E-B1A1-985B4EBE5579}" destId="{D73084B8-D9A4-4D18-AD4F-038539B5B33E}" srcOrd="2" destOrd="0" parTransId="{AA1B364B-0EEA-4A11-9322-5B6CE82D7C7F}" sibTransId="{498B0747-78B9-456D-ABEF-F687C793F501}"/>
    <dgm:cxn modelId="{ADE5159F-B186-4F6F-B11C-09E119F03195}" srcId="{7E6E71A5-DF26-4A2E-B1A1-985B4EBE5579}" destId="{1EA71821-DBAA-4035-95B9-13CB299EED90}" srcOrd="1" destOrd="0" parTransId="{7F94CAC5-490B-4C39-9D2A-A8048E1D62A8}" sibTransId="{96BEEAB6-4BA5-46D2-9317-6885BAEC88EC}"/>
    <dgm:cxn modelId="{6CCAE6B0-FF49-4B32-BFF0-5116C4D7EA71}" type="presOf" srcId="{7E6E71A5-DF26-4A2E-B1A1-985B4EBE5579}" destId="{45D0EB36-4B49-42EE-99D0-DB60F9E91214}" srcOrd="0" destOrd="0" presId="urn:microsoft.com/office/officeart/2005/8/layout/vList3"/>
    <dgm:cxn modelId="{792BE2B8-C2C0-470C-86B6-2777E0BE7993}" srcId="{7E6E71A5-DF26-4A2E-B1A1-985B4EBE5579}" destId="{1E690D4C-604F-4DFE-94FB-BE7D7277B562}" srcOrd="0" destOrd="0" parTransId="{BF8EB861-7721-4DE7-AAA4-1C06BD3BB27C}" sibTransId="{3EA2C611-F882-41A5-A199-7F07B0D011C8}"/>
    <dgm:cxn modelId="{E58CB6C2-34A9-49D7-9FCF-82E009DE307F}" type="presOf" srcId="{E20AA70A-52CB-4E63-A39B-3AC9DD478C36}" destId="{78DB4C73-2455-4674-94C6-4114D900DF06}" srcOrd="0" destOrd="0" presId="urn:microsoft.com/office/officeart/2005/8/layout/vList3"/>
    <dgm:cxn modelId="{10B72CE4-746D-45B9-AFA9-D222DD3ACE70}" type="presOf" srcId="{D73084B8-D9A4-4D18-AD4F-038539B5B33E}" destId="{F6FF1B73-5DD3-445A-AE6B-8BCF8F70D9B6}" srcOrd="0" destOrd="0" presId="urn:microsoft.com/office/officeart/2005/8/layout/vList3"/>
    <dgm:cxn modelId="{4956BB8C-7D32-4221-A553-316F0BDE820F}" type="presParOf" srcId="{45D0EB36-4B49-42EE-99D0-DB60F9E91214}" destId="{9C5082D4-FC94-4FEB-8590-F721FECF0735}" srcOrd="0" destOrd="0" presId="urn:microsoft.com/office/officeart/2005/8/layout/vList3"/>
    <dgm:cxn modelId="{B245A0A1-339F-41AF-9471-CCD4E49AA85B}" type="presParOf" srcId="{9C5082D4-FC94-4FEB-8590-F721FECF0735}" destId="{1B8E2584-64EC-48DD-AFA4-77D3A044C619}" srcOrd="0" destOrd="0" presId="urn:microsoft.com/office/officeart/2005/8/layout/vList3"/>
    <dgm:cxn modelId="{FC9B6291-975D-4AC0-964C-D2AF61114FD8}" type="presParOf" srcId="{9C5082D4-FC94-4FEB-8590-F721FECF0735}" destId="{3D1E9008-5D1D-4E4B-837A-AD84D9C11C8A}" srcOrd="1" destOrd="0" presId="urn:microsoft.com/office/officeart/2005/8/layout/vList3"/>
    <dgm:cxn modelId="{BC74C62A-127C-4E4C-A660-934E78AB9C97}" type="presParOf" srcId="{45D0EB36-4B49-42EE-99D0-DB60F9E91214}" destId="{30E1FA27-383B-4D9B-847F-A1F46217DA15}" srcOrd="1" destOrd="0" presId="urn:microsoft.com/office/officeart/2005/8/layout/vList3"/>
    <dgm:cxn modelId="{89B55B9D-35A0-4A8F-B28D-EE48DCB50D40}" type="presParOf" srcId="{45D0EB36-4B49-42EE-99D0-DB60F9E91214}" destId="{D13303FE-8709-4E87-952D-E091913ACB74}" srcOrd="2" destOrd="0" presId="urn:microsoft.com/office/officeart/2005/8/layout/vList3"/>
    <dgm:cxn modelId="{40C7F098-5E24-4E12-BA1C-6AE9B6F4A8F6}" type="presParOf" srcId="{D13303FE-8709-4E87-952D-E091913ACB74}" destId="{D3872C57-0CD9-4C52-BFF2-C4042FA8A7FB}" srcOrd="0" destOrd="0" presId="urn:microsoft.com/office/officeart/2005/8/layout/vList3"/>
    <dgm:cxn modelId="{EEE1F15E-AFEF-4741-B82E-0AAA0E25255B}" type="presParOf" srcId="{D13303FE-8709-4E87-952D-E091913ACB74}" destId="{EE609A85-050D-4130-B2C9-5350A821577A}" srcOrd="1" destOrd="0" presId="urn:microsoft.com/office/officeart/2005/8/layout/vList3"/>
    <dgm:cxn modelId="{0001424C-8705-4AA9-A14C-E59E53797169}" type="presParOf" srcId="{45D0EB36-4B49-42EE-99D0-DB60F9E91214}" destId="{88E32AF7-FB39-4569-B7C4-7D180A02500B}" srcOrd="3" destOrd="0" presId="urn:microsoft.com/office/officeart/2005/8/layout/vList3"/>
    <dgm:cxn modelId="{CF3E5722-4497-4C6D-B52B-C8A47A12D7F2}" type="presParOf" srcId="{45D0EB36-4B49-42EE-99D0-DB60F9E91214}" destId="{92278465-03BE-4598-9E30-F7E0E81B607E}" srcOrd="4" destOrd="0" presId="urn:microsoft.com/office/officeart/2005/8/layout/vList3"/>
    <dgm:cxn modelId="{B3B7FFDB-8DBE-482F-B477-DE6CCFA66631}" type="presParOf" srcId="{92278465-03BE-4598-9E30-F7E0E81B607E}" destId="{A3F2067E-3357-4C70-B654-E158A865C165}" srcOrd="0" destOrd="0" presId="urn:microsoft.com/office/officeart/2005/8/layout/vList3"/>
    <dgm:cxn modelId="{28FBB22C-E217-4CFE-A399-9E2052B4A7AF}" type="presParOf" srcId="{92278465-03BE-4598-9E30-F7E0E81B607E}" destId="{F6FF1B73-5DD3-445A-AE6B-8BCF8F70D9B6}" srcOrd="1" destOrd="0" presId="urn:microsoft.com/office/officeart/2005/8/layout/vList3"/>
    <dgm:cxn modelId="{A4FD39DD-3E3F-40B7-8166-F5B1A2F2D2CE}" type="presParOf" srcId="{45D0EB36-4B49-42EE-99D0-DB60F9E91214}" destId="{A029A3D6-9A20-4662-8CAA-E7B2E1A42410}" srcOrd="5" destOrd="0" presId="urn:microsoft.com/office/officeart/2005/8/layout/vList3"/>
    <dgm:cxn modelId="{1DC063F6-16C3-4796-A905-97EEF0BDDAD7}" type="presParOf" srcId="{45D0EB36-4B49-42EE-99D0-DB60F9E91214}" destId="{E5880304-5661-4411-966C-1A430732DB5E}" srcOrd="6" destOrd="0" presId="urn:microsoft.com/office/officeart/2005/8/layout/vList3"/>
    <dgm:cxn modelId="{3D8A0B8A-7D0E-43DA-B617-C46C3CBB33CF}" type="presParOf" srcId="{E5880304-5661-4411-966C-1A430732DB5E}" destId="{3C855AD6-DFB1-4F3E-B5F4-DB3E33412782}" srcOrd="0" destOrd="0" presId="urn:microsoft.com/office/officeart/2005/8/layout/vList3"/>
    <dgm:cxn modelId="{2EF6A3DC-A399-487A-9C77-9E3703FFD293}" type="presParOf" srcId="{E5880304-5661-4411-966C-1A430732DB5E}" destId="{78DB4C73-2455-4674-94C6-4114D900DF0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3A3DCFD-A2EE-4FD3-8C07-13E44BC0EAF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7EE0D51-5128-4845-81F7-D50C872A70B8}">
      <dgm:prSet/>
      <dgm:spPr/>
      <dgm:t>
        <a:bodyPr/>
        <a:lstStyle/>
        <a:p>
          <a:r>
            <a:rPr lang="ru-RU" b="0" i="0"/>
            <a:t>Закарпаття</a:t>
          </a:r>
          <a:endParaRPr lang="uk-UA"/>
        </a:p>
      </dgm:t>
    </dgm:pt>
    <dgm:pt modelId="{82313A61-C5CE-49CF-A90C-6C6051B535BD}" type="parTrans" cxnId="{8745AE3B-44FB-409D-9533-A682EE911233}">
      <dgm:prSet/>
      <dgm:spPr/>
      <dgm:t>
        <a:bodyPr/>
        <a:lstStyle/>
        <a:p>
          <a:endParaRPr lang="uk-UA"/>
        </a:p>
      </dgm:t>
    </dgm:pt>
    <dgm:pt modelId="{5E98A0A0-2C78-4037-B325-569E329FC5F2}" type="sibTrans" cxnId="{8745AE3B-44FB-409D-9533-A682EE911233}">
      <dgm:prSet/>
      <dgm:spPr/>
      <dgm:t>
        <a:bodyPr/>
        <a:lstStyle/>
        <a:p>
          <a:endParaRPr lang="uk-UA"/>
        </a:p>
      </dgm:t>
    </dgm:pt>
    <dgm:pt modelId="{A63F9CA0-97F7-4897-A64F-739407BDB814}">
      <dgm:prSet/>
      <dgm:spPr/>
      <dgm:t>
        <a:bodyPr/>
        <a:lstStyle/>
        <a:p>
          <a:r>
            <a:rPr lang="ru-RU" b="0" i="0"/>
            <a:t>Східна Галичина</a:t>
          </a:r>
          <a:endParaRPr lang="uk-UA"/>
        </a:p>
      </dgm:t>
    </dgm:pt>
    <dgm:pt modelId="{B20EDD46-B199-46E7-876D-3BECAFD40B23}" type="parTrans" cxnId="{D759F034-305E-4630-A254-9F910916FB06}">
      <dgm:prSet/>
      <dgm:spPr/>
      <dgm:t>
        <a:bodyPr/>
        <a:lstStyle/>
        <a:p>
          <a:endParaRPr lang="uk-UA"/>
        </a:p>
      </dgm:t>
    </dgm:pt>
    <dgm:pt modelId="{BC4EA0F5-5112-4539-9138-1450BE661200}" type="sibTrans" cxnId="{D759F034-305E-4630-A254-9F910916FB06}">
      <dgm:prSet/>
      <dgm:spPr/>
      <dgm:t>
        <a:bodyPr/>
        <a:lstStyle/>
        <a:p>
          <a:endParaRPr lang="uk-UA"/>
        </a:p>
      </dgm:t>
    </dgm:pt>
    <dgm:pt modelId="{3D5216C3-2982-448F-836B-BB4F299734B6}">
      <dgm:prSet/>
      <dgm:spPr/>
      <dgm:t>
        <a:bodyPr/>
        <a:lstStyle/>
        <a:p>
          <a:r>
            <a:rPr lang="ru-RU" b="0" i="0"/>
            <a:t>Крим</a:t>
          </a:r>
          <a:endParaRPr lang="uk-UA"/>
        </a:p>
      </dgm:t>
    </dgm:pt>
    <dgm:pt modelId="{4CA35CB5-E6A8-48A5-AAC1-F10BF44B7C02}" type="parTrans" cxnId="{809A6A8D-DC62-430E-9F47-04F92F0F7BB0}">
      <dgm:prSet/>
      <dgm:spPr/>
      <dgm:t>
        <a:bodyPr/>
        <a:lstStyle/>
        <a:p>
          <a:endParaRPr lang="uk-UA"/>
        </a:p>
      </dgm:t>
    </dgm:pt>
    <dgm:pt modelId="{04F919D2-F27C-4C3A-B591-7823285D5503}" type="sibTrans" cxnId="{809A6A8D-DC62-430E-9F47-04F92F0F7BB0}">
      <dgm:prSet/>
      <dgm:spPr/>
      <dgm:t>
        <a:bodyPr/>
        <a:lstStyle/>
        <a:p>
          <a:endParaRPr lang="uk-UA"/>
        </a:p>
      </dgm:t>
    </dgm:pt>
    <dgm:pt modelId="{29BB05DE-CC92-4399-AE26-2142D8A95ED8}">
      <dgm:prSet/>
      <dgm:spPr/>
      <dgm:t>
        <a:bodyPr/>
        <a:lstStyle/>
        <a:p>
          <a:r>
            <a:rPr lang="ru-RU" b="0" i="0"/>
            <a:t>Північна Буковина</a:t>
          </a:r>
          <a:endParaRPr lang="uk-UA"/>
        </a:p>
      </dgm:t>
    </dgm:pt>
    <dgm:pt modelId="{D0A59740-1F67-4A9A-AE0E-57F785D99A22}" type="parTrans" cxnId="{8D1B86E4-7039-4B6D-B819-E01FA87FEBD0}">
      <dgm:prSet/>
      <dgm:spPr/>
      <dgm:t>
        <a:bodyPr/>
        <a:lstStyle/>
        <a:p>
          <a:endParaRPr lang="uk-UA"/>
        </a:p>
      </dgm:t>
    </dgm:pt>
    <dgm:pt modelId="{F2031A48-6872-4EB4-B1E6-AA823E990561}" type="sibTrans" cxnId="{8D1B86E4-7039-4B6D-B819-E01FA87FEBD0}">
      <dgm:prSet/>
      <dgm:spPr/>
      <dgm:t>
        <a:bodyPr/>
        <a:lstStyle/>
        <a:p>
          <a:endParaRPr lang="uk-UA"/>
        </a:p>
      </dgm:t>
    </dgm:pt>
    <dgm:pt modelId="{FA96C96B-335E-4196-9232-8FAF92099EC8}" type="pres">
      <dgm:prSet presAssocID="{93A3DCFD-A2EE-4FD3-8C07-13E44BC0EAF4}" presName="linearFlow" presStyleCnt="0">
        <dgm:presLayoutVars>
          <dgm:dir/>
          <dgm:resizeHandles val="exact"/>
        </dgm:presLayoutVars>
      </dgm:prSet>
      <dgm:spPr/>
    </dgm:pt>
    <dgm:pt modelId="{B911E770-7368-4F88-B0DB-03596CF01AB0}" type="pres">
      <dgm:prSet presAssocID="{F7EE0D51-5128-4845-81F7-D50C872A70B8}" presName="composite" presStyleCnt="0"/>
      <dgm:spPr/>
    </dgm:pt>
    <dgm:pt modelId="{E11F516C-F8EB-481B-BA36-6F43D24E87E4}" type="pres">
      <dgm:prSet presAssocID="{F7EE0D51-5128-4845-81F7-D50C872A70B8}" presName="imgShp" presStyleLbl="fgImgPlace1" presStyleIdx="0" presStyleCnt="4"/>
      <dgm:spPr/>
    </dgm:pt>
    <dgm:pt modelId="{6363D8B0-8338-4ABE-9CBC-112548156565}" type="pres">
      <dgm:prSet presAssocID="{F7EE0D51-5128-4845-81F7-D50C872A70B8}" presName="txShp" presStyleLbl="node1" presStyleIdx="0" presStyleCnt="4">
        <dgm:presLayoutVars>
          <dgm:bulletEnabled val="1"/>
        </dgm:presLayoutVars>
      </dgm:prSet>
      <dgm:spPr/>
    </dgm:pt>
    <dgm:pt modelId="{31F46F01-D070-4D92-922D-B05123DC0D5B}" type="pres">
      <dgm:prSet presAssocID="{5E98A0A0-2C78-4037-B325-569E329FC5F2}" presName="spacing" presStyleCnt="0"/>
      <dgm:spPr/>
    </dgm:pt>
    <dgm:pt modelId="{5C7020C6-5367-4C37-A2F0-827FB7D47F3F}" type="pres">
      <dgm:prSet presAssocID="{A63F9CA0-97F7-4897-A64F-739407BDB814}" presName="composite" presStyleCnt="0"/>
      <dgm:spPr/>
    </dgm:pt>
    <dgm:pt modelId="{A3CBEB20-FBD0-46BA-B64B-328A1FC3F15C}" type="pres">
      <dgm:prSet presAssocID="{A63F9CA0-97F7-4897-A64F-739407BDB814}" presName="imgShp" presStyleLbl="fgImgPlace1" presStyleIdx="1" presStyleCnt="4"/>
      <dgm:spPr/>
    </dgm:pt>
    <dgm:pt modelId="{B82AA556-47DE-42AE-A9A4-470F8AD76163}" type="pres">
      <dgm:prSet presAssocID="{A63F9CA0-97F7-4897-A64F-739407BDB814}" presName="txShp" presStyleLbl="node1" presStyleIdx="1" presStyleCnt="4">
        <dgm:presLayoutVars>
          <dgm:bulletEnabled val="1"/>
        </dgm:presLayoutVars>
      </dgm:prSet>
      <dgm:spPr/>
    </dgm:pt>
    <dgm:pt modelId="{12DA42CC-43E3-424F-9B31-F8FD6E238ACF}" type="pres">
      <dgm:prSet presAssocID="{BC4EA0F5-5112-4539-9138-1450BE661200}" presName="spacing" presStyleCnt="0"/>
      <dgm:spPr/>
    </dgm:pt>
    <dgm:pt modelId="{7345E1C0-96F3-4001-BD7A-B4E89891A227}" type="pres">
      <dgm:prSet presAssocID="{3D5216C3-2982-448F-836B-BB4F299734B6}" presName="composite" presStyleCnt="0"/>
      <dgm:spPr/>
    </dgm:pt>
    <dgm:pt modelId="{51C155AA-3DFC-4FBB-9DB5-5E9436378896}" type="pres">
      <dgm:prSet presAssocID="{3D5216C3-2982-448F-836B-BB4F299734B6}" presName="imgShp" presStyleLbl="fgImgPlace1" presStyleIdx="2" presStyleCnt="4"/>
      <dgm:spPr/>
    </dgm:pt>
    <dgm:pt modelId="{02818734-7788-40F4-8133-144785096255}" type="pres">
      <dgm:prSet presAssocID="{3D5216C3-2982-448F-836B-BB4F299734B6}" presName="txShp" presStyleLbl="node1" presStyleIdx="2" presStyleCnt="4">
        <dgm:presLayoutVars>
          <dgm:bulletEnabled val="1"/>
        </dgm:presLayoutVars>
      </dgm:prSet>
      <dgm:spPr/>
    </dgm:pt>
    <dgm:pt modelId="{25B4EBB5-6FB4-4D0B-9FC3-58C7CC093978}" type="pres">
      <dgm:prSet presAssocID="{04F919D2-F27C-4C3A-B591-7823285D5503}" presName="spacing" presStyleCnt="0"/>
      <dgm:spPr/>
    </dgm:pt>
    <dgm:pt modelId="{5A26823E-00F7-46E0-A420-FADCDE943524}" type="pres">
      <dgm:prSet presAssocID="{29BB05DE-CC92-4399-AE26-2142D8A95ED8}" presName="composite" presStyleCnt="0"/>
      <dgm:spPr/>
    </dgm:pt>
    <dgm:pt modelId="{C1C87789-0E58-43D4-B69C-E4E5DA4BA70F}" type="pres">
      <dgm:prSet presAssocID="{29BB05DE-CC92-4399-AE26-2142D8A95ED8}" presName="imgShp" presStyleLbl="fgImgPlace1" presStyleIdx="3" presStyleCnt="4"/>
      <dgm:spPr/>
    </dgm:pt>
    <dgm:pt modelId="{BAE6FBAB-5FB6-4A52-A5D8-3ED6C56BF0FF}" type="pres">
      <dgm:prSet presAssocID="{29BB05DE-CC92-4399-AE26-2142D8A95ED8}" presName="txShp" presStyleLbl="node1" presStyleIdx="3" presStyleCnt="4">
        <dgm:presLayoutVars>
          <dgm:bulletEnabled val="1"/>
        </dgm:presLayoutVars>
      </dgm:prSet>
      <dgm:spPr/>
    </dgm:pt>
  </dgm:ptLst>
  <dgm:cxnLst>
    <dgm:cxn modelId="{D759F034-305E-4630-A254-9F910916FB06}" srcId="{93A3DCFD-A2EE-4FD3-8C07-13E44BC0EAF4}" destId="{A63F9CA0-97F7-4897-A64F-739407BDB814}" srcOrd="1" destOrd="0" parTransId="{B20EDD46-B199-46E7-876D-3BECAFD40B23}" sibTransId="{BC4EA0F5-5112-4539-9138-1450BE661200}"/>
    <dgm:cxn modelId="{8745AE3B-44FB-409D-9533-A682EE911233}" srcId="{93A3DCFD-A2EE-4FD3-8C07-13E44BC0EAF4}" destId="{F7EE0D51-5128-4845-81F7-D50C872A70B8}" srcOrd="0" destOrd="0" parTransId="{82313A61-C5CE-49CF-A90C-6C6051B535BD}" sibTransId="{5E98A0A0-2C78-4037-B325-569E329FC5F2}"/>
    <dgm:cxn modelId="{F7D2EA5C-EF66-4088-ACBF-54869A9F3646}" type="presOf" srcId="{F7EE0D51-5128-4845-81F7-D50C872A70B8}" destId="{6363D8B0-8338-4ABE-9CBC-112548156565}" srcOrd="0" destOrd="0" presId="urn:microsoft.com/office/officeart/2005/8/layout/vList3"/>
    <dgm:cxn modelId="{701D8A55-E717-4C45-AB4E-A4F3C7D68FBF}" type="presOf" srcId="{A63F9CA0-97F7-4897-A64F-739407BDB814}" destId="{B82AA556-47DE-42AE-A9A4-470F8AD76163}" srcOrd="0" destOrd="0" presId="urn:microsoft.com/office/officeart/2005/8/layout/vList3"/>
    <dgm:cxn modelId="{809A6A8D-DC62-430E-9F47-04F92F0F7BB0}" srcId="{93A3DCFD-A2EE-4FD3-8C07-13E44BC0EAF4}" destId="{3D5216C3-2982-448F-836B-BB4F299734B6}" srcOrd="2" destOrd="0" parTransId="{4CA35CB5-E6A8-48A5-AAC1-F10BF44B7C02}" sibTransId="{04F919D2-F27C-4C3A-B591-7823285D5503}"/>
    <dgm:cxn modelId="{2FEEF3A1-1CA6-4E01-8FA4-385F23403A83}" type="presOf" srcId="{3D5216C3-2982-448F-836B-BB4F299734B6}" destId="{02818734-7788-40F4-8133-144785096255}" srcOrd="0" destOrd="0" presId="urn:microsoft.com/office/officeart/2005/8/layout/vList3"/>
    <dgm:cxn modelId="{18F65AB1-A61E-4CC6-83FF-4225D11ACBB7}" type="presOf" srcId="{29BB05DE-CC92-4399-AE26-2142D8A95ED8}" destId="{BAE6FBAB-5FB6-4A52-A5D8-3ED6C56BF0FF}" srcOrd="0" destOrd="0" presId="urn:microsoft.com/office/officeart/2005/8/layout/vList3"/>
    <dgm:cxn modelId="{E88FA0E2-4A9F-41F2-B35F-0927798EA702}" type="presOf" srcId="{93A3DCFD-A2EE-4FD3-8C07-13E44BC0EAF4}" destId="{FA96C96B-335E-4196-9232-8FAF92099EC8}" srcOrd="0" destOrd="0" presId="urn:microsoft.com/office/officeart/2005/8/layout/vList3"/>
    <dgm:cxn modelId="{8D1B86E4-7039-4B6D-B819-E01FA87FEBD0}" srcId="{93A3DCFD-A2EE-4FD3-8C07-13E44BC0EAF4}" destId="{29BB05DE-CC92-4399-AE26-2142D8A95ED8}" srcOrd="3" destOrd="0" parTransId="{D0A59740-1F67-4A9A-AE0E-57F785D99A22}" sibTransId="{F2031A48-6872-4EB4-B1E6-AA823E990561}"/>
    <dgm:cxn modelId="{66799F87-0910-4DBD-8E21-D50EF2701228}" type="presParOf" srcId="{FA96C96B-335E-4196-9232-8FAF92099EC8}" destId="{B911E770-7368-4F88-B0DB-03596CF01AB0}" srcOrd="0" destOrd="0" presId="urn:microsoft.com/office/officeart/2005/8/layout/vList3"/>
    <dgm:cxn modelId="{A5B604C5-5EAE-405E-BEE0-70F96DEE53C5}" type="presParOf" srcId="{B911E770-7368-4F88-B0DB-03596CF01AB0}" destId="{E11F516C-F8EB-481B-BA36-6F43D24E87E4}" srcOrd="0" destOrd="0" presId="urn:microsoft.com/office/officeart/2005/8/layout/vList3"/>
    <dgm:cxn modelId="{3738D83E-D7F4-47C5-A803-CD1199B6929D}" type="presParOf" srcId="{B911E770-7368-4F88-B0DB-03596CF01AB0}" destId="{6363D8B0-8338-4ABE-9CBC-112548156565}" srcOrd="1" destOrd="0" presId="urn:microsoft.com/office/officeart/2005/8/layout/vList3"/>
    <dgm:cxn modelId="{834E00DF-5FA0-4468-BF7B-17D8E83FF8B1}" type="presParOf" srcId="{FA96C96B-335E-4196-9232-8FAF92099EC8}" destId="{31F46F01-D070-4D92-922D-B05123DC0D5B}" srcOrd="1" destOrd="0" presId="urn:microsoft.com/office/officeart/2005/8/layout/vList3"/>
    <dgm:cxn modelId="{93EF2F3B-0A9B-4040-B9BE-40B3009D73B8}" type="presParOf" srcId="{FA96C96B-335E-4196-9232-8FAF92099EC8}" destId="{5C7020C6-5367-4C37-A2F0-827FB7D47F3F}" srcOrd="2" destOrd="0" presId="urn:microsoft.com/office/officeart/2005/8/layout/vList3"/>
    <dgm:cxn modelId="{982C5F31-23D2-4ACC-BC49-AF304D40C4FB}" type="presParOf" srcId="{5C7020C6-5367-4C37-A2F0-827FB7D47F3F}" destId="{A3CBEB20-FBD0-46BA-B64B-328A1FC3F15C}" srcOrd="0" destOrd="0" presId="urn:microsoft.com/office/officeart/2005/8/layout/vList3"/>
    <dgm:cxn modelId="{3BCDC833-1C22-4C58-B085-275071852203}" type="presParOf" srcId="{5C7020C6-5367-4C37-A2F0-827FB7D47F3F}" destId="{B82AA556-47DE-42AE-A9A4-470F8AD76163}" srcOrd="1" destOrd="0" presId="urn:microsoft.com/office/officeart/2005/8/layout/vList3"/>
    <dgm:cxn modelId="{9967CB47-5618-4738-8BFD-B71B08575D10}" type="presParOf" srcId="{FA96C96B-335E-4196-9232-8FAF92099EC8}" destId="{12DA42CC-43E3-424F-9B31-F8FD6E238ACF}" srcOrd="3" destOrd="0" presId="urn:microsoft.com/office/officeart/2005/8/layout/vList3"/>
    <dgm:cxn modelId="{C341ADE6-D644-4872-83CF-E403D8362575}" type="presParOf" srcId="{FA96C96B-335E-4196-9232-8FAF92099EC8}" destId="{7345E1C0-96F3-4001-BD7A-B4E89891A227}" srcOrd="4" destOrd="0" presId="urn:microsoft.com/office/officeart/2005/8/layout/vList3"/>
    <dgm:cxn modelId="{46B58204-4C1D-493A-AA95-D2E7B3D86379}" type="presParOf" srcId="{7345E1C0-96F3-4001-BD7A-B4E89891A227}" destId="{51C155AA-3DFC-4FBB-9DB5-5E9436378896}" srcOrd="0" destOrd="0" presId="urn:microsoft.com/office/officeart/2005/8/layout/vList3"/>
    <dgm:cxn modelId="{DA8F63E2-7F49-40CC-9886-AA707C2E7A59}" type="presParOf" srcId="{7345E1C0-96F3-4001-BD7A-B4E89891A227}" destId="{02818734-7788-40F4-8133-144785096255}" srcOrd="1" destOrd="0" presId="urn:microsoft.com/office/officeart/2005/8/layout/vList3"/>
    <dgm:cxn modelId="{82350BC2-982E-47DE-8079-FF0A016D08AD}" type="presParOf" srcId="{FA96C96B-335E-4196-9232-8FAF92099EC8}" destId="{25B4EBB5-6FB4-4D0B-9FC3-58C7CC093978}" srcOrd="5" destOrd="0" presId="urn:microsoft.com/office/officeart/2005/8/layout/vList3"/>
    <dgm:cxn modelId="{1E284F5D-33BF-46C8-94DD-2DAEAD94A74B}" type="presParOf" srcId="{FA96C96B-335E-4196-9232-8FAF92099EC8}" destId="{5A26823E-00F7-46E0-A420-FADCDE943524}" srcOrd="6" destOrd="0" presId="urn:microsoft.com/office/officeart/2005/8/layout/vList3"/>
    <dgm:cxn modelId="{6EB10A21-6A9E-4A0B-B54B-178BFEE423B8}" type="presParOf" srcId="{5A26823E-00F7-46E0-A420-FADCDE943524}" destId="{C1C87789-0E58-43D4-B69C-E4E5DA4BA70F}" srcOrd="0" destOrd="0" presId="urn:microsoft.com/office/officeart/2005/8/layout/vList3"/>
    <dgm:cxn modelId="{34918D0D-2E4C-4E3A-802C-8F95168BA30E}" type="presParOf" srcId="{5A26823E-00F7-46E0-A420-FADCDE943524}" destId="{BAE6FBAB-5FB6-4A52-A5D8-3ED6C56BF0F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0B1E843-C87F-45EF-A34A-866159CC7E3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EB27759-DB7F-4F71-8403-ACB12208ED3D}">
      <dgm:prSet/>
      <dgm:spPr/>
      <dgm:t>
        <a:bodyPr/>
        <a:lstStyle/>
        <a:p>
          <a:r>
            <a:rPr lang="ru-RU" b="0" i="0"/>
            <a:t>«шістдесятники»</a:t>
          </a:r>
          <a:endParaRPr lang="uk-UA"/>
        </a:p>
      </dgm:t>
    </dgm:pt>
    <dgm:pt modelId="{5A68FE39-6E09-48DC-BE62-D24685912700}" type="parTrans" cxnId="{48EA63CF-E439-430E-BD52-F9AAC414F174}">
      <dgm:prSet/>
      <dgm:spPr/>
      <dgm:t>
        <a:bodyPr/>
        <a:lstStyle/>
        <a:p>
          <a:endParaRPr lang="uk-UA"/>
        </a:p>
      </dgm:t>
    </dgm:pt>
    <dgm:pt modelId="{6C2D5849-4B56-4655-B267-9BB830EF81FD}" type="sibTrans" cxnId="{48EA63CF-E439-430E-BD52-F9AAC414F174}">
      <dgm:prSet/>
      <dgm:spPr/>
      <dgm:t>
        <a:bodyPr/>
        <a:lstStyle/>
        <a:p>
          <a:endParaRPr lang="uk-UA"/>
        </a:p>
      </dgm:t>
    </dgm:pt>
    <dgm:pt modelId="{B46E97D8-A249-4824-A4B5-59C021AA5493}">
      <dgm:prSet/>
      <dgm:spPr/>
      <dgm:t>
        <a:bodyPr/>
        <a:lstStyle/>
        <a:p>
          <a:r>
            <a:rPr lang="ru-RU" b="0" i="0"/>
            <a:t>«лібералізація»</a:t>
          </a:r>
          <a:endParaRPr lang="uk-UA"/>
        </a:p>
      </dgm:t>
    </dgm:pt>
    <dgm:pt modelId="{C380C7EB-25DE-4593-9252-07C1C8F6710A}" type="parTrans" cxnId="{B0110FBE-9283-42C4-B948-91183A029C44}">
      <dgm:prSet/>
      <dgm:spPr/>
      <dgm:t>
        <a:bodyPr/>
        <a:lstStyle/>
        <a:p>
          <a:endParaRPr lang="uk-UA"/>
        </a:p>
      </dgm:t>
    </dgm:pt>
    <dgm:pt modelId="{7C8174BE-35D7-4516-9FCC-B2F14DE6AD44}" type="sibTrans" cxnId="{B0110FBE-9283-42C4-B948-91183A029C44}">
      <dgm:prSet/>
      <dgm:spPr/>
      <dgm:t>
        <a:bodyPr/>
        <a:lstStyle/>
        <a:p>
          <a:endParaRPr lang="uk-UA"/>
        </a:p>
      </dgm:t>
    </dgm:pt>
    <dgm:pt modelId="{F1EEA14C-E687-4CCA-B6F5-53E27358A4E4}">
      <dgm:prSet/>
      <dgm:spPr/>
      <dgm:t>
        <a:bodyPr/>
        <a:lstStyle/>
        <a:p>
          <a:r>
            <a:rPr lang="ru-RU" b="0" i="0"/>
            <a:t>«ждановщина»</a:t>
          </a:r>
          <a:endParaRPr lang="uk-UA"/>
        </a:p>
      </dgm:t>
    </dgm:pt>
    <dgm:pt modelId="{8399C4D2-D2D8-41A5-B60B-5E4F16494D01}" type="parTrans" cxnId="{8FB3B86C-B656-4851-9915-48A3E1EFBB92}">
      <dgm:prSet/>
      <dgm:spPr/>
      <dgm:t>
        <a:bodyPr/>
        <a:lstStyle/>
        <a:p>
          <a:endParaRPr lang="uk-UA"/>
        </a:p>
      </dgm:t>
    </dgm:pt>
    <dgm:pt modelId="{535EECEA-2C12-4AD6-B668-4DE1792DFD11}" type="sibTrans" cxnId="{8FB3B86C-B656-4851-9915-48A3E1EFBB92}">
      <dgm:prSet/>
      <dgm:spPr/>
      <dgm:t>
        <a:bodyPr/>
        <a:lstStyle/>
        <a:p>
          <a:endParaRPr lang="uk-UA"/>
        </a:p>
      </dgm:t>
    </dgm:pt>
    <dgm:pt modelId="{BC0F5159-C16A-40B5-A56E-A6FEC3206661}">
      <dgm:prSet/>
      <dgm:spPr/>
      <dgm:t>
        <a:bodyPr/>
        <a:lstStyle/>
        <a:p>
          <a:r>
            <a:rPr lang="ru-RU" b="0" i="0"/>
            <a:t>«дисиденство»</a:t>
          </a:r>
          <a:endParaRPr lang="uk-UA"/>
        </a:p>
      </dgm:t>
    </dgm:pt>
    <dgm:pt modelId="{023378FE-5FE4-46A8-99BC-11413E1C6136}" type="parTrans" cxnId="{45215FC0-2305-4BD1-9938-A3F1ADFBF481}">
      <dgm:prSet/>
      <dgm:spPr/>
      <dgm:t>
        <a:bodyPr/>
        <a:lstStyle/>
        <a:p>
          <a:endParaRPr lang="uk-UA"/>
        </a:p>
      </dgm:t>
    </dgm:pt>
    <dgm:pt modelId="{51AA3D0F-0D6B-433A-8C90-D9EE2BE1A324}" type="sibTrans" cxnId="{45215FC0-2305-4BD1-9938-A3F1ADFBF481}">
      <dgm:prSet/>
      <dgm:spPr/>
      <dgm:t>
        <a:bodyPr/>
        <a:lstStyle/>
        <a:p>
          <a:endParaRPr lang="uk-UA"/>
        </a:p>
      </dgm:t>
    </dgm:pt>
    <dgm:pt modelId="{28733509-A7CC-4DCF-AE8E-251F4FC1BEFD}">
      <dgm:prSet/>
      <dgm:spPr/>
      <dgm:t>
        <a:bodyPr/>
        <a:lstStyle/>
        <a:p>
          <a:r>
            <a:rPr lang="ru-RU" b="0" i="0"/>
            <a:t>«рух Опору»</a:t>
          </a:r>
          <a:endParaRPr lang="uk-UA"/>
        </a:p>
      </dgm:t>
    </dgm:pt>
    <dgm:pt modelId="{CB3B3487-649F-4308-B2F3-A743C6DE30FE}" type="parTrans" cxnId="{7866A7AA-513E-459B-9576-A7C1003DA3AB}">
      <dgm:prSet/>
      <dgm:spPr/>
      <dgm:t>
        <a:bodyPr/>
        <a:lstStyle/>
        <a:p>
          <a:endParaRPr lang="uk-UA"/>
        </a:p>
      </dgm:t>
    </dgm:pt>
    <dgm:pt modelId="{B052DCD8-B1A7-4F6A-BC89-782F7D4FF171}" type="sibTrans" cxnId="{7866A7AA-513E-459B-9576-A7C1003DA3AB}">
      <dgm:prSet/>
      <dgm:spPr/>
      <dgm:t>
        <a:bodyPr/>
        <a:lstStyle/>
        <a:p>
          <a:endParaRPr lang="uk-UA"/>
        </a:p>
      </dgm:t>
    </dgm:pt>
    <dgm:pt modelId="{EB545425-1A2C-46CD-AFB0-A5FCF65F0A72}">
      <dgm:prSet/>
      <dgm:spPr/>
      <dgm:t>
        <a:bodyPr/>
        <a:lstStyle/>
        <a:p>
          <a:r>
            <a:rPr lang="ru-RU" b="0" i="0"/>
            <a:t>«гласність»</a:t>
          </a:r>
          <a:endParaRPr lang="uk-UA"/>
        </a:p>
      </dgm:t>
    </dgm:pt>
    <dgm:pt modelId="{1787E018-98BE-4C76-8B02-D33B3E70B04F}" type="parTrans" cxnId="{2F2D5532-7875-446A-931A-8D9D0ADB875A}">
      <dgm:prSet/>
      <dgm:spPr/>
      <dgm:t>
        <a:bodyPr/>
        <a:lstStyle/>
        <a:p>
          <a:endParaRPr lang="uk-UA"/>
        </a:p>
      </dgm:t>
    </dgm:pt>
    <dgm:pt modelId="{028C0538-9574-4911-ABFE-EE49036049EC}" type="sibTrans" cxnId="{2F2D5532-7875-446A-931A-8D9D0ADB875A}">
      <dgm:prSet/>
      <dgm:spPr/>
      <dgm:t>
        <a:bodyPr/>
        <a:lstStyle/>
        <a:p>
          <a:endParaRPr lang="uk-UA"/>
        </a:p>
      </dgm:t>
    </dgm:pt>
    <dgm:pt modelId="{10E6FB26-8EB5-46C4-B84B-2158EA2CFF23}" type="pres">
      <dgm:prSet presAssocID="{B0B1E843-C87F-45EF-A34A-866159CC7E34}" presName="linearFlow" presStyleCnt="0">
        <dgm:presLayoutVars>
          <dgm:dir/>
          <dgm:resizeHandles val="exact"/>
        </dgm:presLayoutVars>
      </dgm:prSet>
      <dgm:spPr/>
    </dgm:pt>
    <dgm:pt modelId="{3BDA15BF-7F74-4393-924E-85E7288705E8}" type="pres">
      <dgm:prSet presAssocID="{4EB27759-DB7F-4F71-8403-ACB12208ED3D}" presName="composite" presStyleCnt="0"/>
      <dgm:spPr/>
    </dgm:pt>
    <dgm:pt modelId="{3315C713-36C0-4F42-ADE3-56B298C4BA89}" type="pres">
      <dgm:prSet presAssocID="{4EB27759-DB7F-4F71-8403-ACB12208ED3D}" presName="imgShp" presStyleLbl="fgImgPlace1" presStyleIdx="0" presStyleCnt="6"/>
      <dgm:spPr/>
    </dgm:pt>
    <dgm:pt modelId="{63422069-0672-45FC-B009-8AD4492699E9}" type="pres">
      <dgm:prSet presAssocID="{4EB27759-DB7F-4F71-8403-ACB12208ED3D}" presName="txShp" presStyleLbl="node1" presStyleIdx="0" presStyleCnt="6">
        <dgm:presLayoutVars>
          <dgm:bulletEnabled val="1"/>
        </dgm:presLayoutVars>
      </dgm:prSet>
      <dgm:spPr/>
    </dgm:pt>
    <dgm:pt modelId="{C24D5EC7-3300-4223-B0C0-BF2E699D2B73}" type="pres">
      <dgm:prSet presAssocID="{6C2D5849-4B56-4655-B267-9BB830EF81FD}" presName="spacing" presStyleCnt="0"/>
      <dgm:spPr/>
    </dgm:pt>
    <dgm:pt modelId="{5684238B-7CB5-48B9-97F1-41F3E63D03E7}" type="pres">
      <dgm:prSet presAssocID="{B46E97D8-A249-4824-A4B5-59C021AA5493}" presName="composite" presStyleCnt="0"/>
      <dgm:spPr/>
    </dgm:pt>
    <dgm:pt modelId="{7D1101D6-6069-4CE1-B292-C20AE5413DA9}" type="pres">
      <dgm:prSet presAssocID="{B46E97D8-A249-4824-A4B5-59C021AA5493}" presName="imgShp" presStyleLbl="fgImgPlace1" presStyleIdx="1" presStyleCnt="6"/>
      <dgm:spPr/>
    </dgm:pt>
    <dgm:pt modelId="{5BE269FF-8C79-4BB6-91F6-19966F2DC94F}" type="pres">
      <dgm:prSet presAssocID="{B46E97D8-A249-4824-A4B5-59C021AA5493}" presName="txShp" presStyleLbl="node1" presStyleIdx="1" presStyleCnt="6">
        <dgm:presLayoutVars>
          <dgm:bulletEnabled val="1"/>
        </dgm:presLayoutVars>
      </dgm:prSet>
      <dgm:spPr/>
    </dgm:pt>
    <dgm:pt modelId="{E00D286A-29F2-4703-BC30-364E83E703C3}" type="pres">
      <dgm:prSet presAssocID="{7C8174BE-35D7-4516-9FCC-B2F14DE6AD44}" presName="spacing" presStyleCnt="0"/>
      <dgm:spPr/>
    </dgm:pt>
    <dgm:pt modelId="{7B61BC3A-8738-421F-9E1B-6D17B1A229B3}" type="pres">
      <dgm:prSet presAssocID="{F1EEA14C-E687-4CCA-B6F5-53E27358A4E4}" presName="composite" presStyleCnt="0"/>
      <dgm:spPr/>
    </dgm:pt>
    <dgm:pt modelId="{42583030-565C-4BEB-B809-C2659F249C97}" type="pres">
      <dgm:prSet presAssocID="{F1EEA14C-E687-4CCA-B6F5-53E27358A4E4}" presName="imgShp" presStyleLbl="fgImgPlace1" presStyleIdx="2" presStyleCnt="6"/>
      <dgm:spPr/>
    </dgm:pt>
    <dgm:pt modelId="{BC68DFCE-04F0-4CA2-BAD6-1D823CBEE49F}" type="pres">
      <dgm:prSet presAssocID="{F1EEA14C-E687-4CCA-B6F5-53E27358A4E4}" presName="txShp" presStyleLbl="node1" presStyleIdx="2" presStyleCnt="6">
        <dgm:presLayoutVars>
          <dgm:bulletEnabled val="1"/>
        </dgm:presLayoutVars>
      </dgm:prSet>
      <dgm:spPr/>
    </dgm:pt>
    <dgm:pt modelId="{93320AD2-36B5-46FC-BCFA-4934752844C9}" type="pres">
      <dgm:prSet presAssocID="{535EECEA-2C12-4AD6-B668-4DE1792DFD11}" presName="spacing" presStyleCnt="0"/>
      <dgm:spPr/>
    </dgm:pt>
    <dgm:pt modelId="{AA661AA9-2FD9-406A-9667-ABD53D995261}" type="pres">
      <dgm:prSet presAssocID="{BC0F5159-C16A-40B5-A56E-A6FEC3206661}" presName="composite" presStyleCnt="0"/>
      <dgm:spPr/>
    </dgm:pt>
    <dgm:pt modelId="{C5D7D06E-2CF4-47D1-BC6D-58AA2020C585}" type="pres">
      <dgm:prSet presAssocID="{BC0F5159-C16A-40B5-A56E-A6FEC3206661}" presName="imgShp" presStyleLbl="fgImgPlace1" presStyleIdx="3" presStyleCnt="6"/>
      <dgm:spPr/>
    </dgm:pt>
    <dgm:pt modelId="{857BE493-9F0B-4C20-8F5C-9EB63D8E3574}" type="pres">
      <dgm:prSet presAssocID="{BC0F5159-C16A-40B5-A56E-A6FEC3206661}" presName="txShp" presStyleLbl="node1" presStyleIdx="3" presStyleCnt="6">
        <dgm:presLayoutVars>
          <dgm:bulletEnabled val="1"/>
        </dgm:presLayoutVars>
      </dgm:prSet>
      <dgm:spPr/>
    </dgm:pt>
    <dgm:pt modelId="{60FBB692-D5FE-4C5C-9EFE-787ABBA6DD02}" type="pres">
      <dgm:prSet presAssocID="{51AA3D0F-0D6B-433A-8C90-D9EE2BE1A324}" presName="spacing" presStyleCnt="0"/>
      <dgm:spPr/>
    </dgm:pt>
    <dgm:pt modelId="{0ED0FE8E-9C97-4A29-9C8E-414D4A262493}" type="pres">
      <dgm:prSet presAssocID="{28733509-A7CC-4DCF-AE8E-251F4FC1BEFD}" presName="composite" presStyleCnt="0"/>
      <dgm:spPr/>
    </dgm:pt>
    <dgm:pt modelId="{1638D814-07F7-43C4-95AA-3808BE52FD59}" type="pres">
      <dgm:prSet presAssocID="{28733509-A7CC-4DCF-AE8E-251F4FC1BEFD}" presName="imgShp" presStyleLbl="fgImgPlace1" presStyleIdx="4" presStyleCnt="6"/>
      <dgm:spPr/>
    </dgm:pt>
    <dgm:pt modelId="{F66E43B3-DAB1-44C4-99A5-35EF988206E3}" type="pres">
      <dgm:prSet presAssocID="{28733509-A7CC-4DCF-AE8E-251F4FC1BEFD}" presName="txShp" presStyleLbl="node1" presStyleIdx="4" presStyleCnt="6">
        <dgm:presLayoutVars>
          <dgm:bulletEnabled val="1"/>
        </dgm:presLayoutVars>
      </dgm:prSet>
      <dgm:spPr/>
    </dgm:pt>
    <dgm:pt modelId="{0AB922A7-512F-4864-A591-CCA1926F9870}" type="pres">
      <dgm:prSet presAssocID="{B052DCD8-B1A7-4F6A-BC89-782F7D4FF171}" presName="spacing" presStyleCnt="0"/>
      <dgm:spPr/>
    </dgm:pt>
    <dgm:pt modelId="{1938F24F-A026-4CB7-963D-FF7A7AB0239A}" type="pres">
      <dgm:prSet presAssocID="{EB545425-1A2C-46CD-AFB0-A5FCF65F0A72}" presName="composite" presStyleCnt="0"/>
      <dgm:spPr/>
    </dgm:pt>
    <dgm:pt modelId="{C183B2C1-4A7E-472C-9875-99665157806C}" type="pres">
      <dgm:prSet presAssocID="{EB545425-1A2C-46CD-AFB0-A5FCF65F0A72}" presName="imgShp" presStyleLbl="fgImgPlace1" presStyleIdx="5" presStyleCnt="6"/>
      <dgm:spPr/>
    </dgm:pt>
    <dgm:pt modelId="{7561868A-48C3-47B9-A4F2-AFED7EC4F308}" type="pres">
      <dgm:prSet presAssocID="{EB545425-1A2C-46CD-AFB0-A5FCF65F0A72}" presName="txShp" presStyleLbl="node1" presStyleIdx="5" presStyleCnt="6">
        <dgm:presLayoutVars>
          <dgm:bulletEnabled val="1"/>
        </dgm:presLayoutVars>
      </dgm:prSet>
      <dgm:spPr/>
    </dgm:pt>
  </dgm:ptLst>
  <dgm:cxnLst>
    <dgm:cxn modelId="{B2826502-6E14-4FA9-B5A8-D5A30438D65F}" type="presOf" srcId="{EB545425-1A2C-46CD-AFB0-A5FCF65F0A72}" destId="{7561868A-48C3-47B9-A4F2-AFED7EC4F308}" srcOrd="0" destOrd="0" presId="urn:microsoft.com/office/officeart/2005/8/layout/vList3"/>
    <dgm:cxn modelId="{2F2D5532-7875-446A-931A-8D9D0ADB875A}" srcId="{B0B1E843-C87F-45EF-A34A-866159CC7E34}" destId="{EB545425-1A2C-46CD-AFB0-A5FCF65F0A72}" srcOrd="5" destOrd="0" parTransId="{1787E018-98BE-4C76-8B02-D33B3E70B04F}" sibTransId="{028C0538-9574-4911-ABFE-EE49036049EC}"/>
    <dgm:cxn modelId="{8FB3B86C-B656-4851-9915-48A3E1EFBB92}" srcId="{B0B1E843-C87F-45EF-A34A-866159CC7E34}" destId="{F1EEA14C-E687-4CCA-B6F5-53E27358A4E4}" srcOrd="2" destOrd="0" parTransId="{8399C4D2-D2D8-41A5-B60B-5E4F16494D01}" sibTransId="{535EECEA-2C12-4AD6-B668-4DE1792DFD11}"/>
    <dgm:cxn modelId="{45CB646D-5103-48F8-88D9-0EE43A33EF9A}" type="presOf" srcId="{4EB27759-DB7F-4F71-8403-ACB12208ED3D}" destId="{63422069-0672-45FC-B009-8AD4492699E9}" srcOrd="0" destOrd="0" presId="urn:microsoft.com/office/officeart/2005/8/layout/vList3"/>
    <dgm:cxn modelId="{0F288A4E-56E4-46E6-86D8-32CF75BA2C20}" type="presOf" srcId="{B46E97D8-A249-4824-A4B5-59C021AA5493}" destId="{5BE269FF-8C79-4BB6-91F6-19966F2DC94F}" srcOrd="0" destOrd="0" presId="urn:microsoft.com/office/officeart/2005/8/layout/vList3"/>
    <dgm:cxn modelId="{AAE4BE58-0845-4FC4-AE5A-0244605FEAE6}" type="presOf" srcId="{28733509-A7CC-4DCF-AE8E-251F4FC1BEFD}" destId="{F66E43B3-DAB1-44C4-99A5-35EF988206E3}" srcOrd="0" destOrd="0" presId="urn:microsoft.com/office/officeart/2005/8/layout/vList3"/>
    <dgm:cxn modelId="{AEB43A95-7D00-4C07-A4F1-EF32C4B18394}" type="presOf" srcId="{BC0F5159-C16A-40B5-A56E-A6FEC3206661}" destId="{857BE493-9F0B-4C20-8F5C-9EB63D8E3574}" srcOrd="0" destOrd="0" presId="urn:microsoft.com/office/officeart/2005/8/layout/vList3"/>
    <dgm:cxn modelId="{318CB697-0D9A-4B56-9E45-13E87D2A3B81}" type="presOf" srcId="{F1EEA14C-E687-4CCA-B6F5-53E27358A4E4}" destId="{BC68DFCE-04F0-4CA2-BAD6-1D823CBEE49F}" srcOrd="0" destOrd="0" presId="urn:microsoft.com/office/officeart/2005/8/layout/vList3"/>
    <dgm:cxn modelId="{51E2379B-5648-4BB8-BFAB-C1045F422212}" type="presOf" srcId="{B0B1E843-C87F-45EF-A34A-866159CC7E34}" destId="{10E6FB26-8EB5-46C4-B84B-2158EA2CFF23}" srcOrd="0" destOrd="0" presId="urn:microsoft.com/office/officeart/2005/8/layout/vList3"/>
    <dgm:cxn modelId="{7866A7AA-513E-459B-9576-A7C1003DA3AB}" srcId="{B0B1E843-C87F-45EF-A34A-866159CC7E34}" destId="{28733509-A7CC-4DCF-AE8E-251F4FC1BEFD}" srcOrd="4" destOrd="0" parTransId="{CB3B3487-649F-4308-B2F3-A743C6DE30FE}" sibTransId="{B052DCD8-B1A7-4F6A-BC89-782F7D4FF171}"/>
    <dgm:cxn modelId="{B0110FBE-9283-42C4-B948-91183A029C44}" srcId="{B0B1E843-C87F-45EF-A34A-866159CC7E34}" destId="{B46E97D8-A249-4824-A4B5-59C021AA5493}" srcOrd="1" destOrd="0" parTransId="{C380C7EB-25DE-4593-9252-07C1C8F6710A}" sibTransId="{7C8174BE-35D7-4516-9FCC-B2F14DE6AD44}"/>
    <dgm:cxn modelId="{45215FC0-2305-4BD1-9938-A3F1ADFBF481}" srcId="{B0B1E843-C87F-45EF-A34A-866159CC7E34}" destId="{BC0F5159-C16A-40B5-A56E-A6FEC3206661}" srcOrd="3" destOrd="0" parTransId="{023378FE-5FE4-46A8-99BC-11413E1C6136}" sibTransId="{51AA3D0F-0D6B-433A-8C90-D9EE2BE1A324}"/>
    <dgm:cxn modelId="{48EA63CF-E439-430E-BD52-F9AAC414F174}" srcId="{B0B1E843-C87F-45EF-A34A-866159CC7E34}" destId="{4EB27759-DB7F-4F71-8403-ACB12208ED3D}" srcOrd="0" destOrd="0" parTransId="{5A68FE39-6E09-48DC-BE62-D24685912700}" sibTransId="{6C2D5849-4B56-4655-B267-9BB830EF81FD}"/>
    <dgm:cxn modelId="{60041058-CF7F-4736-A12C-75D8633C1EC8}" type="presParOf" srcId="{10E6FB26-8EB5-46C4-B84B-2158EA2CFF23}" destId="{3BDA15BF-7F74-4393-924E-85E7288705E8}" srcOrd="0" destOrd="0" presId="urn:microsoft.com/office/officeart/2005/8/layout/vList3"/>
    <dgm:cxn modelId="{8817D7D4-F326-4AA3-8557-6C0BDC551DFC}" type="presParOf" srcId="{3BDA15BF-7F74-4393-924E-85E7288705E8}" destId="{3315C713-36C0-4F42-ADE3-56B298C4BA89}" srcOrd="0" destOrd="0" presId="urn:microsoft.com/office/officeart/2005/8/layout/vList3"/>
    <dgm:cxn modelId="{8CF67A14-C321-4F6E-8300-5D20570DF4D5}" type="presParOf" srcId="{3BDA15BF-7F74-4393-924E-85E7288705E8}" destId="{63422069-0672-45FC-B009-8AD4492699E9}" srcOrd="1" destOrd="0" presId="urn:microsoft.com/office/officeart/2005/8/layout/vList3"/>
    <dgm:cxn modelId="{0AC991FE-A4AA-4E2E-9E9D-01FC7B8072AB}" type="presParOf" srcId="{10E6FB26-8EB5-46C4-B84B-2158EA2CFF23}" destId="{C24D5EC7-3300-4223-B0C0-BF2E699D2B73}" srcOrd="1" destOrd="0" presId="urn:microsoft.com/office/officeart/2005/8/layout/vList3"/>
    <dgm:cxn modelId="{01F9ACB9-5EDE-4615-9F66-CE8E08872ADF}" type="presParOf" srcId="{10E6FB26-8EB5-46C4-B84B-2158EA2CFF23}" destId="{5684238B-7CB5-48B9-97F1-41F3E63D03E7}" srcOrd="2" destOrd="0" presId="urn:microsoft.com/office/officeart/2005/8/layout/vList3"/>
    <dgm:cxn modelId="{7E7F05E8-014F-44B4-B350-BEA574CB4C64}" type="presParOf" srcId="{5684238B-7CB5-48B9-97F1-41F3E63D03E7}" destId="{7D1101D6-6069-4CE1-B292-C20AE5413DA9}" srcOrd="0" destOrd="0" presId="urn:microsoft.com/office/officeart/2005/8/layout/vList3"/>
    <dgm:cxn modelId="{35F195DC-2C4D-4B20-B1AC-FD58CBF845C3}" type="presParOf" srcId="{5684238B-7CB5-48B9-97F1-41F3E63D03E7}" destId="{5BE269FF-8C79-4BB6-91F6-19966F2DC94F}" srcOrd="1" destOrd="0" presId="urn:microsoft.com/office/officeart/2005/8/layout/vList3"/>
    <dgm:cxn modelId="{0B0A882B-1C91-48CA-A197-957797D3A3AC}" type="presParOf" srcId="{10E6FB26-8EB5-46C4-B84B-2158EA2CFF23}" destId="{E00D286A-29F2-4703-BC30-364E83E703C3}" srcOrd="3" destOrd="0" presId="urn:microsoft.com/office/officeart/2005/8/layout/vList3"/>
    <dgm:cxn modelId="{BE1FFC4B-BCE5-4F7C-A6EA-F042E3B999A2}" type="presParOf" srcId="{10E6FB26-8EB5-46C4-B84B-2158EA2CFF23}" destId="{7B61BC3A-8738-421F-9E1B-6D17B1A229B3}" srcOrd="4" destOrd="0" presId="urn:microsoft.com/office/officeart/2005/8/layout/vList3"/>
    <dgm:cxn modelId="{CD1118BB-1113-4C95-BE98-94C9C9A57BB8}" type="presParOf" srcId="{7B61BC3A-8738-421F-9E1B-6D17B1A229B3}" destId="{42583030-565C-4BEB-B809-C2659F249C97}" srcOrd="0" destOrd="0" presId="urn:microsoft.com/office/officeart/2005/8/layout/vList3"/>
    <dgm:cxn modelId="{17F8A535-7764-4810-9E77-675D51E00174}" type="presParOf" srcId="{7B61BC3A-8738-421F-9E1B-6D17B1A229B3}" destId="{BC68DFCE-04F0-4CA2-BAD6-1D823CBEE49F}" srcOrd="1" destOrd="0" presId="urn:microsoft.com/office/officeart/2005/8/layout/vList3"/>
    <dgm:cxn modelId="{2A8FF583-0222-4236-90B9-FD6AB0C1371F}" type="presParOf" srcId="{10E6FB26-8EB5-46C4-B84B-2158EA2CFF23}" destId="{93320AD2-36B5-46FC-BCFA-4934752844C9}" srcOrd="5" destOrd="0" presId="urn:microsoft.com/office/officeart/2005/8/layout/vList3"/>
    <dgm:cxn modelId="{38DACC21-AE60-42DF-AD44-7BB55D519203}" type="presParOf" srcId="{10E6FB26-8EB5-46C4-B84B-2158EA2CFF23}" destId="{AA661AA9-2FD9-406A-9667-ABD53D995261}" srcOrd="6" destOrd="0" presId="urn:microsoft.com/office/officeart/2005/8/layout/vList3"/>
    <dgm:cxn modelId="{7922B7A1-CE82-4D58-B0C1-94F0B5281F33}" type="presParOf" srcId="{AA661AA9-2FD9-406A-9667-ABD53D995261}" destId="{C5D7D06E-2CF4-47D1-BC6D-58AA2020C585}" srcOrd="0" destOrd="0" presId="urn:microsoft.com/office/officeart/2005/8/layout/vList3"/>
    <dgm:cxn modelId="{CFC9CB81-F241-4A88-8A03-E9B5B5713ABA}" type="presParOf" srcId="{AA661AA9-2FD9-406A-9667-ABD53D995261}" destId="{857BE493-9F0B-4C20-8F5C-9EB63D8E3574}" srcOrd="1" destOrd="0" presId="urn:microsoft.com/office/officeart/2005/8/layout/vList3"/>
    <dgm:cxn modelId="{48A3244B-0F3E-40C8-AADC-8CA2C5AC4490}" type="presParOf" srcId="{10E6FB26-8EB5-46C4-B84B-2158EA2CFF23}" destId="{60FBB692-D5FE-4C5C-9EFE-787ABBA6DD02}" srcOrd="7" destOrd="0" presId="urn:microsoft.com/office/officeart/2005/8/layout/vList3"/>
    <dgm:cxn modelId="{99562AE0-0133-4E9C-AE8E-05091BD5DC4A}" type="presParOf" srcId="{10E6FB26-8EB5-46C4-B84B-2158EA2CFF23}" destId="{0ED0FE8E-9C97-4A29-9C8E-414D4A262493}" srcOrd="8" destOrd="0" presId="urn:microsoft.com/office/officeart/2005/8/layout/vList3"/>
    <dgm:cxn modelId="{C2EE4FF3-B5A2-44A7-B3D1-475EEF4390D9}" type="presParOf" srcId="{0ED0FE8E-9C97-4A29-9C8E-414D4A262493}" destId="{1638D814-07F7-43C4-95AA-3808BE52FD59}" srcOrd="0" destOrd="0" presId="urn:microsoft.com/office/officeart/2005/8/layout/vList3"/>
    <dgm:cxn modelId="{0700C678-907D-47CA-9123-D0D5A575B290}" type="presParOf" srcId="{0ED0FE8E-9C97-4A29-9C8E-414D4A262493}" destId="{F66E43B3-DAB1-44C4-99A5-35EF988206E3}" srcOrd="1" destOrd="0" presId="urn:microsoft.com/office/officeart/2005/8/layout/vList3"/>
    <dgm:cxn modelId="{A6B96F03-C427-437E-A737-3F60724E4BEA}" type="presParOf" srcId="{10E6FB26-8EB5-46C4-B84B-2158EA2CFF23}" destId="{0AB922A7-512F-4864-A591-CCA1926F9870}" srcOrd="9" destOrd="0" presId="urn:microsoft.com/office/officeart/2005/8/layout/vList3"/>
    <dgm:cxn modelId="{390A1909-B4F6-4F9A-99D1-BD99A26E21B9}" type="presParOf" srcId="{10E6FB26-8EB5-46C4-B84B-2158EA2CFF23}" destId="{1938F24F-A026-4CB7-963D-FF7A7AB0239A}" srcOrd="10" destOrd="0" presId="urn:microsoft.com/office/officeart/2005/8/layout/vList3"/>
    <dgm:cxn modelId="{DF70A4BC-0D97-415D-BBD1-0843DD7A9DB4}" type="presParOf" srcId="{1938F24F-A026-4CB7-963D-FF7A7AB0239A}" destId="{C183B2C1-4A7E-472C-9875-99665157806C}" srcOrd="0" destOrd="0" presId="urn:microsoft.com/office/officeart/2005/8/layout/vList3"/>
    <dgm:cxn modelId="{0D2983EE-A4AF-4DA8-81D0-742356BF1A1F}" type="presParOf" srcId="{1938F24F-A026-4CB7-963D-FF7A7AB0239A}" destId="{7561868A-48C3-47B9-A4F2-AFED7EC4F30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86C8C48-490E-4420-A72F-5FA92AA47F5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456DC62-6544-4C16-BA8A-B22678930247}">
      <dgm:prSet/>
      <dgm:spPr/>
      <dgm:t>
        <a:bodyPr/>
        <a:lstStyle/>
        <a:p>
          <a:r>
            <a:rPr lang="ru-RU" b="0" i="0"/>
            <a:t>І. Дзюби</a:t>
          </a:r>
          <a:endParaRPr lang="uk-UA"/>
        </a:p>
      </dgm:t>
    </dgm:pt>
    <dgm:pt modelId="{F2D06459-94AD-427B-B4A9-741FC871796C}" type="parTrans" cxnId="{A3D986D0-9AA2-4C4C-8AE0-F46966325493}">
      <dgm:prSet/>
      <dgm:spPr/>
      <dgm:t>
        <a:bodyPr/>
        <a:lstStyle/>
        <a:p>
          <a:endParaRPr lang="uk-UA"/>
        </a:p>
      </dgm:t>
    </dgm:pt>
    <dgm:pt modelId="{C062609C-D85A-49BF-B065-BFAC7ECDA9BA}" type="sibTrans" cxnId="{A3D986D0-9AA2-4C4C-8AE0-F46966325493}">
      <dgm:prSet/>
      <dgm:spPr/>
      <dgm:t>
        <a:bodyPr/>
        <a:lstStyle/>
        <a:p>
          <a:endParaRPr lang="uk-UA"/>
        </a:p>
      </dgm:t>
    </dgm:pt>
    <dgm:pt modelId="{3A4D1853-6BD4-4975-B8C9-AC0CB8403A76}">
      <dgm:prSet/>
      <dgm:spPr/>
      <dgm:t>
        <a:bodyPr/>
        <a:lstStyle/>
        <a:p>
          <a:r>
            <a:rPr lang="ru-RU" b="0" i="0"/>
            <a:t>Є. Сверстюка</a:t>
          </a:r>
          <a:endParaRPr lang="uk-UA"/>
        </a:p>
      </dgm:t>
    </dgm:pt>
    <dgm:pt modelId="{A3EEC1EA-DD1E-478D-86D4-35C5024B4767}" type="parTrans" cxnId="{1CC361A6-3934-493B-B68F-24FC3740088B}">
      <dgm:prSet/>
      <dgm:spPr/>
      <dgm:t>
        <a:bodyPr/>
        <a:lstStyle/>
        <a:p>
          <a:endParaRPr lang="uk-UA"/>
        </a:p>
      </dgm:t>
    </dgm:pt>
    <dgm:pt modelId="{94EA1C66-AE4D-4DFD-A6E5-EB6A991E51DA}" type="sibTrans" cxnId="{1CC361A6-3934-493B-B68F-24FC3740088B}">
      <dgm:prSet/>
      <dgm:spPr/>
      <dgm:t>
        <a:bodyPr/>
        <a:lstStyle/>
        <a:p>
          <a:endParaRPr lang="uk-UA"/>
        </a:p>
      </dgm:t>
    </dgm:pt>
    <dgm:pt modelId="{D7A5EB18-2FC5-4D4C-B31B-B28200B5AE5F}">
      <dgm:prSet/>
      <dgm:spPr/>
      <dgm:t>
        <a:bodyPr/>
        <a:lstStyle/>
        <a:p>
          <a:r>
            <a:rPr lang="ru-RU" b="0" i="0"/>
            <a:t>Л. Лук’яненка</a:t>
          </a:r>
          <a:endParaRPr lang="uk-UA"/>
        </a:p>
      </dgm:t>
    </dgm:pt>
    <dgm:pt modelId="{DE075BFB-C3EE-4760-974A-C561C8624CC8}" type="parTrans" cxnId="{8D510753-5A85-4FB3-A90B-1BF93FEF369F}">
      <dgm:prSet/>
      <dgm:spPr/>
      <dgm:t>
        <a:bodyPr/>
        <a:lstStyle/>
        <a:p>
          <a:endParaRPr lang="uk-UA"/>
        </a:p>
      </dgm:t>
    </dgm:pt>
    <dgm:pt modelId="{BF71DE5D-1279-44F9-90B5-816D571FCADD}" type="sibTrans" cxnId="{8D510753-5A85-4FB3-A90B-1BF93FEF369F}">
      <dgm:prSet/>
      <dgm:spPr/>
      <dgm:t>
        <a:bodyPr/>
        <a:lstStyle/>
        <a:p>
          <a:endParaRPr lang="uk-UA"/>
        </a:p>
      </dgm:t>
    </dgm:pt>
    <dgm:pt modelId="{6D21F33D-41DF-4376-B813-84379E6C1D0E}">
      <dgm:prSet/>
      <dgm:spPr/>
      <dgm:t>
        <a:bodyPr/>
        <a:lstStyle/>
        <a:p>
          <a:r>
            <a:rPr lang="ru-RU" b="0" i="0"/>
            <a:t>В. Чорновола</a:t>
          </a:r>
          <a:endParaRPr lang="uk-UA"/>
        </a:p>
      </dgm:t>
    </dgm:pt>
    <dgm:pt modelId="{9F959040-C218-40D1-9331-A64B1567A84C}" type="parTrans" cxnId="{ECD8D3A1-7E64-4039-9231-E8694198B154}">
      <dgm:prSet/>
      <dgm:spPr/>
      <dgm:t>
        <a:bodyPr/>
        <a:lstStyle/>
        <a:p>
          <a:endParaRPr lang="uk-UA"/>
        </a:p>
      </dgm:t>
    </dgm:pt>
    <dgm:pt modelId="{25F6916F-F22F-42EA-BDAB-97E19D7D1D1E}" type="sibTrans" cxnId="{ECD8D3A1-7E64-4039-9231-E8694198B154}">
      <dgm:prSet/>
      <dgm:spPr/>
      <dgm:t>
        <a:bodyPr/>
        <a:lstStyle/>
        <a:p>
          <a:endParaRPr lang="uk-UA"/>
        </a:p>
      </dgm:t>
    </dgm:pt>
    <dgm:pt modelId="{F02B0080-AF26-4C44-8D00-08A4D56BE3EC}" type="pres">
      <dgm:prSet presAssocID="{286C8C48-490E-4420-A72F-5FA92AA47F52}" presName="linearFlow" presStyleCnt="0">
        <dgm:presLayoutVars>
          <dgm:dir/>
          <dgm:resizeHandles val="exact"/>
        </dgm:presLayoutVars>
      </dgm:prSet>
      <dgm:spPr/>
    </dgm:pt>
    <dgm:pt modelId="{04BEF9F6-1C19-455E-871F-2BAC7E4B6C9F}" type="pres">
      <dgm:prSet presAssocID="{9456DC62-6544-4C16-BA8A-B22678930247}" presName="composite" presStyleCnt="0"/>
      <dgm:spPr/>
    </dgm:pt>
    <dgm:pt modelId="{E312871B-B005-4967-80C2-9AD69218AC06}" type="pres">
      <dgm:prSet presAssocID="{9456DC62-6544-4C16-BA8A-B22678930247}" presName="imgShp" presStyleLbl="fgImgPlace1" presStyleIdx="0" presStyleCnt="4"/>
      <dgm:spPr/>
    </dgm:pt>
    <dgm:pt modelId="{5E1316EE-B1DC-417D-AE94-D5219BE22B61}" type="pres">
      <dgm:prSet presAssocID="{9456DC62-6544-4C16-BA8A-B22678930247}" presName="txShp" presStyleLbl="node1" presStyleIdx="0" presStyleCnt="4">
        <dgm:presLayoutVars>
          <dgm:bulletEnabled val="1"/>
        </dgm:presLayoutVars>
      </dgm:prSet>
      <dgm:spPr/>
    </dgm:pt>
    <dgm:pt modelId="{3F4C030A-D597-4031-AA0C-2C4A73CFA49C}" type="pres">
      <dgm:prSet presAssocID="{C062609C-D85A-49BF-B065-BFAC7ECDA9BA}" presName="spacing" presStyleCnt="0"/>
      <dgm:spPr/>
    </dgm:pt>
    <dgm:pt modelId="{662058E3-72D0-436B-A3B0-53C05720A0A0}" type="pres">
      <dgm:prSet presAssocID="{3A4D1853-6BD4-4975-B8C9-AC0CB8403A76}" presName="composite" presStyleCnt="0"/>
      <dgm:spPr/>
    </dgm:pt>
    <dgm:pt modelId="{08B3CA63-AD5E-4414-AD11-8454500220AC}" type="pres">
      <dgm:prSet presAssocID="{3A4D1853-6BD4-4975-B8C9-AC0CB8403A76}" presName="imgShp" presStyleLbl="fgImgPlace1" presStyleIdx="1" presStyleCnt="4"/>
      <dgm:spPr/>
    </dgm:pt>
    <dgm:pt modelId="{BC9AEB6D-C3FB-4F18-BC91-1E16484542C4}" type="pres">
      <dgm:prSet presAssocID="{3A4D1853-6BD4-4975-B8C9-AC0CB8403A76}" presName="txShp" presStyleLbl="node1" presStyleIdx="1" presStyleCnt="4">
        <dgm:presLayoutVars>
          <dgm:bulletEnabled val="1"/>
        </dgm:presLayoutVars>
      </dgm:prSet>
      <dgm:spPr/>
    </dgm:pt>
    <dgm:pt modelId="{23F6DA8D-A210-45FC-A6A7-DFE0E7D36CFF}" type="pres">
      <dgm:prSet presAssocID="{94EA1C66-AE4D-4DFD-A6E5-EB6A991E51DA}" presName="spacing" presStyleCnt="0"/>
      <dgm:spPr/>
    </dgm:pt>
    <dgm:pt modelId="{00967841-70B3-4F1C-8496-34FBF0E0815E}" type="pres">
      <dgm:prSet presAssocID="{D7A5EB18-2FC5-4D4C-B31B-B28200B5AE5F}" presName="composite" presStyleCnt="0"/>
      <dgm:spPr/>
    </dgm:pt>
    <dgm:pt modelId="{A64C926E-5EAA-4EE7-B81D-FACAF74136DD}" type="pres">
      <dgm:prSet presAssocID="{D7A5EB18-2FC5-4D4C-B31B-B28200B5AE5F}" presName="imgShp" presStyleLbl="fgImgPlace1" presStyleIdx="2" presStyleCnt="4"/>
      <dgm:spPr/>
    </dgm:pt>
    <dgm:pt modelId="{16957311-28E8-4A10-838D-CC9A332F2BA4}" type="pres">
      <dgm:prSet presAssocID="{D7A5EB18-2FC5-4D4C-B31B-B28200B5AE5F}" presName="txShp" presStyleLbl="node1" presStyleIdx="2" presStyleCnt="4">
        <dgm:presLayoutVars>
          <dgm:bulletEnabled val="1"/>
        </dgm:presLayoutVars>
      </dgm:prSet>
      <dgm:spPr/>
    </dgm:pt>
    <dgm:pt modelId="{4E41FAB9-1604-4328-A653-7B24CB5F8FFE}" type="pres">
      <dgm:prSet presAssocID="{BF71DE5D-1279-44F9-90B5-816D571FCADD}" presName="spacing" presStyleCnt="0"/>
      <dgm:spPr/>
    </dgm:pt>
    <dgm:pt modelId="{84424FCE-AC20-46F5-A80F-FB8CB64C6F66}" type="pres">
      <dgm:prSet presAssocID="{6D21F33D-41DF-4376-B813-84379E6C1D0E}" presName="composite" presStyleCnt="0"/>
      <dgm:spPr/>
    </dgm:pt>
    <dgm:pt modelId="{4876BE4B-C6D4-41F4-8FD3-1B4BD889B271}" type="pres">
      <dgm:prSet presAssocID="{6D21F33D-41DF-4376-B813-84379E6C1D0E}" presName="imgShp" presStyleLbl="fgImgPlace1" presStyleIdx="3" presStyleCnt="4"/>
      <dgm:spPr/>
    </dgm:pt>
    <dgm:pt modelId="{27962EED-B40A-4FF3-9B9A-F319F473D64C}" type="pres">
      <dgm:prSet presAssocID="{6D21F33D-41DF-4376-B813-84379E6C1D0E}" presName="txShp" presStyleLbl="node1" presStyleIdx="3" presStyleCnt="4">
        <dgm:presLayoutVars>
          <dgm:bulletEnabled val="1"/>
        </dgm:presLayoutVars>
      </dgm:prSet>
      <dgm:spPr/>
    </dgm:pt>
  </dgm:ptLst>
  <dgm:cxnLst>
    <dgm:cxn modelId="{39E50072-83C4-4958-930F-E7DC2F34C7BA}" type="presOf" srcId="{3A4D1853-6BD4-4975-B8C9-AC0CB8403A76}" destId="{BC9AEB6D-C3FB-4F18-BC91-1E16484542C4}" srcOrd="0" destOrd="0" presId="urn:microsoft.com/office/officeart/2005/8/layout/vList3"/>
    <dgm:cxn modelId="{8D510753-5A85-4FB3-A90B-1BF93FEF369F}" srcId="{286C8C48-490E-4420-A72F-5FA92AA47F52}" destId="{D7A5EB18-2FC5-4D4C-B31B-B28200B5AE5F}" srcOrd="2" destOrd="0" parTransId="{DE075BFB-C3EE-4760-974A-C561C8624CC8}" sibTransId="{BF71DE5D-1279-44F9-90B5-816D571FCADD}"/>
    <dgm:cxn modelId="{EBCE4856-5781-4B18-BFAF-90BB3ABA400F}" type="presOf" srcId="{9456DC62-6544-4C16-BA8A-B22678930247}" destId="{5E1316EE-B1DC-417D-AE94-D5219BE22B61}" srcOrd="0" destOrd="0" presId="urn:microsoft.com/office/officeart/2005/8/layout/vList3"/>
    <dgm:cxn modelId="{ECD8D3A1-7E64-4039-9231-E8694198B154}" srcId="{286C8C48-490E-4420-A72F-5FA92AA47F52}" destId="{6D21F33D-41DF-4376-B813-84379E6C1D0E}" srcOrd="3" destOrd="0" parTransId="{9F959040-C218-40D1-9331-A64B1567A84C}" sibTransId="{25F6916F-F22F-42EA-BDAB-97E19D7D1D1E}"/>
    <dgm:cxn modelId="{1CC361A6-3934-493B-B68F-24FC3740088B}" srcId="{286C8C48-490E-4420-A72F-5FA92AA47F52}" destId="{3A4D1853-6BD4-4975-B8C9-AC0CB8403A76}" srcOrd="1" destOrd="0" parTransId="{A3EEC1EA-DD1E-478D-86D4-35C5024B4767}" sibTransId="{94EA1C66-AE4D-4DFD-A6E5-EB6A991E51DA}"/>
    <dgm:cxn modelId="{A5E531A7-2836-4F4C-99A1-0542CCB30B24}" type="presOf" srcId="{D7A5EB18-2FC5-4D4C-B31B-B28200B5AE5F}" destId="{16957311-28E8-4A10-838D-CC9A332F2BA4}" srcOrd="0" destOrd="0" presId="urn:microsoft.com/office/officeart/2005/8/layout/vList3"/>
    <dgm:cxn modelId="{725474BE-EF67-47DA-864A-193100EA8637}" type="presOf" srcId="{286C8C48-490E-4420-A72F-5FA92AA47F52}" destId="{F02B0080-AF26-4C44-8D00-08A4D56BE3EC}" srcOrd="0" destOrd="0" presId="urn:microsoft.com/office/officeart/2005/8/layout/vList3"/>
    <dgm:cxn modelId="{9772E5BE-803C-44CE-A5F2-8A3001B388DE}" type="presOf" srcId="{6D21F33D-41DF-4376-B813-84379E6C1D0E}" destId="{27962EED-B40A-4FF3-9B9A-F319F473D64C}" srcOrd="0" destOrd="0" presId="urn:microsoft.com/office/officeart/2005/8/layout/vList3"/>
    <dgm:cxn modelId="{A3D986D0-9AA2-4C4C-8AE0-F46966325493}" srcId="{286C8C48-490E-4420-A72F-5FA92AA47F52}" destId="{9456DC62-6544-4C16-BA8A-B22678930247}" srcOrd="0" destOrd="0" parTransId="{F2D06459-94AD-427B-B4A9-741FC871796C}" sibTransId="{C062609C-D85A-49BF-B065-BFAC7ECDA9BA}"/>
    <dgm:cxn modelId="{7AEAB63E-C03C-4F97-89E8-EA9951BEB43B}" type="presParOf" srcId="{F02B0080-AF26-4C44-8D00-08A4D56BE3EC}" destId="{04BEF9F6-1C19-455E-871F-2BAC7E4B6C9F}" srcOrd="0" destOrd="0" presId="urn:microsoft.com/office/officeart/2005/8/layout/vList3"/>
    <dgm:cxn modelId="{F51F5BEB-4689-4D6F-9CCF-E2FE5A3EFD9E}" type="presParOf" srcId="{04BEF9F6-1C19-455E-871F-2BAC7E4B6C9F}" destId="{E312871B-B005-4967-80C2-9AD69218AC06}" srcOrd="0" destOrd="0" presId="urn:microsoft.com/office/officeart/2005/8/layout/vList3"/>
    <dgm:cxn modelId="{72D7A1DC-1456-4911-8D00-B064A6A3570D}" type="presParOf" srcId="{04BEF9F6-1C19-455E-871F-2BAC7E4B6C9F}" destId="{5E1316EE-B1DC-417D-AE94-D5219BE22B61}" srcOrd="1" destOrd="0" presId="urn:microsoft.com/office/officeart/2005/8/layout/vList3"/>
    <dgm:cxn modelId="{82304B45-B8B2-4B7B-885B-64FA939ACE1B}" type="presParOf" srcId="{F02B0080-AF26-4C44-8D00-08A4D56BE3EC}" destId="{3F4C030A-D597-4031-AA0C-2C4A73CFA49C}" srcOrd="1" destOrd="0" presId="urn:microsoft.com/office/officeart/2005/8/layout/vList3"/>
    <dgm:cxn modelId="{B7641E7E-A703-45EE-BA26-57B540747CB8}" type="presParOf" srcId="{F02B0080-AF26-4C44-8D00-08A4D56BE3EC}" destId="{662058E3-72D0-436B-A3B0-53C05720A0A0}" srcOrd="2" destOrd="0" presId="urn:microsoft.com/office/officeart/2005/8/layout/vList3"/>
    <dgm:cxn modelId="{20E57FAC-7400-4379-BE8F-02052F13F81B}" type="presParOf" srcId="{662058E3-72D0-436B-A3B0-53C05720A0A0}" destId="{08B3CA63-AD5E-4414-AD11-8454500220AC}" srcOrd="0" destOrd="0" presId="urn:microsoft.com/office/officeart/2005/8/layout/vList3"/>
    <dgm:cxn modelId="{938AB833-7B4B-401B-8FAC-5EBD9CE2ACFA}" type="presParOf" srcId="{662058E3-72D0-436B-A3B0-53C05720A0A0}" destId="{BC9AEB6D-C3FB-4F18-BC91-1E16484542C4}" srcOrd="1" destOrd="0" presId="urn:microsoft.com/office/officeart/2005/8/layout/vList3"/>
    <dgm:cxn modelId="{E626C87D-CD49-44A2-B107-7715CAED808C}" type="presParOf" srcId="{F02B0080-AF26-4C44-8D00-08A4D56BE3EC}" destId="{23F6DA8D-A210-45FC-A6A7-DFE0E7D36CFF}" srcOrd="3" destOrd="0" presId="urn:microsoft.com/office/officeart/2005/8/layout/vList3"/>
    <dgm:cxn modelId="{62911513-6C2F-4A91-94C2-A667A0852983}" type="presParOf" srcId="{F02B0080-AF26-4C44-8D00-08A4D56BE3EC}" destId="{00967841-70B3-4F1C-8496-34FBF0E0815E}" srcOrd="4" destOrd="0" presId="urn:microsoft.com/office/officeart/2005/8/layout/vList3"/>
    <dgm:cxn modelId="{2D86651D-50EE-4BFD-A3C6-371074B090AA}" type="presParOf" srcId="{00967841-70B3-4F1C-8496-34FBF0E0815E}" destId="{A64C926E-5EAA-4EE7-B81D-FACAF74136DD}" srcOrd="0" destOrd="0" presId="urn:microsoft.com/office/officeart/2005/8/layout/vList3"/>
    <dgm:cxn modelId="{E2385F2A-34DE-46A8-A71D-7D772EC52A73}" type="presParOf" srcId="{00967841-70B3-4F1C-8496-34FBF0E0815E}" destId="{16957311-28E8-4A10-838D-CC9A332F2BA4}" srcOrd="1" destOrd="0" presId="urn:microsoft.com/office/officeart/2005/8/layout/vList3"/>
    <dgm:cxn modelId="{82005046-9518-4D1B-81F9-3D569AC7B2CC}" type="presParOf" srcId="{F02B0080-AF26-4C44-8D00-08A4D56BE3EC}" destId="{4E41FAB9-1604-4328-A653-7B24CB5F8FFE}" srcOrd="5" destOrd="0" presId="urn:microsoft.com/office/officeart/2005/8/layout/vList3"/>
    <dgm:cxn modelId="{1B06F05F-6300-4798-B87E-399B4C642F88}" type="presParOf" srcId="{F02B0080-AF26-4C44-8D00-08A4D56BE3EC}" destId="{84424FCE-AC20-46F5-A80F-FB8CB64C6F66}" srcOrd="6" destOrd="0" presId="urn:microsoft.com/office/officeart/2005/8/layout/vList3"/>
    <dgm:cxn modelId="{BEEA6F0F-0A53-4A11-B9F5-C300DCB20499}" type="presParOf" srcId="{84424FCE-AC20-46F5-A80F-FB8CB64C6F66}" destId="{4876BE4B-C6D4-41F4-8FD3-1B4BD889B271}" srcOrd="0" destOrd="0" presId="urn:microsoft.com/office/officeart/2005/8/layout/vList3"/>
    <dgm:cxn modelId="{0BC6FBA3-935A-486A-A184-6EE6807236B3}" type="presParOf" srcId="{84424FCE-AC20-46F5-A80F-FB8CB64C6F66}" destId="{27962EED-B40A-4FF3-9B9A-F319F473D64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DF4A135-0DEB-41FA-B4A4-CF3F6B0276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050892F-9388-4010-B6E3-D939C169E86C}">
      <dgm:prSet/>
      <dgm:spPr/>
      <dgm:t>
        <a:bodyPr/>
        <a:lstStyle/>
        <a:p>
          <a:r>
            <a:rPr lang="uk-UA" b="0" i="0"/>
            <a:t>волюнтаризм</a:t>
          </a:r>
          <a:endParaRPr lang="uk-UA"/>
        </a:p>
      </dgm:t>
    </dgm:pt>
    <dgm:pt modelId="{28DDA894-99CD-4125-BF8D-B3699A7FF64E}" type="parTrans" cxnId="{95FDFB2F-F923-4902-A300-EBD232F9BEE5}">
      <dgm:prSet/>
      <dgm:spPr/>
      <dgm:t>
        <a:bodyPr/>
        <a:lstStyle/>
        <a:p>
          <a:endParaRPr lang="uk-UA"/>
        </a:p>
      </dgm:t>
    </dgm:pt>
    <dgm:pt modelId="{48CBE6D0-7055-472E-A6C5-FD2B5E9F33B6}" type="sibTrans" cxnId="{95FDFB2F-F923-4902-A300-EBD232F9BEE5}">
      <dgm:prSet/>
      <dgm:spPr/>
      <dgm:t>
        <a:bodyPr/>
        <a:lstStyle/>
        <a:p>
          <a:endParaRPr lang="uk-UA"/>
        </a:p>
      </dgm:t>
    </dgm:pt>
    <dgm:pt modelId="{D2FF55B4-5C21-4CF0-857C-E1E3328796EB}">
      <dgm:prSet/>
      <dgm:spPr/>
      <dgm:t>
        <a:bodyPr/>
        <a:lstStyle/>
        <a:p>
          <a:r>
            <a:rPr lang="uk-UA" b="0" i="0"/>
            <a:t>консерватизм</a:t>
          </a:r>
          <a:endParaRPr lang="uk-UA"/>
        </a:p>
      </dgm:t>
    </dgm:pt>
    <dgm:pt modelId="{0653F1D5-8888-4617-8A45-DF3E9587F673}" type="parTrans" cxnId="{A8A12642-3E56-465D-9146-2704607059B4}">
      <dgm:prSet/>
      <dgm:spPr/>
      <dgm:t>
        <a:bodyPr/>
        <a:lstStyle/>
        <a:p>
          <a:endParaRPr lang="uk-UA"/>
        </a:p>
      </dgm:t>
    </dgm:pt>
    <dgm:pt modelId="{F51125C3-BFE0-4EB7-8F2B-31F171500EEA}" type="sibTrans" cxnId="{A8A12642-3E56-465D-9146-2704607059B4}">
      <dgm:prSet/>
      <dgm:spPr/>
      <dgm:t>
        <a:bodyPr/>
        <a:lstStyle/>
        <a:p>
          <a:endParaRPr lang="uk-UA"/>
        </a:p>
      </dgm:t>
    </dgm:pt>
    <dgm:pt modelId="{4FD21364-DF59-444B-92A9-F2ECC80C42A2}">
      <dgm:prSet/>
      <dgm:spPr/>
      <dgm:t>
        <a:bodyPr/>
        <a:lstStyle/>
        <a:p>
          <a:r>
            <a:rPr lang="uk-UA" b="0" i="0"/>
            <a:t>дисидентство</a:t>
          </a:r>
          <a:endParaRPr lang="uk-UA"/>
        </a:p>
      </dgm:t>
    </dgm:pt>
    <dgm:pt modelId="{6D497092-1A42-4E79-9915-9C99C37490F7}" type="parTrans" cxnId="{029A63AD-E8FC-4A7B-81A8-3A35E9BE0AFD}">
      <dgm:prSet/>
      <dgm:spPr/>
      <dgm:t>
        <a:bodyPr/>
        <a:lstStyle/>
        <a:p>
          <a:endParaRPr lang="uk-UA"/>
        </a:p>
      </dgm:t>
    </dgm:pt>
    <dgm:pt modelId="{6CF7AF08-4294-490C-BFD7-25E6E42BC906}" type="sibTrans" cxnId="{029A63AD-E8FC-4A7B-81A8-3A35E9BE0AFD}">
      <dgm:prSet/>
      <dgm:spPr/>
      <dgm:t>
        <a:bodyPr/>
        <a:lstStyle/>
        <a:p>
          <a:endParaRPr lang="uk-UA"/>
        </a:p>
      </dgm:t>
    </dgm:pt>
    <dgm:pt modelId="{560B9BD8-EA7A-4145-B188-492123625E75}">
      <dgm:prSet/>
      <dgm:spPr/>
      <dgm:t>
        <a:bodyPr/>
        <a:lstStyle/>
        <a:p>
          <a:r>
            <a:rPr lang="uk-UA" b="0" i="0"/>
            <a:t>космополітизм</a:t>
          </a:r>
          <a:endParaRPr lang="uk-UA"/>
        </a:p>
      </dgm:t>
    </dgm:pt>
    <dgm:pt modelId="{58BFF985-1AD3-45C5-A348-DDC45BD7F77D}" type="parTrans" cxnId="{AD3242FD-CB68-4F93-B149-BA825F01F3E9}">
      <dgm:prSet/>
      <dgm:spPr/>
      <dgm:t>
        <a:bodyPr/>
        <a:lstStyle/>
        <a:p>
          <a:endParaRPr lang="uk-UA"/>
        </a:p>
      </dgm:t>
    </dgm:pt>
    <dgm:pt modelId="{41A23E79-5F37-4C98-A5BA-8F7BAF755687}" type="sibTrans" cxnId="{AD3242FD-CB68-4F93-B149-BA825F01F3E9}">
      <dgm:prSet/>
      <dgm:spPr/>
      <dgm:t>
        <a:bodyPr/>
        <a:lstStyle/>
        <a:p>
          <a:endParaRPr lang="uk-UA"/>
        </a:p>
      </dgm:t>
    </dgm:pt>
    <dgm:pt modelId="{6963BF83-9D90-40C4-9BB1-E283D37F3843}" type="pres">
      <dgm:prSet presAssocID="{4DF4A135-0DEB-41FA-B4A4-CF3F6B02769E}" presName="linear" presStyleCnt="0">
        <dgm:presLayoutVars>
          <dgm:animLvl val="lvl"/>
          <dgm:resizeHandles val="exact"/>
        </dgm:presLayoutVars>
      </dgm:prSet>
      <dgm:spPr/>
    </dgm:pt>
    <dgm:pt modelId="{2F7D78CA-9D04-45A4-ABF8-AFBABAFFA457}" type="pres">
      <dgm:prSet presAssocID="{2050892F-9388-4010-B6E3-D939C169E86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950ED42-5100-4CF4-9299-35C8C450A6EB}" type="pres">
      <dgm:prSet presAssocID="{48CBE6D0-7055-472E-A6C5-FD2B5E9F33B6}" presName="spacer" presStyleCnt="0"/>
      <dgm:spPr/>
    </dgm:pt>
    <dgm:pt modelId="{632048D8-77B3-4F83-BFA9-6E402D287849}" type="pres">
      <dgm:prSet presAssocID="{D2FF55B4-5C21-4CF0-857C-E1E3328796E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12B1BB5-B7CD-43E0-B894-FFB62EA6FB9B}" type="pres">
      <dgm:prSet presAssocID="{F51125C3-BFE0-4EB7-8F2B-31F171500EEA}" presName="spacer" presStyleCnt="0"/>
      <dgm:spPr/>
    </dgm:pt>
    <dgm:pt modelId="{7D33A579-7811-4E52-876D-067F9F4D2E25}" type="pres">
      <dgm:prSet presAssocID="{4FD21364-DF59-444B-92A9-F2ECC80C42A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D545E0D-062B-4DDD-9397-B3505713A4CF}" type="pres">
      <dgm:prSet presAssocID="{6CF7AF08-4294-490C-BFD7-25E6E42BC906}" presName="spacer" presStyleCnt="0"/>
      <dgm:spPr/>
    </dgm:pt>
    <dgm:pt modelId="{43DB041C-8D53-408F-9C43-0F94DC02951F}" type="pres">
      <dgm:prSet presAssocID="{560B9BD8-EA7A-4145-B188-492123625E7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9A7A718-E08E-4054-94C2-A8E5AC377D44}" type="presOf" srcId="{2050892F-9388-4010-B6E3-D939C169E86C}" destId="{2F7D78CA-9D04-45A4-ABF8-AFBABAFFA457}" srcOrd="0" destOrd="0" presId="urn:microsoft.com/office/officeart/2005/8/layout/vList2"/>
    <dgm:cxn modelId="{95FDFB2F-F923-4902-A300-EBD232F9BEE5}" srcId="{4DF4A135-0DEB-41FA-B4A4-CF3F6B02769E}" destId="{2050892F-9388-4010-B6E3-D939C169E86C}" srcOrd="0" destOrd="0" parTransId="{28DDA894-99CD-4125-BF8D-B3699A7FF64E}" sibTransId="{48CBE6D0-7055-472E-A6C5-FD2B5E9F33B6}"/>
    <dgm:cxn modelId="{CB466260-AF7D-4B2D-9C0D-1FD38D8979EB}" type="presOf" srcId="{D2FF55B4-5C21-4CF0-857C-E1E3328796EB}" destId="{632048D8-77B3-4F83-BFA9-6E402D287849}" srcOrd="0" destOrd="0" presId="urn:microsoft.com/office/officeart/2005/8/layout/vList2"/>
    <dgm:cxn modelId="{A8A12642-3E56-465D-9146-2704607059B4}" srcId="{4DF4A135-0DEB-41FA-B4A4-CF3F6B02769E}" destId="{D2FF55B4-5C21-4CF0-857C-E1E3328796EB}" srcOrd="1" destOrd="0" parTransId="{0653F1D5-8888-4617-8A45-DF3E9587F673}" sibTransId="{F51125C3-BFE0-4EB7-8F2B-31F171500EEA}"/>
    <dgm:cxn modelId="{CC22286B-3EA4-4384-8C23-A7F3D4C47E41}" type="presOf" srcId="{4FD21364-DF59-444B-92A9-F2ECC80C42A2}" destId="{7D33A579-7811-4E52-876D-067F9F4D2E25}" srcOrd="0" destOrd="0" presId="urn:microsoft.com/office/officeart/2005/8/layout/vList2"/>
    <dgm:cxn modelId="{C638C889-BFF0-4E30-BEAB-4CECABCD392E}" type="presOf" srcId="{560B9BD8-EA7A-4145-B188-492123625E75}" destId="{43DB041C-8D53-408F-9C43-0F94DC02951F}" srcOrd="0" destOrd="0" presId="urn:microsoft.com/office/officeart/2005/8/layout/vList2"/>
    <dgm:cxn modelId="{719FB49A-DF70-49D7-9EFE-45B7DACA290A}" type="presOf" srcId="{4DF4A135-0DEB-41FA-B4A4-CF3F6B02769E}" destId="{6963BF83-9D90-40C4-9BB1-E283D37F3843}" srcOrd="0" destOrd="0" presId="urn:microsoft.com/office/officeart/2005/8/layout/vList2"/>
    <dgm:cxn modelId="{029A63AD-E8FC-4A7B-81A8-3A35E9BE0AFD}" srcId="{4DF4A135-0DEB-41FA-B4A4-CF3F6B02769E}" destId="{4FD21364-DF59-444B-92A9-F2ECC80C42A2}" srcOrd="2" destOrd="0" parTransId="{6D497092-1A42-4E79-9915-9C99C37490F7}" sibTransId="{6CF7AF08-4294-490C-BFD7-25E6E42BC906}"/>
    <dgm:cxn modelId="{AD3242FD-CB68-4F93-B149-BA825F01F3E9}" srcId="{4DF4A135-0DEB-41FA-B4A4-CF3F6B02769E}" destId="{560B9BD8-EA7A-4145-B188-492123625E75}" srcOrd="3" destOrd="0" parTransId="{58BFF985-1AD3-45C5-A348-DDC45BD7F77D}" sibTransId="{41A23E79-5F37-4C98-A5BA-8F7BAF755687}"/>
    <dgm:cxn modelId="{B0BE0CBB-4408-495A-A5A1-438D8E471F67}" type="presParOf" srcId="{6963BF83-9D90-40C4-9BB1-E283D37F3843}" destId="{2F7D78CA-9D04-45A4-ABF8-AFBABAFFA457}" srcOrd="0" destOrd="0" presId="urn:microsoft.com/office/officeart/2005/8/layout/vList2"/>
    <dgm:cxn modelId="{E788B880-0E19-4258-893A-34B3AD1E0813}" type="presParOf" srcId="{6963BF83-9D90-40C4-9BB1-E283D37F3843}" destId="{A950ED42-5100-4CF4-9299-35C8C450A6EB}" srcOrd="1" destOrd="0" presId="urn:microsoft.com/office/officeart/2005/8/layout/vList2"/>
    <dgm:cxn modelId="{3ABD4078-F412-400F-BF4E-13E3333F431E}" type="presParOf" srcId="{6963BF83-9D90-40C4-9BB1-E283D37F3843}" destId="{632048D8-77B3-4F83-BFA9-6E402D287849}" srcOrd="2" destOrd="0" presId="urn:microsoft.com/office/officeart/2005/8/layout/vList2"/>
    <dgm:cxn modelId="{C23E2E13-C586-4E8F-868F-001E54E99652}" type="presParOf" srcId="{6963BF83-9D90-40C4-9BB1-E283D37F3843}" destId="{912B1BB5-B7CD-43E0-B894-FFB62EA6FB9B}" srcOrd="3" destOrd="0" presId="urn:microsoft.com/office/officeart/2005/8/layout/vList2"/>
    <dgm:cxn modelId="{F7C76542-8D73-4BE8-A9C2-472A178EC317}" type="presParOf" srcId="{6963BF83-9D90-40C4-9BB1-E283D37F3843}" destId="{7D33A579-7811-4E52-876D-067F9F4D2E25}" srcOrd="4" destOrd="0" presId="urn:microsoft.com/office/officeart/2005/8/layout/vList2"/>
    <dgm:cxn modelId="{A09AFEEE-BF26-4FC9-A4D1-9E81923924A5}" type="presParOf" srcId="{6963BF83-9D90-40C4-9BB1-E283D37F3843}" destId="{1D545E0D-062B-4DDD-9397-B3505713A4CF}" srcOrd="5" destOrd="0" presId="urn:microsoft.com/office/officeart/2005/8/layout/vList2"/>
    <dgm:cxn modelId="{74CA830A-8BBD-4D4F-828F-08B89CAEFB0B}" type="presParOf" srcId="{6963BF83-9D90-40C4-9BB1-E283D37F3843}" destId="{43DB041C-8D53-408F-9C43-0F94DC02951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F83BA39-3DD8-4300-B051-325A7D3B2BE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1FA7BFB-41AD-4C67-B776-EBFF3151E604}">
      <dgm:prSet/>
      <dgm:spPr/>
      <dgm:t>
        <a:bodyPr/>
        <a:lstStyle/>
        <a:p>
          <a:r>
            <a:rPr lang="uk-UA" b="0" i="0"/>
            <a:t>теорія і практика, основою яких є ставлення до людини як до найвищої цінності, захист її права на свободу, розвиток її здібностей</a:t>
          </a:r>
          <a:endParaRPr lang="uk-UA"/>
        </a:p>
      </dgm:t>
    </dgm:pt>
    <dgm:pt modelId="{92BE9711-7068-4922-A34F-ED9893C0DB3E}" type="parTrans" cxnId="{1F047281-E020-4C72-9D2B-674829B8D439}">
      <dgm:prSet/>
      <dgm:spPr/>
      <dgm:t>
        <a:bodyPr/>
        <a:lstStyle/>
        <a:p>
          <a:endParaRPr lang="uk-UA"/>
        </a:p>
      </dgm:t>
    </dgm:pt>
    <dgm:pt modelId="{8B8DE9A8-8341-4E15-BD12-C489B73BCFA8}" type="sibTrans" cxnId="{1F047281-E020-4C72-9D2B-674829B8D439}">
      <dgm:prSet/>
      <dgm:spPr/>
      <dgm:t>
        <a:bodyPr/>
        <a:lstStyle/>
        <a:p>
          <a:endParaRPr lang="uk-UA"/>
        </a:p>
      </dgm:t>
    </dgm:pt>
    <dgm:pt modelId="{EDF15062-04F1-4327-BA38-5455D3519E42}">
      <dgm:prSet/>
      <dgm:spPr/>
      <dgm:t>
        <a:bodyPr/>
        <a:lstStyle/>
        <a:p>
          <a:r>
            <a:rPr lang="uk-UA" b="0" i="0"/>
            <a:t>практика, згідно з якою головним чинником досягнення мети є суб’єктивні бажання та довільні рішення осіб, які її здійснюють</a:t>
          </a:r>
          <a:endParaRPr lang="uk-UA"/>
        </a:p>
      </dgm:t>
    </dgm:pt>
    <dgm:pt modelId="{04D6C58A-11B7-4441-92DE-8B324E6F4FC1}" type="parTrans" cxnId="{15B5AB2A-4782-4C88-9E82-2E72908CB621}">
      <dgm:prSet/>
      <dgm:spPr/>
      <dgm:t>
        <a:bodyPr/>
        <a:lstStyle/>
        <a:p>
          <a:endParaRPr lang="uk-UA"/>
        </a:p>
      </dgm:t>
    </dgm:pt>
    <dgm:pt modelId="{57DBAEF4-CF7C-4BEC-B892-AF5FBDE51114}" type="sibTrans" cxnId="{15B5AB2A-4782-4C88-9E82-2E72908CB621}">
      <dgm:prSet/>
      <dgm:spPr/>
      <dgm:t>
        <a:bodyPr/>
        <a:lstStyle/>
        <a:p>
          <a:endParaRPr lang="uk-UA"/>
        </a:p>
      </dgm:t>
    </dgm:pt>
    <dgm:pt modelId="{51E3DF90-53BD-4878-A58A-97E47A0B0573}">
      <dgm:prSet/>
      <dgm:spPr/>
      <dgm:t>
        <a:bodyPr/>
        <a:lstStyle/>
        <a:p>
          <a:r>
            <a:rPr lang="uk-UA" b="0" i="0"/>
            <a:t>морально-політична опозиція до існуючого державного (політичного) ладу, панівних у суспільстві ідеології та цінностей</a:t>
          </a:r>
          <a:endParaRPr lang="uk-UA"/>
        </a:p>
      </dgm:t>
    </dgm:pt>
    <dgm:pt modelId="{F4C242A9-BAB2-461C-B2F2-9C4D1625D595}" type="parTrans" cxnId="{6CF7D0D3-57DA-4E1B-BDF5-650D843B6687}">
      <dgm:prSet/>
      <dgm:spPr/>
      <dgm:t>
        <a:bodyPr/>
        <a:lstStyle/>
        <a:p>
          <a:endParaRPr lang="uk-UA"/>
        </a:p>
      </dgm:t>
    </dgm:pt>
    <dgm:pt modelId="{2D32382A-F044-4FC1-A519-5931CC8AA853}" type="sibTrans" cxnId="{6CF7D0D3-57DA-4E1B-BDF5-650D843B6687}">
      <dgm:prSet/>
      <dgm:spPr/>
      <dgm:t>
        <a:bodyPr/>
        <a:lstStyle/>
        <a:p>
          <a:endParaRPr lang="uk-UA"/>
        </a:p>
      </dgm:t>
    </dgm:pt>
    <dgm:pt modelId="{BFF47BC3-B290-4721-BD46-A9C2BE759964}">
      <dgm:prSet/>
      <dgm:spPr/>
      <dgm:t>
        <a:bodyPr/>
        <a:lstStyle/>
        <a:p>
          <a:r>
            <a:rPr lang="uk-UA" b="0" i="0"/>
            <a:t>теорія і практика, основою яких є теза про пріоритетність загальнолюдських цінностей над цінностями окремої нації</a:t>
          </a:r>
          <a:endParaRPr lang="uk-UA"/>
        </a:p>
      </dgm:t>
    </dgm:pt>
    <dgm:pt modelId="{75D947DE-F16C-4D0D-8F95-7773058505DC}" type="parTrans" cxnId="{4D033AF7-6354-433E-95FE-EAA3A9167506}">
      <dgm:prSet/>
      <dgm:spPr/>
      <dgm:t>
        <a:bodyPr/>
        <a:lstStyle/>
        <a:p>
          <a:endParaRPr lang="uk-UA"/>
        </a:p>
      </dgm:t>
    </dgm:pt>
    <dgm:pt modelId="{9B351D20-8A43-46D7-BB86-EED3425E3C5A}" type="sibTrans" cxnId="{4D033AF7-6354-433E-95FE-EAA3A9167506}">
      <dgm:prSet/>
      <dgm:spPr/>
      <dgm:t>
        <a:bodyPr/>
        <a:lstStyle/>
        <a:p>
          <a:endParaRPr lang="uk-UA"/>
        </a:p>
      </dgm:t>
    </dgm:pt>
    <dgm:pt modelId="{F8CB616F-20B2-407C-82B8-FC43F28335D6}">
      <dgm:prSet/>
      <dgm:spPr/>
      <dgm:t>
        <a:bodyPr/>
        <a:lstStyle/>
        <a:p>
          <a:r>
            <a:rPr lang="uk-UA" b="0" i="0"/>
            <a:t>теорія і практика, що орієнтуються на збереження та підтримання традиційних суспільних цінностей і морально-правових норм</a:t>
          </a:r>
          <a:endParaRPr lang="uk-UA"/>
        </a:p>
      </dgm:t>
    </dgm:pt>
    <dgm:pt modelId="{857591BE-DEDA-4403-9A1C-C34A56386D11}" type="parTrans" cxnId="{CF96D5B6-2CBA-46B9-A678-F5D690506E98}">
      <dgm:prSet/>
      <dgm:spPr/>
      <dgm:t>
        <a:bodyPr/>
        <a:lstStyle/>
        <a:p>
          <a:endParaRPr lang="uk-UA"/>
        </a:p>
      </dgm:t>
    </dgm:pt>
    <dgm:pt modelId="{38DD3AB2-F1A0-46AE-97B0-F14415DDE1A7}" type="sibTrans" cxnId="{CF96D5B6-2CBA-46B9-A678-F5D690506E98}">
      <dgm:prSet/>
      <dgm:spPr/>
      <dgm:t>
        <a:bodyPr/>
        <a:lstStyle/>
        <a:p>
          <a:endParaRPr lang="uk-UA"/>
        </a:p>
      </dgm:t>
    </dgm:pt>
    <dgm:pt modelId="{7884E708-8409-413A-9B15-196663C3E6FB}" type="pres">
      <dgm:prSet presAssocID="{2F83BA39-3DD8-4300-B051-325A7D3B2BEA}" presName="vert0" presStyleCnt="0">
        <dgm:presLayoutVars>
          <dgm:dir/>
          <dgm:animOne val="branch"/>
          <dgm:animLvl val="lvl"/>
        </dgm:presLayoutVars>
      </dgm:prSet>
      <dgm:spPr/>
    </dgm:pt>
    <dgm:pt modelId="{0866F194-C381-4083-8E77-E9C2EE6C1082}" type="pres">
      <dgm:prSet presAssocID="{B1FA7BFB-41AD-4C67-B776-EBFF3151E604}" presName="thickLine" presStyleLbl="alignNode1" presStyleIdx="0" presStyleCnt="5"/>
      <dgm:spPr/>
    </dgm:pt>
    <dgm:pt modelId="{D9F63F9F-753C-44EC-B36B-FF38669D7694}" type="pres">
      <dgm:prSet presAssocID="{B1FA7BFB-41AD-4C67-B776-EBFF3151E604}" presName="horz1" presStyleCnt="0"/>
      <dgm:spPr/>
    </dgm:pt>
    <dgm:pt modelId="{2B07AF32-FECF-495B-B61F-ADAEDA24DEA0}" type="pres">
      <dgm:prSet presAssocID="{B1FA7BFB-41AD-4C67-B776-EBFF3151E604}" presName="tx1" presStyleLbl="revTx" presStyleIdx="0" presStyleCnt="5"/>
      <dgm:spPr/>
    </dgm:pt>
    <dgm:pt modelId="{67AAFD0A-DBDE-4FA6-9C0A-B8EC5D8A7C08}" type="pres">
      <dgm:prSet presAssocID="{B1FA7BFB-41AD-4C67-B776-EBFF3151E604}" presName="vert1" presStyleCnt="0"/>
      <dgm:spPr/>
    </dgm:pt>
    <dgm:pt modelId="{6E779C6F-CA9B-46DF-ADC2-62A5C6B1E88F}" type="pres">
      <dgm:prSet presAssocID="{EDF15062-04F1-4327-BA38-5455D3519E42}" presName="thickLine" presStyleLbl="alignNode1" presStyleIdx="1" presStyleCnt="5"/>
      <dgm:spPr/>
    </dgm:pt>
    <dgm:pt modelId="{DF330AEA-EC45-4262-9D59-30BD645D012D}" type="pres">
      <dgm:prSet presAssocID="{EDF15062-04F1-4327-BA38-5455D3519E42}" presName="horz1" presStyleCnt="0"/>
      <dgm:spPr/>
    </dgm:pt>
    <dgm:pt modelId="{DC897ECB-3638-4543-A715-A631193F9589}" type="pres">
      <dgm:prSet presAssocID="{EDF15062-04F1-4327-BA38-5455D3519E42}" presName="tx1" presStyleLbl="revTx" presStyleIdx="1" presStyleCnt="5"/>
      <dgm:spPr/>
    </dgm:pt>
    <dgm:pt modelId="{4777D7BF-75E6-495D-B1EC-F5AAD4D524FF}" type="pres">
      <dgm:prSet presAssocID="{EDF15062-04F1-4327-BA38-5455D3519E42}" presName="vert1" presStyleCnt="0"/>
      <dgm:spPr/>
    </dgm:pt>
    <dgm:pt modelId="{A0B0E6A8-4EDA-4E30-AAF8-9E2E5A769142}" type="pres">
      <dgm:prSet presAssocID="{51E3DF90-53BD-4878-A58A-97E47A0B0573}" presName="thickLine" presStyleLbl="alignNode1" presStyleIdx="2" presStyleCnt="5"/>
      <dgm:spPr/>
    </dgm:pt>
    <dgm:pt modelId="{0A35983B-AC91-4A4E-BFD9-3B0CCC8A8530}" type="pres">
      <dgm:prSet presAssocID="{51E3DF90-53BD-4878-A58A-97E47A0B0573}" presName="horz1" presStyleCnt="0"/>
      <dgm:spPr/>
    </dgm:pt>
    <dgm:pt modelId="{966FB06D-19F9-408E-9A93-E0C354E4CE0A}" type="pres">
      <dgm:prSet presAssocID="{51E3DF90-53BD-4878-A58A-97E47A0B0573}" presName="tx1" presStyleLbl="revTx" presStyleIdx="2" presStyleCnt="5"/>
      <dgm:spPr/>
    </dgm:pt>
    <dgm:pt modelId="{C7AAC5D0-5B1B-48D5-A89D-6FB9849B5958}" type="pres">
      <dgm:prSet presAssocID="{51E3DF90-53BD-4878-A58A-97E47A0B0573}" presName="vert1" presStyleCnt="0"/>
      <dgm:spPr/>
    </dgm:pt>
    <dgm:pt modelId="{182A3B4A-0620-4AF5-A031-E36AC783A3A4}" type="pres">
      <dgm:prSet presAssocID="{BFF47BC3-B290-4721-BD46-A9C2BE759964}" presName="thickLine" presStyleLbl="alignNode1" presStyleIdx="3" presStyleCnt="5"/>
      <dgm:spPr/>
    </dgm:pt>
    <dgm:pt modelId="{14B55310-12FC-42C4-A3F7-14AF7C71EE88}" type="pres">
      <dgm:prSet presAssocID="{BFF47BC3-B290-4721-BD46-A9C2BE759964}" presName="horz1" presStyleCnt="0"/>
      <dgm:spPr/>
    </dgm:pt>
    <dgm:pt modelId="{5B4A71CD-0381-4DC5-A479-D87B69842327}" type="pres">
      <dgm:prSet presAssocID="{BFF47BC3-B290-4721-BD46-A9C2BE759964}" presName="tx1" presStyleLbl="revTx" presStyleIdx="3" presStyleCnt="5"/>
      <dgm:spPr/>
    </dgm:pt>
    <dgm:pt modelId="{59E283BD-4B4E-4B25-8028-1689A8883966}" type="pres">
      <dgm:prSet presAssocID="{BFF47BC3-B290-4721-BD46-A9C2BE759964}" presName="vert1" presStyleCnt="0"/>
      <dgm:spPr/>
    </dgm:pt>
    <dgm:pt modelId="{B7A9DBC8-2C17-4BC2-B031-EB538E85D03E}" type="pres">
      <dgm:prSet presAssocID="{F8CB616F-20B2-407C-82B8-FC43F28335D6}" presName="thickLine" presStyleLbl="alignNode1" presStyleIdx="4" presStyleCnt="5"/>
      <dgm:spPr/>
    </dgm:pt>
    <dgm:pt modelId="{D5F83D68-5E64-4F9B-91E6-FF72D45F6007}" type="pres">
      <dgm:prSet presAssocID="{F8CB616F-20B2-407C-82B8-FC43F28335D6}" presName="horz1" presStyleCnt="0"/>
      <dgm:spPr/>
    </dgm:pt>
    <dgm:pt modelId="{180A1D41-302D-4F86-8DCB-BDB813E36383}" type="pres">
      <dgm:prSet presAssocID="{F8CB616F-20B2-407C-82B8-FC43F28335D6}" presName="tx1" presStyleLbl="revTx" presStyleIdx="4" presStyleCnt="5"/>
      <dgm:spPr/>
    </dgm:pt>
    <dgm:pt modelId="{4BC5A23E-523B-4E02-9F48-023587C7E092}" type="pres">
      <dgm:prSet presAssocID="{F8CB616F-20B2-407C-82B8-FC43F28335D6}" presName="vert1" presStyleCnt="0"/>
      <dgm:spPr/>
    </dgm:pt>
  </dgm:ptLst>
  <dgm:cxnLst>
    <dgm:cxn modelId="{CE9C8C09-9BE2-432A-9E49-835BD942BB76}" type="presOf" srcId="{EDF15062-04F1-4327-BA38-5455D3519E42}" destId="{DC897ECB-3638-4543-A715-A631193F9589}" srcOrd="0" destOrd="0" presId="urn:microsoft.com/office/officeart/2008/layout/LinedList"/>
    <dgm:cxn modelId="{504FA713-1EC8-4400-A4B1-078F274797D3}" type="presOf" srcId="{BFF47BC3-B290-4721-BD46-A9C2BE759964}" destId="{5B4A71CD-0381-4DC5-A479-D87B69842327}" srcOrd="0" destOrd="0" presId="urn:microsoft.com/office/officeart/2008/layout/LinedList"/>
    <dgm:cxn modelId="{15B5AB2A-4782-4C88-9E82-2E72908CB621}" srcId="{2F83BA39-3DD8-4300-B051-325A7D3B2BEA}" destId="{EDF15062-04F1-4327-BA38-5455D3519E42}" srcOrd="1" destOrd="0" parTransId="{04D6C58A-11B7-4441-92DE-8B324E6F4FC1}" sibTransId="{57DBAEF4-CF7C-4BEC-B892-AF5FBDE51114}"/>
    <dgm:cxn modelId="{22AA7C34-EB2D-409E-A023-3DD1EF4EEFB8}" type="presOf" srcId="{B1FA7BFB-41AD-4C67-B776-EBFF3151E604}" destId="{2B07AF32-FECF-495B-B61F-ADAEDA24DEA0}" srcOrd="0" destOrd="0" presId="urn:microsoft.com/office/officeart/2008/layout/LinedList"/>
    <dgm:cxn modelId="{1F047281-E020-4C72-9D2B-674829B8D439}" srcId="{2F83BA39-3DD8-4300-B051-325A7D3B2BEA}" destId="{B1FA7BFB-41AD-4C67-B776-EBFF3151E604}" srcOrd="0" destOrd="0" parTransId="{92BE9711-7068-4922-A34F-ED9893C0DB3E}" sibTransId="{8B8DE9A8-8341-4E15-BD12-C489B73BCFA8}"/>
    <dgm:cxn modelId="{5EE6409F-3A1F-4EC4-B9A3-F3E3C8940E54}" type="presOf" srcId="{51E3DF90-53BD-4878-A58A-97E47A0B0573}" destId="{966FB06D-19F9-408E-9A93-E0C354E4CE0A}" srcOrd="0" destOrd="0" presId="urn:microsoft.com/office/officeart/2008/layout/LinedList"/>
    <dgm:cxn modelId="{CF96D5B6-2CBA-46B9-A678-F5D690506E98}" srcId="{2F83BA39-3DD8-4300-B051-325A7D3B2BEA}" destId="{F8CB616F-20B2-407C-82B8-FC43F28335D6}" srcOrd="4" destOrd="0" parTransId="{857591BE-DEDA-4403-9A1C-C34A56386D11}" sibTransId="{38DD3AB2-F1A0-46AE-97B0-F14415DDE1A7}"/>
    <dgm:cxn modelId="{6CF7D0D3-57DA-4E1B-BDF5-650D843B6687}" srcId="{2F83BA39-3DD8-4300-B051-325A7D3B2BEA}" destId="{51E3DF90-53BD-4878-A58A-97E47A0B0573}" srcOrd="2" destOrd="0" parTransId="{F4C242A9-BAB2-461C-B2F2-9C4D1625D595}" sibTransId="{2D32382A-F044-4FC1-A519-5931CC8AA853}"/>
    <dgm:cxn modelId="{1DAAA6D9-5325-4465-BA18-F5C58283F71A}" type="presOf" srcId="{F8CB616F-20B2-407C-82B8-FC43F28335D6}" destId="{180A1D41-302D-4F86-8DCB-BDB813E36383}" srcOrd="0" destOrd="0" presId="urn:microsoft.com/office/officeart/2008/layout/LinedList"/>
    <dgm:cxn modelId="{A1E7F3E1-1FCF-4418-A0B6-877A6BE66773}" type="presOf" srcId="{2F83BA39-3DD8-4300-B051-325A7D3B2BEA}" destId="{7884E708-8409-413A-9B15-196663C3E6FB}" srcOrd="0" destOrd="0" presId="urn:microsoft.com/office/officeart/2008/layout/LinedList"/>
    <dgm:cxn modelId="{4D033AF7-6354-433E-95FE-EAA3A9167506}" srcId="{2F83BA39-3DD8-4300-B051-325A7D3B2BEA}" destId="{BFF47BC3-B290-4721-BD46-A9C2BE759964}" srcOrd="3" destOrd="0" parTransId="{75D947DE-F16C-4D0D-8F95-7773058505DC}" sibTransId="{9B351D20-8A43-46D7-BB86-EED3425E3C5A}"/>
    <dgm:cxn modelId="{232B4862-582D-44B0-BD7C-472FD633FAB5}" type="presParOf" srcId="{7884E708-8409-413A-9B15-196663C3E6FB}" destId="{0866F194-C381-4083-8E77-E9C2EE6C1082}" srcOrd="0" destOrd="0" presId="urn:microsoft.com/office/officeart/2008/layout/LinedList"/>
    <dgm:cxn modelId="{86373C64-AD91-4067-B423-1FA9EF398C9A}" type="presParOf" srcId="{7884E708-8409-413A-9B15-196663C3E6FB}" destId="{D9F63F9F-753C-44EC-B36B-FF38669D7694}" srcOrd="1" destOrd="0" presId="urn:microsoft.com/office/officeart/2008/layout/LinedList"/>
    <dgm:cxn modelId="{9398CBBF-3C7D-4EB7-92EE-8ACA8679CF50}" type="presParOf" srcId="{D9F63F9F-753C-44EC-B36B-FF38669D7694}" destId="{2B07AF32-FECF-495B-B61F-ADAEDA24DEA0}" srcOrd="0" destOrd="0" presId="urn:microsoft.com/office/officeart/2008/layout/LinedList"/>
    <dgm:cxn modelId="{4388CD11-1ED4-47B6-9025-34A10F9CD997}" type="presParOf" srcId="{D9F63F9F-753C-44EC-B36B-FF38669D7694}" destId="{67AAFD0A-DBDE-4FA6-9C0A-B8EC5D8A7C08}" srcOrd="1" destOrd="0" presId="urn:microsoft.com/office/officeart/2008/layout/LinedList"/>
    <dgm:cxn modelId="{F2CC5CCF-D1B6-4E2D-8975-BE5EE04C34EC}" type="presParOf" srcId="{7884E708-8409-413A-9B15-196663C3E6FB}" destId="{6E779C6F-CA9B-46DF-ADC2-62A5C6B1E88F}" srcOrd="2" destOrd="0" presId="urn:microsoft.com/office/officeart/2008/layout/LinedList"/>
    <dgm:cxn modelId="{0E018277-131F-4416-879E-83DEE5C8890D}" type="presParOf" srcId="{7884E708-8409-413A-9B15-196663C3E6FB}" destId="{DF330AEA-EC45-4262-9D59-30BD645D012D}" srcOrd="3" destOrd="0" presId="urn:microsoft.com/office/officeart/2008/layout/LinedList"/>
    <dgm:cxn modelId="{01E20CA6-880C-4C66-BC54-CAA4C0A283EB}" type="presParOf" srcId="{DF330AEA-EC45-4262-9D59-30BD645D012D}" destId="{DC897ECB-3638-4543-A715-A631193F9589}" srcOrd="0" destOrd="0" presId="urn:microsoft.com/office/officeart/2008/layout/LinedList"/>
    <dgm:cxn modelId="{1D6A7078-632C-4AA0-8E00-7193F0FAF608}" type="presParOf" srcId="{DF330AEA-EC45-4262-9D59-30BD645D012D}" destId="{4777D7BF-75E6-495D-B1EC-F5AAD4D524FF}" srcOrd="1" destOrd="0" presId="urn:microsoft.com/office/officeart/2008/layout/LinedList"/>
    <dgm:cxn modelId="{72BB7D34-6F8E-4A8B-80C2-9A966FAC97CB}" type="presParOf" srcId="{7884E708-8409-413A-9B15-196663C3E6FB}" destId="{A0B0E6A8-4EDA-4E30-AAF8-9E2E5A769142}" srcOrd="4" destOrd="0" presId="urn:microsoft.com/office/officeart/2008/layout/LinedList"/>
    <dgm:cxn modelId="{CE883AF3-BCFF-4D17-827D-B21C5E9A04D0}" type="presParOf" srcId="{7884E708-8409-413A-9B15-196663C3E6FB}" destId="{0A35983B-AC91-4A4E-BFD9-3B0CCC8A8530}" srcOrd="5" destOrd="0" presId="urn:microsoft.com/office/officeart/2008/layout/LinedList"/>
    <dgm:cxn modelId="{837A8D81-DC5B-4755-960D-43D9BC1F2925}" type="presParOf" srcId="{0A35983B-AC91-4A4E-BFD9-3B0CCC8A8530}" destId="{966FB06D-19F9-408E-9A93-E0C354E4CE0A}" srcOrd="0" destOrd="0" presId="urn:microsoft.com/office/officeart/2008/layout/LinedList"/>
    <dgm:cxn modelId="{B77FBEB6-030C-49D8-974C-1AB42B6C5722}" type="presParOf" srcId="{0A35983B-AC91-4A4E-BFD9-3B0CCC8A8530}" destId="{C7AAC5D0-5B1B-48D5-A89D-6FB9849B5958}" srcOrd="1" destOrd="0" presId="urn:microsoft.com/office/officeart/2008/layout/LinedList"/>
    <dgm:cxn modelId="{65F01366-D271-47EF-8EBF-38D9A5218FE1}" type="presParOf" srcId="{7884E708-8409-413A-9B15-196663C3E6FB}" destId="{182A3B4A-0620-4AF5-A031-E36AC783A3A4}" srcOrd="6" destOrd="0" presId="urn:microsoft.com/office/officeart/2008/layout/LinedList"/>
    <dgm:cxn modelId="{AF141F7B-7818-4AA8-940A-B9F03A519FE0}" type="presParOf" srcId="{7884E708-8409-413A-9B15-196663C3E6FB}" destId="{14B55310-12FC-42C4-A3F7-14AF7C71EE88}" srcOrd="7" destOrd="0" presId="urn:microsoft.com/office/officeart/2008/layout/LinedList"/>
    <dgm:cxn modelId="{428F61A0-D150-4F65-96ED-E0AC804A6F1D}" type="presParOf" srcId="{14B55310-12FC-42C4-A3F7-14AF7C71EE88}" destId="{5B4A71CD-0381-4DC5-A479-D87B69842327}" srcOrd="0" destOrd="0" presId="urn:microsoft.com/office/officeart/2008/layout/LinedList"/>
    <dgm:cxn modelId="{9F51E7EB-0889-47F6-BE56-8E49A66EA65D}" type="presParOf" srcId="{14B55310-12FC-42C4-A3F7-14AF7C71EE88}" destId="{59E283BD-4B4E-4B25-8028-1689A8883966}" srcOrd="1" destOrd="0" presId="urn:microsoft.com/office/officeart/2008/layout/LinedList"/>
    <dgm:cxn modelId="{D696C28E-B715-46C4-A1D3-967011F315DC}" type="presParOf" srcId="{7884E708-8409-413A-9B15-196663C3E6FB}" destId="{B7A9DBC8-2C17-4BC2-B031-EB538E85D03E}" srcOrd="8" destOrd="0" presId="urn:microsoft.com/office/officeart/2008/layout/LinedList"/>
    <dgm:cxn modelId="{8FA53437-8B6D-41BC-9B5D-32853FD95FEB}" type="presParOf" srcId="{7884E708-8409-413A-9B15-196663C3E6FB}" destId="{D5F83D68-5E64-4F9B-91E6-FF72D45F6007}" srcOrd="9" destOrd="0" presId="urn:microsoft.com/office/officeart/2008/layout/LinedList"/>
    <dgm:cxn modelId="{938357B5-E8C1-4F0B-B6E4-AEFC3089DC13}" type="presParOf" srcId="{D5F83D68-5E64-4F9B-91E6-FF72D45F6007}" destId="{180A1D41-302D-4F86-8DCB-BDB813E36383}" srcOrd="0" destOrd="0" presId="urn:microsoft.com/office/officeart/2008/layout/LinedList"/>
    <dgm:cxn modelId="{0F708A6F-D7B9-45AB-A00E-3FDACB002189}" type="presParOf" srcId="{D5F83D68-5E64-4F9B-91E6-FF72D45F6007}" destId="{4BC5A23E-523B-4E02-9F48-023587C7E0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4843CBAB-A798-4FD8-BDE2-28F45A08B5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27DC112-1CFD-471D-8DE9-69CEAD0DFF20}">
      <dgm:prSet/>
      <dgm:spPr/>
      <dgm:t>
        <a:bodyPr/>
        <a:lstStyle/>
        <a:p>
          <a:r>
            <a:rPr lang="uk-UA" b="0" i="0"/>
            <a:t>отримання УРСР виходу до Чорного моря</a:t>
          </a:r>
          <a:endParaRPr lang="uk-UA"/>
        </a:p>
      </dgm:t>
    </dgm:pt>
    <dgm:pt modelId="{9AFDEBDD-185C-43F3-A74B-05F8BA31AEF9}" type="parTrans" cxnId="{37C5E1B9-15A3-400E-BCEC-C886280F290A}">
      <dgm:prSet/>
      <dgm:spPr/>
      <dgm:t>
        <a:bodyPr/>
        <a:lstStyle/>
        <a:p>
          <a:endParaRPr lang="uk-UA"/>
        </a:p>
      </dgm:t>
    </dgm:pt>
    <dgm:pt modelId="{49D2D714-7D30-4BD4-8889-DC6699FB1F2E}" type="sibTrans" cxnId="{37C5E1B9-15A3-400E-BCEC-C886280F290A}">
      <dgm:prSet/>
      <dgm:spPr/>
      <dgm:t>
        <a:bodyPr/>
        <a:lstStyle/>
        <a:p>
          <a:endParaRPr lang="uk-UA"/>
        </a:p>
      </dgm:t>
    </dgm:pt>
    <dgm:pt modelId="{38FD3298-5152-48A0-9176-5492866FB9AA}">
      <dgm:prSet/>
      <dgm:spPr/>
      <dgm:t>
        <a:bodyPr/>
        <a:lstStyle/>
        <a:p>
          <a:r>
            <a:rPr lang="uk-UA" b="0" i="0"/>
            <a:t>зміна адміністративно-територіального устрою УРСР</a:t>
          </a:r>
          <a:endParaRPr lang="uk-UA"/>
        </a:p>
      </dgm:t>
    </dgm:pt>
    <dgm:pt modelId="{746E67B6-96A7-4256-A949-2F524201BFC3}" type="parTrans" cxnId="{783DE4F6-906A-4D57-8F7F-490A26AAE8C7}">
      <dgm:prSet/>
      <dgm:spPr/>
      <dgm:t>
        <a:bodyPr/>
        <a:lstStyle/>
        <a:p>
          <a:endParaRPr lang="uk-UA"/>
        </a:p>
      </dgm:t>
    </dgm:pt>
    <dgm:pt modelId="{AD4AC7F9-C6D2-47BF-AA8C-D713D4E1C17E}" type="sibTrans" cxnId="{783DE4F6-906A-4D57-8F7F-490A26AAE8C7}">
      <dgm:prSet/>
      <dgm:spPr/>
      <dgm:t>
        <a:bodyPr/>
        <a:lstStyle/>
        <a:p>
          <a:endParaRPr lang="uk-UA"/>
        </a:p>
      </dgm:t>
    </dgm:pt>
    <dgm:pt modelId="{BD833BAD-6101-481B-8A60-887BBA1DE889}">
      <dgm:prSet/>
      <dgm:spPr/>
      <dgm:t>
        <a:bodyPr/>
        <a:lstStyle/>
        <a:p>
          <a:r>
            <a:rPr lang="uk-UA" b="0" i="0"/>
            <a:t>прийняття УРСР до складу Організації Об'єднаних Націй</a:t>
          </a:r>
          <a:endParaRPr lang="uk-UA"/>
        </a:p>
      </dgm:t>
    </dgm:pt>
    <dgm:pt modelId="{E36B0DEC-367D-45C1-9B46-43BBA94E10BC}" type="parTrans" cxnId="{AE4100E7-2776-4AC5-AC59-A77049CE3662}">
      <dgm:prSet/>
      <dgm:spPr/>
      <dgm:t>
        <a:bodyPr/>
        <a:lstStyle/>
        <a:p>
          <a:endParaRPr lang="uk-UA"/>
        </a:p>
      </dgm:t>
    </dgm:pt>
    <dgm:pt modelId="{DC88E6A9-1E15-40D0-BC5D-DF800867A9DA}" type="sibTrans" cxnId="{AE4100E7-2776-4AC5-AC59-A77049CE3662}">
      <dgm:prSet/>
      <dgm:spPr/>
      <dgm:t>
        <a:bodyPr/>
        <a:lstStyle/>
        <a:p>
          <a:endParaRPr lang="uk-UA"/>
        </a:p>
      </dgm:t>
    </dgm:pt>
    <dgm:pt modelId="{61F4EDF1-9DA8-4A47-90BF-D120FE625AE5}">
      <dgm:prSet/>
      <dgm:spPr/>
      <dgm:t>
        <a:bodyPr/>
        <a:lstStyle/>
        <a:p>
          <a:r>
            <a:rPr lang="uk-UA" b="0" i="0"/>
            <a:t>перетворення УРСР в найбільшу за площею республіку СРСР</a:t>
          </a:r>
          <a:endParaRPr lang="uk-UA"/>
        </a:p>
      </dgm:t>
    </dgm:pt>
    <dgm:pt modelId="{3EE203AC-D962-489A-BA40-E428EC069892}" type="parTrans" cxnId="{F5FD06C8-EF5F-4020-BC2E-7A82C8CEE222}">
      <dgm:prSet/>
      <dgm:spPr/>
      <dgm:t>
        <a:bodyPr/>
        <a:lstStyle/>
        <a:p>
          <a:endParaRPr lang="uk-UA"/>
        </a:p>
      </dgm:t>
    </dgm:pt>
    <dgm:pt modelId="{E2F34A43-65E1-4677-9909-90559AFBBE06}" type="sibTrans" cxnId="{F5FD06C8-EF5F-4020-BC2E-7A82C8CEE222}">
      <dgm:prSet/>
      <dgm:spPr/>
      <dgm:t>
        <a:bodyPr/>
        <a:lstStyle/>
        <a:p>
          <a:endParaRPr lang="uk-UA"/>
        </a:p>
      </dgm:t>
    </dgm:pt>
    <dgm:pt modelId="{67C03AE3-847F-4F9C-ABB9-26E6EDA24581}" type="pres">
      <dgm:prSet presAssocID="{4843CBAB-A798-4FD8-BDE2-28F45A08B5A6}" presName="linear" presStyleCnt="0">
        <dgm:presLayoutVars>
          <dgm:animLvl val="lvl"/>
          <dgm:resizeHandles val="exact"/>
        </dgm:presLayoutVars>
      </dgm:prSet>
      <dgm:spPr/>
    </dgm:pt>
    <dgm:pt modelId="{53870DA1-63E5-4797-8EA8-5B569B9C3F36}" type="pres">
      <dgm:prSet presAssocID="{927DC112-1CFD-471D-8DE9-69CEAD0DFF2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3169693-AC9F-4B0A-82FF-C03191D6935F}" type="pres">
      <dgm:prSet presAssocID="{49D2D714-7D30-4BD4-8889-DC6699FB1F2E}" presName="spacer" presStyleCnt="0"/>
      <dgm:spPr/>
    </dgm:pt>
    <dgm:pt modelId="{64C1112A-6E62-414D-BA7F-9C31EB9A7DA1}" type="pres">
      <dgm:prSet presAssocID="{38FD3298-5152-48A0-9176-5492866FB9A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DD1F522-3167-4A8A-A9C3-E791137895CD}" type="pres">
      <dgm:prSet presAssocID="{AD4AC7F9-C6D2-47BF-AA8C-D713D4E1C17E}" presName="spacer" presStyleCnt="0"/>
      <dgm:spPr/>
    </dgm:pt>
    <dgm:pt modelId="{49D3B0EE-3E28-4675-B90B-EDC01A943798}" type="pres">
      <dgm:prSet presAssocID="{BD833BAD-6101-481B-8A60-887BBA1DE8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AF6E0D-B555-4CBF-B113-6FB61DA3CD91}" type="pres">
      <dgm:prSet presAssocID="{DC88E6A9-1E15-40D0-BC5D-DF800867A9DA}" presName="spacer" presStyleCnt="0"/>
      <dgm:spPr/>
    </dgm:pt>
    <dgm:pt modelId="{6A1248EC-7E5F-49C5-9F6D-E36410AA4C77}" type="pres">
      <dgm:prSet presAssocID="{61F4EDF1-9DA8-4A47-90BF-D120FE625AE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9206907-9579-4F0D-8E5D-D40C53EAAA01}" type="presOf" srcId="{38FD3298-5152-48A0-9176-5492866FB9AA}" destId="{64C1112A-6E62-414D-BA7F-9C31EB9A7DA1}" srcOrd="0" destOrd="0" presId="urn:microsoft.com/office/officeart/2005/8/layout/vList2"/>
    <dgm:cxn modelId="{B01E6E2B-D264-4209-AAF1-A4000810CAB5}" type="presOf" srcId="{BD833BAD-6101-481B-8A60-887BBA1DE889}" destId="{49D3B0EE-3E28-4675-B90B-EDC01A943798}" srcOrd="0" destOrd="0" presId="urn:microsoft.com/office/officeart/2005/8/layout/vList2"/>
    <dgm:cxn modelId="{2284E864-72F6-4AFC-BCC4-6463ABB16C92}" type="presOf" srcId="{927DC112-1CFD-471D-8DE9-69CEAD0DFF20}" destId="{53870DA1-63E5-4797-8EA8-5B569B9C3F36}" srcOrd="0" destOrd="0" presId="urn:microsoft.com/office/officeart/2005/8/layout/vList2"/>
    <dgm:cxn modelId="{03D40799-D5AE-41CB-B1F8-5C4691F58826}" type="presOf" srcId="{61F4EDF1-9DA8-4A47-90BF-D120FE625AE5}" destId="{6A1248EC-7E5F-49C5-9F6D-E36410AA4C77}" srcOrd="0" destOrd="0" presId="urn:microsoft.com/office/officeart/2005/8/layout/vList2"/>
    <dgm:cxn modelId="{37C5E1B9-15A3-400E-BCEC-C886280F290A}" srcId="{4843CBAB-A798-4FD8-BDE2-28F45A08B5A6}" destId="{927DC112-1CFD-471D-8DE9-69CEAD0DFF20}" srcOrd="0" destOrd="0" parTransId="{9AFDEBDD-185C-43F3-A74B-05F8BA31AEF9}" sibTransId="{49D2D714-7D30-4BD4-8889-DC6699FB1F2E}"/>
    <dgm:cxn modelId="{552FBBC0-E00C-48A3-93B8-7BBD67529F1D}" type="presOf" srcId="{4843CBAB-A798-4FD8-BDE2-28F45A08B5A6}" destId="{67C03AE3-847F-4F9C-ABB9-26E6EDA24581}" srcOrd="0" destOrd="0" presId="urn:microsoft.com/office/officeart/2005/8/layout/vList2"/>
    <dgm:cxn modelId="{F5FD06C8-EF5F-4020-BC2E-7A82C8CEE222}" srcId="{4843CBAB-A798-4FD8-BDE2-28F45A08B5A6}" destId="{61F4EDF1-9DA8-4A47-90BF-D120FE625AE5}" srcOrd="3" destOrd="0" parTransId="{3EE203AC-D962-489A-BA40-E428EC069892}" sibTransId="{E2F34A43-65E1-4677-9909-90559AFBBE06}"/>
    <dgm:cxn modelId="{AE4100E7-2776-4AC5-AC59-A77049CE3662}" srcId="{4843CBAB-A798-4FD8-BDE2-28F45A08B5A6}" destId="{BD833BAD-6101-481B-8A60-887BBA1DE889}" srcOrd="2" destOrd="0" parTransId="{E36B0DEC-367D-45C1-9B46-43BBA94E10BC}" sibTransId="{DC88E6A9-1E15-40D0-BC5D-DF800867A9DA}"/>
    <dgm:cxn modelId="{783DE4F6-906A-4D57-8F7F-490A26AAE8C7}" srcId="{4843CBAB-A798-4FD8-BDE2-28F45A08B5A6}" destId="{38FD3298-5152-48A0-9176-5492866FB9AA}" srcOrd="1" destOrd="0" parTransId="{746E67B6-96A7-4256-A949-2F524201BFC3}" sibTransId="{AD4AC7F9-C6D2-47BF-AA8C-D713D4E1C17E}"/>
    <dgm:cxn modelId="{1F023644-94B1-4116-B686-71040B87BB33}" type="presParOf" srcId="{67C03AE3-847F-4F9C-ABB9-26E6EDA24581}" destId="{53870DA1-63E5-4797-8EA8-5B569B9C3F36}" srcOrd="0" destOrd="0" presId="urn:microsoft.com/office/officeart/2005/8/layout/vList2"/>
    <dgm:cxn modelId="{48FC4349-8CBF-490E-B1AA-B7687D77542D}" type="presParOf" srcId="{67C03AE3-847F-4F9C-ABB9-26E6EDA24581}" destId="{53169693-AC9F-4B0A-82FF-C03191D6935F}" srcOrd="1" destOrd="0" presId="urn:microsoft.com/office/officeart/2005/8/layout/vList2"/>
    <dgm:cxn modelId="{E0A45B09-8BF1-4ABB-8F91-13BC3A4357E8}" type="presParOf" srcId="{67C03AE3-847F-4F9C-ABB9-26E6EDA24581}" destId="{64C1112A-6E62-414D-BA7F-9C31EB9A7DA1}" srcOrd="2" destOrd="0" presId="urn:microsoft.com/office/officeart/2005/8/layout/vList2"/>
    <dgm:cxn modelId="{DDEA9313-6396-4A5C-A7A6-E4EE0389BB78}" type="presParOf" srcId="{67C03AE3-847F-4F9C-ABB9-26E6EDA24581}" destId="{2DD1F522-3167-4A8A-A9C3-E791137895CD}" srcOrd="3" destOrd="0" presId="urn:microsoft.com/office/officeart/2005/8/layout/vList2"/>
    <dgm:cxn modelId="{3BA05605-4BF0-43D8-9738-E17618915F87}" type="presParOf" srcId="{67C03AE3-847F-4F9C-ABB9-26E6EDA24581}" destId="{49D3B0EE-3E28-4675-B90B-EDC01A943798}" srcOrd="4" destOrd="0" presId="urn:microsoft.com/office/officeart/2005/8/layout/vList2"/>
    <dgm:cxn modelId="{6FD07B8D-093B-42A7-8775-71706B45641A}" type="presParOf" srcId="{67C03AE3-847F-4F9C-ABB9-26E6EDA24581}" destId="{03AF6E0D-B555-4CBF-B113-6FB61DA3CD91}" srcOrd="5" destOrd="0" presId="urn:microsoft.com/office/officeart/2005/8/layout/vList2"/>
    <dgm:cxn modelId="{117E3F77-C021-430C-B0C9-DC481EBD7B86}" type="presParOf" srcId="{67C03AE3-847F-4F9C-ABB9-26E6EDA24581}" destId="{6A1248EC-7E5F-49C5-9F6D-E36410AA4C7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5F89D03-C30D-4901-9A3F-E34443C3813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A1806AF-A0A3-4A12-8AD1-77A41786C392}">
      <dgm:prSet/>
      <dgm:spPr/>
      <dgm:t>
        <a:bodyPr/>
        <a:lstStyle/>
        <a:p>
          <a:r>
            <a:rPr lang="uk-UA" b="0" i="0"/>
            <a:t>Центральній Україні</a:t>
          </a:r>
          <a:endParaRPr lang="uk-UA"/>
        </a:p>
      </dgm:t>
    </dgm:pt>
    <dgm:pt modelId="{33B3109A-B8B7-4D9A-AE9B-9D8DDD336E6E}" type="parTrans" cxnId="{D2CE7BFE-DFB3-4DF5-B01B-92FD0DDC8360}">
      <dgm:prSet/>
      <dgm:spPr/>
      <dgm:t>
        <a:bodyPr/>
        <a:lstStyle/>
        <a:p>
          <a:endParaRPr lang="uk-UA"/>
        </a:p>
      </dgm:t>
    </dgm:pt>
    <dgm:pt modelId="{0BB1196A-655B-4292-A51A-DE97CCAFA060}" type="sibTrans" cxnId="{D2CE7BFE-DFB3-4DF5-B01B-92FD0DDC8360}">
      <dgm:prSet/>
      <dgm:spPr/>
      <dgm:t>
        <a:bodyPr/>
        <a:lstStyle/>
        <a:p>
          <a:endParaRPr lang="uk-UA"/>
        </a:p>
      </dgm:t>
    </dgm:pt>
    <dgm:pt modelId="{F7C8A7C0-A9FF-478E-8D69-34B412B55C53}">
      <dgm:prSet/>
      <dgm:spPr/>
      <dgm:t>
        <a:bodyPr/>
        <a:lstStyle/>
        <a:p>
          <a:r>
            <a:rPr lang="uk-UA" b="0" i="0"/>
            <a:t>Південній Україні</a:t>
          </a:r>
          <a:endParaRPr lang="uk-UA"/>
        </a:p>
      </dgm:t>
    </dgm:pt>
    <dgm:pt modelId="{BE684C2F-886B-4F16-A473-3FC41666D3B9}" type="parTrans" cxnId="{2EB14B8E-DD60-4569-BFB1-A82DCBFDD2D5}">
      <dgm:prSet/>
      <dgm:spPr/>
      <dgm:t>
        <a:bodyPr/>
        <a:lstStyle/>
        <a:p>
          <a:endParaRPr lang="uk-UA"/>
        </a:p>
      </dgm:t>
    </dgm:pt>
    <dgm:pt modelId="{9C4EBCC3-4CD4-451E-8B1C-DE0261417F0A}" type="sibTrans" cxnId="{2EB14B8E-DD60-4569-BFB1-A82DCBFDD2D5}">
      <dgm:prSet/>
      <dgm:spPr/>
      <dgm:t>
        <a:bodyPr/>
        <a:lstStyle/>
        <a:p>
          <a:endParaRPr lang="uk-UA"/>
        </a:p>
      </dgm:t>
    </dgm:pt>
    <dgm:pt modelId="{3C6EA99B-E2EE-41D5-8CDC-00209E4C9CA9}">
      <dgm:prSet/>
      <dgm:spPr/>
      <dgm:t>
        <a:bodyPr/>
        <a:lstStyle/>
        <a:p>
          <a:r>
            <a:rPr lang="uk-UA" b="0" i="0"/>
            <a:t>Західній Україні</a:t>
          </a:r>
          <a:endParaRPr lang="uk-UA"/>
        </a:p>
      </dgm:t>
    </dgm:pt>
    <dgm:pt modelId="{479CD55C-3D3A-4593-B298-4B34E4F5726A}" type="parTrans" cxnId="{B8010CA3-C34D-451D-9110-DF62DED6AB7A}">
      <dgm:prSet/>
      <dgm:spPr/>
      <dgm:t>
        <a:bodyPr/>
        <a:lstStyle/>
        <a:p>
          <a:endParaRPr lang="uk-UA"/>
        </a:p>
      </dgm:t>
    </dgm:pt>
    <dgm:pt modelId="{E12E2831-8622-4EBB-8775-B16C59AF0648}" type="sibTrans" cxnId="{B8010CA3-C34D-451D-9110-DF62DED6AB7A}">
      <dgm:prSet/>
      <dgm:spPr/>
      <dgm:t>
        <a:bodyPr/>
        <a:lstStyle/>
        <a:p>
          <a:endParaRPr lang="uk-UA"/>
        </a:p>
      </dgm:t>
    </dgm:pt>
    <dgm:pt modelId="{916EE267-2C51-4961-88C8-61A924285D96}">
      <dgm:prSet/>
      <dgm:spPr/>
      <dgm:t>
        <a:bodyPr/>
        <a:lstStyle/>
        <a:p>
          <a:r>
            <a:rPr lang="uk-UA" b="0" i="0"/>
            <a:t>Східній Україні</a:t>
          </a:r>
          <a:endParaRPr lang="uk-UA"/>
        </a:p>
      </dgm:t>
    </dgm:pt>
    <dgm:pt modelId="{147EDD28-1708-43DD-BE5A-7EE7CAEC3A3B}" type="parTrans" cxnId="{4BEBC782-2088-469D-8639-5A0842E43CC4}">
      <dgm:prSet/>
      <dgm:spPr/>
      <dgm:t>
        <a:bodyPr/>
        <a:lstStyle/>
        <a:p>
          <a:endParaRPr lang="uk-UA"/>
        </a:p>
      </dgm:t>
    </dgm:pt>
    <dgm:pt modelId="{63E58C25-E12D-446F-B902-4E86A51C57F1}" type="sibTrans" cxnId="{4BEBC782-2088-469D-8639-5A0842E43CC4}">
      <dgm:prSet/>
      <dgm:spPr/>
      <dgm:t>
        <a:bodyPr/>
        <a:lstStyle/>
        <a:p>
          <a:endParaRPr lang="uk-UA"/>
        </a:p>
      </dgm:t>
    </dgm:pt>
    <dgm:pt modelId="{3938B90A-E0A3-4B77-8921-95EBD110930E}" type="pres">
      <dgm:prSet presAssocID="{15F89D03-C30D-4901-9A3F-E34443C38131}" presName="linearFlow" presStyleCnt="0">
        <dgm:presLayoutVars>
          <dgm:dir/>
          <dgm:resizeHandles val="exact"/>
        </dgm:presLayoutVars>
      </dgm:prSet>
      <dgm:spPr/>
    </dgm:pt>
    <dgm:pt modelId="{1E6BE1B4-8C54-4636-82FC-5EF0526C4B23}" type="pres">
      <dgm:prSet presAssocID="{DA1806AF-A0A3-4A12-8AD1-77A41786C392}" presName="composite" presStyleCnt="0"/>
      <dgm:spPr/>
    </dgm:pt>
    <dgm:pt modelId="{96CCA442-EC62-462E-91DA-BE6F82502352}" type="pres">
      <dgm:prSet presAssocID="{DA1806AF-A0A3-4A12-8AD1-77A41786C392}" presName="imgShp" presStyleLbl="fgImgPlace1" presStyleIdx="0" presStyleCnt="4"/>
      <dgm:spPr/>
    </dgm:pt>
    <dgm:pt modelId="{A1F10ABD-FF58-43E6-B99A-23248E613544}" type="pres">
      <dgm:prSet presAssocID="{DA1806AF-A0A3-4A12-8AD1-77A41786C392}" presName="txShp" presStyleLbl="node1" presStyleIdx="0" presStyleCnt="4">
        <dgm:presLayoutVars>
          <dgm:bulletEnabled val="1"/>
        </dgm:presLayoutVars>
      </dgm:prSet>
      <dgm:spPr/>
    </dgm:pt>
    <dgm:pt modelId="{1C207551-8EAC-42A4-B092-619DC3F57884}" type="pres">
      <dgm:prSet presAssocID="{0BB1196A-655B-4292-A51A-DE97CCAFA060}" presName="spacing" presStyleCnt="0"/>
      <dgm:spPr/>
    </dgm:pt>
    <dgm:pt modelId="{238A25A2-33D9-4391-A9A4-3FAD5F5B7FA5}" type="pres">
      <dgm:prSet presAssocID="{F7C8A7C0-A9FF-478E-8D69-34B412B55C53}" presName="composite" presStyleCnt="0"/>
      <dgm:spPr/>
    </dgm:pt>
    <dgm:pt modelId="{795D7529-8D57-45B7-85FD-9CBF2198651F}" type="pres">
      <dgm:prSet presAssocID="{F7C8A7C0-A9FF-478E-8D69-34B412B55C53}" presName="imgShp" presStyleLbl="fgImgPlace1" presStyleIdx="1" presStyleCnt="4"/>
      <dgm:spPr/>
    </dgm:pt>
    <dgm:pt modelId="{20BA8136-9E6A-4DD4-B912-8180F0A7519D}" type="pres">
      <dgm:prSet presAssocID="{F7C8A7C0-A9FF-478E-8D69-34B412B55C53}" presName="txShp" presStyleLbl="node1" presStyleIdx="1" presStyleCnt="4">
        <dgm:presLayoutVars>
          <dgm:bulletEnabled val="1"/>
        </dgm:presLayoutVars>
      </dgm:prSet>
      <dgm:spPr/>
    </dgm:pt>
    <dgm:pt modelId="{118644C3-294C-4C7C-AA6A-4BC3AB36E54D}" type="pres">
      <dgm:prSet presAssocID="{9C4EBCC3-4CD4-451E-8B1C-DE0261417F0A}" presName="spacing" presStyleCnt="0"/>
      <dgm:spPr/>
    </dgm:pt>
    <dgm:pt modelId="{0D28226F-EB78-4DD7-B263-A28A5134E5A3}" type="pres">
      <dgm:prSet presAssocID="{3C6EA99B-E2EE-41D5-8CDC-00209E4C9CA9}" presName="composite" presStyleCnt="0"/>
      <dgm:spPr/>
    </dgm:pt>
    <dgm:pt modelId="{C656933D-04AB-4E0C-A916-402DE14064F1}" type="pres">
      <dgm:prSet presAssocID="{3C6EA99B-E2EE-41D5-8CDC-00209E4C9CA9}" presName="imgShp" presStyleLbl="fgImgPlace1" presStyleIdx="2" presStyleCnt="4"/>
      <dgm:spPr/>
    </dgm:pt>
    <dgm:pt modelId="{F8483C4C-0706-46BB-802E-9ABC0084BA87}" type="pres">
      <dgm:prSet presAssocID="{3C6EA99B-E2EE-41D5-8CDC-00209E4C9CA9}" presName="txShp" presStyleLbl="node1" presStyleIdx="2" presStyleCnt="4">
        <dgm:presLayoutVars>
          <dgm:bulletEnabled val="1"/>
        </dgm:presLayoutVars>
      </dgm:prSet>
      <dgm:spPr/>
    </dgm:pt>
    <dgm:pt modelId="{4CB19D54-7DAE-4D55-BAEE-EB93E47055B2}" type="pres">
      <dgm:prSet presAssocID="{E12E2831-8622-4EBB-8775-B16C59AF0648}" presName="spacing" presStyleCnt="0"/>
      <dgm:spPr/>
    </dgm:pt>
    <dgm:pt modelId="{0E85B620-023D-4937-8431-84DB339910CE}" type="pres">
      <dgm:prSet presAssocID="{916EE267-2C51-4961-88C8-61A924285D96}" presName="composite" presStyleCnt="0"/>
      <dgm:spPr/>
    </dgm:pt>
    <dgm:pt modelId="{75931AE4-828B-41B8-9BAB-3272C14F2A92}" type="pres">
      <dgm:prSet presAssocID="{916EE267-2C51-4961-88C8-61A924285D96}" presName="imgShp" presStyleLbl="fgImgPlace1" presStyleIdx="3" presStyleCnt="4"/>
      <dgm:spPr/>
    </dgm:pt>
    <dgm:pt modelId="{40241243-92CF-466A-BDC9-426412D635C6}" type="pres">
      <dgm:prSet presAssocID="{916EE267-2C51-4961-88C8-61A924285D96}" presName="txShp" presStyleLbl="node1" presStyleIdx="3" presStyleCnt="4">
        <dgm:presLayoutVars>
          <dgm:bulletEnabled val="1"/>
        </dgm:presLayoutVars>
      </dgm:prSet>
      <dgm:spPr/>
    </dgm:pt>
  </dgm:ptLst>
  <dgm:cxnLst>
    <dgm:cxn modelId="{E82B8073-6EC4-482B-A101-8E42BAF060E6}" type="presOf" srcId="{15F89D03-C30D-4901-9A3F-E34443C38131}" destId="{3938B90A-E0A3-4B77-8921-95EBD110930E}" srcOrd="0" destOrd="0" presId="urn:microsoft.com/office/officeart/2005/8/layout/vList3"/>
    <dgm:cxn modelId="{4BEBC782-2088-469D-8639-5A0842E43CC4}" srcId="{15F89D03-C30D-4901-9A3F-E34443C38131}" destId="{916EE267-2C51-4961-88C8-61A924285D96}" srcOrd="3" destOrd="0" parTransId="{147EDD28-1708-43DD-BE5A-7EE7CAEC3A3B}" sibTransId="{63E58C25-E12D-446F-B902-4E86A51C57F1}"/>
    <dgm:cxn modelId="{445CA584-5B31-408A-8E9B-F7F2E9BF0B54}" type="presOf" srcId="{916EE267-2C51-4961-88C8-61A924285D96}" destId="{40241243-92CF-466A-BDC9-426412D635C6}" srcOrd="0" destOrd="0" presId="urn:microsoft.com/office/officeart/2005/8/layout/vList3"/>
    <dgm:cxn modelId="{2EB14B8E-DD60-4569-BFB1-A82DCBFDD2D5}" srcId="{15F89D03-C30D-4901-9A3F-E34443C38131}" destId="{F7C8A7C0-A9FF-478E-8D69-34B412B55C53}" srcOrd="1" destOrd="0" parTransId="{BE684C2F-886B-4F16-A473-3FC41666D3B9}" sibTransId="{9C4EBCC3-4CD4-451E-8B1C-DE0261417F0A}"/>
    <dgm:cxn modelId="{D7163E94-7505-4266-99A0-B7D9BA0660ED}" type="presOf" srcId="{DA1806AF-A0A3-4A12-8AD1-77A41786C392}" destId="{A1F10ABD-FF58-43E6-B99A-23248E613544}" srcOrd="0" destOrd="0" presId="urn:microsoft.com/office/officeart/2005/8/layout/vList3"/>
    <dgm:cxn modelId="{B8010CA3-C34D-451D-9110-DF62DED6AB7A}" srcId="{15F89D03-C30D-4901-9A3F-E34443C38131}" destId="{3C6EA99B-E2EE-41D5-8CDC-00209E4C9CA9}" srcOrd="2" destOrd="0" parTransId="{479CD55C-3D3A-4593-B298-4B34E4F5726A}" sibTransId="{E12E2831-8622-4EBB-8775-B16C59AF0648}"/>
    <dgm:cxn modelId="{AFD593D9-2293-40B6-BEDD-4D0EC8ABF44D}" type="presOf" srcId="{3C6EA99B-E2EE-41D5-8CDC-00209E4C9CA9}" destId="{F8483C4C-0706-46BB-802E-9ABC0084BA87}" srcOrd="0" destOrd="0" presId="urn:microsoft.com/office/officeart/2005/8/layout/vList3"/>
    <dgm:cxn modelId="{B9A780FC-42D0-4D5B-987A-6DC44EA824AD}" type="presOf" srcId="{F7C8A7C0-A9FF-478E-8D69-34B412B55C53}" destId="{20BA8136-9E6A-4DD4-B912-8180F0A7519D}" srcOrd="0" destOrd="0" presId="urn:microsoft.com/office/officeart/2005/8/layout/vList3"/>
    <dgm:cxn modelId="{D2CE7BFE-DFB3-4DF5-B01B-92FD0DDC8360}" srcId="{15F89D03-C30D-4901-9A3F-E34443C38131}" destId="{DA1806AF-A0A3-4A12-8AD1-77A41786C392}" srcOrd="0" destOrd="0" parTransId="{33B3109A-B8B7-4D9A-AE9B-9D8DDD336E6E}" sibTransId="{0BB1196A-655B-4292-A51A-DE97CCAFA060}"/>
    <dgm:cxn modelId="{399A9685-520D-455A-9106-4D8637B4A155}" type="presParOf" srcId="{3938B90A-E0A3-4B77-8921-95EBD110930E}" destId="{1E6BE1B4-8C54-4636-82FC-5EF0526C4B23}" srcOrd="0" destOrd="0" presId="urn:microsoft.com/office/officeart/2005/8/layout/vList3"/>
    <dgm:cxn modelId="{70469AEA-A5D0-4BBF-A73D-443B49197EAF}" type="presParOf" srcId="{1E6BE1B4-8C54-4636-82FC-5EF0526C4B23}" destId="{96CCA442-EC62-462E-91DA-BE6F82502352}" srcOrd="0" destOrd="0" presId="urn:microsoft.com/office/officeart/2005/8/layout/vList3"/>
    <dgm:cxn modelId="{89DC1325-F513-42BF-9A8F-28EB19945382}" type="presParOf" srcId="{1E6BE1B4-8C54-4636-82FC-5EF0526C4B23}" destId="{A1F10ABD-FF58-43E6-B99A-23248E613544}" srcOrd="1" destOrd="0" presId="urn:microsoft.com/office/officeart/2005/8/layout/vList3"/>
    <dgm:cxn modelId="{80EA3576-6B79-49F7-8D15-9FB67D0919EE}" type="presParOf" srcId="{3938B90A-E0A3-4B77-8921-95EBD110930E}" destId="{1C207551-8EAC-42A4-B092-619DC3F57884}" srcOrd="1" destOrd="0" presId="urn:microsoft.com/office/officeart/2005/8/layout/vList3"/>
    <dgm:cxn modelId="{75EC6788-BD14-462B-8384-FAA4B241AEAD}" type="presParOf" srcId="{3938B90A-E0A3-4B77-8921-95EBD110930E}" destId="{238A25A2-33D9-4391-A9A4-3FAD5F5B7FA5}" srcOrd="2" destOrd="0" presId="urn:microsoft.com/office/officeart/2005/8/layout/vList3"/>
    <dgm:cxn modelId="{9598189E-37BE-4394-88EA-5F1BD71F5F35}" type="presParOf" srcId="{238A25A2-33D9-4391-A9A4-3FAD5F5B7FA5}" destId="{795D7529-8D57-45B7-85FD-9CBF2198651F}" srcOrd="0" destOrd="0" presId="urn:microsoft.com/office/officeart/2005/8/layout/vList3"/>
    <dgm:cxn modelId="{F2EFB5A6-3ACA-431C-839B-0D4A918AFE4E}" type="presParOf" srcId="{238A25A2-33D9-4391-A9A4-3FAD5F5B7FA5}" destId="{20BA8136-9E6A-4DD4-B912-8180F0A7519D}" srcOrd="1" destOrd="0" presId="urn:microsoft.com/office/officeart/2005/8/layout/vList3"/>
    <dgm:cxn modelId="{523C3CE6-24AA-494D-B956-E0F012075853}" type="presParOf" srcId="{3938B90A-E0A3-4B77-8921-95EBD110930E}" destId="{118644C3-294C-4C7C-AA6A-4BC3AB36E54D}" srcOrd="3" destOrd="0" presId="urn:microsoft.com/office/officeart/2005/8/layout/vList3"/>
    <dgm:cxn modelId="{72C124CC-DAB2-47EF-AC74-3C12477130A5}" type="presParOf" srcId="{3938B90A-E0A3-4B77-8921-95EBD110930E}" destId="{0D28226F-EB78-4DD7-B263-A28A5134E5A3}" srcOrd="4" destOrd="0" presId="urn:microsoft.com/office/officeart/2005/8/layout/vList3"/>
    <dgm:cxn modelId="{0B92CA3B-DA2D-45F9-A0AE-6A1F1C591E43}" type="presParOf" srcId="{0D28226F-EB78-4DD7-B263-A28A5134E5A3}" destId="{C656933D-04AB-4E0C-A916-402DE14064F1}" srcOrd="0" destOrd="0" presId="urn:microsoft.com/office/officeart/2005/8/layout/vList3"/>
    <dgm:cxn modelId="{EC15F50F-870D-4DDB-B6A1-BCF365C5FD1A}" type="presParOf" srcId="{0D28226F-EB78-4DD7-B263-A28A5134E5A3}" destId="{F8483C4C-0706-46BB-802E-9ABC0084BA87}" srcOrd="1" destOrd="0" presId="urn:microsoft.com/office/officeart/2005/8/layout/vList3"/>
    <dgm:cxn modelId="{639F2DFF-886F-4280-95D9-6E4ADB9CC4E8}" type="presParOf" srcId="{3938B90A-E0A3-4B77-8921-95EBD110930E}" destId="{4CB19D54-7DAE-4D55-BAEE-EB93E47055B2}" srcOrd="5" destOrd="0" presId="urn:microsoft.com/office/officeart/2005/8/layout/vList3"/>
    <dgm:cxn modelId="{A76E2007-74AA-4F04-B324-44E0F039D45D}" type="presParOf" srcId="{3938B90A-E0A3-4B77-8921-95EBD110930E}" destId="{0E85B620-023D-4937-8431-84DB339910CE}" srcOrd="6" destOrd="0" presId="urn:microsoft.com/office/officeart/2005/8/layout/vList3"/>
    <dgm:cxn modelId="{459B1524-61F5-4ED2-827F-64CC096416F2}" type="presParOf" srcId="{0E85B620-023D-4937-8431-84DB339910CE}" destId="{75931AE4-828B-41B8-9BAB-3272C14F2A92}" srcOrd="0" destOrd="0" presId="urn:microsoft.com/office/officeart/2005/8/layout/vList3"/>
    <dgm:cxn modelId="{C8FB3F1A-309F-466F-90F4-CAF61E678833}" type="presParOf" srcId="{0E85B620-023D-4937-8431-84DB339910CE}" destId="{40241243-92CF-466A-BDC9-426412D635C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40F79DE-B195-48FD-A87D-C41E2378D57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FB00A25-2B93-44B5-8B06-5EB5133753FE}">
      <dgm:prSet/>
      <dgm:spPr/>
      <dgm:t>
        <a:bodyPr/>
        <a:lstStyle/>
        <a:p>
          <a:r>
            <a:rPr lang="uk-UA" b="0" i="0"/>
            <a:t>першим польотом людини в космос.</a:t>
          </a:r>
          <a:endParaRPr lang="uk-UA"/>
        </a:p>
      </dgm:t>
    </dgm:pt>
    <dgm:pt modelId="{EF6110F4-A458-4C5B-B459-7FE3B71A9525}" type="parTrans" cxnId="{85C051DF-6470-4FA3-886A-4FE5AB08C19C}">
      <dgm:prSet/>
      <dgm:spPr/>
      <dgm:t>
        <a:bodyPr/>
        <a:lstStyle/>
        <a:p>
          <a:endParaRPr lang="uk-UA"/>
        </a:p>
      </dgm:t>
    </dgm:pt>
    <dgm:pt modelId="{354BB18B-8BD5-43FF-A317-CE230970FC33}" type="sibTrans" cxnId="{85C051DF-6470-4FA3-886A-4FE5AB08C19C}">
      <dgm:prSet/>
      <dgm:spPr/>
      <dgm:t>
        <a:bodyPr/>
        <a:lstStyle/>
        <a:p>
          <a:endParaRPr lang="uk-UA"/>
        </a:p>
      </dgm:t>
    </dgm:pt>
    <dgm:pt modelId="{6A257EB2-C01D-438A-828E-99B8264DE70D}">
      <dgm:prSet/>
      <dgm:spPr/>
      <dgm:t>
        <a:bodyPr/>
        <a:lstStyle/>
        <a:p>
          <a:r>
            <a:rPr lang="uk-UA" b="0" i="0"/>
            <a:t>висадкою першої людини на Місяці за програмою «</a:t>
          </a:r>
          <a:r>
            <a:rPr lang="en-US" b="0" i="0"/>
            <a:t>A</a:t>
          </a:r>
          <a:r>
            <a:rPr lang="uk-UA" b="0" i="0"/>
            <a:t>поллон».</a:t>
          </a:r>
          <a:endParaRPr lang="uk-UA"/>
        </a:p>
      </dgm:t>
    </dgm:pt>
    <dgm:pt modelId="{1D34D3C4-0510-435B-B160-E4EB6480B560}" type="parTrans" cxnId="{06B27233-52DE-4E2F-80D5-C89F9A156645}">
      <dgm:prSet/>
      <dgm:spPr/>
      <dgm:t>
        <a:bodyPr/>
        <a:lstStyle/>
        <a:p>
          <a:endParaRPr lang="uk-UA"/>
        </a:p>
      </dgm:t>
    </dgm:pt>
    <dgm:pt modelId="{6530AEBE-1E20-4C23-90F7-48EA85411401}" type="sibTrans" cxnId="{06B27233-52DE-4E2F-80D5-C89F9A156645}">
      <dgm:prSet/>
      <dgm:spPr/>
      <dgm:t>
        <a:bodyPr/>
        <a:lstStyle/>
        <a:p>
          <a:endParaRPr lang="uk-UA"/>
        </a:p>
      </dgm:t>
    </dgm:pt>
    <dgm:pt modelId="{9ABFA299-4F94-4E36-90BD-4C0979DDBD73}">
      <dgm:prSet/>
      <dgm:spPr/>
      <dgm:t>
        <a:bodyPr/>
        <a:lstStyle/>
        <a:p>
          <a:r>
            <a:rPr lang="uk-UA" b="0" i="0"/>
            <a:t>запуском людиною першого штучного супутника Землі.</a:t>
          </a:r>
          <a:endParaRPr lang="uk-UA"/>
        </a:p>
      </dgm:t>
    </dgm:pt>
    <dgm:pt modelId="{078D4397-D9E0-47E7-B676-3015AFEEFD9E}" type="parTrans" cxnId="{EC4471ED-6520-491E-B1D8-8D133BA5EE76}">
      <dgm:prSet/>
      <dgm:spPr/>
      <dgm:t>
        <a:bodyPr/>
        <a:lstStyle/>
        <a:p>
          <a:endParaRPr lang="uk-UA"/>
        </a:p>
      </dgm:t>
    </dgm:pt>
    <dgm:pt modelId="{4090D250-CD7E-4AE4-B7BC-BE051196CD14}" type="sibTrans" cxnId="{EC4471ED-6520-491E-B1D8-8D133BA5EE76}">
      <dgm:prSet/>
      <dgm:spPr/>
      <dgm:t>
        <a:bodyPr/>
        <a:lstStyle/>
        <a:p>
          <a:endParaRPr lang="uk-UA"/>
        </a:p>
      </dgm:t>
    </dgm:pt>
    <dgm:pt modelId="{7D797984-0838-4432-A2EC-ABF3EEBBDBA5}">
      <dgm:prSet/>
      <dgm:spPr/>
      <dgm:t>
        <a:bodyPr/>
        <a:lstStyle/>
        <a:p>
          <a:r>
            <a:rPr lang="uk-UA" b="0" i="0"/>
            <a:t>успішним випробуванням людиною першої балістичної ракети.</a:t>
          </a:r>
          <a:endParaRPr lang="uk-UA"/>
        </a:p>
      </dgm:t>
    </dgm:pt>
    <dgm:pt modelId="{B1D6AB95-1548-406E-8F21-72ED32202E66}" type="parTrans" cxnId="{B484203C-232A-4618-A3DA-6EA628A8A0E7}">
      <dgm:prSet/>
      <dgm:spPr/>
      <dgm:t>
        <a:bodyPr/>
        <a:lstStyle/>
        <a:p>
          <a:endParaRPr lang="uk-UA"/>
        </a:p>
      </dgm:t>
    </dgm:pt>
    <dgm:pt modelId="{F635AB47-9187-4078-B6B7-17112D871C6F}" type="sibTrans" cxnId="{B484203C-232A-4618-A3DA-6EA628A8A0E7}">
      <dgm:prSet/>
      <dgm:spPr/>
      <dgm:t>
        <a:bodyPr/>
        <a:lstStyle/>
        <a:p>
          <a:endParaRPr lang="uk-UA"/>
        </a:p>
      </dgm:t>
    </dgm:pt>
    <dgm:pt modelId="{F1A6C001-392B-48E7-9108-82156E6EFE8B}" type="pres">
      <dgm:prSet presAssocID="{940F79DE-B195-48FD-A87D-C41E2378D577}" presName="linear" presStyleCnt="0">
        <dgm:presLayoutVars>
          <dgm:animLvl val="lvl"/>
          <dgm:resizeHandles val="exact"/>
        </dgm:presLayoutVars>
      </dgm:prSet>
      <dgm:spPr/>
    </dgm:pt>
    <dgm:pt modelId="{E89D1041-2D65-413D-9F24-70A99AADD5C3}" type="pres">
      <dgm:prSet presAssocID="{DFB00A25-2B93-44B5-8B06-5EB5133753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BD6EA4-79F2-4C30-A380-DBDE18362EF2}" type="pres">
      <dgm:prSet presAssocID="{354BB18B-8BD5-43FF-A317-CE230970FC33}" presName="spacer" presStyleCnt="0"/>
      <dgm:spPr/>
    </dgm:pt>
    <dgm:pt modelId="{5FE5313F-0566-4ED5-8A13-CDA910DAFEEF}" type="pres">
      <dgm:prSet presAssocID="{6A257EB2-C01D-438A-828E-99B8264DE70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A2DC808-F30D-4996-A24B-5E9D1A4109A9}" type="pres">
      <dgm:prSet presAssocID="{6530AEBE-1E20-4C23-90F7-48EA85411401}" presName="spacer" presStyleCnt="0"/>
      <dgm:spPr/>
    </dgm:pt>
    <dgm:pt modelId="{F9788F6B-3CD3-4F62-9796-DF2A0F42A9B0}" type="pres">
      <dgm:prSet presAssocID="{9ABFA299-4F94-4E36-90BD-4C0979DDBD7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8378479-A796-47E7-B5E4-9362A3EFCE88}" type="pres">
      <dgm:prSet presAssocID="{4090D250-CD7E-4AE4-B7BC-BE051196CD14}" presName="spacer" presStyleCnt="0"/>
      <dgm:spPr/>
    </dgm:pt>
    <dgm:pt modelId="{E9827780-4D44-4CA1-8803-342C2762349D}" type="pres">
      <dgm:prSet presAssocID="{7D797984-0838-4432-A2EC-ABF3EEBBDB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F4BE706-5E68-4A74-925E-1664CF827C01}" type="presOf" srcId="{7D797984-0838-4432-A2EC-ABF3EEBBDBA5}" destId="{E9827780-4D44-4CA1-8803-342C2762349D}" srcOrd="0" destOrd="0" presId="urn:microsoft.com/office/officeart/2005/8/layout/vList2"/>
    <dgm:cxn modelId="{06B27233-52DE-4E2F-80D5-C89F9A156645}" srcId="{940F79DE-B195-48FD-A87D-C41E2378D577}" destId="{6A257EB2-C01D-438A-828E-99B8264DE70D}" srcOrd="1" destOrd="0" parTransId="{1D34D3C4-0510-435B-B160-E4EB6480B560}" sibTransId="{6530AEBE-1E20-4C23-90F7-48EA85411401}"/>
    <dgm:cxn modelId="{B484203C-232A-4618-A3DA-6EA628A8A0E7}" srcId="{940F79DE-B195-48FD-A87D-C41E2378D577}" destId="{7D797984-0838-4432-A2EC-ABF3EEBBDBA5}" srcOrd="3" destOrd="0" parTransId="{B1D6AB95-1548-406E-8F21-72ED32202E66}" sibTransId="{F635AB47-9187-4078-B6B7-17112D871C6F}"/>
    <dgm:cxn modelId="{EBC07A6A-8270-421E-B4CC-D9FB2E1FF33C}" type="presOf" srcId="{DFB00A25-2B93-44B5-8B06-5EB5133753FE}" destId="{E89D1041-2D65-413D-9F24-70A99AADD5C3}" srcOrd="0" destOrd="0" presId="urn:microsoft.com/office/officeart/2005/8/layout/vList2"/>
    <dgm:cxn modelId="{6134BD72-BA5E-41E3-92EE-84ED31D74C77}" type="presOf" srcId="{6A257EB2-C01D-438A-828E-99B8264DE70D}" destId="{5FE5313F-0566-4ED5-8A13-CDA910DAFEEF}" srcOrd="0" destOrd="0" presId="urn:microsoft.com/office/officeart/2005/8/layout/vList2"/>
    <dgm:cxn modelId="{2A0AF3BB-EF63-4CB1-9C7B-107E346EFA96}" type="presOf" srcId="{9ABFA299-4F94-4E36-90BD-4C0979DDBD73}" destId="{F9788F6B-3CD3-4F62-9796-DF2A0F42A9B0}" srcOrd="0" destOrd="0" presId="urn:microsoft.com/office/officeart/2005/8/layout/vList2"/>
    <dgm:cxn modelId="{85C051DF-6470-4FA3-886A-4FE5AB08C19C}" srcId="{940F79DE-B195-48FD-A87D-C41E2378D577}" destId="{DFB00A25-2B93-44B5-8B06-5EB5133753FE}" srcOrd="0" destOrd="0" parTransId="{EF6110F4-A458-4C5B-B459-7FE3B71A9525}" sibTransId="{354BB18B-8BD5-43FF-A317-CE230970FC33}"/>
    <dgm:cxn modelId="{EC4471ED-6520-491E-B1D8-8D133BA5EE76}" srcId="{940F79DE-B195-48FD-A87D-C41E2378D577}" destId="{9ABFA299-4F94-4E36-90BD-4C0979DDBD73}" srcOrd="2" destOrd="0" parTransId="{078D4397-D9E0-47E7-B676-3015AFEEFD9E}" sibTransId="{4090D250-CD7E-4AE4-B7BC-BE051196CD14}"/>
    <dgm:cxn modelId="{03823BF9-2880-4C31-B8AE-34CA62195290}" type="presOf" srcId="{940F79DE-B195-48FD-A87D-C41E2378D577}" destId="{F1A6C001-392B-48E7-9108-82156E6EFE8B}" srcOrd="0" destOrd="0" presId="urn:microsoft.com/office/officeart/2005/8/layout/vList2"/>
    <dgm:cxn modelId="{D06FB58E-189D-4882-822F-7D95602CDFC4}" type="presParOf" srcId="{F1A6C001-392B-48E7-9108-82156E6EFE8B}" destId="{E89D1041-2D65-413D-9F24-70A99AADD5C3}" srcOrd="0" destOrd="0" presId="urn:microsoft.com/office/officeart/2005/8/layout/vList2"/>
    <dgm:cxn modelId="{B15D3264-783A-48AC-8E25-721B1964AE08}" type="presParOf" srcId="{F1A6C001-392B-48E7-9108-82156E6EFE8B}" destId="{67BD6EA4-79F2-4C30-A380-DBDE18362EF2}" srcOrd="1" destOrd="0" presId="urn:microsoft.com/office/officeart/2005/8/layout/vList2"/>
    <dgm:cxn modelId="{D0E87CF9-6B7B-4ECA-A695-C2D256CB08D5}" type="presParOf" srcId="{F1A6C001-392B-48E7-9108-82156E6EFE8B}" destId="{5FE5313F-0566-4ED5-8A13-CDA910DAFEEF}" srcOrd="2" destOrd="0" presId="urn:microsoft.com/office/officeart/2005/8/layout/vList2"/>
    <dgm:cxn modelId="{58873634-0B53-4618-A370-9E0A8342C1DA}" type="presParOf" srcId="{F1A6C001-392B-48E7-9108-82156E6EFE8B}" destId="{1A2DC808-F30D-4996-A24B-5E9D1A4109A9}" srcOrd="3" destOrd="0" presId="urn:microsoft.com/office/officeart/2005/8/layout/vList2"/>
    <dgm:cxn modelId="{14CB5496-B679-4EF1-BAA9-5373C7CD8301}" type="presParOf" srcId="{F1A6C001-392B-48E7-9108-82156E6EFE8B}" destId="{F9788F6B-3CD3-4F62-9796-DF2A0F42A9B0}" srcOrd="4" destOrd="0" presId="urn:microsoft.com/office/officeart/2005/8/layout/vList2"/>
    <dgm:cxn modelId="{91A06337-96F0-48BD-81EF-BCBA87C8F351}" type="presParOf" srcId="{F1A6C001-392B-48E7-9108-82156E6EFE8B}" destId="{58378479-A796-47E7-B5E4-9362A3EFCE88}" srcOrd="5" destOrd="0" presId="urn:microsoft.com/office/officeart/2005/8/layout/vList2"/>
    <dgm:cxn modelId="{EBC7ED81-C178-4E20-9D3F-29AC18783E0B}" type="presParOf" srcId="{F1A6C001-392B-48E7-9108-82156E6EFE8B}" destId="{E9827780-4D44-4CA1-8803-342C2762349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44A40D8A-CD74-44FA-9C8C-7974852500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C7A149-96D4-4392-A792-15FA42E3B53D}">
      <dgm:prSet/>
      <dgm:spPr/>
      <dgm:t>
        <a:bodyPr/>
        <a:lstStyle/>
        <a:p>
          <a:r>
            <a:rPr lang="uk-UA" b="0" i="0"/>
            <a:t>децентралізація системи управління промисловістю</a:t>
          </a:r>
          <a:endParaRPr lang="uk-UA"/>
        </a:p>
      </dgm:t>
    </dgm:pt>
    <dgm:pt modelId="{1D76426A-26DA-43AF-83E2-373BC2FE54DC}" type="parTrans" cxnId="{022CA0D1-99A9-464F-B012-C39D68AF0F76}">
      <dgm:prSet/>
      <dgm:spPr/>
      <dgm:t>
        <a:bodyPr/>
        <a:lstStyle/>
        <a:p>
          <a:endParaRPr lang="uk-UA"/>
        </a:p>
      </dgm:t>
    </dgm:pt>
    <dgm:pt modelId="{09EB889E-FB3A-4BB5-A556-4E61B9DDDC0D}" type="sibTrans" cxnId="{022CA0D1-99A9-464F-B012-C39D68AF0F76}">
      <dgm:prSet/>
      <dgm:spPr/>
      <dgm:t>
        <a:bodyPr/>
        <a:lstStyle/>
        <a:p>
          <a:endParaRPr lang="uk-UA"/>
        </a:p>
      </dgm:t>
    </dgm:pt>
    <dgm:pt modelId="{5892AF23-E705-47D4-B319-8EB04BC02060}">
      <dgm:prSet/>
      <dgm:spPr/>
      <dgm:t>
        <a:bodyPr/>
        <a:lstStyle/>
        <a:p>
          <a:r>
            <a:rPr lang="uk-UA" b="0" i="0"/>
            <a:t>запровадження карткової системи розподілу товарів народного вжитку</a:t>
          </a:r>
          <a:endParaRPr lang="uk-UA"/>
        </a:p>
      </dgm:t>
    </dgm:pt>
    <dgm:pt modelId="{84C7C677-F1A6-45B4-B38A-4BD1C0A1FAD5}" type="parTrans" cxnId="{B94E531E-F332-4DAC-8746-A6A45F6C4AEF}">
      <dgm:prSet/>
      <dgm:spPr/>
      <dgm:t>
        <a:bodyPr/>
        <a:lstStyle/>
        <a:p>
          <a:endParaRPr lang="uk-UA"/>
        </a:p>
      </dgm:t>
    </dgm:pt>
    <dgm:pt modelId="{DD43709C-94DD-4558-BAF7-31A289D6F85C}" type="sibTrans" cxnId="{B94E531E-F332-4DAC-8746-A6A45F6C4AEF}">
      <dgm:prSet/>
      <dgm:spPr/>
      <dgm:t>
        <a:bodyPr/>
        <a:lstStyle/>
        <a:p>
          <a:endParaRPr lang="uk-UA"/>
        </a:p>
      </dgm:t>
    </dgm:pt>
    <dgm:pt modelId="{86E28430-005B-4CC2-B67A-31335D2BB048}">
      <dgm:prSet/>
      <dgm:spPr/>
      <dgm:t>
        <a:bodyPr/>
        <a:lstStyle/>
        <a:p>
          <a:r>
            <a:rPr lang="uk-UA" b="0" i="0"/>
            <a:t>переведення підприємств на госпрозрахунок і самофінансування</a:t>
          </a:r>
          <a:endParaRPr lang="uk-UA"/>
        </a:p>
      </dgm:t>
    </dgm:pt>
    <dgm:pt modelId="{75BA7487-B566-4575-82FD-BD901B671B7D}" type="parTrans" cxnId="{DFD0F2FA-FDCA-4F8E-B0ED-A575C7DFF080}">
      <dgm:prSet/>
      <dgm:spPr/>
      <dgm:t>
        <a:bodyPr/>
        <a:lstStyle/>
        <a:p>
          <a:endParaRPr lang="uk-UA"/>
        </a:p>
      </dgm:t>
    </dgm:pt>
    <dgm:pt modelId="{CB950300-14AB-4222-8BEF-3F4513558524}" type="sibTrans" cxnId="{DFD0F2FA-FDCA-4F8E-B0ED-A575C7DFF080}">
      <dgm:prSet/>
      <dgm:spPr/>
      <dgm:t>
        <a:bodyPr/>
        <a:lstStyle/>
        <a:p>
          <a:endParaRPr lang="uk-UA"/>
        </a:p>
      </dgm:t>
    </dgm:pt>
    <dgm:pt modelId="{E771EC00-BA51-4982-BB7E-F398E3FAB643}">
      <dgm:prSet/>
      <dgm:spPr/>
      <dgm:t>
        <a:bodyPr/>
        <a:lstStyle/>
        <a:p>
          <a:r>
            <a:rPr lang="uk-UA" b="0" i="0"/>
            <a:t>пріоритетний розвиток вільних економічних зон</a:t>
          </a:r>
          <a:endParaRPr lang="uk-UA"/>
        </a:p>
      </dgm:t>
    </dgm:pt>
    <dgm:pt modelId="{DEF7408A-D40A-4F6A-BEEA-13DF519299D1}" type="parTrans" cxnId="{EC52F23A-557A-45AE-9D95-E6DF9CCE3A06}">
      <dgm:prSet/>
      <dgm:spPr/>
      <dgm:t>
        <a:bodyPr/>
        <a:lstStyle/>
        <a:p>
          <a:endParaRPr lang="uk-UA"/>
        </a:p>
      </dgm:t>
    </dgm:pt>
    <dgm:pt modelId="{E2115EA6-C5FC-47EF-89C5-F566756807BA}" type="sibTrans" cxnId="{EC52F23A-557A-45AE-9D95-E6DF9CCE3A06}">
      <dgm:prSet/>
      <dgm:spPr/>
      <dgm:t>
        <a:bodyPr/>
        <a:lstStyle/>
        <a:p>
          <a:endParaRPr lang="uk-UA"/>
        </a:p>
      </dgm:t>
    </dgm:pt>
    <dgm:pt modelId="{3FD4E027-2CD2-477C-84AA-8600DF02A02B}" type="pres">
      <dgm:prSet presAssocID="{44A40D8A-CD74-44FA-9C8C-7974852500ED}" presName="linear" presStyleCnt="0">
        <dgm:presLayoutVars>
          <dgm:animLvl val="lvl"/>
          <dgm:resizeHandles val="exact"/>
        </dgm:presLayoutVars>
      </dgm:prSet>
      <dgm:spPr/>
    </dgm:pt>
    <dgm:pt modelId="{FA8CE35A-60A6-4C10-8D1C-A75D7D03F6F2}" type="pres">
      <dgm:prSet presAssocID="{1AC7A149-96D4-4392-A792-15FA42E3B5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E2F4B75-D7B8-4945-B393-FB284DE1A83A}" type="pres">
      <dgm:prSet presAssocID="{09EB889E-FB3A-4BB5-A556-4E61B9DDDC0D}" presName="spacer" presStyleCnt="0"/>
      <dgm:spPr/>
    </dgm:pt>
    <dgm:pt modelId="{2A53D8AD-5B6E-4688-9574-F7C8764613CC}" type="pres">
      <dgm:prSet presAssocID="{5892AF23-E705-47D4-B319-8EB04BC0206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94E4A7A-D602-4B17-8397-368171B3AE39}" type="pres">
      <dgm:prSet presAssocID="{DD43709C-94DD-4558-BAF7-31A289D6F85C}" presName="spacer" presStyleCnt="0"/>
      <dgm:spPr/>
    </dgm:pt>
    <dgm:pt modelId="{F777EF6D-C79E-4091-8B81-347B985B01DA}" type="pres">
      <dgm:prSet presAssocID="{86E28430-005B-4CC2-B67A-31335D2BB04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CE07B44-A8D4-4D1A-8AD7-126B31D297BA}" type="pres">
      <dgm:prSet presAssocID="{CB950300-14AB-4222-8BEF-3F4513558524}" presName="spacer" presStyleCnt="0"/>
      <dgm:spPr/>
    </dgm:pt>
    <dgm:pt modelId="{F5DBF7B0-3BF8-4123-9DDE-D5D022E00D37}" type="pres">
      <dgm:prSet presAssocID="{E771EC00-BA51-4982-BB7E-F398E3FAB64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94E531E-F332-4DAC-8746-A6A45F6C4AEF}" srcId="{44A40D8A-CD74-44FA-9C8C-7974852500ED}" destId="{5892AF23-E705-47D4-B319-8EB04BC02060}" srcOrd="1" destOrd="0" parTransId="{84C7C677-F1A6-45B4-B38A-4BD1C0A1FAD5}" sibTransId="{DD43709C-94DD-4558-BAF7-31A289D6F85C}"/>
    <dgm:cxn modelId="{7C484221-114B-417D-B865-FCD1F9DC5F32}" type="presOf" srcId="{5892AF23-E705-47D4-B319-8EB04BC02060}" destId="{2A53D8AD-5B6E-4688-9574-F7C8764613CC}" srcOrd="0" destOrd="0" presId="urn:microsoft.com/office/officeart/2005/8/layout/vList2"/>
    <dgm:cxn modelId="{EC52F23A-557A-45AE-9D95-E6DF9CCE3A06}" srcId="{44A40D8A-CD74-44FA-9C8C-7974852500ED}" destId="{E771EC00-BA51-4982-BB7E-F398E3FAB643}" srcOrd="3" destOrd="0" parTransId="{DEF7408A-D40A-4F6A-BEEA-13DF519299D1}" sibTransId="{E2115EA6-C5FC-47EF-89C5-F566756807BA}"/>
    <dgm:cxn modelId="{B2738567-4A21-4CF2-8A46-96D225DCA0C5}" type="presOf" srcId="{E771EC00-BA51-4982-BB7E-F398E3FAB643}" destId="{F5DBF7B0-3BF8-4123-9DDE-D5D022E00D37}" srcOrd="0" destOrd="0" presId="urn:microsoft.com/office/officeart/2005/8/layout/vList2"/>
    <dgm:cxn modelId="{DEA94A5A-1775-4360-9A0D-B172B3659DA3}" type="presOf" srcId="{44A40D8A-CD74-44FA-9C8C-7974852500ED}" destId="{3FD4E027-2CD2-477C-84AA-8600DF02A02B}" srcOrd="0" destOrd="0" presId="urn:microsoft.com/office/officeart/2005/8/layout/vList2"/>
    <dgm:cxn modelId="{D4F6B981-CF8C-4054-931C-9F7111DA0737}" type="presOf" srcId="{86E28430-005B-4CC2-B67A-31335D2BB048}" destId="{F777EF6D-C79E-4091-8B81-347B985B01DA}" srcOrd="0" destOrd="0" presId="urn:microsoft.com/office/officeart/2005/8/layout/vList2"/>
    <dgm:cxn modelId="{0E39F9B0-BBDB-4395-8405-11CA99B6A3AE}" type="presOf" srcId="{1AC7A149-96D4-4392-A792-15FA42E3B53D}" destId="{FA8CE35A-60A6-4C10-8D1C-A75D7D03F6F2}" srcOrd="0" destOrd="0" presId="urn:microsoft.com/office/officeart/2005/8/layout/vList2"/>
    <dgm:cxn modelId="{022CA0D1-99A9-464F-B012-C39D68AF0F76}" srcId="{44A40D8A-CD74-44FA-9C8C-7974852500ED}" destId="{1AC7A149-96D4-4392-A792-15FA42E3B53D}" srcOrd="0" destOrd="0" parTransId="{1D76426A-26DA-43AF-83E2-373BC2FE54DC}" sibTransId="{09EB889E-FB3A-4BB5-A556-4E61B9DDDC0D}"/>
    <dgm:cxn modelId="{DFD0F2FA-FDCA-4F8E-B0ED-A575C7DFF080}" srcId="{44A40D8A-CD74-44FA-9C8C-7974852500ED}" destId="{86E28430-005B-4CC2-B67A-31335D2BB048}" srcOrd="2" destOrd="0" parTransId="{75BA7487-B566-4575-82FD-BD901B671B7D}" sibTransId="{CB950300-14AB-4222-8BEF-3F4513558524}"/>
    <dgm:cxn modelId="{5B7A767E-44EB-430F-8341-FA0E1DAE3BD3}" type="presParOf" srcId="{3FD4E027-2CD2-477C-84AA-8600DF02A02B}" destId="{FA8CE35A-60A6-4C10-8D1C-A75D7D03F6F2}" srcOrd="0" destOrd="0" presId="urn:microsoft.com/office/officeart/2005/8/layout/vList2"/>
    <dgm:cxn modelId="{8C3024B4-C418-4AE9-B615-C865FE0AECFD}" type="presParOf" srcId="{3FD4E027-2CD2-477C-84AA-8600DF02A02B}" destId="{BE2F4B75-D7B8-4945-B393-FB284DE1A83A}" srcOrd="1" destOrd="0" presId="urn:microsoft.com/office/officeart/2005/8/layout/vList2"/>
    <dgm:cxn modelId="{8A7448DD-CAE6-4E8C-9CC2-B55BE5AA893E}" type="presParOf" srcId="{3FD4E027-2CD2-477C-84AA-8600DF02A02B}" destId="{2A53D8AD-5B6E-4688-9574-F7C8764613CC}" srcOrd="2" destOrd="0" presId="urn:microsoft.com/office/officeart/2005/8/layout/vList2"/>
    <dgm:cxn modelId="{3F67B11F-B2CA-44C6-B2A4-A62ED4716AEC}" type="presParOf" srcId="{3FD4E027-2CD2-477C-84AA-8600DF02A02B}" destId="{294E4A7A-D602-4B17-8397-368171B3AE39}" srcOrd="3" destOrd="0" presId="urn:microsoft.com/office/officeart/2005/8/layout/vList2"/>
    <dgm:cxn modelId="{A9C17148-4443-463B-910A-9BA73A71CBE1}" type="presParOf" srcId="{3FD4E027-2CD2-477C-84AA-8600DF02A02B}" destId="{F777EF6D-C79E-4091-8B81-347B985B01DA}" srcOrd="4" destOrd="0" presId="urn:microsoft.com/office/officeart/2005/8/layout/vList2"/>
    <dgm:cxn modelId="{78BCCCC1-439B-4D33-8579-89463207C862}" type="presParOf" srcId="{3FD4E027-2CD2-477C-84AA-8600DF02A02B}" destId="{BCE07B44-A8D4-4D1A-8AD7-126B31D297BA}" srcOrd="5" destOrd="0" presId="urn:microsoft.com/office/officeart/2005/8/layout/vList2"/>
    <dgm:cxn modelId="{774D243B-4EA1-4B99-8FF2-6F608CAC7E1B}" type="presParOf" srcId="{3FD4E027-2CD2-477C-84AA-8600DF02A02B}" destId="{F5DBF7B0-3BF8-4123-9DDE-D5D022E00D3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7B88A1C7-523C-41C6-B04D-7411F8F455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FC618D2-BE0A-463C-8ECB-27B7E7177C5D}">
      <dgm:prSet/>
      <dgm:spPr/>
      <dgm:t>
        <a:bodyPr/>
        <a:lstStyle/>
        <a:p>
          <a:r>
            <a:rPr lang="uk-UA" b="0" i="0"/>
            <a:t>проведення ХХ з’їзду КПРС</a:t>
          </a:r>
          <a:endParaRPr lang="uk-UA"/>
        </a:p>
      </dgm:t>
    </dgm:pt>
    <dgm:pt modelId="{30CD2C3D-98A2-43A0-A542-70C3074AFDC5}" type="parTrans" cxnId="{9B20AC53-65A2-4AB7-8BD9-324778A06294}">
      <dgm:prSet/>
      <dgm:spPr/>
      <dgm:t>
        <a:bodyPr/>
        <a:lstStyle/>
        <a:p>
          <a:endParaRPr lang="uk-UA"/>
        </a:p>
      </dgm:t>
    </dgm:pt>
    <dgm:pt modelId="{23FD388B-AA2C-4BB9-B140-8C785A4C4F3E}" type="sibTrans" cxnId="{9B20AC53-65A2-4AB7-8BD9-324778A06294}">
      <dgm:prSet/>
      <dgm:spPr/>
      <dgm:t>
        <a:bodyPr/>
        <a:lstStyle/>
        <a:p>
          <a:endParaRPr lang="uk-UA"/>
        </a:p>
      </dgm:t>
    </dgm:pt>
    <dgm:pt modelId="{DCD1F4B9-806A-4AFD-807A-153234BDF320}">
      <dgm:prSet/>
      <dgm:spPr/>
      <dgm:t>
        <a:bodyPr/>
        <a:lstStyle/>
        <a:p>
          <a:r>
            <a:rPr lang="uk-UA" b="0" i="0"/>
            <a:t>перший політ людини в космос</a:t>
          </a:r>
          <a:endParaRPr lang="uk-UA"/>
        </a:p>
      </dgm:t>
    </dgm:pt>
    <dgm:pt modelId="{4D735A96-2C7A-4386-8DBC-57C28D0B6917}" type="parTrans" cxnId="{55743D11-F658-4928-A55C-EB198330CDBD}">
      <dgm:prSet/>
      <dgm:spPr/>
      <dgm:t>
        <a:bodyPr/>
        <a:lstStyle/>
        <a:p>
          <a:endParaRPr lang="uk-UA"/>
        </a:p>
      </dgm:t>
    </dgm:pt>
    <dgm:pt modelId="{E1BE48E5-57DB-41FB-B0B7-D18928DC4D6B}" type="sibTrans" cxnId="{55743D11-F658-4928-A55C-EB198330CDBD}">
      <dgm:prSet/>
      <dgm:spPr/>
      <dgm:t>
        <a:bodyPr/>
        <a:lstStyle/>
        <a:p>
          <a:endParaRPr lang="uk-UA"/>
        </a:p>
      </dgm:t>
    </dgm:pt>
    <dgm:pt modelId="{D687A66A-5629-4EA4-A684-3841DD33FFCF}">
      <dgm:prSet/>
      <dgm:spPr/>
      <dgm:t>
        <a:bodyPr/>
        <a:lstStyle/>
        <a:p>
          <a:r>
            <a:rPr lang="uk-UA" b="0" i="0"/>
            <a:t>утворення Української робітничо-селянської спілки</a:t>
          </a:r>
          <a:endParaRPr lang="uk-UA"/>
        </a:p>
      </dgm:t>
    </dgm:pt>
    <dgm:pt modelId="{B9A839EA-0D82-4B12-A33A-996DCF0028F3}" type="parTrans" cxnId="{65C0E20A-4A45-4044-873E-301F5CF53709}">
      <dgm:prSet/>
      <dgm:spPr/>
      <dgm:t>
        <a:bodyPr/>
        <a:lstStyle/>
        <a:p>
          <a:endParaRPr lang="uk-UA"/>
        </a:p>
      </dgm:t>
    </dgm:pt>
    <dgm:pt modelId="{B5EE9F5A-0914-4B8F-B387-DE9AE41A5056}" type="sibTrans" cxnId="{65C0E20A-4A45-4044-873E-301F5CF53709}">
      <dgm:prSet/>
      <dgm:spPr/>
      <dgm:t>
        <a:bodyPr/>
        <a:lstStyle/>
        <a:p>
          <a:endParaRPr lang="uk-UA"/>
        </a:p>
      </dgm:t>
    </dgm:pt>
    <dgm:pt modelId="{623EAA4D-C9B8-4349-9098-02739F936560}">
      <dgm:prSet/>
      <dgm:spPr/>
      <dgm:t>
        <a:bodyPr/>
        <a:lstStyle/>
        <a:p>
          <a:r>
            <a:rPr lang="uk-UA" b="0" i="0"/>
            <a:t>повстання політичних в’язнів у сталінських концтаборах</a:t>
          </a:r>
          <a:endParaRPr lang="uk-UA"/>
        </a:p>
      </dgm:t>
    </dgm:pt>
    <dgm:pt modelId="{CCAF02CD-34FD-4DFF-9B66-53F25F97D658}" type="parTrans" cxnId="{A1DF4854-AE9C-45AA-AB99-68ED20A79B0F}">
      <dgm:prSet/>
      <dgm:spPr/>
      <dgm:t>
        <a:bodyPr/>
        <a:lstStyle/>
        <a:p>
          <a:endParaRPr lang="uk-UA"/>
        </a:p>
      </dgm:t>
    </dgm:pt>
    <dgm:pt modelId="{7E51C5A8-E2D1-4639-A978-F51C3AF3E59A}" type="sibTrans" cxnId="{A1DF4854-AE9C-45AA-AB99-68ED20A79B0F}">
      <dgm:prSet/>
      <dgm:spPr/>
      <dgm:t>
        <a:bodyPr/>
        <a:lstStyle/>
        <a:p>
          <a:endParaRPr lang="uk-UA"/>
        </a:p>
      </dgm:t>
    </dgm:pt>
    <dgm:pt modelId="{061AF21A-A139-42C2-820D-F95CE918BC6D}" type="pres">
      <dgm:prSet presAssocID="{7B88A1C7-523C-41C6-B04D-7411F8F455E0}" presName="linear" presStyleCnt="0">
        <dgm:presLayoutVars>
          <dgm:animLvl val="lvl"/>
          <dgm:resizeHandles val="exact"/>
        </dgm:presLayoutVars>
      </dgm:prSet>
      <dgm:spPr/>
    </dgm:pt>
    <dgm:pt modelId="{B1EC9009-5159-4211-86B9-F55F195178A0}" type="pres">
      <dgm:prSet presAssocID="{BFC618D2-BE0A-463C-8ECB-27B7E7177C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9BDA497-2C78-4424-AD0C-9DEF820E7B7A}" type="pres">
      <dgm:prSet presAssocID="{23FD388B-AA2C-4BB9-B140-8C785A4C4F3E}" presName="spacer" presStyleCnt="0"/>
      <dgm:spPr/>
    </dgm:pt>
    <dgm:pt modelId="{0302BD9F-01DC-4C6A-823B-2FA522470178}" type="pres">
      <dgm:prSet presAssocID="{DCD1F4B9-806A-4AFD-807A-153234BDF32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BFA3B6D-43A8-4F74-862D-20D8A2B67EAF}" type="pres">
      <dgm:prSet presAssocID="{E1BE48E5-57DB-41FB-B0B7-D18928DC4D6B}" presName="spacer" presStyleCnt="0"/>
      <dgm:spPr/>
    </dgm:pt>
    <dgm:pt modelId="{03306441-B6E1-4505-BFA2-8B8111879661}" type="pres">
      <dgm:prSet presAssocID="{D687A66A-5629-4EA4-A684-3841DD33FFC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2F0302B-F09E-49E6-9A06-AA6AEE8B8E8F}" type="pres">
      <dgm:prSet presAssocID="{B5EE9F5A-0914-4B8F-B387-DE9AE41A5056}" presName="spacer" presStyleCnt="0"/>
      <dgm:spPr/>
    </dgm:pt>
    <dgm:pt modelId="{6CA86E1B-C903-4F05-82AD-4F1813033C61}" type="pres">
      <dgm:prSet presAssocID="{623EAA4D-C9B8-4349-9098-02739F93656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5C0E20A-4A45-4044-873E-301F5CF53709}" srcId="{7B88A1C7-523C-41C6-B04D-7411F8F455E0}" destId="{D687A66A-5629-4EA4-A684-3841DD33FFCF}" srcOrd="2" destOrd="0" parTransId="{B9A839EA-0D82-4B12-A33A-996DCF0028F3}" sibTransId="{B5EE9F5A-0914-4B8F-B387-DE9AE41A5056}"/>
    <dgm:cxn modelId="{55743D11-F658-4928-A55C-EB198330CDBD}" srcId="{7B88A1C7-523C-41C6-B04D-7411F8F455E0}" destId="{DCD1F4B9-806A-4AFD-807A-153234BDF320}" srcOrd="1" destOrd="0" parTransId="{4D735A96-2C7A-4386-8DBC-57C28D0B6917}" sibTransId="{E1BE48E5-57DB-41FB-B0B7-D18928DC4D6B}"/>
    <dgm:cxn modelId="{94E1D024-6BDE-44CC-BC68-567C45517770}" type="presOf" srcId="{D687A66A-5629-4EA4-A684-3841DD33FFCF}" destId="{03306441-B6E1-4505-BFA2-8B8111879661}" srcOrd="0" destOrd="0" presId="urn:microsoft.com/office/officeart/2005/8/layout/vList2"/>
    <dgm:cxn modelId="{13BD924F-6FA5-4ACA-A54F-E57A04CBF3AA}" type="presOf" srcId="{BFC618D2-BE0A-463C-8ECB-27B7E7177C5D}" destId="{B1EC9009-5159-4211-86B9-F55F195178A0}" srcOrd="0" destOrd="0" presId="urn:microsoft.com/office/officeart/2005/8/layout/vList2"/>
    <dgm:cxn modelId="{9B20AC53-65A2-4AB7-8BD9-324778A06294}" srcId="{7B88A1C7-523C-41C6-B04D-7411F8F455E0}" destId="{BFC618D2-BE0A-463C-8ECB-27B7E7177C5D}" srcOrd="0" destOrd="0" parTransId="{30CD2C3D-98A2-43A0-A542-70C3074AFDC5}" sibTransId="{23FD388B-AA2C-4BB9-B140-8C785A4C4F3E}"/>
    <dgm:cxn modelId="{A1DF4854-AE9C-45AA-AB99-68ED20A79B0F}" srcId="{7B88A1C7-523C-41C6-B04D-7411F8F455E0}" destId="{623EAA4D-C9B8-4349-9098-02739F936560}" srcOrd="3" destOrd="0" parTransId="{CCAF02CD-34FD-4DFF-9B66-53F25F97D658}" sibTransId="{7E51C5A8-E2D1-4639-A978-F51C3AF3E59A}"/>
    <dgm:cxn modelId="{981B909D-C9F8-4201-B384-9A3824B72DB0}" type="presOf" srcId="{7B88A1C7-523C-41C6-B04D-7411F8F455E0}" destId="{061AF21A-A139-42C2-820D-F95CE918BC6D}" srcOrd="0" destOrd="0" presId="urn:microsoft.com/office/officeart/2005/8/layout/vList2"/>
    <dgm:cxn modelId="{3E1CCCED-3F58-4384-96F6-10A91A788B78}" type="presOf" srcId="{623EAA4D-C9B8-4349-9098-02739F936560}" destId="{6CA86E1B-C903-4F05-82AD-4F1813033C61}" srcOrd="0" destOrd="0" presId="urn:microsoft.com/office/officeart/2005/8/layout/vList2"/>
    <dgm:cxn modelId="{227B86FA-A129-403B-8BDF-9C59834A65CE}" type="presOf" srcId="{DCD1F4B9-806A-4AFD-807A-153234BDF320}" destId="{0302BD9F-01DC-4C6A-823B-2FA522470178}" srcOrd="0" destOrd="0" presId="urn:microsoft.com/office/officeart/2005/8/layout/vList2"/>
    <dgm:cxn modelId="{34D6C548-4809-4F54-9F8A-161D8132A24E}" type="presParOf" srcId="{061AF21A-A139-42C2-820D-F95CE918BC6D}" destId="{B1EC9009-5159-4211-86B9-F55F195178A0}" srcOrd="0" destOrd="0" presId="urn:microsoft.com/office/officeart/2005/8/layout/vList2"/>
    <dgm:cxn modelId="{787B12A7-1656-457B-9F1E-0F70F0652EE6}" type="presParOf" srcId="{061AF21A-A139-42C2-820D-F95CE918BC6D}" destId="{79BDA497-2C78-4424-AD0C-9DEF820E7B7A}" srcOrd="1" destOrd="0" presId="urn:microsoft.com/office/officeart/2005/8/layout/vList2"/>
    <dgm:cxn modelId="{45B1DB32-8C3A-4756-8F55-10883C04235B}" type="presParOf" srcId="{061AF21A-A139-42C2-820D-F95CE918BC6D}" destId="{0302BD9F-01DC-4C6A-823B-2FA522470178}" srcOrd="2" destOrd="0" presId="urn:microsoft.com/office/officeart/2005/8/layout/vList2"/>
    <dgm:cxn modelId="{7A634937-6D5D-4FF1-8D55-EA55A2CA8299}" type="presParOf" srcId="{061AF21A-A139-42C2-820D-F95CE918BC6D}" destId="{CBFA3B6D-43A8-4F74-862D-20D8A2B67EAF}" srcOrd="3" destOrd="0" presId="urn:microsoft.com/office/officeart/2005/8/layout/vList2"/>
    <dgm:cxn modelId="{44603C15-B92C-42B4-8983-0333BC4D85B4}" type="presParOf" srcId="{061AF21A-A139-42C2-820D-F95CE918BC6D}" destId="{03306441-B6E1-4505-BFA2-8B8111879661}" srcOrd="4" destOrd="0" presId="urn:microsoft.com/office/officeart/2005/8/layout/vList2"/>
    <dgm:cxn modelId="{165F37A0-8107-4552-8A23-0A2BDB96818C}" type="presParOf" srcId="{061AF21A-A139-42C2-820D-F95CE918BC6D}" destId="{62F0302B-F09E-49E6-9A06-AA6AEE8B8E8F}" srcOrd="5" destOrd="0" presId="urn:microsoft.com/office/officeart/2005/8/layout/vList2"/>
    <dgm:cxn modelId="{4D024C65-7AA2-4AD7-BBB5-E13A965C0996}" type="presParOf" srcId="{061AF21A-A139-42C2-820D-F95CE918BC6D}" destId="{6CA86E1B-C903-4F05-82AD-4F1813033C6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61FE66AB-D2EC-450F-A84A-D17E7B27D3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FF9FFE3-CD8A-4CA6-BE3A-ED8E95AA3B7B}">
      <dgm:prSet/>
      <dgm:spPr/>
      <dgm:t>
        <a:bodyPr/>
        <a:lstStyle/>
        <a:p>
          <a:r>
            <a:rPr lang="uk-UA" b="0" i="0"/>
            <a:t>переконати суспільство в необхідності ведення здорового способу життя</a:t>
          </a:r>
          <a:endParaRPr lang="uk-UA"/>
        </a:p>
      </dgm:t>
    </dgm:pt>
    <dgm:pt modelId="{168B1181-C74B-41EA-B09F-74B1A37780E2}" type="parTrans" cxnId="{42D46BA0-D411-4575-ABCF-60F7AB3C6D05}">
      <dgm:prSet/>
      <dgm:spPr/>
      <dgm:t>
        <a:bodyPr/>
        <a:lstStyle/>
        <a:p>
          <a:endParaRPr lang="uk-UA"/>
        </a:p>
      </dgm:t>
    </dgm:pt>
    <dgm:pt modelId="{461DFBDD-8A28-4540-831F-D0C0257BCF8B}" type="sibTrans" cxnId="{42D46BA0-D411-4575-ABCF-60F7AB3C6D05}">
      <dgm:prSet/>
      <dgm:spPr/>
      <dgm:t>
        <a:bodyPr/>
        <a:lstStyle/>
        <a:p>
          <a:endParaRPr lang="uk-UA"/>
        </a:p>
      </dgm:t>
    </dgm:pt>
    <dgm:pt modelId="{0F0CAECD-4D45-4337-BDD4-15C7F5D0DA0F}">
      <dgm:prSet/>
      <dgm:spPr/>
      <dgm:t>
        <a:bodyPr/>
        <a:lstStyle/>
        <a:p>
          <a:r>
            <a:rPr lang="uk-UA" b="0" i="0"/>
            <a:t>пропаганди успіхів однієї з кампаній, здійснених у сільському господарстві</a:t>
          </a:r>
          <a:endParaRPr lang="uk-UA"/>
        </a:p>
      </dgm:t>
    </dgm:pt>
    <dgm:pt modelId="{685EC14A-3342-427B-8B03-0349C251A3A1}" type="parTrans" cxnId="{8922C18D-B86D-40D7-917D-E99E0902189F}">
      <dgm:prSet/>
      <dgm:spPr/>
      <dgm:t>
        <a:bodyPr/>
        <a:lstStyle/>
        <a:p>
          <a:endParaRPr lang="uk-UA"/>
        </a:p>
      </dgm:t>
    </dgm:pt>
    <dgm:pt modelId="{E7906CA9-DF2D-464C-BEC8-5EA7C131E275}" type="sibTrans" cxnId="{8922C18D-B86D-40D7-917D-E99E0902189F}">
      <dgm:prSet/>
      <dgm:spPr/>
      <dgm:t>
        <a:bodyPr/>
        <a:lstStyle/>
        <a:p>
          <a:endParaRPr lang="uk-UA"/>
        </a:p>
      </dgm:t>
    </dgm:pt>
    <dgm:pt modelId="{4D46239E-4B62-4F75-BC65-482248CB77C2}">
      <dgm:prSet/>
      <dgm:spPr/>
      <dgm:t>
        <a:bodyPr/>
        <a:lstStyle/>
        <a:p>
          <a:r>
            <a:rPr lang="uk-UA" b="0" i="0"/>
            <a:t>мобілізувати колгоспників на здійснення відбудови народного господарства</a:t>
          </a:r>
          <a:endParaRPr lang="uk-UA"/>
        </a:p>
      </dgm:t>
    </dgm:pt>
    <dgm:pt modelId="{3FF9F591-9055-4536-B981-E43759682843}" type="parTrans" cxnId="{E8BE7B01-D8D0-45C2-A0D4-E2EA40ED6AB4}">
      <dgm:prSet/>
      <dgm:spPr/>
      <dgm:t>
        <a:bodyPr/>
        <a:lstStyle/>
        <a:p>
          <a:endParaRPr lang="uk-UA"/>
        </a:p>
      </dgm:t>
    </dgm:pt>
    <dgm:pt modelId="{9A435DC0-1F86-452D-9707-0733F4A6B858}" type="sibTrans" cxnId="{E8BE7B01-D8D0-45C2-A0D4-E2EA40ED6AB4}">
      <dgm:prSet/>
      <dgm:spPr/>
      <dgm:t>
        <a:bodyPr/>
        <a:lstStyle/>
        <a:p>
          <a:endParaRPr lang="uk-UA"/>
        </a:p>
      </dgm:t>
    </dgm:pt>
    <dgm:pt modelId="{3A80AED1-2468-4488-ABF1-58E1DFB93ED4}">
      <dgm:prSet/>
      <dgm:spPr/>
      <dgm:t>
        <a:bodyPr/>
        <a:lstStyle/>
        <a:p>
          <a:r>
            <a:rPr lang="uk-UA" b="1" i="0"/>
            <a:t>Г</a:t>
          </a:r>
          <a:r>
            <a:rPr lang="uk-UA" b="0" i="0"/>
            <a:t>продемонструвати молоді престижність та почесність праці жінок-колгоспниць</a:t>
          </a:r>
          <a:endParaRPr lang="uk-UA"/>
        </a:p>
      </dgm:t>
    </dgm:pt>
    <dgm:pt modelId="{C6CE244B-D2EE-41D5-A9FE-AB14B51D2828}" type="parTrans" cxnId="{B148E684-C387-440C-892A-24E21271E4C5}">
      <dgm:prSet/>
      <dgm:spPr/>
      <dgm:t>
        <a:bodyPr/>
        <a:lstStyle/>
        <a:p>
          <a:endParaRPr lang="uk-UA"/>
        </a:p>
      </dgm:t>
    </dgm:pt>
    <dgm:pt modelId="{520D654E-08D1-497D-BE4E-CA6F3FD1FFFE}" type="sibTrans" cxnId="{B148E684-C387-440C-892A-24E21271E4C5}">
      <dgm:prSet/>
      <dgm:spPr/>
      <dgm:t>
        <a:bodyPr/>
        <a:lstStyle/>
        <a:p>
          <a:endParaRPr lang="uk-UA"/>
        </a:p>
      </dgm:t>
    </dgm:pt>
    <dgm:pt modelId="{830A077B-678F-4B9E-8DED-6CB9CC98B417}" type="pres">
      <dgm:prSet presAssocID="{61FE66AB-D2EC-450F-A84A-D17E7B27D3AD}" presName="linear" presStyleCnt="0">
        <dgm:presLayoutVars>
          <dgm:animLvl val="lvl"/>
          <dgm:resizeHandles val="exact"/>
        </dgm:presLayoutVars>
      </dgm:prSet>
      <dgm:spPr/>
    </dgm:pt>
    <dgm:pt modelId="{C17C58B1-B9CD-40FA-AC36-7C8BFB1A05F3}" type="pres">
      <dgm:prSet presAssocID="{2FF9FFE3-CD8A-4CA6-BE3A-ED8E95AA3B7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1DCFFD7-78C4-48E3-B70D-B80006674C68}" type="pres">
      <dgm:prSet presAssocID="{461DFBDD-8A28-4540-831F-D0C0257BCF8B}" presName="spacer" presStyleCnt="0"/>
      <dgm:spPr/>
    </dgm:pt>
    <dgm:pt modelId="{B6AC0435-CD81-4858-96E3-A75A6F987584}" type="pres">
      <dgm:prSet presAssocID="{0F0CAECD-4D45-4337-BDD4-15C7F5D0DA0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547A839-FDFD-44C5-9AEC-580A050FE735}" type="pres">
      <dgm:prSet presAssocID="{E7906CA9-DF2D-464C-BEC8-5EA7C131E275}" presName="spacer" presStyleCnt="0"/>
      <dgm:spPr/>
    </dgm:pt>
    <dgm:pt modelId="{797DE3DE-DAEE-46C5-AC3D-2BABBDCAD0B0}" type="pres">
      <dgm:prSet presAssocID="{4D46239E-4B62-4F75-BC65-482248CB77C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E5C90BD-3E5E-406E-97F2-F55D89091920}" type="pres">
      <dgm:prSet presAssocID="{9A435DC0-1F86-452D-9707-0733F4A6B858}" presName="spacer" presStyleCnt="0"/>
      <dgm:spPr/>
    </dgm:pt>
    <dgm:pt modelId="{A33C0F51-F078-4AC4-BEF4-D131478BD668}" type="pres">
      <dgm:prSet presAssocID="{3A80AED1-2468-4488-ABF1-58E1DFB93ED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8BE7B01-D8D0-45C2-A0D4-E2EA40ED6AB4}" srcId="{61FE66AB-D2EC-450F-A84A-D17E7B27D3AD}" destId="{4D46239E-4B62-4F75-BC65-482248CB77C2}" srcOrd="2" destOrd="0" parTransId="{3FF9F591-9055-4536-B981-E43759682843}" sibTransId="{9A435DC0-1F86-452D-9707-0733F4A6B858}"/>
    <dgm:cxn modelId="{E36FE76E-6848-4E6D-B46F-2D8ABA9ECC5D}" type="presOf" srcId="{61FE66AB-D2EC-450F-A84A-D17E7B27D3AD}" destId="{830A077B-678F-4B9E-8DED-6CB9CC98B417}" srcOrd="0" destOrd="0" presId="urn:microsoft.com/office/officeart/2005/8/layout/vList2"/>
    <dgm:cxn modelId="{8BE93059-FC34-4961-ABFB-92490B5D92B6}" type="presOf" srcId="{4D46239E-4B62-4F75-BC65-482248CB77C2}" destId="{797DE3DE-DAEE-46C5-AC3D-2BABBDCAD0B0}" srcOrd="0" destOrd="0" presId="urn:microsoft.com/office/officeart/2005/8/layout/vList2"/>
    <dgm:cxn modelId="{B148E684-C387-440C-892A-24E21271E4C5}" srcId="{61FE66AB-D2EC-450F-A84A-D17E7B27D3AD}" destId="{3A80AED1-2468-4488-ABF1-58E1DFB93ED4}" srcOrd="3" destOrd="0" parTransId="{C6CE244B-D2EE-41D5-A9FE-AB14B51D2828}" sibTransId="{520D654E-08D1-497D-BE4E-CA6F3FD1FFFE}"/>
    <dgm:cxn modelId="{8922C18D-B86D-40D7-917D-E99E0902189F}" srcId="{61FE66AB-D2EC-450F-A84A-D17E7B27D3AD}" destId="{0F0CAECD-4D45-4337-BDD4-15C7F5D0DA0F}" srcOrd="1" destOrd="0" parTransId="{685EC14A-3342-427B-8B03-0349C251A3A1}" sibTransId="{E7906CA9-DF2D-464C-BEC8-5EA7C131E275}"/>
    <dgm:cxn modelId="{42D46BA0-D411-4575-ABCF-60F7AB3C6D05}" srcId="{61FE66AB-D2EC-450F-A84A-D17E7B27D3AD}" destId="{2FF9FFE3-CD8A-4CA6-BE3A-ED8E95AA3B7B}" srcOrd="0" destOrd="0" parTransId="{168B1181-C74B-41EA-B09F-74B1A37780E2}" sibTransId="{461DFBDD-8A28-4540-831F-D0C0257BCF8B}"/>
    <dgm:cxn modelId="{893341A9-D535-4A9B-8D24-9893B7F672D8}" type="presOf" srcId="{2FF9FFE3-CD8A-4CA6-BE3A-ED8E95AA3B7B}" destId="{C17C58B1-B9CD-40FA-AC36-7C8BFB1A05F3}" srcOrd="0" destOrd="0" presId="urn:microsoft.com/office/officeart/2005/8/layout/vList2"/>
    <dgm:cxn modelId="{47AF8DB9-091C-40E4-807A-7B698A603ADB}" type="presOf" srcId="{3A80AED1-2468-4488-ABF1-58E1DFB93ED4}" destId="{A33C0F51-F078-4AC4-BEF4-D131478BD668}" srcOrd="0" destOrd="0" presId="urn:microsoft.com/office/officeart/2005/8/layout/vList2"/>
    <dgm:cxn modelId="{AAF21BF1-86D5-4AB6-A5A3-B05D1B5B5858}" type="presOf" srcId="{0F0CAECD-4D45-4337-BDD4-15C7F5D0DA0F}" destId="{B6AC0435-CD81-4858-96E3-A75A6F987584}" srcOrd="0" destOrd="0" presId="urn:microsoft.com/office/officeart/2005/8/layout/vList2"/>
    <dgm:cxn modelId="{43A42460-5225-47D6-B6F6-2A552C6AFA3B}" type="presParOf" srcId="{830A077B-678F-4B9E-8DED-6CB9CC98B417}" destId="{C17C58B1-B9CD-40FA-AC36-7C8BFB1A05F3}" srcOrd="0" destOrd="0" presId="urn:microsoft.com/office/officeart/2005/8/layout/vList2"/>
    <dgm:cxn modelId="{8585EC66-BAB9-4205-9D80-11911E4A0009}" type="presParOf" srcId="{830A077B-678F-4B9E-8DED-6CB9CC98B417}" destId="{01DCFFD7-78C4-48E3-B70D-B80006674C68}" srcOrd="1" destOrd="0" presId="urn:microsoft.com/office/officeart/2005/8/layout/vList2"/>
    <dgm:cxn modelId="{10D0935B-7F14-4E1D-B69B-B32FBD580504}" type="presParOf" srcId="{830A077B-678F-4B9E-8DED-6CB9CC98B417}" destId="{B6AC0435-CD81-4858-96E3-A75A6F987584}" srcOrd="2" destOrd="0" presId="urn:microsoft.com/office/officeart/2005/8/layout/vList2"/>
    <dgm:cxn modelId="{271BEA20-A7CB-47D1-AFF0-B31DBCD9552B}" type="presParOf" srcId="{830A077B-678F-4B9E-8DED-6CB9CC98B417}" destId="{3547A839-FDFD-44C5-9AEC-580A050FE735}" srcOrd="3" destOrd="0" presId="urn:microsoft.com/office/officeart/2005/8/layout/vList2"/>
    <dgm:cxn modelId="{ABDAE943-732C-45FB-868C-88EC78DE4385}" type="presParOf" srcId="{830A077B-678F-4B9E-8DED-6CB9CC98B417}" destId="{797DE3DE-DAEE-46C5-AC3D-2BABBDCAD0B0}" srcOrd="4" destOrd="0" presId="urn:microsoft.com/office/officeart/2005/8/layout/vList2"/>
    <dgm:cxn modelId="{5105B372-08B1-4499-9186-1A8BB0745DD5}" type="presParOf" srcId="{830A077B-678F-4B9E-8DED-6CB9CC98B417}" destId="{AE5C90BD-3E5E-406E-97F2-F55D89091920}" srcOrd="5" destOrd="0" presId="urn:microsoft.com/office/officeart/2005/8/layout/vList2"/>
    <dgm:cxn modelId="{B3EE91A5-DC55-4EAA-8DFC-DAF07B4C44D9}" type="presParOf" srcId="{830A077B-678F-4B9E-8DED-6CB9CC98B417}" destId="{A33C0F51-F078-4AC4-BEF4-D131478BD66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504C03DC-C5D3-4879-B774-BA2DC89CE4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5001EF4-E891-4F62-866A-E62C4D917986}">
      <dgm:prSet/>
      <dgm:spPr/>
      <dgm:t>
        <a:bodyPr/>
        <a:lstStyle/>
        <a:p>
          <a:r>
            <a:rPr lang="uk-UA" b="0" i="0"/>
            <a:t>своєння цілинних земель</a:t>
          </a:r>
          <a:endParaRPr lang="uk-UA"/>
        </a:p>
      </dgm:t>
    </dgm:pt>
    <dgm:pt modelId="{315F184E-D703-49CE-87D3-F6AC9397B915}" type="parTrans" cxnId="{06900867-F34E-4FCE-B34A-57B07042CDEC}">
      <dgm:prSet/>
      <dgm:spPr/>
      <dgm:t>
        <a:bodyPr/>
        <a:lstStyle/>
        <a:p>
          <a:endParaRPr lang="uk-UA"/>
        </a:p>
      </dgm:t>
    </dgm:pt>
    <dgm:pt modelId="{49479A80-8953-4B7C-A47A-5C0189C68AA4}" type="sibTrans" cxnId="{06900867-F34E-4FCE-B34A-57B07042CDEC}">
      <dgm:prSet/>
      <dgm:spPr/>
      <dgm:t>
        <a:bodyPr/>
        <a:lstStyle/>
        <a:p>
          <a:endParaRPr lang="uk-UA"/>
        </a:p>
      </dgm:t>
    </dgm:pt>
    <dgm:pt modelId="{043916F4-BD69-4B97-9457-71CB3F472B29}">
      <dgm:prSet/>
      <dgm:spPr/>
      <dgm:t>
        <a:bodyPr/>
        <a:lstStyle/>
        <a:p>
          <a:r>
            <a:rPr lang="uk-UA" b="0" i="0"/>
            <a:t>ліквідація колгоспної системи</a:t>
          </a:r>
          <a:endParaRPr lang="uk-UA"/>
        </a:p>
      </dgm:t>
    </dgm:pt>
    <dgm:pt modelId="{70EACC6C-B398-46A6-AFFA-E384452C6B4A}" type="parTrans" cxnId="{EE9F5B81-B1BB-4B23-B2D7-3BCBEA4087AF}">
      <dgm:prSet/>
      <dgm:spPr/>
      <dgm:t>
        <a:bodyPr/>
        <a:lstStyle/>
        <a:p>
          <a:endParaRPr lang="uk-UA"/>
        </a:p>
      </dgm:t>
    </dgm:pt>
    <dgm:pt modelId="{2B1744C5-828D-428F-9AE8-25D36F1996DF}" type="sibTrans" cxnId="{EE9F5B81-B1BB-4B23-B2D7-3BCBEA4087AF}">
      <dgm:prSet/>
      <dgm:spPr/>
      <dgm:t>
        <a:bodyPr/>
        <a:lstStyle/>
        <a:p>
          <a:endParaRPr lang="uk-UA"/>
        </a:p>
      </dgm:t>
    </dgm:pt>
    <dgm:pt modelId="{2CF5593C-FF80-440E-AB40-53CDA1C2EFFF}">
      <dgm:prSet/>
      <dgm:spPr/>
      <dgm:t>
        <a:bodyPr/>
        <a:lstStyle/>
        <a:p>
          <a:r>
            <a:rPr lang="uk-UA" b="0" i="0"/>
            <a:t>розширення посівів кукурудзи</a:t>
          </a:r>
          <a:endParaRPr lang="uk-UA"/>
        </a:p>
      </dgm:t>
    </dgm:pt>
    <dgm:pt modelId="{959BB760-660D-4613-8986-4ABCA4817610}" type="parTrans" cxnId="{122322A5-5995-4135-98BC-9CD9C6E8CF8E}">
      <dgm:prSet/>
      <dgm:spPr/>
      <dgm:t>
        <a:bodyPr/>
        <a:lstStyle/>
        <a:p>
          <a:endParaRPr lang="uk-UA"/>
        </a:p>
      </dgm:t>
    </dgm:pt>
    <dgm:pt modelId="{8B31FC90-E83A-43F0-AA43-07F17E05AAC8}" type="sibTrans" cxnId="{122322A5-5995-4135-98BC-9CD9C6E8CF8E}">
      <dgm:prSet/>
      <dgm:spPr/>
      <dgm:t>
        <a:bodyPr/>
        <a:lstStyle/>
        <a:p>
          <a:endParaRPr lang="uk-UA"/>
        </a:p>
      </dgm:t>
    </dgm:pt>
    <dgm:pt modelId="{3465305E-B418-466F-8D77-7E3988D98E8A}">
      <dgm:prSet/>
      <dgm:spPr/>
      <dgm:t>
        <a:bodyPr/>
        <a:lstStyle/>
        <a:p>
          <a:r>
            <a:rPr lang="uk-UA" b="0" i="0"/>
            <a:t>поширення фермерських господарств</a:t>
          </a:r>
          <a:endParaRPr lang="uk-UA"/>
        </a:p>
      </dgm:t>
    </dgm:pt>
    <dgm:pt modelId="{E6D86BA9-3352-4621-BD43-BB15EBCB2807}" type="parTrans" cxnId="{73EA40A7-9BF6-4F8D-8E9A-F231CF44AD1B}">
      <dgm:prSet/>
      <dgm:spPr/>
      <dgm:t>
        <a:bodyPr/>
        <a:lstStyle/>
        <a:p>
          <a:endParaRPr lang="uk-UA"/>
        </a:p>
      </dgm:t>
    </dgm:pt>
    <dgm:pt modelId="{3862332A-A138-4ACC-A3B4-6FC290CAC04E}" type="sibTrans" cxnId="{73EA40A7-9BF6-4F8D-8E9A-F231CF44AD1B}">
      <dgm:prSet/>
      <dgm:spPr/>
      <dgm:t>
        <a:bodyPr/>
        <a:lstStyle/>
        <a:p>
          <a:endParaRPr lang="uk-UA"/>
        </a:p>
      </dgm:t>
    </dgm:pt>
    <dgm:pt modelId="{FA980703-EFEF-4011-80E4-C0ABD62F5212}" type="pres">
      <dgm:prSet presAssocID="{504C03DC-C5D3-4879-B774-BA2DC89CE44C}" presName="linear" presStyleCnt="0">
        <dgm:presLayoutVars>
          <dgm:animLvl val="lvl"/>
          <dgm:resizeHandles val="exact"/>
        </dgm:presLayoutVars>
      </dgm:prSet>
      <dgm:spPr/>
    </dgm:pt>
    <dgm:pt modelId="{9A2A43D9-890B-4C17-A935-7F191362FE98}" type="pres">
      <dgm:prSet presAssocID="{45001EF4-E891-4F62-866A-E62C4D9179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E6904D4-34B9-4D67-93FA-909383A7DA61}" type="pres">
      <dgm:prSet presAssocID="{49479A80-8953-4B7C-A47A-5C0189C68AA4}" presName="spacer" presStyleCnt="0"/>
      <dgm:spPr/>
    </dgm:pt>
    <dgm:pt modelId="{6A32BB23-4292-41BB-91CF-080919208101}" type="pres">
      <dgm:prSet presAssocID="{043916F4-BD69-4B97-9457-71CB3F472B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B7CA5C5-1736-4DED-9879-3EA3688BF781}" type="pres">
      <dgm:prSet presAssocID="{2B1744C5-828D-428F-9AE8-25D36F1996DF}" presName="spacer" presStyleCnt="0"/>
      <dgm:spPr/>
    </dgm:pt>
    <dgm:pt modelId="{55A49783-1CEA-44E1-996C-F88C2DEF9FAE}" type="pres">
      <dgm:prSet presAssocID="{2CF5593C-FF80-440E-AB40-53CDA1C2EFF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537F96-D0C4-4C3A-A422-38AF121D6849}" type="pres">
      <dgm:prSet presAssocID="{8B31FC90-E83A-43F0-AA43-07F17E05AAC8}" presName="spacer" presStyleCnt="0"/>
      <dgm:spPr/>
    </dgm:pt>
    <dgm:pt modelId="{CFA3C6A3-95CD-4E23-8FC0-62FEF1319382}" type="pres">
      <dgm:prSet presAssocID="{3465305E-B418-466F-8D77-7E3988D98E8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901E02F-7806-455E-B246-066DCF89E441}" type="presOf" srcId="{45001EF4-E891-4F62-866A-E62C4D917986}" destId="{9A2A43D9-890B-4C17-A935-7F191362FE98}" srcOrd="0" destOrd="0" presId="urn:microsoft.com/office/officeart/2005/8/layout/vList2"/>
    <dgm:cxn modelId="{8E5C7839-58B2-4F42-A9B9-391B9A879A89}" type="presOf" srcId="{504C03DC-C5D3-4879-B774-BA2DC89CE44C}" destId="{FA980703-EFEF-4011-80E4-C0ABD62F5212}" srcOrd="0" destOrd="0" presId="urn:microsoft.com/office/officeart/2005/8/layout/vList2"/>
    <dgm:cxn modelId="{06900867-F34E-4FCE-B34A-57B07042CDEC}" srcId="{504C03DC-C5D3-4879-B774-BA2DC89CE44C}" destId="{45001EF4-E891-4F62-866A-E62C4D917986}" srcOrd="0" destOrd="0" parTransId="{315F184E-D703-49CE-87D3-F6AC9397B915}" sibTransId="{49479A80-8953-4B7C-A47A-5C0189C68AA4}"/>
    <dgm:cxn modelId="{EE9F5B81-B1BB-4B23-B2D7-3BCBEA4087AF}" srcId="{504C03DC-C5D3-4879-B774-BA2DC89CE44C}" destId="{043916F4-BD69-4B97-9457-71CB3F472B29}" srcOrd="1" destOrd="0" parTransId="{70EACC6C-B398-46A6-AFFA-E384452C6B4A}" sibTransId="{2B1744C5-828D-428F-9AE8-25D36F1996DF}"/>
    <dgm:cxn modelId="{122322A5-5995-4135-98BC-9CD9C6E8CF8E}" srcId="{504C03DC-C5D3-4879-B774-BA2DC89CE44C}" destId="{2CF5593C-FF80-440E-AB40-53CDA1C2EFFF}" srcOrd="2" destOrd="0" parTransId="{959BB760-660D-4613-8986-4ABCA4817610}" sibTransId="{8B31FC90-E83A-43F0-AA43-07F17E05AAC8}"/>
    <dgm:cxn modelId="{73EA40A7-9BF6-4F8D-8E9A-F231CF44AD1B}" srcId="{504C03DC-C5D3-4879-B774-BA2DC89CE44C}" destId="{3465305E-B418-466F-8D77-7E3988D98E8A}" srcOrd="3" destOrd="0" parTransId="{E6D86BA9-3352-4621-BD43-BB15EBCB2807}" sibTransId="{3862332A-A138-4ACC-A3B4-6FC290CAC04E}"/>
    <dgm:cxn modelId="{B74EDDB1-A756-49E6-AACC-F2276EB00D53}" type="presOf" srcId="{3465305E-B418-466F-8D77-7E3988D98E8A}" destId="{CFA3C6A3-95CD-4E23-8FC0-62FEF1319382}" srcOrd="0" destOrd="0" presId="urn:microsoft.com/office/officeart/2005/8/layout/vList2"/>
    <dgm:cxn modelId="{E11B5FBB-F879-4366-A1F3-3F79B69E69C7}" type="presOf" srcId="{043916F4-BD69-4B97-9457-71CB3F472B29}" destId="{6A32BB23-4292-41BB-91CF-080919208101}" srcOrd="0" destOrd="0" presId="urn:microsoft.com/office/officeart/2005/8/layout/vList2"/>
    <dgm:cxn modelId="{207D15F7-C526-44B3-8490-E66747B82244}" type="presOf" srcId="{2CF5593C-FF80-440E-AB40-53CDA1C2EFFF}" destId="{55A49783-1CEA-44E1-996C-F88C2DEF9FAE}" srcOrd="0" destOrd="0" presId="urn:microsoft.com/office/officeart/2005/8/layout/vList2"/>
    <dgm:cxn modelId="{6D35ADEF-2390-4EFE-AD9C-33E7DFC6C3D0}" type="presParOf" srcId="{FA980703-EFEF-4011-80E4-C0ABD62F5212}" destId="{9A2A43D9-890B-4C17-A935-7F191362FE98}" srcOrd="0" destOrd="0" presId="urn:microsoft.com/office/officeart/2005/8/layout/vList2"/>
    <dgm:cxn modelId="{C3E974AF-0207-4A62-AB11-391FA963A0AC}" type="presParOf" srcId="{FA980703-EFEF-4011-80E4-C0ABD62F5212}" destId="{4E6904D4-34B9-4D67-93FA-909383A7DA61}" srcOrd="1" destOrd="0" presId="urn:microsoft.com/office/officeart/2005/8/layout/vList2"/>
    <dgm:cxn modelId="{89372A62-2E86-4CC2-A5DC-54E2C39F0CE4}" type="presParOf" srcId="{FA980703-EFEF-4011-80E4-C0ABD62F5212}" destId="{6A32BB23-4292-41BB-91CF-080919208101}" srcOrd="2" destOrd="0" presId="urn:microsoft.com/office/officeart/2005/8/layout/vList2"/>
    <dgm:cxn modelId="{0A6D2E99-9D05-48A4-9423-C159C90AE0D6}" type="presParOf" srcId="{FA980703-EFEF-4011-80E4-C0ABD62F5212}" destId="{DB7CA5C5-1736-4DED-9879-3EA3688BF781}" srcOrd="3" destOrd="0" presId="urn:microsoft.com/office/officeart/2005/8/layout/vList2"/>
    <dgm:cxn modelId="{7BEDFE90-4EB3-40F6-99CB-25F21B2C90B2}" type="presParOf" srcId="{FA980703-EFEF-4011-80E4-C0ABD62F5212}" destId="{55A49783-1CEA-44E1-996C-F88C2DEF9FAE}" srcOrd="4" destOrd="0" presId="urn:microsoft.com/office/officeart/2005/8/layout/vList2"/>
    <dgm:cxn modelId="{B6FEDFD9-C083-4807-BBED-17B00CB0E86B}" type="presParOf" srcId="{FA980703-EFEF-4011-80E4-C0ABD62F5212}" destId="{7C537F96-D0C4-4C3A-A422-38AF121D6849}" srcOrd="5" destOrd="0" presId="urn:microsoft.com/office/officeart/2005/8/layout/vList2"/>
    <dgm:cxn modelId="{CB3D5A91-8508-4981-A4B1-9A094F66C91F}" type="presParOf" srcId="{FA980703-EFEF-4011-80E4-C0ABD62F5212}" destId="{CFA3C6A3-95CD-4E23-8FC0-62FEF131938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930826F7-69FD-4D33-B0B6-55C0C0C96EB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96D55B9-4740-4862-AC51-96149AE73714}">
      <dgm:prSet/>
      <dgm:spPr/>
      <dgm:t>
        <a:bodyPr/>
        <a:lstStyle/>
        <a:p>
          <a:r>
            <a:rPr lang="uk-UA" b="0" i="0"/>
            <a:t>створення машинно-тракторних станцій</a:t>
          </a:r>
          <a:endParaRPr lang="uk-UA"/>
        </a:p>
      </dgm:t>
    </dgm:pt>
    <dgm:pt modelId="{37DE22D6-686F-4338-A774-FAFA2F611595}" type="parTrans" cxnId="{3D80F298-9D54-4478-A138-B3A4A8237F5F}">
      <dgm:prSet/>
      <dgm:spPr/>
      <dgm:t>
        <a:bodyPr/>
        <a:lstStyle/>
        <a:p>
          <a:endParaRPr lang="uk-UA"/>
        </a:p>
      </dgm:t>
    </dgm:pt>
    <dgm:pt modelId="{5196AF51-4CF4-4D32-9AF1-740B9573FC25}" type="sibTrans" cxnId="{3D80F298-9D54-4478-A138-B3A4A8237F5F}">
      <dgm:prSet/>
      <dgm:spPr/>
      <dgm:t>
        <a:bodyPr/>
        <a:lstStyle/>
        <a:p>
          <a:endParaRPr lang="uk-UA"/>
        </a:p>
      </dgm:t>
    </dgm:pt>
    <dgm:pt modelId="{779EBEF7-C007-4B01-AEB0-C985E64171EE}">
      <dgm:prSet/>
      <dgm:spPr/>
      <dgm:t>
        <a:bodyPr/>
        <a:lstStyle/>
        <a:p>
          <a:r>
            <a:rPr lang="uk-UA" b="0" i="0"/>
            <a:t>упровадження «Продовольчої програми»</a:t>
          </a:r>
          <a:endParaRPr lang="uk-UA"/>
        </a:p>
      </dgm:t>
    </dgm:pt>
    <dgm:pt modelId="{C4A7175F-C9DE-46E5-8081-3C7211DDCE74}" type="parTrans" cxnId="{22288524-9FE9-4CE7-B0B7-27350D27F355}">
      <dgm:prSet/>
      <dgm:spPr/>
      <dgm:t>
        <a:bodyPr/>
        <a:lstStyle/>
        <a:p>
          <a:endParaRPr lang="uk-UA"/>
        </a:p>
      </dgm:t>
    </dgm:pt>
    <dgm:pt modelId="{DAA40DA2-24C7-407D-A7C3-D59E5AD59ACC}" type="sibTrans" cxnId="{22288524-9FE9-4CE7-B0B7-27350D27F355}">
      <dgm:prSet/>
      <dgm:spPr/>
      <dgm:t>
        <a:bodyPr/>
        <a:lstStyle/>
        <a:p>
          <a:endParaRPr lang="uk-UA"/>
        </a:p>
      </dgm:t>
    </dgm:pt>
    <dgm:pt modelId="{8A42AC3F-AA3A-4B5B-8CB0-1E7BE57E3FB2}">
      <dgm:prSet/>
      <dgm:spPr/>
      <dgm:t>
        <a:bodyPr/>
        <a:lstStyle/>
        <a:p>
          <a:r>
            <a:rPr lang="uk-UA" b="0" i="0"/>
            <a:t>реалізація заходів з випередження США у виробництві м’яса й молока на душу населення</a:t>
          </a:r>
          <a:endParaRPr lang="uk-UA"/>
        </a:p>
      </dgm:t>
    </dgm:pt>
    <dgm:pt modelId="{1758CF16-D72A-4F85-9A1B-26DFC4162D23}" type="parTrans" cxnId="{D67D854D-E453-44F9-9A00-2E2A5EB18711}">
      <dgm:prSet/>
      <dgm:spPr/>
      <dgm:t>
        <a:bodyPr/>
        <a:lstStyle/>
        <a:p>
          <a:endParaRPr lang="uk-UA"/>
        </a:p>
      </dgm:t>
    </dgm:pt>
    <dgm:pt modelId="{813B249D-88C4-4385-A6A7-E225C2BD5C5E}" type="sibTrans" cxnId="{D67D854D-E453-44F9-9A00-2E2A5EB18711}">
      <dgm:prSet/>
      <dgm:spPr/>
      <dgm:t>
        <a:bodyPr/>
        <a:lstStyle/>
        <a:p>
          <a:endParaRPr lang="uk-UA"/>
        </a:p>
      </dgm:t>
    </dgm:pt>
    <dgm:pt modelId="{2E3B19E1-5FB1-485A-9839-161816F704C8}" type="pres">
      <dgm:prSet presAssocID="{930826F7-69FD-4D33-B0B6-55C0C0C96EBB}" presName="linear" presStyleCnt="0">
        <dgm:presLayoutVars>
          <dgm:animLvl val="lvl"/>
          <dgm:resizeHandles val="exact"/>
        </dgm:presLayoutVars>
      </dgm:prSet>
      <dgm:spPr/>
    </dgm:pt>
    <dgm:pt modelId="{4583CBE8-68AF-42D2-87BB-51062F9C79EE}" type="pres">
      <dgm:prSet presAssocID="{496D55B9-4740-4862-AC51-96149AE7371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A099D3B-FE68-4383-BCE3-08C9D622C481}" type="pres">
      <dgm:prSet presAssocID="{5196AF51-4CF4-4D32-9AF1-740B9573FC25}" presName="spacer" presStyleCnt="0"/>
      <dgm:spPr/>
    </dgm:pt>
    <dgm:pt modelId="{D029004B-8023-4AFF-8B78-DE2BE1449643}" type="pres">
      <dgm:prSet presAssocID="{779EBEF7-C007-4B01-AEB0-C985E64171E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E17F4EB-838E-4A51-BDC0-57F0C0C40173}" type="pres">
      <dgm:prSet presAssocID="{DAA40DA2-24C7-407D-A7C3-D59E5AD59ACC}" presName="spacer" presStyleCnt="0"/>
      <dgm:spPr/>
    </dgm:pt>
    <dgm:pt modelId="{FA3105C2-A9F8-4A74-938C-F46244A57120}" type="pres">
      <dgm:prSet presAssocID="{8A42AC3F-AA3A-4B5B-8CB0-1E7BE57E3FB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61B0E04-542B-4E0D-9D9F-C721F36945BF}" type="presOf" srcId="{930826F7-69FD-4D33-B0B6-55C0C0C96EBB}" destId="{2E3B19E1-5FB1-485A-9839-161816F704C8}" srcOrd="0" destOrd="0" presId="urn:microsoft.com/office/officeart/2005/8/layout/vList2"/>
    <dgm:cxn modelId="{22288524-9FE9-4CE7-B0B7-27350D27F355}" srcId="{930826F7-69FD-4D33-B0B6-55C0C0C96EBB}" destId="{779EBEF7-C007-4B01-AEB0-C985E64171EE}" srcOrd="1" destOrd="0" parTransId="{C4A7175F-C9DE-46E5-8081-3C7211DDCE74}" sibTransId="{DAA40DA2-24C7-407D-A7C3-D59E5AD59ACC}"/>
    <dgm:cxn modelId="{C34EF027-1ED7-4457-8488-37003212DCF2}" type="presOf" srcId="{779EBEF7-C007-4B01-AEB0-C985E64171EE}" destId="{D029004B-8023-4AFF-8B78-DE2BE1449643}" srcOrd="0" destOrd="0" presId="urn:microsoft.com/office/officeart/2005/8/layout/vList2"/>
    <dgm:cxn modelId="{D67D854D-E453-44F9-9A00-2E2A5EB18711}" srcId="{930826F7-69FD-4D33-B0B6-55C0C0C96EBB}" destId="{8A42AC3F-AA3A-4B5B-8CB0-1E7BE57E3FB2}" srcOrd="2" destOrd="0" parTransId="{1758CF16-D72A-4F85-9A1B-26DFC4162D23}" sibTransId="{813B249D-88C4-4385-A6A7-E225C2BD5C5E}"/>
    <dgm:cxn modelId="{3D80F298-9D54-4478-A138-B3A4A8237F5F}" srcId="{930826F7-69FD-4D33-B0B6-55C0C0C96EBB}" destId="{496D55B9-4740-4862-AC51-96149AE73714}" srcOrd="0" destOrd="0" parTransId="{37DE22D6-686F-4338-A774-FAFA2F611595}" sibTransId="{5196AF51-4CF4-4D32-9AF1-740B9573FC25}"/>
    <dgm:cxn modelId="{2DF337E4-3FE0-4729-9B6E-F4BE142A7AE9}" type="presOf" srcId="{8A42AC3F-AA3A-4B5B-8CB0-1E7BE57E3FB2}" destId="{FA3105C2-A9F8-4A74-938C-F46244A57120}" srcOrd="0" destOrd="0" presId="urn:microsoft.com/office/officeart/2005/8/layout/vList2"/>
    <dgm:cxn modelId="{37124FE6-F63B-43DC-8B5D-A9E30F2DEF0A}" type="presOf" srcId="{496D55B9-4740-4862-AC51-96149AE73714}" destId="{4583CBE8-68AF-42D2-87BB-51062F9C79EE}" srcOrd="0" destOrd="0" presId="urn:microsoft.com/office/officeart/2005/8/layout/vList2"/>
    <dgm:cxn modelId="{8AA5F800-C7EB-4429-AB9E-3154E2F2A685}" type="presParOf" srcId="{2E3B19E1-5FB1-485A-9839-161816F704C8}" destId="{4583CBE8-68AF-42D2-87BB-51062F9C79EE}" srcOrd="0" destOrd="0" presId="urn:microsoft.com/office/officeart/2005/8/layout/vList2"/>
    <dgm:cxn modelId="{CC105C7C-4E0E-4D5E-A3C9-9AD3CC4B9821}" type="presParOf" srcId="{2E3B19E1-5FB1-485A-9839-161816F704C8}" destId="{EA099D3B-FE68-4383-BCE3-08C9D622C481}" srcOrd="1" destOrd="0" presId="urn:microsoft.com/office/officeart/2005/8/layout/vList2"/>
    <dgm:cxn modelId="{BB2EE3EE-0921-4DDC-9726-DBDA57443965}" type="presParOf" srcId="{2E3B19E1-5FB1-485A-9839-161816F704C8}" destId="{D029004B-8023-4AFF-8B78-DE2BE1449643}" srcOrd="2" destOrd="0" presId="urn:microsoft.com/office/officeart/2005/8/layout/vList2"/>
    <dgm:cxn modelId="{55DAE915-360B-4CBA-9359-A8AE32669D41}" type="presParOf" srcId="{2E3B19E1-5FB1-485A-9839-161816F704C8}" destId="{FE17F4EB-838E-4A51-BDC0-57F0C0C40173}" srcOrd="3" destOrd="0" presId="urn:microsoft.com/office/officeart/2005/8/layout/vList2"/>
    <dgm:cxn modelId="{DD394DFE-694D-4C11-B1C7-56EF0309826E}" type="presParOf" srcId="{2E3B19E1-5FB1-485A-9839-161816F704C8}" destId="{FA3105C2-A9F8-4A74-938C-F46244A5712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43F4A0F3-CBA0-4A12-9DC7-F8E5274BC70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2DB7C166-69DD-4DB7-BC77-811D923E3B64}">
      <dgm:prSet/>
      <dgm:spPr/>
      <dgm:t>
        <a:bodyPr/>
        <a:lstStyle/>
        <a:p>
          <a:r>
            <a:rPr lang="ru-RU" b="0" i="0"/>
            <a:t>М. Хрущова</a:t>
          </a:r>
          <a:endParaRPr lang="uk-UA"/>
        </a:p>
      </dgm:t>
    </dgm:pt>
    <dgm:pt modelId="{4FB4E8C3-52B0-4893-9EB1-0AA60DF07482}" type="parTrans" cxnId="{0D04EBD3-6421-4505-B355-2095B81D1D67}">
      <dgm:prSet/>
      <dgm:spPr/>
      <dgm:t>
        <a:bodyPr/>
        <a:lstStyle/>
        <a:p>
          <a:endParaRPr lang="uk-UA"/>
        </a:p>
      </dgm:t>
    </dgm:pt>
    <dgm:pt modelId="{1D5427BD-D6E2-4029-8337-4DA1E4A72D95}" type="sibTrans" cxnId="{0D04EBD3-6421-4505-B355-2095B81D1D67}">
      <dgm:prSet/>
      <dgm:spPr/>
      <dgm:t>
        <a:bodyPr/>
        <a:lstStyle/>
        <a:p>
          <a:endParaRPr lang="uk-UA"/>
        </a:p>
      </dgm:t>
    </dgm:pt>
    <dgm:pt modelId="{49F878A5-CC5C-4376-815A-9DDA4EF1C398}">
      <dgm:prSet/>
      <dgm:spPr/>
      <dgm:t>
        <a:bodyPr/>
        <a:lstStyle/>
        <a:p>
          <a:r>
            <a:rPr lang="ru-RU" b="0" i="0"/>
            <a:t>Л. Брєжнєва</a:t>
          </a:r>
          <a:endParaRPr lang="uk-UA"/>
        </a:p>
      </dgm:t>
    </dgm:pt>
    <dgm:pt modelId="{4B787E9C-A538-47C4-BE26-7751394D16AA}" type="parTrans" cxnId="{3D74CC9A-96ED-4484-B1C0-C09C603C780E}">
      <dgm:prSet/>
      <dgm:spPr/>
      <dgm:t>
        <a:bodyPr/>
        <a:lstStyle/>
        <a:p>
          <a:endParaRPr lang="uk-UA"/>
        </a:p>
      </dgm:t>
    </dgm:pt>
    <dgm:pt modelId="{599F01C9-23E2-4B25-BA4A-6FBFB71C90B9}" type="sibTrans" cxnId="{3D74CC9A-96ED-4484-B1C0-C09C603C780E}">
      <dgm:prSet/>
      <dgm:spPr/>
      <dgm:t>
        <a:bodyPr/>
        <a:lstStyle/>
        <a:p>
          <a:endParaRPr lang="uk-UA"/>
        </a:p>
      </dgm:t>
    </dgm:pt>
    <dgm:pt modelId="{6F1B396E-D702-4C7E-A2C8-B4D97F054605}">
      <dgm:prSet/>
      <dgm:spPr/>
      <dgm:t>
        <a:bodyPr/>
        <a:lstStyle/>
        <a:p>
          <a:r>
            <a:rPr lang="ru-RU" b="0" i="0"/>
            <a:t>Ю. Андропова</a:t>
          </a:r>
          <a:endParaRPr lang="uk-UA"/>
        </a:p>
      </dgm:t>
    </dgm:pt>
    <dgm:pt modelId="{80E91410-DE87-4C06-901B-67E4468D85AD}" type="parTrans" cxnId="{E8882ABE-34F1-43B5-B2FB-A3A746B5DAD6}">
      <dgm:prSet/>
      <dgm:spPr/>
      <dgm:t>
        <a:bodyPr/>
        <a:lstStyle/>
        <a:p>
          <a:endParaRPr lang="uk-UA"/>
        </a:p>
      </dgm:t>
    </dgm:pt>
    <dgm:pt modelId="{745B6264-78B6-43B4-A8D1-780A71BA824D}" type="sibTrans" cxnId="{E8882ABE-34F1-43B5-B2FB-A3A746B5DAD6}">
      <dgm:prSet/>
      <dgm:spPr/>
      <dgm:t>
        <a:bodyPr/>
        <a:lstStyle/>
        <a:p>
          <a:endParaRPr lang="uk-UA"/>
        </a:p>
      </dgm:t>
    </dgm:pt>
    <dgm:pt modelId="{9CE59E54-6497-4EDD-9BCD-D22DB6B5C1B5}">
      <dgm:prSet/>
      <dgm:spPr/>
      <dgm:t>
        <a:bodyPr/>
        <a:lstStyle/>
        <a:p>
          <a:r>
            <a:rPr lang="ru-RU" b="0" i="0"/>
            <a:t>М. Горбачова</a:t>
          </a:r>
          <a:endParaRPr lang="uk-UA"/>
        </a:p>
      </dgm:t>
    </dgm:pt>
    <dgm:pt modelId="{93329F94-6C78-4031-A3CD-84DADA355889}" type="parTrans" cxnId="{FE1DCECD-2CE7-4124-B332-FE7A844FD4B5}">
      <dgm:prSet/>
      <dgm:spPr/>
      <dgm:t>
        <a:bodyPr/>
        <a:lstStyle/>
        <a:p>
          <a:endParaRPr lang="uk-UA"/>
        </a:p>
      </dgm:t>
    </dgm:pt>
    <dgm:pt modelId="{D9E9E1CA-179C-4B11-BC7D-9D41A04BF647}" type="sibTrans" cxnId="{FE1DCECD-2CE7-4124-B332-FE7A844FD4B5}">
      <dgm:prSet/>
      <dgm:spPr/>
      <dgm:t>
        <a:bodyPr/>
        <a:lstStyle/>
        <a:p>
          <a:endParaRPr lang="uk-UA"/>
        </a:p>
      </dgm:t>
    </dgm:pt>
    <dgm:pt modelId="{CDC5F19F-1BE8-4B8E-8535-12C302556F56}" type="pres">
      <dgm:prSet presAssocID="{43F4A0F3-CBA0-4A12-9DC7-F8E5274BC70D}" presName="linearFlow" presStyleCnt="0">
        <dgm:presLayoutVars>
          <dgm:dir/>
          <dgm:resizeHandles val="exact"/>
        </dgm:presLayoutVars>
      </dgm:prSet>
      <dgm:spPr/>
    </dgm:pt>
    <dgm:pt modelId="{F29BC61D-F7B6-4D86-AFEA-115884F2139B}" type="pres">
      <dgm:prSet presAssocID="{2DB7C166-69DD-4DB7-BC77-811D923E3B64}" presName="composite" presStyleCnt="0"/>
      <dgm:spPr/>
    </dgm:pt>
    <dgm:pt modelId="{950D3F03-8DFC-4C03-A8C6-1A5D3C64DC31}" type="pres">
      <dgm:prSet presAssocID="{2DB7C166-69DD-4DB7-BC77-811D923E3B64}" presName="imgShp" presStyleLbl="fgImgPlace1" presStyleIdx="0" presStyleCnt="4"/>
      <dgm:spPr/>
    </dgm:pt>
    <dgm:pt modelId="{B8AABBF8-8170-4EAE-BED0-CFD51244FB19}" type="pres">
      <dgm:prSet presAssocID="{2DB7C166-69DD-4DB7-BC77-811D923E3B64}" presName="txShp" presStyleLbl="node1" presStyleIdx="0" presStyleCnt="4">
        <dgm:presLayoutVars>
          <dgm:bulletEnabled val="1"/>
        </dgm:presLayoutVars>
      </dgm:prSet>
      <dgm:spPr/>
    </dgm:pt>
    <dgm:pt modelId="{57944AEC-7B9D-40DA-B36B-8AB9D50B313F}" type="pres">
      <dgm:prSet presAssocID="{1D5427BD-D6E2-4029-8337-4DA1E4A72D95}" presName="spacing" presStyleCnt="0"/>
      <dgm:spPr/>
    </dgm:pt>
    <dgm:pt modelId="{83694636-D94A-494A-9FCB-03E0BC0E72DA}" type="pres">
      <dgm:prSet presAssocID="{49F878A5-CC5C-4376-815A-9DDA4EF1C398}" presName="composite" presStyleCnt="0"/>
      <dgm:spPr/>
    </dgm:pt>
    <dgm:pt modelId="{F2592340-35FA-4BE0-A610-EBBBBB7AAB1E}" type="pres">
      <dgm:prSet presAssocID="{49F878A5-CC5C-4376-815A-9DDA4EF1C398}" presName="imgShp" presStyleLbl="fgImgPlace1" presStyleIdx="1" presStyleCnt="4"/>
      <dgm:spPr/>
    </dgm:pt>
    <dgm:pt modelId="{B2A39F6C-E2B2-49DA-B443-20020FD5C789}" type="pres">
      <dgm:prSet presAssocID="{49F878A5-CC5C-4376-815A-9DDA4EF1C398}" presName="txShp" presStyleLbl="node1" presStyleIdx="1" presStyleCnt="4">
        <dgm:presLayoutVars>
          <dgm:bulletEnabled val="1"/>
        </dgm:presLayoutVars>
      </dgm:prSet>
      <dgm:spPr/>
    </dgm:pt>
    <dgm:pt modelId="{15DF2344-7F34-472A-BF80-1D233D732632}" type="pres">
      <dgm:prSet presAssocID="{599F01C9-23E2-4B25-BA4A-6FBFB71C90B9}" presName="spacing" presStyleCnt="0"/>
      <dgm:spPr/>
    </dgm:pt>
    <dgm:pt modelId="{5A5347AD-29CA-4999-A1D0-56795EF1590D}" type="pres">
      <dgm:prSet presAssocID="{6F1B396E-D702-4C7E-A2C8-B4D97F054605}" presName="composite" presStyleCnt="0"/>
      <dgm:spPr/>
    </dgm:pt>
    <dgm:pt modelId="{80AE9E83-4660-4D2D-B945-14B7A6DEE875}" type="pres">
      <dgm:prSet presAssocID="{6F1B396E-D702-4C7E-A2C8-B4D97F054605}" presName="imgShp" presStyleLbl="fgImgPlace1" presStyleIdx="2" presStyleCnt="4"/>
      <dgm:spPr/>
    </dgm:pt>
    <dgm:pt modelId="{A35F515F-ECDB-4340-8055-5F8CBAF55650}" type="pres">
      <dgm:prSet presAssocID="{6F1B396E-D702-4C7E-A2C8-B4D97F054605}" presName="txShp" presStyleLbl="node1" presStyleIdx="2" presStyleCnt="4">
        <dgm:presLayoutVars>
          <dgm:bulletEnabled val="1"/>
        </dgm:presLayoutVars>
      </dgm:prSet>
      <dgm:spPr/>
    </dgm:pt>
    <dgm:pt modelId="{DD701759-70A1-4CFD-AEA0-4DDCCA5D9AA1}" type="pres">
      <dgm:prSet presAssocID="{745B6264-78B6-43B4-A8D1-780A71BA824D}" presName="spacing" presStyleCnt="0"/>
      <dgm:spPr/>
    </dgm:pt>
    <dgm:pt modelId="{181166B1-9DE4-4845-80CB-51C3D0C813E5}" type="pres">
      <dgm:prSet presAssocID="{9CE59E54-6497-4EDD-9BCD-D22DB6B5C1B5}" presName="composite" presStyleCnt="0"/>
      <dgm:spPr/>
    </dgm:pt>
    <dgm:pt modelId="{5531D3DE-1E13-4657-8471-3540B2A0E02D}" type="pres">
      <dgm:prSet presAssocID="{9CE59E54-6497-4EDD-9BCD-D22DB6B5C1B5}" presName="imgShp" presStyleLbl="fgImgPlace1" presStyleIdx="3" presStyleCnt="4"/>
      <dgm:spPr/>
    </dgm:pt>
    <dgm:pt modelId="{3FF0D83A-CD71-4B7B-9E6F-379A41B237BE}" type="pres">
      <dgm:prSet presAssocID="{9CE59E54-6497-4EDD-9BCD-D22DB6B5C1B5}" presName="txShp" presStyleLbl="node1" presStyleIdx="3" presStyleCnt="4">
        <dgm:presLayoutVars>
          <dgm:bulletEnabled val="1"/>
        </dgm:presLayoutVars>
      </dgm:prSet>
      <dgm:spPr/>
    </dgm:pt>
  </dgm:ptLst>
  <dgm:cxnLst>
    <dgm:cxn modelId="{16B52409-DBA4-4366-9424-3E02164DE64D}" type="presOf" srcId="{9CE59E54-6497-4EDD-9BCD-D22DB6B5C1B5}" destId="{3FF0D83A-CD71-4B7B-9E6F-379A41B237BE}" srcOrd="0" destOrd="0" presId="urn:microsoft.com/office/officeart/2005/8/layout/vList3"/>
    <dgm:cxn modelId="{45B8F317-8274-4C06-A3DA-A1EF255B8FFC}" type="presOf" srcId="{6F1B396E-D702-4C7E-A2C8-B4D97F054605}" destId="{A35F515F-ECDB-4340-8055-5F8CBAF55650}" srcOrd="0" destOrd="0" presId="urn:microsoft.com/office/officeart/2005/8/layout/vList3"/>
    <dgm:cxn modelId="{C5A3121C-F281-4D92-9D4B-8908198785DB}" type="presOf" srcId="{2DB7C166-69DD-4DB7-BC77-811D923E3B64}" destId="{B8AABBF8-8170-4EAE-BED0-CFD51244FB19}" srcOrd="0" destOrd="0" presId="urn:microsoft.com/office/officeart/2005/8/layout/vList3"/>
    <dgm:cxn modelId="{2D6DB41F-BC45-400D-81A7-8C3781ED5C1F}" type="presOf" srcId="{43F4A0F3-CBA0-4A12-9DC7-F8E5274BC70D}" destId="{CDC5F19F-1BE8-4B8E-8535-12C302556F56}" srcOrd="0" destOrd="0" presId="urn:microsoft.com/office/officeart/2005/8/layout/vList3"/>
    <dgm:cxn modelId="{3D74CC9A-96ED-4484-B1C0-C09C603C780E}" srcId="{43F4A0F3-CBA0-4A12-9DC7-F8E5274BC70D}" destId="{49F878A5-CC5C-4376-815A-9DDA4EF1C398}" srcOrd="1" destOrd="0" parTransId="{4B787E9C-A538-47C4-BE26-7751394D16AA}" sibTransId="{599F01C9-23E2-4B25-BA4A-6FBFB71C90B9}"/>
    <dgm:cxn modelId="{E8882ABE-34F1-43B5-B2FB-A3A746B5DAD6}" srcId="{43F4A0F3-CBA0-4A12-9DC7-F8E5274BC70D}" destId="{6F1B396E-D702-4C7E-A2C8-B4D97F054605}" srcOrd="2" destOrd="0" parTransId="{80E91410-DE87-4C06-901B-67E4468D85AD}" sibTransId="{745B6264-78B6-43B4-A8D1-780A71BA824D}"/>
    <dgm:cxn modelId="{4F733FC1-7B3D-4833-B9C8-D13090158BAC}" type="presOf" srcId="{49F878A5-CC5C-4376-815A-9DDA4EF1C398}" destId="{B2A39F6C-E2B2-49DA-B443-20020FD5C789}" srcOrd="0" destOrd="0" presId="urn:microsoft.com/office/officeart/2005/8/layout/vList3"/>
    <dgm:cxn modelId="{FE1DCECD-2CE7-4124-B332-FE7A844FD4B5}" srcId="{43F4A0F3-CBA0-4A12-9DC7-F8E5274BC70D}" destId="{9CE59E54-6497-4EDD-9BCD-D22DB6B5C1B5}" srcOrd="3" destOrd="0" parTransId="{93329F94-6C78-4031-A3CD-84DADA355889}" sibTransId="{D9E9E1CA-179C-4B11-BC7D-9D41A04BF647}"/>
    <dgm:cxn modelId="{0D04EBD3-6421-4505-B355-2095B81D1D67}" srcId="{43F4A0F3-CBA0-4A12-9DC7-F8E5274BC70D}" destId="{2DB7C166-69DD-4DB7-BC77-811D923E3B64}" srcOrd="0" destOrd="0" parTransId="{4FB4E8C3-52B0-4893-9EB1-0AA60DF07482}" sibTransId="{1D5427BD-D6E2-4029-8337-4DA1E4A72D95}"/>
    <dgm:cxn modelId="{19F85576-EE5C-4CC4-A736-EF7156DA2517}" type="presParOf" srcId="{CDC5F19F-1BE8-4B8E-8535-12C302556F56}" destId="{F29BC61D-F7B6-4D86-AFEA-115884F2139B}" srcOrd="0" destOrd="0" presId="urn:microsoft.com/office/officeart/2005/8/layout/vList3"/>
    <dgm:cxn modelId="{EA1893AB-8641-4F6F-8867-353C254A003D}" type="presParOf" srcId="{F29BC61D-F7B6-4D86-AFEA-115884F2139B}" destId="{950D3F03-8DFC-4C03-A8C6-1A5D3C64DC31}" srcOrd="0" destOrd="0" presId="urn:microsoft.com/office/officeart/2005/8/layout/vList3"/>
    <dgm:cxn modelId="{69EB131F-E8D3-47F1-A246-E3BCE144FD37}" type="presParOf" srcId="{F29BC61D-F7B6-4D86-AFEA-115884F2139B}" destId="{B8AABBF8-8170-4EAE-BED0-CFD51244FB19}" srcOrd="1" destOrd="0" presId="urn:microsoft.com/office/officeart/2005/8/layout/vList3"/>
    <dgm:cxn modelId="{C16EC5CD-1A42-4FC5-8E2A-730C3336CD99}" type="presParOf" srcId="{CDC5F19F-1BE8-4B8E-8535-12C302556F56}" destId="{57944AEC-7B9D-40DA-B36B-8AB9D50B313F}" srcOrd="1" destOrd="0" presId="urn:microsoft.com/office/officeart/2005/8/layout/vList3"/>
    <dgm:cxn modelId="{384B3FE4-4983-4AA4-818F-43961A389391}" type="presParOf" srcId="{CDC5F19F-1BE8-4B8E-8535-12C302556F56}" destId="{83694636-D94A-494A-9FCB-03E0BC0E72DA}" srcOrd="2" destOrd="0" presId="urn:microsoft.com/office/officeart/2005/8/layout/vList3"/>
    <dgm:cxn modelId="{5F0A70FB-D0B5-48D4-B0C6-6A68485F9209}" type="presParOf" srcId="{83694636-D94A-494A-9FCB-03E0BC0E72DA}" destId="{F2592340-35FA-4BE0-A610-EBBBBB7AAB1E}" srcOrd="0" destOrd="0" presId="urn:microsoft.com/office/officeart/2005/8/layout/vList3"/>
    <dgm:cxn modelId="{24E49A3E-97A0-44A4-9900-70329C40407D}" type="presParOf" srcId="{83694636-D94A-494A-9FCB-03E0BC0E72DA}" destId="{B2A39F6C-E2B2-49DA-B443-20020FD5C789}" srcOrd="1" destOrd="0" presId="urn:microsoft.com/office/officeart/2005/8/layout/vList3"/>
    <dgm:cxn modelId="{9DFBE8BF-11CE-4CAC-A490-97B50DFDB59B}" type="presParOf" srcId="{CDC5F19F-1BE8-4B8E-8535-12C302556F56}" destId="{15DF2344-7F34-472A-BF80-1D233D732632}" srcOrd="3" destOrd="0" presId="urn:microsoft.com/office/officeart/2005/8/layout/vList3"/>
    <dgm:cxn modelId="{50491C05-9891-4923-9716-18F9B1167762}" type="presParOf" srcId="{CDC5F19F-1BE8-4B8E-8535-12C302556F56}" destId="{5A5347AD-29CA-4999-A1D0-56795EF1590D}" srcOrd="4" destOrd="0" presId="urn:microsoft.com/office/officeart/2005/8/layout/vList3"/>
    <dgm:cxn modelId="{624ABD94-105D-401C-820B-6C48DDC8A180}" type="presParOf" srcId="{5A5347AD-29CA-4999-A1D0-56795EF1590D}" destId="{80AE9E83-4660-4D2D-B945-14B7A6DEE875}" srcOrd="0" destOrd="0" presId="urn:microsoft.com/office/officeart/2005/8/layout/vList3"/>
    <dgm:cxn modelId="{691E416C-8DCC-46D2-8D61-8EBB167313B9}" type="presParOf" srcId="{5A5347AD-29CA-4999-A1D0-56795EF1590D}" destId="{A35F515F-ECDB-4340-8055-5F8CBAF55650}" srcOrd="1" destOrd="0" presId="urn:microsoft.com/office/officeart/2005/8/layout/vList3"/>
    <dgm:cxn modelId="{DABD041D-F981-4B9A-AE73-2803AD9D3218}" type="presParOf" srcId="{CDC5F19F-1BE8-4B8E-8535-12C302556F56}" destId="{DD701759-70A1-4CFD-AEA0-4DDCCA5D9AA1}" srcOrd="5" destOrd="0" presId="urn:microsoft.com/office/officeart/2005/8/layout/vList3"/>
    <dgm:cxn modelId="{B2FADFF5-196A-4E8B-B437-96A8B1A5ACCE}" type="presParOf" srcId="{CDC5F19F-1BE8-4B8E-8535-12C302556F56}" destId="{181166B1-9DE4-4845-80CB-51C3D0C813E5}" srcOrd="6" destOrd="0" presId="urn:microsoft.com/office/officeart/2005/8/layout/vList3"/>
    <dgm:cxn modelId="{92EC7190-EDEF-4834-807F-A445168A178C}" type="presParOf" srcId="{181166B1-9DE4-4845-80CB-51C3D0C813E5}" destId="{5531D3DE-1E13-4657-8471-3540B2A0E02D}" srcOrd="0" destOrd="0" presId="urn:microsoft.com/office/officeart/2005/8/layout/vList3"/>
    <dgm:cxn modelId="{D8B07145-9D4B-4F24-93A5-A1E18DBF3AAB}" type="presParOf" srcId="{181166B1-9DE4-4845-80CB-51C3D0C813E5}" destId="{3FF0D83A-CD71-4B7B-9E6F-379A41B237B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6F64EA9A-CC96-44A6-B7BC-507258CC4F0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19AD02D-135B-4D66-A195-F9E479D41815}">
      <dgm:prSet/>
      <dgm:spPr/>
      <dgm:t>
        <a:bodyPr/>
        <a:lstStyle/>
        <a:p>
          <a:r>
            <a:rPr lang="ru-RU" b="0" i="0"/>
            <a:t>1941-1945 рр.</a:t>
          </a:r>
          <a:endParaRPr lang="uk-UA"/>
        </a:p>
      </dgm:t>
    </dgm:pt>
    <dgm:pt modelId="{99C41394-160B-4356-B704-37DE73400B5F}" type="parTrans" cxnId="{E57E4C1D-2542-4163-99AC-FAD6773C003D}">
      <dgm:prSet/>
      <dgm:spPr/>
      <dgm:t>
        <a:bodyPr/>
        <a:lstStyle/>
        <a:p>
          <a:endParaRPr lang="uk-UA"/>
        </a:p>
      </dgm:t>
    </dgm:pt>
    <dgm:pt modelId="{402C868D-0CD1-4255-9A5E-3451115EC25C}" type="sibTrans" cxnId="{E57E4C1D-2542-4163-99AC-FAD6773C003D}">
      <dgm:prSet/>
      <dgm:spPr/>
      <dgm:t>
        <a:bodyPr/>
        <a:lstStyle/>
        <a:p>
          <a:endParaRPr lang="uk-UA"/>
        </a:p>
      </dgm:t>
    </dgm:pt>
    <dgm:pt modelId="{D92988D4-4C1F-4343-A237-591D8AA8E12E}">
      <dgm:prSet/>
      <dgm:spPr/>
      <dgm:t>
        <a:bodyPr/>
        <a:lstStyle/>
        <a:p>
          <a:r>
            <a:rPr lang="ru-RU" b="0" i="0"/>
            <a:t>1946-1947 рр.</a:t>
          </a:r>
          <a:endParaRPr lang="uk-UA"/>
        </a:p>
      </dgm:t>
    </dgm:pt>
    <dgm:pt modelId="{335C778C-FE00-4680-938E-9015E0E2995C}" type="parTrans" cxnId="{C3CE4C0D-DE40-4E23-A22C-3551C095AE9F}">
      <dgm:prSet/>
      <dgm:spPr/>
      <dgm:t>
        <a:bodyPr/>
        <a:lstStyle/>
        <a:p>
          <a:endParaRPr lang="uk-UA"/>
        </a:p>
      </dgm:t>
    </dgm:pt>
    <dgm:pt modelId="{0974ACA1-1CA4-46F2-88D2-1FB33CF36067}" type="sibTrans" cxnId="{C3CE4C0D-DE40-4E23-A22C-3551C095AE9F}">
      <dgm:prSet/>
      <dgm:spPr/>
      <dgm:t>
        <a:bodyPr/>
        <a:lstStyle/>
        <a:p>
          <a:endParaRPr lang="uk-UA"/>
        </a:p>
      </dgm:t>
    </dgm:pt>
    <dgm:pt modelId="{E2BB63D2-9CCD-4890-9302-53D9DCCAFE77}">
      <dgm:prSet/>
      <dgm:spPr/>
      <dgm:t>
        <a:bodyPr/>
        <a:lstStyle/>
        <a:p>
          <a:r>
            <a:rPr lang="ru-RU" b="0" i="0"/>
            <a:t>1953-1954 рр.</a:t>
          </a:r>
          <a:endParaRPr lang="uk-UA"/>
        </a:p>
      </dgm:t>
    </dgm:pt>
    <dgm:pt modelId="{4778A79C-0FDB-4922-9B19-6646630B9699}" type="parTrans" cxnId="{9247BDEA-9D8E-43B8-9838-B339676692A6}">
      <dgm:prSet/>
      <dgm:spPr/>
      <dgm:t>
        <a:bodyPr/>
        <a:lstStyle/>
        <a:p>
          <a:endParaRPr lang="uk-UA"/>
        </a:p>
      </dgm:t>
    </dgm:pt>
    <dgm:pt modelId="{002E21AF-7B91-467F-A472-C50A18DEB6E1}" type="sibTrans" cxnId="{9247BDEA-9D8E-43B8-9838-B339676692A6}">
      <dgm:prSet/>
      <dgm:spPr/>
      <dgm:t>
        <a:bodyPr/>
        <a:lstStyle/>
        <a:p>
          <a:endParaRPr lang="uk-UA"/>
        </a:p>
      </dgm:t>
    </dgm:pt>
    <dgm:pt modelId="{CA23F84B-0585-42F7-BA41-895524DD69F6}">
      <dgm:prSet/>
      <dgm:spPr/>
      <dgm:t>
        <a:bodyPr/>
        <a:lstStyle/>
        <a:p>
          <a:r>
            <a:rPr lang="ru-RU" b="0" i="0"/>
            <a:t>1959-1961 рр.</a:t>
          </a:r>
          <a:endParaRPr lang="uk-UA"/>
        </a:p>
      </dgm:t>
    </dgm:pt>
    <dgm:pt modelId="{1EEBC335-2C82-43DD-BB0F-67FFB8912DB8}" type="parTrans" cxnId="{AF661A85-F8E4-4D3D-B35A-B389F2D6BF85}">
      <dgm:prSet/>
      <dgm:spPr/>
      <dgm:t>
        <a:bodyPr/>
        <a:lstStyle/>
        <a:p>
          <a:endParaRPr lang="uk-UA"/>
        </a:p>
      </dgm:t>
    </dgm:pt>
    <dgm:pt modelId="{C850E102-920B-483D-8C95-C36BF93998B9}" type="sibTrans" cxnId="{AF661A85-F8E4-4D3D-B35A-B389F2D6BF85}">
      <dgm:prSet/>
      <dgm:spPr/>
      <dgm:t>
        <a:bodyPr/>
        <a:lstStyle/>
        <a:p>
          <a:endParaRPr lang="uk-UA"/>
        </a:p>
      </dgm:t>
    </dgm:pt>
    <dgm:pt modelId="{A17886F1-FC43-463D-8DAF-2F3B6E1CD916}" type="pres">
      <dgm:prSet presAssocID="{6F64EA9A-CC96-44A6-B7BC-507258CC4F03}" presName="linearFlow" presStyleCnt="0">
        <dgm:presLayoutVars>
          <dgm:dir/>
          <dgm:resizeHandles val="exact"/>
        </dgm:presLayoutVars>
      </dgm:prSet>
      <dgm:spPr/>
    </dgm:pt>
    <dgm:pt modelId="{D3A4185D-C5CF-4FB2-9593-45CA8D8F1156}" type="pres">
      <dgm:prSet presAssocID="{319AD02D-135B-4D66-A195-F9E479D41815}" presName="composite" presStyleCnt="0"/>
      <dgm:spPr/>
    </dgm:pt>
    <dgm:pt modelId="{FF2254D1-228C-4BB6-8909-AE11CC91B100}" type="pres">
      <dgm:prSet presAssocID="{319AD02D-135B-4D66-A195-F9E479D41815}" presName="imgShp" presStyleLbl="fgImgPlace1" presStyleIdx="0" presStyleCnt="4"/>
      <dgm:spPr/>
    </dgm:pt>
    <dgm:pt modelId="{D15761BC-1DBF-4863-A51F-D4DABDAC0D7F}" type="pres">
      <dgm:prSet presAssocID="{319AD02D-135B-4D66-A195-F9E479D41815}" presName="txShp" presStyleLbl="node1" presStyleIdx="0" presStyleCnt="4">
        <dgm:presLayoutVars>
          <dgm:bulletEnabled val="1"/>
        </dgm:presLayoutVars>
      </dgm:prSet>
      <dgm:spPr/>
    </dgm:pt>
    <dgm:pt modelId="{3EAD1302-4779-4FA7-89A8-9FB333CBCC4F}" type="pres">
      <dgm:prSet presAssocID="{402C868D-0CD1-4255-9A5E-3451115EC25C}" presName="spacing" presStyleCnt="0"/>
      <dgm:spPr/>
    </dgm:pt>
    <dgm:pt modelId="{6DD35951-F47B-42F7-AD17-4B0907BFBDBA}" type="pres">
      <dgm:prSet presAssocID="{D92988D4-4C1F-4343-A237-591D8AA8E12E}" presName="composite" presStyleCnt="0"/>
      <dgm:spPr/>
    </dgm:pt>
    <dgm:pt modelId="{851DE6B3-2229-4A44-9B46-F4FDFCB3B2CD}" type="pres">
      <dgm:prSet presAssocID="{D92988D4-4C1F-4343-A237-591D8AA8E12E}" presName="imgShp" presStyleLbl="fgImgPlace1" presStyleIdx="1" presStyleCnt="4"/>
      <dgm:spPr/>
    </dgm:pt>
    <dgm:pt modelId="{A2345F67-84C9-482D-B860-BBACF4A091B3}" type="pres">
      <dgm:prSet presAssocID="{D92988D4-4C1F-4343-A237-591D8AA8E12E}" presName="txShp" presStyleLbl="node1" presStyleIdx="1" presStyleCnt="4">
        <dgm:presLayoutVars>
          <dgm:bulletEnabled val="1"/>
        </dgm:presLayoutVars>
      </dgm:prSet>
      <dgm:spPr/>
    </dgm:pt>
    <dgm:pt modelId="{52C8056D-51D1-404C-A78D-EB4A28925331}" type="pres">
      <dgm:prSet presAssocID="{0974ACA1-1CA4-46F2-88D2-1FB33CF36067}" presName="spacing" presStyleCnt="0"/>
      <dgm:spPr/>
    </dgm:pt>
    <dgm:pt modelId="{BFE4FCEF-2B56-491F-B356-FD053D69EA67}" type="pres">
      <dgm:prSet presAssocID="{E2BB63D2-9CCD-4890-9302-53D9DCCAFE77}" presName="composite" presStyleCnt="0"/>
      <dgm:spPr/>
    </dgm:pt>
    <dgm:pt modelId="{BFB436A5-3C28-4808-AECB-18DC09730B9A}" type="pres">
      <dgm:prSet presAssocID="{E2BB63D2-9CCD-4890-9302-53D9DCCAFE77}" presName="imgShp" presStyleLbl="fgImgPlace1" presStyleIdx="2" presStyleCnt="4"/>
      <dgm:spPr/>
    </dgm:pt>
    <dgm:pt modelId="{B16CC9B0-C6D9-4880-8176-CF2668931690}" type="pres">
      <dgm:prSet presAssocID="{E2BB63D2-9CCD-4890-9302-53D9DCCAFE77}" presName="txShp" presStyleLbl="node1" presStyleIdx="2" presStyleCnt="4">
        <dgm:presLayoutVars>
          <dgm:bulletEnabled val="1"/>
        </dgm:presLayoutVars>
      </dgm:prSet>
      <dgm:spPr/>
    </dgm:pt>
    <dgm:pt modelId="{57EB6CEE-E83E-47A2-BA65-630CA4395316}" type="pres">
      <dgm:prSet presAssocID="{002E21AF-7B91-467F-A472-C50A18DEB6E1}" presName="spacing" presStyleCnt="0"/>
      <dgm:spPr/>
    </dgm:pt>
    <dgm:pt modelId="{718AEAA3-7BC2-4DC7-A81E-A4B8DFDC496C}" type="pres">
      <dgm:prSet presAssocID="{CA23F84B-0585-42F7-BA41-895524DD69F6}" presName="composite" presStyleCnt="0"/>
      <dgm:spPr/>
    </dgm:pt>
    <dgm:pt modelId="{96C34B49-891B-4671-A2DF-B90F2FF34861}" type="pres">
      <dgm:prSet presAssocID="{CA23F84B-0585-42F7-BA41-895524DD69F6}" presName="imgShp" presStyleLbl="fgImgPlace1" presStyleIdx="3" presStyleCnt="4"/>
      <dgm:spPr/>
    </dgm:pt>
    <dgm:pt modelId="{D5A754CA-0CD8-4A55-AD18-C98E41DC0AED}" type="pres">
      <dgm:prSet presAssocID="{CA23F84B-0585-42F7-BA41-895524DD69F6}" presName="txShp" presStyleLbl="node1" presStyleIdx="3" presStyleCnt="4">
        <dgm:presLayoutVars>
          <dgm:bulletEnabled val="1"/>
        </dgm:presLayoutVars>
      </dgm:prSet>
      <dgm:spPr/>
    </dgm:pt>
  </dgm:ptLst>
  <dgm:cxnLst>
    <dgm:cxn modelId="{C3CE4C0D-DE40-4E23-A22C-3551C095AE9F}" srcId="{6F64EA9A-CC96-44A6-B7BC-507258CC4F03}" destId="{D92988D4-4C1F-4343-A237-591D8AA8E12E}" srcOrd="1" destOrd="0" parTransId="{335C778C-FE00-4680-938E-9015E0E2995C}" sibTransId="{0974ACA1-1CA4-46F2-88D2-1FB33CF36067}"/>
    <dgm:cxn modelId="{E57E4C1D-2542-4163-99AC-FAD6773C003D}" srcId="{6F64EA9A-CC96-44A6-B7BC-507258CC4F03}" destId="{319AD02D-135B-4D66-A195-F9E479D41815}" srcOrd="0" destOrd="0" parTransId="{99C41394-160B-4356-B704-37DE73400B5F}" sibTransId="{402C868D-0CD1-4255-9A5E-3451115EC25C}"/>
    <dgm:cxn modelId="{D6B0F527-885A-4AA5-9622-29F6D388F145}" type="presOf" srcId="{319AD02D-135B-4D66-A195-F9E479D41815}" destId="{D15761BC-1DBF-4863-A51F-D4DABDAC0D7F}" srcOrd="0" destOrd="0" presId="urn:microsoft.com/office/officeart/2005/8/layout/vList3"/>
    <dgm:cxn modelId="{7C1BBA60-DC27-47E1-AD8B-E5B9F3C395D1}" type="presOf" srcId="{6F64EA9A-CC96-44A6-B7BC-507258CC4F03}" destId="{A17886F1-FC43-463D-8DAF-2F3B6E1CD916}" srcOrd="0" destOrd="0" presId="urn:microsoft.com/office/officeart/2005/8/layout/vList3"/>
    <dgm:cxn modelId="{0BEEAA7E-1D48-403D-BD89-3A9DED789747}" type="presOf" srcId="{D92988D4-4C1F-4343-A237-591D8AA8E12E}" destId="{A2345F67-84C9-482D-B860-BBACF4A091B3}" srcOrd="0" destOrd="0" presId="urn:microsoft.com/office/officeart/2005/8/layout/vList3"/>
    <dgm:cxn modelId="{AF661A85-F8E4-4D3D-B35A-B389F2D6BF85}" srcId="{6F64EA9A-CC96-44A6-B7BC-507258CC4F03}" destId="{CA23F84B-0585-42F7-BA41-895524DD69F6}" srcOrd="3" destOrd="0" parTransId="{1EEBC335-2C82-43DD-BB0F-67FFB8912DB8}" sibTransId="{C850E102-920B-483D-8C95-C36BF93998B9}"/>
    <dgm:cxn modelId="{B2B50DA5-847C-449F-BFC9-0552FDF11DA8}" type="presOf" srcId="{CA23F84B-0585-42F7-BA41-895524DD69F6}" destId="{D5A754CA-0CD8-4A55-AD18-C98E41DC0AED}" srcOrd="0" destOrd="0" presId="urn:microsoft.com/office/officeart/2005/8/layout/vList3"/>
    <dgm:cxn modelId="{FD31C7D7-587F-4650-89C3-4966826CBE38}" type="presOf" srcId="{E2BB63D2-9CCD-4890-9302-53D9DCCAFE77}" destId="{B16CC9B0-C6D9-4880-8176-CF2668931690}" srcOrd="0" destOrd="0" presId="urn:microsoft.com/office/officeart/2005/8/layout/vList3"/>
    <dgm:cxn modelId="{9247BDEA-9D8E-43B8-9838-B339676692A6}" srcId="{6F64EA9A-CC96-44A6-B7BC-507258CC4F03}" destId="{E2BB63D2-9CCD-4890-9302-53D9DCCAFE77}" srcOrd="2" destOrd="0" parTransId="{4778A79C-0FDB-4922-9B19-6646630B9699}" sibTransId="{002E21AF-7B91-467F-A472-C50A18DEB6E1}"/>
    <dgm:cxn modelId="{EF527765-BE9C-4BF2-A8A0-C14E5328EA08}" type="presParOf" srcId="{A17886F1-FC43-463D-8DAF-2F3B6E1CD916}" destId="{D3A4185D-C5CF-4FB2-9593-45CA8D8F1156}" srcOrd="0" destOrd="0" presId="urn:microsoft.com/office/officeart/2005/8/layout/vList3"/>
    <dgm:cxn modelId="{6964CEE6-AD1E-47D8-8ABE-BE04AB4A41F3}" type="presParOf" srcId="{D3A4185D-C5CF-4FB2-9593-45CA8D8F1156}" destId="{FF2254D1-228C-4BB6-8909-AE11CC91B100}" srcOrd="0" destOrd="0" presId="urn:microsoft.com/office/officeart/2005/8/layout/vList3"/>
    <dgm:cxn modelId="{2486A7BF-B713-4FA0-9178-08E108649C1E}" type="presParOf" srcId="{D3A4185D-C5CF-4FB2-9593-45CA8D8F1156}" destId="{D15761BC-1DBF-4863-A51F-D4DABDAC0D7F}" srcOrd="1" destOrd="0" presId="urn:microsoft.com/office/officeart/2005/8/layout/vList3"/>
    <dgm:cxn modelId="{C2212F64-978B-4200-968E-C6C11C8E968E}" type="presParOf" srcId="{A17886F1-FC43-463D-8DAF-2F3B6E1CD916}" destId="{3EAD1302-4779-4FA7-89A8-9FB333CBCC4F}" srcOrd="1" destOrd="0" presId="urn:microsoft.com/office/officeart/2005/8/layout/vList3"/>
    <dgm:cxn modelId="{6939DC6F-EBD0-4C3F-A7B8-6426F3633FE1}" type="presParOf" srcId="{A17886F1-FC43-463D-8DAF-2F3B6E1CD916}" destId="{6DD35951-F47B-42F7-AD17-4B0907BFBDBA}" srcOrd="2" destOrd="0" presId="urn:microsoft.com/office/officeart/2005/8/layout/vList3"/>
    <dgm:cxn modelId="{CE86F067-D3D1-4DD0-B146-4A1AEDAE3409}" type="presParOf" srcId="{6DD35951-F47B-42F7-AD17-4B0907BFBDBA}" destId="{851DE6B3-2229-4A44-9B46-F4FDFCB3B2CD}" srcOrd="0" destOrd="0" presId="urn:microsoft.com/office/officeart/2005/8/layout/vList3"/>
    <dgm:cxn modelId="{9E43323F-74FE-4286-A8D3-E395A1745312}" type="presParOf" srcId="{6DD35951-F47B-42F7-AD17-4B0907BFBDBA}" destId="{A2345F67-84C9-482D-B860-BBACF4A091B3}" srcOrd="1" destOrd="0" presId="urn:microsoft.com/office/officeart/2005/8/layout/vList3"/>
    <dgm:cxn modelId="{0231A106-DB73-4D4B-B2FA-C07AB6272110}" type="presParOf" srcId="{A17886F1-FC43-463D-8DAF-2F3B6E1CD916}" destId="{52C8056D-51D1-404C-A78D-EB4A28925331}" srcOrd="3" destOrd="0" presId="urn:microsoft.com/office/officeart/2005/8/layout/vList3"/>
    <dgm:cxn modelId="{FFA66FC5-BED6-412A-A289-86D1A087488C}" type="presParOf" srcId="{A17886F1-FC43-463D-8DAF-2F3B6E1CD916}" destId="{BFE4FCEF-2B56-491F-B356-FD053D69EA67}" srcOrd="4" destOrd="0" presId="urn:microsoft.com/office/officeart/2005/8/layout/vList3"/>
    <dgm:cxn modelId="{1A69AB04-007A-45C5-9A44-4BEE0AC1B444}" type="presParOf" srcId="{BFE4FCEF-2B56-491F-B356-FD053D69EA67}" destId="{BFB436A5-3C28-4808-AECB-18DC09730B9A}" srcOrd="0" destOrd="0" presId="urn:microsoft.com/office/officeart/2005/8/layout/vList3"/>
    <dgm:cxn modelId="{9D375DBE-C196-402E-BD16-83DF69E2ADAC}" type="presParOf" srcId="{BFE4FCEF-2B56-491F-B356-FD053D69EA67}" destId="{B16CC9B0-C6D9-4880-8176-CF2668931690}" srcOrd="1" destOrd="0" presId="urn:microsoft.com/office/officeart/2005/8/layout/vList3"/>
    <dgm:cxn modelId="{56A41159-F31A-4F70-827E-9B3F43422EAE}" type="presParOf" srcId="{A17886F1-FC43-463D-8DAF-2F3B6E1CD916}" destId="{57EB6CEE-E83E-47A2-BA65-630CA4395316}" srcOrd="5" destOrd="0" presId="urn:microsoft.com/office/officeart/2005/8/layout/vList3"/>
    <dgm:cxn modelId="{F1C0C3BB-4FE3-4C5F-8F02-DF1350F60C9E}" type="presParOf" srcId="{A17886F1-FC43-463D-8DAF-2F3B6E1CD916}" destId="{718AEAA3-7BC2-4DC7-A81E-A4B8DFDC496C}" srcOrd="6" destOrd="0" presId="urn:microsoft.com/office/officeart/2005/8/layout/vList3"/>
    <dgm:cxn modelId="{A6107E9C-1B59-4592-9A24-6F16A0BCE6C3}" type="presParOf" srcId="{718AEAA3-7BC2-4DC7-A81E-A4B8DFDC496C}" destId="{96C34B49-891B-4671-A2DF-B90F2FF34861}" srcOrd="0" destOrd="0" presId="urn:microsoft.com/office/officeart/2005/8/layout/vList3"/>
    <dgm:cxn modelId="{697A1B3C-83C4-41D9-BB3D-F0252F24AC08}" type="presParOf" srcId="{718AEAA3-7BC2-4DC7-A81E-A4B8DFDC496C}" destId="{D5A754CA-0CD8-4A55-AD18-C98E41DC0AE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48DA2C64-4127-429C-8BEE-969D3BAB8F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250891-1BD3-444A-BAAD-13F28374F0DF}">
      <dgm:prSet/>
      <dgm:spPr/>
      <dgm:t>
        <a:bodyPr/>
        <a:lstStyle/>
        <a:p>
          <a:r>
            <a:rPr lang="uk-UA" b="0" i="0"/>
            <a:t>надання УРСР права залучати іноземні інвестиції в промисловість.</a:t>
          </a:r>
          <a:endParaRPr lang="uk-UA"/>
        </a:p>
      </dgm:t>
    </dgm:pt>
    <dgm:pt modelId="{57513F29-B9B4-4793-93E5-C3954910EC9A}" type="parTrans" cxnId="{0C4A58D6-0E5E-4556-AB49-CAF5A84568D0}">
      <dgm:prSet/>
      <dgm:spPr/>
      <dgm:t>
        <a:bodyPr/>
        <a:lstStyle/>
        <a:p>
          <a:endParaRPr lang="uk-UA"/>
        </a:p>
      </dgm:t>
    </dgm:pt>
    <dgm:pt modelId="{3546D473-17C9-4DF3-8EDF-EC537AB8B7FE}" type="sibTrans" cxnId="{0C4A58D6-0E5E-4556-AB49-CAF5A84568D0}">
      <dgm:prSet/>
      <dgm:spPr/>
      <dgm:t>
        <a:bodyPr/>
        <a:lstStyle/>
        <a:p>
          <a:endParaRPr lang="uk-UA"/>
        </a:p>
      </dgm:t>
    </dgm:pt>
    <dgm:pt modelId="{A38825BE-7D59-40A9-ACF9-4278D6AC3C7C}">
      <dgm:prSet/>
      <dgm:spPr/>
      <dgm:t>
        <a:bodyPr/>
        <a:lstStyle/>
        <a:p>
          <a:r>
            <a:rPr lang="uk-UA" b="0" i="0"/>
            <a:t>вихід УРСР із рубльової зони й запровадження національної валюти.</a:t>
          </a:r>
          <a:endParaRPr lang="uk-UA"/>
        </a:p>
      </dgm:t>
    </dgm:pt>
    <dgm:pt modelId="{60985221-8475-4F04-BF59-672ED5AF2614}" type="parTrans" cxnId="{592B61B8-55A0-4935-B392-9CA7D29E1316}">
      <dgm:prSet/>
      <dgm:spPr/>
      <dgm:t>
        <a:bodyPr/>
        <a:lstStyle/>
        <a:p>
          <a:endParaRPr lang="uk-UA"/>
        </a:p>
      </dgm:t>
    </dgm:pt>
    <dgm:pt modelId="{83E353BB-0E59-4A7D-8387-8E43BB99A985}" type="sibTrans" cxnId="{592B61B8-55A0-4935-B392-9CA7D29E1316}">
      <dgm:prSet/>
      <dgm:spPr/>
      <dgm:t>
        <a:bodyPr/>
        <a:lstStyle/>
        <a:p>
          <a:endParaRPr lang="uk-UA"/>
        </a:p>
      </dgm:t>
    </dgm:pt>
    <dgm:pt modelId="{4FEB8C67-AC1F-4C06-AE04-87A534D2B1B6}">
      <dgm:prSet/>
      <dgm:spPr/>
      <dgm:t>
        <a:bodyPr/>
        <a:lstStyle/>
        <a:p>
          <a:r>
            <a:rPr lang="uk-UA" b="0" i="0"/>
            <a:t>створення в УРСР власної фінансової, митної та податкової систем.</a:t>
          </a:r>
          <a:endParaRPr lang="uk-UA"/>
        </a:p>
      </dgm:t>
    </dgm:pt>
    <dgm:pt modelId="{C4157007-4548-4B24-9417-8D0082D4F7AF}" type="parTrans" cxnId="{C48BDEE5-44B7-4CE4-AAC6-73DB11972880}">
      <dgm:prSet/>
      <dgm:spPr/>
      <dgm:t>
        <a:bodyPr/>
        <a:lstStyle/>
        <a:p>
          <a:endParaRPr lang="uk-UA"/>
        </a:p>
      </dgm:t>
    </dgm:pt>
    <dgm:pt modelId="{A3CFC696-E7F1-4619-8930-E87DE434A19D}" type="sibTrans" cxnId="{C48BDEE5-44B7-4CE4-AAC6-73DB11972880}">
      <dgm:prSet/>
      <dgm:spPr/>
      <dgm:t>
        <a:bodyPr/>
        <a:lstStyle/>
        <a:p>
          <a:endParaRPr lang="uk-UA"/>
        </a:p>
      </dgm:t>
    </dgm:pt>
    <dgm:pt modelId="{3616C918-EC77-477F-95F4-B8CAE701CFD9}">
      <dgm:prSet/>
      <dgm:spPr/>
      <dgm:t>
        <a:bodyPr/>
        <a:lstStyle/>
        <a:p>
          <a:r>
            <a:rPr lang="uk-UA" b="0" i="0" dirty="0"/>
            <a:t>передання під контроль раднаргоспів УРСР більшості підприємств.</a:t>
          </a:r>
          <a:endParaRPr lang="uk-UA" dirty="0"/>
        </a:p>
      </dgm:t>
    </dgm:pt>
    <dgm:pt modelId="{B033B7C7-0FAF-4BE4-B741-90D41BB30D42}" type="parTrans" cxnId="{803A85DC-DE4C-4011-9141-678E1EFC71E5}">
      <dgm:prSet/>
      <dgm:spPr/>
      <dgm:t>
        <a:bodyPr/>
        <a:lstStyle/>
        <a:p>
          <a:endParaRPr lang="uk-UA"/>
        </a:p>
      </dgm:t>
    </dgm:pt>
    <dgm:pt modelId="{89F4E514-D4B1-405D-90E3-B1EAC6FB50BA}" type="sibTrans" cxnId="{803A85DC-DE4C-4011-9141-678E1EFC71E5}">
      <dgm:prSet/>
      <dgm:spPr/>
      <dgm:t>
        <a:bodyPr/>
        <a:lstStyle/>
        <a:p>
          <a:endParaRPr lang="uk-UA"/>
        </a:p>
      </dgm:t>
    </dgm:pt>
    <dgm:pt modelId="{C2BFCC3D-715E-4A93-88A9-2E74F37B4016}" type="pres">
      <dgm:prSet presAssocID="{48DA2C64-4127-429C-8BEE-969D3BAB8F40}" presName="linear" presStyleCnt="0">
        <dgm:presLayoutVars>
          <dgm:animLvl val="lvl"/>
          <dgm:resizeHandles val="exact"/>
        </dgm:presLayoutVars>
      </dgm:prSet>
      <dgm:spPr/>
    </dgm:pt>
    <dgm:pt modelId="{20C8013A-9C5C-4859-80E3-1046F4ED6A28}" type="pres">
      <dgm:prSet presAssocID="{32250891-1BD3-444A-BAAD-13F28374F0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E4BFF7C-498E-445F-9EC2-BEDF2A179E9C}" type="pres">
      <dgm:prSet presAssocID="{3546D473-17C9-4DF3-8EDF-EC537AB8B7FE}" presName="spacer" presStyleCnt="0"/>
      <dgm:spPr/>
    </dgm:pt>
    <dgm:pt modelId="{2D790C6B-7730-40B1-A1CC-BDA883451B61}" type="pres">
      <dgm:prSet presAssocID="{A38825BE-7D59-40A9-ACF9-4278D6AC3C7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7303C5-D3FC-4581-BF30-9C935C330078}" type="pres">
      <dgm:prSet presAssocID="{83E353BB-0E59-4A7D-8387-8E43BB99A985}" presName="spacer" presStyleCnt="0"/>
      <dgm:spPr/>
    </dgm:pt>
    <dgm:pt modelId="{2B32E944-3DED-403A-AAD6-179F27031C5D}" type="pres">
      <dgm:prSet presAssocID="{4FEB8C67-AC1F-4C06-AE04-87A534D2B1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93764A6-2A87-4EF2-8A0E-1D5F18CB12D2}" type="pres">
      <dgm:prSet presAssocID="{A3CFC696-E7F1-4619-8930-E87DE434A19D}" presName="spacer" presStyleCnt="0"/>
      <dgm:spPr/>
    </dgm:pt>
    <dgm:pt modelId="{EFD7FD5B-FD7A-4C34-AA79-FE13926D7ED4}" type="pres">
      <dgm:prSet presAssocID="{3616C918-EC77-477F-95F4-B8CAE701CFD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01FD90-AF3B-49E8-9D77-FFE8E35F1220}" type="presOf" srcId="{3616C918-EC77-477F-95F4-B8CAE701CFD9}" destId="{EFD7FD5B-FD7A-4C34-AA79-FE13926D7ED4}" srcOrd="0" destOrd="0" presId="urn:microsoft.com/office/officeart/2005/8/layout/vList2"/>
    <dgm:cxn modelId="{712764AD-9479-43C8-914C-52F2FC9B72CE}" type="presOf" srcId="{48DA2C64-4127-429C-8BEE-969D3BAB8F40}" destId="{C2BFCC3D-715E-4A93-88A9-2E74F37B4016}" srcOrd="0" destOrd="0" presId="urn:microsoft.com/office/officeart/2005/8/layout/vList2"/>
    <dgm:cxn modelId="{B79333B6-A1B3-4C88-AF40-95F32E1764D8}" type="presOf" srcId="{A38825BE-7D59-40A9-ACF9-4278D6AC3C7C}" destId="{2D790C6B-7730-40B1-A1CC-BDA883451B61}" srcOrd="0" destOrd="0" presId="urn:microsoft.com/office/officeart/2005/8/layout/vList2"/>
    <dgm:cxn modelId="{592B61B8-55A0-4935-B392-9CA7D29E1316}" srcId="{48DA2C64-4127-429C-8BEE-969D3BAB8F40}" destId="{A38825BE-7D59-40A9-ACF9-4278D6AC3C7C}" srcOrd="1" destOrd="0" parTransId="{60985221-8475-4F04-BF59-672ED5AF2614}" sibTransId="{83E353BB-0E59-4A7D-8387-8E43BB99A985}"/>
    <dgm:cxn modelId="{0C4A58D6-0E5E-4556-AB49-CAF5A84568D0}" srcId="{48DA2C64-4127-429C-8BEE-969D3BAB8F40}" destId="{32250891-1BD3-444A-BAAD-13F28374F0DF}" srcOrd="0" destOrd="0" parTransId="{57513F29-B9B4-4793-93E5-C3954910EC9A}" sibTransId="{3546D473-17C9-4DF3-8EDF-EC537AB8B7FE}"/>
    <dgm:cxn modelId="{803A85DC-DE4C-4011-9141-678E1EFC71E5}" srcId="{48DA2C64-4127-429C-8BEE-969D3BAB8F40}" destId="{3616C918-EC77-477F-95F4-B8CAE701CFD9}" srcOrd="3" destOrd="0" parTransId="{B033B7C7-0FAF-4BE4-B741-90D41BB30D42}" sibTransId="{89F4E514-D4B1-405D-90E3-B1EAC6FB50BA}"/>
    <dgm:cxn modelId="{C48BDEE5-44B7-4CE4-AAC6-73DB11972880}" srcId="{48DA2C64-4127-429C-8BEE-969D3BAB8F40}" destId="{4FEB8C67-AC1F-4C06-AE04-87A534D2B1B6}" srcOrd="2" destOrd="0" parTransId="{C4157007-4548-4B24-9417-8D0082D4F7AF}" sibTransId="{A3CFC696-E7F1-4619-8930-E87DE434A19D}"/>
    <dgm:cxn modelId="{8EDCE5E6-6320-4067-9EC5-CDADC327AE1A}" type="presOf" srcId="{4FEB8C67-AC1F-4C06-AE04-87A534D2B1B6}" destId="{2B32E944-3DED-403A-AAD6-179F27031C5D}" srcOrd="0" destOrd="0" presId="urn:microsoft.com/office/officeart/2005/8/layout/vList2"/>
    <dgm:cxn modelId="{70A58CF9-93AE-411E-A992-C4D4D73DDAB8}" type="presOf" srcId="{32250891-1BD3-444A-BAAD-13F28374F0DF}" destId="{20C8013A-9C5C-4859-80E3-1046F4ED6A28}" srcOrd="0" destOrd="0" presId="urn:microsoft.com/office/officeart/2005/8/layout/vList2"/>
    <dgm:cxn modelId="{95204871-1F0E-4104-84C2-981AEDB6EA29}" type="presParOf" srcId="{C2BFCC3D-715E-4A93-88A9-2E74F37B4016}" destId="{20C8013A-9C5C-4859-80E3-1046F4ED6A28}" srcOrd="0" destOrd="0" presId="urn:microsoft.com/office/officeart/2005/8/layout/vList2"/>
    <dgm:cxn modelId="{74091284-B99A-4A3D-BE5B-DA2BD8DE9231}" type="presParOf" srcId="{C2BFCC3D-715E-4A93-88A9-2E74F37B4016}" destId="{FE4BFF7C-498E-445F-9EC2-BEDF2A179E9C}" srcOrd="1" destOrd="0" presId="urn:microsoft.com/office/officeart/2005/8/layout/vList2"/>
    <dgm:cxn modelId="{06C40D20-3C16-46F2-89DE-5B8B2C6C88CD}" type="presParOf" srcId="{C2BFCC3D-715E-4A93-88A9-2E74F37B4016}" destId="{2D790C6B-7730-40B1-A1CC-BDA883451B61}" srcOrd="2" destOrd="0" presId="urn:microsoft.com/office/officeart/2005/8/layout/vList2"/>
    <dgm:cxn modelId="{B8FB7139-3406-4D6E-AE59-94544C83B96F}" type="presParOf" srcId="{C2BFCC3D-715E-4A93-88A9-2E74F37B4016}" destId="{A47303C5-D3FC-4581-BF30-9C935C330078}" srcOrd="3" destOrd="0" presId="urn:microsoft.com/office/officeart/2005/8/layout/vList2"/>
    <dgm:cxn modelId="{45985266-427A-4CC3-B28E-1EB60B947F05}" type="presParOf" srcId="{C2BFCC3D-715E-4A93-88A9-2E74F37B4016}" destId="{2B32E944-3DED-403A-AAD6-179F27031C5D}" srcOrd="4" destOrd="0" presId="urn:microsoft.com/office/officeart/2005/8/layout/vList2"/>
    <dgm:cxn modelId="{CF7343C0-23FF-4C78-BA78-BC39FA7AC44E}" type="presParOf" srcId="{C2BFCC3D-715E-4A93-88A9-2E74F37B4016}" destId="{993764A6-2A87-4EF2-8A0E-1D5F18CB12D2}" srcOrd="5" destOrd="0" presId="urn:microsoft.com/office/officeart/2005/8/layout/vList2"/>
    <dgm:cxn modelId="{0B149B8F-1C2F-40D0-A20C-92104E80CB5B}" type="presParOf" srcId="{C2BFCC3D-715E-4A93-88A9-2E74F37B4016}" destId="{EFD7FD5B-FD7A-4C34-AA79-FE13926D7ED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7142BE7D-2093-4B18-AE0B-A7CFC730636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E6B7E0-1150-44BC-8B2D-CEAFC791A364}">
      <dgm:prSet/>
      <dgm:spPr/>
      <dgm:t>
        <a:bodyPr/>
        <a:lstStyle/>
        <a:p>
          <a:r>
            <a:rPr lang="uk-UA" b="0" i="0"/>
            <a:t>Заборона робітникам і службовцям самочинно змінювати місце своєї роботи.</a:t>
          </a:r>
          <a:endParaRPr lang="uk-UA"/>
        </a:p>
      </dgm:t>
    </dgm:pt>
    <dgm:pt modelId="{54E2F626-8D51-4F1A-9AB3-C8A8CA499B48}" type="parTrans" cxnId="{602AD77B-89B6-45D9-BF9F-9D20D3F56E29}">
      <dgm:prSet/>
      <dgm:spPr/>
      <dgm:t>
        <a:bodyPr/>
        <a:lstStyle/>
        <a:p>
          <a:endParaRPr lang="uk-UA"/>
        </a:p>
      </dgm:t>
    </dgm:pt>
    <dgm:pt modelId="{D9D91A0E-3717-4F93-A37E-5460A7BC3849}" type="sibTrans" cxnId="{602AD77B-89B6-45D9-BF9F-9D20D3F56E29}">
      <dgm:prSet/>
      <dgm:spPr/>
      <dgm:t>
        <a:bodyPr/>
        <a:lstStyle/>
        <a:p>
          <a:endParaRPr lang="uk-UA"/>
        </a:p>
      </dgm:t>
    </dgm:pt>
    <dgm:pt modelId="{2E3AC854-8419-4657-95E5-FA3AE82D3DB1}">
      <dgm:prSet/>
      <dgm:spPr/>
      <dgm:t>
        <a:bodyPr/>
        <a:lstStyle/>
        <a:p>
          <a:r>
            <a:rPr lang="uk-UA" b="0" i="0"/>
            <a:t>Упровадження державних позик і збільшення присадибного господарства колгоспників.</a:t>
          </a:r>
          <a:endParaRPr lang="uk-UA"/>
        </a:p>
      </dgm:t>
    </dgm:pt>
    <dgm:pt modelId="{987FD110-395B-4974-B788-60B0113245F1}" type="parTrans" cxnId="{0CFA51E6-B131-473D-ACC2-1C26BE487628}">
      <dgm:prSet/>
      <dgm:spPr/>
      <dgm:t>
        <a:bodyPr/>
        <a:lstStyle/>
        <a:p>
          <a:endParaRPr lang="uk-UA"/>
        </a:p>
      </dgm:t>
    </dgm:pt>
    <dgm:pt modelId="{9546502A-47F2-44E8-9608-91AA82B34FE2}" type="sibTrans" cxnId="{0CFA51E6-B131-473D-ACC2-1C26BE487628}">
      <dgm:prSet/>
      <dgm:spPr/>
      <dgm:t>
        <a:bodyPr/>
        <a:lstStyle/>
        <a:p>
          <a:endParaRPr lang="uk-UA"/>
        </a:p>
      </dgm:t>
    </dgm:pt>
    <dgm:pt modelId="{830B147A-73AE-4310-88E6-593A1D1B6CC4}">
      <dgm:prSet/>
      <dgm:spPr/>
      <dgm:t>
        <a:bodyPr/>
        <a:lstStyle/>
        <a:p>
          <a:r>
            <a:rPr lang="uk-UA" b="0" i="0"/>
            <a:t>Ведення широкомасштабного індустріального житлового будівництва</a:t>
          </a:r>
          <a:endParaRPr lang="uk-UA"/>
        </a:p>
      </dgm:t>
    </dgm:pt>
    <dgm:pt modelId="{532220A4-474C-42AE-90AA-4DBD03D9A2F7}" type="parTrans" cxnId="{1594E71A-CD83-4348-AB84-B70548D56FDF}">
      <dgm:prSet/>
      <dgm:spPr/>
      <dgm:t>
        <a:bodyPr/>
        <a:lstStyle/>
        <a:p>
          <a:endParaRPr lang="uk-UA"/>
        </a:p>
      </dgm:t>
    </dgm:pt>
    <dgm:pt modelId="{0FE3C551-0524-4ABF-B5BF-2E95AEF02906}" type="sibTrans" cxnId="{1594E71A-CD83-4348-AB84-B70548D56FDF}">
      <dgm:prSet/>
      <dgm:spPr/>
      <dgm:t>
        <a:bodyPr/>
        <a:lstStyle/>
        <a:p>
          <a:endParaRPr lang="uk-UA"/>
        </a:p>
      </dgm:t>
    </dgm:pt>
    <dgm:pt modelId="{2B398DD1-9CD0-47F7-AB45-D7D9D20C3188}" type="pres">
      <dgm:prSet presAssocID="{7142BE7D-2093-4B18-AE0B-A7CFC7306366}" presName="vert0" presStyleCnt="0">
        <dgm:presLayoutVars>
          <dgm:dir/>
          <dgm:animOne val="branch"/>
          <dgm:animLvl val="lvl"/>
        </dgm:presLayoutVars>
      </dgm:prSet>
      <dgm:spPr/>
    </dgm:pt>
    <dgm:pt modelId="{B7A58DF3-9194-44B2-A81F-386B6A533FF3}" type="pres">
      <dgm:prSet presAssocID="{9DE6B7E0-1150-44BC-8B2D-CEAFC791A364}" presName="thickLine" presStyleLbl="alignNode1" presStyleIdx="0" presStyleCnt="3"/>
      <dgm:spPr/>
    </dgm:pt>
    <dgm:pt modelId="{AB49309E-9486-477A-A986-6B772E5CC0C3}" type="pres">
      <dgm:prSet presAssocID="{9DE6B7E0-1150-44BC-8B2D-CEAFC791A364}" presName="horz1" presStyleCnt="0"/>
      <dgm:spPr/>
    </dgm:pt>
    <dgm:pt modelId="{E1ABFB45-E1BD-4F68-B6BD-F4F89F67C6ED}" type="pres">
      <dgm:prSet presAssocID="{9DE6B7E0-1150-44BC-8B2D-CEAFC791A364}" presName="tx1" presStyleLbl="revTx" presStyleIdx="0" presStyleCnt="3"/>
      <dgm:spPr/>
    </dgm:pt>
    <dgm:pt modelId="{C7AACBE3-B92D-4769-8F46-3B9960F38914}" type="pres">
      <dgm:prSet presAssocID="{9DE6B7E0-1150-44BC-8B2D-CEAFC791A364}" presName="vert1" presStyleCnt="0"/>
      <dgm:spPr/>
    </dgm:pt>
    <dgm:pt modelId="{ED5B76D1-72A4-41B1-A44D-6CD9B6352DF6}" type="pres">
      <dgm:prSet presAssocID="{2E3AC854-8419-4657-95E5-FA3AE82D3DB1}" presName="thickLine" presStyleLbl="alignNode1" presStyleIdx="1" presStyleCnt="3"/>
      <dgm:spPr/>
    </dgm:pt>
    <dgm:pt modelId="{74BD5080-5F03-4D09-9FA4-2F3D8506B388}" type="pres">
      <dgm:prSet presAssocID="{2E3AC854-8419-4657-95E5-FA3AE82D3DB1}" presName="horz1" presStyleCnt="0"/>
      <dgm:spPr/>
    </dgm:pt>
    <dgm:pt modelId="{BDA1D88B-290F-4E84-BB7F-8A489328AD40}" type="pres">
      <dgm:prSet presAssocID="{2E3AC854-8419-4657-95E5-FA3AE82D3DB1}" presName="tx1" presStyleLbl="revTx" presStyleIdx="1" presStyleCnt="3"/>
      <dgm:spPr/>
    </dgm:pt>
    <dgm:pt modelId="{82BB2DBD-3FAD-4D92-8A33-5ADFE11F60B2}" type="pres">
      <dgm:prSet presAssocID="{2E3AC854-8419-4657-95E5-FA3AE82D3DB1}" presName="vert1" presStyleCnt="0"/>
      <dgm:spPr/>
    </dgm:pt>
    <dgm:pt modelId="{AAE5F32B-BF1A-41AC-A0E1-50EAB7CA90BB}" type="pres">
      <dgm:prSet presAssocID="{830B147A-73AE-4310-88E6-593A1D1B6CC4}" presName="thickLine" presStyleLbl="alignNode1" presStyleIdx="2" presStyleCnt="3"/>
      <dgm:spPr/>
    </dgm:pt>
    <dgm:pt modelId="{27AB98CC-0BA0-4E54-8F40-A3914CE8BFB8}" type="pres">
      <dgm:prSet presAssocID="{830B147A-73AE-4310-88E6-593A1D1B6CC4}" presName="horz1" presStyleCnt="0"/>
      <dgm:spPr/>
    </dgm:pt>
    <dgm:pt modelId="{872FDFF4-A40E-42B8-9632-40C797097628}" type="pres">
      <dgm:prSet presAssocID="{830B147A-73AE-4310-88E6-593A1D1B6CC4}" presName="tx1" presStyleLbl="revTx" presStyleIdx="2" presStyleCnt="3"/>
      <dgm:spPr/>
    </dgm:pt>
    <dgm:pt modelId="{3E5D86BB-C8AA-4A68-9D08-F409CA3520BA}" type="pres">
      <dgm:prSet presAssocID="{830B147A-73AE-4310-88E6-593A1D1B6CC4}" presName="vert1" presStyleCnt="0"/>
      <dgm:spPr/>
    </dgm:pt>
  </dgm:ptLst>
  <dgm:cxnLst>
    <dgm:cxn modelId="{1594E71A-CD83-4348-AB84-B70548D56FDF}" srcId="{7142BE7D-2093-4B18-AE0B-A7CFC7306366}" destId="{830B147A-73AE-4310-88E6-593A1D1B6CC4}" srcOrd="2" destOrd="0" parTransId="{532220A4-474C-42AE-90AA-4DBD03D9A2F7}" sibTransId="{0FE3C551-0524-4ABF-B5BF-2E95AEF02906}"/>
    <dgm:cxn modelId="{602AD77B-89B6-45D9-BF9F-9D20D3F56E29}" srcId="{7142BE7D-2093-4B18-AE0B-A7CFC7306366}" destId="{9DE6B7E0-1150-44BC-8B2D-CEAFC791A364}" srcOrd="0" destOrd="0" parTransId="{54E2F626-8D51-4F1A-9AB3-C8A8CA499B48}" sibTransId="{D9D91A0E-3717-4F93-A37E-5460A7BC3849}"/>
    <dgm:cxn modelId="{ABBB9CA1-FC3C-4D36-9414-8C8E7FB0667A}" type="presOf" srcId="{2E3AC854-8419-4657-95E5-FA3AE82D3DB1}" destId="{BDA1D88B-290F-4E84-BB7F-8A489328AD40}" srcOrd="0" destOrd="0" presId="urn:microsoft.com/office/officeart/2008/layout/LinedList"/>
    <dgm:cxn modelId="{7CDACBC9-3FFE-4005-AAAD-8CA2C4544A8D}" type="presOf" srcId="{9DE6B7E0-1150-44BC-8B2D-CEAFC791A364}" destId="{E1ABFB45-E1BD-4F68-B6BD-F4F89F67C6ED}" srcOrd="0" destOrd="0" presId="urn:microsoft.com/office/officeart/2008/layout/LinedList"/>
    <dgm:cxn modelId="{6D307ED8-6299-45A1-AE80-09EAB39D5B5A}" type="presOf" srcId="{7142BE7D-2093-4B18-AE0B-A7CFC7306366}" destId="{2B398DD1-9CD0-47F7-AB45-D7D9D20C3188}" srcOrd="0" destOrd="0" presId="urn:microsoft.com/office/officeart/2008/layout/LinedList"/>
    <dgm:cxn modelId="{EC66E2E1-6901-4227-ACE3-32E6D1613F90}" type="presOf" srcId="{830B147A-73AE-4310-88E6-593A1D1B6CC4}" destId="{872FDFF4-A40E-42B8-9632-40C797097628}" srcOrd="0" destOrd="0" presId="urn:microsoft.com/office/officeart/2008/layout/LinedList"/>
    <dgm:cxn modelId="{0CFA51E6-B131-473D-ACC2-1C26BE487628}" srcId="{7142BE7D-2093-4B18-AE0B-A7CFC7306366}" destId="{2E3AC854-8419-4657-95E5-FA3AE82D3DB1}" srcOrd="1" destOrd="0" parTransId="{987FD110-395B-4974-B788-60B0113245F1}" sibTransId="{9546502A-47F2-44E8-9608-91AA82B34FE2}"/>
    <dgm:cxn modelId="{801B3F45-8603-492E-85BD-726B002C4363}" type="presParOf" srcId="{2B398DD1-9CD0-47F7-AB45-D7D9D20C3188}" destId="{B7A58DF3-9194-44B2-A81F-386B6A533FF3}" srcOrd="0" destOrd="0" presId="urn:microsoft.com/office/officeart/2008/layout/LinedList"/>
    <dgm:cxn modelId="{82B59F1C-4366-46CB-8E26-18954A309ECB}" type="presParOf" srcId="{2B398DD1-9CD0-47F7-AB45-D7D9D20C3188}" destId="{AB49309E-9486-477A-A986-6B772E5CC0C3}" srcOrd="1" destOrd="0" presId="urn:microsoft.com/office/officeart/2008/layout/LinedList"/>
    <dgm:cxn modelId="{E06E88F0-23F0-4E0A-9758-41372D5D29D4}" type="presParOf" srcId="{AB49309E-9486-477A-A986-6B772E5CC0C3}" destId="{E1ABFB45-E1BD-4F68-B6BD-F4F89F67C6ED}" srcOrd="0" destOrd="0" presId="urn:microsoft.com/office/officeart/2008/layout/LinedList"/>
    <dgm:cxn modelId="{E5A5F528-C498-4226-8A9B-3CA11E507CDD}" type="presParOf" srcId="{AB49309E-9486-477A-A986-6B772E5CC0C3}" destId="{C7AACBE3-B92D-4769-8F46-3B9960F38914}" srcOrd="1" destOrd="0" presId="urn:microsoft.com/office/officeart/2008/layout/LinedList"/>
    <dgm:cxn modelId="{6D19A21E-F40D-4932-89A0-29A8AA6E7580}" type="presParOf" srcId="{2B398DD1-9CD0-47F7-AB45-D7D9D20C3188}" destId="{ED5B76D1-72A4-41B1-A44D-6CD9B6352DF6}" srcOrd="2" destOrd="0" presId="urn:microsoft.com/office/officeart/2008/layout/LinedList"/>
    <dgm:cxn modelId="{DC808E59-6000-4CF1-951E-DD09BA8F4D9F}" type="presParOf" srcId="{2B398DD1-9CD0-47F7-AB45-D7D9D20C3188}" destId="{74BD5080-5F03-4D09-9FA4-2F3D8506B388}" srcOrd="3" destOrd="0" presId="urn:microsoft.com/office/officeart/2008/layout/LinedList"/>
    <dgm:cxn modelId="{0EF3359A-B876-4FAD-A719-FD1AC8194A77}" type="presParOf" srcId="{74BD5080-5F03-4D09-9FA4-2F3D8506B388}" destId="{BDA1D88B-290F-4E84-BB7F-8A489328AD40}" srcOrd="0" destOrd="0" presId="urn:microsoft.com/office/officeart/2008/layout/LinedList"/>
    <dgm:cxn modelId="{2B606B91-D0BC-416E-A713-2435EA5BEB51}" type="presParOf" srcId="{74BD5080-5F03-4D09-9FA4-2F3D8506B388}" destId="{82BB2DBD-3FAD-4D92-8A33-5ADFE11F60B2}" srcOrd="1" destOrd="0" presId="urn:microsoft.com/office/officeart/2008/layout/LinedList"/>
    <dgm:cxn modelId="{6C7413EA-2094-4E3A-A3C0-3B2A43EDB30B}" type="presParOf" srcId="{2B398DD1-9CD0-47F7-AB45-D7D9D20C3188}" destId="{AAE5F32B-BF1A-41AC-A0E1-50EAB7CA90BB}" srcOrd="4" destOrd="0" presId="urn:microsoft.com/office/officeart/2008/layout/LinedList"/>
    <dgm:cxn modelId="{8143B254-8008-43BF-8158-8520B5635508}" type="presParOf" srcId="{2B398DD1-9CD0-47F7-AB45-D7D9D20C3188}" destId="{27AB98CC-0BA0-4E54-8F40-A3914CE8BFB8}" srcOrd="5" destOrd="0" presId="urn:microsoft.com/office/officeart/2008/layout/LinedList"/>
    <dgm:cxn modelId="{58381CE3-CDE6-4F0B-9B31-7E9EF496887E}" type="presParOf" srcId="{27AB98CC-0BA0-4E54-8F40-A3914CE8BFB8}" destId="{872FDFF4-A40E-42B8-9632-40C797097628}" srcOrd="0" destOrd="0" presId="urn:microsoft.com/office/officeart/2008/layout/LinedList"/>
    <dgm:cxn modelId="{D12A81F0-447F-4826-B02D-659A6B34CD7F}" type="presParOf" srcId="{27AB98CC-0BA0-4E54-8F40-A3914CE8BFB8}" destId="{3E5D86BB-C8AA-4A68-9D08-F409CA3520B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1D087319-C2FB-4421-9FDF-074BBBA0364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5D1A002-F7E9-4F43-A340-412F0BC5D56C}">
      <dgm:prSet/>
      <dgm:spPr/>
      <dgm:t>
        <a:bodyPr/>
        <a:lstStyle/>
        <a:p>
          <a:r>
            <a:rPr lang="ru-RU" b="0" i="0"/>
            <a:t>Створення сфери побутових послуг і системи громадського харчування.</a:t>
          </a:r>
          <a:endParaRPr lang="uk-UA"/>
        </a:p>
      </dgm:t>
    </dgm:pt>
    <dgm:pt modelId="{50D3C91C-AF1E-4DBC-958B-E93B797A66D8}" type="parTrans" cxnId="{49952234-43AC-4118-8232-BCB0EEFD2439}">
      <dgm:prSet/>
      <dgm:spPr/>
      <dgm:t>
        <a:bodyPr/>
        <a:lstStyle/>
        <a:p>
          <a:endParaRPr lang="uk-UA"/>
        </a:p>
      </dgm:t>
    </dgm:pt>
    <dgm:pt modelId="{AFE06645-7A1B-4686-B3CB-D906E564DD78}" type="sibTrans" cxnId="{49952234-43AC-4118-8232-BCB0EEFD2439}">
      <dgm:prSet/>
      <dgm:spPr/>
      <dgm:t>
        <a:bodyPr/>
        <a:lstStyle/>
        <a:p>
          <a:endParaRPr lang="uk-UA"/>
        </a:p>
      </dgm:t>
    </dgm:pt>
    <dgm:pt modelId="{5B8C4FAD-03FF-47AB-AA6A-45FFF7DEF6F9}">
      <dgm:prSet/>
      <dgm:spPr/>
      <dgm:t>
        <a:bodyPr/>
        <a:lstStyle/>
        <a:p>
          <a:r>
            <a:rPr lang="ru-RU" b="0" i="0"/>
            <a:t>Установлення щомісячного авансування та пенсій за віком для колгоспників.</a:t>
          </a:r>
          <a:endParaRPr lang="uk-UA"/>
        </a:p>
      </dgm:t>
    </dgm:pt>
    <dgm:pt modelId="{973024DB-8C70-4D90-BF65-52FD1F4D8291}" type="parTrans" cxnId="{806706FA-4ED6-4ABD-BEAB-2226CBC76544}">
      <dgm:prSet/>
      <dgm:spPr/>
      <dgm:t>
        <a:bodyPr/>
        <a:lstStyle/>
        <a:p>
          <a:endParaRPr lang="uk-UA"/>
        </a:p>
      </dgm:t>
    </dgm:pt>
    <dgm:pt modelId="{00F8CC27-44E9-4581-A552-B68C8D21B501}" type="sibTrans" cxnId="{806706FA-4ED6-4ABD-BEAB-2226CBC76544}">
      <dgm:prSet/>
      <dgm:spPr/>
      <dgm:t>
        <a:bodyPr/>
        <a:lstStyle/>
        <a:p>
          <a:endParaRPr lang="uk-UA"/>
        </a:p>
      </dgm:t>
    </dgm:pt>
    <dgm:pt modelId="{4940E857-4473-4443-9DF3-B4E18C98FE5F}">
      <dgm:prSet/>
      <dgm:spPr/>
      <dgm:t>
        <a:bodyPr/>
        <a:lstStyle/>
        <a:p>
          <a:r>
            <a:rPr lang="ru-RU" b="0" i="0"/>
            <a:t>Підвищення рівня оплати праці, упровадження п’ятиденного робочого тижня.</a:t>
          </a:r>
          <a:endParaRPr lang="uk-UA"/>
        </a:p>
      </dgm:t>
    </dgm:pt>
    <dgm:pt modelId="{57F9A07B-4A24-4AFD-96B9-19083441E238}" type="parTrans" cxnId="{C85371CB-B620-472B-8F07-C7BC6A23F649}">
      <dgm:prSet/>
      <dgm:spPr/>
      <dgm:t>
        <a:bodyPr/>
        <a:lstStyle/>
        <a:p>
          <a:endParaRPr lang="uk-UA"/>
        </a:p>
      </dgm:t>
    </dgm:pt>
    <dgm:pt modelId="{52CA4901-1261-4323-B552-87C70D75146B}" type="sibTrans" cxnId="{C85371CB-B620-472B-8F07-C7BC6A23F649}">
      <dgm:prSet/>
      <dgm:spPr/>
      <dgm:t>
        <a:bodyPr/>
        <a:lstStyle/>
        <a:p>
          <a:endParaRPr lang="uk-UA"/>
        </a:p>
      </dgm:t>
    </dgm:pt>
    <dgm:pt modelId="{770AA3B1-D6B0-4441-A47B-393689C08D79}" type="pres">
      <dgm:prSet presAssocID="{1D087319-C2FB-4421-9FDF-074BBBA03649}" presName="vert0" presStyleCnt="0">
        <dgm:presLayoutVars>
          <dgm:dir/>
          <dgm:animOne val="branch"/>
          <dgm:animLvl val="lvl"/>
        </dgm:presLayoutVars>
      </dgm:prSet>
      <dgm:spPr/>
    </dgm:pt>
    <dgm:pt modelId="{AD1026DE-CF11-4FFA-9327-708E1124A9AD}" type="pres">
      <dgm:prSet presAssocID="{45D1A002-F7E9-4F43-A340-412F0BC5D56C}" presName="thickLine" presStyleLbl="alignNode1" presStyleIdx="0" presStyleCnt="3"/>
      <dgm:spPr/>
    </dgm:pt>
    <dgm:pt modelId="{7A423248-FDD9-440C-B337-1401FCF0982F}" type="pres">
      <dgm:prSet presAssocID="{45D1A002-F7E9-4F43-A340-412F0BC5D56C}" presName="horz1" presStyleCnt="0"/>
      <dgm:spPr/>
    </dgm:pt>
    <dgm:pt modelId="{93A9ED3F-801C-4EDB-BB71-37C7B7F8AE99}" type="pres">
      <dgm:prSet presAssocID="{45D1A002-F7E9-4F43-A340-412F0BC5D56C}" presName="tx1" presStyleLbl="revTx" presStyleIdx="0" presStyleCnt="3"/>
      <dgm:spPr/>
    </dgm:pt>
    <dgm:pt modelId="{E77FC4EB-9F59-4F0D-8684-81AD7FE8C784}" type="pres">
      <dgm:prSet presAssocID="{45D1A002-F7E9-4F43-A340-412F0BC5D56C}" presName="vert1" presStyleCnt="0"/>
      <dgm:spPr/>
    </dgm:pt>
    <dgm:pt modelId="{8783F7B8-9B3A-46F0-AFFC-5DCD78A6EB1E}" type="pres">
      <dgm:prSet presAssocID="{5B8C4FAD-03FF-47AB-AA6A-45FFF7DEF6F9}" presName="thickLine" presStyleLbl="alignNode1" presStyleIdx="1" presStyleCnt="3"/>
      <dgm:spPr/>
    </dgm:pt>
    <dgm:pt modelId="{646939FC-3BD4-49BA-B023-BE5D3FF6CC37}" type="pres">
      <dgm:prSet presAssocID="{5B8C4FAD-03FF-47AB-AA6A-45FFF7DEF6F9}" presName="horz1" presStyleCnt="0"/>
      <dgm:spPr/>
    </dgm:pt>
    <dgm:pt modelId="{198944CA-0C66-44EE-8C0A-4A3A6DC3A7F0}" type="pres">
      <dgm:prSet presAssocID="{5B8C4FAD-03FF-47AB-AA6A-45FFF7DEF6F9}" presName="tx1" presStyleLbl="revTx" presStyleIdx="1" presStyleCnt="3"/>
      <dgm:spPr/>
    </dgm:pt>
    <dgm:pt modelId="{D08D26F7-8A93-4ED8-A575-19C61790C2AA}" type="pres">
      <dgm:prSet presAssocID="{5B8C4FAD-03FF-47AB-AA6A-45FFF7DEF6F9}" presName="vert1" presStyleCnt="0"/>
      <dgm:spPr/>
    </dgm:pt>
    <dgm:pt modelId="{5710D4CD-0C00-4AD7-96E5-4A5E25A83E03}" type="pres">
      <dgm:prSet presAssocID="{4940E857-4473-4443-9DF3-B4E18C98FE5F}" presName="thickLine" presStyleLbl="alignNode1" presStyleIdx="2" presStyleCnt="3"/>
      <dgm:spPr/>
    </dgm:pt>
    <dgm:pt modelId="{5D8A6B90-018B-4BD3-A87B-CFCFA9E629B0}" type="pres">
      <dgm:prSet presAssocID="{4940E857-4473-4443-9DF3-B4E18C98FE5F}" presName="horz1" presStyleCnt="0"/>
      <dgm:spPr/>
    </dgm:pt>
    <dgm:pt modelId="{EE90F956-9F9A-4A0B-AE48-D35E34D0B365}" type="pres">
      <dgm:prSet presAssocID="{4940E857-4473-4443-9DF3-B4E18C98FE5F}" presName="tx1" presStyleLbl="revTx" presStyleIdx="2" presStyleCnt="3"/>
      <dgm:spPr/>
    </dgm:pt>
    <dgm:pt modelId="{20F2D501-79B8-4543-AC85-8BFF8E4E886E}" type="pres">
      <dgm:prSet presAssocID="{4940E857-4473-4443-9DF3-B4E18C98FE5F}" presName="vert1" presStyleCnt="0"/>
      <dgm:spPr/>
    </dgm:pt>
  </dgm:ptLst>
  <dgm:cxnLst>
    <dgm:cxn modelId="{09E96311-6A56-4F0F-87AB-97BB325CBFAB}" type="presOf" srcId="{45D1A002-F7E9-4F43-A340-412F0BC5D56C}" destId="{93A9ED3F-801C-4EDB-BB71-37C7B7F8AE99}" srcOrd="0" destOrd="0" presId="urn:microsoft.com/office/officeart/2008/layout/LinedList"/>
    <dgm:cxn modelId="{38876127-73B8-4E09-A57B-07189DDFD2FC}" type="presOf" srcId="{1D087319-C2FB-4421-9FDF-074BBBA03649}" destId="{770AA3B1-D6B0-4441-A47B-393689C08D79}" srcOrd="0" destOrd="0" presId="urn:microsoft.com/office/officeart/2008/layout/LinedList"/>
    <dgm:cxn modelId="{49952234-43AC-4118-8232-BCB0EEFD2439}" srcId="{1D087319-C2FB-4421-9FDF-074BBBA03649}" destId="{45D1A002-F7E9-4F43-A340-412F0BC5D56C}" srcOrd="0" destOrd="0" parTransId="{50D3C91C-AF1E-4DBC-958B-E93B797A66D8}" sibTransId="{AFE06645-7A1B-4686-B3CB-D906E564DD78}"/>
    <dgm:cxn modelId="{6AAEB27F-DF02-45DB-8A04-B56E8F664D81}" type="presOf" srcId="{5B8C4FAD-03FF-47AB-AA6A-45FFF7DEF6F9}" destId="{198944CA-0C66-44EE-8C0A-4A3A6DC3A7F0}" srcOrd="0" destOrd="0" presId="urn:microsoft.com/office/officeart/2008/layout/LinedList"/>
    <dgm:cxn modelId="{E0812F8F-4E23-42EA-9F05-5EA0F84E4E31}" type="presOf" srcId="{4940E857-4473-4443-9DF3-B4E18C98FE5F}" destId="{EE90F956-9F9A-4A0B-AE48-D35E34D0B365}" srcOrd="0" destOrd="0" presId="urn:microsoft.com/office/officeart/2008/layout/LinedList"/>
    <dgm:cxn modelId="{C85371CB-B620-472B-8F07-C7BC6A23F649}" srcId="{1D087319-C2FB-4421-9FDF-074BBBA03649}" destId="{4940E857-4473-4443-9DF3-B4E18C98FE5F}" srcOrd="2" destOrd="0" parTransId="{57F9A07B-4A24-4AFD-96B9-19083441E238}" sibTransId="{52CA4901-1261-4323-B552-87C70D75146B}"/>
    <dgm:cxn modelId="{806706FA-4ED6-4ABD-BEAB-2226CBC76544}" srcId="{1D087319-C2FB-4421-9FDF-074BBBA03649}" destId="{5B8C4FAD-03FF-47AB-AA6A-45FFF7DEF6F9}" srcOrd="1" destOrd="0" parTransId="{973024DB-8C70-4D90-BF65-52FD1F4D8291}" sibTransId="{00F8CC27-44E9-4581-A552-B68C8D21B501}"/>
    <dgm:cxn modelId="{3F333F94-7B3E-4F33-8566-B4FFB0E4FB33}" type="presParOf" srcId="{770AA3B1-D6B0-4441-A47B-393689C08D79}" destId="{AD1026DE-CF11-4FFA-9327-708E1124A9AD}" srcOrd="0" destOrd="0" presId="urn:microsoft.com/office/officeart/2008/layout/LinedList"/>
    <dgm:cxn modelId="{180D3AC6-039F-468E-8D79-9EF6C7E390EF}" type="presParOf" srcId="{770AA3B1-D6B0-4441-A47B-393689C08D79}" destId="{7A423248-FDD9-440C-B337-1401FCF0982F}" srcOrd="1" destOrd="0" presId="urn:microsoft.com/office/officeart/2008/layout/LinedList"/>
    <dgm:cxn modelId="{91EDC47F-14F0-4D2D-86FC-5754BFE888A5}" type="presParOf" srcId="{7A423248-FDD9-440C-B337-1401FCF0982F}" destId="{93A9ED3F-801C-4EDB-BB71-37C7B7F8AE99}" srcOrd="0" destOrd="0" presId="urn:microsoft.com/office/officeart/2008/layout/LinedList"/>
    <dgm:cxn modelId="{D1A30A70-438D-446E-87D4-4B78D1EAAB02}" type="presParOf" srcId="{7A423248-FDD9-440C-B337-1401FCF0982F}" destId="{E77FC4EB-9F59-4F0D-8684-81AD7FE8C784}" srcOrd="1" destOrd="0" presId="urn:microsoft.com/office/officeart/2008/layout/LinedList"/>
    <dgm:cxn modelId="{8F186BE6-2798-4F37-A795-3112DB11E50C}" type="presParOf" srcId="{770AA3B1-D6B0-4441-A47B-393689C08D79}" destId="{8783F7B8-9B3A-46F0-AFFC-5DCD78A6EB1E}" srcOrd="2" destOrd="0" presId="urn:microsoft.com/office/officeart/2008/layout/LinedList"/>
    <dgm:cxn modelId="{F24B1273-6ABC-489C-8096-CDA6EFFB70E4}" type="presParOf" srcId="{770AA3B1-D6B0-4441-A47B-393689C08D79}" destId="{646939FC-3BD4-49BA-B023-BE5D3FF6CC37}" srcOrd="3" destOrd="0" presId="urn:microsoft.com/office/officeart/2008/layout/LinedList"/>
    <dgm:cxn modelId="{54FDFC56-859D-44FA-A610-44890BFBF0D6}" type="presParOf" srcId="{646939FC-3BD4-49BA-B023-BE5D3FF6CC37}" destId="{198944CA-0C66-44EE-8C0A-4A3A6DC3A7F0}" srcOrd="0" destOrd="0" presId="urn:microsoft.com/office/officeart/2008/layout/LinedList"/>
    <dgm:cxn modelId="{9862BB19-B0F2-4ADE-B793-FA8D7FE31D3B}" type="presParOf" srcId="{646939FC-3BD4-49BA-B023-BE5D3FF6CC37}" destId="{D08D26F7-8A93-4ED8-A575-19C61790C2AA}" srcOrd="1" destOrd="0" presId="urn:microsoft.com/office/officeart/2008/layout/LinedList"/>
    <dgm:cxn modelId="{8DBAF290-B295-4842-947C-0CC3A0118D7D}" type="presParOf" srcId="{770AA3B1-D6B0-4441-A47B-393689C08D79}" destId="{5710D4CD-0C00-4AD7-96E5-4A5E25A83E03}" srcOrd="4" destOrd="0" presId="urn:microsoft.com/office/officeart/2008/layout/LinedList"/>
    <dgm:cxn modelId="{AAFCC44A-3720-48FB-9DAB-56D251B2184C}" type="presParOf" srcId="{770AA3B1-D6B0-4441-A47B-393689C08D79}" destId="{5D8A6B90-018B-4BD3-A87B-CFCFA9E629B0}" srcOrd="5" destOrd="0" presId="urn:microsoft.com/office/officeart/2008/layout/LinedList"/>
    <dgm:cxn modelId="{7FCC5D6C-733D-4CD8-9313-228CFA65CB94}" type="presParOf" srcId="{5D8A6B90-018B-4BD3-A87B-CFCFA9E629B0}" destId="{EE90F956-9F9A-4A0B-AE48-D35E34D0B365}" srcOrd="0" destOrd="0" presId="urn:microsoft.com/office/officeart/2008/layout/LinedList"/>
    <dgm:cxn modelId="{610038E9-A1EB-4BC1-A92D-7AFF35FB1D03}" type="presParOf" srcId="{5D8A6B90-018B-4BD3-A87B-CFCFA9E629B0}" destId="{20F2D501-79B8-4543-AC85-8BFF8E4E88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E3C72151-B9C6-4299-AC67-6B9FE46A312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0C8CF3F-FCA2-4234-AC2C-2C6A8FFFD946}">
      <dgm:prSet/>
      <dgm:spPr/>
      <dgm:t>
        <a:bodyPr/>
        <a:lstStyle/>
        <a:p>
          <a:r>
            <a:rPr lang="ru-RU" b="0" i="0"/>
            <a:t>однієї з «надпрограм» М. Хрущова.</a:t>
          </a:r>
          <a:endParaRPr lang="uk-UA"/>
        </a:p>
      </dgm:t>
    </dgm:pt>
    <dgm:pt modelId="{D9BA8201-F880-473C-9F65-0AA1E132CF3D}" type="parTrans" cxnId="{D1506068-77E1-49DB-ABF6-F2BBB09ED956}">
      <dgm:prSet/>
      <dgm:spPr/>
      <dgm:t>
        <a:bodyPr/>
        <a:lstStyle/>
        <a:p>
          <a:endParaRPr lang="uk-UA"/>
        </a:p>
      </dgm:t>
    </dgm:pt>
    <dgm:pt modelId="{418A9A0A-46C9-4480-8B62-F65826D4C0A4}" type="sibTrans" cxnId="{D1506068-77E1-49DB-ABF6-F2BBB09ED956}">
      <dgm:prSet/>
      <dgm:spPr/>
      <dgm:t>
        <a:bodyPr/>
        <a:lstStyle/>
        <a:p>
          <a:endParaRPr lang="uk-UA"/>
        </a:p>
      </dgm:t>
    </dgm:pt>
    <dgm:pt modelId="{22DCFC66-4F96-4886-A559-2E41CE531F4F}">
      <dgm:prSet/>
      <dgm:spPr/>
      <dgm:t>
        <a:bodyPr/>
        <a:lstStyle/>
        <a:p>
          <a:r>
            <a:rPr lang="ru-RU" b="0" i="0"/>
            <a:t>економічних «реформ О. Косигіна».</a:t>
          </a:r>
          <a:endParaRPr lang="uk-UA"/>
        </a:p>
      </dgm:t>
    </dgm:pt>
    <dgm:pt modelId="{D96E209F-8EA6-42FF-8A17-958BD6B55004}" type="parTrans" cxnId="{4A6A8526-3D42-4F20-9DD9-09431630DDDA}">
      <dgm:prSet/>
      <dgm:spPr/>
      <dgm:t>
        <a:bodyPr/>
        <a:lstStyle/>
        <a:p>
          <a:endParaRPr lang="uk-UA"/>
        </a:p>
      </dgm:t>
    </dgm:pt>
    <dgm:pt modelId="{546C579C-9171-4342-ADFC-F98C1969B23D}" type="sibTrans" cxnId="{4A6A8526-3D42-4F20-9DD9-09431630DDDA}">
      <dgm:prSet/>
      <dgm:spPr/>
      <dgm:t>
        <a:bodyPr/>
        <a:lstStyle/>
        <a:p>
          <a:endParaRPr lang="uk-UA"/>
        </a:p>
      </dgm:t>
    </dgm:pt>
    <dgm:pt modelId="{115FD466-B748-4D1D-8375-6AAB069FBE2D}">
      <dgm:prSet/>
      <dgm:spPr/>
      <dgm:t>
        <a:bodyPr/>
        <a:lstStyle/>
        <a:p>
          <a:r>
            <a:rPr lang="ru-RU" b="0" i="0"/>
            <a:t>Продовольчої програми Л. Брежнєва.</a:t>
          </a:r>
          <a:endParaRPr lang="uk-UA"/>
        </a:p>
      </dgm:t>
    </dgm:pt>
    <dgm:pt modelId="{265426E9-6FA8-4F95-8D51-FCC3A18A789C}" type="parTrans" cxnId="{F6CC625B-DAF6-4B91-A80E-1F6499AA4B49}">
      <dgm:prSet/>
      <dgm:spPr/>
      <dgm:t>
        <a:bodyPr/>
        <a:lstStyle/>
        <a:p>
          <a:endParaRPr lang="uk-UA"/>
        </a:p>
      </dgm:t>
    </dgm:pt>
    <dgm:pt modelId="{45E5C0B6-6F75-49DA-B467-133AEC091437}" type="sibTrans" cxnId="{F6CC625B-DAF6-4B91-A80E-1F6499AA4B49}">
      <dgm:prSet/>
      <dgm:spPr/>
      <dgm:t>
        <a:bodyPr/>
        <a:lstStyle/>
        <a:p>
          <a:endParaRPr lang="uk-UA"/>
        </a:p>
      </dgm:t>
    </dgm:pt>
    <dgm:pt modelId="{1D31E689-3EB8-4F9C-9CB1-FE027DCB9ECE}">
      <dgm:prSet/>
      <dgm:spPr/>
      <dgm:t>
        <a:bodyPr/>
        <a:lstStyle/>
        <a:p>
          <a:r>
            <a:rPr lang="ru-RU" b="0" i="0"/>
            <a:t>політики «прискорення» М. Горбачова.</a:t>
          </a:r>
          <a:endParaRPr lang="uk-UA"/>
        </a:p>
      </dgm:t>
    </dgm:pt>
    <dgm:pt modelId="{8D20D7B6-1BA2-47B1-AEED-379D1DED56C2}" type="parTrans" cxnId="{B77D52D5-ACF4-40CD-B654-FE5C642E330F}">
      <dgm:prSet/>
      <dgm:spPr/>
      <dgm:t>
        <a:bodyPr/>
        <a:lstStyle/>
        <a:p>
          <a:endParaRPr lang="uk-UA"/>
        </a:p>
      </dgm:t>
    </dgm:pt>
    <dgm:pt modelId="{7F572401-020F-4EAA-9820-E8ECF5333125}" type="sibTrans" cxnId="{B77D52D5-ACF4-40CD-B654-FE5C642E330F}">
      <dgm:prSet/>
      <dgm:spPr/>
      <dgm:t>
        <a:bodyPr/>
        <a:lstStyle/>
        <a:p>
          <a:endParaRPr lang="uk-UA"/>
        </a:p>
      </dgm:t>
    </dgm:pt>
    <dgm:pt modelId="{F87E5F30-5B03-4505-90E2-9BC79712E55B}" type="pres">
      <dgm:prSet presAssocID="{E3C72151-B9C6-4299-AC67-6B9FE46A312D}" presName="linearFlow" presStyleCnt="0">
        <dgm:presLayoutVars>
          <dgm:dir/>
          <dgm:resizeHandles val="exact"/>
        </dgm:presLayoutVars>
      </dgm:prSet>
      <dgm:spPr/>
    </dgm:pt>
    <dgm:pt modelId="{0E601E57-B1DA-4B6F-BE61-758087B2E577}" type="pres">
      <dgm:prSet presAssocID="{E0C8CF3F-FCA2-4234-AC2C-2C6A8FFFD946}" presName="composite" presStyleCnt="0"/>
      <dgm:spPr/>
    </dgm:pt>
    <dgm:pt modelId="{0FF9FF36-C30A-4230-84D7-2794F49CAA0E}" type="pres">
      <dgm:prSet presAssocID="{E0C8CF3F-FCA2-4234-AC2C-2C6A8FFFD946}" presName="imgShp" presStyleLbl="fgImgPlace1" presStyleIdx="0" presStyleCnt="4"/>
      <dgm:spPr/>
    </dgm:pt>
    <dgm:pt modelId="{A744452A-F8A4-4D7C-81B1-8FF10CDD3E2C}" type="pres">
      <dgm:prSet presAssocID="{E0C8CF3F-FCA2-4234-AC2C-2C6A8FFFD946}" presName="txShp" presStyleLbl="node1" presStyleIdx="0" presStyleCnt="4">
        <dgm:presLayoutVars>
          <dgm:bulletEnabled val="1"/>
        </dgm:presLayoutVars>
      </dgm:prSet>
      <dgm:spPr/>
    </dgm:pt>
    <dgm:pt modelId="{A83159FF-F293-4361-9D3B-A9084F600762}" type="pres">
      <dgm:prSet presAssocID="{418A9A0A-46C9-4480-8B62-F65826D4C0A4}" presName="spacing" presStyleCnt="0"/>
      <dgm:spPr/>
    </dgm:pt>
    <dgm:pt modelId="{C425C491-ED25-4170-9902-2C7A2129EC8D}" type="pres">
      <dgm:prSet presAssocID="{22DCFC66-4F96-4886-A559-2E41CE531F4F}" presName="composite" presStyleCnt="0"/>
      <dgm:spPr/>
    </dgm:pt>
    <dgm:pt modelId="{1A852D0B-582F-41A7-AC30-7AFE458712E2}" type="pres">
      <dgm:prSet presAssocID="{22DCFC66-4F96-4886-A559-2E41CE531F4F}" presName="imgShp" presStyleLbl="fgImgPlace1" presStyleIdx="1" presStyleCnt="4"/>
      <dgm:spPr/>
    </dgm:pt>
    <dgm:pt modelId="{228CAAB7-BFAA-47B4-952A-ED2F21BBEBD5}" type="pres">
      <dgm:prSet presAssocID="{22DCFC66-4F96-4886-A559-2E41CE531F4F}" presName="txShp" presStyleLbl="node1" presStyleIdx="1" presStyleCnt="4">
        <dgm:presLayoutVars>
          <dgm:bulletEnabled val="1"/>
        </dgm:presLayoutVars>
      </dgm:prSet>
      <dgm:spPr/>
    </dgm:pt>
    <dgm:pt modelId="{D584F6C3-F0D4-4206-B848-F822BBCFDB7C}" type="pres">
      <dgm:prSet presAssocID="{546C579C-9171-4342-ADFC-F98C1969B23D}" presName="spacing" presStyleCnt="0"/>
      <dgm:spPr/>
    </dgm:pt>
    <dgm:pt modelId="{9E75D158-6806-4B9C-822E-1F7620157C06}" type="pres">
      <dgm:prSet presAssocID="{115FD466-B748-4D1D-8375-6AAB069FBE2D}" presName="composite" presStyleCnt="0"/>
      <dgm:spPr/>
    </dgm:pt>
    <dgm:pt modelId="{69C154E5-C28B-42F0-ADAB-EC6F2D1F28D2}" type="pres">
      <dgm:prSet presAssocID="{115FD466-B748-4D1D-8375-6AAB069FBE2D}" presName="imgShp" presStyleLbl="fgImgPlace1" presStyleIdx="2" presStyleCnt="4"/>
      <dgm:spPr/>
    </dgm:pt>
    <dgm:pt modelId="{4C40377B-5276-4C33-82E9-BE3E683E2FB3}" type="pres">
      <dgm:prSet presAssocID="{115FD466-B748-4D1D-8375-6AAB069FBE2D}" presName="txShp" presStyleLbl="node1" presStyleIdx="2" presStyleCnt="4">
        <dgm:presLayoutVars>
          <dgm:bulletEnabled val="1"/>
        </dgm:presLayoutVars>
      </dgm:prSet>
      <dgm:spPr/>
    </dgm:pt>
    <dgm:pt modelId="{96997307-D7E0-4F72-9D79-B137CE86C3D2}" type="pres">
      <dgm:prSet presAssocID="{45E5C0B6-6F75-49DA-B467-133AEC091437}" presName="spacing" presStyleCnt="0"/>
      <dgm:spPr/>
    </dgm:pt>
    <dgm:pt modelId="{0E511F6F-BA94-4A3E-ADF4-E4166BF7B1D7}" type="pres">
      <dgm:prSet presAssocID="{1D31E689-3EB8-4F9C-9CB1-FE027DCB9ECE}" presName="composite" presStyleCnt="0"/>
      <dgm:spPr/>
    </dgm:pt>
    <dgm:pt modelId="{26C2165C-B56F-4513-B545-2EA7849BCA55}" type="pres">
      <dgm:prSet presAssocID="{1D31E689-3EB8-4F9C-9CB1-FE027DCB9ECE}" presName="imgShp" presStyleLbl="fgImgPlace1" presStyleIdx="3" presStyleCnt="4"/>
      <dgm:spPr/>
    </dgm:pt>
    <dgm:pt modelId="{FF202E10-3B22-48DB-B6E7-DA63377003B9}" type="pres">
      <dgm:prSet presAssocID="{1D31E689-3EB8-4F9C-9CB1-FE027DCB9ECE}" presName="txShp" presStyleLbl="node1" presStyleIdx="3" presStyleCnt="4">
        <dgm:presLayoutVars>
          <dgm:bulletEnabled val="1"/>
        </dgm:presLayoutVars>
      </dgm:prSet>
      <dgm:spPr/>
    </dgm:pt>
  </dgm:ptLst>
  <dgm:cxnLst>
    <dgm:cxn modelId="{7FEEE606-7A98-4AA4-AA0C-8CB10D35CDB7}" type="presOf" srcId="{115FD466-B748-4D1D-8375-6AAB069FBE2D}" destId="{4C40377B-5276-4C33-82E9-BE3E683E2FB3}" srcOrd="0" destOrd="0" presId="urn:microsoft.com/office/officeart/2005/8/layout/vList3"/>
    <dgm:cxn modelId="{4A6A8526-3D42-4F20-9DD9-09431630DDDA}" srcId="{E3C72151-B9C6-4299-AC67-6B9FE46A312D}" destId="{22DCFC66-4F96-4886-A559-2E41CE531F4F}" srcOrd="1" destOrd="0" parTransId="{D96E209F-8EA6-42FF-8A17-958BD6B55004}" sibTransId="{546C579C-9171-4342-ADFC-F98C1969B23D}"/>
    <dgm:cxn modelId="{F6CC625B-DAF6-4B91-A80E-1F6499AA4B49}" srcId="{E3C72151-B9C6-4299-AC67-6B9FE46A312D}" destId="{115FD466-B748-4D1D-8375-6AAB069FBE2D}" srcOrd="2" destOrd="0" parTransId="{265426E9-6FA8-4F95-8D51-FCC3A18A789C}" sibTransId="{45E5C0B6-6F75-49DA-B467-133AEC091437}"/>
    <dgm:cxn modelId="{D1506068-77E1-49DB-ABF6-F2BBB09ED956}" srcId="{E3C72151-B9C6-4299-AC67-6B9FE46A312D}" destId="{E0C8CF3F-FCA2-4234-AC2C-2C6A8FFFD946}" srcOrd="0" destOrd="0" parTransId="{D9BA8201-F880-473C-9F65-0AA1E132CF3D}" sibTransId="{418A9A0A-46C9-4480-8B62-F65826D4C0A4}"/>
    <dgm:cxn modelId="{8B4DEDA7-3311-4A9B-8E54-E976ED66193C}" type="presOf" srcId="{E3C72151-B9C6-4299-AC67-6B9FE46A312D}" destId="{F87E5F30-5B03-4505-90E2-9BC79712E55B}" srcOrd="0" destOrd="0" presId="urn:microsoft.com/office/officeart/2005/8/layout/vList3"/>
    <dgm:cxn modelId="{97CC89AD-4D94-4EA2-A741-D5DF54C0ECA3}" type="presOf" srcId="{E0C8CF3F-FCA2-4234-AC2C-2C6A8FFFD946}" destId="{A744452A-F8A4-4D7C-81B1-8FF10CDD3E2C}" srcOrd="0" destOrd="0" presId="urn:microsoft.com/office/officeart/2005/8/layout/vList3"/>
    <dgm:cxn modelId="{616835B9-52AD-48A5-B385-93CFC6EB2A4C}" type="presOf" srcId="{22DCFC66-4F96-4886-A559-2E41CE531F4F}" destId="{228CAAB7-BFAA-47B4-952A-ED2F21BBEBD5}" srcOrd="0" destOrd="0" presId="urn:microsoft.com/office/officeart/2005/8/layout/vList3"/>
    <dgm:cxn modelId="{B77D52D5-ACF4-40CD-B654-FE5C642E330F}" srcId="{E3C72151-B9C6-4299-AC67-6B9FE46A312D}" destId="{1D31E689-3EB8-4F9C-9CB1-FE027DCB9ECE}" srcOrd="3" destOrd="0" parTransId="{8D20D7B6-1BA2-47B1-AEED-379D1DED56C2}" sibTransId="{7F572401-020F-4EAA-9820-E8ECF5333125}"/>
    <dgm:cxn modelId="{08FE4DEE-3848-4A92-B2B6-BD9FB45CB3FF}" type="presOf" srcId="{1D31E689-3EB8-4F9C-9CB1-FE027DCB9ECE}" destId="{FF202E10-3B22-48DB-B6E7-DA63377003B9}" srcOrd="0" destOrd="0" presId="urn:microsoft.com/office/officeart/2005/8/layout/vList3"/>
    <dgm:cxn modelId="{4508DB97-E9F6-458F-BA60-F2A8A49F1704}" type="presParOf" srcId="{F87E5F30-5B03-4505-90E2-9BC79712E55B}" destId="{0E601E57-B1DA-4B6F-BE61-758087B2E577}" srcOrd="0" destOrd="0" presId="urn:microsoft.com/office/officeart/2005/8/layout/vList3"/>
    <dgm:cxn modelId="{9B4BBB0C-7BF7-4673-9FFD-68B27DF4412E}" type="presParOf" srcId="{0E601E57-B1DA-4B6F-BE61-758087B2E577}" destId="{0FF9FF36-C30A-4230-84D7-2794F49CAA0E}" srcOrd="0" destOrd="0" presId="urn:microsoft.com/office/officeart/2005/8/layout/vList3"/>
    <dgm:cxn modelId="{57E4DD4B-4D9D-48CA-840D-B842E1A4725B}" type="presParOf" srcId="{0E601E57-B1DA-4B6F-BE61-758087B2E577}" destId="{A744452A-F8A4-4D7C-81B1-8FF10CDD3E2C}" srcOrd="1" destOrd="0" presId="urn:microsoft.com/office/officeart/2005/8/layout/vList3"/>
    <dgm:cxn modelId="{4F3A823F-D393-4F4F-9AF5-22DDAD730901}" type="presParOf" srcId="{F87E5F30-5B03-4505-90E2-9BC79712E55B}" destId="{A83159FF-F293-4361-9D3B-A9084F600762}" srcOrd="1" destOrd="0" presId="urn:microsoft.com/office/officeart/2005/8/layout/vList3"/>
    <dgm:cxn modelId="{0B515699-7702-47FC-9648-D4A02A966847}" type="presParOf" srcId="{F87E5F30-5B03-4505-90E2-9BC79712E55B}" destId="{C425C491-ED25-4170-9902-2C7A2129EC8D}" srcOrd="2" destOrd="0" presId="urn:microsoft.com/office/officeart/2005/8/layout/vList3"/>
    <dgm:cxn modelId="{CBAF9B70-EC9A-4AC3-8240-264CE18E8450}" type="presParOf" srcId="{C425C491-ED25-4170-9902-2C7A2129EC8D}" destId="{1A852D0B-582F-41A7-AC30-7AFE458712E2}" srcOrd="0" destOrd="0" presId="urn:microsoft.com/office/officeart/2005/8/layout/vList3"/>
    <dgm:cxn modelId="{F19092C2-2BB5-46A9-A64A-ABC0F63F431F}" type="presParOf" srcId="{C425C491-ED25-4170-9902-2C7A2129EC8D}" destId="{228CAAB7-BFAA-47B4-952A-ED2F21BBEBD5}" srcOrd="1" destOrd="0" presId="urn:microsoft.com/office/officeart/2005/8/layout/vList3"/>
    <dgm:cxn modelId="{F1FBDA15-5ACF-43C8-A48E-E8CD07666D44}" type="presParOf" srcId="{F87E5F30-5B03-4505-90E2-9BC79712E55B}" destId="{D584F6C3-F0D4-4206-B848-F822BBCFDB7C}" srcOrd="3" destOrd="0" presId="urn:microsoft.com/office/officeart/2005/8/layout/vList3"/>
    <dgm:cxn modelId="{5CB328BC-F437-44D0-A777-D21AC2F68212}" type="presParOf" srcId="{F87E5F30-5B03-4505-90E2-9BC79712E55B}" destId="{9E75D158-6806-4B9C-822E-1F7620157C06}" srcOrd="4" destOrd="0" presId="urn:microsoft.com/office/officeart/2005/8/layout/vList3"/>
    <dgm:cxn modelId="{CC2EF97C-449C-4E34-A524-B4CC91B280F1}" type="presParOf" srcId="{9E75D158-6806-4B9C-822E-1F7620157C06}" destId="{69C154E5-C28B-42F0-ADAB-EC6F2D1F28D2}" srcOrd="0" destOrd="0" presId="urn:microsoft.com/office/officeart/2005/8/layout/vList3"/>
    <dgm:cxn modelId="{C543313A-23AD-4CD5-A9DE-AAB5B3870034}" type="presParOf" srcId="{9E75D158-6806-4B9C-822E-1F7620157C06}" destId="{4C40377B-5276-4C33-82E9-BE3E683E2FB3}" srcOrd="1" destOrd="0" presId="urn:microsoft.com/office/officeart/2005/8/layout/vList3"/>
    <dgm:cxn modelId="{E2838797-7145-4500-BCE4-0D7E7C919F57}" type="presParOf" srcId="{F87E5F30-5B03-4505-90E2-9BC79712E55B}" destId="{96997307-D7E0-4F72-9D79-B137CE86C3D2}" srcOrd="5" destOrd="0" presId="urn:microsoft.com/office/officeart/2005/8/layout/vList3"/>
    <dgm:cxn modelId="{329BC0F7-7ABE-480D-BFAE-43680A081DBE}" type="presParOf" srcId="{F87E5F30-5B03-4505-90E2-9BC79712E55B}" destId="{0E511F6F-BA94-4A3E-ADF4-E4166BF7B1D7}" srcOrd="6" destOrd="0" presId="urn:microsoft.com/office/officeart/2005/8/layout/vList3"/>
    <dgm:cxn modelId="{B41A36B2-E33F-4D7F-9A0F-AF95EFB28C50}" type="presParOf" srcId="{0E511F6F-BA94-4A3E-ADF4-E4166BF7B1D7}" destId="{26C2165C-B56F-4513-B545-2EA7849BCA55}" srcOrd="0" destOrd="0" presId="urn:microsoft.com/office/officeart/2005/8/layout/vList3"/>
    <dgm:cxn modelId="{4393AD8C-7FB8-4E67-AF4F-946E7757CB8C}" type="presParOf" srcId="{0E511F6F-BA94-4A3E-ADF4-E4166BF7B1D7}" destId="{FF202E10-3B22-48DB-B6E7-DA63377003B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1AF82E97-C4D0-4CEF-B248-371E925AD8F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7C4E6D9-BB44-4505-8AEC-EB1F687B83C5}">
      <dgm:prSet/>
      <dgm:spPr/>
      <dgm:t>
        <a:bodyPr/>
        <a:lstStyle/>
        <a:p>
          <a:r>
            <a:rPr lang="ru-RU" b="0" i="0"/>
            <a:t>1, 3</a:t>
          </a:r>
          <a:endParaRPr lang="uk-UA"/>
        </a:p>
      </dgm:t>
    </dgm:pt>
    <dgm:pt modelId="{BC62B44B-7F24-45B5-BDD6-DDBBA589306F}" type="parTrans" cxnId="{1B0B528D-706A-4E2F-A9CB-D0B9F81AA35D}">
      <dgm:prSet/>
      <dgm:spPr/>
      <dgm:t>
        <a:bodyPr/>
        <a:lstStyle/>
        <a:p>
          <a:endParaRPr lang="uk-UA"/>
        </a:p>
      </dgm:t>
    </dgm:pt>
    <dgm:pt modelId="{C47D477E-4E08-4388-B008-B7DA5C09967A}" type="sibTrans" cxnId="{1B0B528D-706A-4E2F-A9CB-D0B9F81AA35D}">
      <dgm:prSet/>
      <dgm:spPr/>
      <dgm:t>
        <a:bodyPr/>
        <a:lstStyle/>
        <a:p>
          <a:endParaRPr lang="uk-UA"/>
        </a:p>
      </dgm:t>
    </dgm:pt>
    <dgm:pt modelId="{49F85F47-F765-45BA-BD66-11EE048DF28F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DD0A87AC-4BB3-4121-8FE8-1D2824AA983F}" type="parTrans" cxnId="{9E6A3620-1C5B-429D-8D7E-1856CDD5B08A}">
      <dgm:prSet/>
      <dgm:spPr/>
      <dgm:t>
        <a:bodyPr/>
        <a:lstStyle/>
        <a:p>
          <a:endParaRPr lang="uk-UA"/>
        </a:p>
      </dgm:t>
    </dgm:pt>
    <dgm:pt modelId="{231BDCCE-B4A6-4A0C-8160-85F09120E32D}" type="sibTrans" cxnId="{9E6A3620-1C5B-429D-8D7E-1856CDD5B08A}">
      <dgm:prSet/>
      <dgm:spPr/>
      <dgm:t>
        <a:bodyPr/>
        <a:lstStyle/>
        <a:p>
          <a:endParaRPr lang="uk-UA"/>
        </a:p>
      </dgm:t>
    </dgm:pt>
    <dgm:pt modelId="{858A4E08-9CD9-4F89-A579-2ECF2DF4A448}">
      <dgm:prSet/>
      <dgm:spPr/>
      <dgm:t>
        <a:bodyPr/>
        <a:lstStyle/>
        <a:p>
          <a:r>
            <a:rPr lang="ru-RU" b="0" i="0"/>
            <a:t>1, 2</a:t>
          </a:r>
          <a:endParaRPr lang="uk-UA"/>
        </a:p>
      </dgm:t>
    </dgm:pt>
    <dgm:pt modelId="{0CC8B70F-C2E3-4896-96A7-F32422EA8FE3}" type="parTrans" cxnId="{2FFB0054-0A92-429D-AFAC-BD20DE902F88}">
      <dgm:prSet/>
      <dgm:spPr/>
      <dgm:t>
        <a:bodyPr/>
        <a:lstStyle/>
        <a:p>
          <a:endParaRPr lang="uk-UA"/>
        </a:p>
      </dgm:t>
    </dgm:pt>
    <dgm:pt modelId="{65A55FFA-13AD-40B6-8204-AA5A955D55E0}" type="sibTrans" cxnId="{2FFB0054-0A92-429D-AFAC-BD20DE902F88}">
      <dgm:prSet/>
      <dgm:spPr/>
      <dgm:t>
        <a:bodyPr/>
        <a:lstStyle/>
        <a:p>
          <a:endParaRPr lang="uk-UA"/>
        </a:p>
      </dgm:t>
    </dgm:pt>
    <dgm:pt modelId="{5D1C9460-0EEE-41A2-B582-6ED9D8B97807}">
      <dgm:prSet/>
      <dgm:spPr/>
      <dgm:t>
        <a:bodyPr/>
        <a:lstStyle/>
        <a:p>
          <a:r>
            <a:rPr lang="ru-RU" b="0" i="0"/>
            <a:t>1, 2, 3</a:t>
          </a:r>
          <a:endParaRPr lang="uk-UA"/>
        </a:p>
      </dgm:t>
    </dgm:pt>
    <dgm:pt modelId="{1D201F73-CBED-4695-9590-F8567D4B7508}" type="parTrans" cxnId="{2A31F41B-34CB-49BF-B58D-9881050E51D2}">
      <dgm:prSet/>
      <dgm:spPr/>
      <dgm:t>
        <a:bodyPr/>
        <a:lstStyle/>
        <a:p>
          <a:endParaRPr lang="uk-UA"/>
        </a:p>
      </dgm:t>
    </dgm:pt>
    <dgm:pt modelId="{1DC86AEF-C070-48D3-9FB7-CABB7655403A}" type="sibTrans" cxnId="{2A31F41B-34CB-49BF-B58D-9881050E51D2}">
      <dgm:prSet/>
      <dgm:spPr/>
      <dgm:t>
        <a:bodyPr/>
        <a:lstStyle/>
        <a:p>
          <a:endParaRPr lang="uk-UA"/>
        </a:p>
      </dgm:t>
    </dgm:pt>
    <dgm:pt modelId="{D27BBA17-32F4-4CA8-AB74-7F86FE770A69}" type="pres">
      <dgm:prSet presAssocID="{1AF82E97-C4D0-4CEF-B248-371E925AD8F5}" presName="matrix" presStyleCnt="0">
        <dgm:presLayoutVars>
          <dgm:chMax val="1"/>
          <dgm:dir/>
          <dgm:resizeHandles val="exact"/>
        </dgm:presLayoutVars>
      </dgm:prSet>
      <dgm:spPr/>
    </dgm:pt>
    <dgm:pt modelId="{B5F28EDB-5901-4519-925B-AE6096757F28}" type="pres">
      <dgm:prSet presAssocID="{1AF82E97-C4D0-4CEF-B248-371E925AD8F5}" presName="diamond" presStyleLbl="bgShp" presStyleIdx="0" presStyleCnt="1"/>
      <dgm:spPr/>
    </dgm:pt>
    <dgm:pt modelId="{77C828DA-A799-4138-8C2B-40B6690BE4EF}" type="pres">
      <dgm:prSet presAssocID="{1AF82E97-C4D0-4CEF-B248-371E925AD8F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75FBA41-E680-4513-B1C5-A7DDD1DA31E6}" type="pres">
      <dgm:prSet presAssocID="{1AF82E97-C4D0-4CEF-B248-371E925AD8F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09FF76D-9056-45C9-A156-6441416FBAF2}" type="pres">
      <dgm:prSet presAssocID="{1AF82E97-C4D0-4CEF-B248-371E925AD8F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349E493-AEF1-47D8-A70D-A779EC11CEBD}" type="pres">
      <dgm:prSet presAssocID="{1AF82E97-C4D0-4CEF-B248-371E925AD8F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5235919-16E1-4402-9A22-69AC61E02A1F}" type="presOf" srcId="{858A4E08-9CD9-4F89-A579-2ECF2DF4A448}" destId="{B09FF76D-9056-45C9-A156-6441416FBAF2}" srcOrd="0" destOrd="0" presId="urn:microsoft.com/office/officeart/2005/8/layout/matrix3"/>
    <dgm:cxn modelId="{7A65561B-E230-4C78-8DCD-F413A595B5C9}" type="presOf" srcId="{49F85F47-F765-45BA-BD66-11EE048DF28F}" destId="{475FBA41-E680-4513-B1C5-A7DDD1DA31E6}" srcOrd="0" destOrd="0" presId="urn:microsoft.com/office/officeart/2005/8/layout/matrix3"/>
    <dgm:cxn modelId="{2A31F41B-34CB-49BF-B58D-9881050E51D2}" srcId="{1AF82E97-C4D0-4CEF-B248-371E925AD8F5}" destId="{5D1C9460-0EEE-41A2-B582-6ED9D8B97807}" srcOrd="3" destOrd="0" parTransId="{1D201F73-CBED-4695-9590-F8567D4B7508}" sibTransId="{1DC86AEF-C070-48D3-9FB7-CABB7655403A}"/>
    <dgm:cxn modelId="{9E6A3620-1C5B-429D-8D7E-1856CDD5B08A}" srcId="{1AF82E97-C4D0-4CEF-B248-371E925AD8F5}" destId="{49F85F47-F765-45BA-BD66-11EE048DF28F}" srcOrd="1" destOrd="0" parTransId="{DD0A87AC-4BB3-4121-8FE8-1D2824AA983F}" sibTransId="{231BDCCE-B4A6-4A0C-8160-85F09120E32D}"/>
    <dgm:cxn modelId="{83E3923C-81CD-4238-B568-8A43CF622E6B}" type="presOf" srcId="{B7C4E6D9-BB44-4505-8AEC-EB1F687B83C5}" destId="{77C828DA-A799-4138-8C2B-40B6690BE4EF}" srcOrd="0" destOrd="0" presId="urn:microsoft.com/office/officeart/2005/8/layout/matrix3"/>
    <dgm:cxn modelId="{2FFB0054-0A92-429D-AFAC-BD20DE902F88}" srcId="{1AF82E97-C4D0-4CEF-B248-371E925AD8F5}" destId="{858A4E08-9CD9-4F89-A579-2ECF2DF4A448}" srcOrd="2" destOrd="0" parTransId="{0CC8B70F-C2E3-4896-96A7-F32422EA8FE3}" sibTransId="{65A55FFA-13AD-40B6-8204-AA5A955D55E0}"/>
    <dgm:cxn modelId="{1B0B528D-706A-4E2F-A9CB-D0B9F81AA35D}" srcId="{1AF82E97-C4D0-4CEF-B248-371E925AD8F5}" destId="{B7C4E6D9-BB44-4505-8AEC-EB1F687B83C5}" srcOrd="0" destOrd="0" parTransId="{BC62B44B-7F24-45B5-BDD6-DDBBA589306F}" sibTransId="{C47D477E-4E08-4388-B008-B7DA5C09967A}"/>
    <dgm:cxn modelId="{E5FC3391-6616-41EF-A5CF-AE0F7AE5AC0B}" type="presOf" srcId="{1AF82E97-C4D0-4CEF-B248-371E925AD8F5}" destId="{D27BBA17-32F4-4CA8-AB74-7F86FE770A69}" srcOrd="0" destOrd="0" presId="urn:microsoft.com/office/officeart/2005/8/layout/matrix3"/>
    <dgm:cxn modelId="{0805E9E9-31A2-4852-BC80-08EE7100C423}" type="presOf" srcId="{5D1C9460-0EEE-41A2-B582-6ED9D8B97807}" destId="{0349E493-AEF1-47D8-A70D-A779EC11CEBD}" srcOrd="0" destOrd="0" presId="urn:microsoft.com/office/officeart/2005/8/layout/matrix3"/>
    <dgm:cxn modelId="{14542857-4DC1-4761-9B1E-7A0BA96F02A8}" type="presParOf" srcId="{D27BBA17-32F4-4CA8-AB74-7F86FE770A69}" destId="{B5F28EDB-5901-4519-925B-AE6096757F28}" srcOrd="0" destOrd="0" presId="urn:microsoft.com/office/officeart/2005/8/layout/matrix3"/>
    <dgm:cxn modelId="{7D576751-CDA7-4465-B39F-2B0A31D7E90F}" type="presParOf" srcId="{D27BBA17-32F4-4CA8-AB74-7F86FE770A69}" destId="{77C828DA-A799-4138-8C2B-40B6690BE4EF}" srcOrd="1" destOrd="0" presId="urn:microsoft.com/office/officeart/2005/8/layout/matrix3"/>
    <dgm:cxn modelId="{B80B6041-1ADD-4FBA-801A-B88BFADA1544}" type="presParOf" srcId="{D27BBA17-32F4-4CA8-AB74-7F86FE770A69}" destId="{475FBA41-E680-4513-B1C5-A7DDD1DA31E6}" srcOrd="2" destOrd="0" presId="urn:microsoft.com/office/officeart/2005/8/layout/matrix3"/>
    <dgm:cxn modelId="{B0B1268A-89A0-4B59-9332-7E501FF0C88F}" type="presParOf" srcId="{D27BBA17-32F4-4CA8-AB74-7F86FE770A69}" destId="{B09FF76D-9056-45C9-A156-6441416FBAF2}" srcOrd="3" destOrd="0" presId="urn:microsoft.com/office/officeart/2005/8/layout/matrix3"/>
    <dgm:cxn modelId="{435C0B81-980B-438A-8BD4-6B9952FE912A}" type="presParOf" srcId="{D27BBA17-32F4-4CA8-AB74-7F86FE770A69}" destId="{0349E493-AEF1-47D8-A70D-A779EC11CEB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4E6188F5-51C5-41F5-8638-0814F21539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537FCFE-D923-4821-9D2C-C1AB699A9510}">
      <dgm:prSet/>
      <dgm:spPr/>
      <dgm:t>
        <a:bodyPr/>
        <a:lstStyle/>
        <a:p>
          <a:r>
            <a:rPr lang="ru-RU" b="0" i="0"/>
            <a:t>однієї з «надпрограм» М. Хрущова.</a:t>
          </a:r>
          <a:endParaRPr lang="uk-UA"/>
        </a:p>
      </dgm:t>
    </dgm:pt>
    <dgm:pt modelId="{12EB8D20-DABF-494C-A407-8B54344A5D21}" type="parTrans" cxnId="{3D9305A7-A4B3-434E-A6C5-6B3D89876278}">
      <dgm:prSet/>
      <dgm:spPr/>
      <dgm:t>
        <a:bodyPr/>
        <a:lstStyle/>
        <a:p>
          <a:endParaRPr lang="uk-UA"/>
        </a:p>
      </dgm:t>
    </dgm:pt>
    <dgm:pt modelId="{3BBA9221-9829-42A2-B325-FEF18BAF37A9}" type="sibTrans" cxnId="{3D9305A7-A4B3-434E-A6C5-6B3D89876278}">
      <dgm:prSet/>
      <dgm:spPr/>
      <dgm:t>
        <a:bodyPr/>
        <a:lstStyle/>
        <a:p>
          <a:endParaRPr lang="uk-UA"/>
        </a:p>
      </dgm:t>
    </dgm:pt>
    <dgm:pt modelId="{B2392C79-4B69-4247-A225-59BB95C553B7}">
      <dgm:prSet/>
      <dgm:spPr/>
      <dgm:t>
        <a:bodyPr/>
        <a:lstStyle/>
        <a:p>
          <a:r>
            <a:rPr lang="ru-RU" b="0" i="0"/>
            <a:t>економічних «реформ О. Косигіна».</a:t>
          </a:r>
          <a:endParaRPr lang="uk-UA"/>
        </a:p>
      </dgm:t>
    </dgm:pt>
    <dgm:pt modelId="{9F6CD233-710B-4EAF-AEF2-42AB3CF1502C}" type="parTrans" cxnId="{659D8F2C-16CB-4766-8093-C3816FFCEE60}">
      <dgm:prSet/>
      <dgm:spPr/>
      <dgm:t>
        <a:bodyPr/>
        <a:lstStyle/>
        <a:p>
          <a:endParaRPr lang="uk-UA"/>
        </a:p>
      </dgm:t>
    </dgm:pt>
    <dgm:pt modelId="{12238C9B-7DD3-41CE-AC32-6C4BF482719A}" type="sibTrans" cxnId="{659D8F2C-16CB-4766-8093-C3816FFCEE60}">
      <dgm:prSet/>
      <dgm:spPr/>
      <dgm:t>
        <a:bodyPr/>
        <a:lstStyle/>
        <a:p>
          <a:endParaRPr lang="uk-UA"/>
        </a:p>
      </dgm:t>
    </dgm:pt>
    <dgm:pt modelId="{3D29945E-8856-4E3B-AA33-28E92659BBF0}">
      <dgm:prSet/>
      <dgm:spPr/>
      <dgm:t>
        <a:bodyPr/>
        <a:lstStyle/>
        <a:p>
          <a:r>
            <a:rPr lang="ru-RU" b="0" i="0"/>
            <a:t>Продовольчої програми Л. Брежнєва.</a:t>
          </a:r>
          <a:endParaRPr lang="uk-UA"/>
        </a:p>
      </dgm:t>
    </dgm:pt>
    <dgm:pt modelId="{E656B861-3FFF-47A4-9E4F-745FF95C5896}" type="parTrans" cxnId="{C5803414-4D20-4B2D-85B8-BADBCF1F2316}">
      <dgm:prSet/>
      <dgm:spPr/>
      <dgm:t>
        <a:bodyPr/>
        <a:lstStyle/>
        <a:p>
          <a:endParaRPr lang="uk-UA"/>
        </a:p>
      </dgm:t>
    </dgm:pt>
    <dgm:pt modelId="{0A5ABE87-1F45-48DD-9008-35211DCC4481}" type="sibTrans" cxnId="{C5803414-4D20-4B2D-85B8-BADBCF1F2316}">
      <dgm:prSet/>
      <dgm:spPr/>
      <dgm:t>
        <a:bodyPr/>
        <a:lstStyle/>
        <a:p>
          <a:endParaRPr lang="uk-UA"/>
        </a:p>
      </dgm:t>
    </dgm:pt>
    <dgm:pt modelId="{E6E60554-D442-48F4-BFCC-1AD1959DE9E7}">
      <dgm:prSet/>
      <dgm:spPr/>
      <dgm:t>
        <a:bodyPr/>
        <a:lstStyle/>
        <a:p>
          <a:r>
            <a:rPr lang="ru-RU" b="0" i="0"/>
            <a:t>політики «прискорення» М. Горбачова.</a:t>
          </a:r>
          <a:endParaRPr lang="uk-UA"/>
        </a:p>
      </dgm:t>
    </dgm:pt>
    <dgm:pt modelId="{0917173C-3947-4C10-BEBD-1E235AED7E0C}" type="parTrans" cxnId="{89F62940-85BC-45F2-A389-79E98C9DFEE0}">
      <dgm:prSet/>
      <dgm:spPr/>
      <dgm:t>
        <a:bodyPr/>
        <a:lstStyle/>
        <a:p>
          <a:endParaRPr lang="uk-UA"/>
        </a:p>
      </dgm:t>
    </dgm:pt>
    <dgm:pt modelId="{F69EADDC-6D62-41CB-9C62-C68E2C592C4F}" type="sibTrans" cxnId="{89F62940-85BC-45F2-A389-79E98C9DFEE0}">
      <dgm:prSet/>
      <dgm:spPr/>
      <dgm:t>
        <a:bodyPr/>
        <a:lstStyle/>
        <a:p>
          <a:endParaRPr lang="uk-UA"/>
        </a:p>
      </dgm:t>
    </dgm:pt>
    <dgm:pt modelId="{A0732DF9-F74A-4030-8825-BABC7AF06397}" type="pres">
      <dgm:prSet presAssocID="{4E6188F5-51C5-41F5-8638-0814F215396B}" presName="linear" presStyleCnt="0">
        <dgm:presLayoutVars>
          <dgm:animLvl val="lvl"/>
          <dgm:resizeHandles val="exact"/>
        </dgm:presLayoutVars>
      </dgm:prSet>
      <dgm:spPr/>
    </dgm:pt>
    <dgm:pt modelId="{52AC5A9F-8963-41B6-9120-05A83C544CA4}" type="pres">
      <dgm:prSet presAssocID="{C537FCFE-D923-4821-9D2C-C1AB699A95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20AF21-B7B8-4577-B47D-65419C0C4270}" type="pres">
      <dgm:prSet presAssocID="{3BBA9221-9829-42A2-B325-FEF18BAF37A9}" presName="spacer" presStyleCnt="0"/>
      <dgm:spPr/>
    </dgm:pt>
    <dgm:pt modelId="{3B5A4FB9-988F-41BB-859B-F7FAEFE0D02A}" type="pres">
      <dgm:prSet presAssocID="{B2392C79-4B69-4247-A225-59BB95C553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E604149-7BCD-40DA-9325-3A2408740E80}" type="pres">
      <dgm:prSet presAssocID="{12238C9B-7DD3-41CE-AC32-6C4BF482719A}" presName="spacer" presStyleCnt="0"/>
      <dgm:spPr/>
    </dgm:pt>
    <dgm:pt modelId="{9D889DB4-2C4F-4BE1-9E87-F5C4569465CA}" type="pres">
      <dgm:prSet presAssocID="{3D29945E-8856-4E3B-AA33-28E92659BBF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8986BCE-5F29-4562-AD7C-6E895E6F3E26}" type="pres">
      <dgm:prSet presAssocID="{0A5ABE87-1F45-48DD-9008-35211DCC4481}" presName="spacer" presStyleCnt="0"/>
      <dgm:spPr/>
    </dgm:pt>
    <dgm:pt modelId="{EC154C56-5DB7-425F-A465-BDC4AB11FE4B}" type="pres">
      <dgm:prSet presAssocID="{E6E60554-D442-48F4-BFCC-1AD1959DE9E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5803414-4D20-4B2D-85B8-BADBCF1F2316}" srcId="{4E6188F5-51C5-41F5-8638-0814F215396B}" destId="{3D29945E-8856-4E3B-AA33-28E92659BBF0}" srcOrd="2" destOrd="0" parTransId="{E656B861-3FFF-47A4-9E4F-745FF95C5896}" sibTransId="{0A5ABE87-1F45-48DD-9008-35211DCC4481}"/>
    <dgm:cxn modelId="{9C6BB824-4F22-45E5-8BBB-7A9B1D37B870}" type="presOf" srcId="{E6E60554-D442-48F4-BFCC-1AD1959DE9E7}" destId="{EC154C56-5DB7-425F-A465-BDC4AB11FE4B}" srcOrd="0" destOrd="0" presId="urn:microsoft.com/office/officeart/2005/8/layout/vList2"/>
    <dgm:cxn modelId="{659D8F2C-16CB-4766-8093-C3816FFCEE60}" srcId="{4E6188F5-51C5-41F5-8638-0814F215396B}" destId="{B2392C79-4B69-4247-A225-59BB95C553B7}" srcOrd="1" destOrd="0" parTransId="{9F6CD233-710B-4EAF-AEF2-42AB3CF1502C}" sibTransId="{12238C9B-7DD3-41CE-AC32-6C4BF482719A}"/>
    <dgm:cxn modelId="{489AD23F-C76B-4277-BFC2-6159D56BF95B}" type="presOf" srcId="{3D29945E-8856-4E3B-AA33-28E92659BBF0}" destId="{9D889DB4-2C4F-4BE1-9E87-F5C4569465CA}" srcOrd="0" destOrd="0" presId="urn:microsoft.com/office/officeart/2005/8/layout/vList2"/>
    <dgm:cxn modelId="{89F62940-85BC-45F2-A389-79E98C9DFEE0}" srcId="{4E6188F5-51C5-41F5-8638-0814F215396B}" destId="{E6E60554-D442-48F4-BFCC-1AD1959DE9E7}" srcOrd="3" destOrd="0" parTransId="{0917173C-3947-4C10-BEBD-1E235AED7E0C}" sibTransId="{F69EADDC-6D62-41CB-9C62-C68E2C592C4F}"/>
    <dgm:cxn modelId="{5158F57F-1F9E-41B2-A5CB-A034C6612BB4}" type="presOf" srcId="{B2392C79-4B69-4247-A225-59BB95C553B7}" destId="{3B5A4FB9-988F-41BB-859B-F7FAEFE0D02A}" srcOrd="0" destOrd="0" presId="urn:microsoft.com/office/officeart/2005/8/layout/vList2"/>
    <dgm:cxn modelId="{4689D5A1-9D1D-4822-A1E7-F9FB560B14D3}" type="presOf" srcId="{4E6188F5-51C5-41F5-8638-0814F215396B}" destId="{A0732DF9-F74A-4030-8825-BABC7AF06397}" srcOrd="0" destOrd="0" presId="urn:microsoft.com/office/officeart/2005/8/layout/vList2"/>
    <dgm:cxn modelId="{3D9305A7-A4B3-434E-A6C5-6B3D89876278}" srcId="{4E6188F5-51C5-41F5-8638-0814F215396B}" destId="{C537FCFE-D923-4821-9D2C-C1AB699A9510}" srcOrd="0" destOrd="0" parTransId="{12EB8D20-DABF-494C-A407-8B54344A5D21}" sibTransId="{3BBA9221-9829-42A2-B325-FEF18BAF37A9}"/>
    <dgm:cxn modelId="{8B3478A9-98AF-4CA0-AA24-D8C7C19F7DF9}" type="presOf" srcId="{C537FCFE-D923-4821-9D2C-C1AB699A9510}" destId="{52AC5A9F-8963-41B6-9120-05A83C544CA4}" srcOrd="0" destOrd="0" presId="urn:microsoft.com/office/officeart/2005/8/layout/vList2"/>
    <dgm:cxn modelId="{86D54EEC-4DF1-4F87-9E8A-F732B6F318DB}" type="presParOf" srcId="{A0732DF9-F74A-4030-8825-BABC7AF06397}" destId="{52AC5A9F-8963-41B6-9120-05A83C544CA4}" srcOrd="0" destOrd="0" presId="urn:microsoft.com/office/officeart/2005/8/layout/vList2"/>
    <dgm:cxn modelId="{4ACC2099-8D85-44BB-A11B-D31AEE7FE258}" type="presParOf" srcId="{A0732DF9-F74A-4030-8825-BABC7AF06397}" destId="{0B20AF21-B7B8-4577-B47D-65419C0C4270}" srcOrd="1" destOrd="0" presId="urn:microsoft.com/office/officeart/2005/8/layout/vList2"/>
    <dgm:cxn modelId="{38798842-EC32-4449-808D-9FD19835278B}" type="presParOf" srcId="{A0732DF9-F74A-4030-8825-BABC7AF06397}" destId="{3B5A4FB9-988F-41BB-859B-F7FAEFE0D02A}" srcOrd="2" destOrd="0" presId="urn:microsoft.com/office/officeart/2005/8/layout/vList2"/>
    <dgm:cxn modelId="{CBEC65EE-8437-45C1-91A8-4E94ED63EE26}" type="presParOf" srcId="{A0732DF9-F74A-4030-8825-BABC7AF06397}" destId="{4E604149-7BCD-40DA-9325-3A2408740E80}" srcOrd="3" destOrd="0" presId="urn:microsoft.com/office/officeart/2005/8/layout/vList2"/>
    <dgm:cxn modelId="{0AE9F5D8-BF0C-4631-90AF-F20C607A444A}" type="presParOf" srcId="{A0732DF9-F74A-4030-8825-BABC7AF06397}" destId="{9D889DB4-2C4F-4BE1-9E87-F5C4569465CA}" srcOrd="4" destOrd="0" presId="urn:microsoft.com/office/officeart/2005/8/layout/vList2"/>
    <dgm:cxn modelId="{5284CA5E-D5DD-480D-B31C-50C655A068C4}" type="presParOf" srcId="{A0732DF9-F74A-4030-8825-BABC7AF06397}" destId="{88986BCE-5F29-4562-AD7C-6E895E6F3E26}" srcOrd="5" destOrd="0" presId="urn:microsoft.com/office/officeart/2005/8/layout/vList2"/>
    <dgm:cxn modelId="{B0F641E3-4F43-42D5-95BC-078C9E8E812D}" type="presParOf" srcId="{A0732DF9-F74A-4030-8825-BABC7AF06397}" destId="{EC154C56-5DB7-425F-A465-BDC4AB11FE4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6D0A2656-372D-44AE-B7D7-E0A0F8A29B0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569B70-C6F2-43AA-86FD-FC09DCD1B34A}">
      <dgm:prSet/>
      <dgm:spPr/>
      <dgm:t>
        <a:bodyPr/>
        <a:lstStyle/>
        <a:p>
          <a:r>
            <a:rPr lang="uk-UA" b="0" i="0"/>
            <a:t>органи управління, на які покладалася координація промислової кооперації підприємств України з іншими республіками Радянського Союзу.</a:t>
          </a:r>
          <a:endParaRPr lang="uk-UA"/>
        </a:p>
      </dgm:t>
    </dgm:pt>
    <dgm:pt modelId="{AEEF906E-8FA0-448D-A545-E232E17603B4}" type="parTrans" cxnId="{0EBED50F-8370-43B7-847C-CA10CD4071A8}">
      <dgm:prSet/>
      <dgm:spPr/>
      <dgm:t>
        <a:bodyPr/>
        <a:lstStyle/>
        <a:p>
          <a:endParaRPr lang="uk-UA"/>
        </a:p>
      </dgm:t>
    </dgm:pt>
    <dgm:pt modelId="{9BB751FA-BECA-4BD5-BA17-2455A8BC3530}" type="sibTrans" cxnId="{0EBED50F-8370-43B7-847C-CA10CD4071A8}">
      <dgm:prSet/>
      <dgm:spPr/>
      <dgm:t>
        <a:bodyPr/>
        <a:lstStyle/>
        <a:p>
          <a:endParaRPr lang="uk-UA"/>
        </a:p>
      </dgm:t>
    </dgm:pt>
    <dgm:pt modelId="{5A7D0C8A-04E0-4DAB-B2DB-35D56D638094}">
      <dgm:prSet/>
      <dgm:spPr/>
      <dgm:t>
        <a:bodyPr/>
        <a:lstStyle/>
        <a:p>
          <a:r>
            <a:rPr lang="uk-UA" b="0" i="0"/>
            <a:t>державні установи, що здійснювали укрупнення колгоспів, їхню реорганізацію в радгоспи та продаж техніки машинно-тракторних станцій.</a:t>
          </a:r>
          <a:endParaRPr lang="uk-UA"/>
        </a:p>
      </dgm:t>
    </dgm:pt>
    <dgm:pt modelId="{AB1F7C1D-DF22-4B60-B98B-C5661207E2BA}" type="parTrans" cxnId="{73B4B0FB-282E-45C1-B375-1EEF1341080F}">
      <dgm:prSet/>
      <dgm:spPr/>
      <dgm:t>
        <a:bodyPr/>
        <a:lstStyle/>
        <a:p>
          <a:endParaRPr lang="uk-UA"/>
        </a:p>
      </dgm:t>
    </dgm:pt>
    <dgm:pt modelId="{6436C4A7-202E-46C5-92B3-BCDAA1F65FA0}" type="sibTrans" cxnId="{73B4B0FB-282E-45C1-B375-1EEF1341080F}">
      <dgm:prSet/>
      <dgm:spPr/>
      <dgm:t>
        <a:bodyPr/>
        <a:lstStyle/>
        <a:p>
          <a:endParaRPr lang="uk-UA"/>
        </a:p>
      </dgm:t>
    </dgm:pt>
    <dgm:pt modelId="{945C56A5-9241-436E-B89E-DD8F7961AC31}" type="pres">
      <dgm:prSet presAssocID="{6D0A2656-372D-44AE-B7D7-E0A0F8A29B0E}" presName="linear" presStyleCnt="0">
        <dgm:presLayoutVars>
          <dgm:animLvl val="lvl"/>
          <dgm:resizeHandles val="exact"/>
        </dgm:presLayoutVars>
      </dgm:prSet>
      <dgm:spPr/>
    </dgm:pt>
    <dgm:pt modelId="{965A9019-F4A2-41E8-BDB2-6A5117FE06E5}" type="pres">
      <dgm:prSet presAssocID="{EE569B70-C6F2-43AA-86FD-FC09DCD1B34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05F9132-E97F-4A0E-B768-09CB44B9446D}" type="pres">
      <dgm:prSet presAssocID="{9BB751FA-BECA-4BD5-BA17-2455A8BC3530}" presName="spacer" presStyleCnt="0"/>
      <dgm:spPr/>
    </dgm:pt>
    <dgm:pt modelId="{653CC62D-0FF8-41CA-9615-DECB1F73DF41}" type="pres">
      <dgm:prSet presAssocID="{5A7D0C8A-04E0-4DAB-B2DB-35D56D63809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2732106-2F45-4803-9FB8-21C75F16CC4A}" type="presOf" srcId="{6D0A2656-372D-44AE-B7D7-E0A0F8A29B0E}" destId="{945C56A5-9241-436E-B89E-DD8F7961AC31}" srcOrd="0" destOrd="0" presId="urn:microsoft.com/office/officeart/2005/8/layout/vList2"/>
    <dgm:cxn modelId="{0EBED50F-8370-43B7-847C-CA10CD4071A8}" srcId="{6D0A2656-372D-44AE-B7D7-E0A0F8A29B0E}" destId="{EE569B70-C6F2-43AA-86FD-FC09DCD1B34A}" srcOrd="0" destOrd="0" parTransId="{AEEF906E-8FA0-448D-A545-E232E17603B4}" sibTransId="{9BB751FA-BECA-4BD5-BA17-2455A8BC3530}"/>
    <dgm:cxn modelId="{BF018710-3891-48EA-AC2F-D8F603ED0E75}" type="presOf" srcId="{5A7D0C8A-04E0-4DAB-B2DB-35D56D638094}" destId="{653CC62D-0FF8-41CA-9615-DECB1F73DF41}" srcOrd="0" destOrd="0" presId="urn:microsoft.com/office/officeart/2005/8/layout/vList2"/>
    <dgm:cxn modelId="{17287128-4D8E-467E-8D9B-02DDD56D932D}" type="presOf" srcId="{EE569B70-C6F2-43AA-86FD-FC09DCD1B34A}" destId="{965A9019-F4A2-41E8-BDB2-6A5117FE06E5}" srcOrd="0" destOrd="0" presId="urn:microsoft.com/office/officeart/2005/8/layout/vList2"/>
    <dgm:cxn modelId="{73B4B0FB-282E-45C1-B375-1EEF1341080F}" srcId="{6D0A2656-372D-44AE-B7D7-E0A0F8A29B0E}" destId="{5A7D0C8A-04E0-4DAB-B2DB-35D56D638094}" srcOrd="1" destOrd="0" parTransId="{AB1F7C1D-DF22-4B60-B98B-C5661207E2BA}" sibTransId="{6436C4A7-202E-46C5-92B3-BCDAA1F65FA0}"/>
    <dgm:cxn modelId="{AC03DEEF-69A3-4079-A3B3-5C448D9AB5CC}" type="presParOf" srcId="{945C56A5-9241-436E-B89E-DD8F7961AC31}" destId="{965A9019-F4A2-41E8-BDB2-6A5117FE06E5}" srcOrd="0" destOrd="0" presId="urn:microsoft.com/office/officeart/2005/8/layout/vList2"/>
    <dgm:cxn modelId="{2C13C40D-6D31-4E9F-B8D8-F1F105EB3F3B}" type="presParOf" srcId="{945C56A5-9241-436E-B89E-DD8F7961AC31}" destId="{505F9132-E97F-4A0E-B768-09CB44B9446D}" srcOrd="1" destOrd="0" presId="urn:microsoft.com/office/officeart/2005/8/layout/vList2"/>
    <dgm:cxn modelId="{200B566B-806D-4BD1-97D8-16155FDCE85E}" type="presParOf" srcId="{945C56A5-9241-436E-B89E-DD8F7961AC31}" destId="{653CC62D-0FF8-41CA-9615-DECB1F73DF4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A54A9386-C20D-47C6-B85F-1A6ABE368D7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1F9C816-1B52-4FB7-823B-41FC2A852823}">
      <dgm:prSet/>
      <dgm:spPr/>
      <dgm:t>
        <a:bodyPr/>
        <a:lstStyle/>
        <a:p>
          <a:r>
            <a:rPr lang="uk-UA" b="0" i="0"/>
            <a:t>організації, що керували системою державних закупівель сільськогосподарської продукції у колгоспно-кооперативному секторі України.</a:t>
          </a:r>
          <a:endParaRPr lang="uk-UA"/>
        </a:p>
      </dgm:t>
    </dgm:pt>
    <dgm:pt modelId="{2F451B29-846C-4C34-A2D7-860E160BE9CE}" type="parTrans" cxnId="{96FBD3F3-07B8-4B11-B64D-762AF070A6F1}">
      <dgm:prSet/>
      <dgm:spPr/>
      <dgm:t>
        <a:bodyPr/>
        <a:lstStyle/>
        <a:p>
          <a:endParaRPr lang="uk-UA"/>
        </a:p>
      </dgm:t>
    </dgm:pt>
    <dgm:pt modelId="{E12F5764-6EB9-4291-8001-47A80FEDB974}" type="sibTrans" cxnId="{96FBD3F3-07B8-4B11-B64D-762AF070A6F1}">
      <dgm:prSet/>
      <dgm:spPr/>
      <dgm:t>
        <a:bodyPr/>
        <a:lstStyle/>
        <a:p>
          <a:endParaRPr lang="uk-UA"/>
        </a:p>
      </dgm:t>
    </dgm:pt>
    <dgm:pt modelId="{C0EFFB3F-453E-4383-894D-0DA6C6EA6B1B}">
      <dgm:prSet/>
      <dgm:spPr/>
      <dgm:t>
        <a:bodyPr/>
        <a:lstStyle/>
        <a:p>
          <a:r>
            <a:rPr lang="uk-UA" b="0" i="0"/>
            <a:t>органи державного управління, утворені за територіальним принципом, що керували промисловістю та будівництвом у межах економічних районів.</a:t>
          </a:r>
          <a:endParaRPr lang="uk-UA"/>
        </a:p>
      </dgm:t>
    </dgm:pt>
    <dgm:pt modelId="{9C0A6260-33FE-4CF9-9472-711F40B5C68F}" type="parTrans" cxnId="{DF461BC1-EDDE-43E2-84A1-9CD5C6AC5713}">
      <dgm:prSet/>
      <dgm:spPr/>
      <dgm:t>
        <a:bodyPr/>
        <a:lstStyle/>
        <a:p>
          <a:endParaRPr lang="uk-UA"/>
        </a:p>
      </dgm:t>
    </dgm:pt>
    <dgm:pt modelId="{FD92146F-1DA0-4CE5-A19C-92EFB7675855}" type="sibTrans" cxnId="{DF461BC1-EDDE-43E2-84A1-9CD5C6AC5713}">
      <dgm:prSet/>
      <dgm:spPr/>
      <dgm:t>
        <a:bodyPr/>
        <a:lstStyle/>
        <a:p>
          <a:endParaRPr lang="uk-UA"/>
        </a:p>
      </dgm:t>
    </dgm:pt>
    <dgm:pt modelId="{72D225AA-E0EF-4803-BAC4-5EB796DD33F7}" type="pres">
      <dgm:prSet presAssocID="{A54A9386-C20D-47C6-B85F-1A6ABE368D7D}" presName="linear" presStyleCnt="0">
        <dgm:presLayoutVars>
          <dgm:animLvl val="lvl"/>
          <dgm:resizeHandles val="exact"/>
        </dgm:presLayoutVars>
      </dgm:prSet>
      <dgm:spPr/>
    </dgm:pt>
    <dgm:pt modelId="{0C9BDE8B-A4F8-48AC-9D86-301DA1DF9518}" type="pres">
      <dgm:prSet presAssocID="{81F9C816-1B52-4FB7-823B-41FC2A85282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BC2C5C3-D718-4B2C-A476-B0C8D5AA1DF0}" type="pres">
      <dgm:prSet presAssocID="{E12F5764-6EB9-4291-8001-47A80FEDB974}" presName="spacer" presStyleCnt="0"/>
      <dgm:spPr/>
    </dgm:pt>
    <dgm:pt modelId="{5187D4E7-E607-4E78-883B-6BA496A64C2E}" type="pres">
      <dgm:prSet presAssocID="{C0EFFB3F-453E-4383-894D-0DA6C6EA6B1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8CFE5B3-53B7-47AD-A332-188B8DA5D2CE}" type="presOf" srcId="{81F9C816-1B52-4FB7-823B-41FC2A852823}" destId="{0C9BDE8B-A4F8-48AC-9D86-301DA1DF9518}" srcOrd="0" destOrd="0" presId="urn:microsoft.com/office/officeart/2005/8/layout/vList2"/>
    <dgm:cxn modelId="{DF461BC1-EDDE-43E2-84A1-9CD5C6AC5713}" srcId="{A54A9386-C20D-47C6-B85F-1A6ABE368D7D}" destId="{C0EFFB3F-453E-4383-894D-0DA6C6EA6B1B}" srcOrd="1" destOrd="0" parTransId="{9C0A6260-33FE-4CF9-9472-711F40B5C68F}" sibTransId="{FD92146F-1DA0-4CE5-A19C-92EFB7675855}"/>
    <dgm:cxn modelId="{96B8ACDB-2C4C-4DF6-AD56-8F04BB6E155B}" type="presOf" srcId="{A54A9386-C20D-47C6-B85F-1A6ABE368D7D}" destId="{72D225AA-E0EF-4803-BAC4-5EB796DD33F7}" srcOrd="0" destOrd="0" presId="urn:microsoft.com/office/officeart/2005/8/layout/vList2"/>
    <dgm:cxn modelId="{380098E0-B170-4A20-9413-E948E30D42A0}" type="presOf" srcId="{C0EFFB3F-453E-4383-894D-0DA6C6EA6B1B}" destId="{5187D4E7-E607-4E78-883B-6BA496A64C2E}" srcOrd="0" destOrd="0" presId="urn:microsoft.com/office/officeart/2005/8/layout/vList2"/>
    <dgm:cxn modelId="{96FBD3F3-07B8-4B11-B64D-762AF070A6F1}" srcId="{A54A9386-C20D-47C6-B85F-1A6ABE368D7D}" destId="{81F9C816-1B52-4FB7-823B-41FC2A852823}" srcOrd="0" destOrd="0" parTransId="{2F451B29-846C-4C34-A2D7-860E160BE9CE}" sibTransId="{E12F5764-6EB9-4291-8001-47A80FEDB974}"/>
    <dgm:cxn modelId="{9E40DE7A-F70E-4616-8E40-97746C1D1B04}" type="presParOf" srcId="{72D225AA-E0EF-4803-BAC4-5EB796DD33F7}" destId="{0C9BDE8B-A4F8-48AC-9D86-301DA1DF9518}" srcOrd="0" destOrd="0" presId="urn:microsoft.com/office/officeart/2005/8/layout/vList2"/>
    <dgm:cxn modelId="{F2723B1C-C441-44AB-848E-7881F3071D57}" type="presParOf" srcId="{72D225AA-E0EF-4803-BAC4-5EB796DD33F7}" destId="{1BC2C5C3-D718-4B2C-A476-B0C8D5AA1DF0}" srcOrd="1" destOrd="0" presId="urn:microsoft.com/office/officeart/2005/8/layout/vList2"/>
    <dgm:cxn modelId="{3B601010-03D9-4583-895D-047499292A61}" type="presParOf" srcId="{72D225AA-E0EF-4803-BAC4-5EB796DD33F7}" destId="{5187D4E7-E607-4E78-883B-6BA496A64C2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014ED972-3873-420D-8814-63041C0E027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4E16E51-97D5-47F6-9711-D958A5F97091}">
      <dgm:prSet/>
      <dgm:spPr/>
      <dgm:t>
        <a:bodyPr/>
        <a:lstStyle/>
        <a:p>
          <a:r>
            <a:rPr lang="ru-RU" b="0" i="0"/>
            <a:t>«повоєнної відбудови».</a:t>
          </a:r>
          <a:endParaRPr lang="uk-UA"/>
        </a:p>
      </dgm:t>
    </dgm:pt>
    <dgm:pt modelId="{A2371592-5D9E-4330-BBF6-A86258603A09}" type="parTrans" cxnId="{6B7C457C-346F-46C5-9772-A3B3B6B1F6B8}">
      <dgm:prSet/>
      <dgm:spPr/>
      <dgm:t>
        <a:bodyPr/>
        <a:lstStyle/>
        <a:p>
          <a:endParaRPr lang="uk-UA"/>
        </a:p>
      </dgm:t>
    </dgm:pt>
    <dgm:pt modelId="{14E89F65-2793-453C-9145-362B23CAEDF9}" type="sibTrans" cxnId="{6B7C457C-346F-46C5-9772-A3B3B6B1F6B8}">
      <dgm:prSet/>
      <dgm:spPr/>
      <dgm:t>
        <a:bodyPr/>
        <a:lstStyle/>
        <a:p>
          <a:endParaRPr lang="uk-UA"/>
        </a:p>
      </dgm:t>
    </dgm:pt>
    <dgm:pt modelId="{15CD5B9D-398C-4B3F-A15C-80B97D4D9F18}">
      <dgm:prSet/>
      <dgm:spPr/>
      <dgm:t>
        <a:bodyPr/>
        <a:lstStyle/>
        <a:p>
          <a:r>
            <a:rPr lang="ru-RU" b="0" i="0"/>
            <a:t>«відлиги».</a:t>
          </a:r>
          <a:endParaRPr lang="uk-UA"/>
        </a:p>
      </dgm:t>
    </dgm:pt>
    <dgm:pt modelId="{F86733FF-786F-494B-AF1B-3DC95433EC6A}" type="parTrans" cxnId="{28542242-A2BA-4DAC-82D7-C6790B9EECFF}">
      <dgm:prSet/>
      <dgm:spPr/>
      <dgm:t>
        <a:bodyPr/>
        <a:lstStyle/>
        <a:p>
          <a:endParaRPr lang="uk-UA"/>
        </a:p>
      </dgm:t>
    </dgm:pt>
    <dgm:pt modelId="{8A1D1471-2FEF-4FF1-AC6C-04D31F790B19}" type="sibTrans" cxnId="{28542242-A2BA-4DAC-82D7-C6790B9EECFF}">
      <dgm:prSet/>
      <dgm:spPr/>
      <dgm:t>
        <a:bodyPr/>
        <a:lstStyle/>
        <a:p>
          <a:endParaRPr lang="uk-UA"/>
        </a:p>
      </dgm:t>
    </dgm:pt>
    <dgm:pt modelId="{32B13EFC-EF7E-4E9C-960D-7B12EFC15B1E}">
      <dgm:prSet/>
      <dgm:spPr/>
      <dgm:t>
        <a:bodyPr/>
        <a:lstStyle/>
        <a:p>
          <a:r>
            <a:rPr lang="ru-RU" b="0" i="0"/>
            <a:t>«застою».</a:t>
          </a:r>
          <a:endParaRPr lang="uk-UA"/>
        </a:p>
      </dgm:t>
    </dgm:pt>
    <dgm:pt modelId="{FAF5BCF2-CC55-4565-A74F-D08694928F17}" type="parTrans" cxnId="{CB278215-B4DF-4357-B080-74927239792E}">
      <dgm:prSet/>
      <dgm:spPr/>
      <dgm:t>
        <a:bodyPr/>
        <a:lstStyle/>
        <a:p>
          <a:endParaRPr lang="uk-UA"/>
        </a:p>
      </dgm:t>
    </dgm:pt>
    <dgm:pt modelId="{C77C2456-4369-4DD5-BCC4-01267F677210}" type="sibTrans" cxnId="{CB278215-B4DF-4357-B080-74927239792E}">
      <dgm:prSet/>
      <dgm:spPr/>
      <dgm:t>
        <a:bodyPr/>
        <a:lstStyle/>
        <a:p>
          <a:endParaRPr lang="uk-UA"/>
        </a:p>
      </dgm:t>
    </dgm:pt>
    <dgm:pt modelId="{C8CAA2FA-DD2C-46C6-8AA2-DD23DF5E442E}">
      <dgm:prSet/>
      <dgm:spPr/>
      <dgm:t>
        <a:bodyPr/>
        <a:lstStyle/>
        <a:p>
          <a:r>
            <a:rPr lang="ru-RU" b="0" i="0"/>
            <a:t>«перебудови».</a:t>
          </a:r>
          <a:endParaRPr lang="uk-UA"/>
        </a:p>
      </dgm:t>
    </dgm:pt>
    <dgm:pt modelId="{9B19BAFA-2A8A-43A3-A135-1682F8F4E7C3}" type="parTrans" cxnId="{2862875C-7ED4-4761-8A55-FCFEB102702B}">
      <dgm:prSet/>
      <dgm:spPr/>
      <dgm:t>
        <a:bodyPr/>
        <a:lstStyle/>
        <a:p>
          <a:endParaRPr lang="uk-UA"/>
        </a:p>
      </dgm:t>
    </dgm:pt>
    <dgm:pt modelId="{E73D36EB-F7D7-4888-907F-AAF1DD26E03E}" type="sibTrans" cxnId="{2862875C-7ED4-4761-8A55-FCFEB102702B}">
      <dgm:prSet/>
      <dgm:spPr/>
      <dgm:t>
        <a:bodyPr/>
        <a:lstStyle/>
        <a:p>
          <a:endParaRPr lang="uk-UA"/>
        </a:p>
      </dgm:t>
    </dgm:pt>
    <dgm:pt modelId="{D58B3C98-46A6-4AC4-8EBF-60669002CDE5}" type="pres">
      <dgm:prSet presAssocID="{014ED972-3873-420D-8814-63041C0E0278}" presName="linearFlow" presStyleCnt="0">
        <dgm:presLayoutVars>
          <dgm:dir/>
          <dgm:resizeHandles val="exact"/>
        </dgm:presLayoutVars>
      </dgm:prSet>
      <dgm:spPr/>
    </dgm:pt>
    <dgm:pt modelId="{19322E4C-F6C1-464D-A450-799ED6DAFE93}" type="pres">
      <dgm:prSet presAssocID="{74E16E51-97D5-47F6-9711-D958A5F97091}" presName="composite" presStyleCnt="0"/>
      <dgm:spPr/>
    </dgm:pt>
    <dgm:pt modelId="{625D4692-5E4E-46A7-8C1F-7724DC116349}" type="pres">
      <dgm:prSet presAssocID="{74E16E51-97D5-47F6-9711-D958A5F97091}" presName="imgShp" presStyleLbl="fgImgPlace1" presStyleIdx="0" presStyleCnt="4"/>
      <dgm:spPr/>
    </dgm:pt>
    <dgm:pt modelId="{747EBA26-BB1D-4349-BD6B-D5766A42F4AD}" type="pres">
      <dgm:prSet presAssocID="{74E16E51-97D5-47F6-9711-D958A5F97091}" presName="txShp" presStyleLbl="node1" presStyleIdx="0" presStyleCnt="4">
        <dgm:presLayoutVars>
          <dgm:bulletEnabled val="1"/>
        </dgm:presLayoutVars>
      </dgm:prSet>
      <dgm:spPr/>
    </dgm:pt>
    <dgm:pt modelId="{898827D3-196B-4081-BD98-DB9B40DBD06B}" type="pres">
      <dgm:prSet presAssocID="{14E89F65-2793-453C-9145-362B23CAEDF9}" presName="spacing" presStyleCnt="0"/>
      <dgm:spPr/>
    </dgm:pt>
    <dgm:pt modelId="{414A8E60-CE8E-4A5D-9BEE-7ACA45772B48}" type="pres">
      <dgm:prSet presAssocID="{15CD5B9D-398C-4B3F-A15C-80B97D4D9F18}" presName="composite" presStyleCnt="0"/>
      <dgm:spPr/>
    </dgm:pt>
    <dgm:pt modelId="{762BFF55-5FAB-4127-B5BC-3AD883559CF0}" type="pres">
      <dgm:prSet presAssocID="{15CD5B9D-398C-4B3F-A15C-80B97D4D9F18}" presName="imgShp" presStyleLbl="fgImgPlace1" presStyleIdx="1" presStyleCnt="4"/>
      <dgm:spPr/>
    </dgm:pt>
    <dgm:pt modelId="{E4F7E135-C715-4B3F-A379-926AD9303C57}" type="pres">
      <dgm:prSet presAssocID="{15CD5B9D-398C-4B3F-A15C-80B97D4D9F18}" presName="txShp" presStyleLbl="node1" presStyleIdx="1" presStyleCnt="4">
        <dgm:presLayoutVars>
          <dgm:bulletEnabled val="1"/>
        </dgm:presLayoutVars>
      </dgm:prSet>
      <dgm:spPr/>
    </dgm:pt>
    <dgm:pt modelId="{3B0D44E8-4DD2-4BDB-A30C-FF51AC43F541}" type="pres">
      <dgm:prSet presAssocID="{8A1D1471-2FEF-4FF1-AC6C-04D31F790B19}" presName="spacing" presStyleCnt="0"/>
      <dgm:spPr/>
    </dgm:pt>
    <dgm:pt modelId="{C56ABE8E-C824-49E9-8DFC-DFE2D6CAB309}" type="pres">
      <dgm:prSet presAssocID="{32B13EFC-EF7E-4E9C-960D-7B12EFC15B1E}" presName="composite" presStyleCnt="0"/>
      <dgm:spPr/>
    </dgm:pt>
    <dgm:pt modelId="{A40CECEF-2B4A-4B57-8817-846818CC01D0}" type="pres">
      <dgm:prSet presAssocID="{32B13EFC-EF7E-4E9C-960D-7B12EFC15B1E}" presName="imgShp" presStyleLbl="fgImgPlace1" presStyleIdx="2" presStyleCnt="4"/>
      <dgm:spPr/>
    </dgm:pt>
    <dgm:pt modelId="{08725F20-75A1-40CE-9727-65DB542C7F8D}" type="pres">
      <dgm:prSet presAssocID="{32B13EFC-EF7E-4E9C-960D-7B12EFC15B1E}" presName="txShp" presStyleLbl="node1" presStyleIdx="2" presStyleCnt="4">
        <dgm:presLayoutVars>
          <dgm:bulletEnabled val="1"/>
        </dgm:presLayoutVars>
      </dgm:prSet>
      <dgm:spPr/>
    </dgm:pt>
    <dgm:pt modelId="{1F2CD30E-4717-44DC-984B-4A2132AAAC7A}" type="pres">
      <dgm:prSet presAssocID="{C77C2456-4369-4DD5-BCC4-01267F677210}" presName="spacing" presStyleCnt="0"/>
      <dgm:spPr/>
    </dgm:pt>
    <dgm:pt modelId="{447D9E84-1F97-449C-81C3-00A5EFE6D8D0}" type="pres">
      <dgm:prSet presAssocID="{C8CAA2FA-DD2C-46C6-8AA2-DD23DF5E442E}" presName="composite" presStyleCnt="0"/>
      <dgm:spPr/>
    </dgm:pt>
    <dgm:pt modelId="{85F71177-B592-4A22-B58A-91C19D3B93BD}" type="pres">
      <dgm:prSet presAssocID="{C8CAA2FA-DD2C-46C6-8AA2-DD23DF5E442E}" presName="imgShp" presStyleLbl="fgImgPlace1" presStyleIdx="3" presStyleCnt="4"/>
      <dgm:spPr/>
    </dgm:pt>
    <dgm:pt modelId="{3F865BC4-5881-4DE9-9F36-3EE603AB3251}" type="pres">
      <dgm:prSet presAssocID="{C8CAA2FA-DD2C-46C6-8AA2-DD23DF5E442E}" presName="txShp" presStyleLbl="node1" presStyleIdx="3" presStyleCnt="4">
        <dgm:presLayoutVars>
          <dgm:bulletEnabled val="1"/>
        </dgm:presLayoutVars>
      </dgm:prSet>
      <dgm:spPr/>
    </dgm:pt>
  </dgm:ptLst>
  <dgm:cxnLst>
    <dgm:cxn modelId="{CB278215-B4DF-4357-B080-74927239792E}" srcId="{014ED972-3873-420D-8814-63041C0E0278}" destId="{32B13EFC-EF7E-4E9C-960D-7B12EFC15B1E}" srcOrd="2" destOrd="0" parTransId="{FAF5BCF2-CC55-4565-A74F-D08694928F17}" sibTransId="{C77C2456-4369-4DD5-BCC4-01267F677210}"/>
    <dgm:cxn modelId="{2862875C-7ED4-4761-8A55-FCFEB102702B}" srcId="{014ED972-3873-420D-8814-63041C0E0278}" destId="{C8CAA2FA-DD2C-46C6-8AA2-DD23DF5E442E}" srcOrd="3" destOrd="0" parTransId="{9B19BAFA-2A8A-43A3-A135-1682F8F4E7C3}" sibTransId="{E73D36EB-F7D7-4888-907F-AAF1DD26E03E}"/>
    <dgm:cxn modelId="{28542242-A2BA-4DAC-82D7-C6790B9EECFF}" srcId="{014ED972-3873-420D-8814-63041C0E0278}" destId="{15CD5B9D-398C-4B3F-A15C-80B97D4D9F18}" srcOrd="1" destOrd="0" parTransId="{F86733FF-786F-494B-AF1B-3DC95433EC6A}" sibTransId="{8A1D1471-2FEF-4FF1-AC6C-04D31F790B19}"/>
    <dgm:cxn modelId="{D2B1D343-CD26-4A87-8A43-FC10F434052C}" type="presOf" srcId="{74E16E51-97D5-47F6-9711-D958A5F97091}" destId="{747EBA26-BB1D-4349-BD6B-D5766A42F4AD}" srcOrd="0" destOrd="0" presId="urn:microsoft.com/office/officeart/2005/8/layout/vList3"/>
    <dgm:cxn modelId="{6B7C457C-346F-46C5-9772-A3B3B6B1F6B8}" srcId="{014ED972-3873-420D-8814-63041C0E0278}" destId="{74E16E51-97D5-47F6-9711-D958A5F97091}" srcOrd="0" destOrd="0" parTransId="{A2371592-5D9E-4330-BBF6-A86258603A09}" sibTransId="{14E89F65-2793-453C-9145-362B23CAEDF9}"/>
    <dgm:cxn modelId="{00636B7F-41E2-4414-8942-66E4690AC347}" type="presOf" srcId="{15CD5B9D-398C-4B3F-A15C-80B97D4D9F18}" destId="{E4F7E135-C715-4B3F-A379-926AD9303C57}" srcOrd="0" destOrd="0" presId="urn:microsoft.com/office/officeart/2005/8/layout/vList3"/>
    <dgm:cxn modelId="{5E6803A1-ABB3-49D8-9F38-46462B7D45A1}" type="presOf" srcId="{32B13EFC-EF7E-4E9C-960D-7B12EFC15B1E}" destId="{08725F20-75A1-40CE-9727-65DB542C7F8D}" srcOrd="0" destOrd="0" presId="urn:microsoft.com/office/officeart/2005/8/layout/vList3"/>
    <dgm:cxn modelId="{7D3234A2-0B58-4670-AC29-EB99871E2F82}" type="presOf" srcId="{014ED972-3873-420D-8814-63041C0E0278}" destId="{D58B3C98-46A6-4AC4-8EBF-60669002CDE5}" srcOrd="0" destOrd="0" presId="urn:microsoft.com/office/officeart/2005/8/layout/vList3"/>
    <dgm:cxn modelId="{601E91A8-EED3-4398-9894-900868EEEF49}" type="presOf" srcId="{C8CAA2FA-DD2C-46C6-8AA2-DD23DF5E442E}" destId="{3F865BC4-5881-4DE9-9F36-3EE603AB3251}" srcOrd="0" destOrd="0" presId="urn:microsoft.com/office/officeart/2005/8/layout/vList3"/>
    <dgm:cxn modelId="{322217AB-EE07-49B9-A7E6-C89E6608432B}" type="presParOf" srcId="{D58B3C98-46A6-4AC4-8EBF-60669002CDE5}" destId="{19322E4C-F6C1-464D-A450-799ED6DAFE93}" srcOrd="0" destOrd="0" presId="urn:microsoft.com/office/officeart/2005/8/layout/vList3"/>
    <dgm:cxn modelId="{BD88B6DF-82AE-4769-AB15-4C4DF50CAE65}" type="presParOf" srcId="{19322E4C-F6C1-464D-A450-799ED6DAFE93}" destId="{625D4692-5E4E-46A7-8C1F-7724DC116349}" srcOrd="0" destOrd="0" presId="urn:microsoft.com/office/officeart/2005/8/layout/vList3"/>
    <dgm:cxn modelId="{FAB0ED74-3519-43AE-90A2-988D60F83F13}" type="presParOf" srcId="{19322E4C-F6C1-464D-A450-799ED6DAFE93}" destId="{747EBA26-BB1D-4349-BD6B-D5766A42F4AD}" srcOrd="1" destOrd="0" presId="urn:microsoft.com/office/officeart/2005/8/layout/vList3"/>
    <dgm:cxn modelId="{F887FA6C-619B-45D7-A59E-CF591BB17EB1}" type="presParOf" srcId="{D58B3C98-46A6-4AC4-8EBF-60669002CDE5}" destId="{898827D3-196B-4081-BD98-DB9B40DBD06B}" srcOrd="1" destOrd="0" presId="urn:microsoft.com/office/officeart/2005/8/layout/vList3"/>
    <dgm:cxn modelId="{58420706-1625-49E7-9917-D70B0BFB43A8}" type="presParOf" srcId="{D58B3C98-46A6-4AC4-8EBF-60669002CDE5}" destId="{414A8E60-CE8E-4A5D-9BEE-7ACA45772B48}" srcOrd="2" destOrd="0" presId="urn:microsoft.com/office/officeart/2005/8/layout/vList3"/>
    <dgm:cxn modelId="{C664A75B-05C3-4C18-BD44-D0F8B5D5C8EB}" type="presParOf" srcId="{414A8E60-CE8E-4A5D-9BEE-7ACA45772B48}" destId="{762BFF55-5FAB-4127-B5BC-3AD883559CF0}" srcOrd="0" destOrd="0" presId="urn:microsoft.com/office/officeart/2005/8/layout/vList3"/>
    <dgm:cxn modelId="{D664B889-7E26-424C-9958-F649A381CCF4}" type="presParOf" srcId="{414A8E60-CE8E-4A5D-9BEE-7ACA45772B48}" destId="{E4F7E135-C715-4B3F-A379-926AD9303C57}" srcOrd="1" destOrd="0" presId="urn:microsoft.com/office/officeart/2005/8/layout/vList3"/>
    <dgm:cxn modelId="{CF810B98-D392-4ED4-B7DD-09B538584EF0}" type="presParOf" srcId="{D58B3C98-46A6-4AC4-8EBF-60669002CDE5}" destId="{3B0D44E8-4DD2-4BDB-A30C-FF51AC43F541}" srcOrd="3" destOrd="0" presId="urn:microsoft.com/office/officeart/2005/8/layout/vList3"/>
    <dgm:cxn modelId="{E08FA7A4-352B-42BA-BE72-940783593A77}" type="presParOf" srcId="{D58B3C98-46A6-4AC4-8EBF-60669002CDE5}" destId="{C56ABE8E-C824-49E9-8DFC-DFE2D6CAB309}" srcOrd="4" destOrd="0" presId="urn:microsoft.com/office/officeart/2005/8/layout/vList3"/>
    <dgm:cxn modelId="{670E88B5-CB44-4848-93C6-D834EE1F2AF2}" type="presParOf" srcId="{C56ABE8E-C824-49E9-8DFC-DFE2D6CAB309}" destId="{A40CECEF-2B4A-4B57-8817-846818CC01D0}" srcOrd="0" destOrd="0" presId="urn:microsoft.com/office/officeart/2005/8/layout/vList3"/>
    <dgm:cxn modelId="{76E945E8-C79F-4303-ADA1-38A14CC81D74}" type="presParOf" srcId="{C56ABE8E-C824-49E9-8DFC-DFE2D6CAB309}" destId="{08725F20-75A1-40CE-9727-65DB542C7F8D}" srcOrd="1" destOrd="0" presId="urn:microsoft.com/office/officeart/2005/8/layout/vList3"/>
    <dgm:cxn modelId="{36A73F58-626C-4F8D-BA8E-1CE26CB63196}" type="presParOf" srcId="{D58B3C98-46A6-4AC4-8EBF-60669002CDE5}" destId="{1F2CD30E-4717-44DC-984B-4A2132AAAC7A}" srcOrd="5" destOrd="0" presId="urn:microsoft.com/office/officeart/2005/8/layout/vList3"/>
    <dgm:cxn modelId="{0C82F2FC-7793-4D51-95D6-D47A3F77E1C8}" type="presParOf" srcId="{D58B3C98-46A6-4AC4-8EBF-60669002CDE5}" destId="{447D9E84-1F97-449C-81C3-00A5EFE6D8D0}" srcOrd="6" destOrd="0" presId="urn:microsoft.com/office/officeart/2005/8/layout/vList3"/>
    <dgm:cxn modelId="{80312193-0114-4041-B2C6-4171632C8A77}" type="presParOf" srcId="{447D9E84-1F97-449C-81C3-00A5EFE6D8D0}" destId="{85F71177-B592-4A22-B58A-91C19D3B93BD}" srcOrd="0" destOrd="0" presId="urn:microsoft.com/office/officeart/2005/8/layout/vList3"/>
    <dgm:cxn modelId="{2DA515D5-1BD6-4E9C-B2C0-682AD209A267}" type="presParOf" srcId="{447D9E84-1F97-449C-81C3-00A5EFE6D8D0}" destId="{3F865BC4-5881-4DE9-9F36-3EE603AB325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BFC380DC-4AC0-4A74-A506-4ACB3E9458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8F95A4-823F-43BD-9EAD-7FF6201E3715}">
      <dgm:prSet/>
      <dgm:spPr/>
      <dgm:t>
        <a:bodyPr/>
        <a:lstStyle/>
        <a:p>
          <a:r>
            <a:rPr lang="uk-UA" b="0" i="0"/>
            <a:t>послаблення союзної номенклатури та посилення ролі місцевих керівників.</a:t>
          </a:r>
          <a:endParaRPr lang="uk-UA"/>
        </a:p>
      </dgm:t>
    </dgm:pt>
    <dgm:pt modelId="{899A2526-1162-440B-AD14-06376523A79F}" type="parTrans" cxnId="{C72CFAA9-B61D-4449-B9F9-CF17BDA1FB4C}">
      <dgm:prSet/>
      <dgm:spPr/>
      <dgm:t>
        <a:bodyPr/>
        <a:lstStyle/>
        <a:p>
          <a:endParaRPr lang="uk-UA"/>
        </a:p>
      </dgm:t>
    </dgm:pt>
    <dgm:pt modelId="{5857A072-D09A-47E1-A863-2A5B02DB96C5}" type="sibTrans" cxnId="{C72CFAA9-B61D-4449-B9F9-CF17BDA1FB4C}">
      <dgm:prSet/>
      <dgm:spPr/>
      <dgm:t>
        <a:bodyPr/>
        <a:lstStyle/>
        <a:p>
          <a:endParaRPr lang="uk-UA"/>
        </a:p>
      </dgm:t>
    </dgm:pt>
    <dgm:pt modelId="{4012BCDE-C187-4F7A-96D2-E45309451658}">
      <dgm:prSet/>
      <dgm:spPr/>
      <dgm:t>
        <a:bodyPr/>
        <a:lstStyle/>
        <a:p>
          <a:r>
            <a:rPr lang="uk-UA" b="0" i="0"/>
            <a:t>встановлення щомісячного авансування та пенсій за віком для колгоспників.</a:t>
          </a:r>
          <a:endParaRPr lang="uk-UA"/>
        </a:p>
      </dgm:t>
    </dgm:pt>
    <dgm:pt modelId="{5B009E53-81DA-4AD3-876D-36058DDB115D}" type="parTrans" cxnId="{B417B084-CC80-4C5C-AE5F-B4AE85216403}">
      <dgm:prSet/>
      <dgm:spPr/>
      <dgm:t>
        <a:bodyPr/>
        <a:lstStyle/>
        <a:p>
          <a:endParaRPr lang="uk-UA"/>
        </a:p>
      </dgm:t>
    </dgm:pt>
    <dgm:pt modelId="{42A2804B-9018-4382-AC75-5B0AB9BC388C}" type="sibTrans" cxnId="{B417B084-CC80-4C5C-AE5F-B4AE85216403}">
      <dgm:prSet/>
      <dgm:spPr/>
      <dgm:t>
        <a:bodyPr/>
        <a:lstStyle/>
        <a:p>
          <a:endParaRPr lang="uk-UA"/>
        </a:p>
      </dgm:t>
    </dgm:pt>
    <dgm:pt modelId="{30FC2D07-D2B5-4766-A834-5900493DEA0D}">
      <dgm:prSet/>
      <dgm:spPr/>
      <dgm:t>
        <a:bodyPr/>
        <a:lstStyle/>
        <a:p>
          <a:r>
            <a:rPr lang="uk-UA" b="0" i="0"/>
            <a:t>переходу підприємств на повний госпрозрахунок у межах економічних зон.</a:t>
          </a:r>
          <a:endParaRPr lang="uk-UA"/>
        </a:p>
      </dgm:t>
    </dgm:pt>
    <dgm:pt modelId="{EA0812EA-E01B-4495-B7E9-6A8FA9A7B376}" type="parTrans" cxnId="{F0B9CF39-5553-401E-9379-9FEAEADCC169}">
      <dgm:prSet/>
      <dgm:spPr/>
      <dgm:t>
        <a:bodyPr/>
        <a:lstStyle/>
        <a:p>
          <a:endParaRPr lang="uk-UA"/>
        </a:p>
      </dgm:t>
    </dgm:pt>
    <dgm:pt modelId="{900E8372-E4E8-4F56-812D-3D613DCFAA4F}" type="sibTrans" cxnId="{F0B9CF39-5553-401E-9379-9FEAEADCC169}">
      <dgm:prSet/>
      <dgm:spPr/>
      <dgm:t>
        <a:bodyPr/>
        <a:lstStyle/>
        <a:p>
          <a:endParaRPr lang="uk-UA"/>
        </a:p>
      </dgm:t>
    </dgm:pt>
    <dgm:pt modelId="{2A2A36D3-B226-484F-86EF-7C1D152F9E82}">
      <dgm:prSet/>
      <dgm:spPr/>
      <dgm:t>
        <a:bodyPr/>
        <a:lstStyle/>
        <a:p>
          <a:r>
            <a:rPr lang="uk-UA" b="0" i="0"/>
            <a:t>відновлення товарно-грошових відносин і централізованого планування.</a:t>
          </a:r>
          <a:endParaRPr lang="uk-UA"/>
        </a:p>
      </dgm:t>
    </dgm:pt>
    <dgm:pt modelId="{A598EC66-468D-4187-9849-D307907A8409}" type="parTrans" cxnId="{D3294472-8594-4E44-BC82-B8EDEC452678}">
      <dgm:prSet/>
      <dgm:spPr/>
      <dgm:t>
        <a:bodyPr/>
        <a:lstStyle/>
        <a:p>
          <a:endParaRPr lang="uk-UA"/>
        </a:p>
      </dgm:t>
    </dgm:pt>
    <dgm:pt modelId="{16D5311A-A377-4298-A6FC-DBE200E65DDE}" type="sibTrans" cxnId="{D3294472-8594-4E44-BC82-B8EDEC452678}">
      <dgm:prSet/>
      <dgm:spPr/>
      <dgm:t>
        <a:bodyPr/>
        <a:lstStyle/>
        <a:p>
          <a:endParaRPr lang="uk-UA"/>
        </a:p>
      </dgm:t>
    </dgm:pt>
    <dgm:pt modelId="{F28B63FF-03C1-45D1-B7A2-4B4ADED706A0}" type="pres">
      <dgm:prSet presAssocID="{BFC380DC-4AC0-4A74-A506-4ACB3E945822}" presName="linear" presStyleCnt="0">
        <dgm:presLayoutVars>
          <dgm:animLvl val="lvl"/>
          <dgm:resizeHandles val="exact"/>
        </dgm:presLayoutVars>
      </dgm:prSet>
      <dgm:spPr/>
    </dgm:pt>
    <dgm:pt modelId="{28346277-92F0-4A54-B64A-CFD8825C1514}" type="pres">
      <dgm:prSet presAssocID="{F58F95A4-823F-43BD-9EAD-7FF6201E371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F74442-643C-4EC4-BBAF-0E74CAD10FD2}" type="pres">
      <dgm:prSet presAssocID="{5857A072-D09A-47E1-A863-2A5B02DB96C5}" presName="spacer" presStyleCnt="0"/>
      <dgm:spPr/>
    </dgm:pt>
    <dgm:pt modelId="{FCB8D91C-1979-4C97-A516-770ADD4DA0D5}" type="pres">
      <dgm:prSet presAssocID="{4012BCDE-C187-4F7A-96D2-E453094516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6B74E0D-A24A-4CA0-8B77-184AF2E707D6}" type="pres">
      <dgm:prSet presAssocID="{42A2804B-9018-4382-AC75-5B0AB9BC388C}" presName="spacer" presStyleCnt="0"/>
      <dgm:spPr/>
    </dgm:pt>
    <dgm:pt modelId="{FF547799-BA23-4170-A24A-781BF8766971}" type="pres">
      <dgm:prSet presAssocID="{30FC2D07-D2B5-4766-A834-5900493DEA0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0C50E1-FBA5-4C7D-A6BA-D710604BEFEA}" type="pres">
      <dgm:prSet presAssocID="{900E8372-E4E8-4F56-812D-3D613DCFAA4F}" presName="spacer" presStyleCnt="0"/>
      <dgm:spPr/>
    </dgm:pt>
    <dgm:pt modelId="{768DEB63-D228-4058-A93F-1062892B6105}" type="pres">
      <dgm:prSet presAssocID="{2A2A36D3-B226-484F-86EF-7C1D152F9E8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AAF5410-E9FC-4806-A788-F56414411DFA}" type="presOf" srcId="{4012BCDE-C187-4F7A-96D2-E45309451658}" destId="{FCB8D91C-1979-4C97-A516-770ADD4DA0D5}" srcOrd="0" destOrd="0" presId="urn:microsoft.com/office/officeart/2005/8/layout/vList2"/>
    <dgm:cxn modelId="{F0B9CF39-5553-401E-9379-9FEAEADCC169}" srcId="{BFC380DC-4AC0-4A74-A506-4ACB3E945822}" destId="{30FC2D07-D2B5-4766-A834-5900493DEA0D}" srcOrd="2" destOrd="0" parTransId="{EA0812EA-E01B-4495-B7E9-6A8FA9A7B376}" sibTransId="{900E8372-E4E8-4F56-812D-3D613DCFAA4F}"/>
    <dgm:cxn modelId="{33EFFC65-B3AC-4BD7-93D7-5011787287FF}" type="presOf" srcId="{30FC2D07-D2B5-4766-A834-5900493DEA0D}" destId="{FF547799-BA23-4170-A24A-781BF8766971}" srcOrd="0" destOrd="0" presId="urn:microsoft.com/office/officeart/2005/8/layout/vList2"/>
    <dgm:cxn modelId="{D3294472-8594-4E44-BC82-B8EDEC452678}" srcId="{BFC380DC-4AC0-4A74-A506-4ACB3E945822}" destId="{2A2A36D3-B226-484F-86EF-7C1D152F9E82}" srcOrd="3" destOrd="0" parTransId="{A598EC66-468D-4187-9849-D307907A8409}" sibTransId="{16D5311A-A377-4298-A6FC-DBE200E65DDE}"/>
    <dgm:cxn modelId="{302BC852-92A8-46AF-8A08-048FBD91AE17}" type="presOf" srcId="{F58F95A4-823F-43BD-9EAD-7FF6201E3715}" destId="{28346277-92F0-4A54-B64A-CFD8825C1514}" srcOrd="0" destOrd="0" presId="urn:microsoft.com/office/officeart/2005/8/layout/vList2"/>
    <dgm:cxn modelId="{B417B084-CC80-4C5C-AE5F-B4AE85216403}" srcId="{BFC380DC-4AC0-4A74-A506-4ACB3E945822}" destId="{4012BCDE-C187-4F7A-96D2-E45309451658}" srcOrd="1" destOrd="0" parTransId="{5B009E53-81DA-4AD3-876D-36058DDB115D}" sibTransId="{42A2804B-9018-4382-AC75-5B0AB9BC388C}"/>
    <dgm:cxn modelId="{FA468F8E-185E-4C67-9D1C-3139778D123E}" type="presOf" srcId="{2A2A36D3-B226-484F-86EF-7C1D152F9E82}" destId="{768DEB63-D228-4058-A93F-1062892B6105}" srcOrd="0" destOrd="0" presId="urn:microsoft.com/office/officeart/2005/8/layout/vList2"/>
    <dgm:cxn modelId="{C72CFAA9-B61D-4449-B9F9-CF17BDA1FB4C}" srcId="{BFC380DC-4AC0-4A74-A506-4ACB3E945822}" destId="{F58F95A4-823F-43BD-9EAD-7FF6201E3715}" srcOrd="0" destOrd="0" parTransId="{899A2526-1162-440B-AD14-06376523A79F}" sibTransId="{5857A072-D09A-47E1-A863-2A5B02DB96C5}"/>
    <dgm:cxn modelId="{483AE5C0-F06E-4629-8323-65691E7056B2}" type="presOf" srcId="{BFC380DC-4AC0-4A74-A506-4ACB3E945822}" destId="{F28B63FF-03C1-45D1-B7A2-4B4ADED706A0}" srcOrd="0" destOrd="0" presId="urn:microsoft.com/office/officeart/2005/8/layout/vList2"/>
    <dgm:cxn modelId="{6A02630D-CFD2-4912-8714-3CD6151516F0}" type="presParOf" srcId="{F28B63FF-03C1-45D1-B7A2-4B4ADED706A0}" destId="{28346277-92F0-4A54-B64A-CFD8825C1514}" srcOrd="0" destOrd="0" presId="urn:microsoft.com/office/officeart/2005/8/layout/vList2"/>
    <dgm:cxn modelId="{174246EA-8A35-4F04-AF8E-EAB3C293ADC2}" type="presParOf" srcId="{F28B63FF-03C1-45D1-B7A2-4B4ADED706A0}" destId="{96F74442-643C-4EC4-BBAF-0E74CAD10FD2}" srcOrd="1" destOrd="0" presId="urn:microsoft.com/office/officeart/2005/8/layout/vList2"/>
    <dgm:cxn modelId="{73CECD03-898C-4D0A-B685-CB3CE5A340CB}" type="presParOf" srcId="{F28B63FF-03C1-45D1-B7A2-4B4ADED706A0}" destId="{FCB8D91C-1979-4C97-A516-770ADD4DA0D5}" srcOrd="2" destOrd="0" presId="urn:microsoft.com/office/officeart/2005/8/layout/vList2"/>
    <dgm:cxn modelId="{997C6E2E-B9AB-4B39-8853-87C368A99057}" type="presParOf" srcId="{F28B63FF-03C1-45D1-B7A2-4B4ADED706A0}" destId="{06B74E0D-A24A-4CA0-8B77-184AF2E707D6}" srcOrd="3" destOrd="0" presId="urn:microsoft.com/office/officeart/2005/8/layout/vList2"/>
    <dgm:cxn modelId="{631849FE-3F98-4C82-94A3-9D4B65E175CB}" type="presParOf" srcId="{F28B63FF-03C1-45D1-B7A2-4B4ADED706A0}" destId="{FF547799-BA23-4170-A24A-781BF8766971}" srcOrd="4" destOrd="0" presId="urn:microsoft.com/office/officeart/2005/8/layout/vList2"/>
    <dgm:cxn modelId="{9B1CD4BF-96D8-405E-A38B-E4AB30C71EC9}" type="presParOf" srcId="{F28B63FF-03C1-45D1-B7A2-4B4ADED706A0}" destId="{080C50E1-FBA5-4C7D-A6BA-D710604BEFEA}" srcOrd="5" destOrd="0" presId="urn:microsoft.com/office/officeart/2005/8/layout/vList2"/>
    <dgm:cxn modelId="{739BAF57-4690-4319-B763-4ACACB1E7CC4}" type="presParOf" srcId="{F28B63FF-03C1-45D1-B7A2-4B4ADED706A0}" destId="{768DEB63-D228-4058-A93F-1062892B61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48C5B71F-04C3-43DF-AFFB-B3DF4A5816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1F7793-B37E-47CD-9D77-023B15F95775}">
      <dgm:prSet/>
      <dgm:spPr/>
      <dgm:t>
        <a:bodyPr/>
        <a:lstStyle/>
        <a:p>
          <a:r>
            <a:rPr lang="uk-UA" b="0" i="0"/>
            <a:t>Перехід підприємств на повний госпрозрахунок у межах економічних зон.</a:t>
          </a:r>
          <a:endParaRPr lang="uk-UA"/>
        </a:p>
      </dgm:t>
    </dgm:pt>
    <dgm:pt modelId="{97890E85-0251-48BF-A2C5-6BE0C5C01E0B}" type="parTrans" cxnId="{E5E65ACA-5145-4334-8FF3-18D253631716}">
      <dgm:prSet/>
      <dgm:spPr/>
      <dgm:t>
        <a:bodyPr/>
        <a:lstStyle/>
        <a:p>
          <a:endParaRPr lang="uk-UA"/>
        </a:p>
      </dgm:t>
    </dgm:pt>
    <dgm:pt modelId="{7CA3615E-0DCB-4284-9203-19ACF0A7F126}" type="sibTrans" cxnId="{E5E65ACA-5145-4334-8FF3-18D253631716}">
      <dgm:prSet/>
      <dgm:spPr/>
      <dgm:t>
        <a:bodyPr/>
        <a:lstStyle/>
        <a:p>
          <a:endParaRPr lang="uk-UA"/>
        </a:p>
      </dgm:t>
    </dgm:pt>
    <dgm:pt modelId="{DD2DD14C-D369-477B-BB2F-5B13D5B84CE5}">
      <dgm:prSet/>
      <dgm:spPr/>
      <dgm:t>
        <a:bodyPr/>
        <a:lstStyle/>
        <a:p>
          <a:r>
            <a:rPr lang="uk-UA" b="0" i="0"/>
            <a:t>Установлення щомісячного авансування та пенсій за віком для колгоспників.</a:t>
          </a:r>
          <a:endParaRPr lang="uk-UA"/>
        </a:p>
      </dgm:t>
    </dgm:pt>
    <dgm:pt modelId="{DF4D020C-233C-49A5-8ACE-F0013F96B4FB}" type="parTrans" cxnId="{0BCA4422-31C6-450E-944A-203E2DB17A59}">
      <dgm:prSet/>
      <dgm:spPr/>
      <dgm:t>
        <a:bodyPr/>
        <a:lstStyle/>
        <a:p>
          <a:endParaRPr lang="uk-UA"/>
        </a:p>
      </dgm:t>
    </dgm:pt>
    <dgm:pt modelId="{962723F6-6F04-4D85-9F55-D584B749A379}" type="sibTrans" cxnId="{0BCA4422-31C6-450E-944A-203E2DB17A59}">
      <dgm:prSet/>
      <dgm:spPr/>
      <dgm:t>
        <a:bodyPr/>
        <a:lstStyle/>
        <a:p>
          <a:endParaRPr lang="uk-UA"/>
        </a:p>
      </dgm:t>
    </dgm:pt>
    <dgm:pt modelId="{0373F5F8-B541-43B0-95C9-57F3FA51463F}">
      <dgm:prSet/>
      <dgm:spPr/>
      <dgm:t>
        <a:bodyPr/>
        <a:lstStyle/>
        <a:p>
          <a:r>
            <a:rPr lang="uk-UA" b="0" i="0"/>
            <a:t>Раціоналізація використання місцевих матеріальних і людських ресурсів.</a:t>
          </a:r>
          <a:endParaRPr lang="uk-UA"/>
        </a:p>
      </dgm:t>
    </dgm:pt>
    <dgm:pt modelId="{48878209-8CBC-4F5E-8DAB-9FEC8587C1C0}" type="parTrans" cxnId="{008AD7AC-F43C-4FDC-9F4E-C188D381807A}">
      <dgm:prSet/>
      <dgm:spPr/>
      <dgm:t>
        <a:bodyPr/>
        <a:lstStyle/>
        <a:p>
          <a:endParaRPr lang="uk-UA"/>
        </a:p>
      </dgm:t>
    </dgm:pt>
    <dgm:pt modelId="{781AE464-6D23-4B91-AE24-5DF3C9B431BB}" type="sibTrans" cxnId="{008AD7AC-F43C-4FDC-9F4E-C188D381807A}">
      <dgm:prSet/>
      <dgm:spPr/>
      <dgm:t>
        <a:bodyPr/>
        <a:lstStyle/>
        <a:p>
          <a:endParaRPr lang="uk-UA"/>
        </a:p>
      </dgm:t>
    </dgm:pt>
    <dgm:pt modelId="{CC0E8903-8201-4FA5-9A9C-6835929EF93A}">
      <dgm:prSet/>
      <dgm:spPr/>
      <dgm:t>
        <a:bodyPr/>
        <a:lstStyle/>
        <a:p>
          <a:r>
            <a:rPr lang="uk-UA" b="0" i="0"/>
            <a:t>Ліквідація товарно-грошових відносин і централізованого планування</a:t>
          </a:r>
          <a:endParaRPr lang="uk-UA"/>
        </a:p>
      </dgm:t>
    </dgm:pt>
    <dgm:pt modelId="{8C776461-114C-49A3-A3CB-29D260F43C2D}" type="parTrans" cxnId="{B7E8D87A-1908-47B0-A99C-977ABA998B9B}">
      <dgm:prSet/>
      <dgm:spPr/>
      <dgm:t>
        <a:bodyPr/>
        <a:lstStyle/>
        <a:p>
          <a:endParaRPr lang="uk-UA"/>
        </a:p>
      </dgm:t>
    </dgm:pt>
    <dgm:pt modelId="{3C11FD3B-8B3B-4057-8D60-D40977268C50}" type="sibTrans" cxnId="{B7E8D87A-1908-47B0-A99C-977ABA998B9B}">
      <dgm:prSet/>
      <dgm:spPr/>
      <dgm:t>
        <a:bodyPr/>
        <a:lstStyle/>
        <a:p>
          <a:endParaRPr lang="uk-UA"/>
        </a:p>
      </dgm:t>
    </dgm:pt>
    <dgm:pt modelId="{0C25C8F2-1042-4D3F-9CAC-61A6146773C4}" type="pres">
      <dgm:prSet presAssocID="{48C5B71F-04C3-43DF-AFFB-B3DF4A5816B9}" presName="linear" presStyleCnt="0">
        <dgm:presLayoutVars>
          <dgm:animLvl val="lvl"/>
          <dgm:resizeHandles val="exact"/>
        </dgm:presLayoutVars>
      </dgm:prSet>
      <dgm:spPr/>
    </dgm:pt>
    <dgm:pt modelId="{333A8233-41AE-486A-8E1C-1EE6CB8058B7}" type="pres">
      <dgm:prSet presAssocID="{F21F7793-B37E-47CD-9D77-023B15F9577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F9F0A55-0416-4247-A474-9EC3E9B764BA}" type="pres">
      <dgm:prSet presAssocID="{7CA3615E-0DCB-4284-9203-19ACF0A7F126}" presName="spacer" presStyleCnt="0"/>
      <dgm:spPr/>
    </dgm:pt>
    <dgm:pt modelId="{81ACEF3C-C339-4C49-8E7B-FB99A11385EE}" type="pres">
      <dgm:prSet presAssocID="{DD2DD14C-D369-477B-BB2F-5B13D5B84C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02E6ED4-DEEF-4CF6-A772-3D4C285748EF}" type="pres">
      <dgm:prSet presAssocID="{962723F6-6F04-4D85-9F55-D584B749A379}" presName="spacer" presStyleCnt="0"/>
      <dgm:spPr/>
    </dgm:pt>
    <dgm:pt modelId="{3FE0061A-0D29-4E66-A208-41B0F718F269}" type="pres">
      <dgm:prSet presAssocID="{0373F5F8-B541-43B0-95C9-57F3FA5146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C26744C-82BB-412F-8366-2E0A32CE4E2B}" type="pres">
      <dgm:prSet presAssocID="{781AE464-6D23-4B91-AE24-5DF3C9B431BB}" presName="spacer" presStyleCnt="0"/>
      <dgm:spPr/>
    </dgm:pt>
    <dgm:pt modelId="{D0C0148D-E81B-4992-BB8B-BDC96B9C55EE}" type="pres">
      <dgm:prSet presAssocID="{CC0E8903-8201-4FA5-9A9C-6835929EF93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065ED07-4FAD-40A8-8D5F-3729C5E3BDAA}" type="presOf" srcId="{0373F5F8-B541-43B0-95C9-57F3FA51463F}" destId="{3FE0061A-0D29-4E66-A208-41B0F718F269}" srcOrd="0" destOrd="0" presId="urn:microsoft.com/office/officeart/2005/8/layout/vList2"/>
    <dgm:cxn modelId="{77003517-B3E0-4C78-B24C-0461625803A3}" type="presOf" srcId="{DD2DD14C-D369-477B-BB2F-5B13D5B84CE5}" destId="{81ACEF3C-C339-4C49-8E7B-FB99A11385EE}" srcOrd="0" destOrd="0" presId="urn:microsoft.com/office/officeart/2005/8/layout/vList2"/>
    <dgm:cxn modelId="{0BCA4422-31C6-450E-944A-203E2DB17A59}" srcId="{48C5B71F-04C3-43DF-AFFB-B3DF4A5816B9}" destId="{DD2DD14C-D369-477B-BB2F-5B13D5B84CE5}" srcOrd="1" destOrd="0" parTransId="{DF4D020C-233C-49A5-8ACE-F0013F96B4FB}" sibTransId="{962723F6-6F04-4D85-9F55-D584B749A379}"/>
    <dgm:cxn modelId="{D05CFB45-8421-453E-973A-E18615CDE012}" type="presOf" srcId="{CC0E8903-8201-4FA5-9A9C-6835929EF93A}" destId="{D0C0148D-E81B-4992-BB8B-BDC96B9C55EE}" srcOrd="0" destOrd="0" presId="urn:microsoft.com/office/officeart/2005/8/layout/vList2"/>
    <dgm:cxn modelId="{B7E8D87A-1908-47B0-A99C-977ABA998B9B}" srcId="{48C5B71F-04C3-43DF-AFFB-B3DF4A5816B9}" destId="{CC0E8903-8201-4FA5-9A9C-6835929EF93A}" srcOrd="3" destOrd="0" parTransId="{8C776461-114C-49A3-A3CB-29D260F43C2D}" sibTransId="{3C11FD3B-8B3B-4057-8D60-D40977268C50}"/>
    <dgm:cxn modelId="{9D35FD7D-8E1E-448D-9F54-7AE97C56FAC2}" type="presOf" srcId="{48C5B71F-04C3-43DF-AFFB-B3DF4A5816B9}" destId="{0C25C8F2-1042-4D3F-9CAC-61A6146773C4}" srcOrd="0" destOrd="0" presId="urn:microsoft.com/office/officeart/2005/8/layout/vList2"/>
    <dgm:cxn modelId="{008AD7AC-F43C-4FDC-9F4E-C188D381807A}" srcId="{48C5B71F-04C3-43DF-AFFB-B3DF4A5816B9}" destId="{0373F5F8-B541-43B0-95C9-57F3FA51463F}" srcOrd="2" destOrd="0" parTransId="{48878209-8CBC-4F5E-8DAB-9FEC8587C1C0}" sibTransId="{781AE464-6D23-4B91-AE24-5DF3C9B431BB}"/>
    <dgm:cxn modelId="{A0743AC2-D89C-4416-84D7-0E0CB48349EF}" type="presOf" srcId="{F21F7793-B37E-47CD-9D77-023B15F95775}" destId="{333A8233-41AE-486A-8E1C-1EE6CB8058B7}" srcOrd="0" destOrd="0" presId="urn:microsoft.com/office/officeart/2005/8/layout/vList2"/>
    <dgm:cxn modelId="{E5E65ACA-5145-4334-8FF3-18D253631716}" srcId="{48C5B71F-04C3-43DF-AFFB-B3DF4A5816B9}" destId="{F21F7793-B37E-47CD-9D77-023B15F95775}" srcOrd="0" destOrd="0" parTransId="{97890E85-0251-48BF-A2C5-6BE0C5C01E0B}" sibTransId="{7CA3615E-0DCB-4284-9203-19ACF0A7F126}"/>
    <dgm:cxn modelId="{5F18341C-C16E-428E-B513-4282ECB8251B}" type="presParOf" srcId="{0C25C8F2-1042-4D3F-9CAC-61A6146773C4}" destId="{333A8233-41AE-486A-8E1C-1EE6CB8058B7}" srcOrd="0" destOrd="0" presId="urn:microsoft.com/office/officeart/2005/8/layout/vList2"/>
    <dgm:cxn modelId="{416830DF-5364-4700-AA07-CB09C3ECB4F0}" type="presParOf" srcId="{0C25C8F2-1042-4D3F-9CAC-61A6146773C4}" destId="{0F9F0A55-0416-4247-A474-9EC3E9B764BA}" srcOrd="1" destOrd="0" presId="urn:microsoft.com/office/officeart/2005/8/layout/vList2"/>
    <dgm:cxn modelId="{9FD3883B-6DB7-4546-9A0D-FA4A85280800}" type="presParOf" srcId="{0C25C8F2-1042-4D3F-9CAC-61A6146773C4}" destId="{81ACEF3C-C339-4C49-8E7B-FB99A11385EE}" srcOrd="2" destOrd="0" presId="urn:microsoft.com/office/officeart/2005/8/layout/vList2"/>
    <dgm:cxn modelId="{CD256B27-3835-402A-9E17-7AC8232CF614}" type="presParOf" srcId="{0C25C8F2-1042-4D3F-9CAC-61A6146773C4}" destId="{F02E6ED4-DEEF-4CF6-A772-3D4C285748EF}" srcOrd="3" destOrd="0" presId="urn:microsoft.com/office/officeart/2005/8/layout/vList2"/>
    <dgm:cxn modelId="{89D19E41-0C4E-42C2-93D1-D2C59CE1F27A}" type="presParOf" srcId="{0C25C8F2-1042-4D3F-9CAC-61A6146773C4}" destId="{3FE0061A-0D29-4E66-A208-41B0F718F269}" srcOrd="4" destOrd="0" presId="urn:microsoft.com/office/officeart/2005/8/layout/vList2"/>
    <dgm:cxn modelId="{5691225B-2C03-449D-8F9D-008925A003B1}" type="presParOf" srcId="{0C25C8F2-1042-4D3F-9CAC-61A6146773C4}" destId="{6C26744C-82BB-412F-8366-2E0A32CE4E2B}" srcOrd="5" destOrd="0" presId="urn:microsoft.com/office/officeart/2005/8/layout/vList2"/>
    <dgm:cxn modelId="{2AD0A6B5-FAEA-455C-BACC-2E0898955FA8}" type="presParOf" srcId="{0C25C8F2-1042-4D3F-9CAC-61A6146773C4}" destId="{D0C0148D-E81B-4992-BB8B-BDC96B9C55E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59098CB1-89C3-442E-A541-7265EF0410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F8DBD60-B182-4C85-BDDA-012E1D05161C}">
      <dgm:prSet/>
      <dgm:spPr/>
      <dgm:t>
        <a:bodyPr/>
        <a:lstStyle/>
        <a:p>
          <a:r>
            <a:rPr lang="uk-UA" b="0" i="0"/>
            <a:t>нерозуміння окремими керівниками необхідності впровадження в сівообіг окремих сільськогосподарських культур</a:t>
          </a:r>
          <a:endParaRPr lang="uk-UA"/>
        </a:p>
      </dgm:t>
    </dgm:pt>
    <dgm:pt modelId="{F7F89F5A-2E6A-4EB6-AEC0-B11BB27DE2E2}" type="parTrans" cxnId="{F94FAFC1-E4AD-4CCD-89B3-73FB87FC7D94}">
      <dgm:prSet/>
      <dgm:spPr/>
      <dgm:t>
        <a:bodyPr/>
        <a:lstStyle/>
        <a:p>
          <a:endParaRPr lang="uk-UA"/>
        </a:p>
      </dgm:t>
    </dgm:pt>
    <dgm:pt modelId="{C54CD94B-0ACF-4E8D-9181-A8F4FA3EF38B}" type="sibTrans" cxnId="{F94FAFC1-E4AD-4CCD-89B3-73FB87FC7D94}">
      <dgm:prSet/>
      <dgm:spPr/>
      <dgm:t>
        <a:bodyPr/>
        <a:lstStyle/>
        <a:p>
          <a:endParaRPr lang="uk-UA"/>
        </a:p>
      </dgm:t>
    </dgm:pt>
    <dgm:pt modelId="{919F4B99-19BA-4CDB-82E6-F4FC43270BE5}">
      <dgm:prSet/>
      <dgm:spPr/>
      <dgm:t>
        <a:bodyPr/>
        <a:lstStyle/>
        <a:p>
          <a:r>
            <a:rPr lang="uk-UA" b="0" i="0"/>
            <a:t>пропаганду успіхів однієї з кампаній, здійснених у сільському господарстві</a:t>
          </a:r>
          <a:endParaRPr lang="uk-UA"/>
        </a:p>
      </dgm:t>
    </dgm:pt>
    <dgm:pt modelId="{4B7FF0A3-2130-4F27-8AE4-ACDCC86EA45D}" type="parTrans" cxnId="{29FE8493-C828-46CC-8FBB-6B04EDE1D5F0}">
      <dgm:prSet/>
      <dgm:spPr/>
      <dgm:t>
        <a:bodyPr/>
        <a:lstStyle/>
        <a:p>
          <a:endParaRPr lang="uk-UA"/>
        </a:p>
      </dgm:t>
    </dgm:pt>
    <dgm:pt modelId="{FCA4E81E-8207-477F-AA5B-8EACA16AE1F5}" type="sibTrans" cxnId="{29FE8493-C828-46CC-8FBB-6B04EDE1D5F0}">
      <dgm:prSet/>
      <dgm:spPr/>
      <dgm:t>
        <a:bodyPr/>
        <a:lstStyle/>
        <a:p>
          <a:endParaRPr lang="uk-UA"/>
        </a:p>
      </dgm:t>
    </dgm:pt>
    <dgm:pt modelId="{5842BA69-2FC3-4E1D-8E97-66AEECF89F81}">
      <dgm:prSet/>
      <dgm:spPr/>
      <dgm:t>
        <a:bodyPr/>
        <a:lstStyle/>
        <a:p>
          <a:r>
            <a:rPr lang="uk-UA" b="0" i="0"/>
            <a:t>неувагу партійно-радянських керівників до освоєння цілинних земель</a:t>
          </a:r>
          <a:endParaRPr lang="uk-UA"/>
        </a:p>
      </dgm:t>
    </dgm:pt>
    <dgm:pt modelId="{6F7F7CFF-B46B-4045-93C2-4F1A7C6D999B}" type="parTrans" cxnId="{603B082C-7F99-4789-A168-29E1A3AE4ED0}">
      <dgm:prSet/>
      <dgm:spPr/>
      <dgm:t>
        <a:bodyPr/>
        <a:lstStyle/>
        <a:p>
          <a:endParaRPr lang="uk-UA"/>
        </a:p>
      </dgm:t>
    </dgm:pt>
    <dgm:pt modelId="{BCCDA264-915B-47F6-911F-C71FDCB545C9}" type="sibTrans" cxnId="{603B082C-7F99-4789-A168-29E1A3AE4ED0}">
      <dgm:prSet/>
      <dgm:spPr/>
      <dgm:t>
        <a:bodyPr/>
        <a:lstStyle/>
        <a:p>
          <a:endParaRPr lang="uk-UA"/>
        </a:p>
      </dgm:t>
    </dgm:pt>
    <dgm:pt modelId="{11C8FC87-C590-459E-BB9C-659BE8AA291B}">
      <dgm:prSet/>
      <dgm:spPr/>
      <dgm:t>
        <a:bodyPr/>
        <a:lstStyle/>
        <a:p>
          <a:r>
            <a:rPr lang="uk-UA" b="0" i="0"/>
            <a:t>нестачу в магазинах продовольчих товарів першої необхідності</a:t>
          </a:r>
          <a:endParaRPr lang="uk-UA"/>
        </a:p>
      </dgm:t>
    </dgm:pt>
    <dgm:pt modelId="{7B56EC47-F621-4170-9D18-56C584E1DAE2}" type="parTrans" cxnId="{1F80E018-D445-45E8-82F9-2A437542AB2B}">
      <dgm:prSet/>
      <dgm:spPr/>
      <dgm:t>
        <a:bodyPr/>
        <a:lstStyle/>
        <a:p>
          <a:endParaRPr lang="uk-UA"/>
        </a:p>
      </dgm:t>
    </dgm:pt>
    <dgm:pt modelId="{261AE539-DC5C-4492-8CD6-F8CDC817F6D4}" type="sibTrans" cxnId="{1F80E018-D445-45E8-82F9-2A437542AB2B}">
      <dgm:prSet/>
      <dgm:spPr/>
      <dgm:t>
        <a:bodyPr/>
        <a:lstStyle/>
        <a:p>
          <a:endParaRPr lang="uk-UA"/>
        </a:p>
      </dgm:t>
    </dgm:pt>
    <dgm:pt modelId="{ADEE262F-2887-4252-913C-F3E658DE3743}" type="pres">
      <dgm:prSet presAssocID="{59098CB1-89C3-442E-A541-7265EF0410E0}" presName="linear" presStyleCnt="0">
        <dgm:presLayoutVars>
          <dgm:animLvl val="lvl"/>
          <dgm:resizeHandles val="exact"/>
        </dgm:presLayoutVars>
      </dgm:prSet>
      <dgm:spPr/>
    </dgm:pt>
    <dgm:pt modelId="{31F06F1E-F1AE-4EEB-A244-305B7B7975E0}" type="pres">
      <dgm:prSet presAssocID="{BF8DBD60-B182-4C85-BDDA-012E1D05161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6B63D9A-03D3-4005-A11D-73665E070A53}" type="pres">
      <dgm:prSet presAssocID="{C54CD94B-0ACF-4E8D-9181-A8F4FA3EF38B}" presName="spacer" presStyleCnt="0"/>
      <dgm:spPr/>
    </dgm:pt>
    <dgm:pt modelId="{2710D626-EB3F-4B2D-8812-81C65918A270}" type="pres">
      <dgm:prSet presAssocID="{919F4B99-19BA-4CDB-82E6-F4FC43270B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ED3512C-5711-43B0-B99B-29B70723E634}" type="pres">
      <dgm:prSet presAssocID="{FCA4E81E-8207-477F-AA5B-8EACA16AE1F5}" presName="spacer" presStyleCnt="0"/>
      <dgm:spPr/>
    </dgm:pt>
    <dgm:pt modelId="{6D805550-E2B5-44A9-925E-C57CCA910AC8}" type="pres">
      <dgm:prSet presAssocID="{5842BA69-2FC3-4E1D-8E97-66AEECF89F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CB08A60-BC9A-4DD9-9337-C597435C6760}" type="pres">
      <dgm:prSet presAssocID="{BCCDA264-915B-47F6-911F-C71FDCB545C9}" presName="spacer" presStyleCnt="0"/>
      <dgm:spPr/>
    </dgm:pt>
    <dgm:pt modelId="{F4ACE42E-CFD8-46B6-B8D1-F0821D3579DD}" type="pres">
      <dgm:prSet presAssocID="{11C8FC87-C590-459E-BB9C-659BE8AA291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2A7B010-569B-4BFB-97E7-8235B78B8972}" type="presOf" srcId="{11C8FC87-C590-459E-BB9C-659BE8AA291B}" destId="{F4ACE42E-CFD8-46B6-B8D1-F0821D3579DD}" srcOrd="0" destOrd="0" presId="urn:microsoft.com/office/officeart/2005/8/layout/vList2"/>
    <dgm:cxn modelId="{1F80E018-D445-45E8-82F9-2A437542AB2B}" srcId="{59098CB1-89C3-442E-A541-7265EF0410E0}" destId="{11C8FC87-C590-459E-BB9C-659BE8AA291B}" srcOrd="3" destOrd="0" parTransId="{7B56EC47-F621-4170-9D18-56C584E1DAE2}" sibTransId="{261AE539-DC5C-4492-8CD6-F8CDC817F6D4}"/>
    <dgm:cxn modelId="{603B082C-7F99-4789-A168-29E1A3AE4ED0}" srcId="{59098CB1-89C3-442E-A541-7265EF0410E0}" destId="{5842BA69-2FC3-4E1D-8E97-66AEECF89F81}" srcOrd="2" destOrd="0" parTransId="{6F7F7CFF-B46B-4045-93C2-4F1A7C6D999B}" sibTransId="{BCCDA264-915B-47F6-911F-C71FDCB545C9}"/>
    <dgm:cxn modelId="{3ECA1541-3639-4B62-BC4A-EC144CAF03AF}" type="presOf" srcId="{5842BA69-2FC3-4E1D-8E97-66AEECF89F81}" destId="{6D805550-E2B5-44A9-925E-C57CCA910AC8}" srcOrd="0" destOrd="0" presId="urn:microsoft.com/office/officeart/2005/8/layout/vList2"/>
    <dgm:cxn modelId="{722A4550-2427-4FBE-B40D-4CC69B98C6DD}" type="presOf" srcId="{BF8DBD60-B182-4C85-BDDA-012E1D05161C}" destId="{31F06F1E-F1AE-4EEB-A244-305B7B7975E0}" srcOrd="0" destOrd="0" presId="urn:microsoft.com/office/officeart/2005/8/layout/vList2"/>
    <dgm:cxn modelId="{7BADBC77-B528-4D1B-A5FB-A3435440A5E3}" type="presOf" srcId="{919F4B99-19BA-4CDB-82E6-F4FC43270BE5}" destId="{2710D626-EB3F-4B2D-8812-81C65918A270}" srcOrd="0" destOrd="0" presId="urn:microsoft.com/office/officeart/2005/8/layout/vList2"/>
    <dgm:cxn modelId="{29FE8493-C828-46CC-8FBB-6B04EDE1D5F0}" srcId="{59098CB1-89C3-442E-A541-7265EF0410E0}" destId="{919F4B99-19BA-4CDB-82E6-F4FC43270BE5}" srcOrd="1" destOrd="0" parTransId="{4B7FF0A3-2130-4F27-8AE4-ACDCC86EA45D}" sibTransId="{FCA4E81E-8207-477F-AA5B-8EACA16AE1F5}"/>
    <dgm:cxn modelId="{F94FAFC1-E4AD-4CCD-89B3-73FB87FC7D94}" srcId="{59098CB1-89C3-442E-A541-7265EF0410E0}" destId="{BF8DBD60-B182-4C85-BDDA-012E1D05161C}" srcOrd="0" destOrd="0" parTransId="{F7F89F5A-2E6A-4EB6-AEC0-B11BB27DE2E2}" sibTransId="{C54CD94B-0ACF-4E8D-9181-A8F4FA3EF38B}"/>
    <dgm:cxn modelId="{877A61DD-63A5-432F-9EA9-E69C4740A885}" type="presOf" srcId="{59098CB1-89C3-442E-A541-7265EF0410E0}" destId="{ADEE262F-2887-4252-913C-F3E658DE3743}" srcOrd="0" destOrd="0" presId="urn:microsoft.com/office/officeart/2005/8/layout/vList2"/>
    <dgm:cxn modelId="{3B5FC0B4-886C-454D-ACF1-30379172B352}" type="presParOf" srcId="{ADEE262F-2887-4252-913C-F3E658DE3743}" destId="{31F06F1E-F1AE-4EEB-A244-305B7B7975E0}" srcOrd="0" destOrd="0" presId="urn:microsoft.com/office/officeart/2005/8/layout/vList2"/>
    <dgm:cxn modelId="{CBC12E67-7333-4533-95D0-BA586B233544}" type="presParOf" srcId="{ADEE262F-2887-4252-913C-F3E658DE3743}" destId="{06B63D9A-03D3-4005-A11D-73665E070A53}" srcOrd="1" destOrd="0" presId="urn:microsoft.com/office/officeart/2005/8/layout/vList2"/>
    <dgm:cxn modelId="{D27DBA66-78DA-4345-B06A-591E645934A7}" type="presParOf" srcId="{ADEE262F-2887-4252-913C-F3E658DE3743}" destId="{2710D626-EB3F-4B2D-8812-81C65918A270}" srcOrd="2" destOrd="0" presId="urn:microsoft.com/office/officeart/2005/8/layout/vList2"/>
    <dgm:cxn modelId="{74C1F7DA-2967-40F6-953C-735A7B3C9B3A}" type="presParOf" srcId="{ADEE262F-2887-4252-913C-F3E658DE3743}" destId="{BED3512C-5711-43B0-B99B-29B70723E634}" srcOrd="3" destOrd="0" presId="urn:microsoft.com/office/officeart/2005/8/layout/vList2"/>
    <dgm:cxn modelId="{2E3677A7-7D10-4364-BD79-0A97CAF2EA1D}" type="presParOf" srcId="{ADEE262F-2887-4252-913C-F3E658DE3743}" destId="{6D805550-E2B5-44A9-925E-C57CCA910AC8}" srcOrd="4" destOrd="0" presId="urn:microsoft.com/office/officeart/2005/8/layout/vList2"/>
    <dgm:cxn modelId="{67D32612-6A81-4556-BB5A-80B84EABB6ED}" type="presParOf" srcId="{ADEE262F-2887-4252-913C-F3E658DE3743}" destId="{9CB08A60-BC9A-4DD9-9337-C597435C6760}" srcOrd="5" destOrd="0" presId="urn:microsoft.com/office/officeart/2005/8/layout/vList2"/>
    <dgm:cxn modelId="{9A7A6F4A-2B13-48DF-96FE-7167FEFD6888}" type="presParOf" srcId="{ADEE262F-2887-4252-913C-F3E658DE3743}" destId="{F4ACE42E-CFD8-46B6-B8D1-F0821D3579D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21973F46-FC8F-4817-81A9-222174C95B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324F3D4-7FBB-46DA-A5C2-668BF79DA283}">
      <dgm:prSet/>
      <dgm:spPr/>
      <dgm:t>
        <a:bodyPr/>
        <a:lstStyle/>
        <a:p>
          <a:r>
            <a:rPr lang="uk-UA" b="0" i="0"/>
            <a:t>удосконалення системи «держприймання» в колгоспах.</a:t>
          </a:r>
          <a:endParaRPr lang="uk-UA"/>
        </a:p>
      </dgm:t>
    </dgm:pt>
    <dgm:pt modelId="{43D78498-1904-4C98-8378-64CE89F00D0F}" type="parTrans" cxnId="{776267B4-4317-4B98-9BA1-072161B40757}">
      <dgm:prSet/>
      <dgm:spPr/>
      <dgm:t>
        <a:bodyPr/>
        <a:lstStyle/>
        <a:p>
          <a:endParaRPr lang="uk-UA"/>
        </a:p>
      </dgm:t>
    </dgm:pt>
    <dgm:pt modelId="{C69F9977-EECB-4075-B534-63DB1F2B9859}" type="sibTrans" cxnId="{776267B4-4317-4B98-9BA1-072161B40757}">
      <dgm:prSet/>
      <dgm:spPr/>
      <dgm:t>
        <a:bodyPr/>
        <a:lstStyle/>
        <a:p>
          <a:endParaRPr lang="uk-UA"/>
        </a:p>
      </dgm:t>
    </dgm:pt>
    <dgm:pt modelId="{2A7DD57A-1B9E-4547-8062-70CE6E43C3E2}">
      <dgm:prSet/>
      <dgm:spPr/>
      <dgm:t>
        <a:bodyPr/>
        <a:lstStyle/>
        <a:p>
          <a:r>
            <a:rPr lang="uk-UA" b="0" i="0"/>
            <a:t>запровадження ринкових відносин у сільському господарстві.</a:t>
          </a:r>
          <a:endParaRPr lang="uk-UA"/>
        </a:p>
      </dgm:t>
    </dgm:pt>
    <dgm:pt modelId="{C4A700E1-9E2C-405C-8DC1-7DEE3D2B246D}" type="parTrans" cxnId="{19D76FC0-E85B-4061-9195-8F18E43369D8}">
      <dgm:prSet/>
      <dgm:spPr/>
      <dgm:t>
        <a:bodyPr/>
        <a:lstStyle/>
        <a:p>
          <a:endParaRPr lang="uk-UA"/>
        </a:p>
      </dgm:t>
    </dgm:pt>
    <dgm:pt modelId="{9EFB268B-DA27-4645-87B5-DEE998FDEB01}" type="sibTrans" cxnId="{19D76FC0-E85B-4061-9195-8F18E43369D8}">
      <dgm:prSet/>
      <dgm:spPr/>
      <dgm:t>
        <a:bodyPr/>
        <a:lstStyle/>
        <a:p>
          <a:endParaRPr lang="uk-UA"/>
        </a:p>
      </dgm:t>
    </dgm:pt>
    <dgm:pt modelId="{A9AC4342-F53E-4C20-89B9-A05378D6BF10}">
      <dgm:prSet/>
      <dgm:spPr/>
      <dgm:t>
        <a:bodyPr/>
        <a:lstStyle/>
        <a:p>
          <a:r>
            <a:rPr lang="uk-UA" b="0" i="0"/>
            <a:t>посилення матеріальної зацікавленості селян у суспільному виробництві.</a:t>
          </a:r>
          <a:endParaRPr lang="uk-UA"/>
        </a:p>
      </dgm:t>
    </dgm:pt>
    <dgm:pt modelId="{1890E6FD-1308-4FD2-A859-9835F7CD40EF}" type="parTrans" cxnId="{C7A08200-714B-4B28-9C98-577D5A685BA5}">
      <dgm:prSet/>
      <dgm:spPr/>
      <dgm:t>
        <a:bodyPr/>
        <a:lstStyle/>
        <a:p>
          <a:endParaRPr lang="uk-UA"/>
        </a:p>
      </dgm:t>
    </dgm:pt>
    <dgm:pt modelId="{0DD32F92-5694-47B5-98FD-8AEB857BFADE}" type="sibTrans" cxnId="{C7A08200-714B-4B28-9C98-577D5A685BA5}">
      <dgm:prSet/>
      <dgm:spPr/>
      <dgm:t>
        <a:bodyPr/>
        <a:lstStyle/>
        <a:p>
          <a:endParaRPr lang="uk-UA"/>
        </a:p>
      </dgm:t>
    </dgm:pt>
    <dgm:pt modelId="{999C0182-F611-4C4C-9D5D-66093186CDCF}">
      <dgm:prSet/>
      <dgm:spPr/>
      <dgm:t>
        <a:bodyPr/>
        <a:lstStyle/>
        <a:p>
          <a:r>
            <a:rPr lang="uk-UA" b="0" i="0"/>
            <a:t>створення сприятливих умов для розвитку присадибного господарства селян</a:t>
          </a:r>
          <a:endParaRPr lang="uk-UA"/>
        </a:p>
      </dgm:t>
    </dgm:pt>
    <dgm:pt modelId="{37ADE0F4-7FA1-4D7D-88CC-A082AC5F9CBB}" type="parTrans" cxnId="{2C06E453-520D-42FD-8665-842A5F579567}">
      <dgm:prSet/>
      <dgm:spPr/>
      <dgm:t>
        <a:bodyPr/>
        <a:lstStyle/>
        <a:p>
          <a:endParaRPr lang="uk-UA"/>
        </a:p>
      </dgm:t>
    </dgm:pt>
    <dgm:pt modelId="{553953B0-444F-45FC-9410-764DA8220C6F}" type="sibTrans" cxnId="{2C06E453-520D-42FD-8665-842A5F579567}">
      <dgm:prSet/>
      <dgm:spPr/>
      <dgm:t>
        <a:bodyPr/>
        <a:lstStyle/>
        <a:p>
          <a:endParaRPr lang="uk-UA"/>
        </a:p>
      </dgm:t>
    </dgm:pt>
    <dgm:pt modelId="{92B24F79-EE37-46EC-9BAA-8DE7B37395FA}" type="pres">
      <dgm:prSet presAssocID="{21973F46-FC8F-4817-81A9-222174C95B26}" presName="linear" presStyleCnt="0">
        <dgm:presLayoutVars>
          <dgm:animLvl val="lvl"/>
          <dgm:resizeHandles val="exact"/>
        </dgm:presLayoutVars>
      </dgm:prSet>
      <dgm:spPr/>
    </dgm:pt>
    <dgm:pt modelId="{2CBD3AEE-D832-4CEB-9743-B46EF782360C}" type="pres">
      <dgm:prSet presAssocID="{8324F3D4-7FBB-46DA-A5C2-668BF79DA28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C2B52D0-407B-4057-A0A5-D1D136856589}" type="pres">
      <dgm:prSet presAssocID="{C69F9977-EECB-4075-B534-63DB1F2B9859}" presName="spacer" presStyleCnt="0"/>
      <dgm:spPr/>
    </dgm:pt>
    <dgm:pt modelId="{CAEB09A3-C3CE-415D-A0EF-5AB254D93C6D}" type="pres">
      <dgm:prSet presAssocID="{2A7DD57A-1B9E-4547-8062-70CE6E43C3E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C306028-C05C-4B1C-831D-A171375C6215}" type="pres">
      <dgm:prSet presAssocID="{9EFB268B-DA27-4645-87B5-DEE998FDEB01}" presName="spacer" presStyleCnt="0"/>
      <dgm:spPr/>
    </dgm:pt>
    <dgm:pt modelId="{C2893502-6FE1-40D7-A1D0-1DD302C833F7}" type="pres">
      <dgm:prSet presAssocID="{A9AC4342-F53E-4C20-89B9-A05378D6BF1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ABD0F96-963D-49D8-9036-918C706C8E38}" type="pres">
      <dgm:prSet presAssocID="{0DD32F92-5694-47B5-98FD-8AEB857BFADE}" presName="spacer" presStyleCnt="0"/>
      <dgm:spPr/>
    </dgm:pt>
    <dgm:pt modelId="{81027AE2-E03F-42DD-A980-86AED8A2DB35}" type="pres">
      <dgm:prSet presAssocID="{999C0182-F611-4C4C-9D5D-66093186CDC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7A08200-714B-4B28-9C98-577D5A685BA5}" srcId="{21973F46-FC8F-4817-81A9-222174C95B26}" destId="{A9AC4342-F53E-4C20-89B9-A05378D6BF10}" srcOrd="2" destOrd="0" parTransId="{1890E6FD-1308-4FD2-A859-9835F7CD40EF}" sibTransId="{0DD32F92-5694-47B5-98FD-8AEB857BFADE}"/>
    <dgm:cxn modelId="{2C06E453-520D-42FD-8665-842A5F579567}" srcId="{21973F46-FC8F-4817-81A9-222174C95B26}" destId="{999C0182-F611-4C4C-9D5D-66093186CDCF}" srcOrd="3" destOrd="0" parTransId="{37ADE0F4-7FA1-4D7D-88CC-A082AC5F9CBB}" sibTransId="{553953B0-444F-45FC-9410-764DA8220C6F}"/>
    <dgm:cxn modelId="{C86BDC88-37A5-4A87-9E23-E43B4C21AF89}" type="presOf" srcId="{8324F3D4-7FBB-46DA-A5C2-668BF79DA283}" destId="{2CBD3AEE-D832-4CEB-9743-B46EF782360C}" srcOrd="0" destOrd="0" presId="urn:microsoft.com/office/officeart/2005/8/layout/vList2"/>
    <dgm:cxn modelId="{E2431CA8-3125-47D7-8C86-19C7487A97C3}" type="presOf" srcId="{2A7DD57A-1B9E-4547-8062-70CE6E43C3E2}" destId="{CAEB09A3-C3CE-415D-A0EF-5AB254D93C6D}" srcOrd="0" destOrd="0" presId="urn:microsoft.com/office/officeart/2005/8/layout/vList2"/>
    <dgm:cxn modelId="{E2AD96AB-8E63-4879-82F9-72326AF79515}" type="presOf" srcId="{A9AC4342-F53E-4C20-89B9-A05378D6BF10}" destId="{C2893502-6FE1-40D7-A1D0-1DD302C833F7}" srcOrd="0" destOrd="0" presId="urn:microsoft.com/office/officeart/2005/8/layout/vList2"/>
    <dgm:cxn modelId="{776267B4-4317-4B98-9BA1-072161B40757}" srcId="{21973F46-FC8F-4817-81A9-222174C95B26}" destId="{8324F3D4-7FBB-46DA-A5C2-668BF79DA283}" srcOrd="0" destOrd="0" parTransId="{43D78498-1904-4C98-8378-64CE89F00D0F}" sibTransId="{C69F9977-EECB-4075-B534-63DB1F2B9859}"/>
    <dgm:cxn modelId="{763E91BB-3270-476C-A29E-4C0A98B5CE95}" type="presOf" srcId="{999C0182-F611-4C4C-9D5D-66093186CDCF}" destId="{81027AE2-E03F-42DD-A980-86AED8A2DB35}" srcOrd="0" destOrd="0" presId="urn:microsoft.com/office/officeart/2005/8/layout/vList2"/>
    <dgm:cxn modelId="{19D76FC0-E85B-4061-9195-8F18E43369D8}" srcId="{21973F46-FC8F-4817-81A9-222174C95B26}" destId="{2A7DD57A-1B9E-4547-8062-70CE6E43C3E2}" srcOrd="1" destOrd="0" parTransId="{C4A700E1-9E2C-405C-8DC1-7DEE3D2B246D}" sibTransId="{9EFB268B-DA27-4645-87B5-DEE998FDEB01}"/>
    <dgm:cxn modelId="{68D5A7FC-0D9D-409A-981B-8D5AD4C0CB99}" type="presOf" srcId="{21973F46-FC8F-4817-81A9-222174C95B26}" destId="{92B24F79-EE37-46EC-9BAA-8DE7B37395FA}" srcOrd="0" destOrd="0" presId="urn:microsoft.com/office/officeart/2005/8/layout/vList2"/>
    <dgm:cxn modelId="{043CE248-FD3A-4B11-BAD3-2B05180BA69B}" type="presParOf" srcId="{92B24F79-EE37-46EC-9BAA-8DE7B37395FA}" destId="{2CBD3AEE-D832-4CEB-9743-B46EF782360C}" srcOrd="0" destOrd="0" presId="urn:microsoft.com/office/officeart/2005/8/layout/vList2"/>
    <dgm:cxn modelId="{BC968250-86D4-4E6B-B050-289C5450818E}" type="presParOf" srcId="{92B24F79-EE37-46EC-9BAA-8DE7B37395FA}" destId="{7C2B52D0-407B-4057-A0A5-D1D136856589}" srcOrd="1" destOrd="0" presId="urn:microsoft.com/office/officeart/2005/8/layout/vList2"/>
    <dgm:cxn modelId="{98092913-C166-4188-AFDC-C00E3CBC6D60}" type="presParOf" srcId="{92B24F79-EE37-46EC-9BAA-8DE7B37395FA}" destId="{CAEB09A3-C3CE-415D-A0EF-5AB254D93C6D}" srcOrd="2" destOrd="0" presId="urn:microsoft.com/office/officeart/2005/8/layout/vList2"/>
    <dgm:cxn modelId="{F8F19FCF-FBD2-4676-B7C5-96EDE2932469}" type="presParOf" srcId="{92B24F79-EE37-46EC-9BAA-8DE7B37395FA}" destId="{5C306028-C05C-4B1C-831D-A171375C6215}" srcOrd="3" destOrd="0" presId="urn:microsoft.com/office/officeart/2005/8/layout/vList2"/>
    <dgm:cxn modelId="{C28C85EC-39F9-47A8-93AD-56007EB1A728}" type="presParOf" srcId="{92B24F79-EE37-46EC-9BAA-8DE7B37395FA}" destId="{C2893502-6FE1-40D7-A1D0-1DD302C833F7}" srcOrd="4" destOrd="0" presId="urn:microsoft.com/office/officeart/2005/8/layout/vList2"/>
    <dgm:cxn modelId="{A093B9E9-B036-4615-AAF4-4582E234B56E}" type="presParOf" srcId="{92B24F79-EE37-46EC-9BAA-8DE7B37395FA}" destId="{6ABD0F96-963D-49D8-9036-918C706C8E38}" srcOrd="5" destOrd="0" presId="urn:microsoft.com/office/officeart/2005/8/layout/vList2"/>
    <dgm:cxn modelId="{A531C76F-61FA-4DC5-82D9-6830F46C0274}" type="presParOf" srcId="{92B24F79-EE37-46EC-9BAA-8DE7B37395FA}" destId="{81027AE2-E03F-42DD-A980-86AED8A2DB3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B0E9D3F4-1F12-46FC-9A79-DB57103C2F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95ABF4-2FA1-4DE7-9612-500EB8B85290}">
      <dgm:prSet/>
      <dgm:spPr/>
      <dgm:t>
        <a:bodyPr/>
        <a:lstStyle/>
        <a:p>
          <a:r>
            <a:rPr lang="uk-UA" b="0" i="0"/>
            <a:t>заборона робітникам і службовцям самочинно змінювати місце своєї роботи</a:t>
          </a:r>
          <a:endParaRPr lang="uk-UA"/>
        </a:p>
      </dgm:t>
    </dgm:pt>
    <dgm:pt modelId="{448F1830-545D-4CC5-B4BF-940E85250FBA}" type="parTrans" cxnId="{C6D83D99-121D-4F2F-92E6-5706EFFF9778}">
      <dgm:prSet/>
      <dgm:spPr/>
      <dgm:t>
        <a:bodyPr/>
        <a:lstStyle/>
        <a:p>
          <a:endParaRPr lang="uk-UA"/>
        </a:p>
      </dgm:t>
    </dgm:pt>
    <dgm:pt modelId="{DE0B23FC-4EBE-4310-A79D-5FE4B1689A36}" type="sibTrans" cxnId="{C6D83D99-121D-4F2F-92E6-5706EFFF9778}">
      <dgm:prSet/>
      <dgm:spPr/>
      <dgm:t>
        <a:bodyPr/>
        <a:lstStyle/>
        <a:p>
          <a:endParaRPr lang="uk-UA"/>
        </a:p>
      </dgm:t>
    </dgm:pt>
    <dgm:pt modelId="{A87F7ED1-1753-41AF-BAAF-F9B1615657F0}">
      <dgm:prSet/>
      <dgm:spPr/>
      <dgm:t>
        <a:bodyPr/>
        <a:lstStyle/>
        <a:p>
          <a:r>
            <a:rPr lang="uk-UA" b="0" i="0"/>
            <a:t>упровадження державних позик і збільшення присадибних ділянок колгоспників</a:t>
          </a:r>
          <a:endParaRPr lang="uk-UA"/>
        </a:p>
      </dgm:t>
    </dgm:pt>
    <dgm:pt modelId="{CE145BAA-D4C4-4165-B74D-25EC577E534B}" type="parTrans" cxnId="{D33583BE-8DB0-4795-86F1-5A776B62189C}">
      <dgm:prSet/>
      <dgm:spPr/>
      <dgm:t>
        <a:bodyPr/>
        <a:lstStyle/>
        <a:p>
          <a:endParaRPr lang="uk-UA"/>
        </a:p>
      </dgm:t>
    </dgm:pt>
    <dgm:pt modelId="{B20C354B-4169-4434-BBD3-55287CEDF8EF}" type="sibTrans" cxnId="{D33583BE-8DB0-4795-86F1-5A776B62189C}">
      <dgm:prSet/>
      <dgm:spPr/>
      <dgm:t>
        <a:bodyPr/>
        <a:lstStyle/>
        <a:p>
          <a:endParaRPr lang="uk-UA"/>
        </a:p>
      </dgm:t>
    </dgm:pt>
    <dgm:pt modelId="{EDDEC9EC-8155-4308-BB36-1D12415B54DB}">
      <dgm:prSet/>
      <dgm:spPr/>
      <dgm:t>
        <a:bodyPr/>
        <a:lstStyle/>
        <a:p>
          <a:r>
            <a:rPr lang="uk-UA" b="0" i="0"/>
            <a:t>створення сфери побутових послуг і системи громадського харчування</a:t>
          </a:r>
          <a:endParaRPr lang="uk-UA"/>
        </a:p>
      </dgm:t>
    </dgm:pt>
    <dgm:pt modelId="{25B45835-D97E-4D01-8F25-EE6A0791F686}" type="parTrans" cxnId="{6B64FB59-4604-409B-ACAB-B3853EFC09B0}">
      <dgm:prSet/>
      <dgm:spPr/>
      <dgm:t>
        <a:bodyPr/>
        <a:lstStyle/>
        <a:p>
          <a:endParaRPr lang="uk-UA"/>
        </a:p>
      </dgm:t>
    </dgm:pt>
    <dgm:pt modelId="{3D9D9969-662A-472B-9077-F0C6F49757E9}" type="sibTrans" cxnId="{6B64FB59-4604-409B-ACAB-B3853EFC09B0}">
      <dgm:prSet/>
      <dgm:spPr/>
      <dgm:t>
        <a:bodyPr/>
        <a:lstStyle/>
        <a:p>
          <a:endParaRPr lang="uk-UA"/>
        </a:p>
      </dgm:t>
    </dgm:pt>
    <dgm:pt modelId="{7C7D4140-B9A7-4DAB-9789-270E859D74E4}">
      <dgm:prSet/>
      <dgm:spPr/>
      <dgm:t>
        <a:bodyPr/>
        <a:lstStyle/>
        <a:p>
          <a:r>
            <a:rPr lang="uk-UA" b="0" i="0"/>
            <a:t>ведення широкомасштабного індустріального житлового будівництва</a:t>
          </a:r>
          <a:endParaRPr lang="uk-UA"/>
        </a:p>
      </dgm:t>
    </dgm:pt>
    <dgm:pt modelId="{2C22B3FC-1214-437F-859C-5AD47E810DEA}" type="parTrans" cxnId="{93388010-CF44-4221-9ECA-0A61D5176C61}">
      <dgm:prSet/>
      <dgm:spPr/>
      <dgm:t>
        <a:bodyPr/>
        <a:lstStyle/>
        <a:p>
          <a:endParaRPr lang="uk-UA"/>
        </a:p>
      </dgm:t>
    </dgm:pt>
    <dgm:pt modelId="{AC83B82F-9848-40E2-A2C5-E85B74E2388F}" type="sibTrans" cxnId="{93388010-CF44-4221-9ECA-0A61D5176C61}">
      <dgm:prSet/>
      <dgm:spPr/>
      <dgm:t>
        <a:bodyPr/>
        <a:lstStyle/>
        <a:p>
          <a:endParaRPr lang="uk-UA"/>
        </a:p>
      </dgm:t>
    </dgm:pt>
    <dgm:pt modelId="{110C6E5D-37DD-4027-8511-9A64C8AD9B7B}" type="pres">
      <dgm:prSet presAssocID="{B0E9D3F4-1F12-46FC-9A79-DB57103C2FB0}" presName="linear" presStyleCnt="0">
        <dgm:presLayoutVars>
          <dgm:animLvl val="lvl"/>
          <dgm:resizeHandles val="exact"/>
        </dgm:presLayoutVars>
      </dgm:prSet>
      <dgm:spPr/>
    </dgm:pt>
    <dgm:pt modelId="{A78971D9-4CC4-4BC0-B207-78F0EF7A8AB4}" type="pres">
      <dgm:prSet presAssocID="{4195ABF4-2FA1-4DE7-9612-500EB8B8529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FC03B7-5623-4135-A90E-9DB0397B62F5}" type="pres">
      <dgm:prSet presAssocID="{DE0B23FC-4EBE-4310-A79D-5FE4B1689A36}" presName="spacer" presStyleCnt="0"/>
      <dgm:spPr/>
    </dgm:pt>
    <dgm:pt modelId="{AC110C45-D53E-412D-A713-025B392D912D}" type="pres">
      <dgm:prSet presAssocID="{A87F7ED1-1753-41AF-BAAF-F9B1615657F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A75D743-2E26-4EA8-801D-6BA7D60B4181}" type="pres">
      <dgm:prSet presAssocID="{B20C354B-4169-4434-BBD3-55287CEDF8EF}" presName="spacer" presStyleCnt="0"/>
      <dgm:spPr/>
    </dgm:pt>
    <dgm:pt modelId="{FB045048-1B8D-4E44-961D-0C5E4041AD49}" type="pres">
      <dgm:prSet presAssocID="{EDDEC9EC-8155-4308-BB36-1D12415B54D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8BA4261-6FCB-48A4-BF3C-0FF36A24AADD}" type="pres">
      <dgm:prSet presAssocID="{3D9D9969-662A-472B-9077-F0C6F49757E9}" presName="spacer" presStyleCnt="0"/>
      <dgm:spPr/>
    </dgm:pt>
    <dgm:pt modelId="{2E1E433B-7E90-4932-A2FD-01A458F624BD}" type="pres">
      <dgm:prSet presAssocID="{7C7D4140-B9A7-4DAB-9789-270E859D74E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3388010-CF44-4221-9ECA-0A61D5176C61}" srcId="{B0E9D3F4-1F12-46FC-9A79-DB57103C2FB0}" destId="{7C7D4140-B9A7-4DAB-9789-270E859D74E4}" srcOrd="3" destOrd="0" parTransId="{2C22B3FC-1214-437F-859C-5AD47E810DEA}" sibTransId="{AC83B82F-9848-40E2-A2C5-E85B74E2388F}"/>
    <dgm:cxn modelId="{19C5411A-3860-4E07-81F1-0FBCD01376D6}" type="presOf" srcId="{7C7D4140-B9A7-4DAB-9789-270E859D74E4}" destId="{2E1E433B-7E90-4932-A2FD-01A458F624BD}" srcOrd="0" destOrd="0" presId="urn:microsoft.com/office/officeart/2005/8/layout/vList2"/>
    <dgm:cxn modelId="{6B64FB59-4604-409B-ACAB-B3853EFC09B0}" srcId="{B0E9D3F4-1F12-46FC-9A79-DB57103C2FB0}" destId="{EDDEC9EC-8155-4308-BB36-1D12415B54DB}" srcOrd="2" destOrd="0" parTransId="{25B45835-D97E-4D01-8F25-EE6A0791F686}" sibTransId="{3D9D9969-662A-472B-9077-F0C6F49757E9}"/>
    <dgm:cxn modelId="{616D8883-C11B-4ACC-B7AB-48C211EFA7D0}" type="presOf" srcId="{A87F7ED1-1753-41AF-BAAF-F9B1615657F0}" destId="{AC110C45-D53E-412D-A713-025B392D912D}" srcOrd="0" destOrd="0" presId="urn:microsoft.com/office/officeart/2005/8/layout/vList2"/>
    <dgm:cxn modelId="{89713289-A6DA-4F75-A778-9FF87100551E}" type="presOf" srcId="{4195ABF4-2FA1-4DE7-9612-500EB8B85290}" destId="{A78971D9-4CC4-4BC0-B207-78F0EF7A8AB4}" srcOrd="0" destOrd="0" presId="urn:microsoft.com/office/officeart/2005/8/layout/vList2"/>
    <dgm:cxn modelId="{C6D83D99-121D-4F2F-92E6-5706EFFF9778}" srcId="{B0E9D3F4-1F12-46FC-9A79-DB57103C2FB0}" destId="{4195ABF4-2FA1-4DE7-9612-500EB8B85290}" srcOrd="0" destOrd="0" parTransId="{448F1830-545D-4CC5-B4BF-940E85250FBA}" sibTransId="{DE0B23FC-4EBE-4310-A79D-5FE4B1689A36}"/>
    <dgm:cxn modelId="{B044CD9B-D8B0-473A-8AB1-B8C5DD4DEBB7}" type="presOf" srcId="{B0E9D3F4-1F12-46FC-9A79-DB57103C2FB0}" destId="{110C6E5D-37DD-4027-8511-9A64C8AD9B7B}" srcOrd="0" destOrd="0" presId="urn:microsoft.com/office/officeart/2005/8/layout/vList2"/>
    <dgm:cxn modelId="{D33583BE-8DB0-4795-86F1-5A776B62189C}" srcId="{B0E9D3F4-1F12-46FC-9A79-DB57103C2FB0}" destId="{A87F7ED1-1753-41AF-BAAF-F9B1615657F0}" srcOrd="1" destOrd="0" parTransId="{CE145BAA-D4C4-4165-B74D-25EC577E534B}" sibTransId="{B20C354B-4169-4434-BBD3-55287CEDF8EF}"/>
    <dgm:cxn modelId="{5934ABC5-C1DE-414E-915A-077CC3D0095C}" type="presOf" srcId="{EDDEC9EC-8155-4308-BB36-1D12415B54DB}" destId="{FB045048-1B8D-4E44-961D-0C5E4041AD49}" srcOrd="0" destOrd="0" presId="urn:microsoft.com/office/officeart/2005/8/layout/vList2"/>
    <dgm:cxn modelId="{9FF96B64-CF74-4575-850E-9DC35F9FA8FC}" type="presParOf" srcId="{110C6E5D-37DD-4027-8511-9A64C8AD9B7B}" destId="{A78971D9-4CC4-4BC0-B207-78F0EF7A8AB4}" srcOrd="0" destOrd="0" presId="urn:microsoft.com/office/officeart/2005/8/layout/vList2"/>
    <dgm:cxn modelId="{7F9AA243-331F-4BC6-B1FC-E5AEBF9FB7E9}" type="presParOf" srcId="{110C6E5D-37DD-4027-8511-9A64C8AD9B7B}" destId="{F9FC03B7-5623-4135-A90E-9DB0397B62F5}" srcOrd="1" destOrd="0" presId="urn:microsoft.com/office/officeart/2005/8/layout/vList2"/>
    <dgm:cxn modelId="{BE86CF19-C1DD-432D-983F-9665CA8A9B4A}" type="presParOf" srcId="{110C6E5D-37DD-4027-8511-9A64C8AD9B7B}" destId="{AC110C45-D53E-412D-A713-025B392D912D}" srcOrd="2" destOrd="0" presId="urn:microsoft.com/office/officeart/2005/8/layout/vList2"/>
    <dgm:cxn modelId="{4C886EC4-30D5-4EE8-AA41-0A781318E909}" type="presParOf" srcId="{110C6E5D-37DD-4027-8511-9A64C8AD9B7B}" destId="{3A75D743-2E26-4EA8-801D-6BA7D60B4181}" srcOrd="3" destOrd="0" presId="urn:microsoft.com/office/officeart/2005/8/layout/vList2"/>
    <dgm:cxn modelId="{ABECA0D0-DF62-41B0-999C-5092070F53BB}" type="presParOf" srcId="{110C6E5D-37DD-4027-8511-9A64C8AD9B7B}" destId="{FB045048-1B8D-4E44-961D-0C5E4041AD49}" srcOrd="4" destOrd="0" presId="urn:microsoft.com/office/officeart/2005/8/layout/vList2"/>
    <dgm:cxn modelId="{B836BA82-9B5B-4E3D-82B0-FDEE51DF60A2}" type="presParOf" srcId="{110C6E5D-37DD-4027-8511-9A64C8AD9B7B}" destId="{E8BA4261-6FCB-48A4-BF3C-0FF36A24AADD}" srcOrd="5" destOrd="0" presId="urn:microsoft.com/office/officeart/2005/8/layout/vList2"/>
    <dgm:cxn modelId="{A5C7969B-D7B0-4BE8-A589-1787E7ED0232}" type="presParOf" srcId="{110C6E5D-37DD-4027-8511-9A64C8AD9B7B}" destId="{2E1E433B-7E90-4932-A2FD-01A458F624B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9BBD5FCB-D8A8-442B-91C0-799881D24EC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EE5030-6C3E-4605-ACE3-2BBA6ADE9765}">
      <dgm:prSet/>
      <dgm:spPr/>
      <dgm:t>
        <a:bodyPr/>
        <a:lstStyle/>
        <a:p>
          <a:r>
            <a:rPr lang="ru-RU" b="0" i="0"/>
            <a:t>Відображено в обох уривках.</a:t>
          </a:r>
          <a:endParaRPr lang="uk-UA"/>
        </a:p>
      </dgm:t>
    </dgm:pt>
    <dgm:pt modelId="{CAEDE8AF-2F57-417B-B286-026C2D8E5F51}" type="parTrans" cxnId="{67299705-6D6C-473A-8D8C-70D4B2ED1D34}">
      <dgm:prSet/>
      <dgm:spPr/>
      <dgm:t>
        <a:bodyPr/>
        <a:lstStyle/>
        <a:p>
          <a:endParaRPr lang="uk-UA"/>
        </a:p>
      </dgm:t>
    </dgm:pt>
    <dgm:pt modelId="{F0F52FB1-FFDB-43A3-8C91-866C081A5890}" type="sibTrans" cxnId="{67299705-6D6C-473A-8D8C-70D4B2ED1D34}">
      <dgm:prSet/>
      <dgm:spPr/>
      <dgm:t>
        <a:bodyPr/>
        <a:lstStyle/>
        <a:p>
          <a:endParaRPr lang="uk-UA"/>
        </a:p>
      </dgm:t>
    </dgm:pt>
    <dgm:pt modelId="{DB35F8F0-2A4F-4755-B36F-893AE8187A27}">
      <dgm:prSet/>
      <dgm:spPr/>
      <dgm:t>
        <a:bodyPr/>
        <a:lstStyle/>
        <a:p>
          <a:r>
            <a:rPr lang="ru-RU" b="0" i="0"/>
            <a:t>Тільки у першому.</a:t>
          </a:r>
          <a:endParaRPr lang="uk-UA"/>
        </a:p>
      </dgm:t>
    </dgm:pt>
    <dgm:pt modelId="{9F1C4C7B-22F6-4E01-84ED-26C1A9ED9960}" type="parTrans" cxnId="{8A14A073-2781-4D71-B498-6F90AAE12D08}">
      <dgm:prSet/>
      <dgm:spPr/>
      <dgm:t>
        <a:bodyPr/>
        <a:lstStyle/>
        <a:p>
          <a:endParaRPr lang="uk-UA"/>
        </a:p>
      </dgm:t>
    </dgm:pt>
    <dgm:pt modelId="{0EE507D1-38F6-41A7-B5EA-4F84D4017F54}" type="sibTrans" cxnId="{8A14A073-2781-4D71-B498-6F90AAE12D08}">
      <dgm:prSet/>
      <dgm:spPr/>
      <dgm:t>
        <a:bodyPr/>
        <a:lstStyle/>
        <a:p>
          <a:endParaRPr lang="uk-UA"/>
        </a:p>
      </dgm:t>
    </dgm:pt>
    <dgm:pt modelId="{4236F061-4556-45BC-A5C9-4C2A4A5FF161}">
      <dgm:prSet/>
      <dgm:spPr/>
      <dgm:t>
        <a:bodyPr/>
        <a:lstStyle/>
        <a:p>
          <a:r>
            <a:rPr lang="ru-RU" b="0" i="0"/>
            <a:t>Тільки у другому.</a:t>
          </a:r>
          <a:endParaRPr lang="uk-UA"/>
        </a:p>
      </dgm:t>
    </dgm:pt>
    <dgm:pt modelId="{BF416190-0B6C-4C05-B066-919B3997E92F}" type="parTrans" cxnId="{669135FF-245D-4FA4-A977-EAB70F9A14E0}">
      <dgm:prSet/>
      <dgm:spPr/>
      <dgm:t>
        <a:bodyPr/>
        <a:lstStyle/>
        <a:p>
          <a:endParaRPr lang="uk-UA"/>
        </a:p>
      </dgm:t>
    </dgm:pt>
    <dgm:pt modelId="{978EDE1E-7B20-423F-B440-55FB0E2578CE}" type="sibTrans" cxnId="{669135FF-245D-4FA4-A977-EAB70F9A14E0}">
      <dgm:prSet/>
      <dgm:spPr/>
      <dgm:t>
        <a:bodyPr/>
        <a:lstStyle/>
        <a:p>
          <a:endParaRPr lang="uk-UA"/>
        </a:p>
      </dgm:t>
    </dgm:pt>
    <dgm:pt modelId="{FDB8F436-CA32-4140-B528-84668716A60D}">
      <dgm:prSet/>
      <dgm:spPr/>
      <dgm:t>
        <a:bodyPr/>
        <a:lstStyle/>
        <a:p>
          <a:r>
            <a:rPr lang="ru-RU" b="0" i="0"/>
            <a:t>Не відображено у жодному з уривків.</a:t>
          </a:r>
          <a:endParaRPr lang="uk-UA"/>
        </a:p>
      </dgm:t>
    </dgm:pt>
    <dgm:pt modelId="{A6A384A9-F126-4EE2-B638-BD9384AAE99A}" type="parTrans" cxnId="{2A40A14D-F81F-44FD-BB69-D85C33A2980F}">
      <dgm:prSet/>
      <dgm:spPr/>
      <dgm:t>
        <a:bodyPr/>
        <a:lstStyle/>
        <a:p>
          <a:endParaRPr lang="uk-UA"/>
        </a:p>
      </dgm:t>
    </dgm:pt>
    <dgm:pt modelId="{4392208D-5BB0-4CA1-88E1-6CAEF0619516}" type="sibTrans" cxnId="{2A40A14D-F81F-44FD-BB69-D85C33A2980F}">
      <dgm:prSet/>
      <dgm:spPr/>
      <dgm:t>
        <a:bodyPr/>
        <a:lstStyle/>
        <a:p>
          <a:endParaRPr lang="uk-UA"/>
        </a:p>
      </dgm:t>
    </dgm:pt>
    <dgm:pt modelId="{E452E3C8-67F1-4ECA-8A04-E65D033986DD}" type="pres">
      <dgm:prSet presAssocID="{9BBD5FCB-D8A8-442B-91C0-799881D24EC9}" presName="linearFlow" presStyleCnt="0">
        <dgm:presLayoutVars>
          <dgm:dir/>
          <dgm:resizeHandles val="exact"/>
        </dgm:presLayoutVars>
      </dgm:prSet>
      <dgm:spPr/>
    </dgm:pt>
    <dgm:pt modelId="{0E100AAA-1FE2-421B-84E0-52BC1C6246DB}" type="pres">
      <dgm:prSet presAssocID="{2EEE5030-6C3E-4605-ACE3-2BBA6ADE9765}" presName="composite" presStyleCnt="0"/>
      <dgm:spPr/>
    </dgm:pt>
    <dgm:pt modelId="{5E919533-132C-4E36-ACD7-AC90F5AC3A4A}" type="pres">
      <dgm:prSet presAssocID="{2EEE5030-6C3E-4605-ACE3-2BBA6ADE9765}" presName="imgShp" presStyleLbl="fgImgPlace1" presStyleIdx="0" presStyleCnt="4"/>
      <dgm:spPr/>
    </dgm:pt>
    <dgm:pt modelId="{F765E58E-1C9D-4070-9456-354428F8C8B6}" type="pres">
      <dgm:prSet presAssocID="{2EEE5030-6C3E-4605-ACE3-2BBA6ADE9765}" presName="txShp" presStyleLbl="node1" presStyleIdx="0" presStyleCnt="4">
        <dgm:presLayoutVars>
          <dgm:bulletEnabled val="1"/>
        </dgm:presLayoutVars>
      </dgm:prSet>
      <dgm:spPr/>
    </dgm:pt>
    <dgm:pt modelId="{0A14B409-0ECA-4E81-BEEC-730089D5C72B}" type="pres">
      <dgm:prSet presAssocID="{F0F52FB1-FFDB-43A3-8C91-866C081A5890}" presName="spacing" presStyleCnt="0"/>
      <dgm:spPr/>
    </dgm:pt>
    <dgm:pt modelId="{D8AA5003-887A-402E-9314-DB1E1E3004EC}" type="pres">
      <dgm:prSet presAssocID="{DB35F8F0-2A4F-4755-B36F-893AE8187A27}" presName="composite" presStyleCnt="0"/>
      <dgm:spPr/>
    </dgm:pt>
    <dgm:pt modelId="{6A6C10F4-CA0A-4E1B-BBF9-F226DFB960A5}" type="pres">
      <dgm:prSet presAssocID="{DB35F8F0-2A4F-4755-B36F-893AE8187A27}" presName="imgShp" presStyleLbl="fgImgPlace1" presStyleIdx="1" presStyleCnt="4"/>
      <dgm:spPr/>
    </dgm:pt>
    <dgm:pt modelId="{0E3AC349-9298-4E25-9EC1-857636C7AF05}" type="pres">
      <dgm:prSet presAssocID="{DB35F8F0-2A4F-4755-B36F-893AE8187A27}" presName="txShp" presStyleLbl="node1" presStyleIdx="1" presStyleCnt="4">
        <dgm:presLayoutVars>
          <dgm:bulletEnabled val="1"/>
        </dgm:presLayoutVars>
      </dgm:prSet>
      <dgm:spPr/>
    </dgm:pt>
    <dgm:pt modelId="{0EE1952F-19C5-4786-9E2E-B0F67B169D96}" type="pres">
      <dgm:prSet presAssocID="{0EE507D1-38F6-41A7-B5EA-4F84D4017F54}" presName="spacing" presStyleCnt="0"/>
      <dgm:spPr/>
    </dgm:pt>
    <dgm:pt modelId="{1F4E99CF-BBE2-495A-845A-29AD3A5907CC}" type="pres">
      <dgm:prSet presAssocID="{4236F061-4556-45BC-A5C9-4C2A4A5FF161}" presName="composite" presStyleCnt="0"/>
      <dgm:spPr/>
    </dgm:pt>
    <dgm:pt modelId="{E5A2B543-E3F8-4C74-A0C6-5D9B6372ED6D}" type="pres">
      <dgm:prSet presAssocID="{4236F061-4556-45BC-A5C9-4C2A4A5FF161}" presName="imgShp" presStyleLbl="fgImgPlace1" presStyleIdx="2" presStyleCnt="4"/>
      <dgm:spPr/>
    </dgm:pt>
    <dgm:pt modelId="{E4A7FDB7-706E-4AEB-BCF7-38A3E9AD1A56}" type="pres">
      <dgm:prSet presAssocID="{4236F061-4556-45BC-A5C9-4C2A4A5FF161}" presName="txShp" presStyleLbl="node1" presStyleIdx="2" presStyleCnt="4">
        <dgm:presLayoutVars>
          <dgm:bulletEnabled val="1"/>
        </dgm:presLayoutVars>
      </dgm:prSet>
      <dgm:spPr/>
    </dgm:pt>
    <dgm:pt modelId="{5F29F6BE-89E1-42BE-81BE-3085EB290930}" type="pres">
      <dgm:prSet presAssocID="{978EDE1E-7B20-423F-B440-55FB0E2578CE}" presName="spacing" presStyleCnt="0"/>
      <dgm:spPr/>
    </dgm:pt>
    <dgm:pt modelId="{D59450B0-3397-4C8A-B374-71F1AA871AB3}" type="pres">
      <dgm:prSet presAssocID="{FDB8F436-CA32-4140-B528-84668716A60D}" presName="composite" presStyleCnt="0"/>
      <dgm:spPr/>
    </dgm:pt>
    <dgm:pt modelId="{39428850-5281-4A2C-818F-A73F3BD6E540}" type="pres">
      <dgm:prSet presAssocID="{FDB8F436-CA32-4140-B528-84668716A60D}" presName="imgShp" presStyleLbl="fgImgPlace1" presStyleIdx="3" presStyleCnt="4"/>
      <dgm:spPr/>
    </dgm:pt>
    <dgm:pt modelId="{34BB65BD-C697-4011-B072-8BF23387AA1D}" type="pres">
      <dgm:prSet presAssocID="{FDB8F436-CA32-4140-B528-84668716A60D}" presName="txShp" presStyleLbl="node1" presStyleIdx="3" presStyleCnt="4">
        <dgm:presLayoutVars>
          <dgm:bulletEnabled val="1"/>
        </dgm:presLayoutVars>
      </dgm:prSet>
      <dgm:spPr/>
    </dgm:pt>
  </dgm:ptLst>
  <dgm:cxnLst>
    <dgm:cxn modelId="{67299705-6D6C-473A-8D8C-70D4B2ED1D34}" srcId="{9BBD5FCB-D8A8-442B-91C0-799881D24EC9}" destId="{2EEE5030-6C3E-4605-ACE3-2BBA6ADE9765}" srcOrd="0" destOrd="0" parTransId="{CAEDE8AF-2F57-417B-B286-026C2D8E5F51}" sibTransId="{F0F52FB1-FFDB-43A3-8C91-866C081A5890}"/>
    <dgm:cxn modelId="{F8E7312D-55BB-4D78-9D42-1F0667E40BF6}" type="presOf" srcId="{4236F061-4556-45BC-A5C9-4C2A4A5FF161}" destId="{E4A7FDB7-706E-4AEB-BCF7-38A3E9AD1A56}" srcOrd="0" destOrd="0" presId="urn:microsoft.com/office/officeart/2005/8/layout/vList3"/>
    <dgm:cxn modelId="{2A40A14D-F81F-44FD-BB69-D85C33A2980F}" srcId="{9BBD5FCB-D8A8-442B-91C0-799881D24EC9}" destId="{FDB8F436-CA32-4140-B528-84668716A60D}" srcOrd="3" destOrd="0" parTransId="{A6A384A9-F126-4EE2-B638-BD9384AAE99A}" sibTransId="{4392208D-5BB0-4CA1-88E1-6CAEF0619516}"/>
    <dgm:cxn modelId="{E16F2653-BF96-4589-9763-CBCBE55EB84E}" type="presOf" srcId="{9BBD5FCB-D8A8-442B-91C0-799881D24EC9}" destId="{E452E3C8-67F1-4ECA-8A04-E65D033986DD}" srcOrd="0" destOrd="0" presId="urn:microsoft.com/office/officeart/2005/8/layout/vList3"/>
    <dgm:cxn modelId="{8A14A073-2781-4D71-B498-6F90AAE12D08}" srcId="{9BBD5FCB-D8A8-442B-91C0-799881D24EC9}" destId="{DB35F8F0-2A4F-4755-B36F-893AE8187A27}" srcOrd="1" destOrd="0" parTransId="{9F1C4C7B-22F6-4E01-84ED-26C1A9ED9960}" sibTransId="{0EE507D1-38F6-41A7-B5EA-4F84D4017F54}"/>
    <dgm:cxn modelId="{BEDEB6B2-861D-4074-8F25-F3561A702C69}" type="presOf" srcId="{FDB8F436-CA32-4140-B528-84668716A60D}" destId="{34BB65BD-C697-4011-B072-8BF23387AA1D}" srcOrd="0" destOrd="0" presId="urn:microsoft.com/office/officeart/2005/8/layout/vList3"/>
    <dgm:cxn modelId="{B10F0CC5-2988-46A4-B627-CDFE558D539A}" type="presOf" srcId="{2EEE5030-6C3E-4605-ACE3-2BBA6ADE9765}" destId="{F765E58E-1C9D-4070-9456-354428F8C8B6}" srcOrd="0" destOrd="0" presId="urn:microsoft.com/office/officeart/2005/8/layout/vList3"/>
    <dgm:cxn modelId="{9B77D3E6-9249-4AAF-9C8A-A0182A8EAC30}" type="presOf" srcId="{DB35F8F0-2A4F-4755-B36F-893AE8187A27}" destId="{0E3AC349-9298-4E25-9EC1-857636C7AF05}" srcOrd="0" destOrd="0" presId="urn:microsoft.com/office/officeart/2005/8/layout/vList3"/>
    <dgm:cxn modelId="{669135FF-245D-4FA4-A977-EAB70F9A14E0}" srcId="{9BBD5FCB-D8A8-442B-91C0-799881D24EC9}" destId="{4236F061-4556-45BC-A5C9-4C2A4A5FF161}" srcOrd="2" destOrd="0" parTransId="{BF416190-0B6C-4C05-B066-919B3997E92F}" sibTransId="{978EDE1E-7B20-423F-B440-55FB0E2578CE}"/>
    <dgm:cxn modelId="{E22392D5-1E56-49D9-83D9-D20138375129}" type="presParOf" srcId="{E452E3C8-67F1-4ECA-8A04-E65D033986DD}" destId="{0E100AAA-1FE2-421B-84E0-52BC1C6246DB}" srcOrd="0" destOrd="0" presId="urn:microsoft.com/office/officeart/2005/8/layout/vList3"/>
    <dgm:cxn modelId="{031E756C-E1CD-48D6-8F1C-3DD9AF054A97}" type="presParOf" srcId="{0E100AAA-1FE2-421B-84E0-52BC1C6246DB}" destId="{5E919533-132C-4E36-ACD7-AC90F5AC3A4A}" srcOrd="0" destOrd="0" presId="urn:microsoft.com/office/officeart/2005/8/layout/vList3"/>
    <dgm:cxn modelId="{C814EF39-C47E-4428-9E2F-C277884B0FF7}" type="presParOf" srcId="{0E100AAA-1FE2-421B-84E0-52BC1C6246DB}" destId="{F765E58E-1C9D-4070-9456-354428F8C8B6}" srcOrd="1" destOrd="0" presId="urn:microsoft.com/office/officeart/2005/8/layout/vList3"/>
    <dgm:cxn modelId="{5E716058-7BFB-40CD-A4FC-EA66CDCDB647}" type="presParOf" srcId="{E452E3C8-67F1-4ECA-8A04-E65D033986DD}" destId="{0A14B409-0ECA-4E81-BEEC-730089D5C72B}" srcOrd="1" destOrd="0" presId="urn:microsoft.com/office/officeart/2005/8/layout/vList3"/>
    <dgm:cxn modelId="{46D0BC54-C0D9-43EA-84C3-94E7698B4AC5}" type="presParOf" srcId="{E452E3C8-67F1-4ECA-8A04-E65D033986DD}" destId="{D8AA5003-887A-402E-9314-DB1E1E3004EC}" srcOrd="2" destOrd="0" presId="urn:microsoft.com/office/officeart/2005/8/layout/vList3"/>
    <dgm:cxn modelId="{5C2703B3-A238-4C5C-BA92-BAD80E848B1B}" type="presParOf" srcId="{D8AA5003-887A-402E-9314-DB1E1E3004EC}" destId="{6A6C10F4-CA0A-4E1B-BBF9-F226DFB960A5}" srcOrd="0" destOrd="0" presId="urn:microsoft.com/office/officeart/2005/8/layout/vList3"/>
    <dgm:cxn modelId="{62EC3553-E04A-4688-9FFF-B1DD7D16F2A3}" type="presParOf" srcId="{D8AA5003-887A-402E-9314-DB1E1E3004EC}" destId="{0E3AC349-9298-4E25-9EC1-857636C7AF05}" srcOrd="1" destOrd="0" presId="urn:microsoft.com/office/officeart/2005/8/layout/vList3"/>
    <dgm:cxn modelId="{30943D2C-FF12-4D66-8EFA-90368990A9D6}" type="presParOf" srcId="{E452E3C8-67F1-4ECA-8A04-E65D033986DD}" destId="{0EE1952F-19C5-4786-9E2E-B0F67B169D96}" srcOrd="3" destOrd="0" presId="urn:microsoft.com/office/officeart/2005/8/layout/vList3"/>
    <dgm:cxn modelId="{0C115BA1-BCFA-4683-AC7B-4CD0A33080EF}" type="presParOf" srcId="{E452E3C8-67F1-4ECA-8A04-E65D033986DD}" destId="{1F4E99CF-BBE2-495A-845A-29AD3A5907CC}" srcOrd="4" destOrd="0" presId="urn:microsoft.com/office/officeart/2005/8/layout/vList3"/>
    <dgm:cxn modelId="{BDC36774-C41D-4831-A1CB-DBA13A7E59E1}" type="presParOf" srcId="{1F4E99CF-BBE2-495A-845A-29AD3A5907CC}" destId="{E5A2B543-E3F8-4C74-A0C6-5D9B6372ED6D}" srcOrd="0" destOrd="0" presId="urn:microsoft.com/office/officeart/2005/8/layout/vList3"/>
    <dgm:cxn modelId="{06EC4B0E-5219-4A4D-95CC-667CACCD795C}" type="presParOf" srcId="{1F4E99CF-BBE2-495A-845A-29AD3A5907CC}" destId="{E4A7FDB7-706E-4AEB-BCF7-38A3E9AD1A56}" srcOrd="1" destOrd="0" presId="urn:microsoft.com/office/officeart/2005/8/layout/vList3"/>
    <dgm:cxn modelId="{3E30573F-6C74-45E1-B468-11DA42C86017}" type="presParOf" srcId="{E452E3C8-67F1-4ECA-8A04-E65D033986DD}" destId="{5F29F6BE-89E1-42BE-81BE-3085EB290930}" srcOrd="5" destOrd="0" presId="urn:microsoft.com/office/officeart/2005/8/layout/vList3"/>
    <dgm:cxn modelId="{ED9443CC-C486-4F46-8F9B-ADB29AAF3F0B}" type="presParOf" srcId="{E452E3C8-67F1-4ECA-8A04-E65D033986DD}" destId="{D59450B0-3397-4C8A-B374-71F1AA871AB3}" srcOrd="6" destOrd="0" presId="urn:microsoft.com/office/officeart/2005/8/layout/vList3"/>
    <dgm:cxn modelId="{0DF5C0B0-F7B6-46A6-90E8-BCD593CB62AC}" type="presParOf" srcId="{D59450B0-3397-4C8A-B374-71F1AA871AB3}" destId="{39428850-5281-4A2C-818F-A73F3BD6E540}" srcOrd="0" destOrd="0" presId="urn:microsoft.com/office/officeart/2005/8/layout/vList3"/>
    <dgm:cxn modelId="{5ECFA012-CF29-4A03-8BDF-7FF86AE9C11A}" type="presParOf" srcId="{D59450B0-3397-4C8A-B374-71F1AA871AB3}" destId="{34BB65BD-C697-4011-B072-8BF23387AA1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D38E7D95-DF21-43F2-9902-F7B55DBFD08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39F274C-52E0-453F-AD94-8DE68373350C}">
      <dgm:prSet/>
      <dgm:spPr/>
      <dgm:t>
        <a:bodyPr/>
        <a:lstStyle/>
        <a:p>
          <a:r>
            <a:rPr lang="uk-UA" b="0" i="0"/>
            <a:t>передання підприємств республіки в союзне підпорядкування.</a:t>
          </a:r>
          <a:endParaRPr lang="uk-UA"/>
        </a:p>
      </dgm:t>
    </dgm:pt>
    <dgm:pt modelId="{64999A81-7296-4A71-A578-A6CF57E1B5F9}" type="parTrans" cxnId="{E4DFD163-9C13-4DBE-BF6E-84232168B477}">
      <dgm:prSet/>
      <dgm:spPr/>
      <dgm:t>
        <a:bodyPr/>
        <a:lstStyle/>
        <a:p>
          <a:endParaRPr lang="uk-UA"/>
        </a:p>
      </dgm:t>
    </dgm:pt>
    <dgm:pt modelId="{79AD711E-6517-4AD2-82F8-B85A63D54CF7}" type="sibTrans" cxnId="{E4DFD163-9C13-4DBE-BF6E-84232168B477}">
      <dgm:prSet/>
      <dgm:spPr/>
      <dgm:t>
        <a:bodyPr/>
        <a:lstStyle/>
        <a:p>
          <a:endParaRPr lang="uk-UA"/>
        </a:p>
      </dgm:t>
    </dgm:pt>
    <dgm:pt modelId="{000C6B74-56AD-40DA-BCFA-AE0C887C59FF}">
      <dgm:prSet/>
      <dgm:spPr/>
      <dgm:t>
        <a:bodyPr/>
        <a:lstStyle/>
        <a:p>
          <a:r>
            <a:rPr lang="uk-UA" b="0" i="0"/>
            <a:t>стрімкого розвитку підприємств воєнно-промислового комплексу.</a:t>
          </a:r>
          <a:endParaRPr lang="uk-UA"/>
        </a:p>
      </dgm:t>
    </dgm:pt>
    <dgm:pt modelId="{0DB56890-920A-487A-85CD-E6FB5931E1A8}" type="parTrans" cxnId="{FBFE3328-B969-4446-80AB-F4437C2DEE9A}">
      <dgm:prSet/>
      <dgm:spPr/>
      <dgm:t>
        <a:bodyPr/>
        <a:lstStyle/>
        <a:p>
          <a:endParaRPr lang="uk-UA"/>
        </a:p>
      </dgm:t>
    </dgm:pt>
    <dgm:pt modelId="{16C155CB-48A8-4391-819B-B9E8D8C8BDAE}" type="sibTrans" cxnId="{FBFE3328-B969-4446-80AB-F4437C2DEE9A}">
      <dgm:prSet/>
      <dgm:spPr/>
      <dgm:t>
        <a:bodyPr/>
        <a:lstStyle/>
        <a:p>
          <a:endParaRPr lang="uk-UA"/>
        </a:p>
      </dgm:t>
    </dgm:pt>
    <dgm:pt modelId="{8B359106-EDA0-481D-8727-9912163B1289}">
      <dgm:prSet/>
      <dgm:spPr/>
      <dgm:t>
        <a:bodyPr/>
        <a:lstStyle/>
        <a:p>
          <a:r>
            <a:rPr lang="uk-UA" b="0" i="0"/>
            <a:t>підпорядкування більшості підприємств Раді міністрів республіки.</a:t>
          </a:r>
          <a:endParaRPr lang="uk-UA"/>
        </a:p>
      </dgm:t>
    </dgm:pt>
    <dgm:pt modelId="{C10FBEF7-56D7-4CFD-8978-D7B0B712AC76}" type="parTrans" cxnId="{E7B926C3-68D3-4EC7-8229-550E08C7392D}">
      <dgm:prSet/>
      <dgm:spPr/>
      <dgm:t>
        <a:bodyPr/>
        <a:lstStyle/>
        <a:p>
          <a:endParaRPr lang="uk-UA"/>
        </a:p>
      </dgm:t>
    </dgm:pt>
    <dgm:pt modelId="{1CB82472-F282-4831-8AA7-45BCB52A24E6}" type="sibTrans" cxnId="{E7B926C3-68D3-4EC7-8229-550E08C7392D}">
      <dgm:prSet/>
      <dgm:spPr/>
      <dgm:t>
        <a:bodyPr/>
        <a:lstStyle/>
        <a:p>
          <a:endParaRPr lang="uk-UA"/>
        </a:p>
      </dgm:t>
    </dgm:pt>
    <dgm:pt modelId="{0682745D-4D9D-4EE7-9C6B-B3E8332C8F1D}">
      <dgm:prSet/>
      <dgm:spPr/>
      <dgm:t>
        <a:bodyPr/>
        <a:lstStyle/>
        <a:p>
          <a:r>
            <a:rPr lang="uk-UA" b="0" i="0"/>
            <a:t>відновлення командно-адміністративної системи управління.</a:t>
          </a:r>
          <a:endParaRPr lang="uk-UA"/>
        </a:p>
      </dgm:t>
    </dgm:pt>
    <dgm:pt modelId="{27801BFE-F955-45E4-B236-D60AAB45100D}" type="parTrans" cxnId="{CD1982FA-7DD8-47E7-850B-91997FCB3BB9}">
      <dgm:prSet/>
      <dgm:spPr/>
      <dgm:t>
        <a:bodyPr/>
        <a:lstStyle/>
        <a:p>
          <a:endParaRPr lang="uk-UA"/>
        </a:p>
      </dgm:t>
    </dgm:pt>
    <dgm:pt modelId="{4F0CD7A8-4D9A-462A-B2B8-DD9DCFD7F9B6}" type="sibTrans" cxnId="{CD1982FA-7DD8-47E7-850B-91997FCB3BB9}">
      <dgm:prSet/>
      <dgm:spPr/>
      <dgm:t>
        <a:bodyPr/>
        <a:lstStyle/>
        <a:p>
          <a:endParaRPr lang="uk-UA"/>
        </a:p>
      </dgm:t>
    </dgm:pt>
    <dgm:pt modelId="{30215999-54CB-4892-846A-D3BAD09B95A5}" type="pres">
      <dgm:prSet presAssocID="{D38E7D95-DF21-43F2-9902-F7B55DBFD082}" presName="linear" presStyleCnt="0">
        <dgm:presLayoutVars>
          <dgm:animLvl val="lvl"/>
          <dgm:resizeHandles val="exact"/>
        </dgm:presLayoutVars>
      </dgm:prSet>
      <dgm:spPr/>
    </dgm:pt>
    <dgm:pt modelId="{12C91F61-F2D3-4C1A-AD77-00CEECAF5F14}" type="pres">
      <dgm:prSet presAssocID="{F39F274C-52E0-453F-AD94-8DE6837335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BB3F17-5EB5-4520-86BC-728D44DE9AF1}" type="pres">
      <dgm:prSet presAssocID="{79AD711E-6517-4AD2-82F8-B85A63D54CF7}" presName="spacer" presStyleCnt="0"/>
      <dgm:spPr/>
    </dgm:pt>
    <dgm:pt modelId="{17E1262A-851D-49F7-8E00-BEF5A48DA85A}" type="pres">
      <dgm:prSet presAssocID="{000C6B74-56AD-40DA-BCFA-AE0C887C59F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9B978D9-0AFD-44B9-AF02-B57973DE9428}" type="pres">
      <dgm:prSet presAssocID="{16C155CB-48A8-4391-819B-B9E8D8C8BDAE}" presName="spacer" presStyleCnt="0"/>
      <dgm:spPr/>
    </dgm:pt>
    <dgm:pt modelId="{D2F7AF5B-243E-45D7-9E7E-B922D0C23399}" type="pres">
      <dgm:prSet presAssocID="{8B359106-EDA0-481D-8727-9912163B128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397471-C661-433A-AF81-71BAFD4F040A}" type="pres">
      <dgm:prSet presAssocID="{1CB82472-F282-4831-8AA7-45BCB52A24E6}" presName="spacer" presStyleCnt="0"/>
      <dgm:spPr/>
    </dgm:pt>
    <dgm:pt modelId="{6F6C6692-D456-4C37-B3B8-78AC09BEE711}" type="pres">
      <dgm:prSet presAssocID="{0682745D-4D9D-4EE7-9C6B-B3E8332C8F1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BFE3328-B969-4446-80AB-F4437C2DEE9A}" srcId="{D38E7D95-DF21-43F2-9902-F7B55DBFD082}" destId="{000C6B74-56AD-40DA-BCFA-AE0C887C59FF}" srcOrd="1" destOrd="0" parTransId="{0DB56890-920A-487A-85CD-E6FB5931E1A8}" sibTransId="{16C155CB-48A8-4391-819B-B9E8D8C8BDAE}"/>
    <dgm:cxn modelId="{E4DFD163-9C13-4DBE-BF6E-84232168B477}" srcId="{D38E7D95-DF21-43F2-9902-F7B55DBFD082}" destId="{F39F274C-52E0-453F-AD94-8DE68373350C}" srcOrd="0" destOrd="0" parTransId="{64999A81-7296-4A71-A578-A6CF57E1B5F9}" sibTransId="{79AD711E-6517-4AD2-82F8-B85A63D54CF7}"/>
    <dgm:cxn modelId="{66514F8B-B4C0-4121-B614-A30DA848FA5F}" type="presOf" srcId="{8B359106-EDA0-481D-8727-9912163B1289}" destId="{D2F7AF5B-243E-45D7-9E7E-B922D0C23399}" srcOrd="0" destOrd="0" presId="urn:microsoft.com/office/officeart/2005/8/layout/vList2"/>
    <dgm:cxn modelId="{A7B81A9C-BB87-4A34-8358-ED430D33AFF1}" type="presOf" srcId="{0682745D-4D9D-4EE7-9C6B-B3E8332C8F1D}" destId="{6F6C6692-D456-4C37-B3B8-78AC09BEE711}" srcOrd="0" destOrd="0" presId="urn:microsoft.com/office/officeart/2005/8/layout/vList2"/>
    <dgm:cxn modelId="{7AB767B3-EBAE-49D4-ADB9-285D5FEF0E40}" type="presOf" srcId="{F39F274C-52E0-453F-AD94-8DE68373350C}" destId="{12C91F61-F2D3-4C1A-AD77-00CEECAF5F14}" srcOrd="0" destOrd="0" presId="urn:microsoft.com/office/officeart/2005/8/layout/vList2"/>
    <dgm:cxn modelId="{E7B926C3-68D3-4EC7-8229-550E08C7392D}" srcId="{D38E7D95-DF21-43F2-9902-F7B55DBFD082}" destId="{8B359106-EDA0-481D-8727-9912163B1289}" srcOrd="2" destOrd="0" parTransId="{C10FBEF7-56D7-4CFD-8978-D7B0B712AC76}" sibTransId="{1CB82472-F282-4831-8AA7-45BCB52A24E6}"/>
    <dgm:cxn modelId="{500A27F4-15B5-4287-ABD3-BBDA105B4E00}" type="presOf" srcId="{D38E7D95-DF21-43F2-9902-F7B55DBFD082}" destId="{30215999-54CB-4892-846A-D3BAD09B95A5}" srcOrd="0" destOrd="0" presId="urn:microsoft.com/office/officeart/2005/8/layout/vList2"/>
    <dgm:cxn modelId="{CD1982FA-7DD8-47E7-850B-91997FCB3BB9}" srcId="{D38E7D95-DF21-43F2-9902-F7B55DBFD082}" destId="{0682745D-4D9D-4EE7-9C6B-B3E8332C8F1D}" srcOrd="3" destOrd="0" parTransId="{27801BFE-F955-45E4-B236-D60AAB45100D}" sibTransId="{4F0CD7A8-4D9A-462A-B2B8-DD9DCFD7F9B6}"/>
    <dgm:cxn modelId="{D9FF9DFC-93F3-401C-8C39-CD297195FAA0}" type="presOf" srcId="{000C6B74-56AD-40DA-BCFA-AE0C887C59FF}" destId="{17E1262A-851D-49F7-8E00-BEF5A48DA85A}" srcOrd="0" destOrd="0" presId="urn:microsoft.com/office/officeart/2005/8/layout/vList2"/>
    <dgm:cxn modelId="{3B170062-68C8-44A7-9678-7DD0E24539B3}" type="presParOf" srcId="{30215999-54CB-4892-846A-D3BAD09B95A5}" destId="{12C91F61-F2D3-4C1A-AD77-00CEECAF5F14}" srcOrd="0" destOrd="0" presId="urn:microsoft.com/office/officeart/2005/8/layout/vList2"/>
    <dgm:cxn modelId="{A5FE0A6F-08F6-423D-B357-2E740267510B}" type="presParOf" srcId="{30215999-54CB-4892-846A-D3BAD09B95A5}" destId="{94BB3F17-5EB5-4520-86BC-728D44DE9AF1}" srcOrd="1" destOrd="0" presId="urn:microsoft.com/office/officeart/2005/8/layout/vList2"/>
    <dgm:cxn modelId="{596A8ECC-2EEB-48DA-A722-588AC73B810E}" type="presParOf" srcId="{30215999-54CB-4892-846A-D3BAD09B95A5}" destId="{17E1262A-851D-49F7-8E00-BEF5A48DA85A}" srcOrd="2" destOrd="0" presId="urn:microsoft.com/office/officeart/2005/8/layout/vList2"/>
    <dgm:cxn modelId="{A7E098FE-F55B-49F0-B1E0-F6D4D1864E21}" type="presParOf" srcId="{30215999-54CB-4892-846A-D3BAD09B95A5}" destId="{49B978D9-0AFD-44B9-AF02-B57973DE9428}" srcOrd="3" destOrd="0" presId="urn:microsoft.com/office/officeart/2005/8/layout/vList2"/>
    <dgm:cxn modelId="{5A3DF483-7992-4880-9AE3-C4A1F0EB7389}" type="presParOf" srcId="{30215999-54CB-4892-846A-D3BAD09B95A5}" destId="{D2F7AF5B-243E-45D7-9E7E-B922D0C23399}" srcOrd="4" destOrd="0" presId="urn:microsoft.com/office/officeart/2005/8/layout/vList2"/>
    <dgm:cxn modelId="{347EE5A0-C38E-4284-A56A-034B663C2F99}" type="presParOf" srcId="{30215999-54CB-4892-846A-D3BAD09B95A5}" destId="{66397471-C661-433A-AF81-71BAFD4F040A}" srcOrd="5" destOrd="0" presId="urn:microsoft.com/office/officeart/2005/8/layout/vList2"/>
    <dgm:cxn modelId="{50073C4B-43AD-453D-9360-4F208003E60E}" type="presParOf" srcId="{30215999-54CB-4892-846A-D3BAD09B95A5}" destId="{6F6C6692-D456-4C37-B3B8-78AC09BEE71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15340924-EDFE-4060-9724-769A340D1A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5639DB6-0A86-47D3-8839-4AE4FEE6CDEB}">
      <dgm:prSet/>
      <dgm:spPr/>
      <dgm:t>
        <a:bodyPr/>
        <a:lstStyle/>
        <a:p>
          <a:r>
            <a:rPr lang="uk-UA" b="0" i="0"/>
            <a:t>не змінив суті радянської тоталітарної моделі розвитку.</a:t>
          </a:r>
          <a:endParaRPr lang="uk-UA"/>
        </a:p>
      </dgm:t>
    </dgm:pt>
    <dgm:pt modelId="{A0A1680E-414D-4AEB-9DA6-5F1E79A24EAB}" type="parTrans" cxnId="{89269468-674E-4136-90F4-C26119799651}">
      <dgm:prSet/>
      <dgm:spPr/>
      <dgm:t>
        <a:bodyPr/>
        <a:lstStyle/>
        <a:p>
          <a:endParaRPr lang="uk-UA"/>
        </a:p>
      </dgm:t>
    </dgm:pt>
    <dgm:pt modelId="{595448B0-C879-4952-BC4B-B746AC3EFBFA}" type="sibTrans" cxnId="{89269468-674E-4136-90F4-C26119799651}">
      <dgm:prSet/>
      <dgm:spPr/>
      <dgm:t>
        <a:bodyPr/>
        <a:lstStyle/>
        <a:p>
          <a:endParaRPr lang="uk-UA"/>
        </a:p>
      </dgm:t>
    </dgm:pt>
    <dgm:pt modelId="{45894817-7EE1-4F22-B234-1071FD1B2F8D}">
      <dgm:prSet/>
      <dgm:spPr/>
      <dgm:t>
        <a:bodyPr/>
        <a:lstStyle/>
        <a:p>
          <a:r>
            <a:rPr lang="uk-UA" b="0" i="0"/>
            <a:t>забезпечив повну реабілітацію жертв сталінських репресій.</a:t>
          </a:r>
          <a:endParaRPr lang="uk-UA"/>
        </a:p>
      </dgm:t>
    </dgm:pt>
    <dgm:pt modelId="{C68473F0-E29D-4D0F-BAB7-EBED5E6F77D4}" type="parTrans" cxnId="{A2D62E1D-A1EC-4EAF-8DC0-2EAE17FD2B6E}">
      <dgm:prSet/>
      <dgm:spPr/>
      <dgm:t>
        <a:bodyPr/>
        <a:lstStyle/>
        <a:p>
          <a:endParaRPr lang="uk-UA"/>
        </a:p>
      </dgm:t>
    </dgm:pt>
    <dgm:pt modelId="{A669E675-77C5-4EC0-8201-E3435B011D76}" type="sibTrans" cxnId="{A2D62E1D-A1EC-4EAF-8DC0-2EAE17FD2B6E}">
      <dgm:prSet/>
      <dgm:spPr/>
      <dgm:t>
        <a:bodyPr/>
        <a:lstStyle/>
        <a:p>
          <a:endParaRPr lang="uk-UA"/>
        </a:p>
      </dgm:t>
    </dgm:pt>
    <dgm:pt modelId="{1D6F563A-55BA-46F7-9EE6-904F9BC66A33}">
      <dgm:prSet/>
      <dgm:spPr/>
      <dgm:t>
        <a:bodyPr/>
        <a:lstStyle/>
        <a:p>
          <a:r>
            <a:rPr lang="uk-UA" b="0" i="0"/>
            <a:t>створив передумови відновлення збройної боротьби УПА.</a:t>
          </a:r>
          <a:endParaRPr lang="uk-UA"/>
        </a:p>
      </dgm:t>
    </dgm:pt>
    <dgm:pt modelId="{14DDDE02-88AD-4CB4-9C6C-71C1DC9B8C50}" type="parTrans" cxnId="{5990279D-4641-40D0-BCEB-CB101804CC40}">
      <dgm:prSet/>
      <dgm:spPr/>
      <dgm:t>
        <a:bodyPr/>
        <a:lstStyle/>
        <a:p>
          <a:endParaRPr lang="uk-UA"/>
        </a:p>
      </dgm:t>
    </dgm:pt>
    <dgm:pt modelId="{26D67AD0-A9BA-4A4D-AFD1-43AAAC732603}" type="sibTrans" cxnId="{5990279D-4641-40D0-BCEB-CB101804CC40}">
      <dgm:prSet/>
      <dgm:spPr/>
      <dgm:t>
        <a:bodyPr/>
        <a:lstStyle/>
        <a:p>
          <a:endParaRPr lang="uk-UA"/>
        </a:p>
      </dgm:t>
    </dgm:pt>
    <dgm:pt modelId="{A71B1521-6ADD-4855-AC13-68FD019EA10C}">
      <dgm:prSet/>
      <dgm:spPr/>
      <dgm:t>
        <a:bodyPr/>
        <a:lstStyle/>
        <a:p>
          <a:r>
            <a:rPr lang="uk-UA" b="0" i="0"/>
            <a:t>сприяв переходу до ринкових методів господарювання.</a:t>
          </a:r>
          <a:endParaRPr lang="uk-UA"/>
        </a:p>
      </dgm:t>
    </dgm:pt>
    <dgm:pt modelId="{D38C5342-4EE4-4866-BC74-926F323072D2}" type="parTrans" cxnId="{8EE1A015-1434-4784-9FA0-45B8F52A8391}">
      <dgm:prSet/>
      <dgm:spPr/>
      <dgm:t>
        <a:bodyPr/>
        <a:lstStyle/>
        <a:p>
          <a:endParaRPr lang="uk-UA"/>
        </a:p>
      </dgm:t>
    </dgm:pt>
    <dgm:pt modelId="{7464D52C-C794-41DF-9236-DED6D3E1C6B1}" type="sibTrans" cxnId="{8EE1A015-1434-4784-9FA0-45B8F52A8391}">
      <dgm:prSet/>
      <dgm:spPr/>
      <dgm:t>
        <a:bodyPr/>
        <a:lstStyle/>
        <a:p>
          <a:endParaRPr lang="uk-UA"/>
        </a:p>
      </dgm:t>
    </dgm:pt>
    <dgm:pt modelId="{9B9E314E-344A-4DE2-9703-F9034E345A0E}" type="pres">
      <dgm:prSet presAssocID="{15340924-EDFE-4060-9724-769A340D1A60}" presName="linear" presStyleCnt="0">
        <dgm:presLayoutVars>
          <dgm:animLvl val="lvl"/>
          <dgm:resizeHandles val="exact"/>
        </dgm:presLayoutVars>
      </dgm:prSet>
      <dgm:spPr/>
    </dgm:pt>
    <dgm:pt modelId="{CA9C6AE4-8469-458D-865A-5D6A4DBFF666}" type="pres">
      <dgm:prSet presAssocID="{15639DB6-0A86-47D3-8839-4AE4FEE6CDE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C723995-9D36-4B2B-B3DE-B71BAD693F92}" type="pres">
      <dgm:prSet presAssocID="{595448B0-C879-4952-BC4B-B746AC3EFBFA}" presName="spacer" presStyleCnt="0"/>
      <dgm:spPr/>
    </dgm:pt>
    <dgm:pt modelId="{6E35F567-F8CB-409A-9952-6AB864DAE4F0}" type="pres">
      <dgm:prSet presAssocID="{45894817-7EE1-4F22-B234-1071FD1B2F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AC2AFDA-19F9-42A6-87C3-52397233001D}" type="pres">
      <dgm:prSet presAssocID="{A669E675-77C5-4EC0-8201-E3435B011D76}" presName="spacer" presStyleCnt="0"/>
      <dgm:spPr/>
    </dgm:pt>
    <dgm:pt modelId="{37953A07-28EE-4A9D-A535-A40E73BF27F3}" type="pres">
      <dgm:prSet presAssocID="{1D6F563A-55BA-46F7-9EE6-904F9BC66A3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3E16221-6955-43C3-9E10-A3C77FFD7EB3}" type="pres">
      <dgm:prSet presAssocID="{26D67AD0-A9BA-4A4D-AFD1-43AAAC732603}" presName="spacer" presStyleCnt="0"/>
      <dgm:spPr/>
    </dgm:pt>
    <dgm:pt modelId="{B0BB29E9-4CB6-438B-9E2A-6F5570E17592}" type="pres">
      <dgm:prSet presAssocID="{A71B1521-6ADD-4855-AC13-68FD019EA10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7FB20F-263A-4E5A-BF4C-ADDDB8DC5FF4}" type="presOf" srcId="{A71B1521-6ADD-4855-AC13-68FD019EA10C}" destId="{B0BB29E9-4CB6-438B-9E2A-6F5570E17592}" srcOrd="0" destOrd="0" presId="urn:microsoft.com/office/officeart/2005/8/layout/vList2"/>
    <dgm:cxn modelId="{8EE1A015-1434-4784-9FA0-45B8F52A8391}" srcId="{15340924-EDFE-4060-9724-769A340D1A60}" destId="{A71B1521-6ADD-4855-AC13-68FD019EA10C}" srcOrd="3" destOrd="0" parTransId="{D38C5342-4EE4-4866-BC74-926F323072D2}" sibTransId="{7464D52C-C794-41DF-9236-DED6D3E1C6B1}"/>
    <dgm:cxn modelId="{A2D62E1D-A1EC-4EAF-8DC0-2EAE17FD2B6E}" srcId="{15340924-EDFE-4060-9724-769A340D1A60}" destId="{45894817-7EE1-4F22-B234-1071FD1B2F8D}" srcOrd="1" destOrd="0" parTransId="{C68473F0-E29D-4D0F-BAB7-EBED5E6F77D4}" sibTransId="{A669E675-77C5-4EC0-8201-E3435B011D76}"/>
    <dgm:cxn modelId="{E8974D3E-7B62-4609-A943-D46FF6751BCB}" type="presOf" srcId="{45894817-7EE1-4F22-B234-1071FD1B2F8D}" destId="{6E35F567-F8CB-409A-9952-6AB864DAE4F0}" srcOrd="0" destOrd="0" presId="urn:microsoft.com/office/officeart/2005/8/layout/vList2"/>
    <dgm:cxn modelId="{B7AC9966-E61B-4DEC-B86E-3589982EE8F8}" type="presOf" srcId="{15340924-EDFE-4060-9724-769A340D1A60}" destId="{9B9E314E-344A-4DE2-9703-F9034E345A0E}" srcOrd="0" destOrd="0" presId="urn:microsoft.com/office/officeart/2005/8/layout/vList2"/>
    <dgm:cxn modelId="{89269468-674E-4136-90F4-C26119799651}" srcId="{15340924-EDFE-4060-9724-769A340D1A60}" destId="{15639DB6-0A86-47D3-8839-4AE4FEE6CDEB}" srcOrd="0" destOrd="0" parTransId="{A0A1680E-414D-4AEB-9DA6-5F1E79A24EAB}" sibTransId="{595448B0-C879-4952-BC4B-B746AC3EFBFA}"/>
    <dgm:cxn modelId="{CD5F9754-72A0-4000-8AB9-30B5088261CB}" type="presOf" srcId="{15639DB6-0A86-47D3-8839-4AE4FEE6CDEB}" destId="{CA9C6AE4-8469-458D-865A-5D6A4DBFF666}" srcOrd="0" destOrd="0" presId="urn:microsoft.com/office/officeart/2005/8/layout/vList2"/>
    <dgm:cxn modelId="{5990279D-4641-40D0-BCEB-CB101804CC40}" srcId="{15340924-EDFE-4060-9724-769A340D1A60}" destId="{1D6F563A-55BA-46F7-9EE6-904F9BC66A33}" srcOrd="2" destOrd="0" parTransId="{14DDDE02-88AD-4CB4-9C6C-71C1DC9B8C50}" sibTransId="{26D67AD0-A9BA-4A4D-AFD1-43AAAC732603}"/>
    <dgm:cxn modelId="{59DF93BD-D1E5-4431-B981-5B72E83181B8}" type="presOf" srcId="{1D6F563A-55BA-46F7-9EE6-904F9BC66A33}" destId="{37953A07-28EE-4A9D-A535-A40E73BF27F3}" srcOrd="0" destOrd="0" presId="urn:microsoft.com/office/officeart/2005/8/layout/vList2"/>
    <dgm:cxn modelId="{11A7DE1F-F1CA-42F2-930B-6E4ADC8A7A6C}" type="presParOf" srcId="{9B9E314E-344A-4DE2-9703-F9034E345A0E}" destId="{CA9C6AE4-8469-458D-865A-5D6A4DBFF666}" srcOrd="0" destOrd="0" presId="urn:microsoft.com/office/officeart/2005/8/layout/vList2"/>
    <dgm:cxn modelId="{C1C1188B-985D-4B36-B6E9-B155ECCFA89C}" type="presParOf" srcId="{9B9E314E-344A-4DE2-9703-F9034E345A0E}" destId="{7C723995-9D36-4B2B-B3DE-B71BAD693F92}" srcOrd="1" destOrd="0" presId="urn:microsoft.com/office/officeart/2005/8/layout/vList2"/>
    <dgm:cxn modelId="{E5D47D16-62DB-42F6-8639-B90324343E04}" type="presParOf" srcId="{9B9E314E-344A-4DE2-9703-F9034E345A0E}" destId="{6E35F567-F8CB-409A-9952-6AB864DAE4F0}" srcOrd="2" destOrd="0" presId="urn:microsoft.com/office/officeart/2005/8/layout/vList2"/>
    <dgm:cxn modelId="{5C3EB4B4-19FA-4F17-B845-C44AFD70201E}" type="presParOf" srcId="{9B9E314E-344A-4DE2-9703-F9034E345A0E}" destId="{BAC2AFDA-19F9-42A6-87C3-52397233001D}" srcOrd="3" destOrd="0" presId="urn:microsoft.com/office/officeart/2005/8/layout/vList2"/>
    <dgm:cxn modelId="{C4106273-A933-4645-BFB6-50711C70539F}" type="presParOf" srcId="{9B9E314E-344A-4DE2-9703-F9034E345A0E}" destId="{37953A07-28EE-4A9D-A535-A40E73BF27F3}" srcOrd="4" destOrd="0" presId="urn:microsoft.com/office/officeart/2005/8/layout/vList2"/>
    <dgm:cxn modelId="{319ECA2A-718D-4BE6-8C50-2CF8C2A98C94}" type="presParOf" srcId="{9B9E314E-344A-4DE2-9703-F9034E345A0E}" destId="{93E16221-6955-43C3-9E10-A3C77FFD7EB3}" srcOrd="5" destOrd="0" presId="urn:microsoft.com/office/officeart/2005/8/layout/vList2"/>
    <dgm:cxn modelId="{63445889-A3D2-4F34-A5E8-5973DF0B0EF8}" type="presParOf" srcId="{9B9E314E-344A-4DE2-9703-F9034E345A0E}" destId="{B0BB29E9-4CB6-438B-9E2A-6F5570E1759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14D5156A-7E3C-4048-9624-FE9D25E4A1C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49A7C1E-4F41-41C5-921E-334BF46A3B2F}">
      <dgm:prSet/>
      <dgm:spPr/>
      <dgm:t>
        <a:bodyPr/>
        <a:lstStyle/>
        <a:p>
          <a:r>
            <a:rPr lang="uk-UA" b="0" i="0"/>
            <a:t>сприяло русифікації системи освіти в УРСР.</a:t>
          </a:r>
          <a:endParaRPr lang="uk-UA"/>
        </a:p>
      </dgm:t>
    </dgm:pt>
    <dgm:pt modelId="{628F4626-C8FE-4BE2-A3C1-A75F09AF09D0}" type="parTrans" cxnId="{4E59FB8E-127C-4E20-BF4C-DEA9DF51A141}">
      <dgm:prSet/>
      <dgm:spPr/>
      <dgm:t>
        <a:bodyPr/>
        <a:lstStyle/>
        <a:p>
          <a:endParaRPr lang="uk-UA"/>
        </a:p>
      </dgm:t>
    </dgm:pt>
    <dgm:pt modelId="{CDCDAA35-1289-47A9-AFD5-1118F6B7F2D7}" type="sibTrans" cxnId="{4E59FB8E-127C-4E20-BF4C-DEA9DF51A141}">
      <dgm:prSet/>
      <dgm:spPr/>
      <dgm:t>
        <a:bodyPr/>
        <a:lstStyle/>
        <a:p>
          <a:endParaRPr lang="uk-UA"/>
        </a:p>
      </dgm:t>
    </dgm:pt>
    <dgm:pt modelId="{DA82450D-A0D8-4137-81F3-50B879B247EF}">
      <dgm:prSet/>
      <dgm:spPr/>
      <dgm:t>
        <a:bodyPr/>
        <a:lstStyle/>
        <a:p>
          <a:r>
            <a:rPr lang="uk-UA" b="0" i="0"/>
            <a:t>суперечило Закону «Про мови в Українській РСР».</a:t>
          </a:r>
          <a:endParaRPr lang="uk-UA"/>
        </a:p>
      </dgm:t>
    </dgm:pt>
    <dgm:pt modelId="{ECF1CB09-946A-407B-A610-67344FB8A2B3}" type="parTrans" cxnId="{3DB63217-2D23-4286-829E-CC23E54AA232}">
      <dgm:prSet/>
      <dgm:spPr/>
      <dgm:t>
        <a:bodyPr/>
        <a:lstStyle/>
        <a:p>
          <a:endParaRPr lang="uk-UA"/>
        </a:p>
      </dgm:t>
    </dgm:pt>
    <dgm:pt modelId="{930111CB-29E0-454E-A525-F20B5CFEF6ED}" type="sibTrans" cxnId="{3DB63217-2D23-4286-829E-CC23E54AA232}">
      <dgm:prSet/>
      <dgm:spPr/>
      <dgm:t>
        <a:bodyPr/>
        <a:lstStyle/>
        <a:p>
          <a:endParaRPr lang="uk-UA"/>
        </a:p>
      </dgm:t>
    </dgm:pt>
    <dgm:pt modelId="{A0240F91-961B-4D68-A195-D48870D2BA4E}">
      <dgm:prSet/>
      <dgm:spPr/>
      <dgm:t>
        <a:bodyPr/>
        <a:lstStyle/>
        <a:p>
          <a:r>
            <a:rPr lang="uk-UA" b="0" i="0"/>
            <a:t>створювало умови для дискримінації російської мови.</a:t>
          </a:r>
          <a:endParaRPr lang="uk-UA"/>
        </a:p>
      </dgm:t>
    </dgm:pt>
    <dgm:pt modelId="{B627604E-E559-4D83-890E-666277A65366}" type="parTrans" cxnId="{2AB8660E-0FED-4F27-8C36-9F670AD6AB38}">
      <dgm:prSet/>
      <dgm:spPr/>
      <dgm:t>
        <a:bodyPr/>
        <a:lstStyle/>
        <a:p>
          <a:endParaRPr lang="uk-UA"/>
        </a:p>
      </dgm:t>
    </dgm:pt>
    <dgm:pt modelId="{2CE6FCE2-0CA2-418C-B72E-8F946A2C74EF}" type="sibTrans" cxnId="{2AB8660E-0FED-4F27-8C36-9F670AD6AB38}">
      <dgm:prSet/>
      <dgm:spPr/>
      <dgm:t>
        <a:bodyPr/>
        <a:lstStyle/>
        <a:p>
          <a:endParaRPr lang="uk-UA"/>
        </a:p>
      </dgm:t>
    </dgm:pt>
    <dgm:pt modelId="{B952C713-5FE6-437F-9DF7-5B9AEA72965E}">
      <dgm:prSet/>
      <dgm:spPr/>
      <dgm:t>
        <a:bodyPr/>
        <a:lstStyle/>
        <a:p>
          <a:r>
            <a:rPr lang="uk-UA" b="0" i="0"/>
            <a:t>відновлювало практику політики «українізації» 1920-х рр.</a:t>
          </a:r>
          <a:endParaRPr lang="uk-UA"/>
        </a:p>
      </dgm:t>
    </dgm:pt>
    <dgm:pt modelId="{7755864F-A4CE-4166-9833-3822BF1EECB7}" type="parTrans" cxnId="{1F2C5076-2992-4FE9-A392-5054411CACDC}">
      <dgm:prSet/>
      <dgm:spPr/>
      <dgm:t>
        <a:bodyPr/>
        <a:lstStyle/>
        <a:p>
          <a:endParaRPr lang="uk-UA"/>
        </a:p>
      </dgm:t>
    </dgm:pt>
    <dgm:pt modelId="{F479F45A-9DDD-4444-AB13-238FE9BD8BC0}" type="sibTrans" cxnId="{1F2C5076-2992-4FE9-A392-5054411CACDC}">
      <dgm:prSet/>
      <dgm:spPr/>
      <dgm:t>
        <a:bodyPr/>
        <a:lstStyle/>
        <a:p>
          <a:endParaRPr lang="uk-UA"/>
        </a:p>
      </dgm:t>
    </dgm:pt>
    <dgm:pt modelId="{4F27B42F-4DB0-477A-8941-1E95224E8237}" type="pres">
      <dgm:prSet presAssocID="{14D5156A-7E3C-4048-9624-FE9D25E4A1C3}" presName="linear" presStyleCnt="0">
        <dgm:presLayoutVars>
          <dgm:animLvl val="lvl"/>
          <dgm:resizeHandles val="exact"/>
        </dgm:presLayoutVars>
      </dgm:prSet>
      <dgm:spPr/>
    </dgm:pt>
    <dgm:pt modelId="{27CFBBC2-7D5C-40AA-A2C9-7FBDB1033BDD}" type="pres">
      <dgm:prSet presAssocID="{349A7C1E-4F41-41C5-921E-334BF46A3B2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EF77BC3-4D43-47F2-9F1E-AD036018F3E4}" type="pres">
      <dgm:prSet presAssocID="{CDCDAA35-1289-47A9-AFD5-1118F6B7F2D7}" presName="spacer" presStyleCnt="0"/>
      <dgm:spPr/>
    </dgm:pt>
    <dgm:pt modelId="{BAF3CB19-B61F-4546-823F-EA65CF53E834}" type="pres">
      <dgm:prSet presAssocID="{DA82450D-A0D8-4137-81F3-50B879B247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A3E2112-90BB-4A13-8BA8-26691CAE5771}" type="pres">
      <dgm:prSet presAssocID="{930111CB-29E0-454E-A525-F20B5CFEF6ED}" presName="spacer" presStyleCnt="0"/>
      <dgm:spPr/>
    </dgm:pt>
    <dgm:pt modelId="{1D6C40F9-150E-4F7E-A181-1DE4AEA011E1}" type="pres">
      <dgm:prSet presAssocID="{A0240F91-961B-4D68-A195-D48870D2BA4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BB65A41-562B-40B6-9805-17BAB964D760}" type="pres">
      <dgm:prSet presAssocID="{2CE6FCE2-0CA2-418C-B72E-8F946A2C74EF}" presName="spacer" presStyleCnt="0"/>
      <dgm:spPr/>
    </dgm:pt>
    <dgm:pt modelId="{96875A67-D0C3-40B1-9251-8BB95D012431}" type="pres">
      <dgm:prSet presAssocID="{B952C713-5FE6-437F-9DF7-5B9AEA7296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A7FFA0C-6F85-49F7-9C62-A904ED116FEE}" type="presOf" srcId="{B952C713-5FE6-437F-9DF7-5B9AEA72965E}" destId="{96875A67-D0C3-40B1-9251-8BB95D012431}" srcOrd="0" destOrd="0" presId="urn:microsoft.com/office/officeart/2005/8/layout/vList2"/>
    <dgm:cxn modelId="{2AB8660E-0FED-4F27-8C36-9F670AD6AB38}" srcId="{14D5156A-7E3C-4048-9624-FE9D25E4A1C3}" destId="{A0240F91-961B-4D68-A195-D48870D2BA4E}" srcOrd="2" destOrd="0" parTransId="{B627604E-E559-4D83-890E-666277A65366}" sibTransId="{2CE6FCE2-0CA2-418C-B72E-8F946A2C74EF}"/>
    <dgm:cxn modelId="{3DB63217-2D23-4286-829E-CC23E54AA232}" srcId="{14D5156A-7E3C-4048-9624-FE9D25E4A1C3}" destId="{DA82450D-A0D8-4137-81F3-50B879B247EF}" srcOrd="1" destOrd="0" parTransId="{ECF1CB09-946A-407B-A610-67344FB8A2B3}" sibTransId="{930111CB-29E0-454E-A525-F20B5CFEF6ED}"/>
    <dgm:cxn modelId="{949C1A5B-AE12-487E-B4A3-85C9DBDBE1E3}" type="presOf" srcId="{A0240F91-961B-4D68-A195-D48870D2BA4E}" destId="{1D6C40F9-150E-4F7E-A181-1DE4AEA011E1}" srcOrd="0" destOrd="0" presId="urn:microsoft.com/office/officeart/2005/8/layout/vList2"/>
    <dgm:cxn modelId="{1F2C5076-2992-4FE9-A392-5054411CACDC}" srcId="{14D5156A-7E3C-4048-9624-FE9D25E4A1C3}" destId="{B952C713-5FE6-437F-9DF7-5B9AEA72965E}" srcOrd="3" destOrd="0" parTransId="{7755864F-A4CE-4166-9833-3822BF1EECB7}" sibTransId="{F479F45A-9DDD-4444-AB13-238FE9BD8BC0}"/>
    <dgm:cxn modelId="{4E59FB8E-127C-4E20-BF4C-DEA9DF51A141}" srcId="{14D5156A-7E3C-4048-9624-FE9D25E4A1C3}" destId="{349A7C1E-4F41-41C5-921E-334BF46A3B2F}" srcOrd="0" destOrd="0" parTransId="{628F4626-C8FE-4BE2-A3C1-A75F09AF09D0}" sibTransId="{CDCDAA35-1289-47A9-AFD5-1118F6B7F2D7}"/>
    <dgm:cxn modelId="{E0FE28A8-62A4-46DD-B75E-77AA31962B91}" type="presOf" srcId="{DA82450D-A0D8-4137-81F3-50B879B247EF}" destId="{BAF3CB19-B61F-4546-823F-EA65CF53E834}" srcOrd="0" destOrd="0" presId="urn:microsoft.com/office/officeart/2005/8/layout/vList2"/>
    <dgm:cxn modelId="{05B3D5BC-214F-4424-9E58-785EA23ED2A7}" type="presOf" srcId="{349A7C1E-4F41-41C5-921E-334BF46A3B2F}" destId="{27CFBBC2-7D5C-40AA-A2C9-7FBDB1033BDD}" srcOrd="0" destOrd="0" presId="urn:microsoft.com/office/officeart/2005/8/layout/vList2"/>
    <dgm:cxn modelId="{C0EF1ADE-7753-460F-9781-935EAA820F82}" type="presOf" srcId="{14D5156A-7E3C-4048-9624-FE9D25E4A1C3}" destId="{4F27B42F-4DB0-477A-8941-1E95224E8237}" srcOrd="0" destOrd="0" presId="urn:microsoft.com/office/officeart/2005/8/layout/vList2"/>
    <dgm:cxn modelId="{3F044603-6948-4E4B-A9AD-9AA32F187F90}" type="presParOf" srcId="{4F27B42F-4DB0-477A-8941-1E95224E8237}" destId="{27CFBBC2-7D5C-40AA-A2C9-7FBDB1033BDD}" srcOrd="0" destOrd="0" presId="urn:microsoft.com/office/officeart/2005/8/layout/vList2"/>
    <dgm:cxn modelId="{4FFC7C12-5E22-4438-9AE5-6264E9B87277}" type="presParOf" srcId="{4F27B42F-4DB0-477A-8941-1E95224E8237}" destId="{2EF77BC3-4D43-47F2-9F1E-AD036018F3E4}" srcOrd="1" destOrd="0" presId="urn:microsoft.com/office/officeart/2005/8/layout/vList2"/>
    <dgm:cxn modelId="{3C26BFB9-8D58-4F88-994A-FA83DBDE2108}" type="presParOf" srcId="{4F27B42F-4DB0-477A-8941-1E95224E8237}" destId="{BAF3CB19-B61F-4546-823F-EA65CF53E834}" srcOrd="2" destOrd="0" presId="urn:microsoft.com/office/officeart/2005/8/layout/vList2"/>
    <dgm:cxn modelId="{CCC31A51-537A-47D8-A26A-91A32925A233}" type="presParOf" srcId="{4F27B42F-4DB0-477A-8941-1E95224E8237}" destId="{3A3E2112-90BB-4A13-8BA8-26691CAE5771}" srcOrd="3" destOrd="0" presId="urn:microsoft.com/office/officeart/2005/8/layout/vList2"/>
    <dgm:cxn modelId="{EB8EE22F-979D-49D9-AE89-69562D9BB686}" type="presParOf" srcId="{4F27B42F-4DB0-477A-8941-1E95224E8237}" destId="{1D6C40F9-150E-4F7E-A181-1DE4AEA011E1}" srcOrd="4" destOrd="0" presId="urn:microsoft.com/office/officeart/2005/8/layout/vList2"/>
    <dgm:cxn modelId="{B97DC723-AD92-49BA-AA17-411E514FB9FD}" type="presParOf" srcId="{4F27B42F-4DB0-477A-8941-1E95224E8237}" destId="{BBB65A41-562B-40B6-9805-17BAB964D760}" srcOrd="5" destOrd="0" presId="urn:microsoft.com/office/officeart/2005/8/layout/vList2"/>
    <dgm:cxn modelId="{8B112EBF-3A43-48D7-9E97-16E1ADE886F1}" type="presParOf" srcId="{4F27B42F-4DB0-477A-8941-1E95224E8237}" destId="{96875A67-D0C3-40B1-9251-8BB95D01243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A4BFE0E6-31C0-4034-BAD3-11975BEF97F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A7341CB-1FC1-4230-9930-92299942F817}">
      <dgm:prSet/>
      <dgm:spPr/>
      <dgm:t>
        <a:bodyPr/>
        <a:lstStyle/>
        <a:p>
          <a:r>
            <a:rPr lang="ru-RU" b="0" i="0"/>
            <a:t>М. Зеров, М. Драй-Хмара, М. Рильський.</a:t>
          </a:r>
          <a:endParaRPr lang="uk-UA"/>
        </a:p>
      </dgm:t>
    </dgm:pt>
    <dgm:pt modelId="{B36C6E10-037C-413B-8984-629B69A6AB02}" type="parTrans" cxnId="{43A56435-C886-4E09-B662-019838D608E9}">
      <dgm:prSet/>
      <dgm:spPr/>
      <dgm:t>
        <a:bodyPr/>
        <a:lstStyle/>
        <a:p>
          <a:endParaRPr lang="uk-UA"/>
        </a:p>
      </dgm:t>
    </dgm:pt>
    <dgm:pt modelId="{C799A44D-3575-41EF-8A5A-8F0487BA6B41}" type="sibTrans" cxnId="{43A56435-C886-4E09-B662-019838D608E9}">
      <dgm:prSet/>
      <dgm:spPr/>
      <dgm:t>
        <a:bodyPr/>
        <a:lstStyle/>
        <a:p>
          <a:endParaRPr lang="uk-UA"/>
        </a:p>
      </dgm:t>
    </dgm:pt>
    <dgm:pt modelId="{4BAE3D58-B852-47C0-A1EF-871BB3CA443D}">
      <dgm:prSet/>
      <dgm:spPr/>
      <dgm:t>
        <a:bodyPr/>
        <a:lstStyle/>
        <a:p>
          <a:r>
            <a:rPr lang="ru-RU" b="0" i="0"/>
            <a:t>О. Теліга, О. Ольжич, У. Самчук.</a:t>
          </a:r>
          <a:endParaRPr lang="uk-UA"/>
        </a:p>
      </dgm:t>
    </dgm:pt>
    <dgm:pt modelId="{519D3665-A3DE-4F46-BA05-BC8253FA3097}" type="parTrans" cxnId="{CBB9FFFD-CAF5-46A6-BD08-F9DD75E34FB3}">
      <dgm:prSet/>
      <dgm:spPr/>
      <dgm:t>
        <a:bodyPr/>
        <a:lstStyle/>
        <a:p>
          <a:endParaRPr lang="uk-UA"/>
        </a:p>
      </dgm:t>
    </dgm:pt>
    <dgm:pt modelId="{CBA6D0D4-B63F-4159-9C58-72C85D8D8582}" type="sibTrans" cxnId="{CBB9FFFD-CAF5-46A6-BD08-F9DD75E34FB3}">
      <dgm:prSet/>
      <dgm:spPr/>
      <dgm:t>
        <a:bodyPr/>
        <a:lstStyle/>
        <a:p>
          <a:endParaRPr lang="uk-UA"/>
        </a:p>
      </dgm:t>
    </dgm:pt>
    <dgm:pt modelId="{93B8441F-DC9D-4839-951D-1F55453D2906}">
      <dgm:prSet/>
      <dgm:spPr/>
      <dgm:t>
        <a:bodyPr/>
        <a:lstStyle/>
        <a:p>
          <a:r>
            <a:rPr lang="ru-RU" b="0" i="0"/>
            <a:t>Л. Костенко, І. Драч, В. Симоненко.</a:t>
          </a:r>
          <a:endParaRPr lang="uk-UA"/>
        </a:p>
      </dgm:t>
    </dgm:pt>
    <dgm:pt modelId="{F6C00334-B831-486B-8B62-80FB6460B5A2}" type="parTrans" cxnId="{D7D762B9-DE9C-48E1-A6FB-C854337A49D2}">
      <dgm:prSet/>
      <dgm:spPr/>
      <dgm:t>
        <a:bodyPr/>
        <a:lstStyle/>
        <a:p>
          <a:endParaRPr lang="uk-UA"/>
        </a:p>
      </dgm:t>
    </dgm:pt>
    <dgm:pt modelId="{5C4A8E58-5708-4A91-B8E8-528CABCE482D}" type="sibTrans" cxnId="{D7D762B9-DE9C-48E1-A6FB-C854337A49D2}">
      <dgm:prSet/>
      <dgm:spPr/>
      <dgm:t>
        <a:bodyPr/>
        <a:lstStyle/>
        <a:p>
          <a:endParaRPr lang="uk-UA"/>
        </a:p>
      </dgm:t>
    </dgm:pt>
    <dgm:pt modelId="{5E732F7C-416F-4E1F-B350-B00789B79987}">
      <dgm:prSet/>
      <dgm:spPr/>
      <dgm:t>
        <a:bodyPr/>
        <a:lstStyle/>
        <a:p>
          <a:r>
            <a:rPr lang="ru-RU" b="0" i="0"/>
            <a:t>П. Тичина, В. Сосюра, М. Бажан.</a:t>
          </a:r>
          <a:endParaRPr lang="uk-UA"/>
        </a:p>
      </dgm:t>
    </dgm:pt>
    <dgm:pt modelId="{82B4E6E0-96C3-41EC-8A78-F9A87AF07187}" type="parTrans" cxnId="{B733581E-AFD2-4EA9-AC63-10CACDDAAFC8}">
      <dgm:prSet/>
      <dgm:spPr/>
      <dgm:t>
        <a:bodyPr/>
        <a:lstStyle/>
        <a:p>
          <a:endParaRPr lang="uk-UA"/>
        </a:p>
      </dgm:t>
    </dgm:pt>
    <dgm:pt modelId="{6B3AD200-798E-4346-B1C0-7AE3F0A00E05}" type="sibTrans" cxnId="{B733581E-AFD2-4EA9-AC63-10CACDDAAFC8}">
      <dgm:prSet/>
      <dgm:spPr/>
      <dgm:t>
        <a:bodyPr/>
        <a:lstStyle/>
        <a:p>
          <a:endParaRPr lang="uk-UA"/>
        </a:p>
      </dgm:t>
    </dgm:pt>
    <dgm:pt modelId="{A0F0C07F-516D-4D2B-9FA1-AFEF8D3EF675}" type="pres">
      <dgm:prSet presAssocID="{A4BFE0E6-31C0-4034-BAD3-11975BEF97FA}" presName="linearFlow" presStyleCnt="0">
        <dgm:presLayoutVars>
          <dgm:dir/>
          <dgm:resizeHandles val="exact"/>
        </dgm:presLayoutVars>
      </dgm:prSet>
      <dgm:spPr/>
    </dgm:pt>
    <dgm:pt modelId="{BA8C7527-DCEF-4D2F-A1D5-D5341992314E}" type="pres">
      <dgm:prSet presAssocID="{2A7341CB-1FC1-4230-9930-92299942F817}" presName="composite" presStyleCnt="0"/>
      <dgm:spPr/>
    </dgm:pt>
    <dgm:pt modelId="{441DC5BE-B35E-4439-A91A-ABD7546D03DE}" type="pres">
      <dgm:prSet presAssocID="{2A7341CB-1FC1-4230-9930-92299942F817}" presName="imgShp" presStyleLbl="fgImgPlace1" presStyleIdx="0" presStyleCnt="4"/>
      <dgm:spPr/>
    </dgm:pt>
    <dgm:pt modelId="{C8B9EAFB-5DEE-4DC9-836F-F1E723A8A4D1}" type="pres">
      <dgm:prSet presAssocID="{2A7341CB-1FC1-4230-9930-92299942F817}" presName="txShp" presStyleLbl="node1" presStyleIdx="0" presStyleCnt="4">
        <dgm:presLayoutVars>
          <dgm:bulletEnabled val="1"/>
        </dgm:presLayoutVars>
      </dgm:prSet>
      <dgm:spPr/>
    </dgm:pt>
    <dgm:pt modelId="{4921D586-4418-4481-9EC1-7663E243A97E}" type="pres">
      <dgm:prSet presAssocID="{C799A44D-3575-41EF-8A5A-8F0487BA6B41}" presName="spacing" presStyleCnt="0"/>
      <dgm:spPr/>
    </dgm:pt>
    <dgm:pt modelId="{89618001-AAF2-447D-A584-29CF5C4DBB76}" type="pres">
      <dgm:prSet presAssocID="{4BAE3D58-B852-47C0-A1EF-871BB3CA443D}" presName="composite" presStyleCnt="0"/>
      <dgm:spPr/>
    </dgm:pt>
    <dgm:pt modelId="{74B8BC22-68BB-48DF-9ABF-78D2B1C21C9B}" type="pres">
      <dgm:prSet presAssocID="{4BAE3D58-B852-47C0-A1EF-871BB3CA443D}" presName="imgShp" presStyleLbl="fgImgPlace1" presStyleIdx="1" presStyleCnt="4"/>
      <dgm:spPr/>
    </dgm:pt>
    <dgm:pt modelId="{555D4918-E1C9-4239-97FF-4466D4019354}" type="pres">
      <dgm:prSet presAssocID="{4BAE3D58-B852-47C0-A1EF-871BB3CA443D}" presName="txShp" presStyleLbl="node1" presStyleIdx="1" presStyleCnt="4">
        <dgm:presLayoutVars>
          <dgm:bulletEnabled val="1"/>
        </dgm:presLayoutVars>
      </dgm:prSet>
      <dgm:spPr/>
    </dgm:pt>
    <dgm:pt modelId="{F3EF3C64-890B-4C8E-8CBC-AC1C0B1D79EB}" type="pres">
      <dgm:prSet presAssocID="{CBA6D0D4-B63F-4159-9C58-72C85D8D8582}" presName="spacing" presStyleCnt="0"/>
      <dgm:spPr/>
    </dgm:pt>
    <dgm:pt modelId="{2D472A1A-AFB3-4A9E-91C3-ADF2EDD47061}" type="pres">
      <dgm:prSet presAssocID="{93B8441F-DC9D-4839-951D-1F55453D2906}" presName="composite" presStyleCnt="0"/>
      <dgm:spPr/>
    </dgm:pt>
    <dgm:pt modelId="{A1F20221-4A43-400B-8124-09A16F632C4C}" type="pres">
      <dgm:prSet presAssocID="{93B8441F-DC9D-4839-951D-1F55453D2906}" presName="imgShp" presStyleLbl="fgImgPlace1" presStyleIdx="2" presStyleCnt="4"/>
      <dgm:spPr/>
    </dgm:pt>
    <dgm:pt modelId="{1FAA5687-5E17-4675-8B0F-F225EAFE25BE}" type="pres">
      <dgm:prSet presAssocID="{93B8441F-DC9D-4839-951D-1F55453D2906}" presName="txShp" presStyleLbl="node1" presStyleIdx="2" presStyleCnt="4">
        <dgm:presLayoutVars>
          <dgm:bulletEnabled val="1"/>
        </dgm:presLayoutVars>
      </dgm:prSet>
      <dgm:spPr/>
    </dgm:pt>
    <dgm:pt modelId="{84617DEA-7986-48C8-8AE1-E8E18913B4FE}" type="pres">
      <dgm:prSet presAssocID="{5C4A8E58-5708-4A91-B8E8-528CABCE482D}" presName="spacing" presStyleCnt="0"/>
      <dgm:spPr/>
    </dgm:pt>
    <dgm:pt modelId="{DE40AD35-4892-48A4-B7BA-D76950FF807D}" type="pres">
      <dgm:prSet presAssocID="{5E732F7C-416F-4E1F-B350-B00789B79987}" presName="composite" presStyleCnt="0"/>
      <dgm:spPr/>
    </dgm:pt>
    <dgm:pt modelId="{A5AA7E02-AC1D-4755-8DE3-25FB43EA9736}" type="pres">
      <dgm:prSet presAssocID="{5E732F7C-416F-4E1F-B350-B00789B79987}" presName="imgShp" presStyleLbl="fgImgPlace1" presStyleIdx="3" presStyleCnt="4"/>
      <dgm:spPr/>
    </dgm:pt>
    <dgm:pt modelId="{38128580-DD22-45BB-984A-1607C4705E4F}" type="pres">
      <dgm:prSet presAssocID="{5E732F7C-416F-4E1F-B350-B00789B79987}" presName="txShp" presStyleLbl="node1" presStyleIdx="3" presStyleCnt="4">
        <dgm:presLayoutVars>
          <dgm:bulletEnabled val="1"/>
        </dgm:presLayoutVars>
      </dgm:prSet>
      <dgm:spPr/>
    </dgm:pt>
  </dgm:ptLst>
  <dgm:cxnLst>
    <dgm:cxn modelId="{B733581E-AFD2-4EA9-AC63-10CACDDAAFC8}" srcId="{A4BFE0E6-31C0-4034-BAD3-11975BEF97FA}" destId="{5E732F7C-416F-4E1F-B350-B00789B79987}" srcOrd="3" destOrd="0" parTransId="{82B4E6E0-96C3-41EC-8A78-F9A87AF07187}" sibTransId="{6B3AD200-798E-4346-B1C0-7AE3F0A00E05}"/>
    <dgm:cxn modelId="{43A56435-C886-4E09-B662-019838D608E9}" srcId="{A4BFE0E6-31C0-4034-BAD3-11975BEF97FA}" destId="{2A7341CB-1FC1-4230-9930-92299942F817}" srcOrd="0" destOrd="0" parTransId="{B36C6E10-037C-413B-8984-629B69A6AB02}" sibTransId="{C799A44D-3575-41EF-8A5A-8F0487BA6B41}"/>
    <dgm:cxn modelId="{D3200570-9A04-4EAB-940D-70864B2B7C29}" type="presOf" srcId="{A4BFE0E6-31C0-4034-BAD3-11975BEF97FA}" destId="{A0F0C07F-516D-4D2B-9FA1-AFEF8D3EF675}" srcOrd="0" destOrd="0" presId="urn:microsoft.com/office/officeart/2005/8/layout/vList3"/>
    <dgm:cxn modelId="{E8361E73-B81C-4B09-8F04-6BE2BE04B270}" type="presOf" srcId="{2A7341CB-1FC1-4230-9930-92299942F817}" destId="{C8B9EAFB-5DEE-4DC9-836F-F1E723A8A4D1}" srcOrd="0" destOrd="0" presId="urn:microsoft.com/office/officeart/2005/8/layout/vList3"/>
    <dgm:cxn modelId="{2A7DB19C-1BE7-4D08-8A77-B1B4CD4CA603}" type="presOf" srcId="{5E732F7C-416F-4E1F-B350-B00789B79987}" destId="{38128580-DD22-45BB-984A-1607C4705E4F}" srcOrd="0" destOrd="0" presId="urn:microsoft.com/office/officeart/2005/8/layout/vList3"/>
    <dgm:cxn modelId="{D7D762B9-DE9C-48E1-A6FB-C854337A49D2}" srcId="{A4BFE0E6-31C0-4034-BAD3-11975BEF97FA}" destId="{93B8441F-DC9D-4839-951D-1F55453D2906}" srcOrd="2" destOrd="0" parTransId="{F6C00334-B831-486B-8B62-80FB6460B5A2}" sibTransId="{5C4A8E58-5708-4A91-B8E8-528CABCE482D}"/>
    <dgm:cxn modelId="{0D8BD9CA-293C-421D-B2A2-002174A74E5B}" type="presOf" srcId="{4BAE3D58-B852-47C0-A1EF-871BB3CA443D}" destId="{555D4918-E1C9-4239-97FF-4466D4019354}" srcOrd="0" destOrd="0" presId="urn:microsoft.com/office/officeart/2005/8/layout/vList3"/>
    <dgm:cxn modelId="{00E2BFFA-A473-473F-A486-79D14AA07DF8}" type="presOf" srcId="{93B8441F-DC9D-4839-951D-1F55453D2906}" destId="{1FAA5687-5E17-4675-8B0F-F225EAFE25BE}" srcOrd="0" destOrd="0" presId="urn:microsoft.com/office/officeart/2005/8/layout/vList3"/>
    <dgm:cxn modelId="{CBB9FFFD-CAF5-46A6-BD08-F9DD75E34FB3}" srcId="{A4BFE0E6-31C0-4034-BAD3-11975BEF97FA}" destId="{4BAE3D58-B852-47C0-A1EF-871BB3CA443D}" srcOrd="1" destOrd="0" parTransId="{519D3665-A3DE-4F46-BA05-BC8253FA3097}" sibTransId="{CBA6D0D4-B63F-4159-9C58-72C85D8D8582}"/>
    <dgm:cxn modelId="{AB4E7E1D-0F10-44B4-B467-4274FFD679BE}" type="presParOf" srcId="{A0F0C07F-516D-4D2B-9FA1-AFEF8D3EF675}" destId="{BA8C7527-DCEF-4D2F-A1D5-D5341992314E}" srcOrd="0" destOrd="0" presId="urn:microsoft.com/office/officeart/2005/8/layout/vList3"/>
    <dgm:cxn modelId="{19D1D9D7-7E60-4439-A93B-9BF7E1F27457}" type="presParOf" srcId="{BA8C7527-DCEF-4D2F-A1D5-D5341992314E}" destId="{441DC5BE-B35E-4439-A91A-ABD7546D03DE}" srcOrd="0" destOrd="0" presId="urn:microsoft.com/office/officeart/2005/8/layout/vList3"/>
    <dgm:cxn modelId="{A6CBC3BB-6E77-4B7E-875C-BB569819A319}" type="presParOf" srcId="{BA8C7527-DCEF-4D2F-A1D5-D5341992314E}" destId="{C8B9EAFB-5DEE-4DC9-836F-F1E723A8A4D1}" srcOrd="1" destOrd="0" presId="urn:microsoft.com/office/officeart/2005/8/layout/vList3"/>
    <dgm:cxn modelId="{37360C4B-5D7D-4B97-894D-52A2AF7EE0C4}" type="presParOf" srcId="{A0F0C07F-516D-4D2B-9FA1-AFEF8D3EF675}" destId="{4921D586-4418-4481-9EC1-7663E243A97E}" srcOrd="1" destOrd="0" presId="urn:microsoft.com/office/officeart/2005/8/layout/vList3"/>
    <dgm:cxn modelId="{27A0D27B-BD6D-41FC-ABC7-8A8F7CFB330D}" type="presParOf" srcId="{A0F0C07F-516D-4D2B-9FA1-AFEF8D3EF675}" destId="{89618001-AAF2-447D-A584-29CF5C4DBB76}" srcOrd="2" destOrd="0" presId="urn:microsoft.com/office/officeart/2005/8/layout/vList3"/>
    <dgm:cxn modelId="{9B3C3CEA-A4F6-49F2-8D34-FDC920F1B9D5}" type="presParOf" srcId="{89618001-AAF2-447D-A584-29CF5C4DBB76}" destId="{74B8BC22-68BB-48DF-9ABF-78D2B1C21C9B}" srcOrd="0" destOrd="0" presId="urn:microsoft.com/office/officeart/2005/8/layout/vList3"/>
    <dgm:cxn modelId="{A4789ABE-0F32-4426-AA20-493126C4D808}" type="presParOf" srcId="{89618001-AAF2-447D-A584-29CF5C4DBB76}" destId="{555D4918-E1C9-4239-97FF-4466D4019354}" srcOrd="1" destOrd="0" presId="urn:microsoft.com/office/officeart/2005/8/layout/vList3"/>
    <dgm:cxn modelId="{0E5F5605-5E6D-4D20-B162-0B924C07DCC2}" type="presParOf" srcId="{A0F0C07F-516D-4D2B-9FA1-AFEF8D3EF675}" destId="{F3EF3C64-890B-4C8E-8CBC-AC1C0B1D79EB}" srcOrd="3" destOrd="0" presId="urn:microsoft.com/office/officeart/2005/8/layout/vList3"/>
    <dgm:cxn modelId="{4874F804-B4F8-4955-A489-5EA63770EFF0}" type="presParOf" srcId="{A0F0C07F-516D-4D2B-9FA1-AFEF8D3EF675}" destId="{2D472A1A-AFB3-4A9E-91C3-ADF2EDD47061}" srcOrd="4" destOrd="0" presId="urn:microsoft.com/office/officeart/2005/8/layout/vList3"/>
    <dgm:cxn modelId="{7C8B08AA-94AA-4956-A821-036C731D197C}" type="presParOf" srcId="{2D472A1A-AFB3-4A9E-91C3-ADF2EDD47061}" destId="{A1F20221-4A43-400B-8124-09A16F632C4C}" srcOrd="0" destOrd="0" presId="urn:microsoft.com/office/officeart/2005/8/layout/vList3"/>
    <dgm:cxn modelId="{7B68553B-1366-431D-B314-09C9D18009A3}" type="presParOf" srcId="{2D472A1A-AFB3-4A9E-91C3-ADF2EDD47061}" destId="{1FAA5687-5E17-4675-8B0F-F225EAFE25BE}" srcOrd="1" destOrd="0" presId="urn:microsoft.com/office/officeart/2005/8/layout/vList3"/>
    <dgm:cxn modelId="{5B3AD058-1FE9-449A-A94A-D8A37C358F35}" type="presParOf" srcId="{A0F0C07F-516D-4D2B-9FA1-AFEF8D3EF675}" destId="{84617DEA-7986-48C8-8AE1-E8E18913B4FE}" srcOrd="5" destOrd="0" presId="urn:microsoft.com/office/officeart/2005/8/layout/vList3"/>
    <dgm:cxn modelId="{6DDDB697-B89C-49ED-949A-272605DFE6A3}" type="presParOf" srcId="{A0F0C07F-516D-4D2B-9FA1-AFEF8D3EF675}" destId="{DE40AD35-4892-48A4-B7BA-D76950FF807D}" srcOrd="6" destOrd="0" presId="urn:microsoft.com/office/officeart/2005/8/layout/vList3"/>
    <dgm:cxn modelId="{3D60C2CF-AE1E-44C0-BBE0-B4FA50BA0B97}" type="presParOf" srcId="{DE40AD35-4892-48A4-B7BA-D76950FF807D}" destId="{A5AA7E02-AC1D-4755-8DE3-25FB43EA9736}" srcOrd="0" destOrd="0" presId="urn:microsoft.com/office/officeart/2005/8/layout/vList3"/>
    <dgm:cxn modelId="{0A0D7E6B-3D58-48D1-8521-D97E177D97FC}" type="presParOf" srcId="{DE40AD35-4892-48A4-B7BA-D76950FF807D}" destId="{38128580-DD22-45BB-984A-1607C4705E4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DCC7C390-451C-4CCA-AB37-9E52C66EF45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066FDF0-6F6E-48A2-B276-6437C05C5C21}">
      <dgm:prSet/>
      <dgm:spPr/>
      <dgm:t>
        <a:bodyPr/>
        <a:lstStyle/>
        <a:p>
          <a:r>
            <a:rPr lang="uk-UA" b="0" i="0"/>
            <a:t>відмова КПРС від насадження методу «соціалістичного реалізму»</a:t>
          </a:r>
          <a:endParaRPr lang="uk-UA"/>
        </a:p>
      </dgm:t>
    </dgm:pt>
    <dgm:pt modelId="{56704A48-D631-4F79-B6E3-9358C294090E}" type="parTrans" cxnId="{F49A567B-BAB3-4F7E-850E-FC258D848B1F}">
      <dgm:prSet/>
      <dgm:spPr/>
      <dgm:t>
        <a:bodyPr/>
        <a:lstStyle/>
        <a:p>
          <a:endParaRPr lang="uk-UA"/>
        </a:p>
      </dgm:t>
    </dgm:pt>
    <dgm:pt modelId="{DB14DB6A-9495-490D-8CFC-523DB30CD65E}" type="sibTrans" cxnId="{F49A567B-BAB3-4F7E-850E-FC258D848B1F}">
      <dgm:prSet/>
      <dgm:spPr/>
      <dgm:t>
        <a:bodyPr/>
        <a:lstStyle/>
        <a:p>
          <a:endParaRPr lang="uk-UA"/>
        </a:p>
      </dgm:t>
    </dgm:pt>
    <dgm:pt modelId="{6EB04A48-3A03-4784-9BA7-F3DFD77B0484}">
      <dgm:prSet/>
      <dgm:spPr/>
      <dgm:t>
        <a:bodyPr/>
        <a:lstStyle/>
        <a:p>
          <a:r>
            <a:rPr lang="uk-UA" b="0" i="0"/>
            <a:t>припинення переслідувань діячів українського визвольного руху</a:t>
          </a:r>
          <a:endParaRPr lang="uk-UA"/>
        </a:p>
      </dgm:t>
    </dgm:pt>
    <dgm:pt modelId="{56E83503-FF9F-486E-9178-CEB2654DFD63}" type="parTrans" cxnId="{BA3EA6A6-A4BF-4D0F-B5EC-3AF796EE9009}">
      <dgm:prSet/>
      <dgm:spPr/>
      <dgm:t>
        <a:bodyPr/>
        <a:lstStyle/>
        <a:p>
          <a:endParaRPr lang="uk-UA"/>
        </a:p>
      </dgm:t>
    </dgm:pt>
    <dgm:pt modelId="{E891DCAC-A318-4915-84B9-4F314ED84EC3}" type="sibTrans" cxnId="{BA3EA6A6-A4BF-4D0F-B5EC-3AF796EE9009}">
      <dgm:prSet/>
      <dgm:spPr/>
      <dgm:t>
        <a:bodyPr/>
        <a:lstStyle/>
        <a:p>
          <a:endParaRPr lang="uk-UA"/>
        </a:p>
      </dgm:t>
    </dgm:pt>
    <dgm:pt modelId="{5BFD3DF6-5885-4485-B5ED-BF24C092EE71}">
      <dgm:prSet/>
      <dgm:spPr/>
      <dgm:t>
        <a:bodyPr/>
        <a:lstStyle/>
        <a:p>
          <a:r>
            <a:rPr lang="uk-UA" b="0" i="0"/>
            <a:t>активна діяльність організацій і груп українських дисидентів</a:t>
          </a:r>
          <a:endParaRPr lang="uk-UA"/>
        </a:p>
      </dgm:t>
    </dgm:pt>
    <dgm:pt modelId="{8D9D568A-19DD-4FFE-A32C-AC36514F67EB}" type="parTrans" cxnId="{957086DA-9AAE-43C8-ABEC-FDED3D508058}">
      <dgm:prSet/>
      <dgm:spPr/>
      <dgm:t>
        <a:bodyPr/>
        <a:lstStyle/>
        <a:p>
          <a:endParaRPr lang="uk-UA"/>
        </a:p>
      </dgm:t>
    </dgm:pt>
    <dgm:pt modelId="{78AA54E2-C05A-42AC-9939-E7BDEA6A1EF4}" type="sibTrans" cxnId="{957086DA-9AAE-43C8-ABEC-FDED3D508058}">
      <dgm:prSet/>
      <dgm:spPr/>
      <dgm:t>
        <a:bodyPr/>
        <a:lstStyle/>
        <a:p>
          <a:endParaRPr lang="uk-UA"/>
        </a:p>
      </dgm:t>
    </dgm:pt>
    <dgm:pt modelId="{2AD0E356-44AF-4DB8-B4B1-A3DCA5CA787F}">
      <dgm:prSet/>
      <dgm:spPr/>
      <dgm:t>
        <a:bodyPr/>
        <a:lstStyle/>
        <a:p>
          <a:r>
            <a:rPr lang="uk-UA" b="0" i="0"/>
            <a:t>лібералізація суспільно-політичного життя в республіці</a:t>
          </a:r>
          <a:endParaRPr lang="uk-UA"/>
        </a:p>
      </dgm:t>
    </dgm:pt>
    <dgm:pt modelId="{BAC8484D-CD12-406B-BB1A-AE069E6E3AC5}" type="parTrans" cxnId="{D7FCD3B5-937D-4E7B-9967-04BDAF0113CE}">
      <dgm:prSet/>
      <dgm:spPr/>
      <dgm:t>
        <a:bodyPr/>
        <a:lstStyle/>
        <a:p>
          <a:endParaRPr lang="uk-UA"/>
        </a:p>
      </dgm:t>
    </dgm:pt>
    <dgm:pt modelId="{038AB420-3AB6-4E3B-87E4-CFC297C50F22}" type="sibTrans" cxnId="{D7FCD3B5-937D-4E7B-9967-04BDAF0113CE}">
      <dgm:prSet/>
      <dgm:spPr/>
      <dgm:t>
        <a:bodyPr/>
        <a:lstStyle/>
        <a:p>
          <a:endParaRPr lang="uk-UA"/>
        </a:p>
      </dgm:t>
    </dgm:pt>
    <dgm:pt modelId="{5261A29B-4C78-4DAE-AFBE-AED34029EB6B}" type="pres">
      <dgm:prSet presAssocID="{DCC7C390-451C-4CCA-AB37-9E52C66EF457}" presName="linear" presStyleCnt="0">
        <dgm:presLayoutVars>
          <dgm:animLvl val="lvl"/>
          <dgm:resizeHandles val="exact"/>
        </dgm:presLayoutVars>
      </dgm:prSet>
      <dgm:spPr/>
    </dgm:pt>
    <dgm:pt modelId="{CBD0AC9C-47AB-49D6-B8E4-BB05EC0C1C14}" type="pres">
      <dgm:prSet presAssocID="{4066FDF0-6F6E-48A2-B276-6437C05C5C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C36C826-3EBC-496B-AE82-3908AEDB7F05}" type="pres">
      <dgm:prSet presAssocID="{DB14DB6A-9495-490D-8CFC-523DB30CD65E}" presName="spacer" presStyleCnt="0"/>
      <dgm:spPr/>
    </dgm:pt>
    <dgm:pt modelId="{8DD9114F-B51C-4766-9B76-FD332D22ED1B}" type="pres">
      <dgm:prSet presAssocID="{6EB04A48-3A03-4784-9BA7-F3DFD77B048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16F0D27-8B36-40F1-81B2-6F196B0D4B28}" type="pres">
      <dgm:prSet presAssocID="{E891DCAC-A318-4915-84B9-4F314ED84EC3}" presName="spacer" presStyleCnt="0"/>
      <dgm:spPr/>
    </dgm:pt>
    <dgm:pt modelId="{C29ACDAF-7C35-441E-B56C-01270F6086A2}" type="pres">
      <dgm:prSet presAssocID="{5BFD3DF6-5885-4485-B5ED-BF24C092EE7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13E243-8A92-4A0C-8006-8791CFDA85C8}" type="pres">
      <dgm:prSet presAssocID="{78AA54E2-C05A-42AC-9939-E7BDEA6A1EF4}" presName="spacer" presStyleCnt="0"/>
      <dgm:spPr/>
    </dgm:pt>
    <dgm:pt modelId="{47C6F0F2-B936-4CFD-A36A-24AD511A49DE}" type="pres">
      <dgm:prSet presAssocID="{2AD0E356-44AF-4DB8-B4B1-A3DCA5CA787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CCE3518-27A1-47BA-8692-8553F46B8C73}" type="presOf" srcId="{DCC7C390-451C-4CCA-AB37-9E52C66EF457}" destId="{5261A29B-4C78-4DAE-AFBE-AED34029EB6B}" srcOrd="0" destOrd="0" presId="urn:microsoft.com/office/officeart/2005/8/layout/vList2"/>
    <dgm:cxn modelId="{915CFF1B-1CB4-4298-8FF2-3E11D0C48B01}" type="presOf" srcId="{4066FDF0-6F6E-48A2-B276-6437C05C5C21}" destId="{CBD0AC9C-47AB-49D6-B8E4-BB05EC0C1C14}" srcOrd="0" destOrd="0" presId="urn:microsoft.com/office/officeart/2005/8/layout/vList2"/>
    <dgm:cxn modelId="{66FE9329-97C0-4DCB-A0C4-2EE517B7DAB6}" type="presOf" srcId="{5BFD3DF6-5885-4485-B5ED-BF24C092EE71}" destId="{C29ACDAF-7C35-441E-B56C-01270F6086A2}" srcOrd="0" destOrd="0" presId="urn:microsoft.com/office/officeart/2005/8/layout/vList2"/>
    <dgm:cxn modelId="{3ECFB239-8FE9-4789-AF8B-F4B356A9D598}" type="presOf" srcId="{2AD0E356-44AF-4DB8-B4B1-A3DCA5CA787F}" destId="{47C6F0F2-B936-4CFD-A36A-24AD511A49DE}" srcOrd="0" destOrd="0" presId="urn:microsoft.com/office/officeart/2005/8/layout/vList2"/>
    <dgm:cxn modelId="{BF40D641-5522-4C72-932C-5DCCD1CDF914}" type="presOf" srcId="{6EB04A48-3A03-4784-9BA7-F3DFD77B0484}" destId="{8DD9114F-B51C-4766-9B76-FD332D22ED1B}" srcOrd="0" destOrd="0" presId="urn:microsoft.com/office/officeart/2005/8/layout/vList2"/>
    <dgm:cxn modelId="{F49A567B-BAB3-4F7E-850E-FC258D848B1F}" srcId="{DCC7C390-451C-4CCA-AB37-9E52C66EF457}" destId="{4066FDF0-6F6E-48A2-B276-6437C05C5C21}" srcOrd="0" destOrd="0" parTransId="{56704A48-D631-4F79-B6E3-9358C294090E}" sibTransId="{DB14DB6A-9495-490D-8CFC-523DB30CD65E}"/>
    <dgm:cxn modelId="{BA3EA6A6-A4BF-4D0F-B5EC-3AF796EE9009}" srcId="{DCC7C390-451C-4CCA-AB37-9E52C66EF457}" destId="{6EB04A48-3A03-4784-9BA7-F3DFD77B0484}" srcOrd="1" destOrd="0" parTransId="{56E83503-FF9F-486E-9178-CEB2654DFD63}" sibTransId="{E891DCAC-A318-4915-84B9-4F314ED84EC3}"/>
    <dgm:cxn modelId="{D7FCD3B5-937D-4E7B-9967-04BDAF0113CE}" srcId="{DCC7C390-451C-4CCA-AB37-9E52C66EF457}" destId="{2AD0E356-44AF-4DB8-B4B1-A3DCA5CA787F}" srcOrd="3" destOrd="0" parTransId="{BAC8484D-CD12-406B-BB1A-AE069E6E3AC5}" sibTransId="{038AB420-3AB6-4E3B-87E4-CFC297C50F22}"/>
    <dgm:cxn modelId="{957086DA-9AAE-43C8-ABEC-FDED3D508058}" srcId="{DCC7C390-451C-4CCA-AB37-9E52C66EF457}" destId="{5BFD3DF6-5885-4485-B5ED-BF24C092EE71}" srcOrd="2" destOrd="0" parTransId="{8D9D568A-19DD-4FFE-A32C-AC36514F67EB}" sibTransId="{78AA54E2-C05A-42AC-9939-E7BDEA6A1EF4}"/>
    <dgm:cxn modelId="{A25D4951-A732-4C53-88ED-6AB3A6423F91}" type="presParOf" srcId="{5261A29B-4C78-4DAE-AFBE-AED34029EB6B}" destId="{CBD0AC9C-47AB-49D6-B8E4-BB05EC0C1C14}" srcOrd="0" destOrd="0" presId="urn:microsoft.com/office/officeart/2005/8/layout/vList2"/>
    <dgm:cxn modelId="{C408AF74-4C5D-481F-A5F3-0EE8AF5C06F3}" type="presParOf" srcId="{5261A29B-4C78-4DAE-AFBE-AED34029EB6B}" destId="{CC36C826-3EBC-496B-AE82-3908AEDB7F05}" srcOrd="1" destOrd="0" presId="urn:microsoft.com/office/officeart/2005/8/layout/vList2"/>
    <dgm:cxn modelId="{16EDA457-FC92-4ADC-932A-CF0F909FC4B3}" type="presParOf" srcId="{5261A29B-4C78-4DAE-AFBE-AED34029EB6B}" destId="{8DD9114F-B51C-4766-9B76-FD332D22ED1B}" srcOrd="2" destOrd="0" presId="urn:microsoft.com/office/officeart/2005/8/layout/vList2"/>
    <dgm:cxn modelId="{8A21DC30-D8C2-48D3-B4D8-47717C161867}" type="presParOf" srcId="{5261A29B-4C78-4DAE-AFBE-AED34029EB6B}" destId="{616F0D27-8B36-40F1-81B2-6F196B0D4B28}" srcOrd="3" destOrd="0" presId="urn:microsoft.com/office/officeart/2005/8/layout/vList2"/>
    <dgm:cxn modelId="{04C0FD6E-79C4-4321-8791-CFD794608805}" type="presParOf" srcId="{5261A29B-4C78-4DAE-AFBE-AED34029EB6B}" destId="{C29ACDAF-7C35-441E-B56C-01270F6086A2}" srcOrd="4" destOrd="0" presId="urn:microsoft.com/office/officeart/2005/8/layout/vList2"/>
    <dgm:cxn modelId="{C2CC5123-B111-44EE-9310-873A295A678D}" type="presParOf" srcId="{5261A29B-4C78-4DAE-AFBE-AED34029EB6B}" destId="{3E13E243-8A92-4A0C-8006-8791CFDA85C8}" srcOrd="5" destOrd="0" presId="urn:microsoft.com/office/officeart/2005/8/layout/vList2"/>
    <dgm:cxn modelId="{F4B07B6D-A28E-4E7B-83CB-F46F0856872D}" type="presParOf" srcId="{5261A29B-4C78-4DAE-AFBE-AED34029EB6B}" destId="{47C6F0F2-B936-4CFD-A36A-24AD511A49D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47153F95-F28A-4737-94A1-5F59FD6D3E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40E938F-5EFD-4F63-AF0B-0AF6BE4BC7F4}">
      <dgm:prSet/>
      <dgm:spPr/>
      <dgm:t>
        <a:bodyPr/>
        <a:lstStyle/>
        <a:p>
          <a:r>
            <a:rPr lang="uk-UA" b="0" i="0"/>
            <a:t>Меджліс кримськотатарського народу в Сімферополі</a:t>
          </a:r>
          <a:endParaRPr lang="uk-UA"/>
        </a:p>
      </dgm:t>
    </dgm:pt>
    <dgm:pt modelId="{B98F0307-CCEF-41DD-B86C-6B9ABDD3A6E7}" type="parTrans" cxnId="{72AA274F-BEEA-476E-A63D-AC37C2A4D70A}">
      <dgm:prSet/>
      <dgm:spPr/>
      <dgm:t>
        <a:bodyPr/>
        <a:lstStyle/>
        <a:p>
          <a:endParaRPr lang="uk-UA"/>
        </a:p>
      </dgm:t>
    </dgm:pt>
    <dgm:pt modelId="{78A41454-616F-4C9F-BA25-6340BD7B10D1}" type="sibTrans" cxnId="{72AA274F-BEEA-476E-A63D-AC37C2A4D70A}">
      <dgm:prSet/>
      <dgm:spPr/>
      <dgm:t>
        <a:bodyPr/>
        <a:lstStyle/>
        <a:p>
          <a:endParaRPr lang="uk-UA"/>
        </a:p>
      </dgm:t>
    </dgm:pt>
    <dgm:pt modelId="{FCB52B62-2A18-4AD3-8572-91EC27DAD519}">
      <dgm:prSet/>
      <dgm:spPr/>
      <dgm:t>
        <a:bodyPr/>
        <a:lstStyle/>
        <a:p>
          <a:r>
            <a:rPr lang="uk-UA" b="0" i="0"/>
            <a:t>Українська робітничо-селянська спілка у Львові</a:t>
          </a:r>
          <a:endParaRPr lang="uk-UA"/>
        </a:p>
      </dgm:t>
    </dgm:pt>
    <dgm:pt modelId="{0C325598-04A4-4F8B-80A5-7949ECB879E8}" type="parTrans" cxnId="{D577FF28-963B-4B28-A39F-177AF80EC109}">
      <dgm:prSet/>
      <dgm:spPr/>
      <dgm:t>
        <a:bodyPr/>
        <a:lstStyle/>
        <a:p>
          <a:endParaRPr lang="uk-UA"/>
        </a:p>
      </dgm:t>
    </dgm:pt>
    <dgm:pt modelId="{6CFBBAA6-88E7-42F8-A3BA-ED64EDFBF162}" type="sibTrans" cxnId="{D577FF28-963B-4B28-A39F-177AF80EC109}">
      <dgm:prSet/>
      <dgm:spPr/>
      <dgm:t>
        <a:bodyPr/>
        <a:lstStyle/>
        <a:p>
          <a:endParaRPr lang="uk-UA"/>
        </a:p>
      </dgm:t>
    </dgm:pt>
    <dgm:pt modelId="{3365722F-1373-41CF-88AC-37822C7754F3}">
      <dgm:prSet/>
      <dgm:spPr/>
      <dgm:t>
        <a:bodyPr/>
        <a:lstStyle/>
        <a:p>
          <a:r>
            <a:rPr lang="uk-UA" b="0" i="0"/>
            <a:t>Організація українських націоналістів у Відні</a:t>
          </a:r>
          <a:endParaRPr lang="uk-UA"/>
        </a:p>
      </dgm:t>
    </dgm:pt>
    <dgm:pt modelId="{07DB96D0-8688-497C-BEEF-2823C069090E}" type="parTrans" cxnId="{6AE0862F-71E4-481A-9527-694C97CE1D7D}">
      <dgm:prSet/>
      <dgm:spPr/>
      <dgm:t>
        <a:bodyPr/>
        <a:lstStyle/>
        <a:p>
          <a:endParaRPr lang="uk-UA"/>
        </a:p>
      </dgm:t>
    </dgm:pt>
    <dgm:pt modelId="{D8110A75-845A-439F-819F-D67E9486218B}" type="sibTrans" cxnId="{6AE0862F-71E4-481A-9527-694C97CE1D7D}">
      <dgm:prSet/>
      <dgm:spPr/>
      <dgm:t>
        <a:bodyPr/>
        <a:lstStyle/>
        <a:p>
          <a:endParaRPr lang="uk-UA"/>
        </a:p>
      </dgm:t>
    </dgm:pt>
    <dgm:pt modelId="{EAF6DCE3-B995-4F2F-97C9-73069C0DF907}">
      <dgm:prSet/>
      <dgm:spPr/>
      <dgm:t>
        <a:bodyPr/>
        <a:lstStyle/>
        <a:p>
          <a:r>
            <a:rPr lang="uk-UA" b="0" i="0"/>
            <a:t>Клуб творчої молоді «Сучасник» у Києві</a:t>
          </a:r>
          <a:endParaRPr lang="uk-UA"/>
        </a:p>
      </dgm:t>
    </dgm:pt>
    <dgm:pt modelId="{3843FC33-493A-4D62-94F7-231CC3CC521F}" type="parTrans" cxnId="{01FEB7AF-9D5C-4A2F-90FA-85C5D3E3886E}">
      <dgm:prSet/>
      <dgm:spPr/>
      <dgm:t>
        <a:bodyPr/>
        <a:lstStyle/>
        <a:p>
          <a:endParaRPr lang="uk-UA"/>
        </a:p>
      </dgm:t>
    </dgm:pt>
    <dgm:pt modelId="{4C53D1BB-F54A-4D6E-A3AA-847259679341}" type="sibTrans" cxnId="{01FEB7AF-9D5C-4A2F-90FA-85C5D3E3886E}">
      <dgm:prSet/>
      <dgm:spPr/>
      <dgm:t>
        <a:bodyPr/>
        <a:lstStyle/>
        <a:p>
          <a:endParaRPr lang="uk-UA"/>
        </a:p>
      </dgm:t>
    </dgm:pt>
    <dgm:pt modelId="{31D639FE-3BA4-495B-924C-4F3F09EE9956}" type="pres">
      <dgm:prSet presAssocID="{47153F95-F28A-4737-94A1-5F59FD6D3E49}" presName="linear" presStyleCnt="0">
        <dgm:presLayoutVars>
          <dgm:animLvl val="lvl"/>
          <dgm:resizeHandles val="exact"/>
        </dgm:presLayoutVars>
      </dgm:prSet>
      <dgm:spPr/>
    </dgm:pt>
    <dgm:pt modelId="{4B9E6104-D9AA-43AB-82CC-435D5A36190D}" type="pres">
      <dgm:prSet presAssocID="{B40E938F-5EFD-4F63-AF0B-0AF6BE4BC7F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E456B2B-DA22-486A-B1B0-500CEDAD4033}" type="pres">
      <dgm:prSet presAssocID="{78A41454-616F-4C9F-BA25-6340BD7B10D1}" presName="spacer" presStyleCnt="0"/>
      <dgm:spPr/>
    </dgm:pt>
    <dgm:pt modelId="{9FD227FD-5F26-4D8A-A3B5-3F1BF0296512}" type="pres">
      <dgm:prSet presAssocID="{FCB52B62-2A18-4AD3-8572-91EC27DAD5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E2EE085-1508-47C9-8A78-21737926D226}" type="pres">
      <dgm:prSet presAssocID="{6CFBBAA6-88E7-42F8-A3BA-ED64EDFBF162}" presName="spacer" presStyleCnt="0"/>
      <dgm:spPr/>
    </dgm:pt>
    <dgm:pt modelId="{2D6E7BD7-1819-4754-9A5F-D8FB3C559356}" type="pres">
      <dgm:prSet presAssocID="{3365722F-1373-41CF-88AC-37822C7754F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8FCE723-9DFF-4F94-8315-2EAB095F6072}" type="pres">
      <dgm:prSet presAssocID="{D8110A75-845A-439F-819F-D67E9486218B}" presName="spacer" presStyleCnt="0"/>
      <dgm:spPr/>
    </dgm:pt>
    <dgm:pt modelId="{E2A5B379-070A-42E1-86F5-767AEBEF9984}" type="pres">
      <dgm:prSet presAssocID="{EAF6DCE3-B995-4F2F-97C9-73069C0DF90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3E1BE00-89B9-43B0-916E-592C86311E78}" type="presOf" srcId="{EAF6DCE3-B995-4F2F-97C9-73069C0DF907}" destId="{E2A5B379-070A-42E1-86F5-767AEBEF9984}" srcOrd="0" destOrd="0" presId="urn:microsoft.com/office/officeart/2005/8/layout/vList2"/>
    <dgm:cxn modelId="{E674E419-1603-4872-8710-B0853511DFD9}" type="presOf" srcId="{47153F95-F28A-4737-94A1-5F59FD6D3E49}" destId="{31D639FE-3BA4-495B-924C-4F3F09EE9956}" srcOrd="0" destOrd="0" presId="urn:microsoft.com/office/officeart/2005/8/layout/vList2"/>
    <dgm:cxn modelId="{FBCE7A24-9701-4415-A3DE-7FF3DD801A63}" type="presOf" srcId="{B40E938F-5EFD-4F63-AF0B-0AF6BE4BC7F4}" destId="{4B9E6104-D9AA-43AB-82CC-435D5A36190D}" srcOrd="0" destOrd="0" presId="urn:microsoft.com/office/officeart/2005/8/layout/vList2"/>
    <dgm:cxn modelId="{D577FF28-963B-4B28-A39F-177AF80EC109}" srcId="{47153F95-F28A-4737-94A1-5F59FD6D3E49}" destId="{FCB52B62-2A18-4AD3-8572-91EC27DAD519}" srcOrd="1" destOrd="0" parTransId="{0C325598-04A4-4F8B-80A5-7949ECB879E8}" sibTransId="{6CFBBAA6-88E7-42F8-A3BA-ED64EDFBF162}"/>
    <dgm:cxn modelId="{6AE0862F-71E4-481A-9527-694C97CE1D7D}" srcId="{47153F95-F28A-4737-94A1-5F59FD6D3E49}" destId="{3365722F-1373-41CF-88AC-37822C7754F3}" srcOrd="2" destOrd="0" parTransId="{07DB96D0-8688-497C-BEEF-2823C069090E}" sibTransId="{D8110A75-845A-439F-819F-D67E9486218B}"/>
    <dgm:cxn modelId="{72AA274F-BEEA-476E-A63D-AC37C2A4D70A}" srcId="{47153F95-F28A-4737-94A1-5F59FD6D3E49}" destId="{B40E938F-5EFD-4F63-AF0B-0AF6BE4BC7F4}" srcOrd="0" destOrd="0" parTransId="{B98F0307-CCEF-41DD-B86C-6B9ABDD3A6E7}" sibTransId="{78A41454-616F-4C9F-BA25-6340BD7B10D1}"/>
    <dgm:cxn modelId="{47481392-983E-40E5-B824-ABC86DD90EAB}" type="presOf" srcId="{3365722F-1373-41CF-88AC-37822C7754F3}" destId="{2D6E7BD7-1819-4754-9A5F-D8FB3C559356}" srcOrd="0" destOrd="0" presId="urn:microsoft.com/office/officeart/2005/8/layout/vList2"/>
    <dgm:cxn modelId="{01FEB7AF-9D5C-4A2F-90FA-85C5D3E3886E}" srcId="{47153F95-F28A-4737-94A1-5F59FD6D3E49}" destId="{EAF6DCE3-B995-4F2F-97C9-73069C0DF907}" srcOrd="3" destOrd="0" parTransId="{3843FC33-493A-4D62-94F7-231CC3CC521F}" sibTransId="{4C53D1BB-F54A-4D6E-A3AA-847259679341}"/>
    <dgm:cxn modelId="{097730BF-8A04-4C49-946E-08F09982DB5B}" type="presOf" srcId="{FCB52B62-2A18-4AD3-8572-91EC27DAD519}" destId="{9FD227FD-5F26-4D8A-A3B5-3F1BF0296512}" srcOrd="0" destOrd="0" presId="urn:microsoft.com/office/officeart/2005/8/layout/vList2"/>
    <dgm:cxn modelId="{3514A03D-320C-4770-B096-9A318EA13764}" type="presParOf" srcId="{31D639FE-3BA4-495B-924C-4F3F09EE9956}" destId="{4B9E6104-D9AA-43AB-82CC-435D5A36190D}" srcOrd="0" destOrd="0" presId="urn:microsoft.com/office/officeart/2005/8/layout/vList2"/>
    <dgm:cxn modelId="{657B4C01-C03B-4692-8E64-CEE496BE1E25}" type="presParOf" srcId="{31D639FE-3BA4-495B-924C-4F3F09EE9956}" destId="{0E456B2B-DA22-486A-B1B0-500CEDAD4033}" srcOrd="1" destOrd="0" presId="urn:microsoft.com/office/officeart/2005/8/layout/vList2"/>
    <dgm:cxn modelId="{78805D79-7903-4602-B4AA-2CAF44096C60}" type="presParOf" srcId="{31D639FE-3BA4-495B-924C-4F3F09EE9956}" destId="{9FD227FD-5F26-4D8A-A3B5-3F1BF0296512}" srcOrd="2" destOrd="0" presId="urn:microsoft.com/office/officeart/2005/8/layout/vList2"/>
    <dgm:cxn modelId="{1449DA16-BE59-43BD-B2BC-75BEDB023020}" type="presParOf" srcId="{31D639FE-3BA4-495B-924C-4F3F09EE9956}" destId="{FE2EE085-1508-47C9-8A78-21737926D226}" srcOrd="3" destOrd="0" presId="urn:microsoft.com/office/officeart/2005/8/layout/vList2"/>
    <dgm:cxn modelId="{8C08DE0F-C1FD-4F54-A626-D004007136C6}" type="presParOf" srcId="{31D639FE-3BA4-495B-924C-4F3F09EE9956}" destId="{2D6E7BD7-1819-4754-9A5F-D8FB3C559356}" srcOrd="4" destOrd="0" presId="urn:microsoft.com/office/officeart/2005/8/layout/vList2"/>
    <dgm:cxn modelId="{942AA5F2-321C-4ADA-8BC4-D802F8827F8E}" type="presParOf" srcId="{31D639FE-3BA4-495B-924C-4F3F09EE9956}" destId="{C8FCE723-9DFF-4F94-8315-2EAB095F6072}" srcOrd="5" destOrd="0" presId="urn:microsoft.com/office/officeart/2005/8/layout/vList2"/>
    <dgm:cxn modelId="{E3748F2E-BF8E-4A35-AE6C-4086D4334278}" type="presParOf" srcId="{31D639FE-3BA4-495B-924C-4F3F09EE9956}" destId="{E2A5B379-070A-42E1-86F5-767AEBEF99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57F0F8C8-3469-49F8-93B7-91EE481D74B6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E06B83B-2B36-4B4E-959B-62FFCAD33140}">
      <dgm:prSet/>
      <dgm:spPr/>
      <dgm:t>
        <a:bodyPr/>
        <a:lstStyle/>
        <a:p>
          <a:r>
            <a:rPr lang="ru-RU" b="0" i="0" dirty="0"/>
            <a:t>О. Гончар;</a:t>
          </a:r>
          <a:br>
            <a:rPr lang="ru-RU" dirty="0"/>
          </a:br>
          <a:endParaRPr lang="uk-UA" dirty="0"/>
        </a:p>
      </dgm:t>
    </dgm:pt>
    <dgm:pt modelId="{70EFCE49-26F7-4BEE-8735-947ECF88B098}" type="parTrans" cxnId="{1E568430-AF72-4F2C-B92C-C2E98578E8A2}">
      <dgm:prSet/>
      <dgm:spPr/>
      <dgm:t>
        <a:bodyPr/>
        <a:lstStyle/>
        <a:p>
          <a:endParaRPr lang="uk-UA"/>
        </a:p>
      </dgm:t>
    </dgm:pt>
    <dgm:pt modelId="{CA538060-8E6E-4B28-9868-63B51ED46EB7}" type="sibTrans" cxnId="{1E568430-AF72-4F2C-B92C-C2E98578E8A2}">
      <dgm:prSet/>
      <dgm:spPr/>
      <dgm:t>
        <a:bodyPr/>
        <a:lstStyle/>
        <a:p>
          <a:endParaRPr lang="uk-UA"/>
        </a:p>
      </dgm:t>
    </dgm:pt>
    <dgm:pt modelId="{D234D05F-3618-4842-8EE6-05CE1F7C65FF}">
      <dgm:prSet/>
      <dgm:spPr/>
      <dgm:t>
        <a:bodyPr/>
        <a:lstStyle/>
        <a:p>
          <a:r>
            <a:rPr lang="ru-RU" b="0" i="0"/>
            <a:t>А. Малишко;</a:t>
          </a:r>
          <a:br>
            <a:rPr lang="ru-RU"/>
          </a:br>
          <a:endParaRPr lang="uk-UA"/>
        </a:p>
      </dgm:t>
    </dgm:pt>
    <dgm:pt modelId="{4CFB681D-1AF2-4A64-A201-EE1F7225567E}" type="parTrans" cxnId="{17B6E169-3B5C-4C43-8EC3-0C3580BB3B35}">
      <dgm:prSet/>
      <dgm:spPr/>
      <dgm:t>
        <a:bodyPr/>
        <a:lstStyle/>
        <a:p>
          <a:endParaRPr lang="uk-UA"/>
        </a:p>
      </dgm:t>
    </dgm:pt>
    <dgm:pt modelId="{DF852AF2-B919-4506-B932-C9BD496D0799}" type="sibTrans" cxnId="{17B6E169-3B5C-4C43-8EC3-0C3580BB3B35}">
      <dgm:prSet/>
      <dgm:spPr/>
      <dgm:t>
        <a:bodyPr/>
        <a:lstStyle/>
        <a:p>
          <a:endParaRPr lang="uk-UA"/>
        </a:p>
      </dgm:t>
    </dgm:pt>
    <dgm:pt modelId="{053DEA71-BD61-4914-84C0-AD4E0EADE84D}">
      <dgm:prSet/>
      <dgm:spPr/>
      <dgm:t>
        <a:bodyPr/>
        <a:lstStyle/>
        <a:p>
          <a:r>
            <a:rPr lang="ru-RU" b="0" i="0"/>
            <a:t>Л. Костенко;</a:t>
          </a:r>
          <a:br>
            <a:rPr lang="ru-RU"/>
          </a:br>
          <a:endParaRPr lang="uk-UA"/>
        </a:p>
      </dgm:t>
    </dgm:pt>
    <dgm:pt modelId="{C343D5A2-07BC-454B-A9A7-C4855CC80F01}" type="parTrans" cxnId="{947C68BE-AA18-409B-B612-B034CDF794B3}">
      <dgm:prSet/>
      <dgm:spPr/>
      <dgm:t>
        <a:bodyPr/>
        <a:lstStyle/>
        <a:p>
          <a:endParaRPr lang="uk-UA"/>
        </a:p>
      </dgm:t>
    </dgm:pt>
    <dgm:pt modelId="{C4D414F2-5B93-46F5-BF3C-2ABBC47BB7B6}" type="sibTrans" cxnId="{947C68BE-AA18-409B-B612-B034CDF794B3}">
      <dgm:prSet/>
      <dgm:spPr/>
      <dgm:t>
        <a:bodyPr/>
        <a:lstStyle/>
        <a:p>
          <a:endParaRPr lang="uk-UA"/>
        </a:p>
      </dgm:t>
    </dgm:pt>
    <dgm:pt modelId="{0C52F4F9-577E-47F5-9EC1-D12250F696AF}">
      <dgm:prSet/>
      <dgm:spPr/>
      <dgm:t>
        <a:bodyPr/>
        <a:lstStyle/>
        <a:p>
          <a:r>
            <a:rPr lang="ru-RU" b="0" i="0"/>
            <a:t>А. Горська;</a:t>
          </a:r>
          <a:br>
            <a:rPr lang="ru-RU"/>
          </a:br>
          <a:endParaRPr lang="uk-UA"/>
        </a:p>
      </dgm:t>
    </dgm:pt>
    <dgm:pt modelId="{14D936B1-8170-4A70-A702-C926F073D907}" type="parTrans" cxnId="{A3234C04-CBDB-484A-AA20-D0CD2566FD3B}">
      <dgm:prSet/>
      <dgm:spPr/>
      <dgm:t>
        <a:bodyPr/>
        <a:lstStyle/>
        <a:p>
          <a:endParaRPr lang="uk-UA"/>
        </a:p>
      </dgm:t>
    </dgm:pt>
    <dgm:pt modelId="{785C5338-6503-4FFC-8768-BFD050E8AFB3}" type="sibTrans" cxnId="{A3234C04-CBDB-484A-AA20-D0CD2566FD3B}">
      <dgm:prSet/>
      <dgm:spPr/>
      <dgm:t>
        <a:bodyPr/>
        <a:lstStyle/>
        <a:p>
          <a:endParaRPr lang="uk-UA"/>
        </a:p>
      </dgm:t>
    </dgm:pt>
    <dgm:pt modelId="{61E61899-68AF-4221-A30E-DB1764FB136A}">
      <dgm:prSet/>
      <dgm:spPr/>
      <dgm:t>
        <a:bodyPr/>
        <a:lstStyle/>
        <a:p>
          <a:r>
            <a:rPr lang="ru-RU" b="0" i="0"/>
            <a:t>І. Драч;</a:t>
          </a:r>
          <a:br>
            <a:rPr lang="ru-RU"/>
          </a:br>
          <a:endParaRPr lang="uk-UA"/>
        </a:p>
      </dgm:t>
    </dgm:pt>
    <dgm:pt modelId="{F0A6AC11-4AA0-4063-B429-864F7AB99BF4}" type="parTrans" cxnId="{0482B868-B4DF-436A-8592-A3B0D86C2880}">
      <dgm:prSet/>
      <dgm:spPr/>
      <dgm:t>
        <a:bodyPr/>
        <a:lstStyle/>
        <a:p>
          <a:endParaRPr lang="uk-UA"/>
        </a:p>
      </dgm:t>
    </dgm:pt>
    <dgm:pt modelId="{59754D0A-02C9-465E-B08A-3AACD2F0F52E}" type="sibTrans" cxnId="{0482B868-B4DF-436A-8592-A3B0D86C2880}">
      <dgm:prSet/>
      <dgm:spPr/>
      <dgm:t>
        <a:bodyPr/>
        <a:lstStyle/>
        <a:p>
          <a:endParaRPr lang="uk-UA"/>
        </a:p>
      </dgm:t>
    </dgm:pt>
    <dgm:pt modelId="{B4530B35-BE20-4D9C-BFD4-8165D4EC28B2}">
      <dgm:prSet/>
      <dgm:spPr/>
      <dgm:t>
        <a:bodyPr/>
        <a:lstStyle/>
        <a:p>
          <a:r>
            <a:rPr lang="ru-RU" b="0" i="0"/>
            <a:t>І. Світличний.</a:t>
          </a:r>
          <a:endParaRPr lang="uk-UA"/>
        </a:p>
      </dgm:t>
    </dgm:pt>
    <dgm:pt modelId="{579EFA61-EC96-424E-AD55-0573E2D00E47}" type="parTrans" cxnId="{0A92BFAD-F7A9-40EA-B4DE-648B75FB4D95}">
      <dgm:prSet/>
      <dgm:spPr/>
      <dgm:t>
        <a:bodyPr/>
        <a:lstStyle/>
        <a:p>
          <a:endParaRPr lang="uk-UA"/>
        </a:p>
      </dgm:t>
    </dgm:pt>
    <dgm:pt modelId="{E89B7D77-2C3F-4817-A861-CE4F7F6188B7}" type="sibTrans" cxnId="{0A92BFAD-F7A9-40EA-B4DE-648B75FB4D95}">
      <dgm:prSet/>
      <dgm:spPr/>
      <dgm:t>
        <a:bodyPr/>
        <a:lstStyle/>
        <a:p>
          <a:endParaRPr lang="uk-UA"/>
        </a:p>
      </dgm:t>
    </dgm:pt>
    <dgm:pt modelId="{94419605-080C-4C0E-94DD-2568EC482C44}">
      <dgm:prSet/>
      <dgm:spPr/>
      <dgm:t>
        <a:bodyPr/>
        <a:lstStyle/>
        <a:p>
          <a:r>
            <a:rPr lang="ru-RU" b="0" i="0"/>
            <a:t>В. Симоненко;</a:t>
          </a:r>
          <a:br>
            <a:rPr lang="ru-RU"/>
          </a:br>
          <a:endParaRPr lang="uk-UA"/>
        </a:p>
      </dgm:t>
    </dgm:pt>
    <dgm:pt modelId="{77A457FE-A752-42E7-A45D-15963FFC1932}" type="sibTrans" cxnId="{36FFF04D-F9C0-4862-A610-8CBACFADA614}">
      <dgm:prSet/>
      <dgm:spPr/>
      <dgm:t>
        <a:bodyPr/>
        <a:lstStyle/>
        <a:p>
          <a:endParaRPr lang="uk-UA"/>
        </a:p>
      </dgm:t>
    </dgm:pt>
    <dgm:pt modelId="{CFFC49ED-F8B9-4D3F-9C4C-C26698034B52}" type="parTrans" cxnId="{36FFF04D-F9C0-4862-A610-8CBACFADA614}">
      <dgm:prSet/>
      <dgm:spPr/>
      <dgm:t>
        <a:bodyPr/>
        <a:lstStyle/>
        <a:p>
          <a:endParaRPr lang="uk-UA"/>
        </a:p>
      </dgm:t>
    </dgm:pt>
    <dgm:pt modelId="{2891A299-0EE6-4D72-9FEF-76D56986A4AA}" type="pres">
      <dgm:prSet presAssocID="{57F0F8C8-3469-49F8-93B7-91EE481D74B6}" presName="compositeShape" presStyleCnt="0">
        <dgm:presLayoutVars>
          <dgm:chMax val="7"/>
          <dgm:dir/>
          <dgm:resizeHandles val="exact"/>
        </dgm:presLayoutVars>
      </dgm:prSet>
      <dgm:spPr/>
    </dgm:pt>
    <dgm:pt modelId="{21BC77F2-5C8F-48C1-8392-3784FAC09033}" type="pres">
      <dgm:prSet presAssocID="{1E06B83B-2B36-4B4E-959B-62FFCAD33140}" presName="circ1" presStyleLbl="vennNode1" presStyleIdx="0" presStyleCnt="7"/>
      <dgm:spPr/>
    </dgm:pt>
    <dgm:pt modelId="{8A10DA19-263A-4A83-87C2-9A2B91381BB7}" type="pres">
      <dgm:prSet presAssocID="{1E06B83B-2B36-4B4E-959B-62FFCAD3314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ADC9BB6-66A6-453D-9E94-AC2551D5070E}" type="pres">
      <dgm:prSet presAssocID="{94419605-080C-4C0E-94DD-2568EC482C44}" presName="circ2" presStyleLbl="vennNode1" presStyleIdx="1" presStyleCnt="7"/>
      <dgm:spPr/>
    </dgm:pt>
    <dgm:pt modelId="{CBAE9CF4-3926-488F-8A8A-3972D5DC0159}" type="pres">
      <dgm:prSet presAssocID="{94419605-080C-4C0E-94DD-2568EC482C4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C25EF30-21AA-4CCD-BEA5-F618B45C1EBF}" type="pres">
      <dgm:prSet presAssocID="{D234D05F-3618-4842-8EE6-05CE1F7C65FF}" presName="circ3" presStyleLbl="vennNode1" presStyleIdx="2" presStyleCnt="7"/>
      <dgm:spPr/>
    </dgm:pt>
    <dgm:pt modelId="{93F4991F-F6B7-4741-8121-948C6458A62A}" type="pres">
      <dgm:prSet presAssocID="{D234D05F-3618-4842-8EE6-05CE1F7C65F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F933055-6407-48A8-9FE0-25B22C5663E4}" type="pres">
      <dgm:prSet presAssocID="{053DEA71-BD61-4914-84C0-AD4E0EADE84D}" presName="circ4" presStyleLbl="vennNode1" presStyleIdx="3" presStyleCnt="7"/>
      <dgm:spPr/>
    </dgm:pt>
    <dgm:pt modelId="{48CC53EE-1157-4E78-93F6-9ED67902C2B8}" type="pres">
      <dgm:prSet presAssocID="{053DEA71-BD61-4914-84C0-AD4E0EADE84D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C8F678F-CDD0-4B4C-A8D8-4A621942DD59}" type="pres">
      <dgm:prSet presAssocID="{0C52F4F9-577E-47F5-9EC1-D12250F696AF}" presName="circ5" presStyleLbl="vennNode1" presStyleIdx="4" presStyleCnt="7"/>
      <dgm:spPr/>
    </dgm:pt>
    <dgm:pt modelId="{39E8DC41-9799-46E5-89F3-29CD965FF942}" type="pres">
      <dgm:prSet presAssocID="{0C52F4F9-577E-47F5-9EC1-D12250F696AF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83BD06E-0C2B-41EA-992F-6C0B9E5789E8}" type="pres">
      <dgm:prSet presAssocID="{61E61899-68AF-4221-A30E-DB1764FB136A}" presName="circ6" presStyleLbl="vennNode1" presStyleIdx="5" presStyleCnt="7"/>
      <dgm:spPr/>
    </dgm:pt>
    <dgm:pt modelId="{12B535DB-2F11-4E14-9583-360186381DB0}" type="pres">
      <dgm:prSet presAssocID="{61E61899-68AF-4221-A30E-DB1764FB136A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2C285F-2F98-4EB0-82B8-CDD686CAF625}" type="pres">
      <dgm:prSet presAssocID="{B4530B35-BE20-4D9C-BFD4-8165D4EC28B2}" presName="circ7" presStyleLbl="vennNode1" presStyleIdx="6" presStyleCnt="7"/>
      <dgm:spPr/>
    </dgm:pt>
    <dgm:pt modelId="{17580D0B-B658-4162-9F65-9C0424DF3163}" type="pres">
      <dgm:prSet presAssocID="{B4530B35-BE20-4D9C-BFD4-8165D4EC28B2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3234C04-CBDB-484A-AA20-D0CD2566FD3B}" srcId="{57F0F8C8-3469-49F8-93B7-91EE481D74B6}" destId="{0C52F4F9-577E-47F5-9EC1-D12250F696AF}" srcOrd="4" destOrd="0" parTransId="{14D936B1-8170-4A70-A702-C926F073D907}" sibTransId="{785C5338-6503-4FFC-8768-BFD050E8AFB3}"/>
    <dgm:cxn modelId="{BAACBD21-7D4B-404E-9F89-420F79222AE4}" type="presOf" srcId="{1E06B83B-2B36-4B4E-959B-62FFCAD33140}" destId="{8A10DA19-263A-4A83-87C2-9A2B91381BB7}" srcOrd="0" destOrd="0" presId="urn:microsoft.com/office/officeart/2005/8/layout/venn1"/>
    <dgm:cxn modelId="{4A10CD29-1297-4E3B-8D37-630106670B92}" type="presOf" srcId="{053DEA71-BD61-4914-84C0-AD4E0EADE84D}" destId="{48CC53EE-1157-4E78-93F6-9ED67902C2B8}" srcOrd="0" destOrd="0" presId="urn:microsoft.com/office/officeart/2005/8/layout/venn1"/>
    <dgm:cxn modelId="{1E568430-AF72-4F2C-B92C-C2E98578E8A2}" srcId="{57F0F8C8-3469-49F8-93B7-91EE481D74B6}" destId="{1E06B83B-2B36-4B4E-959B-62FFCAD33140}" srcOrd="0" destOrd="0" parTransId="{70EFCE49-26F7-4BEE-8735-947ECF88B098}" sibTransId="{CA538060-8E6E-4B28-9868-63B51ED46EB7}"/>
    <dgm:cxn modelId="{0482B868-B4DF-436A-8592-A3B0D86C2880}" srcId="{57F0F8C8-3469-49F8-93B7-91EE481D74B6}" destId="{61E61899-68AF-4221-A30E-DB1764FB136A}" srcOrd="5" destOrd="0" parTransId="{F0A6AC11-4AA0-4063-B429-864F7AB99BF4}" sibTransId="{59754D0A-02C9-465E-B08A-3AACD2F0F52E}"/>
    <dgm:cxn modelId="{17B6E169-3B5C-4C43-8EC3-0C3580BB3B35}" srcId="{57F0F8C8-3469-49F8-93B7-91EE481D74B6}" destId="{D234D05F-3618-4842-8EE6-05CE1F7C65FF}" srcOrd="2" destOrd="0" parTransId="{4CFB681D-1AF2-4A64-A201-EE1F7225567E}" sibTransId="{DF852AF2-B919-4506-B932-C9BD496D0799}"/>
    <dgm:cxn modelId="{36FFF04D-F9C0-4862-A610-8CBACFADA614}" srcId="{57F0F8C8-3469-49F8-93B7-91EE481D74B6}" destId="{94419605-080C-4C0E-94DD-2568EC482C44}" srcOrd="1" destOrd="0" parTransId="{CFFC49ED-F8B9-4D3F-9C4C-C26698034B52}" sibTransId="{77A457FE-A752-42E7-A45D-15963FFC1932}"/>
    <dgm:cxn modelId="{2CECE44E-D112-4310-9B2D-35D121DE7F38}" type="presOf" srcId="{D234D05F-3618-4842-8EE6-05CE1F7C65FF}" destId="{93F4991F-F6B7-4741-8121-948C6458A62A}" srcOrd="0" destOrd="0" presId="urn:microsoft.com/office/officeart/2005/8/layout/venn1"/>
    <dgm:cxn modelId="{0A92BFAD-F7A9-40EA-B4DE-648B75FB4D95}" srcId="{57F0F8C8-3469-49F8-93B7-91EE481D74B6}" destId="{B4530B35-BE20-4D9C-BFD4-8165D4EC28B2}" srcOrd="6" destOrd="0" parTransId="{579EFA61-EC96-424E-AD55-0573E2D00E47}" sibTransId="{E89B7D77-2C3F-4817-A861-CE4F7F6188B7}"/>
    <dgm:cxn modelId="{5E5A3DB3-2A42-4666-9DC5-C03C2F6BDFFB}" type="presOf" srcId="{B4530B35-BE20-4D9C-BFD4-8165D4EC28B2}" destId="{17580D0B-B658-4162-9F65-9C0424DF3163}" srcOrd="0" destOrd="0" presId="urn:microsoft.com/office/officeart/2005/8/layout/venn1"/>
    <dgm:cxn modelId="{947C68BE-AA18-409B-B612-B034CDF794B3}" srcId="{57F0F8C8-3469-49F8-93B7-91EE481D74B6}" destId="{053DEA71-BD61-4914-84C0-AD4E0EADE84D}" srcOrd="3" destOrd="0" parTransId="{C343D5A2-07BC-454B-A9A7-C4855CC80F01}" sibTransId="{C4D414F2-5B93-46F5-BF3C-2ABBC47BB7B6}"/>
    <dgm:cxn modelId="{347A86D5-3634-49A8-B9FE-874624AC6EFA}" type="presOf" srcId="{61E61899-68AF-4221-A30E-DB1764FB136A}" destId="{12B535DB-2F11-4E14-9583-360186381DB0}" srcOrd="0" destOrd="0" presId="urn:microsoft.com/office/officeart/2005/8/layout/venn1"/>
    <dgm:cxn modelId="{314A8FE1-877D-4420-B0B2-73BC5E7546BD}" type="presOf" srcId="{0C52F4F9-577E-47F5-9EC1-D12250F696AF}" destId="{39E8DC41-9799-46E5-89F3-29CD965FF942}" srcOrd="0" destOrd="0" presId="urn:microsoft.com/office/officeart/2005/8/layout/venn1"/>
    <dgm:cxn modelId="{EF1908E3-CB34-4D8C-B21B-BF67D23B56B8}" type="presOf" srcId="{57F0F8C8-3469-49F8-93B7-91EE481D74B6}" destId="{2891A299-0EE6-4D72-9FEF-76D56986A4AA}" srcOrd="0" destOrd="0" presId="urn:microsoft.com/office/officeart/2005/8/layout/venn1"/>
    <dgm:cxn modelId="{16A9F5F0-D801-438E-83FB-7034A39FA743}" type="presOf" srcId="{94419605-080C-4C0E-94DD-2568EC482C44}" destId="{CBAE9CF4-3926-488F-8A8A-3972D5DC0159}" srcOrd="0" destOrd="0" presId="urn:microsoft.com/office/officeart/2005/8/layout/venn1"/>
    <dgm:cxn modelId="{095DB3E5-199C-49BC-9601-0138C217A79D}" type="presParOf" srcId="{2891A299-0EE6-4D72-9FEF-76D56986A4AA}" destId="{21BC77F2-5C8F-48C1-8392-3784FAC09033}" srcOrd="0" destOrd="0" presId="urn:microsoft.com/office/officeart/2005/8/layout/venn1"/>
    <dgm:cxn modelId="{4AB5443D-4363-4EEA-ACDF-AEADBFFBF0B6}" type="presParOf" srcId="{2891A299-0EE6-4D72-9FEF-76D56986A4AA}" destId="{8A10DA19-263A-4A83-87C2-9A2B91381BB7}" srcOrd="1" destOrd="0" presId="urn:microsoft.com/office/officeart/2005/8/layout/venn1"/>
    <dgm:cxn modelId="{6968D2C0-3D4C-4D3B-86F4-B7E5C28BF17A}" type="presParOf" srcId="{2891A299-0EE6-4D72-9FEF-76D56986A4AA}" destId="{1ADC9BB6-66A6-453D-9E94-AC2551D5070E}" srcOrd="2" destOrd="0" presId="urn:microsoft.com/office/officeart/2005/8/layout/venn1"/>
    <dgm:cxn modelId="{BD4B03EA-FE77-42CC-9515-CF1D65AE0923}" type="presParOf" srcId="{2891A299-0EE6-4D72-9FEF-76D56986A4AA}" destId="{CBAE9CF4-3926-488F-8A8A-3972D5DC0159}" srcOrd="3" destOrd="0" presId="urn:microsoft.com/office/officeart/2005/8/layout/venn1"/>
    <dgm:cxn modelId="{251B8947-5468-4784-850D-E8769B03831C}" type="presParOf" srcId="{2891A299-0EE6-4D72-9FEF-76D56986A4AA}" destId="{1C25EF30-21AA-4CCD-BEA5-F618B45C1EBF}" srcOrd="4" destOrd="0" presId="urn:microsoft.com/office/officeart/2005/8/layout/venn1"/>
    <dgm:cxn modelId="{844F296B-D9B9-44F7-9709-15456F0581E0}" type="presParOf" srcId="{2891A299-0EE6-4D72-9FEF-76D56986A4AA}" destId="{93F4991F-F6B7-4741-8121-948C6458A62A}" srcOrd="5" destOrd="0" presId="urn:microsoft.com/office/officeart/2005/8/layout/venn1"/>
    <dgm:cxn modelId="{A1696650-8EE8-4D5D-9BFC-E56A75490942}" type="presParOf" srcId="{2891A299-0EE6-4D72-9FEF-76D56986A4AA}" destId="{EF933055-6407-48A8-9FE0-25B22C5663E4}" srcOrd="6" destOrd="0" presId="urn:microsoft.com/office/officeart/2005/8/layout/venn1"/>
    <dgm:cxn modelId="{F8F5B7A0-3214-4894-A94E-B2C558253B8F}" type="presParOf" srcId="{2891A299-0EE6-4D72-9FEF-76D56986A4AA}" destId="{48CC53EE-1157-4E78-93F6-9ED67902C2B8}" srcOrd="7" destOrd="0" presId="urn:microsoft.com/office/officeart/2005/8/layout/venn1"/>
    <dgm:cxn modelId="{C40796E2-E721-4377-90C9-F563276B85B9}" type="presParOf" srcId="{2891A299-0EE6-4D72-9FEF-76D56986A4AA}" destId="{AC8F678F-CDD0-4B4C-A8D8-4A621942DD59}" srcOrd="8" destOrd="0" presId="urn:microsoft.com/office/officeart/2005/8/layout/venn1"/>
    <dgm:cxn modelId="{C6A86484-5059-4281-8466-9F3FCCFE6A22}" type="presParOf" srcId="{2891A299-0EE6-4D72-9FEF-76D56986A4AA}" destId="{39E8DC41-9799-46E5-89F3-29CD965FF942}" srcOrd="9" destOrd="0" presId="urn:microsoft.com/office/officeart/2005/8/layout/venn1"/>
    <dgm:cxn modelId="{4AE9D4A6-431A-46B0-8503-8CB6F446E335}" type="presParOf" srcId="{2891A299-0EE6-4D72-9FEF-76D56986A4AA}" destId="{683BD06E-0C2B-41EA-992F-6C0B9E5789E8}" srcOrd="10" destOrd="0" presId="urn:microsoft.com/office/officeart/2005/8/layout/venn1"/>
    <dgm:cxn modelId="{A36E59B7-A829-40E4-8973-755B049BA9FB}" type="presParOf" srcId="{2891A299-0EE6-4D72-9FEF-76D56986A4AA}" destId="{12B535DB-2F11-4E14-9583-360186381DB0}" srcOrd="11" destOrd="0" presId="urn:microsoft.com/office/officeart/2005/8/layout/venn1"/>
    <dgm:cxn modelId="{EDA278CB-C419-4ECD-95B5-81403AE53458}" type="presParOf" srcId="{2891A299-0EE6-4D72-9FEF-76D56986A4AA}" destId="{C72C285F-2F98-4EB0-82B8-CDD686CAF625}" srcOrd="12" destOrd="0" presId="urn:microsoft.com/office/officeart/2005/8/layout/venn1"/>
    <dgm:cxn modelId="{0FBDD2ED-68E1-4EEF-B29D-7637193033B3}" type="presParOf" srcId="{2891A299-0EE6-4D72-9FEF-76D56986A4AA}" destId="{17580D0B-B658-4162-9F65-9C0424DF3163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579869CA-64CA-4419-8F1D-96585919732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5051BD-AF77-4820-998A-9DE0E4610FA5}">
      <dgm:prSet/>
      <dgm:spPr/>
      <dgm:t>
        <a:bodyPr/>
        <a:lstStyle/>
        <a:p>
          <a:r>
            <a:rPr lang="ru-RU" b="0" i="0"/>
            <a:t>Миколи Руденка.</a:t>
          </a:r>
          <a:endParaRPr lang="uk-UA"/>
        </a:p>
      </dgm:t>
    </dgm:pt>
    <dgm:pt modelId="{E3B404A3-9AC5-4690-8DF7-DA007A276314}" type="parTrans" cxnId="{D8CF5492-F2C5-4C5C-A5E8-71B77FF96D92}">
      <dgm:prSet/>
      <dgm:spPr/>
      <dgm:t>
        <a:bodyPr/>
        <a:lstStyle/>
        <a:p>
          <a:endParaRPr lang="uk-UA"/>
        </a:p>
      </dgm:t>
    </dgm:pt>
    <dgm:pt modelId="{828D46E1-30F4-408D-BF0D-8EB117747A28}" type="sibTrans" cxnId="{D8CF5492-F2C5-4C5C-A5E8-71B77FF96D92}">
      <dgm:prSet/>
      <dgm:spPr/>
      <dgm:t>
        <a:bodyPr/>
        <a:lstStyle/>
        <a:p>
          <a:endParaRPr lang="uk-UA"/>
        </a:p>
      </dgm:t>
    </dgm:pt>
    <dgm:pt modelId="{B5F840D4-68EC-4F68-8F3C-D7AB4A0F5414}">
      <dgm:prSet/>
      <dgm:spPr/>
      <dgm:t>
        <a:bodyPr/>
        <a:lstStyle/>
        <a:p>
          <a:r>
            <a:rPr lang="ru-RU" b="0" i="0"/>
            <a:t>В'ячеслава Чорновола.</a:t>
          </a:r>
          <a:endParaRPr lang="uk-UA"/>
        </a:p>
      </dgm:t>
    </dgm:pt>
    <dgm:pt modelId="{F5F13EE1-5918-4FDB-8B45-74112B6B173B}" type="parTrans" cxnId="{74E659E0-A4F1-4BC7-8E37-C72347B847C0}">
      <dgm:prSet/>
      <dgm:spPr/>
      <dgm:t>
        <a:bodyPr/>
        <a:lstStyle/>
        <a:p>
          <a:endParaRPr lang="uk-UA"/>
        </a:p>
      </dgm:t>
    </dgm:pt>
    <dgm:pt modelId="{31DB3521-D11B-4D09-8B87-C312235A201F}" type="sibTrans" cxnId="{74E659E0-A4F1-4BC7-8E37-C72347B847C0}">
      <dgm:prSet/>
      <dgm:spPr/>
      <dgm:t>
        <a:bodyPr/>
        <a:lstStyle/>
        <a:p>
          <a:endParaRPr lang="uk-UA"/>
        </a:p>
      </dgm:t>
    </dgm:pt>
    <dgm:pt modelId="{87A385BD-CC27-4FA9-98BE-26DF21810451}">
      <dgm:prSet/>
      <dgm:spPr/>
      <dgm:t>
        <a:bodyPr/>
        <a:lstStyle/>
        <a:p>
          <a:r>
            <a:rPr lang="ru-RU" b="0" i="0"/>
            <a:t>Володимира Щербицького.</a:t>
          </a:r>
          <a:endParaRPr lang="uk-UA"/>
        </a:p>
      </dgm:t>
    </dgm:pt>
    <dgm:pt modelId="{D095A766-9C64-4149-A3C6-D0FE87BB3E83}" type="parTrans" cxnId="{F4E74DCF-ADBE-49C2-9F82-E83147E61526}">
      <dgm:prSet/>
      <dgm:spPr/>
      <dgm:t>
        <a:bodyPr/>
        <a:lstStyle/>
        <a:p>
          <a:endParaRPr lang="uk-UA"/>
        </a:p>
      </dgm:t>
    </dgm:pt>
    <dgm:pt modelId="{9CBC4A90-53E1-474B-AA20-CA7CAF565717}" type="sibTrans" cxnId="{F4E74DCF-ADBE-49C2-9F82-E83147E61526}">
      <dgm:prSet/>
      <dgm:spPr/>
      <dgm:t>
        <a:bodyPr/>
        <a:lstStyle/>
        <a:p>
          <a:endParaRPr lang="uk-UA"/>
        </a:p>
      </dgm:t>
    </dgm:pt>
    <dgm:pt modelId="{D9C58EF7-6460-4382-B6D0-B66F9557995C}">
      <dgm:prSet/>
      <dgm:spPr/>
      <dgm:t>
        <a:bodyPr/>
        <a:lstStyle/>
        <a:p>
          <a:r>
            <a:rPr lang="ru-RU" b="0" i="0"/>
            <a:t>Петра Шелеста.</a:t>
          </a:r>
          <a:endParaRPr lang="uk-UA"/>
        </a:p>
      </dgm:t>
    </dgm:pt>
    <dgm:pt modelId="{585D490B-F2A3-4917-846E-752190168745}" type="parTrans" cxnId="{3DA48E2E-C2CC-4086-94FF-F37667A14DB6}">
      <dgm:prSet/>
      <dgm:spPr/>
      <dgm:t>
        <a:bodyPr/>
        <a:lstStyle/>
        <a:p>
          <a:endParaRPr lang="uk-UA"/>
        </a:p>
      </dgm:t>
    </dgm:pt>
    <dgm:pt modelId="{C52F9D02-5F22-4F04-B63C-E5220F8C6290}" type="sibTrans" cxnId="{3DA48E2E-C2CC-4086-94FF-F37667A14DB6}">
      <dgm:prSet/>
      <dgm:spPr/>
      <dgm:t>
        <a:bodyPr/>
        <a:lstStyle/>
        <a:p>
          <a:endParaRPr lang="uk-UA"/>
        </a:p>
      </dgm:t>
    </dgm:pt>
    <dgm:pt modelId="{2E0818CC-0B33-45C2-BA49-770942656769}" type="pres">
      <dgm:prSet presAssocID="{579869CA-64CA-4419-8F1D-965859197324}" presName="linearFlow" presStyleCnt="0">
        <dgm:presLayoutVars>
          <dgm:dir/>
          <dgm:resizeHandles val="exact"/>
        </dgm:presLayoutVars>
      </dgm:prSet>
      <dgm:spPr/>
    </dgm:pt>
    <dgm:pt modelId="{7CF87521-E4F6-481F-A19C-DC87EBC44A86}" type="pres">
      <dgm:prSet presAssocID="{F55051BD-AF77-4820-998A-9DE0E4610FA5}" presName="composite" presStyleCnt="0"/>
      <dgm:spPr/>
    </dgm:pt>
    <dgm:pt modelId="{6D354F88-2239-4A83-A6F0-5643A82FF0FF}" type="pres">
      <dgm:prSet presAssocID="{F55051BD-AF77-4820-998A-9DE0E4610FA5}" presName="imgShp" presStyleLbl="fgImgPlace1" presStyleIdx="0" presStyleCnt="4"/>
      <dgm:spPr/>
    </dgm:pt>
    <dgm:pt modelId="{7AC61533-F199-4B74-B4C7-62684A82905D}" type="pres">
      <dgm:prSet presAssocID="{F55051BD-AF77-4820-998A-9DE0E4610FA5}" presName="txShp" presStyleLbl="node1" presStyleIdx="0" presStyleCnt="4">
        <dgm:presLayoutVars>
          <dgm:bulletEnabled val="1"/>
        </dgm:presLayoutVars>
      </dgm:prSet>
      <dgm:spPr/>
    </dgm:pt>
    <dgm:pt modelId="{C7A578C3-44E5-4687-BC05-3385911F96CB}" type="pres">
      <dgm:prSet presAssocID="{828D46E1-30F4-408D-BF0D-8EB117747A28}" presName="spacing" presStyleCnt="0"/>
      <dgm:spPr/>
    </dgm:pt>
    <dgm:pt modelId="{464112A6-3FBF-44FD-A61A-F7DDBA9D2425}" type="pres">
      <dgm:prSet presAssocID="{B5F840D4-68EC-4F68-8F3C-D7AB4A0F5414}" presName="composite" presStyleCnt="0"/>
      <dgm:spPr/>
    </dgm:pt>
    <dgm:pt modelId="{8464446D-4C49-4B75-BE22-12495D33387E}" type="pres">
      <dgm:prSet presAssocID="{B5F840D4-68EC-4F68-8F3C-D7AB4A0F5414}" presName="imgShp" presStyleLbl="fgImgPlace1" presStyleIdx="1" presStyleCnt="4"/>
      <dgm:spPr/>
    </dgm:pt>
    <dgm:pt modelId="{A957E49F-36C1-4CFD-97CB-558AB661E4C4}" type="pres">
      <dgm:prSet presAssocID="{B5F840D4-68EC-4F68-8F3C-D7AB4A0F5414}" presName="txShp" presStyleLbl="node1" presStyleIdx="1" presStyleCnt="4">
        <dgm:presLayoutVars>
          <dgm:bulletEnabled val="1"/>
        </dgm:presLayoutVars>
      </dgm:prSet>
      <dgm:spPr/>
    </dgm:pt>
    <dgm:pt modelId="{1A606E20-07B7-48B9-AA69-E6B11EB24E98}" type="pres">
      <dgm:prSet presAssocID="{31DB3521-D11B-4D09-8B87-C312235A201F}" presName="spacing" presStyleCnt="0"/>
      <dgm:spPr/>
    </dgm:pt>
    <dgm:pt modelId="{DBAC67DA-5FF6-44D0-8390-3477B35043AB}" type="pres">
      <dgm:prSet presAssocID="{87A385BD-CC27-4FA9-98BE-26DF21810451}" presName="composite" presStyleCnt="0"/>
      <dgm:spPr/>
    </dgm:pt>
    <dgm:pt modelId="{89B857E2-090C-4E70-913B-12E0217EB74F}" type="pres">
      <dgm:prSet presAssocID="{87A385BD-CC27-4FA9-98BE-26DF21810451}" presName="imgShp" presStyleLbl="fgImgPlace1" presStyleIdx="2" presStyleCnt="4"/>
      <dgm:spPr/>
    </dgm:pt>
    <dgm:pt modelId="{9C97A938-D1CB-44FA-BBCB-CEE2ECA5F123}" type="pres">
      <dgm:prSet presAssocID="{87A385BD-CC27-4FA9-98BE-26DF21810451}" presName="txShp" presStyleLbl="node1" presStyleIdx="2" presStyleCnt="4">
        <dgm:presLayoutVars>
          <dgm:bulletEnabled val="1"/>
        </dgm:presLayoutVars>
      </dgm:prSet>
      <dgm:spPr/>
    </dgm:pt>
    <dgm:pt modelId="{C1252B2D-818E-4B21-A4BD-17C185230894}" type="pres">
      <dgm:prSet presAssocID="{9CBC4A90-53E1-474B-AA20-CA7CAF565717}" presName="spacing" presStyleCnt="0"/>
      <dgm:spPr/>
    </dgm:pt>
    <dgm:pt modelId="{51B1FBBF-3969-42FB-8219-496CBC39DB2F}" type="pres">
      <dgm:prSet presAssocID="{D9C58EF7-6460-4382-B6D0-B66F9557995C}" presName="composite" presStyleCnt="0"/>
      <dgm:spPr/>
    </dgm:pt>
    <dgm:pt modelId="{4202794D-08DE-4019-983D-4E68AF202EC5}" type="pres">
      <dgm:prSet presAssocID="{D9C58EF7-6460-4382-B6D0-B66F9557995C}" presName="imgShp" presStyleLbl="fgImgPlace1" presStyleIdx="3" presStyleCnt="4"/>
      <dgm:spPr/>
    </dgm:pt>
    <dgm:pt modelId="{0128EAD4-0B51-4156-9E97-AAB0CC22D11D}" type="pres">
      <dgm:prSet presAssocID="{D9C58EF7-6460-4382-B6D0-B66F9557995C}" presName="txShp" presStyleLbl="node1" presStyleIdx="3" presStyleCnt="4">
        <dgm:presLayoutVars>
          <dgm:bulletEnabled val="1"/>
        </dgm:presLayoutVars>
      </dgm:prSet>
      <dgm:spPr/>
    </dgm:pt>
  </dgm:ptLst>
  <dgm:cxnLst>
    <dgm:cxn modelId="{3DA48E2E-C2CC-4086-94FF-F37667A14DB6}" srcId="{579869CA-64CA-4419-8F1D-965859197324}" destId="{D9C58EF7-6460-4382-B6D0-B66F9557995C}" srcOrd="3" destOrd="0" parTransId="{585D490B-F2A3-4917-846E-752190168745}" sibTransId="{C52F9D02-5F22-4F04-B63C-E5220F8C6290}"/>
    <dgm:cxn modelId="{8ABA693C-B804-479A-9FF3-26EB0965687E}" type="presOf" srcId="{579869CA-64CA-4419-8F1D-965859197324}" destId="{2E0818CC-0B33-45C2-BA49-770942656769}" srcOrd="0" destOrd="0" presId="urn:microsoft.com/office/officeart/2005/8/layout/vList3"/>
    <dgm:cxn modelId="{0FE1AC57-E819-44BD-BEBC-5651141DF61F}" type="presOf" srcId="{87A385BD-CC27-4FA9-98BE-26DF21810451}" destId="{9C97A938-D1CB-44FA-BBCB-CEE2ECA5F123}" srcOrd="0" destOrd="0" presId="urn:microsoft.com/office/officeart/2005/8/layout/vList3"/>
    <dgm:cxn modelId="{D8CF5492-F2C5-4C5C-A5E8-71B77FF96D92}" srcId="{579869CA-64CA-4419-8F1D-965859197324}" destId="{F55051BD-AF77-4820-998A-9DE0E4610FA5}" srcOrd="0" destOrd="0" parTransId="{E3B404A3-9AC5-4690-8DF7-DA007A276314}" sibTransId="{828D46E1-30F4-408D-BF0D-8EB117747A28}"/>
    <dgm:cxn modelId="{D7A9A99A-386B-4C28-9C37-33AF53023051}" type="presOf" srcId="{B5F840D4-68EC-4F68-8F3C-D7AB4A0F5414}" destId="{A957E49F-36C1-4CFD-97CB-558AB661E4C4}" srcOrd="0" destOrd="0" presId="urn:microsoft.com/office/officeart/2005/8/layout/vList3"/>
    <dgm:cxn modelId="{F4E74DCF-ADBE-49C2-9F82-E83147E61526}" srcId="{579869CA-64CA-4419-8F1D-965859197324}" destId="{87A385BD-CC27-4FA9-98BE-26DF21810451}" srcOrd="2" destOrd="0" parTransId="{D095A766-9C64-4149-A3C6-D0FE87BB3E83}" sibTransId="{9CBC4A90-53E1-474B-AA20-CA7CAF565717}"/>
    <dgm:cxn modelId="{74E659E0-A4F1-4BC7-8E37-C72347B847C0}" srcId="{579869CA-64CA-4419-8F1D-965859197324}" destId="{B5F840D4-68EC-4F68-8F3C-D7AB4A0F5414}" srcOrd="1" destOrd="0" parTransId="{F5F13EE1-5918-4FDB-8B45-74112B6B173B}" sibTransId="{31DB3521-D11B-4D09-8B87-C312235A201F}"/>
    <dgm:cxn modelId="{BC5309EA-42F0-44C6-B0AA-26EDDE1177C3}" type="presOf" srcId="{F55051BD-AF77-4820-998A-9DE0E4610FA5}" destId="{7AC61533-F199-4B74-B4C7-62684A82905D}" srcOrd="0" destOrd="0" presId="urn:microsoft.com/office/officeart/2005/8/layout/vList3"/>
    <dgm:cxn modelId="{B89DC6F5-6F34-4417-9C72-9D88DF2CC914}" type="presOf" srcId="{D9C58EF7-6460-4382-B6D0-B66F9557995C}" destId="{0128EAD4-0B51-4156-9E97-AAB0CC22D11D}" srcOrd="0" destOrd="0" presId="urn:microsoft.com/office/officeart/2005/8/layout/vList3"/>
    <dgm:cxn modelId="{61D10033-A2AC-4AE9-84D1-8A657D3A9FE2}" type="presParOf" srcId="{2E0818CC-0B33-45C2-BA49-770942656769}" destId="{7CF87521-E4F6-481F-A19C-DC87EBC44A86}" srcOrd="0" destOrd="0" presId="urn:microsoft.com/office/officeart/2005/8/layout/vList3"/>
    <dgm:cxn modelId="{FD9086B2-340F-4408-BCCA-5B80F94617A8}" type="presParOf" srcId="{7CF87521-E4F6-481F-A19C-DC87EBC44A86}" destId="{6D354F88-2239-4A83-A6F0-5643A82FF0FF}" srcOrd="0" destOrd="0" presId="urn:microsoft.com/office/officeart/2005/8/layout/vList3"/>
    <dgm:cxn modelId="{42462448-960A-4386-9E74-56D06C56BBC0}" type="presParOf" srcId="{7CF87521-E4F6-481F-A19C-DC87EBC44A86}" destId="{7AC61533-F199-4B74-B4C7-62684A82905D}" srcOrd="1" destOrd="0" presId="urn:microsoft.com/office/officeart/2005/8/layout/vList3"/>
    <dgm:cxn modelId="{9E015F04-FC9F-4AA6-BC18-7CF8C6464DFB}" type="presParOf" srcId="{2E0818CC-0B33-45C2-BA49-770942656769}" destId="{C7A578C3-44E5-4687-BC05-3385911F96CB}" srcOrd="1" destOrd="0" presId="urn:microsoft.com/office/officeart/2005/8/layout/vList3"/>
    <dgm:cxn modelId="{FF6ED96A-1B25-48D6-8912-A7666581162F}" type="presParOf" srcId="{2E0818CC-0B33-45C2-BA49-770942656769}" destId="{464112A6-3FBF-44FD-A61A-F7DDBA9D2425}" srcOrd="2" destOrd="0" presId="urn:microsoft.com/office/officeart/2005/8/layout/vList3"/>
    <dgm:cxn modelId="{F21AC0B4-D450-4C52-8A2F-318D4241B5C5}" type="presParOf" srcId="{464112A6-3FBF-44FD-A61A-F7DDBA9D2425}" destId="{8464446D-4C49-4B75-BE22-12495D33387E}" srcOrd="0" destOrd="0" presId="urn:microsoft.com/office/officeart/2005/8/layout/vList3"/>
    <dgm:cxn modelId="{39A798B0-4003-44E3-AB7D-47A1F4A03462}" type="presParOf" srcId="{464112A6-3FBF-44FD-A61A-F7DDBA9D2425}" destId="{A957E49F-36C1-4CFD-97CB-558AB661E4C4}" srcOrd="1" destOrd="0" presId="urn:microsoft.com/office/officeart/2005/8/layout/vList3"/>
    <dgm:cxn modelId="{7E0C7A76-588A-47FE-8F4D-2818156241CF}" type="presParOf" srcId="{2E0818CC-0B33-45C2-BA49-770942656769}" destId="{1A606E20-07B7-48B9-AA69-E6B11EB24E98}" srcOrd="3" destOrd="0" presId="urn:microsoft.com/office/officeart/2005/8/layout/vList3"/>
    <dgm:cxn modelId="{55792792-3C1F-41B7-A4C3-C5B2CB6B1CC3}" type="presParOf" srcId="{2E0818CC-0B33-45C2-BA49-770942656769}" destId="{DBAC67DA-5FF6-44D0-8390-3477B35043AB}" srcOrd="4" destOrd="0" presId="urn:microsoft.com/office/officeart/2005/8/layout/vList3"/>
    <dgm:cxn modelId="{A2E7A4BB-0457-4B73-9400-EBBEDEA35891}" type="presParOf" srcId="{DBAC67DA-5FF6-44D0-8390-3477B35043AB}" destId="{89B857E2-090C-4E70-913B-12E0217EB74F}" srcOrd="0" destOrd="0" presId="urn:microsoft.com/office/officeart/2005/8/layout/vList3"/>
    <dgm:cxn modelId="{6A7FE6AB-B9DC-4651-B729-0EE0E78C4426}" type="presParOf" srcId="{DBAC67DA-5FF6-44D0-8390-3477B35043AB}" destId="{9C97A938-D1CB-44FA-BBCB-CEE2ECA5F123}" srcOrd="1" destOrd="0" presId="urn:microsoft.com/office/officeart/2005/8/layout/vList3"/>
    <dgm:cxn modelId="{0594FA59-EB26-4159-81E4-787D518D9C54}" type="presParOf" srcId="{2E0818CC-0B33-45C2-BA49-770942656769}" destId="{C1252B2D-818E-4B21-A4BD-17C185230894}" srcOrd="5" destOrd="0" presId="urn:microsoft.com/office/officeart/2005/8/layout/vList3"/>
    <dgm:cxn modelId="{F78CB3D0-7EF6-4C79-BBEF-AD3C7787A454}" type="presParOf" srcId="{2E0818CC-0B33-45C2-BA49-770942656769}" destId="{51B1FBBF-3969-42FB-8219-496CBC39DB2F}" srcOrd="6" destOrd="0" presId="urn:microsoft.com/office/officeart/2005/8/layout/vList3"/>
    <dgm:cxn modelId="{4F85A76E-9E04-4E7D-A949-1A8E1FDA6921}" type="presParOf" srcId="{51B1FBBF-3969-42FB-8219-496CBC39DB2F}" destId="{4202794D-08DE-4019-983D-4E68AF202EC5}" srcOrd="0" destOrd="0" presId="urn:microsoft.com/office/officeart/2005/8/layout/vList3"/>
    <dgm:cxn modelId="{434460D7-B5A5-4B6C-AB51-6A41A7CA3A23}" type="presParOf" srcId="{51B1FBBF-3969-42FB-8219-496CBC39DB2F}" destId="{0128EAD4-0B51-4156-9E97-AAB0CC22D11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2DD76528-5919-4A09-AA03-90590F342DE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F262ACE-E0E0-486E-A07C-0464E0EAD9FC}">
      <dgm:prSet/>
      <dgm:spPr/>
      <dgm:t>
        <a:bodyPr/>
        <a:lstStyle/>
        <a:p>
          <a:r>
            <a:rPr lang="uk-UA" b="0" i="0"/>
            <a:t>поет, автор збірок «Лебеді материнства», «Земне тяжіння», «самвидавської» сатири «Злодій», «Некролог кукурудзяному качанові»</a:t>
          </a:r>
          <a:endParaRPr lang="uk-UA"/>
        </a:p>
      </dgm:t>
    </dgm:pt>
    <dgm:pt modelId="{CB1085F6-B8AD-4882-B52D-E8AA4F51CC30}" type="parTrans" cxnId="{EEBADF4E-D209-4F9F-AE5D-1195C9EB1BDD}">
      <dgm:prSet/>
      <dgm:spPr/>
      <dgm:t>
        <a:bodyPr/>
        <a:lstStyle/>
        <a:p>
          <a:endParaRPr lang="uk-UA"/>
        </a:p>
      </dgm:t>
    </dgm:pt>
    <dgm:pt modelId="{B5DBD770-B54A-454D-BD47-D6FD4DD8681E}" type="sibTrans" cxnId="{EEBADF4E-D209-4F9F-AE5D-1195C9EB1BDD}">
      <dgm:prSet/>
      <dgm:spPr/>
      <dgm:t>
        <a:bodyPr/>
        <a:lstStyle/>
        <a:p>
          <a:endParaRPr lang="uk-UA"/>
        </a:p>
      </dgm:t>
    </dgm:pt>
    <dgm:pt modelId="{93BF63F7-F63F-4112-A6B3-35CF39231460}">
      <dgm:prSet/>
      <dgm:spPr/>
      <dgm:t>
        <a:bodyPr/>
        <a:lstStyle/>
        <a:p>
          <a:r>
            <a:rPr lang="uk-UA" b="0" i="0"/>
            <a:t>письменник, громадський діяч, автор трилогії «Прапороносці», романів «Тронка», «Собор», «Берег любові»</a:t>
          </a:r>
          <a:endParaRPr lang="uk-UA"/>
        </a:p>
      </dgm:t>
    </dgm:pt>
    <dgm:pt modelId="{B6618221-DEAD-46DF-8A9E-583C43B1865F}" type="parTrans" cxnId="{9F4FFBB6-3D9D-4B31-88A5-A5139A495951}">
      <dgm:prSet/>
      <dgm:spPr/>
      <dgm:t>
        <a:bodyPr/>
        <a:lstStyle/>
        <a:p>
          <a:endParaRPr lang="uk-UA"/>
        </a:p>
      </dgm:t>
    </dgm:pt>
    <dgm:pt modelId="{4588139B-53AE-4DDA-88AD-52F51043DA14}" type="sibTrans" cxnId="{9F4FFBB6-3D9D-4B31-88A5-A5139A495951}">
      <dgm:prSet/>
      <dgm:spPr/>
      <dgm:t>
        <a:bodyPr/>
        <a:lstStyle/>
        <a:p>
          <a:endParaRPr lang="uk-UA"/>
        </a:p>
      </dgm:t>
    </dgm:pt>
    <dgm:pt modelId="{EC34CFD9-6839-437C-97C1-1648942008CC}">
      <dgm:prSet/>
      <dgm:spPr/>
      <dgm:t>
        <a:bodyPr/>
        <a:lstStyle/>
        <a:p>
          <a:r>
            <a:rPr lang="uk-UA" b="0" i="0"/>
            <a:t>публіцист, автор «самвидавської» праці «Лихо з розуму»; головний редактор часопису «Український вісник»</a:t>
          </a:r>
          <a:endParaRPr lang="uk-UA"/>
        </a:p>
      </dgm:t>
    </dgm:pt>
    <dgm:pt modelId="{117CA9BA-5E6A-4709-AB56-9278CAD782CB}" type="parTrans" cxnId="{75472B10-AEAB-4144-9ABE-D9469BEDDB37}">
      <dgm:prSet/>
      <dgm:spPr/>
      <dgm:t>
        <a:bodyPr/>
        <a:lstStyle/>
        <a:p>
          <a:endParaRPr lang="uk-UA"/>
        </a:p>
      </dgm:t>
    </dgm:pt>
    <dgm:pt modelId="{F253F512-14A5-46BF-879F-6C1211E6D4BF}" type="sibTrans" cxnId="{75472B10-AEAB-4144-9ABE-D9469BEDDB37}">
      <dgm:prSet/>
      <dgm:spPr/>
      <dgm:t>
        <a:bodyPr/>
        <a:lstStyle/>
        <a:p>
          <a:endParaRPr lang="uk-UA"/>
        </a:p>
      </dgm:t>
    </dgm:pt>
    <dgm:pt modelId="{02766483-CC83-49C1-BDF1-A41DAF38D531}">
      <dgm:prSet/>
      <dgm:spPr/>
      <dgm:t>
        <a:bodyPr/>
        <a:lstStyle/>
        <a:p>
          <a:r>
            <a:rPr lang="uk-UA" b="0" i="0"/>
            <a:t>письменник, літературознавець, автор «самвидавської» праці «Інтернаціоналізм чи русифікація?»</a:t>
          </a:r>
          <a:endParaRPr lang="uk-UA"/>
        </a:p>
      </dgm:t>
    </dgm:pt>
    <dgm:pt modelId="{4A6F89C4-60F3-454C-816F-D595C6EB25D6}" type="parTrans" cxnId="{5B3642FF-DD4C-400F-8217-667C4D40529E}">
      <dgm:prSet/>
      <dgm:spPr/>
      <dgm:t>
        <a:bodyPr/>
        <a:lstStyle/>
        <a:p>
          <a:endParaRPr lang="uk-UA"/>
        </a:p>
      </dgm:t>
    </dgm:pt>
    <dgm:pt modelId="{9F572B6E-A170-4F4B-AC10-32852E82B38E}" type="sibTrans" cxnId="{5B3642FF-DD4C-400F-8217-667C4D40529E}">
      <dgm:prSet/>
      <dgm:spPr/>
      <dgm:t>
        <a:bodyPr/>
        <a:lstStyle/>
        <a:p>
          <a:endParaRPr lang="uk-UA"/>
        </a:p>
      </dgm:t>
    </dgm:pt>
    <dgm:pt modelId="{5884EDEA-2AE2-4843-A0D2-873EADCFC5D3}" type="pres">
      <dgm:prSet presAssocID="{2DD76528-5919-4A09-AA03-90590F342DE4}" presName="linear" presStyleCnt="0">
        <dgm:presLayoutVars>
          <dgm:animLvl val="lvl"/>
          <dgm:resizeHandles val="exact"/>
        </dgm:presLayoutVars>
      </dgm:prSet>
      <dgm:spPr/>
    </dgm:pt>
    <dgm:pt modelId="{35974F2F-1546-4E18-BD38-290D5B106A3C}" type="pres">
      <dgm:prSet presAssocID="{DF262ACE-E0E0-486E-A07C-0464E0EAD9F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BA7AD9B-CE7C-47B4-938D-3487DE6D1C56}" type="pres">
      <dgm:prSet presAssocID="{B5DBD770-B54A-454D-BD47-D6FD4DD8681E}" presName="spacer" presStyleCnt="0"/>
      <dgm:spPr/>
    </dgm:pt>
    <dgm:pt modelId="{8FD2BB2C-DA23-4424-898A-54E7124B2D38}" type="pres">
      <dgm:prSet presAssocID="{93BF63F7-F63F-4112-A6B3-35CF3923146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08CD1D1-B1A8-41F9-9422-7D9BFD7AE293}" type="pres">
      <dgm:prSet presAssocID="{4588139B-53AE-4DDA-88AD-52F51043DA14}" presName="spacer" presStyleCnt="0"/>
      <dgm:spPr/>
    </dgm:pt>
    <dgm:pt modelId="{CC645C0D-D041-4E3A-B363-0D15A3FABEAD}" type="pres">
      <dgm:prSet presAssocID="{EC34CFD9-6839-437C-97C1-1648942008C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0809C8D-D61A-4DDE-BEB9-E585932F029F}" type="pres">
      <dgm:prSet presAssocID="{F253F512-14A5-46BF-879F-6C1211E6D4BF}" presName="spacer" presStyleCnt="0"/>
      <dgm:spPr/>
    </dgm:pt>
    <dgm:pt modelId="{FBEB0518-CD1A-43D8-B1C1-FAC50CFACD8B}" type="pres">
      <dgm:prSet presAssocID="{02766483-CC83-49C1-BDF1-A41DAF38D53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5472B10-AEAB-4144-9ABE-D9469BEDDB37}" srcId="{2DD76528-5919-4A09-AA03-90590F342DE4}" destId="{EC34CFD9-6839-437C-97C1-1648942008CC}" srcOrd="2" destOrd="0" parTransId="{117CA9BA-5E6A-4709-AB56-9278CAD782CB}" sibTransId="{F253F512-14A5-46BF-879F-6C1211E6D4BF}"/>
    <dgm:cxn modelId="{4409B022-4A01-43E0-A4F4-2C808E7E0D82}" type="presOf" srcId="{EC34CFD9-6839-437C-97C1-1648942008CC}" destId="{CC645C0D-D041-4E3A-B363-0D15A3FABEAD}" srcOrd="0" destOrd="0" presId="urn:microsoft.com/office/officeart/2005/8/layout/vList2"/>
    <dgm:cxn modelId="{22BDA93D-C9F8-44B4-953B-33BE39E47967}" type="presOf" srcId="{2DD76528-5919-4A09-AA03-90590F342DE4}" destId="{5884EDEA-2AE2-4843-A0D2-873EADCFC5D3}" srcOrd="0" destOrd="0" presId="urn:microsoft.com/office/officeart/2005/8/layout/vList2"/>
    <dgm:cxn modelId="{9C18B744-DED8-452C-A06E-E9EF4DA5111B}" type="presOf" srcId="{02766483-CC83-49C1-BDF1-A41DAF38D531}" destId="{FBEB0518-CD1A-43D8-B1C1-FAC50CFACD8B}" srcOrd="0" destOrd="0" presId="urn:microsoft.com/office/officeart/2005/8/layout/vList2"/>
    <dgm:cxn modelId="{EEBADF4E-D209-4F9F-AE5D-1195C9EB1BDD}" srcId="{2DD76528-5919-4A09-AA03-90590F342DE4}" destId="{DF262ACE-E0E0-486E-A07C-0464E0EAD9FC}" srcOrd="0" destOrd="0" parTransId="{CB1085F6-B8AD-4882-B52D-E8AA4F51CC30}" sibTransId="{B5DBD770-B54A-454D-BD47-D6FD4DD8681E}"/>
    <dgm:cxn modelId="{9F4FFBB6-3D9D-4B31-88A5-A5139A495951}" srcId="{2DD76528-5919-4A09-AA03-90590F342DE4}" destId="{93BF63F7-F63F-4112-A6B3-35CF39231460}" srcOrd="1" destOrd="0" parTransId="{B6618221-DEAD-46DF-8A9E-583C43B1865F}" sibTransId="{4588139B-53AE-4DDA-88AD-52F51043DA14}"/>
    <dgm:cxn modelId="{9C47F5E9-FCC3-4AFE-9556-D615C154A4AE}" type="presOf" srcId="{DF262ACE-E0E0-486E-A07C-0464E0EAD9FC}" destId="{35974F2F-1546-4E18-BD38-290D5B106A3C}" srcOrd="0" destOrd="0" presId="urn:microsoft.com/office/officeart/2005/8/layout/vList2"/>
    <dgm:cxn modelId="{EC1D5FFF-C733-43F1-B8D5-53FC5D22CA4F}" type="presOf" srcId="{93BF63F7-F63F-4112-A6B3-35CF39231460}" destId="{8FD2BB2C-DA23-4424-898A-54E7124B2D38}" srcOrd="0" destOrd="0" presId="urn:microsoft.com/office/officeart/2005/8/layout/vList2"/>
    <dgm:cxn modelId="{5B3642FF-DD4C-400F-8217-667C4D40529E}" srcId="{2DD76528-5919-4A09-AA03-90590F342DE4}" destId="{02766483-CC83-49C1-BDF1-A41DAF38D531}" srcOrd="3" destOrd="0" parTransId="{4A6F89C4-60F3-454C-816F-D595C6EB25D6}" sibTransId="{9F572B6E-A170-4F4B-AC10-32852E82B38E}"/>
    <dgm:cxn modelId="{D54FC4B8-D836-45BC-B4BA-8D76466B3558}" type="presParOf" srcId="{5884EDEA-2AE2-4843-A0D2-873EADCFC5D3}" destId="{35974F2F-1546-4E18-BD38-290D5B106A3C}" srcOrd="0" destOrd="0" presId="urn:microsoft.com/office/officeart/2005/8/layout/vList2"/>
    <dgm:cxn modelId="{36FDAF08-DFC4-442F-8EF3-3A05EB8BF207}" type="presParOf" srcId="{5884EDEA-2AE2-4843-A0D2-873EADCFC5D3}" destId="{5BA7AD9B-CE7C-47B4-938D-3487DE6D1C56}" srcOrd="1" destOrd="0" presId="urn:microsoft.com/office/officeart/2005/8/layout/vList2"/>
    <dgm:cxn modelId="{F9BFFE7A-CFBF-47D4-8E32-D2F3B0673897}" type="presParOf" srcId="{5884EDEA-2AE2-4843-A0D2-873EADCFC5D3}" destId="{8FD2BB2C-DA23-4424-898A-54E7124B2D38}" srcOrd="2" destOrd="0" presId="urn:microsoft.com/office/officeart/2005/8/layout/vList2"/>
    <dgm:cxn modelId="{6AFE2414-65C7-4C6D-81AF-CD5F54E1611C}" type="presParOf" srcId="{5884EDEA-2AE2-4843-A0D2-873EADCFC5D3}" destId="{508CD1D1-B1A8-41F9-9422-7D9BFD7AE293}" srcOrd="3" destOrd="0" presId="urn:microsoft.com/office/officeart/2005/8/layout/vList2"/>
    <dgm:cxn modelId="{DB308F28-CE7E-4B9F-AB23-74863A9290A3}" type="presParOf" srcId="{5884EDEA-2AE2-4843-A0D2-873EADCFC5D3}" destId="{CC645C0D-D041-4E3A-B363-0D15A3FABEAD}" srcOrd="4" destOrd="0" presId="urn:microsoft.com/office/officeart/2005/8/layout/vList2"/>
    <dgm:cxn modelId="{DB53EE86-822B-4F6B-BDD5-E52C9D4C200D}" type="presParOf" srcId="{5884EDEA-2AE2-4843-A0D2-873EADCFC5D3}" destId="{00809C8D-D61A-4DDE-BEB9-E585932F029F}" srcOrd="5" destOrd="0" presId="urn:microsoft.com/office/officeart/2005/8/layout/vList2"/>
    <dgm:cxn modelId="{9E64BE7D-B6B1-4B8A-8C20-9D12BD3AFEA7}" type="presParOf" srcId="{5884EDEA-2AE2-4843-A0D2-873EADCFC5D3}" destId="{FBEB0518-CD1A-43D8-B1C1-FAC50CFACD8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4D9C861D-53F4-446C-8B35-2529CFED994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6B5CB53-7E46-49AD-9603-7BFB10CBFE62}">
      <dgm:prSet/>
      <dgm:spPr/>
      <dgm:t>
        <a:bodyPr/>
        <a:lstStyle/>
        <a:p>
          <a:r>
            <a:rPr lang="ru-RU" b="0" i="0"/>
            <a:t>Л. Костенко</a:t>
          </a:r>
          <a:endParaRPr lang="uk-UA"/>
        </a:p>
      </dgm:t>
    </dgm:pt>
    <dgm:pt modelId="{4DAEC21C-CF10-4643-903F-6AF1417D8C9D}" type="parTrans" cxnId="{E6F45752-F2CD-4459-96D6-513AEBC92A91}">
      <dgm:prSet/>
      <dgm:spPr/>
      <dgm:t>
        <a:bodyPr/>
        <a:lstStyle/>
        <a:p>
          <a:endParaRPr lang="uk-UA"/>
        </a:p>
      </dgm:t>
    </dgm:pt>
    <dgm:pt modelId="{FE93712B-B029-4497-9FC9-2468150385B7}" type="sibTrans" cxnId="{E6F45752-F2CD-4459-96D6-513AEBC92A91}">
      <dgm:prSet/>
      <dgm:spPr/>
      <dgm:t>
        <a:bodyPr/>
        <a:lstStyle/>
        <a:p>
          <a:endParaRPr lang="uk-UA"/>
        </a:p>
      </dgm:t>
    </dgm:pt>
    <dgm:pt modelId="{4ADC7788-63CE-410B-9EB4-C6E602748BCA}">
      <dgm:prSet/>
      <dgm:spPr/>
      <dgm:t>
        <a:bodyPr/>
        <a:lstStyle/>
        <a:p>
          <a:r>
            <a:rPr lang="ru-RU" b="0" i="0"/>
            <a:t>О.Антонов</a:t>
          </a:r>
          <a:endParaRPr lang="uk-UA"/>
        </a:p>
      </dgm:t>
    </dgm:pt>
    <dgm:pt modelId="{5D750425-F2CC-478B-A8BD-449BCE0F537A}" type="parTrans" cxnId="{5C6B0437-048B-4334-846C-FD17B90A3B8A}">
      <dgm:prSet/>
      <dgm:spPr/>
      <dgm:t>
        <a:bodyPr/>
        <a:lstStyle/>
        <a:p>
          <a:endParaRPr lang="uk-UA"/>
        </a:p>
      </dgm:t>
    </dgm:pt>
    <dgm:pt modelId="{97EBB3C9-245A-48C1-BD25-949FC8F49D74}" type="sibTrans" cxnId="{5C6B0437-048B-4334-846C-FD17B90A3B8A}">
      <dgm:prSet/>
      <dgm:spPr/>
      <dgm:t>
        <a:bodyPr/>
        <a:lstStyle/>
        <a:p>
          <a:endParaRPr lang="uk-UA"/>
        </a:p>
      </dgm:t>
    </dgm:pt>
    <dgm:pt modelId="{797FDA92-334E-434B-8030-39C2213937BB}">
      <dgm:prSet/>
      <dgm:spPr/>
      <dgm:t>
        <a:bodyPr/>
        <a:lstStyle/>
        <a:p>
          <a:r>
            <a:rPr lang="ru-RU" b="0" i="0"/>
            <a:t>Л. Биков</a:t>
          </a:r>
          <a:endParaRPr lang="uk-UA"/>
        </a:p>
      </dgm:t>
    </dgm:pt>
    <dgm:pt modelId="{348607F3-223C-41D0-9EB9-7BD6F547BEEE}" type="parTrans" cxnId="{1AC16332-8DA5-45F9-AC08-E7ED505B069E}">
      <dgm:prSet/>
      <dgm:spPr/>
      <dgm:t>
        <a:bodyPr/>
        <a:lstStyle/>
        <a:p>
          <a:endParaRPr lang="uk-UA"/>
        </a:p>
      </dgm:t>
    </dgm:pt>
    <dgm:pt modelId="{F1DEC9AE-2625-44BC-890E-37428A6D2AD2}" type="sibTrans" cxnId="{1AC16332-8DA5-45F9-AC08-E7ED505B069E}">
      <dgm:prSet/>
      <dgm:spPr/>
      <dgm:t>
        <a:bodyPr/>
        <a:lstStyle/>
        <a:p>
          <a:endParaRPr lang="uk-UA"/>
        </a:p>
      </dgm:t>
    </dgm:pt>
    <dgm:pt modelId="{4AADB057-54F9-4841-B58D-B65F27DE0628}">
      <dgm:prSet/>
      <dgm:spPr/>
      <dgm:t>
        <a:bodyPr/>
        <a:lstStyle/>
        <a:p>
          <a:r>
            <a:rPr lang="ru-RU" b="0" i="0"/>
            <a:t>А. Горська</a:t>
          </a:r>
          <a:endParaRPr lang="uk-UA"/>
        </a:p>
      </dgm:t>
    </dgm:pt>
    <dgm:pt modelId="{D24BCF84-4682-4A83-821F-674153C1D85E}" type="parTrans" cxnId="{8A1F1D60-6D01-4DB2-A67F-08A6CB948C91}">
      <dgm:prSet/>
      <dgm:spPr/>
      <dgm:t>
        <a:bodyPr/>
        <a:lstStyle/>
        <a:p>
          <a:endParaRPr lang="uk-UA"/>
        </a:p>
      </dgm:t>
    </dgm:pt>
    <dgm:pt modelId="{45FC3FD5-D3CE-4774-9045-7A95083417A7}" type="sibTrans" cxnId="{8A1F1D60-6D01-4DB2-A67F-08A6CB948C91}">
      <dgm:prSet/>
      <dgm:spPr/>
      <dgm:t>
        <a:bodyPr/>
        <a:lstStyle/>
        <a:p>
          <a:endParaRPr lang="uk-UA"/>
        </a:p>
      </dgm:t>
    </dgm:pt>
    <dgm:pt modelId="{7A9B4C09-BB20-47AC-B06E-81C3E27FF011}" type="pres">
      <dgm:prSet presAssocID="{4D9C861D-53F4-446C-8B35-2529CFED9944}" presName="Name0" presStyleCnt="0">
        <dgm:presLayoutVars>
          <dgm:chMax val="7"/>
          <dgm:chPref val="7"/>
          <dgm:dir/>
        </dgm:presLayoutVars>
      </dgm:prSet>
      <dgm:spPr/>
    </dgm:pt>
    <dgm:pt modelId="{72AFAA34-8D05-4672-9F3D-99F467F8E317}" type="pres">
      <dgm:prSet presAssocID="{4D9C861D-53F4-446C-8B35-2529CFED9944}" presName="Name1" presStyleCnt="0"/>
      <dgm:spPr/>
    </dgm:pt>
    <dgm:pt modelId="{45E95BB7-29C3-4A90-9937-C43DE135FFA9}" type="pres">
      <dgm:prSet presAssocID="{4D9C861D-53F4-446C-8B35-2529CFED9944}" presName="cycle" presStyleCnt="0"/>
      <dgm:spPr/>
    </dgm:pt>
    <dgm:pt modelId="{247AE271-5EFA-440F-A019-B74E94E3AA3C}" type="pres">
      <dgm:prSet presAssocID="{4D9C861D-53F4-446C-8B35-2529CFED9944}" presName="srcNode" presStyleLbl="node1" presStyleIdx="0" presStyleCnt="4"/>
      <dgm:spPr/>
    </dgm:pt>
    <dgm:pt modelId="{B9C372CF-1813-41A5-AC93-44ADFC06BDFE}" type="pres">
      <dgm:prSet presAssocID="{4D9C861D-53F4-446C-8B35-2529CFED9944}" presName="conn" presStyleLbl="parChTrans1D2" presStyleIdx="0" presStyleCnt="1"/>
      <dgm:spPr/>
    </dgm:pt>
    <dgm:pt modelId="{F8C5C465-0CDE-42E4-A81E-59D6EF8A56BA}" type="pres">
      <dgm:prSet presAssocID="{4D9C861D-53F4-446C-8B35-2529CFED9944}" presName="extraNode" presStyleLbl="node1" presStyleIdx="0" presStyleCnt="4"/>
      <dgm:spPr/>
    </dgm:pt>
    <dgm:pt modelId="{0B6E4FDC-CEA7-468D-8864-F1A21E857197}" type="pres">
      <dgm:prSet presAssocID="{4D9C861D-53F4-446C-8B35-2529CFED9944}" presName="dstNode" presStyleLbl="node1" presStyleIdx="0" presStyleCnt="4"/>
      <dgm:spPr/>
    </dgm:pt>
    <dgm:pt modelId="{35B96D22-AB10-4A3D-8EA3-03A752D2EF80}" type="pres">
      <dgm:prSet presAssocID="{56B5CB53-7E46-49AD-9603-7BFB10CBFE62}" presName="text_1" presStyleLbl="node1" presStyleIdx="0" presStyleCnt="4">
        <dgm:presLayoutVars>
          <dgm:bulletEnabled val="1"/>
        </dgm:presLayoutVars>
      </dgm:prSet>
      <dgm:spPr/>
    </dgm:pt>
    <dgm:pt modelId="{32FCB5B4-9B4D-4E1C-8B71-6BA3755CD9C6}" type="pres">
      <dgm:prSet presAssocID="{56B5CB53-7E46-49AD-9603-7BFB10CBFE62}" presName="accent_1" presStyleCnt="0"/>
      <dgm:spPr/>
    </dgm:pt>
    <dgm:pt modelId="{E8170CA9-F6EB-45BD-8DBA-081B29893985}" type="pres">
      <dgm:prSet presAssocID="{56B5CB53-7E46-49AD-9603-7BFB10CBFE62}" presName="accentRepeatNode" presStyleLbl="solidFgAcc1" presStyleIdx="0" presStyleCnt="4"/>
      <dgm:spPr/>
    </dgm:pt>
    <dgm:pt modelId="{C7F56188-881C-445B-94C3-6B2B5D3197FE}" type="pres">
      <dgm:prSet presAssocID="{4ADC7788-63CE-410B-9EB4-C6E602748BCA}" presName="text_2" presStyleLbl="node1" presStyleIdx="1" presStyleCnt="4">
        <dgm:presLayoutVars>
          <dgm:bulletEnabled val="1"/>
        </dgm:presLayoutVars>
      </dgm:prSet>
      <dgm:spPr/>
    </dgm:pt>
    <dgm:pt modelId="{C6949325-17A8-45FF-B445-61BD6E2913E8}" type="pres">
      <dgm:prSet presAssocID="{4ADC7788-63CE-410B-9EB4-C6E602748BCA}" presName="accent_2" presStyleCnt="0"/>
      <dgm:spPr/>
    </dgm:pt>
    <dgm:pt modelId="{0BC44CF1-A823-415C-99B7-5EF2EFE1A819}" type="pres">
      <dgm:prSet presAssocID="{4ADC7788-63CE-410B-9EB4-C6E602748BCA}" presName="accentRepeatNode" presStyleLbl="solidFgAcc1" presStyleIdx="1" presStyleCnt="4"/>
      <dgm:spPr/>
    </dgm:pt>
    <dgm:pt modelId="{68E70DA5-7870-451B-B12F-FFB4A238758D}" type="pres">
      <dgm:prSet presAssocID="{797FDA92-334E-434B-8030-39C2213937BB}" presName="text_3" presStyleLbl="node1" presStyleIdx="2" presStyleCnt="4">
        <dgm:presLayoutVars>
          <dgm:bulletEnabled val="1"/>
        </dgm:presLayoutVars>
      </dgm:prSet>
      <dgm:spPr/>
    </dgm:pt>
    <dgm:pt modelId="{BA9A8704-85FC-44B6-B620-1ADC328A1C78}" type="pres">
      <dgm:prSet presAssocID="{797FDA92-334E-434B-8030-39C2213937BB}" presName="accent_3" presStyleCnt="0"/>
      <dgm:spPr/>
    </dgm:pt>
    <dgm:pt modelId="{173661E3-C375-40AD-AC1B-59A671112FA6}" type="pres">
      <dgm:prSet presAssocID="{797FDA92-334E-434B-8030-39C2213937BB}" presName="accentRepeatNode" presStyleLbl="solidFgAcc1" presStyleIdx="2" presStyleCnt="4"/>
      <dgm:spPr/>
    </dgm:pt>
    <dgm:pt modelId="{1F31594D-941A-4DAB-ABD1-4F925F33861B}" type="pres">
      <dgm:prSet presAssocID="{4AADB057-54F9-4841-B58D-B65F27DE0628}" presName="text_4" presStyleLbl="node1" presStyleIdx="3" presStyleCnt="4">
        <dgm:presLayoutVars>
          <dgm:bulletEnabled val="1"/>
        </dgm:presLayoutVars>
      </dgm:prSet>
      <dgm:spPr/>
    </dgm:pt>
    <dgm:pt modelId="{D8E94D74-ABED-44DB-97B0-50C171F54F6D}" type="pres">
      <dgm:prSet presAssocID="{4AADB057-54F9-4841-B58D-B65F27DE0628}" presName="accent_4" presStyleCnt="0"/>
      <dgm:spPr/>
    </dgm:pt>
    <dgm:pt modelId="{086393A7-77E3-4769-AB1C-67F41A51B160}" type="pres">
      <dgm:prSet presAssocID="{4AADB057-54F9-4841-B58D-B65F27DE0628}" presName="accentRepeatNode" presStyleLbl="solidFgAcc1" presStyleIdx="3" presStyleCnt="4"/>
      <dgm:spPr/>
    </dgm:pt>
  </dgm:ptLst>
  <dgm:cxnLst>
    <dgm:cxn modelId="{24D0AD0C-8CB8-4210-B843-1B66199A1BB6}" type="presOf" srcId="{4ADC7788-63CE-410B-9EB4-C6E602748BCA}" destId="{C7F56188-881C-445B-94C3-6B2B5D3197FE}" srcOrd="0" destOrd="0" presId="urn:microsoft.com/office/officeart/2008/layout/VerticalCurvedList"/>
    <dgm:cxn modelId="{CE9B0F1D-A652-44E3-B06E-B9C1F299B87C}" type="presOf" srcId="{4AADB057-54F9-4841-B58D-B65F27DE0628}" destId="{1F31594D-941A-4DAB-ABD1-4F925F33861B}" srcOrd="0" destOrd="0" presId="urn:microsoft.com/office/officeart/2008/layout/VerticalCurvedList"/>
    <dgm:cxn modelId="{163B591E-F96B-4847-AC99-48C85AF8E2A0}" type="presOf" srcId="{FE93712B-B029-4497-9FC9-2468150385B7}" destId="{B9C372CF-1813-41A5-AC93-44ADFC06BDFE}" srcOrd="0" destOrd="0" presId="urn:microsoft.com/office/officeart/2008/layout/VerticalCurvedList"/>
    <dgm:cxn modelId="{1AC16332-8DA5-45F9-AC08-E7ED505B069E}" srcId="{4D9C861D-53F4-446C-8B35-2529CFED9944}" destId="{797FDA92-334E-434B-8030-39C2213937BB}" srcOrd="2" destOrd="0" parTransId="{348607F3-223C-41D0-9EB9-7BD6F547BEEE}" sibTransId="{F1DEC9AE-2625-44BC-890E-37428A6D2AD2}"/>
    <dgm:cxn modelId="{5C6B0437-048B-4334-846C-FD17B90A3B8A}" srcId="{4D9C861D-53F4-446C-8B35-2529CFED9944}" destId="{4ADC7788-63CE-410B-9EB4-C6E602748BCA}" srcOrd="1" destOrd="0" parTransId="{5D750425-F2CC-478B-A8BD-449BCE0F537A}" sibTransId="{97EBB3C9-245A-48C1-BD25-949FC8F49D74}"/>
    <dgm:cxn modelId="{8A1F1D60-6D01-4DB2-A67F-08A6CB948C91}" srcId="{4D9C861D-53F4-446C-8B35-2529CFED9944}" destId="{4AADB057-54F9-4841-B58D-B65F27DE0628}" srcOrd="3" destOrd="0" parTransId="{D24BCF84-4682-4A83-821F-674153C1D85E}" sibTransId="{45FC3FD5-D3CE-4774-9045-7A95083417A7}"/>
    <dgm:cxn modelId="{E6F45752-F2CD-4459-96D6-513AEBC92A91}" srcId="{4D9C861D-53F4-446C-8B35-2529CFED9944}" destId="{56B5CB53-7E46-49AD-9603-7BFB10CBFE62}" srcOrd="0" destOrd="0" parTransId="{4DAEC21C-CF10-4643-903F-6AF1417D8C9D}" sibTransId="{FE93712B-B029-4497-9FC9-2468150385B7}"/>
    <dgm:cxn modelId="{AC0E4C78-F49D-4477-9B7E-B126A5C749F9}" type="presOf" srcId="{4D9C861D-53F4-446C-8B35-2529CFED9944}" destId="{7A9B4C09-BB20-47AC-B06E-81C3E27FF011}" srcOrd="0" destOrd="0" presId="urn:microsoft.com/office/officeart/2008/layout/VerticalCurvedList"/>
    <dgm:cxn modelId="{77752F81-7ADA-4517-9397-DE346F1F1CD1}" type="presOf" srcId="{797FDA92-334E-434B-8030-39C2213937BB}" destId="{68E70DA5-7870-451B-B12F-FFB4A238758D}" srcOrd="0" destOrd="0" presId="urn:microsoft.com/office/officeart/2008/layout/VerticalCurvedList"/>
    <dgm:cxn modelId="{39FEF997-E670-44A6-AF60-6E52113D5FF3}" type="presOf" srcId="{56B5CB53-7E46-49AD-9603-7BFB10CBFE62}" destId="{35B96D22-AB10-4A3D-8EA3-03A752D2EF80}" srcOrd="0" destOrd="0" presId="urn:microsoft.com/office/officeart/2008/layout/VerticalCurvedList"/>
    <dgm:cxn modelId="{81F4A89E-C0B6-4815-A667-EF031AD16BBD}" type="presParOf" srcId="{7A9B4C09-BB20-47AC-B06E-81C3E27FF011}" destId="{72AFAA34-8D05-4672-9F3D-99F467F8E317}" srcOrd="0" destOrd="0" presId="urn:microsoft.com/office/officeart/2008/layout/VerticalCurvedList"/>
    <dgm:cxn modelId="{E4CE2085-E351-4FEB-8C0D-3FFF9DF7A076}" type="presParOf" srcId="{72AFAA34-8D05-4672-9F3D-99F467F8E317}" destId="{45E95BB7-29C3-4A90-9937-C43DE135FFA9}" srcOrd="0" destOrd="0" presId="urn:microsoft.com/office/officeart/2008/layout/VerticalCurvedList"/>
    <dgm:cxn modelId="{CC75EB63-0DF6-4E5F-9C4C-AB6FF08ABDC0}" type="presParOf" srcId="{45E95BB7-29C3-4A90-9937-C43DE135FFA9}" destId="{247AE271-5EFA-440F-A019-B74E94E3AA3C}" srcOrd="0" destOrd="0" presId="urn:microsoft.com/office/officeart/2008/layout/VerticalCurvedList"/>
    <dgm:cxn modelId="{AD5E1C86-E716-438C-BBF2-0251D3AC9A45}" type="presParOf" srcId="{45E95BB7-29C3-4A90-9937-C43DE135FFA9}" destId="{B9C372CF-1813-41A5-AC93-44ADFC06BDFE}" srcOrd="1" destOrd="0" presId="urn:microsoft.com/office/officeart/2008/layout/VerticalCurvedList"/>
    <dgm:cxn modelId="{5D8BCE3D-44F4-4764-B886-FF73E53F978B}" type="presParOf" srcId="{45E95BB7-29C3-4A90-9937-C43DE135FFA9}" destId="{F8C5C465-0CDE-42E4-A81E-59D6EF8A56BA}" srcOrd="2" destOrd="0" presId="urn:microsoft.com/office/officeart/2008/layout/VerticalCurvedList"/>
    <dgm:cxn modelId="{82E0C9F8-9E30-4D93-8F1A-B167D8ED4633}" type="presParOf" srcId="{45E95BB7-29C3-4A90-9937-C43DE135FFA9}" destId="{0B6E4FDC-CEA7-468D-8864-F1A21E857197}" srcOrd="3" destOrd="0" presId="urn:microsoft.com/office/officeart/2008/layout/VerticalCurvedList"/>
    <dgm:cxn modelId="{CB52EEA7-B60B-4C94-B8C0-D0FE5ED50F1A}" type="presParOf" srcId="{72AFAA34-8D05-4672-9F3D-99F467F8E317}" destId="{35B96D22-AB10-4A3D-8EA3-03A752D2EF80}" srcOrd="1" destOrd="0" presId="urn:microsoft.com/office/officeart/2008/layout/VerticalCurvedList"/>
    <dgm:cxn modelId="{44FF1CA6-1EEF-4385-A00F-11B68D17BA8E}" type="presParOf" srcId="{72AFAA34-8D05-4672-9F3D-99F467F8E317}" destId="{32FCB5B4-9B4D-4E1C-8B71-6BA3755CD9C6}" srcOrd="2" destOrd="0" presId="urn:microsoft.com/office/officeart/2008/layout/VerticalCurvedList"/>
    <dgm:cxn modelId="{04AECC8E-85EC-41B2-9B13-1B12A26510CD}" type="presParOf" srcId="{32FCB5B4-9B4D-4E1C-8B71-6BA3755CD9C6}" destId="{E8170CA9-F6EB-45BD-8DBA-081B29893985}" srcOrd="0" destOrd="0" presId="urn:microsoft.com/office/officeart/2008/layout/VerticalCurvedList"/>
    <dgm:cxn modelId="{B3644FE4-1FA7-47EB-8BE6-692D017B667B}" type="presParOf" srcId="{72AFAA34-8D05-4672-9F3D-99F467F8E317}" destId="{C7F56188-881C-445B-94C3-6B2B5D3197FE}" srcOrd="3" destOrd="0" presId="urn:microsoft.com/office/officeart/2008/layout/VerticalCurvedList"/>
    <dgm:cxn modelId="{37A3A40D-8CE8-4C52-9F48-A4CF6FD8EEC6}" type="presParOf" srcId="{72AFAA34-8D05-4672-9F3D-99F467F8E317}" destId="{C6949325-17A8-45FF-B445-61BD6E2913E8}" srcOrd="4" destOrd="0" presId="urn:microsoft.com/office/officeart/2008/layout/VerticalCurvedList"/>
    <dgm:cxn modelId="{A74D6930-181D-459C-8BBC-18D34BDA05B5}" type="presParOf" srcId="{C6949325-17A8-45FF-B445-61BD6E2913E8}" destId="{0BC44CF1-A823-415C-99B7-5EF2EFE1A819}" srcOrd="0" destOrd="0" presId="urn:microsoft.com/office/officeart/2008/layout/VerticalCurvedList"/>
    <dgm:cxn modelId="{DFA9D0F0-C530-418D-B72E-2F0BD6EAA622}" type="presParOf" srcId="{72AFAA34-8D05-4672-9F3D-99F467F8E317}" destId="{68E70DA5-7870-451B-B12F-FFB4A238758D}" srcOrd="5" destOrd="0" presId="urn:microsoft.com/office/officeart/2008/layout/VerticalCurvedList"/>
    <dgm:cxn modelId="{31A5CF98-C1BF-4E7F-A1FA-28F095349D55}" type="presParOf" srcId="{72AFAA34-8D05-4672-9F3D-99F467F8E317}" destId="{BA9A8704-85FC-44B6-B620-1ADC328A1C78}" srcOrd="6" destOrd="0" presId="urn:microsoft.com/office/officeart/2008/layout/VerticalCurvedList"/>
    <dgm:cxn modelId="{0640EAC9-B2B7-4EA5-A61B-22A7E5BDA98B}" type="presParOf" srcId="{BA9A8704-85FC-44B6-B620-1ADC328A1C78}" destId="{173661E3-C375-40AD-AC1B-59A671112FA6}" srcOrd="0" destOrd="0" presId="urn:microsoft.com/office/officeart/2008/layout/VerticalCurvedList"/>
    <dgm:cxn modelId="{C4EEDD75-02FB-4440-9D94-62B119E8C49A}" type="presParOf" srcId="{72AFAA34-8D05-4672-9F3D-99F467F8E317}" destId="{1F31594D-941A-4DAB-ABD1-4F925F33861B}" srcOrd="7" destOrd="0" presId="urn:microsoft.com/office/officeart/2008/layout/VerticalCurvedList"/>
    <dgm:cxn modelId="{875D2FB2-BA00-47F5-A93E-B1462E9D69C2}" type="presParOf" srcId="{72AFAA34-8D05-4672-9F3D-99F467F8E317}" destId="{D8E94D74-ABED-44DB-97B0-50C171F54F6D}" srcOrd="8" destOrd="0" presId="urn:microsoft.com/office/officeart/2008/layout/VerticalCurvedList"/>
    <dgm:cxn modelId="{AF222498-0981-4CAC-A4F2-283F160808E4}" type="presParOf" srcId="{D8E94D74-ABED-44DB-97B0-50C171F54F6D}" destId="{086393A7-77E3-4769-AB1C-67F41A51B16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AD97BBDE-6010-4F2E-8A82-4C4384285C4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621133F-6496-4FCF-9361-806B5BBE02A5}">
      <dgm:prSet/>
      <dgm:spPr/>
      <dgm:t>
        <a:bodyPr/>
        <a:lstStyle/>
        <a:p>
          <a:r>
            <a:rPr lang="ru-RU" b="0" i="0"/>
            <a:t>кіномистецтво</a:t>
          </a:r>
          <a:endParaRPr lang="uk-UA"/>
        </a:p>
      </dgm:t>
    </dgm:pt>
    <dgm:pt modelId="{C95F1DB1-6DB0-4F0C-BD5B-FB320539463B}" type="parTrans" cxnId="{E82EE13E-25BD-4002-9A11-62ECD83B0789}">
      <dgm:prSet/>
      <dgm:spPr/>
      <dgm:t>
        <a:bodyPr/>
        <a:lstStyle/>
        <a:p>
          <a:endParaRPr lang="uk-UA"/>
        </a:p>
      </dgm:t>
    </dgm:pt>
    <dgm:pt modelId="{1CBF8C64-9FB0-43F9-A5C0-5BFDD0D7DE52}" type="sibTrans" cxnId="{E82EE13E-25BD-4002-9A11-62ECD83B0789}">
      <dgm:prSet/>
      <dgm:spPr/>
      <dgm:t>
        <a:bodyPr/>
        <a:lstStyle/>
        <a:p>
          <a:endParaRPr lang="uk-UA"/>
        </a:p>
      </dgm:t>
    </dgm:pt>
    <dgm:pt modelId="{3D8EF01F-78C7-419F-B597-590113F62EA6}">
      <dgm:prSet/>
      <dgm:spPr/>
      <dgm:t>
        <a:bodyPr/>
        <a:lstStyle/>
        <a:p>
          <a:r>
            <a:rPr lang="ru-RU" b="0" i="0"/>
            <a:t>електрозварювання</a:t>
          </a:r>
          <a:endParaRPr lang="uk-UA"/>
        </a:p>
      </dgm:t>
    </dgm:pt>
    <dgm:pt modelId="{006C7787-B17F-42D7-8B33-B0B79F58FF4A}" type="parTrans" cxnId="{620ED7D7-140C-4E0F-A522-D1262F287C4F}">
      <dgm:prSet/>
      <dgm:spPr/>
      <dgm:t>
        <a:bodyPr/>
        <a:lstStyle/>
        <a:p>
          <a:endParaRPr lang="uk-UA"/>
        </a:p>
      </dgm:t>
    </dgm:pt>
    <dgm:pt modelId="{726073D7-B7E8-4D3E-BC84-14FDA4788870}" type="sibTrans" cxnId="{620ED7D7-140C-4E0F-A522-D1262F287C4F}">
      <dgm:prSet/>
      <dgm:spPr/>
      <dgm:t>
        <a:bodyPr/>
        <a:lstStyle/>
        <a:p>
          <a:endParaRPr lang="uk-UA"/>
        </a:p>
      </dgm:t>
    </dgm:pt>
    <dgm:pt modelId="{D1C1223D-4079-40DB-B5E3-335D690C3C73}">
      <dgm:prSet/>
      <dgm:spPr/>
      <dgm:t>
        <a:bodyPr/>
        <a:lstStyle/>
        <a:p>
          <a:r>
            <a:rPr lang="ru-RU" b="0" i="0"/>
            <a:t>поетичне мистецтво</a:t>
          </a:r>
          <a:endParaRPr lang="uk-UA"/>
        </a:p>
      </dgm:t>
    </dgm:pt>
    <dgm:pt modelId="{D5D08B9E-5FA6-417B-9F21-46B3BB87C97D}" type="parTrans" cxnId="{548F4CBE-F602-4D64-AB47-9E32742688B4}">
      <dgm:prSet/>
      <dgm:spPr/>
      <dgm:t>
        <a:bodyPr/>
        <a:lstStyle/>
        <a:p>
          <a:endParaRPr lang="uk-UA"/>
        </a:p>
      </dgm:t>
    </dgm:pt>
    <dgm:pt modelId="{CF815446-0C95-4765-98D7-FD53EBC46919}" type="sibTrans" cxnId="{548F4CBE-F602-4D64-AB47-9E32742688B4}">
      <dgm:prSet/>
      <dgm:spPr/>
      <dgm:t>
        <a:bodyPr/>
        <a:lstStyle/>
        <a:p>
          <a:endParaRPr lang="uk-UA"/>
        </a:p>
      </dgm:t>
    </dgm:pt>
    <dgm:pt modelId="{1C6DD3F2-9B13-4A58-9D0D-808E63AE851C}">
      <dgm:prSet/>
      <dgm:spPr/>
      <dgm:t>
        <a:bodyPr/>
        <a:lstStyle/>
        <a:p>
          <a:r>
            <a:rPr lang="ru-RU" b="0" i="0"/>
            <a:t>образотворче мистецтво</a:t>
          </a:r>
          <a:endParaRPr lang="uk-UA"/>
        </a:p>
      </dgm:t>
    </dgm:pt>
    <dgm:pt modelId="{B9E7C89B-5ECF-4A9B-8C0E-C9770D659152}" type="parTrans" cxnId="{30E9CB3F-E84F-484C-B632-2B223207E2EF}">
      <dgm:prSet/>
      <dgm:spPr/>
      <dgm:t>
        <a:bodyPr/>
        <a:lstStyle/>
        <a:p>
          <a:endParaRPr lang="uk-UA"/>
        </a:p>
      </dgm:t>
    </dgm:pt>
    <dgm:pt modelId="{080506BD-AAC0-4965-B52E-1E854BDFF504}" type="sibTrans" cxnId="{30E9CB3F-E84F-484C-B632-2B223207E2EF}">
      <dgm:prSet/>
      <dgm:spPr/>
      <dgm:t>
        <a:bodyPr/>
        <a:lstStyle/>
        <a:p>
          <a:endParaRPr lang="uk-UA"/>
        </a:p>
      </dgm:t>
    </dgm:pt>
    <dgm:pt modelId="{A01C720E-BD10-45A2-AB18-7B58F404052E}">
      <dgm:prSet/>
      <dgm:spPr/>
      <dgm:t>
        <a:bodyPr/>
        <a:lstStyle/>
        <a:p>
          <a:r>
            <a:rPr lang="ru-RU" b="0" i="0"/>
            <a:t>літакобудування</a:t>
          </a:r>
          <a:endParaRPr lang="uk-UA"/>
        </a:p>
      </dgm:t>
    </dgm:pt>
    <dgm:pt modelId="{E97208C8-8097-4491-86D2-CBB6B2278B13}" type="parTrans" cxnId="{DD80663F-29D9-49BA-804C-6E6F21C51750}">
      <dgm:prSet/>
      <dgm:spPr/>
      <dgm:t>
        <a:bodyPr/>
        <a:lstStyle/>
        <a:p>
          <a:endParaRPr lang="uk-UA"/>
        </a:p>
      </dgm:t>
    </dgm:pt>
    <dgm:pt modelId="{46D79745-2DC2-4999-9CFB-D790086562FC}" type="sibTrans" cxnId="{DD80663F-29D9-49BA-804C-6E6F21C51750}">
      <dgm:prSet/>
      <dgm:spPr/>
      <dgm:t>
        <a:bodyPr/>
        <a:lstStyle/>
        <a:p>
          <a:endParaRPr lang="uk-UA"/>
        </a:p>
      </dgm:t>
    </dgm:pt>
    <dgm:pt modelId="{05AEB27F-3230-4F5D-A2CE-F568E3545DB8}" type="pres">
      <dgm:prSet presAssocID="{AD97BBDE-6010-4F2E-8A82-4C4384285C4E}" presName="linear" presStyleCnt="0">
        <dgm:presLayoutVars>
          <dgm:animLvl val="lvl"/>
          <dgm:resizeHandles val="exact"/>
        </dgm:presLayoutVars>
      </dgm:prSet>
      <dgm:spPr/>
    </dgm:pt>
    <dgm:pt modelId="{5143057D-AE51-4EF8-A6B8-FE08B0CF3E16}" type="pres">
      <dgm:prSet presAssocID="{4621133F-6496-4FCF-9361-806B5BBE02A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6A23A11-B8B5-4A68-8180-DC1A902F3ED9}" type="pres">
      <dgm:prSet presAssocID="{1CBF8C64-9FB0-43F9-A5C0-5BFDD0D7DE52}" presName="spacer" presStyleCnt="0"/>
      <dgm:spPr/>
    </dgm:pt>
    <dgm:pt modelId="{523EFA8A-DE06-404F-9107-1FCEDAD33187}" type="pres">
      <dgm:prSet presAssocID="{3D8EF01F-78C7-419F-B597-590113F62EA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C285175-5804-4EBA-BADE-A226EEE25D36}" type="pres">
      <dgm:prSet presAssocID="{726073D7-B7E8-4D3E-BC84-14FDA4788870}" presName="spacer" presStyleCnt="0"/>
      <dgm:spPr/>
    </dgm:pt>
    <dgm:pt modelId="{B0DE183E-5DDF-4F7B-A4C2-73876D79FF1F}" type="pres">
      <dgm:prSet presAssocID="{D1C1223D-4079-40DB-B5E3-335D690C3C7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A46D8B5-B4E5-4069-B66C-0E04B16C3708}" type="pres">
      <dgm:prSet presAssocID="{CF815446-0C95-4765-98D7-FD53EBC46919}" presName="spacer" presStyleCnt="0"/>
      <dgm:spPr/>
    </dgm:pt>
    <dgm:pt modelId="{0039E16F-EDD9-490E-9154-BC7578AC8FB2}" type="pres">
      <dgm:prSet presAssocID="{1C6DD3F2-9B13-4A58-9D0D-808E63AE851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93163FE-7217-496B-ACE7-AEA48C4A68BE}" type="pres">
      <dgm:prSet presAssocID="{080506BD-AAC0-4965-B52E-1E854BDFF504}" presName="spacer" presStyleCnt="0"/>
      <dgm:spPr/>
    </dgm:pt>
    <dgm:pt modelId="{FDB7B3A0-C215-4E60-BC4F-1713412FE358}" type="pres">
      <dgm:prSet presAssocID="{A01C720E-BD10-45A2-AB18-7B58F404052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0C2D916-97DF-4C9D-BF0D-23821E8E7C52}" type="presOf" srcId="{4621133F-6496-4FCF-9361-806B5BBE02A5}" destId="{5143057D-AE51-4EF8-A6B8-FE08B0CF3E16}" srcOrd="0" destOrd="0" presId="urn:microsoft.com/office/officeart/2005/8/layout/vList2"/>
    <dgm:cxn modelId="{E82EE13E-25BD-4002-9A11-62ECD83B0789}" srcId="{AD97BBDE-6010-4F2E-8A82-4C4384285C4E}" destId="{4621133F-6496-4FCF-9361-806B5BBE02A5}" srcOrd="0" destOrd="0" parTransId="{C95F1DB1-6DB0-4F0C-BD5B-FB320539463B}" sibTransId="{1CBF8C64-9FB0-43F9-A5C0-5BFDD0D7DE52}"/>
    <dgm:cxn modelId="{DD80663F-29D9-49BA-804C-6E6F21C51750}" srcId="{AD97BBDE-6010-4F2E-8A82-4C4384285C4E}" destId="{A01C720E-BD10-45A2-AB18-7B58F404052E}" srcOrd="4" destOrd="0" parTransId="{E97208C8-8097-4491-86D2-CBB6B2278B13}" sibTransId="{46D79745-2DC2-4999-9CFB-D790086562FC}"/>
    <dgm:cxn modelId="{30E9CB3F-E84F-484C-B632-2B223207E2EF}" srcId="{AD97BBDE-6010-4F2E-8A82-4C4384285C4E}" destId="{1C6DD3F2-9B13-4A58-9D0D-808E63AE851C}" srcOrd="3" destOrd="0" parTransId="{B9E7C89B-5ECF-4A9B-8C0E-C9770D659152}" sibTransId="{080506BD-AAC0-4965-B52E-1E854BDFF504}"/>
    <dgm:cxn modelId="{6173F740-9335-42C7-AB25-1B287DCAEFAA}" type="presOf" srcId="{1C6DD3F2-9B13-4A58-9D0D-808E63AE851C}" destId="{0039E16F-EDD9-490E-9154-BC7578AC8FB2}" srcOrd="0" destOrd="0" presId="urn:microsoft.com/office/officeart/2005/8/layout/vList2"/>
    <dgm:cxn modelId="{E1CC3A7A-06FB-48D8-8907-4532C09FB6E9}" type="presOf" srcId="{D1C1223D-4079-40DB-B5E3-335D690C3C73}" destId="{B0DE183E-5DDF-4F7B-A4C2-73876D79FF1F}" srcOrd="0" destOrd="0" presId="urn:microsoft.com/office/officeart/2005/8/layout/vList2"/>
    <dgm:cxn modelId="{0B40F2A3-C595-4E4C-91E6-56E097EA091C}" type="presOf" srcId="{A01C720E-BD10-45A2-AB18-7B58F404052E}" destId="{FDB7B3A0-C215-4E60-BC4F-1713412FE358}" srcOrd="0" destOrd="0" presId="urn:microsoft.com/office/officeart/2005/8/layout/vList2"/>
    <dgm:cxn modelId="{859A51AE-9685-4E07-846B-36ECBB3A9CD3}" type="presOf" srcId="{3D8EF01F-78C7-419F-B597-590113F62EA6}" destId="{523EFA8A-DE06-404F-9107-1FCEDAD33187}" srcOrd="0" destOrd="0" presId="urn:microsoft.com/office/officeart/2005/8/layout/vList2"/>
    <dgm:cxn modelId="{548F4CBE-F602-4D64-AB47-9E32742688B4}" srcId="{AD97BBDE-6010-4F2E-8A82-4C4384285C4E}" destId="{D1C1223D-4079-40DB-B5E3-335D690C3C73}" srcOrd="2" destOrd="0" parTransId="{D5D08B9E-5FA6-417B-9F21-46B3BB87C97D}" sibTransId="{CF815446-0C95-4765-98D7-FD53EBC46919}"/>
    <dgm:cxn modelId="{620ED7D7-140C-4E0F-A522-D1262F287C4F}" srcId="{AD97BBDE-6010-4F2E-8A82-4C4384285C4E}" destId="{3D8EF01F-78C7-419F-B597-590113F62EA6}" srcOrd="1" destOrd="0" parTransId="{006C7787-B17F-42D7-8B33-B0B79F58FF4A}" sibTransId="{726073D7-B7E8-4D3E-BC84-14FDA4788870}"/>
    <dgm:cxn modelId="{56F86DFA-49F3-40C5-9E2D-7DA38433F256}" type="presOf" srcId="{AD97BBDE-6010-4F2E-8A82-4C4384285C4E}" destId="{05AEB27F-3230-4F5D-A2CE-F568E3545DB8}" srcOrd="0" destOrd="0" presId="urn:microsoft.com/office/officeart/2005/8/layout/vList2"/>
    <dgm:cxn modelId="{E7D73412-EA6F-4C56-A25D-98C0609374E9}" type="presParOf" srcId="{05AEB27F-3230-4F5D-A2CE-F568E3545DB8}" destId="{5143057D-AE51-4EF8-A6B8-FE08B0CF3E16}" srcOrd="0" destOrd="0" presId="urn:microsoft.com/office/officeart/2005/8/layout/vList2"/>
    <dgm:cxn modelId="{5E3A6B01-B86A-4C68-BA9E-4C7C1FDA2283}" type="presParOf" srcId="{05AEB27F-3230-4F5D-A2CE-F568E3545DB8}" destId="{C6A23A11-B8B5-4A68-8180-DC1A902F3ED9}" srcOrd="1" destOrd="0" presId="urn:microsoft.com/office/officeart/2005/8/layout/vList2"/>
    <dgm:cxn modelId="{5513388F-FE1E-4EDB-8075-297B03D9F188}" type="presParOf" srcId="{05AEB27F-3230-4F5D-A2CE-F568E3545DB8}" destId="{523EFA8A-DE06-404F-9107-1FCEDAD33187}" srcOrd="2" destOrd="0" presId="urn:microsoft.com/office/officeart/2005/8/layout/vList2"/>
    <dgm:cxn modelId="{849D3281-6353-43EC-962C-7EC6225CD21C}" type="presParOf" srcId="{05AEB27F-3230-4F5D-A2CE-F568E3545DB8}" destId="{3C285175-5804-4EBA-BADE-A226EEE25D36}" srcOrd="3" destOrd="0" presId="urn:microsoft.com/office/officeart/2005/8/layout/vList2"/>
    <dgm:cxn modelId="{2FC98AF5-EC1A-4297-851A-628668307E91}" type="presParOf" srcId="{05AEB27F-3230-4F5D-A2CE-F568E3545DB8}" destId="{B0DE183E-5DDF-4F7B-A4C2-73876D79FF1F}" srcOrd="4" destOrd="0" presId="urn:microsoft.com/office/officeart/2005/8/layout/vList2"/>
    <dgm:cxn modelId="{D0ACC56A-A15B-4E08-AF8C-244E3E0C78DF}" type="presParOf" srcId="{05AEB27F-3230-4F5D-A2CE-F568E3545DB8}" destId="{4A46D8B5-B4E5-4069-B66C-0E04B16C3708}" srcOrd="5" destOrd="0" presId="urn:microsoft.com/office/officeart/2005/8/layout/vList2"/>
    <dgm:cxn modelId="{F3D9CF65-C5AA-4AE2-8B19-4F8F0B50E742}" type="presParOf" srcId="{05AEB27F-3230-4F5D-A2CE-F568E3545DB8}" destId="{0039E16F-EDD9-490E-9154-BC7578AC8FB2}" srcOrd="6" destOrd="0" presId="urn:microsoft.com/office/officeart/2005/8/layout/vList2"/>
    <dgm:cxn modelId="{21D9E4A1-952E-4644-9912-FE43EEF7D933}" type="presParOf" srcId="{05AEB27F-3230-4F5D-A2CE-F568E3545DB8}" destId="{293163FE-7217-496B-ACE7-AEA48C4A68BE}" srcOrd="7" destOrd="0" presId="urn:microsoft.com/office/officeart/2005/8/layout/vList2"/>
    <dgm:cxn modelId="{A7CA353D-04ED-40A4-8F0B-D130875F18A7}" type="presParOf" srcId="{05AEB27F-3230-4F5D-A2CE-F568E3545DB8}" destId="{FDB7B3A0-C215-4E60-BC4F-1713412FE35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6845FED0-19B0-4811-9ACC-A51F1A2223E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8CE64D2-8080-4DC7-9F86-B83C3DD652C1}">
      <dgm:prSet/>
      <dgm:spPr/>
      <dgm:t>
        <a:bodyPr/>
        <a:lstStyle/>
        <a:p>
          <a:r>
            <a:rPr lang="ru-RU" b="0" i="0"/>
            <a:t>О. Гончар</a:t>
          </a:r>
          <a:endParaRPr lang="uk-UA"/>
        </a:p>
      </dgm:t>
    </dgm:pt>
    <dgm:pt modelId="{8347454E-EEBA-4CA4-9DE8-7E57F1E6E9C1}" type="parTrans" cxnId="{9B217FDC-88CE-42F8-8E38-967828D52BD6}">
      <dgm:prSet/>
      <dgm:spPr/>
      <dgm:t>
        <a:bodyPr/>
        <a:lstStyle/>
        <a:p>
          <a:endParaRPr lang="uk-UA"/>
        </a:p>
      </dgm:t>
    </dgm:pt>
    <dgm:pt modelId="{B9A14A99-DCA2-4E8C-911C-64BEEDF40217}" type="sibTrans" cxnId="{9B217FDC-88CE-42F8-8E38-967828D52BD6}">
      <dgm:prSet/>
      <dgm:spPr/>
      <dgm:t>
        <a:bodyPr/>
        <a:lstStyle/>
        <a:p>
          <a:endParaRPr lang="uk-UA"/>
        </a:p>
      </dgm:t>
    </dgm:pt>
    <dgm:pt modelId="{981FDE28-45DE-4C14-ADAA-5758CD839EF3}">
      <dgm:prSet/>
      <dgm:spPr/>
      <dgm:t>
        <a:bodyPr/>
        <a:lstStyle/>
        <a:p>
          <a:r>
            <a:rPr lang="ru-RU" b="0" i="0"/>
            <a:t>О. Антонов</a:t>
          </a:r>
          <a:endParaRPr lang="uk-UA"/>
        </a:p>
      </dgm:t>
    </dgm:pt>
    <dgm:pt modelId="{86A8CD94-BCED-4358-A2DE-7F5A5DD853BD}" type="parTrans" cxnId="{7E7316EB-9096-48EE-A6D5-A509AB28D51B}">
      <dgm:prSet/>
      <dgm:spPr/>
      <dgm:t>
        <a:bodyPr/>
        <a:lstStyle/>
        <a:p>
          <a:endParaRPr lang="uk-UA"/>
        </a:p>
      </dgm:t>
    </dgm:pt>
    <dgm:pt modelId="{32F75FAE-F954-4B4A-840F-103F084F73A9}" type="sibTrans" cxnId="{7E7316EB-9096-48EE-A6D5-A509AB28D51B}">
      <dgm:prSet/>
      <dgm:spPr/>
      <dgm:t>
        <a:bodyPr/>
        <a:lstStyle/>
        <a:p>
          <a:endParaRPr lang="uk-UA"/>
        </a:p>
      </dgm:t>
    </dgm:pt>
    <dgm:pt modelId="{DA4AA637-5BC9-49D4-9AB4-8C2AB494ED23}">
      <dgm:prSet/>
      <dgm:spPr/>
      <dgm:t>
        <a:bodyPr/>
        <a:lstStyle/>
        <a:p>
          <a:r>
            <a:rPr lang="ru-RU" b="0" i="0"/>
            <a:t>Л. Лук’яненко</a:t>
          </a:r>
          <a:endParaRPr lang="uk-UA"/>
        </a:p>
      </dgm:t>
    </dgm:pt>
    <dgm:pt modelId="{5E8821A8-C14C-40E3-8219-6A9147AFB913}" type="parTrans" cxnId="{AF53DA5A-4237-4411-9D50-E768A91AF1CE}">
      <dgm:prSet/>
      <dgm:spPr/>
      <dgm:t>
        <a:bodyPr/>
        <a:lstStyle/>
        <a:p>
          <a:endParaRPr lang="uk-UA"/>
        </a:p>
      </dgm:t>
    </dgm:pt>
    <dgm:pt modelId="{61AD3F85-3E61-4BFD-B0D0-735740948A2D}" type="sibTrans" cxnId="{AF53DA5A-4237-4411-9D50-E768A91AF1CE}">
      <dgm:prSet/>
      <dgm:spPr/>
      <dgm:t>
        <a:bodyPr/>
        <a:lstStyle/>
        <a:p>
          <a:endParaRPr lang="uk-UA"/>
        </a:p>
      </dgm:t>
    </dgm:pt>
    <dgm:pt modelId="{C54A0F1E-B6CA-4150-9ABC-5E9DD7239FB9}">
      <dgm:prSet/>
      <dgm:spPr/>
      <dgm:t>
        <a:bodyPr/>
        <a:lstStyle/>
        <a:p>
          <a:r>
            <a:rPr lang="ru-RU" b="0" i="0"/>
            <a:t>І. Миколайчук</a:t>
          </a:r>
          <a:endParaRPr lang="uk-UA"/>
        </a:p>
      </dgm:t>
    </dgm:pt>
    <dgm:pt modelId="{541E1C8B-3252-4E06-910B-F5A49A718C50}" type="parTrans" cxnId="{EA95F1D3-8F79-4B33-92F9-F24231B2A089}">
      <dgm:prSet/>
      <dgm:spPr/>
      <dgm:t>
        <a:bodyPr/>
        <a:lstStyle/>
        <a:p>
          <a:endParaRPr lang="uk-UA"/>
        </a:p>
      </dgm:t>
    </dgm:pt>
    <dgm:pt modelId="{EB080D6C-4BF0-459D-A02A-4F2AC5BD8898}" type="sibTrans" cxnId="{EA95F1D3-8F79-4B33-92F9-F24231B2A089}">
      <dgm:prSet/>
      <dgm:spPr/>
      <dgm:t>
        <a:bodyPr/>
        <a:lstStyle/>
        <a:p>
          <a:endParaRPr lang="uk-UA"/>
        </a:p>
      </dgm:t>
    </dgm:pt>
    <dgm:pt modelId="{64B9FD30-F0A0-4643-95D6-7D7400C192C1}" type="pres">
      <dgm:prSet presAssocID="{6845FED0-19B0-4811-9ACC-A51F1A2223EE}" presName="linearFlow" presStyleCnt="0">
        <dgm:presLayoutVars>
          <dgm:dir/>
          <dgm:resizeHandles val="exact"/>
        </dgm:presLayoutVars>
      </dgm:prSet>
      <dgm:spPr/>
    </dgm:pt>
    <dgm:pt modelId="{488FBF13-2DF6-406C-93FC-0F848C09DFC4}" type="pres">
      <dgm:prSet presAssocID="{F8CE64D2-8080-4DC7-9F86-B83C3DD652C1}" presName="composite" presStyleCnt="0"/>
      <dgm:spPr/>
    </dgm:pt>
    <dgm:pt modelId="{47EE87C5-22D9-4AA5-AB0F-38D9F2A88B15}" type="pres">
      <dgm:prSet presAssocID="{F8CE64D2-8080-4DC7-9F86-B83C3DD652C1}" presName="imgShp" presStyleLbl="fgImgPlace1" presStyleIdx="0" presStyleCnt="4"/>
      <dgm:spPr/>
    </dgm:pt>
    <dgm:pt modelId="{F622AF32-0403-4331-B2BF-07395B29662D}" type="pres">
      <dgm:prSet presAssocID="{F8CE64D2-8080-4DC7-9F86-B83C3DD652C1}" presName="txShp" presStyleLbl="node1" presStyleIdx="0" presStyleCnt="4">
        <dgm:presLayoutVars>
          <dgm:bulletEnabled val="1"/>
        </dgm:presLayoutVars>
      </dgm:prSet>
      <dgm:spPr/>
    </dgm:pt>
    <dgm:pt modelId="{63516293-D201-443E-884F-89A489E1D174}" type="pres">
      <dgm:prSet presAssocID="{B9A14A99-DCA2-4E8C-911C-64BEEDF40217}" presName="spacing" presStyleCnt="0"/>
      <dgm:spPr/>
    </dgm:pt>
    <dgm:pt modelId="{DE9F34CC-12A7-43AF-90D0-2B7E14001182}" type="pres">
      <dgm:prSet presAssocID="{981FDE28-45DE-4C14-ADAA-5758CD839EF3}" presName="composite" presStyleCnt="0"/>
      <dgm:spPr/>
    </dgm:pt>
    <dgm:pt modelId="{90D21E47-83E2-43E0-BE0A-5FBB085A9EDC}" type="pres">
      <dgm:prSet presAssocID="{981FDE28-45DE-4C14-ADAA-5758CD839EF3}" presName="imgShp" presStyleLbl="fgImgPlace1" presStyleIdx="1" presStyleCnt="4"/>
      <dgm:spPr/>
    </dgm:pt>
    <dgm:pt modelId="{9EA2F626-3E01-4953-8F17-3A9D863BE6CB}" type="pres">
      <dgm:prSet presAssocID="{981FDE28-45DE-4C14-ADAA-5758CD839EF3}" presName="txShp" presStyleLbl="node1" presStyleIdx="1" presStyleCnt="4">
        <dgm:presLayoutVars>
          <dgm:bulletEnabled val="1"/>
        </dgm:presLayoutVars>
      </dgm:prSet>
      <dgm:spPr/>
    </dgm:pt>
    <dgm:pt modelId="{3D6CF2AE-BD0D-4C11-B1F6-A59C47D40624}" type="pres">
      <dgm:prSet presAssocID="{32F75FAE-F954-4B4A-840F-103F084F73A9}" presName="spacing" presStyleCnt="0"/>
      <dgm:spPr/>
    </dgm:pt>
    <dgm:pt modelId="{F78C2BBE-B405-41A3-98B2-EEFE37BF26FB}" type="pres">
      <dgm:prSet presAssocID="{DA4AA637-5BC9-49D4-9AB4-8C2AB494ED23}" presName="composite" presStyleCnt="0"/>
      <dgm:spPr/>
    </dgm:pt>
    <dgm:pt modelId="{897E3267-D605-4C08-B3B4-B7033E037FA6}" type="pres">
      <dgm:prSet presAssocID="{DA4AA637-5BC9-49D4-9AB4-8C2AB494ED23}" presName="imgShp" presStyleLbl="fgImgPlace1" presStyleIdx="2" presStyleCnt="4"/>
      <dgm:spPr/>
    </dgm:pt>
    <dgm:pt modelId="{8FE8C57E-A9B0-4E1E-87B6-4F1A94406132}" type="pres">
      <dgm:prSet presAssocID="{DA4AA637-5BC9-49D4-9AB4-8C2AB494ED23}" presName="txShp" presStyleLbl="node1" presStyleIdx="2" presStyleCnt="4">
        <dgm:presLayoutVars>
          <dgm:bulletEnabled val="1"/>
        </dgm:presLayoutVars>
      </dgm:prSet>
      <dgm:spPr/>
    </dgm:pt>
    <dgm:pt modelId="{D0812E17-3CE6-47A3-B66E-F1ED5154D91A}" type="pres">
      <dgm:prSet presAssocID="{61AD3F85-3E61-4BFD-B0D0-735740948A2D}" presName="spacing" presStyleCnt="0"/>
      <dgm:spPr/>
    </dgm:pt>
    <dgm:pt modelId="{86B9792D-C5DE-4ED4-80A6-9210A5C03477}" type="pres">
      <dgm:prSet presAssocID="{C54A0F1E-B6CA-4150-9ABC-5E9DD7239FB9}" presName="composite" presStyleCnt="0"/>
      <dgm:spPr/>
    </dgm:pt>
    <dgm:pt modelId="{BF5E0EC8-2C44-4295-99B1-B5E69826B231}" type="pres">
      <dgm:prSet presAssocID="{C54A0F1E-B6CA-4150-9ABC-5E9DD7239FB9}" presName="imgShp" presStyleLbl="fgImgPlace1" presStyleIdx="3" presStyleCnt="4"/>
      <dgm:spPr/>
    </dgm:pt>
    <dgm:pt modelId="{CB982E7A-645B-47DA-9919-A27CE7704780}" type="pres">
      <dgm:prSet presAssocID="{C54A0F1E-B6CA-4150-9ABC-5E9DD7239FB9}" presName="txShp" presStyleLbl="node1" presStyleIdx="3" presStyleCnt="4">
        <dgm:presLayoutVars>
          <dgm:bulletEnabled val="1"/>
        </dgm:presLayoutVars>
      </dgm:prSet>
      <dgm:spPr/>
    </dgm:pt>
  </dgm:ptLst>
  <dgm:cxnLst>
    <dgm:cxn modelId="{50FC223E-166E-4888-9304-D84481524ACA}" type="presOf" srcId="{6845FED0-19B0-4811-9ACC-A51F1A2223EE}" destId="{64B9FD30-F0A0-4643-95D6-7D7400C192C1}" srcOrd="0" destOrd="0" presId="urn:microsoft.com/office/officeart/2005/8/layout/vList3"/>
    <dgm:cxn modelId="{126DD53E-C044-41E0-B97A-8BAAC332C6CB}" type="presOf" srcId="{C54A0F1E-B6CA-4150-9ABC-5E9DD7239FB9}" destId="{CB982E7A-645B-47DA-9919-A27CE7704780}" srcOrd="0" destOrd="0" presId="urn:microsoft.com/office/officeart/2005/8/layout/vList3"/>
    <dgm:cxn modelId="{AF53DA5A-4237-4411-9D50-E768A91AF1CE}" srcId="{6845FED0-19B0-4811-9ACC-A51F1A2223EE}" destId="{DA4AA637-5BC9-49D4-9AB4-8C2AB494ED23}" srcOrd="2" destOrd="0" parTransId="{5E8821A8-C14C-40E3-8219-6A9147AFB913}" sibTransId="{61AD3F85-3E61-4BFD-B0D0-735740948A2D}"/>
    <dgm:cxn modelId="{3445FC8E-8508-418C-B39F-B88F651D4756}" type="presOf" srcId="{F8CE64D2-8080-4DC7-9F86-B83C3DD652C1}" destId="{F622AF32-0403-4331-B2BF-07395B29662D}" srcOrd="0" destOrd="0" presId="urn:microsoft.com/office/officeart/2005/8/layout/vList3"/>
    <dgm:cxn modelId="{DBF6C1B6-55B9-4AC3-8570-132F055EC2B9}" type="presOf" srcId="{981FDE28-45DE-4C14-ADAA-5758CD839EF3}" destId="{9EA2F626-3E01-4953-8F17-3A9D863BE6CB}" srcOrd="0" destOrd="0" presId="urn:microsoft.com/office/officeart/2005/8/layout/vList3"/>
    <dgm:cxn modelId="{EA95F1D3-8F79-4B33-92F9-F24231B2A089}" srcId="{6845FED0-19B0-4811-9ACC-A51F1A2223EE}" destId="{C54A0F1E-B6CA-4150-9ABC-5E9DD7239FB9}" srcOrd="3" destOrd="0" parTransId="{541E1C8B-3252-4E06-910B-F5A49A718C50}" sibTransId="{EB080D6C-4BF0-459D-A02A-4F2AC5BD8898}"/>
    <dgm:cxn modelId="{9B217FDC-88CE-42F8-8E38-967828D52BD6}" srcId="{6845FED0-19B0-4811-9ACC-A51F1A2223EE}" destId="{F8CE64D2-8080-4DC7-9F86-B83C3DD652C1}" srcOrd="0" destOrd="0" parTransId="{8347454E-EEBA-4CA4-9DE8-7E57F1E6E9C1}" sibTransId="{B9A14A99-DCA2-4E8C-911C-64BEEDF40217}"/>
    <dgm:cxn modelId="{7E7316EB-9096-48EE-A6D5-A509AB28D51B}" srcId="{6845FED0-19B0-4811-9ACC-A51F1A2223EE}" destId="{981FDE28-45DE-4C14-ADAA-5758CD839EF3}" srcOrd="1" destOrd="0" parTransId="{86A8CD94-BCED-4358-A2DE-7F5A5DD853BD}" sibTransId="{32F75FAE-F954-4B4A-840F-103F084F73A9}"/>
    <dgm:cxn modelId="{CB9B3EF3-0770-403D-8CFE-4603A748FC7D}" type="presOf" srcId="{DA4AA637-5BC9-49D4-9AB4-8C2AB494ED23}" destId="{8FE8C57E-A9B0-4E1E-87B6-4F1A94406132}" srcOrd="0" destOrd="0" presId="urn:microsoft.com/office/officeart/2005/8/layout/vList3"/>
    <dgm:cxn modelId="{F17EA0FA-D2A7-4FC8-AB53-51441F257CF3}" type="presParOf" srcId="{64B9FD30-F0A0-4643-95D6-7D7400C192C1}" destId="{488FBF13-2DF6-406C-93FC-0F848C09DFC4}" srcOrd="0" destOrd="0" presId="urn:microsoft.com/office/officeart/2005/8/layout/vList3"/>
    <dgm:cxn modelId="{9666E520-7B27-490C-8529-CC722C9E16B5}" type="presParOf" srcId="{488FBF13-2DF6-406C-93FC-0F848C09DFC4}" destId="{47EE87C5-22D9-4AA5-AB0F-38D9F2A88B15}" srcOrd="0" destOrd="0" presId="urn:microsoft.com/office/officeart/2005/8/layout/vList3"/>
    <dgm:cxn modelId="{784FC04A-B0CF-4CC6-9D0B-73552D44248B}" type="presParOf" srcId="{488FBF13-2DF6-406C-93FC-0F848C09DFC4}" destId="{F622AF32-0403-4331-B2BF-07395B29662D}" srcOrd="1" destOrd="0" presId="urn:microsoft.com/office/officeart/2005/8/layout/vList3"/>
    <dgm:cxn modelId="{4ED6ABC6-AFA2-4D14-A503-E241FEFF5A36}" type="presParOf" srcId="{64B9FD30-F0A0-4643-95D6-7D7400C192C1}" destId="{63516293-D201-443E-884F-89A489E1D174}" srcOrd="1" destOrd="0" presId="urn:microsoft.com/office/officeart/2005/8/layout/vList3"/>
    <dgm:cxn modelId="{895451AA-7C67-4133-A49B-825A86D91DEE}" type="presParOf" srcId="{64B9FD30-F0A0-4643-95D6-7D7400C192C1}" destId="{DE9F34CC-12A7-43AF-90D0-2B7E14001182}" srcOrd="2" destOrd="0" presId="urn:microsoft.com/office/officeart/2005/8/layout/vList3"/>
    <dgm:cxn modelId="{97E8AF28-2FA7-44FC-B64E-1CF9249348C2}" type="presParOf" srcId="{DE9F34CC-12A7-43AF-90D0-2B7E14001182}" destId="{90D21E47-83E2-43E0-BE0A-5FBB085A9EDC}" srcOrd="0" destOrd="0" presId="urn:microsoft.com/office/officeart/2005/8/layout/vList3"/>
    <dgm:cxn modelId="{880735E6-C5E5-4050-BB02-AF2343901E98}" type="presParOf" srcId="{DE9F34CC-12A7-43AF-90D0-2B7E14001182}" destId="{9EA2F626-3E01-4953-8F17-3A9D863BE6CB}" srcOrd="1" destOrd="0" presId="urn:microsoft.com/office/officeart/2005/8/layout/vList3"/>
    <dgm:cxn modelId="{B6B88AE0-F31B-49DB-97FD-7953E0A2B1B8}" type="presParOf" srcId="{64B9FD30-F0A0-4643-95D6-7D7400C192C1}" destId="{3D6CF2AE-BD0D-4C11-B1F6-A59C47D40624}" srcOrd="3" destOrd="0" presId="urn:microsoft.com/office/officeart/2005/8/layout/vList3"/>
    <dgm:cxn modelId="{9E842087-D3EB-4F3E-A35A-046FCFD8818B}" type="presParOf" srcId="{64B9FD30-F0A0-4643-95D6-7D7400C192C1}" destId="{F78C2BBE-B405-41A3-98B2-EEFE37BF26FB}" srcOrd="4" destOrd="0" presId="urn:microsoft.com/office/officeart/2005/8/layout/vList3"/>
    <dgm:cxn modelId="{FE6DD65C-8A9A-4472-BAF8-2B8BB01B3376}" type="presParOf" srcId="{F78C2BBE-B405-41A3-98B2-EEFE37BF26FB}" destId="{897E3267-D605-4C08-B3B4-B7033E037FA6}" srcOrd="0" destOrd="0" presId="urn:microsoft.com/office/officeart/2005/8/layout/vList3"/>
    <dgm:cxn modelId="{A80852A2-B4F5-4014-8E4D-5E7360A6B5FC}" type="presParOf" srcId="{F78C2BBE-B405-41A3-98B2-EEFE37BF26FB}" destId="{8FE8C57E-A9B0-4E1E-87B6-4F1A94406132}" srcOrd="1" destOrd="0" presId="urn:microsoft.com/office/officeart/2005/8/layout/vList3"/>
    <dgm:cxn modelId="{86CFF715-C6ED-46A5-964E-FDB54C7277A8}" type="presParOf" srcId="{64B9FD30-F0A0-4643-95D6-7D7400C192C1}" destId="{D0812E17-3CE6-47A3-B66E-F1ED5154D91A}" srcOrd="5" destOrd="0" presId="urn:microsoft.com/office/officeart/2005/8/layout/vList3"/>
    <dgm:cxn modelId="{D2FFBA56-35A6-452D-96E5-80A6A9848FF6}" type="presParOf" srcId="{64B9FD30-F0A0-4643-95D6-7D7400C192C1}" destId="{86B9792D-C5DE-4ED4-80A6-9210A5C03477}" srcOrd="6" destOrd="0" presId="urn:microsoft.com/office/officeart/2005/8/layout/vList3"/>
    <dgm:cxn modelId="{C4D8A9B3-5E34-4EDD-83F1-AD68A43A6561}" type="presParOf" srcId="{86B9792D-C5DE-4ED4-80A6-9210A5C03477}" destId="{BF5E0EC8-2C44-4295-99B1-B5E69826B231}" srcOrd="0" destOrd="0" presId="urn:microsoft.com/office/officeart/2005/8/layout/vList3"/>
    <dgm:cxn modelId="{1F2A0A4C-2332-40EF-9DD4-C97D5F2ACEC3}" type="presParOf" srcId="{86B9792D-C5DE-4ED4-80A6-9210A5C03477}" destId="{CB982E7A-645B-47DA-9919-A27CE770478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BD4D3307-D9DD-47BC-80AE-82FAF36D0A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12CDC8-F056-4E31-99DB-162642238E22}">
      <dgm:prSet/>
      <dgm:spPr/>
      <dgm:t>
        <a:bodyPr/>
        <a:lstStyle/>
        <a:p>
          <a:r>
            <a:rPr lang="uk-UA" b="0" i="0"/>
            <a:t>лібералізацією суспільно-політичного та духовного життя.</a:t>
          </a:r>
          <a:endParaRPr lang="uk-UA"/>
        </a:p>
      </dgm:t>
    </dgm:pt>
    <dgm:pt modelId="{6C629265-1F9F-4150-983A-754F242B1805}" type="parTrans" cxnId="{7207E151-FA16-479B-9A87-1955ECBEF709}">
      <dgm:prSet/>
      <dgm:spPr/>
      <dgm:t>
        <a:bodyPr/>
        <a:lstStyle/>
        <a:p>
          <a:endParaRPr lang="uk-UA"/>
        </a:p>
      </dgm:t>
    </dgm:pt>
    <dgm:pt modelId="{A185061F-6F78-467F-8D10-F2860AFB08DC}" type="sibTrans" cxnId="{7207E151-FA16-479B-9A87-1955ECBEF709}">
      <dgm:prSet/>
      <dgm:spPr/>
      <dgm:t>
        <a:bodyPr/>
        <a:lstStyle/>
        <a:p>
          <a:endParaRPr lang="uk-UA"/>
        </a:p>
      </dgm:t>
    </dgm:pt>
    <dgm:pt modelId="{B5B5EC07-0397-4D14-B667-D5C3978A834F}">
      <dgm:prSet/>
      <dgm:spPr/>
      <dgm:t>
        <a:bodyPr/>
        <a:lstStyle/>
        <a:p>
          <a:r>
            <a:rPr lang="uk-UA" b="0" i="0"/>
            <a:t>збільшенням фінансування культури та народної творчості.</a:t>
          </a:r>
          <a:endParaRPr lang="uk-UA"/>
        </a:p>
      </dgm:t>
    </dgm:pt>
    <dgm:pt modelId="{0241CB4F-1690-42DA-BDC1-4E1F0C7FE13E}" type="parTrans" cxnId="{095DE60F-993D-4D2D-AB93-9838C6CA3F1A}">
      <dgm:prSet/>
      <dgm:spPr/>
      <dgm:t>
        <a:bodyPr/>
        <a:lstStyle/>
        <a:p>
          <a:endParaRPr lang="uk-UA"/>
        </a:p>
      </dgm:t>
    </dgm:pt>
    <dgm:pt modelId="{A71325E7-D112-43B5-B5E8-788B61B73827}" type="sibTrans" cxnId="{095DE60F-993D-4D2D-AB93-9838C6CA3F1A}">
      <dgm:prSet/>
      <dgm:spPr/>
      <dgm:t>
        <a:bodyPr/>
        <a:lstStyle/>
        <a:p>
          <a:endParaRPr lang="uk-UA"/>
        </a:p>
      </dgm:t>
    </dgm:pt>
    <dgm:pt modelId="{2CBF8319-2304-4510-B8C5-D05EDA0C20C3}">
      <dgm:prSet/>
      <dgm:spPr/>
      <dgm:t>
        <a:bodyPr/>
        <a:lstStyle/>
        <a:p>
          <a:r>
            <a:rPr lang="uk-UA" b="0" i="0"/>
            <a:t>долученням до європейської та світової культурної спадщини.</a:t>
          </a:r>
          <a:endParaRPr lang="uk-UA"/>
        </a:p>
      </dgm:t>
    </dgm:pt>
    <dgm:pt modelId="{6006AFAD-9747-48EA-A510-F39704761222}" type="parTrans" cxnId="{BDA4E972-1B43-4B23-8CDD-46C24B0B056E}">
      <dgm:prSet/>
      <dgm:spPr/>
      <dgm:t>
        <a:bodyPr/>
        <a:lstStyle/>
        <a:p>
          <a:endParaRPr lang="uk-UA"/>
        </a:p>
      </dgm:t>
    </dgm:pt>
    <dgm:pt modelId="{16D71BAB-8916-4D47-B8BE-02E9A3720A26}" type="sibTrans" cxnId="{BDA4E972-1B43-4B23-8CDD-46C24B0B056E}">
      <dgm:prSet/>
      <dgm:spPr/>
      <dgm:t>
        <a:bodyPr/>
        <a:lstStyle/>
        <a:p>
          <a:endParaRPr lang="uk-UA"/>
        </a:p>
      </dgm:t>
    </dgm:pt>
    <dgm:pt modelId="{4522A8A8-119D-4759-8CED-83098AFF0280}">
      <dgm:prSet/>
      <dgm:spPr/>
      <dgm:t>
        <a:bodyPr/>
        <a:lstStyle/>
        <a:p>
          <a:r>
            <a:rPr lang="uk-UA" b="0" i="0"/>
            <a:t>поверненням в українську культуру забутих і репресованих імен.</a:t>
          </a:r>
          <a:endParaRPr lang="uk-UA"/>
        </a:p>
      </dgm:t>
    </dgm:pt>
    <dgm:pt modelId="{0049164E-2128-4871-A72C-16F38ACC4507}" type="parTrans" cxnId="{F30E9A9C-A1F6-44A9-9DB6-8E1D24F68F42}">
      <dgm:prSet/>
      <dgm:spPr/>
      <dgm:t>
        <a:bodyPr/>
        <a:lstStyle/>
        <a:p>
          <a:endParaRPr lang="uk-UA"/>
        </a:p>
      </dgm:t>
    </dgm:pt>
    <dgm:pt modelId="{B25D2942-767B-444B-B99F-0E0558D51004}" type="sibTrans" cxnId="{F30E9A9C-A1F6-44A9-9DB6-8E1D24F68F42}">
      <dgm:prSet/>
      <dgm:spPr/>
      <dgm:t>
        <a:bodyPr/>
        <a:lstStyle/>
        <a:p>
          <a:endParaRPr lang="uk-UA"/>
        </a:p>
      </dgm:t>
    </dgm:pt>
    <dgm:pt modelId="{C0EDBC1C-2D07-47AE-A757-39170EC07673}" type="pres">
      <dgm:prSet presAssocID="{BD4D3307-D9DD-47BC-80AE-82FAF36D0A49}" presName="linear" presStyleCnt="0">
        <dgm:presLayoutVars>
          <dgm:animLvl val="lvl"/>
          <dgm:resizeHandles val="exact"/>
        </dgm:presLayoutVars>
      </dgm:prSet>
      <dgm:spPr/>
    </dgm:pt>
    <dgm:pt modelId="{9E698463-4EE1-4959-A20A-C1D9CFD3B6FE}" type="pres">
      <dgm:prSet presAssocID="{0A12CDC8-F056-4E31-99DB-162642238E2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DC1B74-C885-464E-AE4C-F65204196794}" type="pres">
      <dgm:prSet presAssocID="{A185061F-6F78-467F-8D10-F2860AFB08DC}" presName="spacer" presStyleCnt="0"/>
      <dgm:spPr/>
    </dgm:pt>
    <dgm:pt modelId="{8C36D1E1-A91B-4290-B273-7FBB6D281B86}" type="pres">
      <dgm:prSet presAssocID="{B5B5EC07-0397-4D14-B667-D5C3978A83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B7179CE-D67F-4F33-A61B-27A31F647294}" type="pres">
      <dgm:prSet presAssocID="{A71325E7-D112-43B5-B5E8-788B61B73827}" presName="spacer" presStyleCnt="0"/>
      <dgm:spPr/>
    </dgm:pt>
    <dgm:pt modelId="{175D6EC9-1DC0-4290-A107-9AD60B8FCEC2}" type="pres">
      <dgm:prSet presAssocID="{2CBF8319-2304-4510-B8C5-D05EDA0C20C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E67F17-D173-4AC9-BA34-834BAEA76417}" type="pres">
      <dgm:prSet presAssocID="{16D71BAB-8916-4D47-B8BE-02E9A3720A26}" presName="spacer" presStyleCnt="0"/>
      <dgm:spPr/>
    </dgm:pt>
    <dgm:pt modelId="{5ED0DBF9-41F5-41A4-8B86-61BC94278D34}" type="pres">
      <dgm:prSet presAssocID="{4522A8A8-119D-4759-8CED-83098AFF02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95DE60F-993D-4D2D-AB93-9838C6CA3F1A}" srcId="{BD4D3307-D9DD-47BC-80AE-82FAF36D0A49}" destId="{B5B5EC07-0397-4D14-B667-D5C3978A834F}" srcOrd="1" destOrd="0" parTransId="{0241CB4F-1690-42DA-BDC1-4E1F0C7FE13E}" sibTransId="{A71325E7-D112-43B5-B5E8-788B61B73827}"/>
    <dgm:cxn modelId="{7207E151-FA16-479B-9A87-1955ECBEF709}" srcId="{BD4D3307-D9DD-47BC-80AE-82FAF36D0A49}" destId="{0A12CDC8-F056-4E31-99DB-162642238E22}" srcOrd="0" destOrd="0" parTransId="{6C629265-1F9F-4150-983A-754F242B1805}" sibTransId="{A185061F-6F78-467F-8D10-F2860AFB08DC}"/>
    <dgm:cxn modelId="{BDA4E972-1B43-4B23-8CDD-46C24B0B056E}" srcId="{BD4D3307-D9DD-47BC-80AE-82FAF36D0A49}" destId="{2CBF8319-2304-4510-B8C5-D05EDA0C20C3}" srcOrd="2" destOrd="0" parTransId="{6006AFAD-9747-48EA-A510-F39704761222}" sibTransId="{16D71BAB-8916-4D47-B8BE-02E9A3720A26}"/>
    <dgm:cxn modelId="{9054BF80-B493-4159-8982-59F2374B22A1}" type="presOf" srcId="{BD4D3307-D9DD-47BC-80AE-82FAF36D0A49}" destId="{C0EDBC1C-2D07-47AE-A757-39170EC07673}" srcOrd="0" destOrd="0" presId="urn:microsoft.com/office/officeart/2005/8/layout/vList2"/>
    <dgm:cxn modelId="{F30E9A9C-A1F6-44A9-9DB6-8E1D24F68F42}" srcId="{BD4D3307-D9DD-47BC-80AE-82FAF36D0A49}" destId="{4522A8A8-119D-4759-8CED-83098AFF0280}" srcOrd="3" destOrd="0" parTransId="{0049164E-2128-4871-A72C-16F38ACC4507}" sibTransId="{B25D2942-767B-444B-B99F-0E0558D51004}"/>
    <dgm:cxn modelId="{E37681B0-FC2F-4E40-A649-F75C698CE018}" type="presOf" srcId="{B5B5EC07-0397-4D14-B667-D5C3978A834F}" destId="{8C36D1E1-A91B-4290-B273-7FBB6D281B86}" srcOrd="0" destOrd="0" presId="urn:microsoft.com/office/officeart/2005/8/layout/vList2"/>
    <dgm:cxn modelId="{E14614B4-15C9-4FAC-9C98-8931C01806F9}" type="presOf" srcId="{4522A8A8-119D-4759-8CED-83098AFF0280}" destId="{5ED0DBF9-41F5-41A4-8B86-61BC94278D34}" srcOrd="0" destOrd="0" presId="urn:microsoft.com/office/officeart/2005/8/layout/vList2"/>
    <dgm:cxn modelId="{A55C94B6-6120-4232-944C-947AA0E243D1}" type="presOf" srcId="{0A12CDC8-F056-4E31-99DB-162642238E22}" destId="{9E698463-4EE1-4959-A20A-C1D9CFD3B6FE}" srcOrd="0" destOrd="0" presId="urn:microsoft.com/office/officeart/2005/8/layout/vList2"/>
    <dgm:cxn modelId="{167469E1-56CA-4FC2-A4C6-FC3828BA90AD}" type="presOf" srcId="{2CBF8319-2304-4510-B8C5-D05EDA0C20C3}" destId="{175D6EC9-1DC0-4290-A107-9AD60B8FCEC2}" srcOrd="0" destOrd="0" presId="urn:microsoft.com/office/officeart/2005/8/layout/vList2"/>
    <dgm:cxn modelId="{C297F3DF-B4C3-4712-A81B-62C42D64D0FE}" type="presParOf" srcId="{C0EDBC1C-2D07-47AE-A757-39170EC07673}" destId="{9E698463-4EE1-4959-A20A-C1D9CFD3B6FE}" srcOrd="0" destOrd="0" presId="urn:microsoft.com/office/officeart/2005/8/layout/vList2"/>
    <dgm:cxn modelId="{9F794E72-ECDD-4E22-A560-F3E1E6A46E69}" type="presParOf" srcId="{C0EDBC1C-2D07-47AE-A757-39170EC07673}" destId="{F9DC1B74-C885-464E-AE4C-F65204196794}" srcOrd="1" destOrd="0" presId="urn:microsoft.com/office/officeart/2005/8/layout/vList2"/>
    <dgm:cxn modelId="{DE501559-CE48-476D-8FB7-B36161717047}" type="presParOf" srcId="{C0EDBC1C-2D07-47AE-A757-39170EC07673}" destId="{8C36D1E1-A91B-4290-B273-7FBB6D281B86}" srcOrd="2" destOrd="0" presId="urn:microsoft.com/office/officeart/2005/8/layout/vList2"/>
    <dgm:cxn modelId="{C21BF21F-B659-464F-A4A7-764F41DE4686}" type="presParOf" srcId="{C0EDBC1C-2D07-47AE-A757-39170EC07673}" destId="{FB7179CE-D67F-4F33-A61B-27A31F647294}" srcOrd="3" destOrd="0" presId="urn:microsoft.com/office/officeart/2005/8/layout/vList2"/>
    <dgm:cxn modelId="{295EF65C-42E3-4DEF-AB8E-F1348DC01AC0}" type="presParOf" srcId="{C0EDBC1C-2D07-47AE-A757-39170EC07673}" destId="{175D6EC9-1DC0-4290-A107-9AD60B8FCEC2}" srcOrd="4" destOrd="0" presId="urn:microsoft.com/office/officeart/2005/8/layout/vList2"/>
    <dgm:cxn modelId="{3D1E9264-6E01-48A1-B597-EEBDD67FD274}" type="presParOf" srcId="{C0EDBC1C-2D07-47AE-A757-39170EC07673}" destId="{6FE67F17-D173-4AC9-BA34-834BAEA76417}" srcOrd="5" destOrd="0" presId="urn:microsoft.com/office/officeart/2005/8/layout/vList2"/>
    <dgm:cxn modelId="{C75C8832-3328-4665-AC3C-B51D63EF05A8}" type="presParOf" srcId="{C0EDBC1C-2D07-47AE-A757-39170EC07673}" destId="{5ED0DBF9-41F5-41A4-8B86-61BC94278D3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0A6411B3-8E3F-46B7-AF28-45EA70A911E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9C7A3C4-8093-471E-90B5-25046D506084}">
      <dgm:prSet/>
      <dgm:spPr/>
      <dgm:t>
        <a:bodyPr/>
        <a:lstStyle/>
        <a:p>
          <a:r>
            <a:rPr lang="uk-UA" b="0" i="0"/>
            <a:t>відмова держави від антицерковної політики та атеїстичної пропаганди</a:t>
          </a:r>
          <a:endParaRPr lang="uk-UA"/>
        </a:p>
      </dgm:t>
    </dgm:pt>
    <dgm:pt modelId="{51249615-3A3E-46E1-AB32-2DE70A0BB2F2}" type="parTrans" cxnId="{C0BDB02E-925C-423B-882D-5C3A3D9F3E1A}">
      <dgm:prSet/>
      <dgm:spPr/>
      <dgm:t>
        <a:bodyPr/>
        <a:lstStyle/>
        <a:p>
          <a:endParaRPr lang="uk-UA"/>
        </a:p>
      </dgm:t>
    </dgm:pt>
    <dgm:pt modelId="{05C5BA9B-A6E0-4836-B1AE-A773612DFF6D}" type="sibTrans" cxnId="{C0BDB02E-925C-423B-882D-5C3A3D9F3E1A}">
      <dgm:prSet/>
      <dgm:spPr/>
      <dgm:t>
        <a:bodyPr/>
        <a:lstStyle/>
        <a:p>
          <a:endParaRPr lang="uk-UA"/>
        </a:p>
      </dgm:t>
    </dgm:pt>
    <dgm:pt modelId="{0E266CF4-986D-427E-8DF2-444868A91AC6}">
      <dgm:prSet/>
      <dgm:spPr/>
      <dgm:t>
        <a:bodyPr/>
        <a:lstStyle/>
        <a:p>
          <a:r>
            <a:rPr lang="uk-UA" b="0" i="0"/>
            <a:t>ліквідація політико-ідеологічного контролю та цензури в галузі культури</a:t>
          </a:r>
          <a:endParaRPr lang="uk-UA"/>
        </a:p>
      </dgm:t>
    </dgm:pt>
    <dgm:pt modelId="{FB2A02D9-0EF9-4ABD-B622-84016698F29B}" type="parTrans" cxnId="{F73C15A3-147A-4AF1-84BC-263EB9924F30}">
      <dgm:prSet/>
      <dgm:spPr/>
      <dgm:t>
        <a:bodyPr/>
        <a:lstStyle/>
        <a:p>
          <a:endParaRPr lang="uk-UA"/>
        </a:p>
      </dgm:t>
    </dgm:pt>
    <dgm:pt modelId="{93A2FBFF-0AB5-4048-86EC-C33F6A4CE2A5}" type="sibTrans" cxnId="{F73C15A3-147A-4AF1-84BC-263EB9924F30}">
      <dgm:prSet/>
      <dgm:spPr/>
      <dgm:t>
        <a:bodyPr/>
        <a:lstStyle/>
        <a:p>
          <a:endParaRPr lang="uk-UA"/>
        </a:p>
      </dgm:t>
    </dgm:pt>
    <dgm:pt modelId="{557AB0C8-5BAC-432A-8C5A-4EF272591CCC}">
      <dgm:prSet/>
      <dgm:spPr/>
      <dgm:t>
        <a:bodyPr/>
        <a:lstStyle/>
        <a:p>
          <a:r>
            <a:rPr lang="uk-UA" b="0" i="0"/>
            <a:t>вихід на літературний і суспільний обрії плеяди талановитої творчої молоді</a:t>
          </a:r>
          <a:endParaRPr lang="uk-UA"/>
        </a:p>
      </dgm:t>
    </dgm:pt>
    <dgm:pt modelId="{6FCD7AEF-A6A0-4A41-8818-3CCDC39F81EB}" type="parTrans" cxnId="{AF73980D-FE7F-4BCC-9B21-ACF5F68EABD2}">
      <dgm:prSet/>
      <dgm:spPr/>
      <dgm:t>
        <a:bodyPr/>
        <a:lstStyle/>
        <a:p>
          <a:endParaRPr lang="uk-UA"/>
        </a:p>
      </dgm:t>
    </dgm:pt>
    <dgm:pt modelId="{1C0DF134-8513-45BA-8C1C-0C5D2CF0F9D1}" type="sibTrans" cxnId="{AF73980D-FE7F-4BCC-9B21-ACF5F68EABD2}">
      <dgm:prSet/>
      <dgm:spPr/>
      <dgm:t>
        <a:bodyPr/>
        <a:lstStyle/>
        <a:p>
          <a:endParaRPr lang="uk-UA"/>
        </a:p>
      </dgm:t>
    </dgm:pt>
    <dgm:pt modelId="{D9630ED6-9E39-4577-AB1D-2EEA0E95447D}">
      <dgm:prSet/>
      <dgm:spPr/>
      <dgm:t>
        <a:bodyPr/>
        <a:lstStyle/>
        <a:p>
          <a:r>
            <a:rPr lang="uk-UA" b="0" i="0"/>
            <a:t>припинення політики русифікації та ідеологізації системи народної освіти</a:t>
          </a:r>
          <a:endParaRPr lang="uk-UA"/>
        </a:p>
      </dgm:t>
    </dgm:pt>
    <dgm:pt modelId="{ACDDB8DA-9DBD-459F-8EE7-C86306186126}" type="parTrans" cxnId="{16700A47-236F-4BAA-8B09-5FCA8560D2B6}">
      <dgm:prSet/>
      <dgm:spPr/>
      <dgm:t>
        <a:bodyPr/>
        <a:lstStyle/>
        <a:p>
          <a:endParaRPr lang="uk-UA"/>
        </a:p>
      </dgm:t>
    </dgm:pt>
    <dgm:pt modelId="{204E33B6-335D-4F9B-93F0-C45D5372D132}" type="sibTrans" cxnId="{16700A47-236F-4BAA-8B09-5FCA8560D2B6}">
      <dgm:prSet/>
      <dgm:spPr/>
      <dgm:t>
        <a:bodyPr/>
        <a:lstStyle/>
        <a:p>
          <a:endParaRPr lang="uk-UA"/>
        </a:p>
      </dgm:t>
    </dgm:pt>
    <dgm:pt modelId="{6A105510-70BE-428E-B767-BAEABACB332B}" type="pres">
      <dgm:prSet presAssocID="{0A6411B3-8E3F-46B7-AF28-45EA70A911E3}" presName="linear" presStyleCnt="0">
        <dgm:presLayoutVars>
          <dgm:animLvl val="lvl"/>
          <dgm:resizeHandles val="exact"/>
        </dgm:presLayoutVars>
      </dgm:prSet>
      <dgm:spPr/>
    </dgm:pt>
    <dgm:pt modelId="{C539D3BB-A5DD-41DF-B043-22CCD58BA6FA}" type="pres">
      <dgm:prSet presAssocID="{19C7A3C4-8093-471E-90B5-25046D50608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8A1083-B443-4B28-ACF5-0D158946E731}" type="pres">
      <dgm:prSet presAssocID="{05C5BA9B-A6E0-4836-B1AE-A773612DFF6D}" presName="spacer" presStyleCnt="0"/>
      <dgm:spPr/>
    </dgm:pt>
    <dgm:pt modelId="{58303C01-0091-48FE-B524-97632B5C3345}" type="pres">
      <dgm:prSet presAssocID="{0E266CF4-986D-427E-8DF2-444868A91AC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D88491E-E36B-48C7-8256-2D6A8CFCD6EF}" type="pres">
      <dgm:prSet presAssocID="{93A2FBFF-0AB5-4048-86EC-C33F6A4CE2A5}" presName="spacer" presStyleCnt="0"/>
      <dgm:spPr/>
    </dgm:pt>
    <dgm:pt modelId="{26E740A4-D8CE-4550-8EE3-7B7BD641CCB5}" type="pres">
      <dgm:prSet presAssocID="{557AB0C8-5BAC-432A-8C5A-4EF272591CC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CE958D4-DC7C-4EC9-9032-F72D7A3A8586}" type="pres">
      <dgm:prSet presAssocID="{1C0DF134-8513-45BA-8C1C-0C5D2CF0F9D1}" presName="spacer" presStyleCnt="0"/>
      <dgm:spPr/>
    </dgm:pt>
    <dgm:pt modelId="{E91C84D4-58A3-42A6-A804-38656C7B7C45}" type="pres">
      <dgm:prSet presAssocID="{D9630ED6-9E39-4577-AB1D-2EEA0E95447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73980D-FE7F-4BCC-9B21-ACF5F68EABD2}" srcId="{0A6411B3-8E3F-46B7-AF28-45EA70A911E3}" destId="{557AB0C8-5BAC-432A-8C5A-4EF272591CCC}" srcOrd="2" destOrd="0" parTransId="{6FCD7AEF-A6A0-4A41-8818-3CCDC39F81EB}" sibTransId="{1C0DF134-8513-45BA-8C1C-0C5D2CF0F9D1}"/>
    <dgm:cxn modelId="{C0BDB02E-925C-423B-882D-5C3A3D9F3E1A}" srcId="{0A6411B3-8E3F-46B7-AF28-45EA70A911E3}" destId="{19C7A3C4-8093-471E-90B5-25046D506084}" srcOrd="0" destOrd="0" parTransId="{51249615-3A3E-46E1-AB32-2DE70A0BB2F2}" sibTransId="{05C5BA9B-A6E0-4836-B1AE-A773612DFF6D}"/>
    <dgm:cxn modelId="{16700A47-236F-4BAA-8B09-5FCA8560D2B6}" srcId="{0A6411B3-8E3F-46B7-AF28-45EA70A911E3}" destId="{D9630ED6-9E39-4577-AB1D-2EEA0E95447D}" srcOrd="3" destOrd="0" parTransId="{ACDDB8DA-9DBD-459F-8EE7-C86306186126}" sibTransId="{204E33B6-335D-4F9B-93F0-C45D5372D132}"/>
    <dgm:cxn modelId="{53E01857-C36D-46D2-A299-301F6129E9B3}" type="presOf" srcId="{0E266CF4-986D-427E-8DF2-444868A91AC6}" destId="{58303C01-0091-48FE-B524-97632B5C3345}" srcOrd="0" destOrd="0" presId="urn:microsoft.com/office/officeart/2005/8/layout/vList2"/>
    <dgm:cxn modelId="{C08D0183-087C-4EA3-A8C3-32C148C6BAB2}" type="presOf" srcId="{D9630ED6-9E39-4577-AB1D-2EEA0E95447D}" destId="{E91C84D4-58A3-42A6-A804-38656C7B7C45}" srcOrd="0" destOrd="0" presId="urn:microsoft.com/office/officeart/2005/8/layout/vList2"/>
    <dgm:cxn modelId="{871F4D88-7C5E-4BD2-BC45-9ACCA5B5B58B}" type="presOf" srcId="{557AB0C8-5BAC-432A-8C5A-4EF272591CCC}" destId="{26E740A4-D8CE-4550-8EE3-7B7BD641CCB5}" srcOrd="0" destOrd="0" presId="urn:microsoft.com/office/officeart/2005/8/layout/vList2"/>
    <dgm:cxn modelId="{F73C15A3-147A-4AF1-84BC-263EB9924F30}" srcId="{0A6411B3-8E3F-46B7-AF28-45EA70A911E3}" destId="{0E266CF4-986D-427E-8DF2-444868A91AC6}" srcOrd="1" destOrd="0" parTransId="{FB2A02D9-0EF9-4ABD-B622-84016698F29B}" sibTransId="{93A2FBFF-0AB5-4048-86EC-C33F6A4CE2A5}"/>
    <dgm:cxn modelId="{204D14AE-CDD2-4A7C-A295-879437A4F371}" type="presOf" srcId="{0A6411B3-8E3F-46B7-AF28-45EA70A911E3}" destId="{6A105510-70BE-428E-B767-BAEABACB332B}" srcOrd="0" destOrd="0" presId="urn:microsoft.com/office/officeart/2005/8/layout/vList2"/>
    <dgm:cxn modelId="{E352E7D0-0905-45C2-B24D-2FADF210A620}" type="presOf" srcId="{19C7A3C4-8093-471E-90B5-25046D506084}" destId="{C539D3BB-A5DD-41DF-B043-22CCD58BA6FA}" srcOrd="0" destOrd="0" presId="urn:microsoft.com/office/officeart/2005/8/layout/vList2"/>
    <dgm:cxn modelId="{4B940207-798B-4A18-80A8-8930AF04B38C}" type="presParOf" srcId="{6A105510-70BE-428E-B767-BAEABACB332B}" destId="{C539D3BB-A5DD-41DF-B043-22CCD58BA6FA}" srcOrd="0" destOrd="0" presId="urn:microsoft.com/office/officeart/2005/8/layout/vList2"/>
    <dgm:cxn modelId="{926B8874-1DC8-491B-8E4C-070DEBEBC73D}" type="presParOf" srcId="{6A105510-70BE-428E-B767-BAEABACB332B}" destId="{2F8A1083-B443-4B28-ACF5-0D158946E731}" srcOrd="1" destOrd="0" presId="urn:microsoft.com/office/officeart/2005/8/layout/vList2"/>
    <dgm:cxn modelId="{218EB4DA-F36D-4489-B055-28AB43958094}" type="presParOf" srcId="{6A105510-70BE-428E-B767-BAEABACB332B}" destId="{58303C01-0091-48FE-B524-97632B5C3345}" srcOrd="2" destOrd="0" presId="urn:microsoft.com/office/officeart/2005/8/layout/vList2"/>
    <dgm:cxn modelId="{4F494A98-43A1-4838-8767-BE1EBFCA3BE8}" type="presParOf" srcId="{6A105510-70BE-428E-B767-BAEABACB332B}" destId="{3D88491E-E36B-48C7-8256-2D6A8CFCD6EF}" srcOrd="3" destOrd="0" presId="urn:microsoft.com/office/officeart/2005/8/layout/vList2"/>
    <dgm:cxn modelId="{B91C714B-5F22-4ABE-88BC-AA63784765E1}" type="presParOf" srcId="{6A105510-70BE-428E-B767-BAEABACB332B}" destId="{26E740A4-D8CE-4550-8EE3-7B7BD641CCB5}" srcOrd="4" destOrd="0" presId="urn:microsoft.com/office/officeart/2005/8/layout/vList2"/>
    <dgm:cxn modelId="{D1CB1432-3F54-4A3B-98F3-DEC1D5CDA638}" type="presParOf" srcId="{6A105510-70BE-428E-B767-BAEABACB332B}" destId="{ECE958D4-DC7C-4EC9-9032-F72D7A3A8586}" srcOrd="5" destOrd="0" presId="urn:microsoft.com/office/officeart/2005/8/layout/vList2"/>
    <dgm:cxn modelId="{F5740A68-C13E-4E2E-9B85-C2D32F976387}" type="presParOf" srcId="{6A105510-70BE-428E-B767-BAEABACB332B}" destId="{E91C84D4-58A3-42A6-A804-38656C7B7C4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A19BF3-34BC-4ED5-A4B0-001ADBFBDEE4}">
      <dsp:nvSpPr>
        <dsp:cNvPr id="0" name=""/>
        <dsp:cNvSpPr/>
      </dsp:nvSpPr>
      <dsp:spPr>
        <a:xfrm>
          <a:off x="0" y="48891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Радянська модернізація (1929–1938)</a:t>
          </a:r>
          <a:endParaRPr lang="uk-UA" sz="2000" kern="1200"/>
        </a:p>
      </dsp:txBody>
      <dsp:txXfrm>
        <a:off x="38784" y="87675"/>
        <a:ext cx="4567584" cy="716935"/>
      </dsp:txXfrm>
    </dsp:sp>
    <dsp:sp modelId="{0A85EDD8-5BC5-4342-8CF6-2FC521FA5125}">
      <dsp:nvSpPr>
        <dsp:cNvPr id="0" name=""/>
        <dsp:cNvSpPr/>
      </dsp:nvSpPr>
      <dsp:spPr>
        <a:xfrm>
          <a:off x="0" y="900994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Велика Вітчизняна війна (1941–1945)</a:t>
          </a:r>
          <a:endParaRPr lang="uk-UA" sz="2000" kern="1200"/>
        </a:p>
      </dsp:txBody>
      <dsp:txXfrm>
        <a:off x="38784" y="939778"/>
        <a:ext cx="4567584" cy="716935"/>
      </dsp:txXfrm>
    </dsp:sp>
    <dsp:sp modelId="{B788B28D-9AE2-4FEB-A134-F64A782164F5}">
      <dsp:nvSpPr>
        <dsp:cNvPr id="0" name=""/>
        <dsp:cNvSpPr/>
      </dsp:nvSpPr>
      <dsp:spPr>
        <a:xfrm>
          <a:off x="0" y="1753097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Післявоєнна відбудова (1945–початок 1950-х)</a:t>
          </a:r>
          <a:endParaRPr lang="uk-UA" sz="2000" kern="1200"/>
        </a:p>
      </dsp:txBody>
      <dsp:txXfrm>
        <a:off x="38784" y="1791881"/>
        <a:ext cx="4567584" cy="716935"/>
      </dsp:txXfrm>
    </dsp:sp>
    <dsp:sp modelId="{71779440-2BB0-4A56-B857-A9C53E539C68}">
      <dsp:nvSpPr>
        <dsp:cNvPr id="0" name=""/>
        <dsp:cNvSpPr/>
      </dsp:nvSpPr>
      <dsp:spPr>
        <a:xfrm>
          <a:off x="0" y="2605200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Десталінізація (1953–1964)</a:t>
          </a:r>
          <a:endParaRPr lang="uk-UA" sz="2000" kern="1200"/>
        </a:p>
      </dsp:txBody>
      <dsp:txXfrm>
        <a:off x="38784" y="2643984"/>
        <a:ext cx="4567584" cy="716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4B9979-D9F4-44F5-A930-C466EF155936}">
      <dsp:nvSpPr>
        <dsp:cNvPr id="0" name=""/>
        <dsp:cNvSpPr/>
      </dsp:nvSpPr>
      <dsp:spPr>
        <a:xfrm>
          <a:off x="0" y="420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F42A3-4E86-45EE-AAFA-B43669A16590}">
      <dsp:nvSpPr>
        <dsp:cNvPr id="0" name=""/>
        <dsp:cNvSpPr/>
      </dsp:nvSpPr>
      <dsp:spPr>
        <a:xfrm>
          <a:off x="0" y="420"/>
          <a:ext cx="4645152" cy="688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Реформа, раднаргоспи, культ особи, демократизація, реабілітація, «шістдесятники».</a:t>
          </a:r>
          <a:endParaRPr lang="uk-UA" sz="1400" kern="1200"/>
        </a:p>
      </dsp:txBody>
      <dsp:txXfrm>
        <a:off x="0" y="420"/>
        <a:ext cx="4645152" cy="688135"/>
      </dsp:txXfrm>
    </dsp:sp>
    <dsp:sp modelId="{79F98A35-8213-4444-968C-CC14E8BABADE}">
      <dsp:nvSpPr>
        <dsp:cNvPr id="0" name=""/>
        <dsp:cNvSpPr/>
      </dsp:nvSpPr>
      <dsp:spPr>
        <a:xfrm>
          <a:off x="0" y="688556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F0B20-07D1-4C95-B419-59C33087BE2F}">
      <dsp:nvSpPr>
        <dsp:cNvPr id="0" name=""/>
        <dsp:cNvSpPr/>
      </dsp:nvSpPr>
      <dsp:spPr>
        <a:xfrm>
          <a:off x="0" y="688556"/>
          <a:ext cx="4645152" cy="688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Холодна війна, голод, «ждановщина», радянізація, «безрідний космополітизм», операція «Вісла».</a:t>
          </a:r>
          <a:endParaRPr lang="uk-UA" sz="1400" kern="1200"/>
        </a:p>
      </dsp:txBody>
      <dsp:txXfrm>
        <a:off x="0" y="688556"/>
        <a:ext cx="4645152" cy="688135"/>
      </dsp:txXfrm>
    </dsp:sp>
    <dsp:sp modelId="{211C3244-E9A4-4CDC-AE5E-2ACD5210A62A}">
      <dsp:nvSpPr>
        <dsp:cNvPr id="0" name=""/>
        <dsp:cNvSpPr/>
      </dsp:nvSpPr>
      <dsp:spPr>
        <a:xfrm>
          <a:off x="0" y="1376692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92487-E45E-45F5-97DA-E598C7CF3F91}">
      <dsp:nvSpPr>
        <dsp:cNvPr id="0" name=""/>
        <dsp:cNvSpPr/>
      </dsp:nvSpPr>
      <dsp:spPr>
        <a:xfrm>
          <a:off x="0" y="1376692"/>
          <a:ext cx="4645152" cy="688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П’ятирічка, колективізація, «закон про п’ять колосків», Голодомор, масові репресії, «розстріляне відродження».</a:t>
          </a:r>
          <a:endParaRPr lang="uk-UA" sz="1400" kern="1200"/>
        </a:p>
      </dsp:txBody>
      <dsp:txXfrm>
        <a:off x="0" y="1376692"/>
        <a:ext cx="4645152" cy="688135"/>
      </dsp:txXfrm>
    </dsp:sp>
    <dsp:sp modelId="{FF5D6E1B-8F00-41C3-AE4E-E1E9C52ED499}">
      <dsp:nvSpPr>
        <dsp:cNvPr id="0" name=""/>
        <dsp:cNvSpPr/>
      </dsp:nvSpPr>
      <dsp:spPr>
        <a:xfrm>
          <a:off x="0" y="2064827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9CC998-1ACB-4919-89FF-19D3B3D0AEDA}">
      <dsp:nvSpPr>
        <dsp:cNvPr id="0" name=""/>
        <dsp:cNvSpPr/>
      </dsp:nvSpPr>
      <dsp:spPr>
        <a:xfrm>
          <a:off x="0" y="2064827"/>
          <a:ext cx="4645152" cy="688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«Розвинутий соціалізм», номенклатура, дефіцит, правозахисники, «самвидав», неосталінізм.</a:t>
          </a:r>
          <a:endParaRPr lang="uk-UA" sz="1400" kern="1200"/>
        </a:p>
      </dsp:txBody>
      <dsp:txXfrm>
        <a:off x="0" y="2064827"/>
        <a:ext cx="4645152" cy="688135"/>
      </dsp:txXfrm>
    </dsp:sp>
    <dsp:sp modelId="{F52170A4-2E00-44BD-91D7-3E0D4D17BD05}">
      <dsp:nvSpPr>
        <dsp:cNvPr id="0" name=""/>
        <dsp:cNvSpPr/>
      </dsp:nvSpPr>
      <dsp:spPr>
        <a:xfrm>
          <a:off x="0" y="2752963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68125-CA3D-44D2-86B5-B102ADA2EFC2}">
      <dsp:nvSpPr>
        <dsp:cNvPr id="0" name=""/>
        <dsp:cNvSpPr/>
      </dsp:nvSpPr>
      <dsp:spPr>
        <a:xfrm>
          <a:off x="0" y="2752963"/>
          <a:ext cx="4645152" cy="688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400" b="0" i="0" kern="1200"/>
            <a:t>Мобілізація, евакуація, Голокост, «новий порядок», рух Опору, депортація.</a:t>
          </a:r>
          <a:endParaRPr lang="uk-UA" sz="1400" kern="1200"/>
        </a:p>
      </dsp:txBody>
      <dsp:txXfrm>
        <a:off x="0" y="2752963"/>
        <a:ext cx="4645152" cy="6881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1B833-6AA9-48B0-AFFF-94104DC16B2D}">
      <dsp:nvSpPr>
        <dsp:cNvPr id="0" name=""/>
        <dsp:cNvSpPr/>
      </dsp:nvSpPr>
      <dsp:spPr>
        <a:xfrm>
          <a:off x="0" y="492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24FCC3-143F-483F-AD2F-C7B651F969F1}">
      <dsp:nvSpPr>
        <dsp:cNvPr id="0" name=""/>
        <dsp:cNvSpPr/>
      </dsp:nvSpPr>
      <dsp:spPr>
        <a:xfrm>
          <a:off x="0" y="492"/>
          <a:ext cx="4645152" cy="57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надання колгоспникам права на пенсію</a:t>
          </a:r>
          <a:endParaRPr lang="uk-UA" sz="1600" kern="1200"/>
        </a:p>
      </dsp:txBody>
      <dsp:txXfrm>
        <a:off x="0" y="492"/>
        <a:ext cx="4645152" cy="576397"/>
      </dsp:txXfrm>
    </dsp:sp>
    <dsp:sp modelId="{4796A9B7-AAD7-4662-9D93-1E87F29DA3CF}">
      <dsp:nvSpPr>
        <dsp:cNvPr id="0" name=""/>
        <dsp:cNvSpPr/>
      </dsp:nvSpPr>
      <dsp:spPr>
        <a:xfrm>
          <a:off x="0" y="576890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6446D-ECEB-4048-BCBF-C49263A9AAF8}">
      <dsp:nvSpPr>
        <dsp:cNvPr id="0" name=""/>
        <dsp:cNvSpPr/>
      </dsp:nvSpPr>
      <dsp:spPr>
        <a:xfrm>
          <a:off x="0" y="576890"/>
          <a:ext cx="4645152" cy="57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неодноразове зниження цін на продукти харчування</a:t>
          </a:r>
          <a:endParaRPr lang="uk-UA" sz="1600" kern="1200"/>
        </a:p>
      </dsp:txBody>
      <dsp:txXfrm>
        <a:off x="0" y="576890"/>
        <a:ext cx="4645152" cy="576397"/>
      </dsp:txXfrm>
    </dsp:sp>
    <dsp:sp modelId="{F932A0D0-6E92-4E9D-B3EB-F1D42409E262}">
      <dsp:nvSpPr>
        <dsp:cNvPr id="0" name=""/>
        <dsp:cNvSpPr/>
      </dsp:nvSpPr>
      <dsp:spPr>
        <a:xfrm>
          <a:off x="0" y="1153287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5C687-7840-4450-B163-3E8F17EF9DC9}">
      <dsp:nvSpPr>
        <dsp:cNvPr id="0" name=""/>
        <dsp:cNvSpPr/>
      </dsp:nvSpPr>
      <dsp:spPr>
        <a:xfrm>
          <a:off x="0" y="1153287"/>
          <a:ext cx="4645152" cy="57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проведення масштабного індустріального житлового будівництва</a:t>
          </a:r>
          <a:endParaRPr lang="uk-UA" sz="1600" kern="1200"/>
        </a:p>
      </dsp:txBody>
      <dsp:txXfrm>
        <a:off x="0" y="1153287"/>
        <a:ext cx="4645152" cy="576397"/>
      </dsp:txXfrm>
    </dsp:sp>
    <dsp:sp modelId="{452EDF9B-3166-4DBC-9272-D18C46DC6FEE}">
      <dsp:nvSpPr>
        <dsp:cNvPr id="0" name=""/>
        <dsp:cNvSpPr/>
      </dsp:nvSpPr>
      <dsp:spPr>
        <a:xfrm>
          <a:off x="0" y="1729685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89E34-AEE0-4B49-8821-58F2554284DF}">
      <dsp:nvSpPr>
        <dsp:cNvPr id="0" name=""/>
        <dsp:cNvSpPr/>
      </dsp:nvSpPr>
      <dsp:spPr>
        <a:xfrm>
          <a:off x="0" y="1729685"/>
          <a:ext cx="4645152" cy="57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поширення орендного підряду в селі</a:t>
          </a:r>
          <a:endParaRPr lang="uk-UA" sz="1600" kern="1200"/>
        </a:p>
      </dsp:txBody>
      <dsp:txXfrm>
        <a:off x="0" y="1729685"/>
        <a:ext cx="4645152" cy="576397"/>
      </dsp:txXfrm>
    </dsp:sp>
    <dsp:sp modelId="{ACF45BF2-49AC-4888-9EA5-D6B8548C5C9F}">
      <dsp:nvSpPr>
        <dsp:cNvPr id="0" name=""/>
        <dsp:cNvSpPr/>
      </dsp:nvSpPr>
      <dsp:spPr>
        <a:xfrm>
          <a:off x="0" y="2306082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37E5A-4A76-4B6C-80B4-8E2D6B0271E0}">
      <dsp:nvSpPr>
        <dsp:cNvPr id="0" name=""/>
        <dsp:cNvSpPr/>
      </dsp:nvSpPr>
      <dsp:spPr>
        <a:xfrm>
          <a:off x="0" y="2306082"/>
          <a:ext cx="4645152" cy="57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створення раднаргоспів</a:t>
          </a:r>
          <a:endParaRPr lang="uk-UA" sz="1600" kern="1200"/>
        </a:p>
      </dsp:txBody>
      <dsp:txXfrm>
        <a:off x="0" y="2306082"/>
        <a:ext cx="4645152" cy="576397"/>
      </dsp:txXfrm>
    </dsp:sp>
    <dsp:sp modelId="{74E6F506-9F4C-45BB-9270-D211CB438603}">
      <dsp:nvSpPr>
        <dsp:cNvPr id="0" name=""/>
        <dsp:cNvSpPr/>
      </dsp:nvSpPr>
      <dsp:spPr>
        <a:xfrm>
          <a:off x="0" y="2882480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E0C34-20D4-47AE-80C2-6728289756DE}">
      <dsp:nvSpPr>
        <dsp:cNvPr id="0" name=""/>
        <dsp:cNvSpPr/>
      </dsp:nvSpPr>
      <dsp:spPr>
        <a:xfrm>
          <a:off x="0" y="2882480"/>
          <a:ext cx="4645152" cy="57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підтримка нових течій у мистецтві</a:t>
          </a:r>
          <a:endParaRPr lang="uk-UA" sz="1600" kern="1200"/>
        </a:p>
      </dsp:txBody>
      <dsp:txXfrm>
        <a:off x="0" y="2882480"/>
        <a:ext cx="4645152" cy="576397"/>
      </dsp:txXfrm>
    </dsp:sp>
    <dsp:sp modelId="{5626BCFC-2E11-414F-9001-047B298FC670}">
      <dsp:nvSpPr>
        <dsp:cNvPr id="0" name=""/>
        <dsp:cNvSpPr/>
      </dsp:nvSpPr>
      <dsp:spPr>
        <a:xfrm>
          <a:off x="0" y="3458877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3D14F-FD68-4F7D-AFBC-5ABD6A47475C}">
      <dsp:nvSpPr>
        <dsp:cNvPr id="0" name=""/>
        <dsp:cNvSpPr/>
      </dsp:nvSpPr>
      <dsp:spPr>
        <a:xfrm>
          <a:off x="0" y="3458877"/>
          <a:ext cx="4645152" cy="5763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дозвіл на підприємницьку діяльність</a:t>
          </a:r>
          <a:endParaRPr lang="uk-UA" sz="1600" kern="1200"/>
        </a:p>
      </dsp:txBody>
      <dsp:txXfrm>
        <a:off x="0" y="3458877"/>
        <a:ext cx="4645152" cy="5763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B220C-9FCC-4666-B1F8-7324A924BC5F}">
      <dsp:nvSpPr>
        <dsp:cNvPr id="0" name=""/>
        <dsp:cNvSpPr/>
      </dsp:nvSpPr>
      <dsp:spPr>
        <a:xfrm>
          <a:off x="0" y="46697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проведення польською владою операції «Вісла»</a:t>
          </a:r>
          <a:endParaRPr lang="uk-UA" sz="2000" kern="1200"/>
        </a:p>
      </dsp:txBody>
      <dsp:txXfrm>
        <a:off x="38838" y="85535"/>
        <a:ext cx="4567476" cy="717924"/>
      </dsp:txXfrm>
    </dsp:sp>
    <dsp:sp modelId="{91AC641C-ED05-4326-861F-04FCB53826B1}">
      <dsp:nvSpPr>
        <dsp:cNvPr id="0" name=""/>
        <dsp:cNvSpPr/>
      </dsp:nvSpPr>
      <dsp:spPr>
        <a:xfrm>
          <a:off x="0" y="899897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утворення Української робітничо-селянської спілки (УРСС)</a:t>
          </a:r>
          <a:endParaRPr lang="uk-UA" sz="2000" kern="1200"/>
        </a:p>
      </dsp:txBody>
      <dsp:txXfrm>
        <a:off x="38838" y="938735"/>
        <a:ext cx="4567476" cy="717924"/>
      </dsp:txXfrm>
    </dsp:sp>
    <dsp:sp modelId="{F9AE9E0F-6317-475A-A50A-43DBF2B82572}">
      <dsp:nvSpPr>
        <dsp:cNvPr id="0" name=""/>
        <dsp:cNvSpPr/>
      </dsp:nvSpPr>
      <dsp:spPr>
        <a:xfrm>
          <a:off x="0" y="1753097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засудження «культу особи» Й. Сталіна на ХХ з’їзді КПРС</a:t>
          </a:r>
          <a:endParaRPr lang="uk-UA" sz="2000" kern="1200"/>
        </a:p>
      </dsp:txBody>
      <dsp:txXfrm>
        <a:off x="38838" y="1791935"/>
        <a:ext cx="4567476" cy="717924"/>
      </dsp:txXfrm>
    </dsp:sp>
    <dsp:sp modelId="{E5704E62-7716-4A4A-9241-EF8325FE83FB}">
      <dsp:nvSpPr>
        <dsp:cNvPr id="0" name=""/>
        <dsp:cNvSpPr/>
      </dsp:nvSpPr>
      <dsp:spPr>
        <a:xfrm>
          <a:off x="0" y="2606297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«саморозпуск» Української греко-католицької церкви (УГКЦ)</a:t>
          </a:r>
          <a:endParaRPr lang="uk-UA" sz="2000" kern="1200"/>
        </a:p>
      </dsp:txBody>
      <dsp:txXfrm>
        <a:off x="38838" y="2645135"/>
        <a:ext cx="4567476" cy="7179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D3E7F-C340-4911-B3A4-A13E43C6D94E}">
      <dsp:nvSpPr>
        <dsp:cNvPr id="0" name=""/>
        <dsp:cNvSpPr/>
      </dsp:nvSpPr>
      <dsp:spPr>
        <a:xfrm rot="10800000">
          <a:off x="916921" y="573"/>
          <a:ext cx="3089026" cy="55543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31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1946 р.</a:t>
          </a:r>
          <a:endParaRPr lang="uk-UA" sz="2500" kern="1200"/>
        </a:p>
      </dsp:txBody>
      <dsp:txXfrm rot="10800000">
        <a:off x="1055779" y="573"/>
        <a:ext cx="2950168" cy="555433"/>
      </dsp:txXfrm>
    </dsp:sp>
    <dsp:sp modelId="{A9C5B894-65E3-4E45-BF51-FA09BCE8B0DA}">
      <dsp:nvSpPr>
        <dsp:cNvPr id="0" name=""/>
        <dsp:cNvSpPr/>
      </dsp:nvSpPr>
      <dsp:spPr>
        <a:xfrm>
          <a:off x="639204" y="573"/>
          <a:ext cx="555433" cy="55543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C2D1F6-11E6-4992-B989-E1CA0A02D858}">
      <dsp:nvSpPr>
        <dsp:cNvPr id="0" name=""/>
        <dsp:cNvSpPr/>
      </dsp:nvSpPr>
      <dsp:spPr>
        <a:xfrm rot="10800000">
          <a:off x="916921" y="721808"/>
          <a:ext cx="3089026" cy="55543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31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1947 р.</a:t>
          </a:r>
          <a:endParaRPr lang="uk-UA" sz="2500" kern="1200"/>
        </a:p>
      </dsp:txBody>
      <dsp:txXfrm rot="10800000">
        <a:off x="1055779" y="721808"/>
        <a:ext cx="2950168" cy="555433"/>
      </dsp:txXfrm>
    </dsp:sp>
    <dsp:sp modelId="{DAF17C6B-78F9-4D95-A0F0-EC6C2FEB48B8}">
      <dsp:nvSpPr>
        <dsp:cNvPr id="0" name=""/>
        <dsp:cNvSpPr/>
      </dsp:nvSpPr>
      <dsp:spPr>
        <a:xfrm>
          <a:off x="639204" y="721808"/>
          <a:ext cx="555433" cy="55543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D50A3-A015-4127-A9D1-91BE0E84DD17}">
      <dsp:nvSpPr>
        <dsp:cNvPr id="0" name=""/>
        <dsp:cNvSpPr/>
      </dsp:nvSpPr>
      <dsp:spPr>
        <a:xfrm rot="10800000">
          <a:off x="916921" y="1443043"/>
          <a:ext cx="3089026" cy="55543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31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1956 р.</a:t>
          </a:r>
          <a:endParaRPr lang="uk-UA" sz="2500" kern="1200"/>
        </a:p>
      </dsp:txBody>
      <dsp:txXfrm rot="10800000">
        <a:off x="1055779" y="1443043"/>
        <a:ext cx="2950168" cy="555433"/>
      </dsp:txXfrm>
    </dsp:sp>
    <dsp:sp modelId="{ED9A6659-D393-40C6-A035-C99E7F2E5B29}">
      <dsp:nvSpPr>
        <dsp:cNvPr id="0" name=""/>
        <dsp:cNvSpPr/>
      </dsp:nvSpPr>
      <dsp:spPr>
        <a:xfrm>
          <a:off x="639204" y="1443043"/>
          <a:ext cx="555433" cy="55543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E6B7C2-4F67-45CA-B6A1-567C866E3BE1}">
      <dsp:nvSpPr>
        <dsp:cNvPr id="0" name=""/>
        <dsp:cNvSpPr/>
      </dsp:nvSpPr>
      <dsp:spPr>
        <a:xfrm rot="10800000">
          <a:off x="916921" y="2164277"/>
          <a:ext cx="3089026" cy="55543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31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1959 р.</a:t>
          </a:r>
          <a:endParaRPr lang="uk-UA" sz="2500" kern="1200"/>
        </a:p>
      </dsp:txBody>
      <dsp:txXfrm rot="10800000">
        <a:off x="1055779" y="2164277"/>
        <a:ext cx="2950168" cy="555433"/>
      </dsp:txXfrm>
    </dsp:sp>
    <dsp:sp modelId="{FB2D5814-3744-4C65-8DBA-67F064DDECD7}">
      <dsp:nvSpPr>
        <dsp:cNvPr id="0" name=""/>
        <dsp:cNvSpPr/>
      </dsp:nvSpPr>
      <dsp:spPr>
        <a:xfrm>
          <a:off x="639204" y="2164277"/>
          <a:ext cx="555433" cy="55543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45A3F5-59D9-45D1-A132-F1D45EEAF09B}">
      <dsp:nvSpPr>
        <dsp:cNvPr id="0" name=""/>
        <dsp:cNvSpPr/>
      </dsp:nvSpPr>
      <dsp:spPr>
        <a:xfrm rot="10800000">
          <a:off x="916921" y="2885512"/>
          <a:ext cx="3089026" cy="55543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31" tIns="95250" rIns="17780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1961 р.</a:t>
          </a:r>
          <a:endParaRPr lang="uk-UA" sz="2500" kern="1200"/>
        </a:p>
      </dsp:txBody>
      <dsp:txXfrm rot="10800000">
        <a:off x="1055779" y="2885512"/>
        <a:ext cx="2950168" cy="555433"/>
      </dsp:txXfrm>
    </dsp:sp>
    <dsp:sp modelId="{F167A11E-3ACD-431B-9E2F-01783946D1BE}">
      <dsp:nvSpPr>
        <dsp:cNvPr id="0" name=""/>
        <dsp:cNvSpPr/>
      </dsp:nvSpPr>
      <dsp:spPr>
        <a:xfrm>
          <a:off x="639204" y="2885512"/>
          <a:ext cx="555433" cy="55543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0AA3F-6921-4011-A822-E1164DD18BB8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М. Руденка.</a:t>
          </a:r>
          <a:endParaRPr lang="uk-UA" sz="2800" kern="1200"/>
        </a:p>
      </dsp:txBody>
      <dsp:txXfrm rot="10800000">
        <a:off x="1129482" y="375"/>
        <a:ext cx="2913316" cy="702840"/>
      </dsp:txXfrm>
    </dsp:sp>
    <dsp:sp modelId="{B5A2A107-C09E-4FAF-AF05-02A9C2EC9329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064E48-FD49-4D0C-A0E3-8214F9BB140F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В. Марченка.</a:t>
          </a:r>
          <a:endParaRPr lang="uk-UA" sz="2800" kern="1200"/>
        </a:p>
      </dsp:txBody>
      <dsp:txXfrm rot="10800000">
        <a:off x="1129482" y="913018"/>
        <a:ext cx="2913316" cy="702840"/>
      </dsp:txXfrm>
    </dsp:sp>
    <dsp:sp modelId="{B5EDA8C7-FEA3-402F-B1EE-10AA03113ED5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0B8594-9B41-48CE-BC81-F78BEDBBC90F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Л. Лук’яненка.</a:t>
          </a:r>
          <a:endParaRPr lang="uk-UA" sz="2800" kern="1200"/>
        </a:p>
      </dsp:txBody>
      <dsp:txXfrm rot="10800000">
        <a:off x="1129482" y="1825661"/>
        <a:ext cx="2913316" cy="702840"/>
      </dsp:txXfrm>
    </dsp:sp>
    <dsp:sp modelId="{30232436-0BF6-47E1-B4E7-CCBFF6BED4B2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DA805-DCEB-46F8-BCEA-B3E0A7D46FE8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0" i="0" kern="1200"/>
            <a:t>П. Григоренка.</a:t>
          </a:r>
          <a:endParaRPr lang="uk-UA" sz="2800" kern="1200"/>
        </a:p>
      </dsp:txBody>
      <dsp:txXfrm rot="10800000">
        <a:off x="1129482" y="2738304"/>
        <a:ext cx="2913316" cy="702840"/>
      </dsp:txXfrm>
    </dsp:sp>
    <dsp:sp modelId="{F48DC202-599E-40F0-A35C-70214E2104A2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93490A-F4B8-431A-AC53-FA1CACA46FD6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відмова від ідеологічного диктату</a:t>
          </a:r>
          <a:endParaRPr lang="uk-UA" sz="1900" kern="1200"/>
        </a:p>
      </dsp:txBody>
      <dsp:txXfrm rot="10800000">
        <a:off x="1129482" y="375"/>
        <a:ext cx="2913316" cy="702840"/>
      </dsp:txXfrm>
    </dsp:sp>
    <dsp:sp modelId="{7F7CC593-E8F8-4386-8C06-14E9ED43E2FA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F2B9C5-DA36-454C-BAB1-70454C613F84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згортання політики русифікації</a:t>
          </a:r>
          <a:endParaRPr lang="uk-UA" sz="1900" kern="1200"/>
        </a:p>
      </dsp:txBody>
      <dsp:txXfrm rot="10800000">
        <a:off x="1129482" y="913018"/>
        <a:ext cx="2913316" cy="702840"/>
      </dsp:txXfrm>
    </dsp:sp>
    <dsp:sp modelId="{92D9F30A-8501-44CF-807C-144E5788C2F7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3123DA-8B46-475E-BEF2-3A1A41D85ED6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припинення атеїстичної пропаганди</a:t>
          </a:r>
          <a:endParaRPr lang="uk-UA" sz="1900" kern="1200"/>
        </a:p>
      </dsp:txBody>
      <dsp:txXfrm rot="10800000">
        <a:off x="1129482" y="1825661"/>
        <a:ext cx="2913316" cy="702840"/>
      </dsp:txXfrm>
    </dsp:sp>
    <dsp:sp modelId="{7F35D701-37FA-4D01-8B0F-BCC557236B2A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FADCFE-D82F-433E-ACE8-69A777F6B500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зародження дисидентського руху</a:t>
          </a:r>
          <a:endParaRPr lang="uk-UA" sz="1900" kern="1200"/>
        </a:p>
      </dsp:txBody>
      <dsp:txXfrm rot="10800000">
        <a:off x="1129482" y="2738304"/>
        <a:ext cx="2913316" cy="702840"/>
      </dsp:txXfrm>
    </dsp:sp>
    <dsp:sp modelId="{0008E712-B6BE-4F16-B280-50745DAC0085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3E7BF4-89DC-46C2-8158-2FC3432D6B6F}">
      <dsp:nvSpPr>
        <dsp:cNvPr id="0" name=""/>
        <dsp:cNvSpPr/>
      </dsp:nvSpPr>
      <dsp:spPr>
        <a:xfrm>
          <a:off x="0" y="131098"/>
          <a:ext cx="9604375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ХХ з’їзд КПРС започаткував процес реабілітації необґрунтовано репресованих осіб, але через опір сталіністів він не відзначався масштабністю й системністю проведення.</a:t>
          </a:r>
          <a:endParaRPr lang="uk-UA" sz="1900" kern="1200"/>
        </a:p>
      </dsp:txBody>
      <dsp:txXfrm>
        <a:off x="36896" y="167994"/>
        <a:ext cx="9530583" cy="682028"/>
      </dsp:txXfrm>
    </dsp:sp>
    <dsp:sp modelId="{7D025D66-AEAF-413A-8173-A0980C2392EB}">
      <dsp:nvSpPr>
        <dsp:cNvPr id="0" name=""/>
        <dsp:cNvSpPr/>
      </dsp:nvSpPr>
      <dsp:spPr>
        <a:xfrm>
          <a:off x="0" y="941638"/>
          <a:ext cx="9604375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 УРСР до кінця 1959 р. реабілітували 58% загальної кількості засуджених, при цьому реабілітації не підлягали жертви політичних репресій до 1 грудня 1934 р.</a:t>
          </a:r>
          <a:endParaRPr lang="uk-UA" sz="1900" kern="1200"/>
        </a:p>
      </dsp:txBody>
      <dsp:txXfrm>
        <a:off x="36896" y="978534"/>
        <a:ext cx="9530583" cy="682028"/>
      </dsp:txXfrm>
    </dsp:sp>
    <dsp:sp modelId="{8F58B2B2-DD3A-4833-91A1-E15E0D53D1F6}">
      <dsp:nvSpPr>
        <dsp:cNvPr id="0" name=""/>
        <dsp:cNvSpPr/>
      </dsp:nvSpPr>
      <dsp:spPr>
        <a:xfrm>
          <a:off x="0" y="1752179"/>
          <a:ext cx="9604375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1954 р. став першим роком десталінізації – Президія Верховної Ради СРСР ухвалила рішення про повернення на батьківщину незаконно депортованих кримських татар.</a:t>
          </a:r>
          <a:endParaRPr lang="uk-UA" sz="1900" kern="1200"/>
        </a:p>
      </dsp:txBody>
      <dsp:txXfrm>
        <a:off x="36896" y="1789075"/>
        <a:ext cx="9530583" cy="682028"/>
      </dsp:txXfrm>
    </dsp:sp>
    <dsp:sp modelId="{E2F6BBC0-1229-4D6B-B653-269D958E0C95}">
      <dsp:nvSpPr>
        <dsp:cNvPr id="0" name=""/>
        <dsp:cNvSpPr/>
      </dsp:nvSpPr>
      <dsp:spPr>
        <a:xfrm>
          <a:off x="0" y="2562719"/>
          <a:ext cx="9604375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Упродовж другої половини 1950-х рр. в Україні влада водночас із реабілітацією жертв політичних репресій продовжувала боротьбу з «безрідним космополітизмом».</a:t>
          </a:r>
          <a:endParaRPr lang="uk-UA" sz="1900" kern="1200"/>
        </a:p>
      </dsp:txBody>
      <dsp:txXfrm>
        <a:off x="36896" y="2599615"/>
        <a:ext cx="9530583" cy="6820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8031B-0B29-444D-85B9-11CB42684F31}">
      <dsp:nvSpPr>
        <dsp:cNvPr id="0" name=""/>
        <dsp:cNvSpPr/>
      </dsp:nvSpPr>
      <dsp:spPr>
        <a:xfrm>
          <a:off x="601816" y="0"/>
          <a:ext cx="3441520" cy="344152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B920B7-2126-4BA9-8FBA-8183A2542DA2}">
      <dsp:nvSpPr>
        <dsp:cNvPr id="0" name=""/>
        <dsp:cNvSpPr/>
      </dsp:nvSpPr>
      <dsp:spPr>
        <a:xfrm>
          <a:off x="928760" y="326944"/>
          <a:ext cx="1342192" cy="13421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1947 р.</a:t>
          </a:r>
          <a:endParaRPr lang="uk-UA" sz="3400" kern="1200"/>
        </a:p>
      </dsp:txBody>
      <dsp:txXfrm>
        <a:off x="994280" y="392464"/>
        <a:ext cx="1211152" cy="1211152"/>
      </dsp:txXfrm>
    </dsp:sp>
    <dsp:sp modelId="{38895DA5-2C63-4F89-BDDD-E18330741840}">
      <dsp:nvSpPr>
        <dsp:cNvPr id="0" name=""/>
        <dsp:cNvSpPr/>
      </dsp:nvSpPr>
      <dsp:spPr>
        <a:xfrm>
          <a:off x="2374198" y="326944"/>
          <a:ext cx="1342192" cy="13421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1956 р.</a:t>
          </a:r>
          <a:endParaRPr lang="uk-UA" sz="3400" kern="1200"/>
        </a:p>
      </dsp:txBody>
      <dsp:txXfrm>
        <a:off x="2439718" y="392464"/>
        <a:ext cx="1211152" cy="1211152"/>
      </dsp:txXfrm>
    </dsp:sp>
    <dsp:sp modelId="{AD1ED987-FCEC-4792-AF19-E6735F2B796A}">
      <dsp:nvSpPr>
        <dsp:cNvPr id="0" name=""/>
        <dsp:cNvSpPr/>
      </dsp:nvSpPr>
      <dsp:spPr>
        <a:xfrm>
          <a:off x="928760" y="1772382"/>
          <a:ext cx="1342192" cy="13421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1964 р.</a:t>
          </a:r>
          <a:endParaRPr lang="uk-UA" sz="3400" kern="1200"/>
        </a:p>
      </dsp:txBody>
      <dsp:txXfrm>
        <a:off x="994280" y="1837902"/>
        <a:ext cx="1211152" cy="1211152"/>
      </dsp:txXfrm>
    </dsp:sp>
    <dsp:sp modelId="{1A23FF36-C6E3-46B9-9877-08908EFD4E8A}">
      <dsp:nvSpPr>
        <dsp:cNvPr id="0" name=""/>
        <dsp:cNvSpPr/>
      </dsp:nvSpPr>
      <dsp:spPr>
        <a:xfrm>
          <a:off x="2374198" y="1772382"/>
          <a:ext cx="1342192" cy="13421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1972 р.</a:t>
          </a:r>
          <a:endParaRPr lang="uk-UA" sz="3400" kern="1200"/>
        </a:p>
      </dsp:txBody>
      <dsp:txXfrm>
        <a:off x="2439718" y="1837902"/>
        <a:ext cx="1211152" cy="121115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5E1BA-0D3D-46D3-8730-B6E4039AA47C}">
      <dsp:nvSpPr>
        <dsp:cNvPr id="0" name=""/>
        <dsp:cNvSpPr/>
      </dsp:nvSpPr>
      <dsp:spPr>
        <a:xfrm>
          <a:off x="0" y="42462"/>
          <a:ext cx="464515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Ліквідація ГУЛАГу, відновлення в правах незаконно звинувачених і засуджених осіб.</a:t>
          </a:r>
          <a:endParaRPr lang="uk-UA" sz="1700" kern="1200"/>
        </a:p>
      </dsp:txBody>
      <dsp:txXfrm>
        <a:off x="46424" y="88886"/>
        <a:ext cx="4552304" cy="858142"/>
      </dsp:txXfrm>
    </dsp:sp>
    <dsp:sp modelId="{2F1B3A17-B111-4600-AB34-80607135C302}">
      <dsp:nvSpPr>
        <dsp:cNvPr id="0" name=""/>
        <dsp:cNvSpPr/>
      </dsp:nvSpPr>
      <dsp:spPr>
        <a:xfrm>
          <a:off x="0" y="1042413"/>
          <a:ext cx="464515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Скасування монополії КПРС на владу, передання влади З'їзду народних депутатів СРСР.</a:t>
          </a:r>
          <a:endParaRPr lang="uk-UA" sz="1700" kern="1200"/>
        </a:p>
      </dsp:txBody>
      <dsp:txXfrm>
        <a:off x="46424" y="1088837"/>
        <a:ext cx="4552304" cy="858142"/>
      </dsp:txXfrm>
    </dsp:sp>
    <dsp:sp modelId="{6E86A11F-E96A-430D-8FFB-AC7F4D6A94D1}">
      <dsp:nvSpPr>
        <dsp:cNvPr id="0" name=""/>
        <dsp:cNvSpPr/>
      </dsp:nvSpPr>
      <dsp:spPr>
        <a:xfrm>
          <a:off x="0" y="2042364"/>
          <a:ext cx="464515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Реорганізація партійного апарату та створення національних комуністичних партій.</a:t>
          </a:r>
          <a:endParaRPr lang="uk-UA" sz="1700" kern="1200"/>
        </a:p>
      </dsp:txBody>
      <dsp:txXfrm>
        <a:off x="46424" y="2088788"/>
        <a:ext cx="4552304" cy="858142"/>
      </dsp:txXfrm>
    </dsp:sp>
    <dsp:sp modelId="{F10AFC4B-9DD1-4F9E-9DA7-157A157C62F2}">
      <dsp:nvSpPr>
        <dsp:cNvPr id="0" name=""/>
        <dsp:cNvSpPr/>
      </dsp:nvSpPr>
      <dsp:spPr>
        <a:xfrm>
          <a:off x="0" y="3042314"/>
          <a:ext cx="4645152" cy="9509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Лібералізація державної політики щодо церкви, розширення мережі церковних громад.</a:t>
          </a:r>
          <a:endParaRPr lang="uk-UA" sz="1700" kern="1200"/>
        </a:p>
      </dsp:txBody>
      <dsp:txXfrm>
        <a:off x="46424" y="3088738"/>
        <a:ext cx="4552304" cy="85814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2B8C4-C0E8-42EF-92B8-B9FF1946D42D}">
      <dsp:nvSpPr>
        <dsp:cNvPr id="0" name=""/>
        <dsp:cNvSpPr/>
      </dsp:nvSpPr>
      <dsp:spPr>
        <a:xfrm>
          <a:off x="0" y="47569"/>
          <a:ext cx="4645025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«відбудови».</a:t>
          </a:r>
          <a:endParaRPr lang="uk-UA" sz="3200" kern="1200"/>
        </a:p>
      </dsp:txBody>
      <dsp:txXfrm>
        <a:off x="37467" y="85036"/>
        <a:ext cx="4570091" cy="692586"/>
      </dsp:txXfrm>
    </dsp:sp>
    <dsp:sp modelId="{E3EE5517-F659-4497-A7A4-41746382BBC1}">
      <dsp:nvSpPr>
        <dsp:cNvPr id="0" name=""/>
        <dsp:cNvSpPr/>
      </dsp:nvSpPr>
      <dsp:spPr>
        <a:xfrm>
          <a:off x="0" y="907249"/>
          <a:ext cx="4645025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«відлиги».</a:t>
          </a:r>
          <a:endParaRPr lang="uk-UA" sz="3200" kern="1200"/>
        </a:p>
      </dsp:txBody>
      <dsp:txXfrm>
        <a:off x="37467" y="944716"/>
        <a:ext cx="4570091" cy="692586"/>
      </dsp:txXfrm>
    </dsp:sp>
    <dsp:sp modelId="{FDE2C8FF-FA90-4E77-AB70-82838ECCCE5B}">
      <dsp:nvSpPr>
        <dsp:cNvPr id="0" name=""/>
        <dsp:cNvSpPr/>
      </dsp:nvSpPr>
      <dsp:spPr>
        <a:xfrm>
          <a:off x="0" y="1766929"/>
          <a:ext cx="4645025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«застою».</a:t>
          </a:r>
          <a:endParaRPr lang="uk-UA" sz="3200" kern="1200"/>
        </a:p>
      </dsp:txBody>
      <dsp:txXfrm>
        <a:off x="37467" y="1804396"/>
        <a:ext cx="4570091" cy="692586"/>
      </dsp:txXfrm>
    </dsp:sp>
    <dsp:sp modelId="{4DD6BA6E-F1AF-4A5D-9643-B8256C4B3957}">
      <dsp:nvSpPr>
        <dsp:cNvPr id="0" name=""/>
        <dsp:cNvSpPr/>
      </dsp:nvSpPr>
      <dsp:spPr>
        <a:xfrm>
          <a:off x="0" y="2626610"/>
          <a:ext cx="4645025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kern="1200"/>
            <a:t>«перебудови».</a:t>
          </a:r>
          <a:endParaRPr lang="uk-UA" sz="3200" kern="1200"/>
        </a:p>
      </dsp:txBody>
      <dsp:txXfrm>
        <a:off x="37467" y="2664077"/>
        <a:ext cx="4570091" cy="69258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6A852-538D-4D4C-9EF2-A976B5498BB0}">
      <dsp:nvSpPr>
        <dsp:cNvPr id="0" name=""/>
        <dsp:cNvSpPr/>
      </dsp:nvSpPr>
      <dsp:spPr>
        <a:xfrm rot="10800000">
          <a:off x="954152" y="193"/>
          <a:ext cx="3089026" cy="7043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603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«лібералізація»</a:t>
          </a:r>
          <a:endParaRPr lang="uk-UA" sz="2000" kern="1200"/>
        </a:p>
      </dsp:txBody>
      <dsp:txXfrm rot="10800000">
        <a:off x="1130242" y="193"/>
        <a:ext cx="2912936" cy="704359"/>
      </dsp:txXfrm>
    </dsp:sp>
    <dsp:sp modelId="{50440C5C-B534-4ADE-85FA-B768B50FFE35}">
      <dsp:nvSpPr>
        <dsp:cNvPr id="0" name=""/>
        <dsp:cNvSpPr/>
      </dsp:nvSpPr>
      <dsp:spPr>
        <a:xfrm>
          <a:off x="601973" y="193"/>
          <a:ext cx="704359" cy="7043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C472F9-A7C8-4A8F-B683-C698F8971E1D}">
      <dsp:nvSpPr>
        <dsp:cNvPr id="0" name=""/>
        <dsp:cNvSpPr/>
      </dsp:nvSpPr>
      <dsp:spPr>
        <a:xfrm rot="10800000">
          <a:off x="954152" y="914809"/>
          <a:ext cx="3089026" cy="7043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603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«дисидентство»</a:t>
          </a:r>
          <a:endParaRPr lang="uk-UA" sz="2000" kern="1200"/>
        </a:p>
      </dsp:txBody>
      <dsp:txXfrm rot="10800000">
        <a:off x="1130242" y="914809"/>
        <a:ext cx="2912936" cy="704359"/>
      </dsp:txXfrm>
    </dsp:sp>
    <dsp:sp modelId="{59D42869-5F1C-49C4-B96C-D52734D67D82}">
      <dsp:nvSpPr>
        <dsp:cNvPr id="0" name=""/>
        <dsp:cNvSpPr/>
      </dsp:nvSpPr>
      <dsp:spPr>
        <a:xfrm>
          <a:off x="601973" y="914809"/>
          <a:ext cx="704359" cy="7043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FE414-FB82-4B8A-9916-685D553FD6DB}">
      <dsp:nvSpPr>
        <dsp:cNvPr id="0" name=""/>
        <dsp:cNvSpPr/>
      </dsp:nvSpPr>
      <dsp:spPr>
        <a:xfrm rot="10800000">
          <a:off x="954152" y="1829425"/>
          <a:ext cx="3089026" cy="7043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603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«шістдесятники»</a:t>
          </a:r>
          <a:endParaRPr lang="uk-UA" sz="2000" kern="1200"/>
        </a:p>
      </dsp:txBody>
      <dsp:txXfrm rot="10800000">
        <a:off x="1130242" y="1829425"/>
        <a:ext cx="2912936" cy="704359"/>
      </dsp:txXfrm>
    </dsp:sp>
    <dsp:sp modelId="{D388E434-5A22-46AF-9CDF-386360158732}">
      <dsp:nvSpPr>
        <dsp:cNvPr id="0" name=""/>
        <dsp:cNvSpPr/>
      </dsp:nvSpPr>
      <dsp:spPr>
        <a:xfrm>
          <a:off x="601973" y="1829425"/>
          <a:ext cx="704359" cy="7043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04C50F-3165-49E8-89CC-0A60560B1CBA}">
      <dsp:nvSpPr>
        <dsp:cNvPr id="0" name=""/>
        <dsp:cNvSpPr/>
      </dsp:nvSpPr>
      <dsp:spPr>
        <a:xfrm rot="10800000">
          <a:off x="954152" y="2744042"/>
          <a:ext cx="3089026" cy="7043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0603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«реабілітація»</a:t>
          </a:r>
          <a:endParaRPr lang="uk-UA" sz="2000" kern="1200"/>
        </a:p>
      </dsp:txBody>
      <dsp:txXfrm rot="10800000">
        <a:off x="1130242" y="2744042"/>
        <a:ext cx="2912936" cy="704359"/>
      </dsp:txXfrm>
    </dsp:sp>
    <dsp:sp modelId="{983EDFDB-8A22-40A3-AE04-BE7D410CF58A}">
      <dsp:nvSpPr>
        <dsp:cNvPr id="0" name=""/>
        <dsp:cNvSpPr/>
      </dsp:nvSpPr>
      <dsp:spPr>
        <a:xfrm>
          <a:off x="601973" y="2744042"/>
          <a:ext cx="704359" cy="7043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DBFA65-BEF4-4AB0-8522-0E3858AE2CA8}">
      <dsp:nvSpPr>
        <dsp:cNvPr id="0" name=""/>
        <dsp:cNvSpPr/>
      </dsp:nvSpPr>
      <dsp:spPr>
        <a:xfrm>
          <a:off x="0" y="492"/>
          <a:ext cx="57782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34BDD-DF23-4DD6-89BA-18B630D0C1CE}">
      <dsp:nvSpPr>
        <dsp:cNvPr id="0" name=""/>
        <dsp:cNvSpPr/>
      </dsp:nvSpPr>
      <dsp:spPr>
        <a:xfrm>
          <a:off x="0" y="492"/>
          <a:ext cx="5778229" cy="80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1" kern="1200"/>
            <a:t>«…Зняти з обліку спецпоселення і звільнити з-під адміністративного нагляду органів МВС греків, болгар, вірмен та членів їх сімей, виселених з Криму в 1944 р.»</a:t>
          </a:r>
          <a:endParaRPr lang="uk-UA" sz="1200" kern="1200"/>
        </a:p>
      </dsp:txBody>
      <dsp:txXfrm>
        <a:off x="0" y="492"/>
        <a:ext cx="5778229" cy="806956"/>
      </dsp:txXfrm>
    </dsp:sp>
    <dsp:sp modelId="{51F001AF-15E2-449C-BC0A-DE7A264D5F30}">
      <dsp:nvSpPr>
        <dsp:cNvPr id="0" name=""/>
        <dsp:cNvSpPr/>
      </dsp:nvSpPr>
      <dsp:spPr>
        <a:xfrm>
          <a:off x="0" y="807449"/>
          <a:ext cx="57782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804AC-709E-4675-A398-EA76EA710689}">
      <dsp:nvSpPr>
        <dsp:cNvPr id="0" name=""/>
        <dsp:cNvSpPr/>
      </dsp:nvSpPr>
      <dsp:spPr>
        <a:xfrm>
          <a:off x="0" y="807449"/>
          <a:ext cx="5778229" cy="80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1" kern="1200"/>
            <a:t>«Затвердити… передачу Кримської області зі складу Російської Радянської Федеративної Соціалістичної Республіки до складу Української Радянської Соціалістичної Республіки…»</a:t>
          </a:r>
          <a:endParaRPr lang="uk-UA" sz="1200" kern="1200"/>
        </a:p>
      </dsp:txBody>
      <dsp:txXfrm>
        <a:off x="0" y="807449"/>
        <a:ext cx="5778229" cy="806956"/>
      </dsp:txXfrm>
    </dsp:sp>
    <dsp:sp modelId="{83DF13E8-763D-4FBD-9A29-AF40E7F3B66E}">
      <dsp:nvSpPr>
        <dsp:cNvPr id="0" name=""/>
        <dsp:cNvSpPr/>
      </dsp:nvSpPr>
      <dsp:spPr>
        <a:xfrm>
          <a:off x="0" y="1614405"/>
          <a:ext cx="57782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5BCBAE-576D-4BC2-BD43-E3EDCE44B16D}">
      <dsp:nvSpPr>
        <dsp:cNvPr id="0" name=""/>
        <dsp:cNvSpPr/>
      </dsp:nvSpPr>
      <dsp:spPr>
        <a:xfrm>
          <a:off x="0" y="1614405"/>
          <a:ext cx="5778229" cy="80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1" kern="1200"/>
            <a:t>«…Поетів тоді називали формалістами за шукання своєї індивідуальності. Насправді, за шуканням істини замість ідеї, спущеної зверху для оспівування, …за опір, протистояння офіційній літературі та всьому апаратові будівничих казарм…»</a:t>
          </a:r>
          <a:endParaRPr lang="uk-UA" sz="1200" kern="1200"/>
        </a:p>
      </dsp:txBody>
      <dsp:txXfrm>
        <a:off x="0" y="1614405"/>
        <a:ext cx="5778229" cy="806956"/>
      </dsp:txXfrm>
    </dsp:sp>
    <dsp:sp modelId="{49793924-60B0-42E6-945C-E9B50DD62A1D}">
      <dsp:nvSpPr>
        <dsp:cNvPr id="0" name=""/>
        <dsp:cNvSpPr/>
      </dsp:nvSpPr>
      <dsp:spPr>
        <a:xfrm>
          <a:off x="0" y="2421362"/>
          <a:ext cx="57782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5DAB0-D4C9-4948-BEC4-E4A812394FCD}">
      <dsp:nvSpPr>
        <dsp:cNvPr id="0" name=""/>
        <dsp:cNvSpPr/>
      </dsp:nvSpPr>
      <dsp:spPr>
        <a:xfrm>
          <a:off x="0" y="2421362"/>
          <a:ext cx="5778229" cy="80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1" kern="1200"/>
            <a:t>«…Завдання полягає в підготовці народу до нового масового руху за національну свободу. Для такої праці потрібні не скоростріл з багнетом, а натхненне слово з вірою в перемогу…»</a:t>
          </a:r>
          <a:endParaRPr lang="uk-UA" sz="1200" kern="1200"/>
        </a:p>
      </dsp:txBody>
      <dsp:txXfrm>
        <a:off x="0" y="2421362"/>
        <a:ext cx="5778229" cy="806956"/>
      </dsp:txXfrm>
    </dsp:sp>
    <dsp:sp modelId="{4E2CBCB6-3A89-4037-8D8B-3354ACE8960B}">
      <dsp:nvSpPr>
        <dsp:cNvPr id="0" name=""/>
        <dsp:cNvSpPr/>
      </dsp:nvSpPr>
      <dsp:spPr>
        <a:xfrm>
          <a:off x="0" y="3228318"/>
          <a:ext cx="57782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102C1-E527-4EAE-8A09-B5CC171B8DA7}">
      <dsp:nvSpPr>
        <dsp:cNvPr id="0" name=""/>
        <dsp:cNvSpPr/>
      </dsp:nvSpPr>
      <dsp:spPr>
        <a:xfrm>
          <a:off x="0" y="3228318"/>
          <a:ext cx="5778229" cy="80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b="0" i="1" kern="1200"/>
            <a:t>«…Для цього необхідно: по-більшовицькому засудити і викорінити як несумісний з принципами партійного керівництва і нормами партійного життя культ особистості, вести боротьбу проти спроб відродити його в тій чи іншій формі…»</a:t>
          </a:r>
          <a:endParaRPr lang="uk-UA" sz="1200" kern="1200"/>
        </a:p>
      </dsp:txBody>
      <dsp:txXfrm>
        <a:off x="0" y="3228318"/>
        <a:ext cx="5778229" cy="80695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E9008-5D1D-4E4B-837A-AD84D9C11C8A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21920" rIns="227584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Й. Сталін</a:t>
          </a:r>
          <a:endParaRPr lang="uk-UA" sz="3200" kern="1200"/>
        </a:p>
      </dsp:txBody>
      <dsp:txXfrm rot="10800000">
        <a:off x="1129482" y="375"/>
        <a:ext cx="2913316" cy="702840"/>
      </dsp:txXfrm>
    </dsp:sp>
    <dsp:sp modelId="{1B8E2584-64EC-48DD-AFA4-77D3A044C619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609A85-050D-4130-B2C9-5350A821577A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21920" rIns="227584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М. Хрущов</a:t>
          </a:r>
          <a:endParaRPr lang="uk-UA" sz="3200" kern="1200"/>
        </a:p>
      </dsp:txBody>
      <dsp:txXfrm rot="10800000">
        <a:off x="1129482" y="913018"/>
        <a:ext cx="2913316" cy="702840"/>
      </dsp:txXfrm>
    </dsp:sp>
    <dsp:sp modelId="{D3872C57-0CD9-4C52-BFF2-C4042FA8A7FB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FF1B73-5DD3-445A-AE6B-8BCF8F70D9B6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21920" rIns="227584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Л. Брежнєв</a:t>
          </a:r>
          <a:endParaRPr lang="uk-UA" sz="3200" kern="1200"/>
        </a:p>
      </dsp:txBody>
      <dsp:txXfrm rot="10800000">
        <a:off x="1129482" y="1825661"/>
        <a:ext cx="2913316" cy="702840"/>
      </dsp:txXfrm>
    </dsp:sp>
    <dsp:sp modelId="{A3F2067E-3357-4C70-B654-E158A865C165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DB4C73-2455-4674-94C6-4114D900DF06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21920" rIns="227584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М. Горбачов</a:t>
          </a:r>
          <a:endParaRPr lang="uk-UA" sz="3200" kern="1200"/>
        </a:p>
      </dsp:txBody>
      <dsp:txXfrm rot="10800000">
        <a:off x="1129482" y="2738304"/>
        <a:ext cx="2913316" cy="702840"/>
      </dsp:txXfrm>
    </dsp:sp>
    <dsp:sp modelId="{3C855AD6-DFB1-4F3E-B5F4-DB3E33412782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63D8B0-8338-4ABE-9CBC-112548156565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Закарпаття</a:t>
          </a:r>
          <a:endParaRPr lang="uk-UA" sz="2400" kern="1200"/>
        </a:p>
      </dsp:txBody>
      <dsp:txXfrm rot="10800000">
        <a:off x="1129482" y="375"/>
        <a:ext cx="2913316" cy="702840"/>
      </dsp:txXfrm>
    </dsp:sp>
    <dsp:sp modelId="{E11F516C-F8EB-481B-BA36-6F43D24E87E4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2AA556-47DE-42AE-A9A4-470F8AD76163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Східна Галичина</a:t>
          </a:r>
          <a:endParaRPr lang="uk-UA" sz="2400" kern="1200"/>
        </a:p>
      </dsp:txBody>
      <dsp:txXfrm rot="10800000">
        <a:off x="1129482" y="913018"/>
        <a:ext cx="2913316" cy="702840"/>
      </dsp:txXfrm>
    </dsp:sp>
    <dsp:sp modelId="{A3CBEB20-FBD0-46BA-B64B-328A1FC3F15C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818734-7788-40F4-8133-144785096255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Крим</a:t>
          </a:r>
          <a:endParaRPr lang="uk-UA" sz="2400" kern="1200"/>
        </a:p>
      </dsp:txBody>
      <dsp:txXfrm rot="10800000">
        <a:off x="1129482" y="1825661"/>
        <a:ext cx="2913316" cy="702840"/>
      </dsp:txXfrm>
    </dsp:sp>
    <dsp:sp modelId="{51C155AA-3DFC-4FBB-9DB5-5E9436378896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E6FBAB-5FB6-4A52-A5D8-3ED6C56BF0FF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Північна Буковина</a:t>
          </a:r>
          <a:endParaRPr lang="uk-UA" sz="2400" kern="1200"/>
        </a:p>
      </dsp:txBody>
      <dsp:txXfrm rot="10800000">
        <a:off x="1129482" y="2738304"/>
        <a:ext cx="2913316" cy="702840"/>
      </dsp:txXfrm>
    </dsp:sp>
    <dsp:sp modelId="{C1C87789-0E58-43D4-B69C-E4E5DA4BA70F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422069-0672-45FC-B009-8AD4492699E9}">
      <dsp:nvSpPr>
        <dsp:cNvPr id="0" name=""/>
        <dsp:cNvSpPr/>
      </dsp:nvSpPr>
      <dsp:spPr>
        <a:xfrm rot="10800000">
          <a:off x="892796" y="1464"/>
          <a:ext cx="3089026" cy="458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378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«шістдесятники»</a:t>
          </a:r>
          <a:endParaRPr lang="uk-UA" sz="2000" kern="1200"/>
        </a:p>
      </dsp:txBody>
      <dsp:txXfrm rot="10800000">
        <a:off x="1007530" y="1464"/>
        <a:ext cx="2974292" cy="458935"/>
      </dsp:txXfrm>
    </dsp:sp>
    <dsp:sp modelId="{3315C713-36C0-4F42-ADE3-56B298C4BA89}">
      <dsp:nvSpPr>
        <dsp:cNvPr id="0" name=""/>
        <dsp:cNvSpPr/>
      </dsp:nvSpPr>
      <dsp:spPr>
        <a:xfrm>
          <a:off x="663329" y="1464"/>
          <a:ext cx="458935" cy="45893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E269FF-8C79-4BB6-91F6-19966F2DC94F}">
      <dsp:nvSpPr>
        <dsp:cNvPr id="0" name=""/>
        <dsp:cNvSpPr/>
      </dsp:nvSpPr>
      <dsp:spPr>
        <a:xfrm rot="10800000">
          <a:off x="892796" y="597395"/>
          <a:ext cx="3089026" cy="458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378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«лібералізація»</a:t>
          </a:r>
          <a:endParaRPr lang="uk-UA" sz="2000" kern="1200"/>
        </a:p>
      </dsp:txBody>
      <dsp:txXfrm rot="10800000">
        <a:off x="1007530" y="597395"/>
        <a:ext cx="2974292" cy="458935"/>
      </dsp:txXfrm>
    </dsp:sp>
    <dsp:sp modelId="{7D1101D6-6069-4CE1-B292-C20AE5413DA9}">
      <dsp:nvSpPr>
        <dsp:cNvPr id="0" name=""/>
        <dsp:cNvSpPr/>
      </dsp:nvSpPr>
      <dsp:spPr>
        <a:xfrm>
          <a:off x="663329" y="597395"/>
          <a:ext cx="458935" cy="45893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68DFCE-04F0-4CA2-BAD6-1D823CBEE49F}">
      <dsp:nvSpPr>
        <dsp:cNvPr id="0" name=""/>
        <dsp:cNvSpPr/>
      </dsp:nvSpPr>
      <dsp:spPr>
        <a:xfrm rot="10800000">
          <a:off x="892796" y="1193326"/>
          <a:ext cx="3089026" cy="458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378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«ждановщина»</a:t>
          </a:r>
          <a:endParaRPr lang="uk-UA" sz="2000" kern="1200"/>
        </a:p>
      </dsp:txBody>
      <dsp:txXfrm rot="10800000">
        <a:off x="1007530" y="1193326"/>
        <a:ext cx="2974292" cy="458935"/>
      </dsp:txXfrm>
    </dsp:sp>
    <dsp:sp modelId="{42583030-565C-4BEB-B809-C2659F249C97}">
      <dsp:nvSpPr>
        <dsp:cNvPr id="0" name=""/>
        <dsp:cNvSpPr/>
      </dsp:nvSpPr>
      <dsp:spPr>
        <a:xfrm>
          <a:off x="663329" y="1193326"/>
          <a:ext cx="458935" cy="45893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7BE493-9F0B-4C20-8F5C-9EB63D8E3574}">
      <dsp:nvSpPr>
        <dsp:cNvPr id="0" name=""/>
        <dsp:cNvSpPr/>
      </dsp:nvSpPr>
      <dsp:spPr>
        <a:xfrm rot="10800000">
          <a:off x="892796" y="1789257"/>
          <a:ext cx="3089026" cy="458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378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«дисиденство»</a:t>
          </a:r>
          <a:endParaRPr lang="uk-UA" sz="2000" kern="1200"/>
        </a:p>
      </dsp:txBody>
      <dsp:txXfrm rot="10800000">
        <a:off x="1007530" y="1789257"/>
        <a:ext cx="2974292" cy="458935"/>
      </dsp:txXfrm>
    </dsp:sp>
    <dsp:sp modelId="{C5D7D06E-2CF4-47D1-BC6D-58AA2020C585}">
      <dsp:nvSpPr>
        <dsp:cNvPr id="0" name=""/>
        <dsp:cNvSpPr/>
      </dsp:nvSpPr>
      <dsp:spPr>
        <a:xfrm>
          <a:off x="663329" y="1789257"/>
          <a:ext cx="458935" cy="45893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6E43B3-DAB1-44C4-99A5-35EF988206E3}">
      <dsp:nvSpPr>
        <dsp:cNvPr id="0" name=""/>
        <dsp:cNvSpPr/>
      </dsp:nvSpPr>
      <dsp:spPr>
        <a:xfrm rot="10800000">
          <a:off x="892796" y="2385189"/>
          <a:ext cx="3089026" cy="458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378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«рух Опору»</a:t>
          </a:r>
          <a:endParaRPr lang="uk-UA" sz="2000" kern="1200"/>
        </a:p>
      </dsp:txBody>
      <dsp:txXfrm rot="10800000">
        <a:off x="1007530" y="2385189"/>
        <a:ext cx="2974292" cy="458935"/>
      </dsp:txXfrm>
    </dsp:sp>
    <dsp:sp modelId="{1638D814-07F7-43C4-95AA-3808BE52FD59}">
      <dsp:nvSpPr>
        <dsp:cNvPr id="0" name=""/>
        <dsp:cNvSpPr/>
      </dsp:nvSpPr>
      <dsp:spPr>
        <a:xfrm>
          <a:off x="663329" y="2385189"/>
          <a:ext cx="458935" cy="45893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61868A-48C3-47B9-A4F2-AFED7EC4F308}">
      <dsp:nvSpPr>
        <dsp:cNvPr id="0" name=""/>
        <dsp:cNvSpPr/>
      </dsp:nvSpPr>
      <dsp:spPr>
        <a:xfrm rot="10800000">
          <a:off x="892796" y="2981120"/>
          <a:ext cx="3089026" cy="45893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378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«гласність»</a:t>
          </a:r>
          <a:endParaRPr lang="uk-UA" sz="2000" kern="1200"/>
        </a:p>
      </dsp:txBody>
      <dsp:txXfrm rot="10800000">
        <a:off x="1007530" y="2981120"/>
        <a:ext cx="2974292" cy="458935"/>
      </dsp:txXfrm>
    </dsp:sp>
    <dsp:sp modelId="{C183B2C1-4A7E-472C-9875-99665157806C}">
      <dsp:nvSpPr>
        <dsp:cNvPr id="0" name=""/>
        <dsp:cNvSpPr/>
      </dsp:nvSpPr>
      <dsp:spPr>
        <a:xfrm>
          <a:off x="663329" y="2981120"/>
          <a:ext cx="458935" cy="45893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1316EE-B1DC-417D-AE94-D5219BE22B61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І. Дзюби</a:t>
          </a:r>
          <a:endParaRPr lang="uk-UA" sz="3000" kern="1200"/>
        </a:p>
      </dsp:txBody>
      <dsp:txXfrm rot="10800000">
        <a:off x="1129482" y="375"/>
        <a:ext cx="2913316" cy="702840"/>
      </dsp:txXfrm>
    </dsp:sp>
    <dsp:sp modelId="{E312871B-B005-4967-80C2-9AD69218AC06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9AEB6D-C3FB-4F18-BC91-1E16484542C4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Є. Сверстюка</a:t>
          </a:r>
          <a:endParaRPr lang="uk-UA" sz="3000" kern="1200"/>
        </a:p>
      </dsp:txBody>
      <dsp:txXfrm rot="10800000">
        <a:off x="1129482" y="913018"/>
        <a:ext cx="2913316" cy="702840"/>
      </dsp:txXfrm>
    </dsp:sp>
    <dsp:sp modelId="{08B3CA63-AD5E-4414-AD11-8454500220AC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957311-28E8-4A10-838D-CC9A332F2BA4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Л. Лук’яненка</a:t>
          </a:r>
          <a:endParaRPr lang="uk-UA" sz="3000" kern="1200"/>
        </a:p>
      </dsp:txBody>
      <dsp:txXfrm rot="10800000">
        <a:off x="1129482" y="1825661"/>
        <a:ext cx="2913316" cy="702840"/>
      </dsp:txXfrm>
    </dsp:sp>
    <dsp:sp modelId="{A64C926E-5EAA-4EE7-B81D-FACAF74136DD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62EED-B40A-4FF3-9B9A-F319F473D64C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В. Чорновола</a:t>
          </a:r>
          <a:endParaRPr lang="uk-UA" sz="3000" kern="1200"/>
        </a:p>
      </dsp:txBody>
      <dsp:txXfrm rot="10800000">
        <a:off x="1129482" y="2738304"/>
        <a:ext cx="2913316" cy="702840"/>
      </dsp:txXfrm>
    </dsp:sp>
    <dsp:sp modelId="{4876BE4B-C6D4-41F4-8FD3-1B4BD889B271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D78CA-9D04-45A4-ABF8-AFBABAFFA457}">
      <dsp:nvSpPr>
        <dsp:cNvPr id="0" name=""/>
        <dsp:cNvSpPr/>
      </dsp:nvSpPr>
      <dsp:spPr>
        <a:xfrm>
          <a:off x="0" y="51017"/>
          <a:ext cx="4645152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волюнтаризм</a:t>
          </a:r>
          <a:endParaRPr lang="uk-UA" sz="3200" kern="1200"/>
        </a:p>
      </dsp:txBody>
      <dsp:txXfrm>
        <a:off x="37467" y="88484"/>
        <a:ext cx="4570218" cy="692586"/>
      </dsp:txXfrm>
    </dsp:sp>
    <dsp:sp modelId="{632048D8-77B3-4F83-BFA9-6E402D287849}">
      <dsp:nvSpPr>
        <dsp:cNvPr id="0" name=""/>
        <dsp:cNvSpPr/>
      </dsp:nvSpPr>
      <dsp:spPr>
        <a:xfrm>
          <a:off x="0" y="910697"/>
          <a:ext cx="4645152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консерватизм</a:t>
          </a:r>
          <a:endParaRPr lang="uk-UA" sz="3200" kern="1200"/>
        </a:p>
      </dsp:txBody>
      <dsp:txXfrm>
        <a:off x="37467" y="948164"/>
        <a:ext cx="4570218" cy="692586"/>
      </dsp:txXfrm>
    </dsp:sp>
    <dsp:sp modelId="{7D33A579-7811-4E52-876D-067F9F4D2E25}">
      <dsp:nvSpPr>
        <dsp:cNvPr id="0" name=""/>
        <dsp:cNvSpPr/>
      </dsp:nvSpPr>
      <dsp:spPr>
        <a:xfrm>
          <a:off x="0" y="1770377"/>
          <a:ext cx="4645152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дисидентство</a:t>
          </a:r>
          <a:endParaRPr lang="uk-UA" sz="3200" kern="1200"/>
        </a:p>
      </dsp:txBody>
      <dsp:txXfrm>
        <a:off x="37467" y="1807844"/>
        <a:ext cx="4570218" cy="692586"/>
      </dsp:txXfrm>
    </dsp:sp>
    <dsp:sp modelId="{43DB041C-8D53-408F-9C43-0F94DC02951F}">
      <dsp:nvSpPr>
        <dsp:cNvPr id="0" name=""/>
        <dsp:cNvSpPr/>
      </dsp:nvSpPr>
      <dsp:spPr>
        <a:xfrm>
          <a:off x="0" y="2630057"/>
          <a:ext cx="4645152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космополітизм</a:t>
          </a:r>
          <a:endParaRPr lang="uk-UA" sz="3200" kern="1200"/>
        </a:p>
      </dsp:txBody>
      <dsp:txXfrm>
        <a:off x="37467" y="2667524"/>
        <a:ext cx="4570218" cy="69258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6F194-C381-4083-8E77-E9C2EE6C1082}">
      <dsp:nvSpPr>
        <dsp:cNvPr id="0" name=""/>
        <dsp:cNvSpPr/>
      </dsp:nvSpPr>
      <dsp:spPr>
        <a:xfrm>
          <a:off x="0" y="492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7AF32-FECF-495B-B61F-ADAEDA24DEA0}">
      <dsp:nvSpPr>
        <dsp:cNvPr id="0" name=""/>
        <dsp:cNvSpPr/>
      </dsp:nvSpPr>
      <dsp:spPr>
        <a:xfrm>
          <a:off x="0" y="492"/>
          <a:ext cx="4645152" cy="80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теорія і практика, основою яких є ставлення до людини як до найвищої цінності, захист її права на свободу, розвиток її здібностей</a:t>
          </a:r>
          <a:endParaRPr lang="uk-UA" sz="1600" kern="1200"/>
        </a:p>
      </dsp:txBody>
      <dsp:txXfrm>
        <a:off x="0" y="492"/>
        <a:ext cx="4645152" cy="806956"/>
      </dsp:txXfrm>
    </dsp:sp>
    <dsp:sp modelId="{6E779C6F-CA9B-46DF-ADC2-62A5C6B1E88F}">
      <dsp:nvSpPr>
        <dsp:cNvPr id="0" name=""/>
        <dsp:cNvSpPr/>
      </dsp:nvSpPr>
      <dsp:spPr>
        <a:xfrm>
          <a:off x="0" y="807449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897ECB-3638-4543-A715-A631193F9589}">
      <dsp:nvSpPr>
        <dsp:cNvPr id="0" name=""/>
        <dsp:cNvSpPr/>
      </dsp:nvSpPr>
      <dsp:spPr>
        <a:xfrm>
          <a:off x="0" y="807449"/>
          <a:ext cx="4645152" cy="80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практика, згідно з якою головним чинником досягнення мети є суб’єктивні бажання та довільні рішення осіб, які її здійснюють</a:t>
          </a:r>
          <a:endParaRPr lang="uk-UA" sz="1600" kern="1200"/>
        </a:p>
      </dsp:txBody>
      <dsp:txXfrm>
        <a:off x="0" y="807449"/>
        <a:ext cx="4645152" cy="806956"/>
      </dsp:txXfrm>
    </dsp:sp>
    <dsp:sp modelId="{A0B0E6A8-4EDA-4E30-AAF8-9E2E5A769142}">
      <dsp:nvSpPr>
        <dsp:cNvPr id="0" name=""/>
        <dsp:cNvSpPr/>
      </dsp:nvSpPr>
      <dsp:spPr>
        <a:xfrm>
          <a:off x="0" y="1614405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FB06D-19F9-408E-9A93-E0C354E4CE0A}">
      <dsp:nvSpPr>
        <dsp:cNvPr id="0" name=""/>
        <dsp:cNvSpPr/>
      </dsp:nvSpPr>
      <dsp:spPr>
        <a:xfrm>
          <a:off x="0" y="1614405"/>
          <a:ext cx="4645152" cy="80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морально-політична опозиція до існуючого державного (політичного) ладу, панівних у суспільстві ідеології та цінностей</a:t>
          </a:r>
          <a:endParaRPr lang="uk-UA" sz="1600" kern="1200"/>
        </a:p>
      </dsp:txBody>
      <dsp:txXfrm>
        <a:off x="0" y="1614405"/>
        <a:ext cx="4645152" cy="806956"/>
      </dsp:txXfrm>
    </dsp:sp>
    <dsp:sp modelId="{182A3B4A-0620-4AF5-A031-E36AC783A3A4}">
      <dsp:nvSpPr>
        <dsp:cNvPr id="0" name=""/>
        <dsp:cNvSpPr/>
      </dsp:nvSpPr>
      <dsp:spPr>
        <a:xfrm>
          <a:off x="0" y="2421362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A71CD-0381-4DC5-A479-D87B69842327}">
      <dsp:nvSpPr>
        <dsp:cNvPr id="0" name=""/>
        <dsp:cNvSpPr/>
      </dsp:nvSpPr>
      <dsp:spPr>
        <a:xfrm>
          <a:off x="0" y="2421362"/>
          <a:ext cx="4645152" cy="80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теорія і практика, основою яких є теза про пріоритетність загальнолюдських цінностей над цінностями окремої нації</a:t>
          </a:r>
          <a:endParaRPr lang="uk-UA" sz="1600" kern="1200"/>
        </a:p>
      </dsp:txBody>
      <dsp:txXfrm>
        <a:off x="0" y="2421362"/>
        <a:ext cx="4645152" cy="806956"/>
      </dsp:txXfrm>
    </dsp:sp>
    <dsp:sp modelId="{B7A9DBC8-2C17-4BC2-B031-EB538E85D03E}">
      <dsp:nvSpPr>
        <dsp:cNvPr id="0" name=""/>
        <dsp:cNvSpPr/>
      </dsp:nvSpPr>
      <dsp:spPr>
        <a:xfrm>
          <a:off x="0" y="3228318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0A1D41-302D-4F86-8DCB-BDB813E36383}">
      <dsp:nvSpPr>
        <dsp:cNvPr id="0" name=""/>
        <dsp:cNvSpPr/>
      </dsp:nvSpPr>
      <dsp:spPr>
        <a:xfrm>
          <a:off x="0" y="3228318"/>
          <a:ext cx="4645152" cy="80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теорія і практика, що орієнтуються на збереження та підтримання традиційних суспільних цінностей і морально-правових норм</a:t>
          </a:r>
          <a:endParaRPr lang="uk-UA" sz="1600" kern="1200"/>
        </a:p>
      </dsp:txBody>
      <dsp:txXfrm>
        <a:off x="0" y="3228318"/>
        <a:ext cx="4645152" cy="80695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870DA1-63E5-4797-8EA8-5B569B9C3F36}">
      <dsp:nvSpPr>
        <dsp:cNvPr id="0" name=""/>
        <dsp:cNvSpPr/>
      </dsp:nvSpPr>
      <dsp:spPr>
        <a:xfrm>
          <a:off x="0" y="46697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отримання УРСР виходу до Чорного моря</a:t>
          </a:r>
          <a:endParaRPr lang="uk-UA" sz="2000" kern="1200"/>
        </a:p>
      </dsp:txBody>
      <dsp:txXfrm>
        <a:off x="38838" y="85535"/>
        <a:ext cx="4567476" cy="717924"/>
      </dsp:txXfrm>
    </dsp:sp>
    <dsp:sp modelId="{64C1112A-6E62-414D-BA7F-9C31EB9A7DA1}">
      <dsp:nvSpPr>
        <dsp:cNvPr id="0" name=""/>
        <dsp:cNvSpPr/>
      </dsp:nvSpPr>
      <dsp:spPr>
        <a:xfrm>
          <a:off x="0" y="899897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зміна адміністративно-територіального устрою УРСР</a:t>
          </a:r>
          <a:endParaRPr lang="uk-UA" sz="2000" kern="1200"/>
        </a:p>
      </dsp:txBody>
      <dsp:txXfrm>
        <a:off x="38838" y="938735"/>
        <a:ext cx="4567476" cy="717924"/>
      </dsp:txXfrm>
    </dsp:sp>
    <dsp:sp modelId="{49D3B0EE-3E28-4675-B90B-EDC01A943798}">
      <dsp:nvSpPr>
        <dsp:cNvPr id="0" name=""/>
        <dsp:cNvSpPr/>
      </dsp:nvSpPr>
      <dsp:spPr>
        <a:xfrm>
          <a:off x="0" y="1753097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прийняття УРСР до складу Організації Об'єднаних Націй</a:t>
          </a:r>
          <a:endParaRPr lang="uk-UA" sz="2000" kern="1200"/>
        </a:p>
      </dsp:txBody>
      <dsp:txXfrm>
        <a:off x="38838" y="1791935"/>
        <a:ext cx="4567476" cy="717924"/>
      </dsp:txXfrm>
    </dsp:sp>
    <dsp:sp modelId="{6A1248EC-7E5F-49C5-9F6D-E36410AA4C77}">
      <dsp:nvSpPr>
        <dsp:cNvPr id="0" name=""/>
        <dsp:cNvSpPr/>
      </dsp:nvSpPr>
      <dsp:spPr>
        <a:xfrm>
          <a:off x="0" y="2606297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перетворення УРСР в найбільшу за площею республіку СРСР</a:t>
          </a:r>
          <a:endParaRPr lang="uk-UA" sz="2000" kern="1200"/>
        </a:p>
      </dsp:txBody>
      <dsp:txXfrm>
        <a:off x="38838" y="2645135"/>
        <a:ext cx="4567476" cy="71792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F10ABD-FF58-43E6-B99A-23248E613544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Центральній Україні</a:t>
          </a:r>
          <a:endParaRPr lang="uk-UA" sz="2200" kern="1200"/>
        </a:p>
      </dsp:txBody>
      <dsp:txXfrm rot="10800000">
        <a:off x="1129482" y="375"/>
        <a:ext cx="2913316" cy="702840"/>
      </dsp:txXfrm>
    </dsp:sp>
    <dsp:sp modelId="{96CCA442-EC62-462E-91DA-BE6F82502352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A8136-9E6A-4DD4-B912-8180F0A7519D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Південній Україні</a:t>
          </a:r>
          <a:endParaRPr lang="uk-UA" sz="2200" kern="1200"/>
        </a:p>
      </dsp:txBody>
      <dsp:txXfrm rot="10800000">
        <a:off x="1129482" y="913018"/>
        <a:ext cx="2913316" cy="702840"/>
      </dsp:txXfrm>
    </dsp:sp>
    <dsp:sp modelId="{795D7529-8D57-45B7-85FD-9CBF2198651F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483C4C-0706-46BB-802E-9ABC0084BA87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Західній Україні</a:t>
          </a:r>
          <a:endParaRPr lang="uk-UA" sz="2200" kern="1200"/>
        </a:p>
      </dsp:txBody>
      <dsp:txXfrm rot="10800000">
        <a:off x="1129482" y="1825661"/>
        <a:ext cx="2913316" cy="702840"/>
      </dsp:txXfrm>
    </dsp:sp>
    <dsp:sp modelId="{C656933D-04AB-4E0C-A916-402DE14064F1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241243-92CF-466A-BDC9-426412D635C6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Східній Україні</a:t>
          </a:r>
          <a:endParaRPr lang="uk-UA" sz="2200" kern="1200"/>
        </a:p>
      </dsp:txBody>
      <dsp:txXfrm rot="10800000">
        <a:off x="1129482" y="2738304"/>
        <a:ext cx="2913316" cy="702840"/>
      </dsp:txXfrm>
    </dsp:sp>
    <dsp:sp modelId="{75931AE4-828B-41B8-9BAB-3272C14F2A92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D1041-2D65-413D-9F24-70A99AADD5C3}">
      <dsp:nvSpPr>
        <dsp:cNvPr id="0" name=""/>
        <dsp:cNvSpPr/>
      </dsp:nvSpPr>
      <dsp:spPr>
        <a:xfrm>
          <a:off x="0" y="45353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першим польотом людини в космос.</a:t>
          </a:r>
          <a:endParaRPr lang="uk-UA" sz="2000" kern="1200"/>
        </a:p>
      </dsp:txBody>
      <dsp:txXfrm>
        <a:off x="38784" y="84137"/>
        <a:ext cx="4567584" cy="716935"/>
      </dsp:txXfrm>
    </dsp:sp>
    <dsp:sp modelId="{5FE5313F-0566-4ED5-8A13-CDA910DAFEEF}">
      <dsp:nvSpPr>
        <dsp:cNvPr id="0" name=""/>
        <dsp:cNvSpPr/>
      </dsp:nvSpPr>
      <dsp:spPr>
        <a:xfrm>
          <a:off x="0" y="897456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висадкою першої людини на Місяці за програмою «</a:t>
          </a:r>
          <a:r>
            <a:rPr lang="en-US" sz="2000" b="0" i="0" kern="1200"/>
            <a:t>A</a:t>
          </a:r>
          <a:r>
            <a:rPr lang="uk-UA" sz="2000" b="0" i="0" kern="1200"/>
            <a:t>поллон».</a:t>
          </a:r>
          <a:endParaRPr lang="uk-UA" sz="2000" kern="1200"/>
        </a:p>
      </dsp:txBody>
      <dsp:txXfrm>
        <a:off x="38784" y="936240"/>
        <a:ext cx="4567584" cy="716935"/>
      </dsp:txXfrm>
    </dsp:sp>
    <dsp:sp modelId="{F9788F6B-3CD3-4F62-9796-DF2A0F42A9B0}">
      <dsp:nvSpPr>
        <dsp:cNvPr id="0" name=""/>
        <dsp:cNvSpPr/>
      </dsp:nvSpPr>
      <dsp:spPr>
        <a:xfrm>
          <a:off x="0" y="1749560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запуском людиною першого штучного супутника Землі.</a:t>
          </a:r>
          <a:endParaRPr lang="uk-UA" sz="2000" kern="1200"/>
        </a:p>
      </dsp:txBody>
      <dsp:txXfrm>
        <a:off x="38784" y="1788344"/>
        <a:ext cx="4567584" cy="716935"/>
      </dsp:txXfrm>
    </dsp:sp>
    <dsp:sp modelId="{E9827780-4D44-4CA1-8803-342C2762349D}">
      <dsp:nvSpPr>
        <dsp:cNvPr id="0" name=""/>
        <dsp:cNvSpPr/>
      </dsp:nvSpPr>
      <dsp:spPr>
        <a:xfrm>
          <a:off x="0" y="2601663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успішним випробуванням людиною першої балістичної ракети.</a:t>
          </a:r>
          <a:endParaRPr lang="uk-UA" sz="2000" kern="1200"/>
        </a:p>
      </dsp:txBody>
      <dsp:txXfrm>
        <a:off x="38784" y="2640447"/>
        <a:ext cx="4567584" cy="71693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8CE35A-60A6-4C10-8D1C-A75D7D03F6F2}">
      <dsp:nvSpPr>
        <dsp:cNvPr id="0" name=""/>
        <dsp:cNvSpPr/>
      </dsp:nvSpPr>
      <dsp:spPr>
        <a:xfrm>
          <a:off x="0" y="431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децентралізація системи управління промисловістю</a:t>
          </a:r>
          <a:endParaRPr lang="uk-UA" sz="2000" kern="1200"/>
        </a:p>
      </dsp:txBody>
      <dsp:txXfrm>
        <a:off x="38838" y="81998"/>
        <a:ext cx="4567476" cy="717924"/>
      </dsp:txXfrm>
    </dsp:sp>
    <dsp:sp modelId="{2A53D8AD-5B6E-4688-9574-F7C8764613CC}">
      <dsp:nvSpPr>
        <dsp:cNvPr id="0" name=""/>
        <dsp:cNvSpPr/>
      </dsp:nvSpPr>
      <dsp:spPr>
        <a:xfrm>
          <a:off x="0" y="8963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запровадження карткової системи розподілу товарів народного вжитку</a:t>
          </a:r>
          <a:endParaRPr lang="uk-UA" sz="2000" kern="1200"/>
        </a:p>
      </dsp:txBody>
      <dsp:txXfrm>
        <a:off x="38838" y="935198"/>
        <a:ext cx="4567476" cy="717924"/>
      </dsp:txXfrm>
    </dsp:sp>
    <dsp:sp modelId="{F777EF6D-C79E-4091-8B81-347B985B01DA}">
      <dsp:nvSpPr>
        <dsp:cNvPr id="0" name=""/>
        <dsp:cNvSpPr/>
      </dsp:nvSpPr>
      <dsp:spPr>
        <a:xfrm>
          <a:off x="0" y="17495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переведення підприємств на госпрозрахунок і самофінансування</a:t>
          </a:r>
          <a:endParaRPr lang="uk-UA" sz="2000" kern="1200"/>
        </a:p>
      </dsp:txBody>
      <dsp:txXfrm>
        <a:off x="38838" y="1788398"/>
        <a:ext cx="4567476" cy="717924"/>
      </dsp:txXfrm>
    </dsp:sp>
    <dsp:sp modelId="{F5DBF7B0-3BF8-4123-9DDE-D5D022E00D37}">
      <dsp:nvSpPr>
        <dsp:cNvPr id="0" name=""/>
        <dsp:cNvSpPr/>
      </dsp:nvSpPr>
      <dsp:spPr>
        <a:xfrm>
          <a:off x="0" y="2602759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пріоритетний розвиток вільних економічних зон</a:t>
          </a:r>
          <a:endParaRPr lang="uk-UA" sz="2000" kern="1200"/>
        </a:p>
      </dsp:txBody>
      <dsp:txXfrm>
        <a:off x="38838" y="2641597"/>
        <a:ext cx="4567476" cy="71792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C9009-5159-4211-86B9-F55F195178A0}">
      <dsp:nvSpPr>
        <dsp:cNvPr id="0" name=""/>
        <dsp:cNvSpPr/>
      </dsp:nvSpPr>
      <dsp:spPr>
        <a:xfrm>
          <a:off x="0" y="45353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проведення ХХ з’їзду КПРС</a:t>
          </a:r>
          <a:endParaRPr lang="uk-UA" sz="2000" kern="1200"/>
        </a:p>
      </dsp:txBody>
      <dsp:txXfrm>
        <a:off x="38784" y="84137"/>
        <a:ext cx="4567584" cy="716935"/>
      </dsp:txXfrm>
    </dsp:sp>
    <dsp:sp modelId="{0302BD9F-01DC-4C6A-823B-2FA522470178}">
      <dsp:nvSpPr>
        <dsp:cNvPr id="0" name=""/>
        <dsp:cNvSpPr/>
      </dsp:nvSpPr>
      <dsp:spPr>
        <a:xfrm>
          <a:off x="0" y="897456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перший політ людини в космос</a:t>
          </a:r>
          <a:endParaRPr lang="uk-UA" sz="2000" kern="1200"/>
        </a:p>
      </dsp:txBody>
      <dsp:txXfrm>
        <a:off x="38784" y="936240"/>
        <a:ext cx="4567584" cy="716935"/>
      </dsp:txXfrm>
    </dsp:sp>
    <dsp:sp modelId="{03306441-B6E1-4505-BFA2-8B8111879661}">
      <dsp:nvSpPr>
        <dsp:cNvPr id="0" name=""/>
        <dsp:cNvSpPr/>
      </dsp:nvSpPr>
      <dsp:spPr>
        <a:xfrm>
          <a:off x="0" y="1749560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утворення Української робітничо-селянської спілки</a:t>
          </a:r>
          <a:endParaRPr lang="uk-UA" sz="2000" kern="1200"/>
        </a:p>
      </dsp:txBody>
      <dsp:txXfrm>
        <a:off x="38784" y="1788344"/>
        <a:ext cx="4567584" cy="716935"/>
      </dsp:txXfrm>
    </dsp:sp>
    <dsp:sp modelId="{6CA86E1B-C903-4F05-82AD-4F1813033C61}">
      <dsp:nvSpPr>
        <dsp:cNvPr id="0" name=""/>
        <dsp:cNvSpPr/>
      </dsp:nvSpPr>
      <dsp:spPr>
        <a:xfrm>
          <a:off x="0" y="2601663"/>
          <a:ext cx="4645152" cy="7945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повстання політичних в’язнів у сталінських концтаборах</a:t>
          </a:r>
          <a:endParaRPr lang="uk-UA" sz="2000" kern="1200"/>
        </a:p>
      </dsp:txBody>
      <dsp:txXfrm>
        <a:off x="38784" y="2640447"/>
        <a:ext cx="4567584" cy="71693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C58B1-B9CD-40FA-AC36-7C8BFB1A05F3}">
      <dsp:nvSpPr>
        <dsp:cNvPr id="0" name=""/>
        <dsp:cNvSpPr/>
      </dsp:nvSpPr>
      <dsp:spPr>
        <a:xfrm>
          <a:off x="0" y="127039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переконати суспільство в необхідності ведення здорового способу життя</a:t>
          </a:r>
          <a:endParaRPr lang="uk-UA" sz="1900" kern="1200"/>
        </a:p>
      </dsp:txBody>
      <dsp:txXfrm>
        <a:off x="36896" y="163935"/>
        <a:ext cx="4571360" cy="682028"/>
      </dsp:txXfrm>
    </dsp:sp>
    <dsp:sp modelId="{B6AC0435-CD81-4858-96E3-A75A6F987584}">
      <dsp:nvSpPr>
        <dsp:cNvPr id="0" name=""/>
        <dsp:cNvSpPr/>
      </dsp:nvSpPr>
      <dsp:spPr>
        <a:xfrm>
          <a:off x="0" y="937580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пропаганди успіхів однієї з кампаній, здійснених у сільському господарстві</a:t>
          </a:r>
          <a:endParaRPr lang="uk-UA" sz="1900" kern="1200"/>
        </a:p>
      </dsp:txBody>
      <dsp:txXfrm>
        <a:off x="36896" y="974476"/>
        <a:ext cx="4571360" cy="682028"/>
      </dsp:txXfrm>
    </dsp:sp>
    <dsp:sp modelId="{797DE3DE-DAEE-46C5-AC3D-2BABBDCAD0B0}">
      <dsp:nvSpPr>
        <dsp:cNvPr id="0" name=""/>
        <dsp:cNvSpPr/>
      </dsp:nvSpPr>
      <dsp:spPr>
        <a:xfrm>
          <a:off x="0" y="1748120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мобілізувати колгоспників на здійснення відбудови народного господарства</a:t>
          </a:r>
          <a:endParaRPr lang="uk-UA" sz="1900" kern="1200"/>
        </a:p>
      </dsp:txBody>
      <dsp:txXfrm>
        <a:off x="36896" y="1785016"/>
        <a:ext cx="4571360" cy="682028"/>
      </dsp:txXfrm>
    </dsp:sp>
    <dsp:sp modelId="{A33C0F51-F078-4AC4-BEF4-D131478BD668}">
      <dsp:nvSpPr>
        <dsp:cNvPr id="0" name=""/>
        <dsp:cNvSpPr/>
      </dsp:nvSpPr>
      <dsp:spPr>
        <a:xfrm>
          <a:off x="0" y="2558660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1" i="0" kern="1200"/>
            <a:t>Г</a:t>
          </a:r>
          <a:r>
            <a:rPr lang="uk-UA" sz="1900" b="0" i="0" kern="1200"/>
            <a:t>продемонструвати молоді престижність та почесність праці жінок-колгоспниць</a:t>
          </a:r>
          <a:endParaRPr lang="uk-UA" sz="1900" kern="1200"/>
        </a:p>
      </dsp:txBody>
      <dsp:txXfrm>
        <a:off x="36896" y="2595556"/>
        <a:ext cx="4571360" cy="68202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A43D9-890B-4C17-A935-7F191362FE98}">
      <dsp:nvSpPr>
        <dsp:cNvPr id="0" name=""/>
        <dsp:cNvSpPr/>
      </dsp:nvSpPr>
      <dsp:spPr>
        <a:xfrm>
          <a:off x="0" y="626207"/>
          <a:ext cx="464515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своєння цілинних земель</a:t>
          </a:r>
          <a:endParaRPr lang="uk-UA" sz="2100" kern="1200"/>
        </a:p>
      </dsp:txBody>
      <dsp:txXfrm>
        <a:off x="24588" y="650795"/>
        <a:ext cx="4595976" cy="454509"/>
      </dsp:txXfrm>
    </dsp:sp>
    <dsp:sp modelId="{6A32BB23-4292-41BB-91CF-080919208101}">
      <dsp:nvSpPr>
        <dsp:cNvPr id="0" name=""/>
        <dsp:cNvSpPr/>
      </dsp:nvSpPr>
      <dsp:spPr>
        <a:xfrm>
          <a:off x="0" y="1190372"/>
          <a:ext cx="464515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ліквідація колгоспної системи</a:t>
          </a:r>
          <a:endParaRPr lang="uk-UA" sz="2100" kern="1200"/>
        </a:p>
      </dsp:txBody>
      <dsp:txXfrm>
        <a:off x="24588" y="1214960"/>
        <a:ext cx="4595976" cy="454509"/>
      </dsp:txXfrm>
    </dsp:sp>
    <dsp:sp modelId="{55A49783-1CEA-44E1-996C-F88C2DEF9FAE}">
      <dsp:nvSpPr>
        <dsp:cNvPr id="0" name=""/>
        <dsp:cNvSpPr/>
      </dsp:nvSpPr>
      <dsp:spPr>
        <a:xfrm>
          <a:off x="0" y="1754537"/>
          <a:ext cx="464515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розширення посівів кукурудзи</a:t>
          </a:r>
          <a:endParaRPr lang="uk-UA" sz="2100" kern="1200"/>
        </a:p>
      </dsp:txBody>
      <dsp:txXfrm>
        <a:off x="24588" y="1779125"/>
        <a:ext cx="4595976" cy="454509"/>
      </dsp:txXfrm>
    </dsp:sp>
    <dsp:sp modelId="{CFA3C6A3-95CD-4E23-8FC0-62FEF1319382}">
      <dsp:nvSpPr>
        <dsp:cNvPr id="0" name=""/>
        <dsp:cNvSpPr/>
      </dsp:nvSpPr>
      <dsp:spPr>
        <a:xfrm>
          <a:off x="0" y="2318702"/>
          <a:ext cx="464515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поширення фермерських господарств</a:t>
          </a:r>
          <a:endParaRPr lang="uk-UA" sz="2100" kern="1200"/>
        </a:p>
      </dsp:txBody>
      <dsp:txXfrm>
        <a:off x="24588" y="2343290"/>
        <a:ext cx="4595976" cy="454509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3CBE8-68AF-42D2-87BB-51062F9C79EE}">
      <dsp:nvSpPr>
        <dsp:cNvPr id="0" name=""/>
        <dsp:cNvSpPr/>
      </dsp:nvSpPr>
      <dsp:spPr>
        <a:xfrm>
          <a:off x="0" y="85278"/>
          <a:ext cx="4645152" cy="105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створення машинно-тракторних станцій</a:t>
          </a:r>
          <a:endParaRPr lang="uk-UA" sz="1900" kern="1200"/>
        </a:p>
      </dsp:txBody>
      <dsp:txXfrm>
        <a:off x="51444" y="136722"/>
        <a:ext cx="4542264" cy="950952"/>
      </dsp:txXfrm>
    </dsp:sp>
    <dsp:sp modelId="{D029004B-8023-4AFF-8B78-DE2BE1449643}">
      <dsp:nvSpPr>
        <dsp:cNvPr id="0" name=""/>
        <dsp:cNvSpPr/>
      </dsp:nvSpPr>
      <dsp:spPr>
        <a:xfrm>
          <a:off x="0" y="1193839"/>
          <a:ext cx="4645152" cy="105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упровадження «Продовольчої програми»</a:t>
          </a:r>
          <a:endParaRPr lang="uk-UA" sz="1900" kern="1200"/>
        </a:p>
      </dsp:txBody>
      <dsp:txXfrm>
        <a:off x="51444" y="1245283"/>
        <a:ext cx="4542264" cy="950952"/>
      </dsp:txXfrm>
    </dsp:sp>
    <dsp:sp modelId="{FA3105C2-A9F8-4A74-938C-F46244A57120}">
      <dsp:nvSpPr>
        <dsp:cNvPr id="0" name=""/>
        <dsp:cNvSpPr/>
      </dsp:nvSpPr>
      <dsp:spPr>
        <a:xfrm>
          <a:off x="0" y="2302400"/>
          <a:ext cx="4645152" cy="105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реалізація заходів з випередження США у виробництві м’яса й молока на душу населення</a:t>
          </a:r>
          <a:endParaRPr lang="uk-UA" sz="1900" kern="1200"/>
        </a:p>
      </dsp:txBody>
      <dsp:txXfrm>
        <a:off x="51444" y="2353844"/>
        <a:ext cx="4542264" cy="95095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AABBF8-8170-4EAE-BED0-CFD51244FB19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М. Хрущова</a:t>
          </a:r>
          <a:endParaRPr lang="uk-UA" sz="2900" kern="1200"/>
        </a:p>
      </dsp:txBody>
      <dsp:txXfrm rot="10800000">
        <a:off x="1129482" y="375"/>
        <a:ext cx="2913316" cy="702840"/>
      </dsp:txXfrm>
    </dsp:sp>
    <dsp:sp modelId="{950D3F03-8DFC-4C03-A8C6-1A5D3C64DC31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A39F6C-E2B2-49DA-B443-20020FD5C789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Л. Брєжнєва</a:t>
          </a:r>
          <a:endParaRPr lang="uk-UA" sz="2900" kern="1200"/>
        </a:p>
      </dsp:txBody>
      <dsp:txXfrm rot="10800000">
        <a:off x="1129482" y="913018"/>
        <a:ext cx="2913316" cy="702840"/>
      </dsp:txXfrm>
    </dsp:sp>
    <dsp:sp modelId="{F2592340-35FA-4BE0-A610-EBBBBB7AAB1E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5F515F-ECDB-4340-8055-5F8CBAF55650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Ю. Андропова</a:t>
          </a:r>
          <a:endParaRPr lang="uk-UA" sz="2900" kern="1200"/>
        </a:p>
      </dsp:txBody>
      <dsp:txXfrm rot="10800000">
        <a:off x="1129482" y="1825661"/>
        <a:ext cx="2913316" cy="702840"/>
      </dsp:txXfrm>
    </dsp:sp>
    <dsp:sp modelId="{80AE9E83-4660-4D2D-B945-14B7A6DEE875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0D83A-CD71-4B7B-9E6F-379A41B237BE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0490" rIns="206248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b="0" i="0" kern="1200"/>
            <a:t>М. Горбачова</a:t>
          </a:r>
          <a:endParaRPr lang="uk-UA" sz="2900" kern="1200"/>
        </a:p>
      </dsp:txBody>
      <dsp:txXfrm rot="10800000">
        <a:off x="1129482" y="2738304"/>
        <a:ext cx="2913316" cy="702840"/>
      </dsp:txXfrm>
    </dsp:sp>
    <dsp:sp modelId="{5531D3DE-1E13-4657-8471-3540B2A0E02D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5761BC-1DBF-4863-A51F-D4DABDAC0D7F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1941-1945 рр.</a:t>
          </a:r>
          <a:endParaRPr lang="uk-UA" sz="3100" kern="1200"/>
        </a:p>
      </dsp:txBody>
      <dsp:txXfrm rot="10800000">
        <a:off x="1129482" y="375"/>
        <a:ext cx="2913316" cy="702840"/>
      </dsp:txXfrm>
    </dsp:sp>
    <dsp:sp modelId="{FF2254D1-228C-4BB6-8909-AE11CC91B100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45F67-84C9-482D-B860-BBACF4A091B3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1946-1947 рр.</a:t>
          </a:r>
          <a:endParaRPr lang="uk-UA" sz="3100" kern="1200"/>
        </a:p>
      </dsp:txBody>
      <dsp:txXfrm rot="10800000">
        <a:off x="1129482" y="913018"/>
        <a:ext cx="2913316" cy="702840"/>
      </dsp:txXfrm>
    </dsp:sp>
    <dsp:sp modelId="{851DE6B3-2229-4A44-9B46-F4FDFCB3B2CD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6CC9B0-C6D9-4880-8176-CF2668931690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1953-1954 рр.</a:t>
          </a:r>
          <a:endParaRPr lang="uk-UA" sz="3100" kern="1200"/>
        </a:p>
      </dsp:txBody>
      <dsp:txXfrm rot="10800000">
        <a:off x="1129482" y="1825661"/>
        <a:ext cx="2913316" cy="702840"/>
      </dsp:txXfrm>
    </dsp:sp>
    <dsp:sp modelId="{BFB436A5-3C28-4808-AECB-18DC09730B9A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A754CA-0CD8-4A55-AD18-C98E41DC0AED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18110" rIns="220472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i="0" kern="1200"/>
            <a:t>1959-1961 рр.</a:t>
          </a:r>
          <a:endParaRPr lang="uk-UA" sz="3100" kern="1200"/>
        </a:p>
      </dsp:txBody>
      <dsp:txXfrm rot="10800000">
        <a:off x="1129482" y="2738304"/>
        <a:ext cx="2913316" cy="702840"/>
      </dsp:txXfrm>
    </dsp:sp>
    <dsp:sp modelId="{96C34B49-891B-4671-A2DF-B90F2FF34861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8013A-9C5C-4859-80E3-1046F4ED6A28}">
      <dsp:nvSpPr>
        <dsp:cNvPr id="0" name=""/>
        <dsp:cNvSpPr/>
      </dsp:nvSpPr>
      <dsp:spPr>
        <a:xfrm>
          <a:off x="0" y="431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надання УРСР права залучати іноземні інвестиції в промисловість.</a:t>
          </a:r>
          <a:endParaRPr lang="uk-UA" sz="2000" kern="1200"/>
        </a:p>
      </dsp:txBody>
      <dsp:txXfrm>
        <a:off x="38838" y="81998"/>
        <a:ext cx="4567476" cy="717924"/>
      </dsp:txXfrm>
    </dsp:sp>
    <dsp:sp modelId="{2D790C6B-7730-40B1-A1CC-BDA883451B61}">
      <dsp:nvSpPr>
        <dsp:cNvPr id="0" name=""/>
        <dsp:cNvSpPr/>
      </dsp:nvSpPr>
      <dsp:spPr>
        <a:xfrm>
          <a:off x="0" y="8963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вихід УРСР із рубльової зони й запровадження національної валюти.</a:t>
          </a:r>
          <a:endParaRPr lang="uk-UA" sz="2000" kern="1200"/>
        </a:p>
      </dsp:txBody>
      <dsp:txXfrm>
        <a:off x="38838" y="935198"/>
        <a:ext cx="4567476" cy="717924"/>
      </dsp:txXfrm>
    </dsp:sp>
    <dsp:sp modelId="{2B32E944-3DED-403A-AAD6-179F27031C5D}">
      <dsp:nvSpPr>
        <dsp:cNvPr id="0" name=""/>
        <dsp:cNvSpPr/>
      </dsp:nvSpPr>
      <dsp:spPr>
        <a:xfrm>
          <a:off x="0" y="17495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створення в УРСР власної фінансової, митної та податкової систем.</a:t>
          </a:r>
          <a:endParaRPr lang="uk-UA" sz="2000" kern="1200"/>
        </a:p>
      </dsp:txBody>
      <dsp:txXfrm>
        <a:off x="38838" y="1788398"/>
        <a:ext cx="4567476" cy="717924"/>
      </dsp:txXfrm>
    </dsp:sp>
    <dsp:sp modelId="{EFD7FD5B-FD7A-4C34-AA79-FE13926D7ED4}">
      <dsp:nvSpPr>
        <dsp:cNvPr id="0" name=""/>
        <dsp:cNvSpPr/>
      </dsp:nvSpPr>
      <dsp:spPr>
        <a:xfrm>
          <a:off x="0" y="2602759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 dirty="0"/>
            <a:t>передання під контроль раднаргоспів УРСР більшості підприємств.</a:t>
          </a:r>
          <a:endParaRPr lang="uk-UA" sz="2000" kern="1200" dirty="0"/>
        </a:p>
      </dsp:txBody>
      <dsp:txXfrm>
        <a:off x="38838" y="2641597"/>
        <a:ext cx="4567476" cy="71792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58DF3-9194-44B2-A81F-386B6A533FF3}">
      <dsp:nvSpPr>
        <dsp:cNvPr id="0" name=""/>
        <dsp:cNvSpPr/>
      </dsp:nvSpPr>
      <dsp:spPr>
        <a:xfrm>
          <a:off x="0" y="1683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BFB45-E1BD-4F68-B6BD-F4F89F67C6ED}">
      <dsp:nvSpPr>
        <dsp:cNvPr id="0" name=""/>
        <dsp:cNvSpPr/>
      </dsp:nvSpPr>
      <dsp:spPr>
        <a:xfrm>
          <a:off x="0" y="1683"/>
          <a:ext cx="4645152" cy="1148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Заборона робітникам і службовцям самочинно змінювати місце своєї роботи.</a:t>
          </a:r>
          <a:endParaRPr lang="uk-UA" sz="2300" kern="1200"/>
        </a:p>
      </dsp:txBody>
      <dsp:txXfrm>
        <a:off x="0" y="1683"/>
        <a:ext cx="4645152" cy="1148409"/>
      </dsp:txXfrm>
    </dsp:sp>
    <dsp:sp modelId="{ED5B76D1-72A4-41B1-A44D-6CD9B6352DF6}">
      <dsp:nvSpPr>
        <dsp:cNvPr id="0" name=""/>
        <dsp:cNvSpPr/>
      </dsp:nvSpPr>
      <dsp:spPr>
        <a:xfrm>
          <a:off x="0" y="1150092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A1D88B-290F-4E84-BB7F-8A489328AD40}">
      <dsp:nvSpPr>
        <dsp:cNvPr id="0" name=""/>
        <dsp:cNvSpPr/>
      </dsp:nvSpPr>
      <dsp:spPr>
        <a:xfrm>
          <a:off x="0" y="1150092"/>
          <a:ext cx="4645152" cy="1148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Упровадження державних позик і збільшення присадибного господарства колгоспників.</a:t>
          </a:r>
          <a:endParaRPr lang="uk-UA" sz="2300" kern="1200"/>
        </a:p>
      </dsp:txBody>
      <dsp:txXfrm>
        <a:off x="0" y="1150092"/>
        <a:ext cx="4645152" cy="1148409"/>
      </dsp:txXfrm>
    </dsp:sp>
    <dsp:sp modelId="{AAE5F32B-BF1A-41AC-A0E1-50EAB7CA90BB}">
      <dsp:nvSpPr>
        <dsp:cNvPr id="0" name=""/>
        <dsp:cNvSpPr/>
      </dsp:nvSpPr>
      <dsp:spPr>
        <a:xfrm>
          <a:off x="0" y="2298502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FDFF4-A40E-42B8-9632-40C797097628}">
      <dsp:nvSpPr>
        <dsp:cNvPr id="0" name=""/>
        <dsp:cNvSpPr/>
      </dsp:nvSpPr>
      <dsp:spPr>
        <a:xfrm>
          <a:off x="0" y="2298502"/>
          <a:ext cx="4645152" cy="1148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Ведення широкомасштабного індустріального житлового будівництва</a:t>
          </a:r>
          <a:endParaRPr lang="uk-UA" sz="2300" kern="1200"/>
        </a:p>
      </dsp:txBody>
      <dsp:txXfrm>
        <a:off x="0" y="2298502"/>
        <a:ext cx="4645152" cy="1148409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026DE-CF11-4FFA-9327-708E1124A9AD}">
      <dsp:nvSpPr>
        <dsp:cNvPr id="0" name=""/>
        <dsp:cNvSpPr/>
      </dsp:nvSpPr>
      <dsp:spPr>
        <a:xfrm>
          <a:off x="0" y="1680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A9ED3F-801C-4EDB-BB71-37C7B7F8AE99}">
      <dsp:nvSpPr>
        <dsp:cNvPr id="0" name=""/>
        <dsp:cNvSpPr/>
      </dsp:nvSpPr>
      <dsp:spPr>
        <a:xfrm>
          <a:off x="0" y="1680"/>
          <a:ext cx="4645152" cy="1146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Створення сфери побутових послуг і системи громадського харчування.</a:t>
          </a:r>
          <a:endParaRPr lang="uk-UA" sz="2300" kern="1200"/>
        </a:p>
      </dsp:txBody>
      <dsp:txXfrm>
        <a:off x="0" y="1680"/>
        <a:ext cx="4645152" cy="1146053"/>
      </dsp:txXfrm>
    </dsp:sp>
    <dsp:sp modelId="{8783F7B8-9B3A-46F0-AFFC-5DCD78A6EB1E}">
      <dsp:nvSpPr>
        <dsp:cNvPr id="0" name=""/>
        <dsp:cNvSpPr/>
      </dsp:nvSpPr>
      <dsp:spPr>
        <a:xfrm>
          <a:off x="0" y="1147733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8944CA-0C66-44EE-8C0A-4A3A6DC3A7F0}">
      <dsp:nvSpPr>
        <dsp:cNvPr id="0" name=""/>
        <dsp:cNvSpPr/>
      </dsp:nvSpPr>
      <dsp:spPr>
        <a:xfrm>
          <a:off x="0" y="1147733"/>
          <a:ext cx="4645152" cy="1146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Установлення щомісячного авансування та пенсій за віком для колгоспників.</a:t>
          </a:r>
          <a:endParaRPr lang="uk-UA" sz="2300" kern="1200"/>
        </a:p>
      </dsp:txBody>
      <dsp:txXfrm>
        <a:off x="0" y="1147733"/>
        <a:ext cx="4645152" cy="1146053"/>
      </dsp:txXfrm>
    </dsp:sp>
    <dsp:sp modelId="{5710D4CD-0C00-4AD7-96E5-4A5E25A83E03}">
      <dsp:nvSpPr>
        <dsp:cNvPr id="0" name=""/>
        <dsp:cNvSpPr/>
      </dsp:nvSpPr>
      <dsp:spPr>
        <a:xfrm>
          <a:off x="0" y="2293786"/>
          <a:ext cx="4645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0F956-9F9A-4A0B-AE48-D35E34D0B365}">
      <dsp:nvSpPr>
        <dsp:cNvPr id="0" name=""/>
        <dsp:cNvSpPr/>
      </dsp:nvSpPr>
      <dsp:spPr>
        <a:xfrm>
          <a:off x="0" y="2293786"/>
          <a:ext cx="4645152" cy="1146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Підвищення рівня оплати праці, упровадження п’ятиденного робочого тижня.</a:t>
          </a:r>
          <a:endParaRPr lang="uk-UA" sz="2300" kern="1200"/>
        </a:p>
      </dsp:txBody>
      <dsp:txXfrm>
        <a:off x="0" y="2293786"/>
        <a:ext cx="4645152" cy="1146053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44452A-F8A4-4D7C-81B1-8FF10CDD3E2C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однієї з «надпрограм» М. Хрущова.</a:t>
          </a:r>
          <a:endParaRPr lang="uk-UA" sz="1800" kern="1200"/>
        </a:p>
      </dsp:txBody>
      <dsp:txXfrm rot="10800000">
        <a:off x="1129482" y="375"/>
        <a:ext cx="2913316" cy="702840"/>
      </dsp:txXfrm>
    </dsp:sp>
    <dsp:sp modelId="{0FF9FF36-C30A-4230-84D7-2794F49CAA0E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8CAAB7-BFAA-47B4-952A-ED2F21BBEBD5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економічних «реформ О. Косигіна».</a:t>
          </a:r>
          <a:endParaRPr lang="uk-UA" sz="1800" kern="1200"/>
        </a:p>
      </dsp:txBody>
      <dsp:txXfrm rot="10800000">
        <a:off x="1129482" y="913018"/>
        <a:ext cx="2913316" cy="702840"/>
      </dsp:txXfrm>
    </dsp:sp>
    <dsp:sp modelId="{1A852D0B-582F-41A7-AC30-7AFE458712E2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40377B-5276-4C33-82E9-BE3E683E2FB3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Продовольчої програми Л. Брежнєва.</a:t>
          </a:r>
          <a:endParaRPr lang="uk-UA" sz="1800" kern="1200"/>
        </a:p>
      </dsp:txBody>
      <dsp:txXfrm rot="10800000">
        <a:off x="1129482" y="1825661"/>
        <a:ext cx="2913316" cy="702840"/>
      </dsp:txXfrm>
    </dsp:sp>
    <dsp:sp modelId="{69C154E5-C28B-42F0-ADAB-EC6F2D1F28D2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202E10-3B22-48DB-B6E7-DA63377003B9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політики «прискорення» М. Горбачова.</a:t>
          </a:r>
          <a:endParaRPr lang="uk-UA" sz="1800" kern="1200"/>
        </a:p>
      </dsp:txBody>
      <dsp:txXfrm rot="10800000">
        <a:off x="1129482" y="2738304"/>
        <a:ext cx="2913316" cy="702840"/>
      </dsp:txXfrm>
    </dsp:sp>
    <dsp:sp modelId="{26C2165C-B56F-4513-B545-2EA7849BCA55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28EDB-5901-4519-925B-AE6096757F28}">
      <dsp:nvSpPr>
        <dsp:cNvPr id="0" name=""/>
        <dsp:cNvSpPr/>
      </dsp:nvSpPr>
      <dsp:spPr>
        <a:xfrm>
          <a:off x="601816" y="0"/>
          <a:ext cx="3441520" cy="344152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C828DA-A799-4138-8C2B-40B6690BE4EF}">
      <dsp:nvSpPr>
        <dsp:cNvPr id="0" name=""/>
        <dsp:cNvSpPr/>
      </dsp:nvSpPr>
      <dsp:spPr>
        <a:xfrm>
          <a:off x="928760" y="326944"/>
          <a:ext cx="1342192" cy="13421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1, 3</a:t>
          </a:r>
          <a:endParaRPr lang="uk-UA" sz="3500" kern="1200"/>
        </a:p>
      </dsp:txBody>
      <dsp:txXfrm>
        <a:off x="994280" y="392464"/>
        <a:ext cx="1211152" cy="1211152"/>
      </dsp:txXfrm>
    </dsp:sp>
    <dsp:sp modelId="{475FBA41-E680-4513-B1C5-A7DDD1DA31E6}">
      <dsp:nvSpPr>
        <dsp:cNvPr id="0" name=""/>
        <dsp:cNvSpPr/>
      </dsp:nvSpPr>
      <dsp:spPr>
        <a:xfrm>
          <a:off x="2374198" y="326944"/>
          <a:ext cx="1342192" cy="13421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2, 3</a:t>
          </a:r>
          <a:endParaRPr lang="uk-UA" sz="3500" kern="1200"/>
        </a:p>
      </dsp:txBody>
      <dsp:txXfrm>
        <a:off x="2439718" y="392464"/>
        <a:ext cx="1211152" cy="1211152"/>
      </dsp:txXfrm>
    </dsp:sp>
    <dsp:sp modelId="{B09FF76D-9056-45C9-A156-6441416FBAF2}">
      <dsp:nvSpPr>
        <dsp:cNvPr id="0" name=""/>
        <dsp:cNvSpPr/>
      </dsp:nvSpPr>
      <dsp:spPr>
        <a:xfrm>
          <a:off x="928760" y="1772382"/>
          <a:ext cx="1342192" cy="13421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1, 2</a:t>
          </a:r>
          <a:endParaRPr lang="uk-UA" sz="3500" kern="1200"/>
        </a:p>
      </dsp:txBody>
      <dsp:txXfrm>
        <a:off x="994280" y="1837902"/>
        <a:ext cx="1211152" cy="1211152"/>
      </dsp:txXfrm>
    </dsp:sp>
    <dsp:sp modelId="{0349E493-AEF1-47D8-A70D-A779EC11CEBD}">
      <dsp:nvSpPr>
        <dsp:cNvPr id="0" name=""/>
        <dsp:cNvSpPr/>
      </dsp:nvSpPr>
      <dsp:spPr>
        <a:xfrm>
          <a:off x="2374198" y="1772382"/>
          <a:ext cx="1342192" cy="134219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1, 2, 3</a:t>
          </a:r>
          <a:endParaRPr lang="uk-UA" sz="3500" kern="1200"/>
        </a:p>
      </dsp:txBody>
      <dsp:txXfrm>
        <a:off x="2439718" y="1837902"/>
        <a:ext cx="1211152" cy="121115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AC5A9F-8963-41B6-9120-05A83C544CA4}">
      <dsp:nvSpPr>
        <dsp:cNvPr id="0" name=""/>
        <dsp:cNvSpPr/>
      </dsp:nvSpPr>
      <dsp:spPr>
        <a:xfrm>
          <a:off x="0" y="674959"/>
          <a:ext cx="4645152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однієї з «надпрограм» М. Хрущова.</a:t>
          </a:r>
          <a:endParaRPr lang="uk-UA" sz="2000" kern="1200"/>
        </a:p>
      </dsp:txBody>
      <dsp:txXfrm>
        <a:off x="23417" y="698376"/>
        <a:ext cx="4598318" cy="432866"/>
      </dsp:txXfrm>
    </dsp:sp>
    <dsp:sp modelId="{3B5A4FB9-988F-41BB-859B-F7FAEFE0D02A}">
      <dsp:nvSpPr>
        <dsp:cNvPr id="0" name=""/>
        <dsp:cNvSpPr/>
      </dsp:nvSpPr>
      <dsp:spPr>
        <a:xfrm>
          <a:off x="0" y="1212259"/>
          <a:ext cx="4645152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економічних «реформ О. Косигіна».</a:t>
          </a:r>
          <a:endParaRPr lang="uk-UA" sz="2000" kern="1200"/>
        </a:p>
      </dsp:txBody>
      <dsp:txXfrm>
        <a:off x="23417" y="1235676"/>
        <a:ext cx="4598318" cy="432866"/>
      </dsp:txXfrm>
    </dsp:sp>
    <dsp:sp modelId="{9D889DB4-2C4F-4BE1-9E87-F5C4569465CA}">
      <dsp:nvSpPr>
        <dsp:cNvPr id="0" name=""/>
        <dsp:cNvSpPr/>
      </dsp:nvSpPr>
      <dsp:spPr>
        <a:xfrm>
          <a:off x="0" y="1749560"/>
          <a:ext cx="4645152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Продовольчої програми Л. Брежнєва.</a:t>
          </a:r>
          <a:endParaRPr lang="uk-UA" sz="2000" kern="1200"/>
        </a:p>
      </dsp:txBody>
      <dsp:txXfrm>
        <a:off x="23417" y="1772977"/>
        <a:ext cx="4598318" cy="432866"/>
      </dsp:txXfrm>
    </dsp:sp>
    <dsp:sp modelId="{EC154C56-5DB7-425F-A465-BDC4AB11FE4B}">
      <dsp:nvSpPr>
        <dsp:cNvPr id="0" name=""/>
        <dsp:cNvSpPr/>
      </dsp:nvSpPr>
      <dsp:spPr>
        <a:xfrm>
          <a:off x="0" y="2286860"/>
          <a:ext cx="4645152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політики «прискорення» М. Горбачова.</a:t>
          </a:r>
          <a:endParaRPr lang="uk-UA" sz="2000" kern="1200"/>
        </a:p>
      </dsp:txBody>
      <dsp:txXfrm>
        <a:off x="23417" y="2310277"/>
        <a:ext cx="4598318" cy="432866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5A9019-F4A2-41E8-BDB2-6A5117FE06E5}">
      <dsp:nvSpPr>
        <dsp:cNvPr id="0" name=""/>
        <dsp:cNvSpPr/>
      </dsp:nvSpPr>
      <dsp:spPr>
        <a:xfrm>
          <a:off x="0" y="268097"/>
          <a:ext cx="4645152" cy="142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органи управління, на які покладалася координація промислової кооперації підприємств України з іншими республіками Радянського Союзу.</a:t>
          </a:r>
          <a:endParaRPr lang="uk-UA" sz="2000" kern="1200"/>
        </a:p>
      </dsp:txBody>
      <dsp:txXfrm>
        <a:off x="69680" y="337777"/>
        <a:ext cx="4505792" cy="1288040"/>
      </dsp:txXfrm>
    </dsp:sp>
    <dsp:sp modelId="{653CC62D-0FF8-41CA-9615-DECB1F73DF41}">
      <dsp:nvSpPr>
        <dsp:cNvPr id="0" name=""/>
        <dsp:cNvSpPr/>
      </dsp:nvSpPr>
      <dsp:spPr>
        <a:xfrm>
          <a:off x="0" y="1753097"/>
          <a:ext cx="4645152" cy="142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державні установи, що здійснювали укрупнення колгоспів, їхню реорганізацію в радгоспи та продаж техніки машинно-тракторних станцій.</a:t>
          </a:r>
          <a:endParaRPr lang="uk-UA" sz="2000" kern="1200"/>
        </a:p>
      </dsp:txBody>
      <dsp:txXfrm>
        <a:off x="69680" y="1822777"/>
        <a:ext cx="4505792" cy="1288040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BDE8B-A4F8-48AC-9D86-301DA1DF9518}">
      <dsp:nvSpPr>
        <dsp:cNvPr id="0" name=""/>
        <dsp:cNvSpPr/>
      </dsp:nvSpPr>
      <dsp:spPr>
        <a:xfrm>
          <a:off x="0" y="48380"/>
          <a:ext cx="4645152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організації, що керували системою державних закупівель сільськогосподарської продукції у колгоспно-кооперативному секторі України.</a:t>
          </a:r>
          <a:endParaRPr lang="uk-UA" sz="1900" kern="1200"/>
        </a:p>
      </dsp:txBody>
      <dsp:txXfrm>
        <a:off x="80303" y="128683"/>
        <a:ext cx="4484546" cy="1484414"/>
      </dsp:txXfrm>
    </dsp:sp>
    <dsp:sp modelId="{5187D4E7-E607-4E78-883B-6BA496A64C2E}">
      <dsp:nvSpPr>
        <dsp:cNvPr id="0" name=""/>
        <dsp:cNvSpPr/>
      </dsp:nvSpPr>
      <dsp:spPr>
        <a:xfrm>
          <a:off x="0" y="1748120"/>
          <a:ext cx="4645152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органи державного управління, утворені за територіальним принципом, що керували промисловістю та будівництвом у межах економічних районів.</a:t>
          </a:r>
          <a:endParaRPr lang="uk-UA" sz="1900" kern="1200"/>
        </a:p>
      </dsp:txBody>
      <dsp:txXfrm>
        <a:off x="80303" y="1828423"/>
        <a:ext cx="4484546" cy="1484414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7EBA26-BB1D-4349-BD6B-D5766A42F4AD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«повоєнної відбудови».</a:t>
          </a:r>
          <a:endParaRPr lang="uk-UA" sz="1900" kern="1200"/>
        </a:p>
      </dsp:txBody>
      <dsp:txXfrm rot="10800000">
        <a:off x="1129482" y="375"/>
        <a:ext cx="2913316" cy="702840"/>
      </dsp:txXfrm>
    </dsp:sp>
    <dsp:sp modelId="{625D4692-5E4E-46A7-8C1F-7724DC116349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7E135-C715-4B3F-A379-926AD9303C57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«відлиги».</a:t>
          </a:r>
          <a:endParaRPr lang="uk-UA" sz="1900" kern="1200"/>
        </a:p>
      </dsp:txBody>
      <dsp:txXfrm rot="10800000">
        <a:off x="1129482" y="913018"/>
        <a:ext cx="2913316" cy="702840"/>
      </dsp:txXfrm>
    </dsp:sp>
    <dsp:sp modelId="{762BFF55-5FAB-4127-B5BC-3AD883559CF0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25F20-75A1-40CE-9727-65DB542C7F8D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«застою».</a:t>
          </a:r>
          <a:endParaRPr lang="uk-UA" sz="1900" kern="1200"/>
        </a:p>
      </dsp:txBody>
      <dsp:txXfrm rot="10800000">
        <a:off x="1129482" y="1825661"/>
        <a:ext cx="2913316" cy="702840"/>
      </dsp:txXfrm>
    </dsp:sp>
    <dsp:sp modelId="{A40CECEF-2B4A-4B57-8817-846818CC01D0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865BC4-5881-4DE9-9F36-3EE603AB3251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«перебудови».</a:t>
          </a:r>
          <a:endParaRPr lang="uk-UA" sz="1900" kern="1200"/>
        </a:p>
      </dsp:txBody>
      <dsp:txXfrm rot="10800000">
        <a:off x="1129482" y="2738304"/>
        <a:ext cx="2913316" cy="702840"/>
      </dsp:txXfrm>
    </dsp:sp>
    <dsp:sp modelId="{85F71177-B592-4A22-B58A-91C19D3B93BD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346277-92F0-4A54-B64A-CFD8825C1514}">
      <dsp:nvSpPr>
        <dsp:cNvPr id="0" name=""/>
        <dsp:cNvSpPr/>
      </dsp:nvSpPr>
      <dsp:spPr>
        <a:xfrm>
          <a:off x="0" y="424163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послаблення союзної номенклатури та посилення ролі місцевих керівників.</a:t>
          </a:r>
          <a:endParaRPr lang="uk-UA" sz="1900" kern="1200"/>
        </a:p>
      </dsp:txBody>
      <dsp:txXfrm>
        <a:off x="36896" y="461059"/>
        <a:ext cx="4571360" cy="682028"/>
      </dsp:txXfrm>
    </dsp:sp>
    <dsp:sp modelId="{FCB8D91C-1979-4C97-A516-770ADD4DA0D5}">
      <dsp:nvSpPr>
        <dsp:cNvPr id="0" name=""/>
        <dsp:cNvSpPr/>
      </dsp:nvSpPr>
      <dsp:spPr>
        <a:xfrm>
          <a:off x="0" y="1234703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встановлення щомісячного авансування та пенсій за віком для колгоспників.</a:t>
          </a:r>
          <a:endParaRPr lang="uk-UA" sz="1900" kern="1200"/>
        </a:p>
      </dsp:txBody>
      <dsp:txXfrm>
        <a:off x="36896" y="1271599"/>
        <a:ext cx="4571360" cy="682028"/>
      </dsp:txXfrm>
    </dsp:sp>
    <dsp:sp modelId="{FF547799-BA23-4170-A24A-781BF8766971}">
      <dsp:nvSpPr>
        <dsp:cNvPr id="0" name=""/>
        <dsp:cNvSpPr/>
      </dsp:nvSpPr>
      <dsp:spPr>
        <a:xfrm>
          <a:off x="0" y="2045244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переходу підприємств на повний госпрозрахунок у межах економічних зон.</a:t>
          </a:r>
          <a:endParaRPr lang="uk-UA" sz="1900" kern="1200"/>
        </a:p>
      </dsp:txBody>
      <dsp:txXfrm>
        <a:off x="36896" y="2082140"/>
        <a:ext cx="4571360" cy="682028"/>
      </dsp:txXfrm>
    </dsp:sp>
    <dsp:sp modelId="{768DEB63-D228-4058-A93F-1062892B6105}">
      <dsp:nvSpPr>
        <dsp:cNvPr id="0" name=""/>
        <dsp:cNvSpPr/>
      </dsp:nvSpPr>
      <dsp:spPr>
        <a:xfrm>
          <a:off x="0" y="2855784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відновлення товарно-грошових відносин і централізованого планування.</a:t>
          </a:r>
          <a:endParaRPr lang="uk-UA" sz="1900" kern="1200"/>
        </a:p>
      </dsp:txBody>
      <dsp:txXfrm>
        <a:off x="36896" y="2892680"/>
        <a:ext cx="4571360" cy="682028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A8233-41AE-486A-8E1C-1EE6CB8058B7}">
      <dsp:nvSpPr>
        <dsp:cNvPr id="0" name=""/>
        <dsp:cNvSpPr/>
      </dsp:nvSpPr>
      <dsp:spPr>
        <a:xfrm>
          <a:off x="0" y="127039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Перехід підприємств на повний госпрозрахунок у межах економічних зон.</a:t>
          </a:r>
          <a:endParaRPr lang="uk-UA" sz="1900" kern="1200"/>
        </a:p>
      </dsp:txBody>
      <dsp:txXfrm>
        <a:off x="36896" y="163935"/>
        <a:ext cx="4571360" cy="682028"/>
      </dsp:txXfrm>
    </dsp:sp>
    <dsp:sp modelId="{81ACEF3C-C339-4C49-8E7B-FB99A11385EE}">
      <dsp:nvSpPr>
        <dsp:cNvPr id="0" name=""/>
        <dsp:cNvSpPr/>
      </dsp:nvSpPr>
      <dsp:spPr>
        <a:xfrm>
          <a:off x="0" y="937580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Установлення щомісячного авансування та пенсій за віком для колгоспників.</a:t>
          </a:r>
          <a:endParaRPr lang="uk-UA" sz="1900" kern="1200"/>
        </a:p>
      </dsp:txBody>
      <dsp:txXfrm>
        <a:off x="36896" y="974476"/>
        <a:ext cx="4571360" cy="682028"/>
      </dsp:txXfrm>
    </dsp:sp>
    <dsp:sp modelId="{3FE0061A-0D29-4E66-A208-41B0F718F269}">
      <dsp:nvSpPr>
        <dsp:cNvPr id="0" name=""/>
        <dsp:cNvSpPr/>
      </dsp:nvSpPr>
      <dsp:spPr>
        <a:xfrm>
          <a:off x="0" y="1748120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Раціоналізація використання місцевих матеріальних і людських ресурсів.</a:t>
          </a:r>
          <a:endParaRPr lang="uk-UA" sz="1900" kern="1200"/>
        </a:p>
      </dsp:txBody>
      <dsp:txXfrm>
        <a:off x="36896" y="1785016"/>
        <a:ext cx="4571360" cy="682028"/>
      </dsp:txXfrm>
    </dsp:sp>
    <dsp:sp modelId="{D0C0148D-E81B-4992-BB8B-BDC96B9C55EE}">
      <dsp:nvSpPr>
        <dsp:cNvPr id="0" name=""/>
        <dsp:cNvSpPr/>
      </dsp:nvSpPr>
      <dsp:spPr>
        <a:xfrm>
          <a:off x="0" y="2558660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Ліквідація товарно-грошових відносин і централізованого планування</a:t>
          </a:r>
          <a:endParaRPr lang="uk-UA" sz="1900" kern="1200"/>
        </a:p>
      </dsp:txBody>
      <dsp:txXfrm>
        <a:off x="36896" y="2595556"/>
        <a:ext cx="4571360" cy="682028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F06F1E-F1AE-4EEB-A244-305B7B7975E0}">
      <dsp:nvSpPr>
        <dsp:cNvPr id="0" name=""/>
        <dsp:cNvSpPr/>
      </dsp:nvSpPr>
      <dsp:spPr>
        <a:xfrm>
          <a:off x="0" y="6259"/>
          <a:ext cx="464515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нерозуміння окремими керівниками необхідності впровадження в сівообіг окремих сільськогосподарських культур</a:t>
          </a:r>
          <a:endParaRPr lang="uk-UA" sz="1500" kern="1200"/>
        </a:p>
      </dsp:txBody>
      <dsp:txXfrm>
        <a:off x="40266" y="46525"/>
        <a:ext cx="4564620" cy="744318"/>
      </dsp:txXfrm>
    </dsp:sp>
    <dsp:sp modelId="{2710D626-EB3F-4B2D-8812-81C65918A270}">
      <dsp:nvSpPr>
        <dsp:cNvPr id="0" name=""/>
        <dsp:cNvSpPr/>
      </dsp:nvSpPr>
      <dsp:spPr>
        <a:xfrm>
          <a:off x="0" y="874309"/>
          <a:ext cx="464515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пропаганду успіхів однієї з кампаній, здійснених у сільському господарстві</a:t>
          </a:r>
          <a:endParaRPr lang="uk-UA" sz="1500" kern="1200"/>
        </a:p>
      </dsp:txBody>
      <dsp:txXfrm>
        <a:off x="40266" y="914575"/>
        <a:ext cx="4564620" cy="744318"/>
      </dsp:txXfrm>
    </dsp:sp>
    <dsp:sp modelId="{6D805550-E2B5-44A9-925E-C57CCA910AC8}">
      <dsp:nvSpPr>
        <dsp:cNvPr id="0" name=""/>
        <dsp:cNvSpPr/>
      </dsp:nvSpPr>
      <dsp:spPr>
        <a:xfrm>
          <a:off x="0" y="1742360"/>
          <a:ext cx="464515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неувагу партійно-радянських керівників до освоєння цілинних земель</a:t>
          </a:r>
          <a:endParaRPr lang="uk-UA" sz="1500" kern="1200"/>
        </a:p>
      </dsp:txBody>
      <dsp:txXfrm>
        <a:off x="40266" y="1782626"/>
        <a:ext cx="4564620" cy="744318"/>
      </dsp:txXfrm>
    </dsp:sp>
    <dsp:sp modelId="{F4ACE42E-CFD8-46B6-B8D1-F0821D3579DD}">
      <dsp:nvSpPr>
        <dsp:cNvPr id="0" name=""/>
        <dsp:cNvSpPr/>
      </dsp:nvSpPr>
      <dsp:spPr>
        <a:xfrm>
          <a:off x="0" y="2610410"/>
          <a:ext cx="464515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нестачу в магазинах продовольчих товарів першої необхідності</a:t>
          </a:r>
          <a:endParaRPr lang="uk-UA" sz="1500" kern="1200"/>
        </a:p>
      </dsp:txBody>
      <dsp:txXfrm>
        <a:off x="40266" y="2650676"/>
        <a:ext cx="4564620" cy="744318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D3AEE-D832-4CEB-9743-B46EF782360C}">
      <dsp:nvSpPr>
        <dsp:cNvPr id="0" name=""/>
        <dsp:cNvSpPr/>
      </dsp:nvSpPr>
      <dsp:spPr>
        <a:xfrm>
          <a:off x="0" y="127039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удосконалення системи «держприймання» в колгоспах.</a:t>
          </a:r>
          <a:endParaRPr lang="uk-UA" sz="1900" kern="1200"/>
        </a:p>
      </dsp:txBody>
      <dsp:txXfrm>
        <a:off x="36896" y="163935"/>
        <a:ext cx="4571360" cy="682028"/>
      </dsp:txXfrm>
    </dsp:sp>
    <dsp:sp modelId="{CAEB09A3-C3CE-415D-A0EF-5AB254D93C6D}">
      <dsp:nvSpPr>
        <dsp:cNvPr id="0" name=""/>
        <dsp:cNvSpPr/>
      </dsp:nvSpPr>
      <dsp:spPr>
        <a:xfrm>
          <a:off x="0" y="937580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запровадження ринкових відносин у сільському господарстві.</a:t>
          </a:r>
          <a:endParaRPr lang="uk-UA" sz="1900" kern="1200"/>
        </a:p>
      </dsp:txBody>
      <dsp:txXfrm>
        <a:off x="36896" y="974476"/>
        <a:ext cx="4571360" cy="682028"/>
      </dsp:txXfrm>
    </dsp:sp>
    <dsp:sp modelId="{C2893502-6FE1-40D7-A1D0-1DD302C833F7}">
      <dsp:nvSpPr>
        <dsp:cNvPr id="0" name=""/>
        <dsp:cNvSpPr/>
      </dsp:nvSpPr>
      <dsp:spPr>
        <a:xfrm>
          <a:off x="0" y="1748120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посилення матеріальної зацікавленості селян у суспільному виробництві.</a:t>
          </a:r>
          <a:endParaRPr lang="uk-UA" sz="1900" kern="1200"/>
        </a:p>
      </dsp:txBody>
      <dsp:txXfrm>
        <a:off x="36896" y="1785016"/>
        <a:ext cx="4571360" cy="682028"/>
      </dsp:txXfrm>
    </dsp:sp>
    <dsp:sp modelId="{81027AE2-E03F-42DD-A980-86AED8A2DB35}">
      <dsp:nvSpPr>
        <dsp:cNvPr id="0" name=""/>
        <dsp:cNvSpPr/>
      </dsp:nvSpPr>
      <dsp:spPr>
        <a:xfrm>
          <a:off x="0" y="2558660"/>
          <a:ext cx="4645152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створення сприятливих умов для розвитку присадибного господарства селян</a:t>
          </a:r>
          <a:endParaRPr lang="uk-UA" sz="1900" kern="1200"/>
        </a:p>
      </dsp:txBody>
      <dsp:txXfrm>
        <a:off x="36896" y="2595556"/>
        <a:ext cx="4571360" cy="682028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8971D9-4CC4-4BC0-B207-78F0EF7A8AB4}">
      <dsp:nvSpPr>
        <dsp:cNvPr id="0" name=""/>
        <dsp:cNvSpPr/>
      </dsp:nvSpPr>
      <dsp:spPr>
        <a:xfrm>
          <a:off x="0" y="294800"/>
          <a:ext cx="464515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заборона робітникам і службовцям самочинно змінювати місце своєї роботи</a:t>
          </a:r>
          <a:endParaRPr lang="uk-UA" sz="1700" kern="1200"/>
        </a:p>
      </dsp:txBody>
      <dsp:txXfrm>
        <a:off x="33012" y="327812"/>
        <a:ext cx="4579128" cy="610236"/>
      </dsp:txXfrm>
    </dsp:sp>
    <dsp:sp modelId="{AC110C45-D53E-412D-A713-025B392D912D}">
      <dsp:nvSpPr>
        <dsp:cNvPr id="0" name=""/>
        <dsp:cNvSpPr/>
      </dsp:nvSpPr>
      <dsp:spPr>
        <a:xfrm>
          <a:off x="0" y="1020020"/>
          <a:ext cx="464515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упровадження державних позик і збільшення присадибних ділянок колгоспників</a:t>
          </a:r>
          <a:endParaRPr lang="uk-UA" sz="1700" kern="1200"/>
        </a:p>
      </dsp:txBody>
      <dsp:txXfrm>
        <a:off x="33012" y="1053032"/>
        <a:ext cx="4579128" cy="610236"/>
      </dsp:txXfrm>
    </dsp:sp>
    <dsp:sp modelId="{FB045048-1B8D-4E44-961D-0C5E4041AD49}">
      <dsp:nvSpPr>
        <dsp:cNvPr id="0" name=""/>
        <dsp:cNvSpPr/>
      </dsp:nvSpPr>
      <dsp:spPr>
        <a:xfrm>
          <a:off x="0" y="1745240"/>
          <a:ext cx="464515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створення сфери побутових послуг і системи громадського харчування</a:t>
          </a:r>
          <a:endParaRPr lang="uk-UA" sz="1700" kern="1200"/>
        </a:p>
      </dsp:txBody>
      <dsp:txXfrm>
        <a:off x="33012" y="1778252"/>
        <a:ext cx="4579128" cy="610236"/>
      </dsp:txXfrm>
    </dsp:sp>
    <dsp:sp modelId="{2E1E433B-7E90-4932-A2FD-01A458F624BD}">
      <dsp:nvSpPr>
        <dsp:cNvPr id="0" name=""/>
        <dsp:cNvSpPr/>
      </dsp:nvSpPr>
      <dsp:spPr>
        <a:xfrm>
          <a:off x="0" y="2470460"/>
          <a:ext cx="464515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ведення широкомасштабного індустріального житлового будівництва</a:t>
          </a:r>
          <a:endParaRPr lang="uk-UA" sz="1700" kern="1200"/>
        </a:p>
      </dsp:txBody>
      <dsp:txXfrm>
        <a:off x="33012" y="2503472"/>
        <a:ext cx="4579128" cy="610236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65E58E-1C9D-4070-9456-354428F8C8B6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Відображено в обох уривках.</a:t>
          </a:r>
          <a:endParaRPr lang="uk-UA" sz="1900" kern="1200"/>
        </a:p>
      </dsp:txBody>
      <dsp:txXfrm rot="10800000">
        <a:off x="1129482" y="375"/>
        <a:ext cx="2913316" cy="702840"/>
      </dsp:txXfrm>
    </dsp:sp>
    <dsp:sp modelId="{5E919533-132C-4E36-ACD7-AC90F5AC3A4A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3AC349-9298-4E25-9EC1-857636C7AF05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Тільки у першому.</a:t>
          </a:r>
          <a:endParaRPr lang="uk-UA" sz="1900" kern="1200"/>
        </a:p>
      </dsp:txBody>
      <dsp:txXfrm rot="10800000">
        <a:off x="1129482" y="913018"/>
        <a:ext cx="2913316" cy="702840"/>
      </dsp:txXfrm>
    </dsp:sp>
    <dsp:sp modelId="{6A6C10F4-CA0A-4E1B-BBF9-F226DFB960A5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A7FDB7-706E-4AEB-BCF7-38A3E9AD1A56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Тільки у другому.</a:t>
          </a:r>
          <a:endParaRPr lang="uk-UA" sz="1900" kern="1200"/>
        </a:p>
      </dsp:txBody>
      <dsp:txXfrm rot="10800000">
        <a:off x="1129482" y="1825661"/>
        <a:ext cx="2913316" cy="702840"/>
      </dsp:txXfrm>
    </dsp:sp>
    <dsp:sp modelId="{E5A2B543-E3F8-4C74-A0C6-5D9B6372ED6D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B65BD-C697-4011-B072-8BF23387AA1D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Не відображено у жодному з уривків.</a:t>
          </a:r>
          <a:endParaRPr lang="uk-UA" sz="1900" kern="1200"/>
        </a:p>
      </dsp:txBody>
      <dsp:txXfrm rot="10800000">
        <a:off x="1129482" y="2738304"/>
        <a:ext cx="2913316" cy="702840"/>
      </dsp:txXfrm>
    </dsp:sp>
    <dsp:sp modelId="{39428850-5281-4A2C-818F-A73F3BD6E540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C91F61-F2D3-4C1A-AD77-00CEECAF5F14}">
      <dsp:nvSpPr>
        <dsp:cNvPr id="0" name=""/>
        <dsp:cNvSpPr/>
      </dsp:nvSpPr>
      <dsp:spPr>
        <a:xfrm>
          <a:off x="0" y="431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передання підприємств республіки в союзне підпорядкування.</a:t>
          </a:r>
          <a:endParaRPr lang="uk-UA" sz="2000" kern="1200"/>
        </a:p>
      </dsp:txBody>
      <dsp:txXfrm>
        <a:off x="38838" y="81998"/>
        <a:ext cx="4567476" cy="717924"/>
      </dsp:txXfrm>
    </dsp:sp>
    <dsp:sp modelId="{17E1262A-851D-49F7-8E00-BEF5A48DA85A}">
      <dsp:nvSpPr>
        <dsp:cNvPr id="0" name=""/>
        <dsp:cNvSpPr/>
      </dsp:nvSpPr>
      <dsp:spPr>
        <a:xfrm>
          <a:off x="0" y="8963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стрімкого розвитку підприємств воєнно-промислового комплексу.</a:t>
          </a:r>
          <a:endParaRPr lang="uk-UA" sz="2000" kern="1200"/>
        </a:p>
      </dsp:txBody>
      <dsp:txXfrm>
        <a:off x="38838" y="935198"/>
        <a:ext cx="4567476" cy="717924"/>
      </dsp:txXfrm>
    </dsp:sp>
    <dsp:sp modelId="{D2F7AF5B-243E-45D7-9E7E-B922D0C23399}">
      <dsp:nvSpPr>
        <dsp:cNvPr id="0" name=""/>
        <dsp:cNvSpPr/>
      </dsp:nvSpPr>
      <dsp:spPr>
        <a:xfrm>
          <a:off x="0" y="17495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підпорядкування більшості підприємств Раді міністрів республіки.</a:t>
          </a:r>
          <a:endParaRPr lang="uk-UA" sz="2000" kern="1200"/>
        </a:p>
      </dsp:txBody>
      <dsp:txXfrm>
        <a:off x="38838" y="1788398"/>
        <a:ext cx="4567476" cy="717924"/>
      </dsp:txXfrm>
    </dsp:sp>
    <dsp:sp modelId="{6F6C6692-D456-4C37-B3B8-78AC09BEE711}">
      <dsp:nvSpPr>
        <dsp:cNvPr id="0" name=""/>
        <dsp:cNvSpPr/>
      </dsp:nvSpPr>
      <dsp:spPr>
        <a:xfrm>
          <a:off x="0" y="2602759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відновлення командно-адміністративної системи управління.</a:t>
          </a:r>
          <a:endParaRPr lang="uk-UA" sz="2000" kern="1200"/>
        </a:p>
      </dsp:txBody>
      <dsp:txXfrm>
        <a:off x="38838" y="2641597"/>
        <a:ext cx="4567476" cy="717924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C6AE4-8469-458D-865A-5D6A4DBFF666}">
      <dsp:nvSpPr>
        <dsp:cNvPr id="0" name=""/>
        <dsp:cNvSpPr/>
      </dsp:nvSpPr>
      <dsp:spPr>
        <a:xfrm>
          <a:off x="0" y="431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не змінив суті радянської тоталітарної моделі розвитку.</a:t>
          </a:r>
          <a:endParaRPr lang="uk-UA" sz="2000" kern="1200"/>
        </a:p>
      </dsp:txBody>
      <dsp:txXfrm>
        <a:off x="38838" y="81998"/>
        <a:ext cx="4567476" cy="717924"/>
      </dsp:txXfrm>
    </dsp:sp>
    <dsp:sp modelId="{6E35F567-F8CB-409A-9952-6AB864DAE4F0}">
      <dsp:nvSpPr>
        <dsp:cNvPr id="0" name=""/>
        <dsp:cNvSpPr/>
      </dsp:nvSpPr>
      <dsp:spPr>
        <a:xfrm>
          <a:off x="0" y="8963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забезпечив повну реабілітацію жертв сталінських репресій.</a:t>
          </a:r>
          <a:endParaRPr lang="uk-UA" sz="2000" kern="1200"/>
        </a:p>
      </dsp:txBody>
      <dsp:txXfrm>
        <a:off x="38838" y="935198"/>
        <a:ext cx="4567476" cy="717924"/>
      </dsp:txXfrm>
    </dsp:sp>
    <dsp:sp modelId="{37953A07-28EE-4A9D-A535-A40E73BF27F3}">
      <dsp:nvSpPr>
        <dsp:cNvPr id="0" name=""/>
        <dsp:cNvSpPr/>
      </dsp:nvSpPr>
      <dsp:spPr>
        <a:xfrm>
          <a:off x="0" y="17495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створив передумови відновлення збройної боротьби УПА.</a:t>
          </a:r>
          <a:endParaRPr lang="uk-UA" sz="2000" kern="1200"/>
        </a:p>
      </dsp:txBody>
      <dsp:txXfrm>
        <a:off x="38838" y="1788398"/>
        <a:ext cx="4567476" cy="717924"/>
      </dsp:txXfrm>
    </dsp:sp>
    <dsp:sp modelId="{B0BB29E9-4CB6-438B-9E2A-6F5570E17592}">
      <dsp:nvSpPr>
        <dsp:cNvPr id="0" name=""/>
        <dsp:cNvSpPr/>
      </dsp:nvSpPr>
      <dsp:spPr>
        <a:xfrm>
          <a:off x="0" y="2602759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сприяв переходу до ринкових методів господарювання.</a:t>
          </a:r>
          <a:endParaRPr lang="uk-UA" sz="2000" kern="1200"/>
        </a:p>
      </dsp:txBody>
      <dsp:txXfrm>
        <a:off x="38838" y="2641597"/>
        <a:ext cx="4567476" cy="717924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FBBC2-7D5C-40AA-A2C9-7FBDB1033BDD}">
      <dsp:nvSpPr>
        <dsp:cNvPr id="0" name=""/>
        <dsp:cNvSpPr/>
      </dsp:nvSpPr>
      <dsp:spPr>
        <a:xfrm>
          <a:off x="0" y="431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сприяло русифікації системи освіти в УРСР.</a:t>
          </a:r>
          <a:endParaRPr lang="uk-UA" sz="2000" kern="1200"/>
        </a:p>
      </dsp:txBody>
      <dsp:txXfrm>
        <a:off x="38838" y="81998"/>
        <a:ext cx="4567476" cy="717924"/>
      </dsp:txXfrm>
    </dsp:sp>
    <dsp:sp modelId="{BAF3CB19-B61F-4546-823F-EA65CF53E834}">
      <dsp:nvSpPr>
        <dsp:cNvPr id="0" name=""/>
        <dsp:cNvSpPr/>
      </dsp:nvSpPr>
      <dsp:spPr>
        <a:xfrm>
          <a:off x="0" y="8963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суперечило Закону «Про мови в Українській РСР».</a:t>
          </a:r>
          <a:endParaRPr lang="uk-UA" sz="2000" kern="1200"/>
        </a:p>
      </dsp:txBody>
      <dsp:txXfrm>
        <a:off x="38838" y="935198"/>
        <a:ext cx="4567476" cy="717924"/>
      </dsp:txXfrm>
    </dsp:sp>
    <dsp:sp modelId="{1D6C40F9-150E-4F7E-A181-1DE4AEA011E1}">
      <dsp:nvSpPr>
        <dsp:cNvPr id="0" name=""/>
        <dsp:cNvSpPr/>
      </dsp:nvSpPr>
      <dsp:spPr>
        <a:xfrm>
          <a:off x="0" y="17495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створювало умови для дискримінації російської мови.</a:t>
          </a:r>
          <a:endParaRPr lang="uk-UA" sz="2000" kern="1200"/>
        </a:p>
      </dsp:txBody>
      <dsp:txXfrm>
        <a:off x="38838" y="1788398"/>
        <a:ext cx="4567476" cy="717924"/>
      </dsp:txXfrm>
    </dsp:sp>
    <dsp:sp modelId="{96875A67-D0C3-40B1-9251-8BB95D012431}">
      <dsp:nvSpPr>
        <dsp:cNvPr id="0" name=""/>
        <dsp:cNvSpPr/>
      </dsp:nvSpPr>
      <dsp:spPr>
        <a:xfrm>
          <a:off x="0" y="2602759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відновлювало практику політики «українізації» 1920-х рр.</a:t>
          </a:r>
          <a:endParaRPr lang="uk-UA" sz="2000" kern="1200"/>
        </a:p>
      </dsp:txBody>
      <dsp:txXfrm>
        <a:off x="38838" y="2641597"/>
        <a:ext cx="4567476" cy="717924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B9EAFB-5DEE-4DC9-836F-F1E723A8A4D1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М. Зеров, М. Драй-Хмара, М. Рильський.</a:t>
          </a:r>
          <a:endParaRPr lang="uk-UA" sz="1900" kern="1200"/>
        </a:p>
      </dsp:txBody>
      <dsp:txXfrm rot="10800000">
        <a:off x="1129482" y="375"/>
        <a:ext cx="2913316" cy="702840"/>
      </dsp:txXfrm>
    </dsp:sp>
    <dsp:sp modelId="{441DC5BE-B35E-4439-A91A-ABD7546D03DE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D4918-E1C9-4239-97FF-4466D4019354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О. Теліга, О. Ольжич, У. Самчук.</a:t>
          </a:r>
          <a:endParaRPr lang="uk-UA" sz="1900" kern="1200"/>
        </a:p>
      </dsp:txBody>
      <dsp:txXfrm rot="10800000">
        <a:off x="1129482" y="913018"/>
        <a:ext cx="2913316" cy="702840"/>
      </dsp:txXfrm>
    </dsp:sp>
    <dsp:sp modelId="{74B8BC22-68BB-48DF-9ABF-78D2B1C21C9B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A5687-5E17-4675-8B0F-F225EAFE25BE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Л. Костенко, І. Драч, В. Симоненко.</a:t>
          </a:r>
          <a:endParaRPr lang="uk-UA" sz="1900" kern="1200"/>
        </a:p>
      </dsp:txBody>
      <dsp:txXfrm rot="10800000">
        <a:off x="1129482" y="1825661"/>
        <a:ext cx="2913316" cy="702840"/>
      </dsp:txXfrm>
    </dsp:sp>
    <dsp:sp modelId="{A1F20221-4A43-400B-8124-09A16F632C4C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28580-DD22-45BB-984A-1607C4705E4F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П. Тичина, В. Сосюра, М. Бажан.</a:t>
          </a:r>
          <a:endParaRPr lang="uk-UA" sz="1900" kern="1200"/>
        </a:p>
      </dsp:txBody>
      <dsp:txXfrm rot="10800000">
        <a:off x="1129482" y="2738304"/>
        <a:ext cx="2913316" cy="702840"/>
      </dsp:txXfrm>
    </dsp:sp>
    <dsp:sp modelId="{A5AA7E02-AC1D-4755-8DE3-25FB43EA9736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0AC9C-47AB-49D6-B8E4-BB05EC0C1C14}">
      <dsp:nvSpPr>
        <dsp:cNvPr id="0" name=""/>
        <dsp:cNvSpPr/>
      </dsp:nvSpPr>
      <dsp:spPr>
        <a:xfrm>
          <a:off x="0" y="431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відмова КПРС від насадження методу «соціалістичного реалізму»</a:t>
          </a:r>
          <a:endParaRPr lang="uk-UA" sz="2000" kern="1200"/>
        </a:p>
      </dsp:txBody>
      <dsp:txXfrm>
        <a:off x="38838" y="81998"/>
        <a:ext cx="4567476" cy="717924"/>
      </dsp:txXfrm>
    </dsp:sp>
    <dsp:sp modelId="{8DD9114F-B51C-4766-9B76-FD332D22ED1B}">
      <dsp:nvSpPr>
        <dsp:cNvPr id="0" name=""/>
        <dsp:cNvSpPr/>
      </dsp:nvSpPr>
      <dsp:spPr>
        <a:xfrm>
          <a:off x="0" y="8963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припинення переслідувань діячів українського визвольного руху</a:t>
          </a:r>
          <a:endParaRPr lang="uk-UA" sz="2000" kern="1200"/>
        </a:p>
      </dsp:txBody>
      <dsp:txXfrm>
        <a:off x="38838" y="935198"/>
        <a:ext cx="4567476" cy="717924"/>
      </dsp:txXfrm>
    </dsp:sp>
    <dsp:sp modelId="{C29ACDAF-7C35-441E-B56C-01270F6086A2}">
      <dsp:nvSpPr>
        <dsp:cNvPr id="0" name=""/>
        <dsp:cNvSpPr/>
      </dsp:nvSpPr>
      <dsp:spPr>
        <a:xfrm>
          <a:off x="0" y="17495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активна діяльність організацій і груп українських дисидентів</a:t>
          </a:r>
          <a:endParaRPr lang="uk-UA" sz="2000" kern="1200"/>
        </a:p>
      </dsp:txBody>
      <dsp:txXfrm>
        <a:off x="38838" y="1788398"/>
        <a:ext cx="4567476" cy="717924"/>
      </dsp:txXfrm>
    </dsp:sp>
    <dsp:sp modelId="{47C6F0F2-B936-4CFD-A36A-24AD511A49DE}">
      <dsp:nvSpPr>
        <dsp:cNvPr id="0" name=""/>
        <dsp:cNvSpPr/>
      </dsp:nvSpPr>
      <dsp:spPr>
        <a:xfrm>
          <a:off x="0" y="2602759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лібералізація суспільно-політичного життя в республіці</a:t>
          </a:r>
          <a:endParaRPr lang="uk-UA" sz="2000" kern="1200"/>
        </a:p>
      </dsp:txBody>
      <dsp:txXfrm>
        <a:off x="38838" y="2641597"/>
        <a:ext cx="4567476" cy="717924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9E6104-D9AA-43AB-82CC-435D5A36190D}">
      <dsp:nvSpPr>
        <dsp:cNvPr id="0" name=""/>
        <dsp:cNvSpPr/>
      </dsp:nvSpPr>
      <dsp:spPr>
        <a:xfrm>
          <a:off x="0" y="431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Меджліс кримськотатарського народу в Сімферополі</a:t>
          </a:r>
          <a:endParaRPr lang="uk-UA" sz="2000" kern="1200"/>
        </a:p>
      </dsp:txBody>
      <dsp:txXfrm>
        <a:off x="38838" y="81998"/>
        <a:ext cx="4567476" cy="717924"/>
      </dsp:txXfrm>
    </dsp:sp>
    <dsp:sp modelId="{9FD227FD-5F26-4D8A-A3B5-3F1BF0296512}">
      <dsp:nvSpPr>
        <dsp:cNvPr id="0" name=""/>
        <dsp:cNvSpPr/>
      </dsp:nvSpPr>
      <dsp:spPr>
        <a:xfrm>
          <a:off x="0" y="8963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Українська робітничо-селянська спілка у Львові</a:t>
          </a:r>
          <a:endParaRPr lang="uk-UA" sz="2000" kern="1200"/>
        </a:p>
      </dsp:txBody>
      <dsp:txXfrm>
        <a:off x="38838" y="935198"/>
        <a:ext cx="4567476" cy="717924"/>
      </dsp:txXfrm>
    </dsp:sp>
    <dsp:sp modelId="{2D6E7BD7-1819-4754-9A5F-D8FB3C559356}">
      <dsp:nvSpPr>
        <dsp:cNvPr id="0" name=""/>
        <dsp:cNvSpPr/>
      </dsp:nvSpPr>
      <dsp:spPr>
        <a:xfrm>
          <a:off x="0" y="17495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Організація українських націоналістів у Відні</a:t>
          </a:r>
          <a:endParaRPr lang="uk-UA" sz="2000" kern="1200"/>
        </a:p>
      </dsp:txBody>
      <dsp:txXfrm>
        <a:off x="38838" y="1788398"/>
        <a:ext cx="4567476" cy="717924"/>
      </dsp:txXfrm>
    </dsp:sp>
    <dsp:sp modelId="{E2A5B379-070A-42E1-86F5-767AEBEF9984}">
      <dsp:nvSpPr>
        <dsp:cNvPr id="0" name=""/>
        <dsp:cNvSpPr/>
      </dsp:nvSpPr>
      <dsp:spPr>
        <a:xfrm>
          <a:off x="0" y="2602759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Клуб творчої молоді «Сучасник» у Києві</a:t>
          </a:r>
          <a:endParaRPr lang="uk-UA" sz="2000" kern="1200"/>
        </a:p>
      </dsp:txBody>
      <dsp:txXfrm>
        <a:off x="38838" y="2641597"/>
        <a:ext cx="4567476" cy="717924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BC77F2-5C8F-48C1-8392-3784FAC09033}">
      <dsp:nvSpPr>
        <dsp:cNvPr id="0" name=""/>
        <dsp:cNvSpPr/>
      </dsp:nvSpPr>
      <dsp:spPr>
        <a:xfrm>
          <a:off x="1765157" y="881966"/>
          <a:ext cx="1114836" cy="1114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A10DA19-263A-4A83-87C2-9A2B91381BB7}">
      <dsp:nvSpPr>
        <dsp:cNvPr id="0" name=""/>
        <dsp:cNvSpPr/>
      </dsp:nvSpPr>
      <dsp:spPr>
        <a:xfrm>
          <a:off x="1683867" y="11726"/>
          <a:ext cx="1277416" cy="68361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О. Гончар;</a:t>
          </a:r>
          <a:br>
            <a:rPr lang="ru-RU" sz="1800" kern="1200" dirty="0"/>
          </a:br>
          <a:endParaRPr lang="uk-UA" sz="1800" kern="1200" dirty="0"/>
        </a:p>
      </dsp:txBody>
      <dsp:txXfrm>
        <a:off x="1683867" y="11726"/>
        <a:ext cx="1277416" cy="683613"/>
      </dsp:txXfrm>
    </dsp:sp>
    <dsp:sp modelId="{1ADC9BB6-66A6-453D-9E94-AC2551D5070E}">
      <dsp:nvSpPr>
        <dsp:cNvPr id="0" name=""/>
        <dsp:cNvSpPr/>
      </dsp:nvSpPr>
      <dsp:spPr>
        <a:xfrm>
          <a:off x="2092176" y="1039197"/>
          <a:ext cx="1114836" cy="1114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BAE9CF4-3926-488F-8A8A-3972D5DC0159}">
      <dsp:nvSpPr>
        <dsp:cNvPr id="0" name=""/>
        <dsp:cNvSpPr/>
      </dsp:nvSpPr>
      <dsp:spPr>
        <a:xfrm>
          <a:off x="3344509" y="661159"/>
          <a:ext cx="1207739" cy="7519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В. Симоненко;</a:t>
          </a:r>
          <a:br>
            <a:rPr lang="ru-RU" sz="1800" kern="1200"/>
          </a:br>
          <a:endParaRPr lang="uk-UA" sz="1800" kern="1200"/>
        </a:p>
      </dsp:txBody>
      <dsp:txXfrm>
        <a:off x="3344509" y="661159"/>
        <a:ext cx="1207739" cy="751974"/>
      </dsp:txXfrm>
    </dsp:sp>
    <dsp:sp modelId="{1C25EF30-21AA-4CCD-BEA5-F618B45C1EBF}">
      <dsp:nvSpPr>
        <dsp:cNvPr id="0" name=""/>
        <dsp:cNvSpPr/>
      </dsp:nvSpPr>
      <dsp:spPr>
        <a:xfrm>
          <a:off x="2172537" y="1392967"/>
          <a:ext cx="1114836" cy="1114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3F4991F-F6B7-4741-8121-948C6458A62A}">
      <dsp:nvSpPr>
        <dsp:cNvPr id="0" name=""/>
        <dsp:cNvSpPr/>
      </dsp:nvSpPr>
      <dsp:spPr>
        <a:xfrm>
          <a:off x="3460638" y="1618218"/>
          <a:ext cx="1184513" cy="80324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А. Малишко;</a:t>
          </a:r>
          <a:br>
            <a:rPr lang="ru-RU" sz="1800" kern="1200"/>
          </a:br>
          <a:endParaRPr lang="uk-UA" sz="1800" kern="1200"/>
        </a:p>
      </dsp:txBody>
      <dsp:txXfrm>
        <a:off x="3460638" y="1618218"/>
        <a:ext cx="1184513" cy="803245"/>
      </dsp:txXfrm>
    </dsp:sp>
    <dsp:sp modelId="{EF933055-6407-48A8-9FE0-25B22C5663E4}">
      <dsp:nvSpPr>
        <dsp:cNvPr id="0" name=""/>
        <dsp:cNvSpPr/>
      </dsp:nvSpPr>
      <dsp:spPr>
        <a:xfrm>
          <a:off x="1946318" y="1676666"/>
          <a:ext cx="1114836" cy="1114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8CC53EE-1157-4E78-93F6-9ED67902C2B8}">
      <dsp:nvSpPr>
        <dsp:cNvPr id="0" name=""/>
        <dsp:cNvSpPr/>
      </dsp:nvSpPr>
      <dsp:spPr>
        <a:xfrm>
          <a:off x="2949671" y="2694908"/>
          <a:ext cx="1277416" cy="73488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Л. Костенко;</a:t>
          </a:r>
          <a:br>
            <a:rPr lang="ru-RU" sz="1800" kern="1200"/>
          </a:br>
          <a:endParaRPr lang="uk-UA" sz="1800" kern="1200"/>
        </a:p>
      </dsp:txBody>
      <dsp:txXfrm>
        <a:off x="2949671" y="2694908"/>
        <a:ext cx="1277416" cy="734884"/>
      </dsp:txXfrm>
    </dsp:sp>
    <dsp:sp modelId="{AC8F678F-CDD0-4B4C-A8D8-4A621942DD59}">
      <dsp:nvSpPr>
        <dsp:cNvPr id="0" name=""/>
        <dsp:cNvSpPr/>
      </dsp:nvSpPr>
      <dsp:spPr>
        <a:xfrm>
          <a:off x="1583996" y="1676666"/>
          <a:ext cx="1114836" cy="1114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9E8DC41-9799-46E5-89F3-29CD965FF942}">
      <dsp:nvSpPr>
        <dsp:cNvPr id="0" name=""/>
        <dsp:cNvSpPr/>
      </dsp:nvSpPr>
      <dsp:spPr>
        <a:xfrm>
          <a:off x="418063" y="2694908"/>
          <a:ext cx="1277416" cy="73488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А. Горська;</a:t>
          </a:r>
          <a:br>
            <a:rPr lang="ru-RU" sz="1800" kern="1200"/>
          </a:br>
          <a:endParaRPr lang="uk-UA" sz="1800" kern="1200"/>
        </a:p>
      </dsp:txBody>
      <dsp:txXfrm>
        <a:off x="418063" y="2694908"/>
        <a:ext cx="1277416" cy="734884"/>
      </dsp:txXfrm>
    </dsp:sp>
    <dsp:sp modelId="{683BD06E-0C2B-41EA-992F-6C0B9E5789E8}">
      <dsp:nvSpPr>
        <dsp:cNvPr id="0" name=""/>
        <dsp:cNvSpPr/>
      </dsp:nvSpPr>
      <dsp:spPr>
        <a:xfrm>
          <a:off x="1357777" y="1392967"/>
          <a:ext cx="1114836" cy="1114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2B535DB-2F11-4E14-9583-360186381DB0}">
      <dsp:nvSpPr>
        <dsp:cNvPr id="0" name=""/>
        <dsp:cNvSpPr/>
      </dsp:nvSpPr>
      <dsp:spPr>
        <a:xfrm>
          <a:off x="0" y="1618218"/>
          <a:ext cx="1184513" cy="80324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І. Драч;</a:t>
          </a:r>
          <a:br>
            <a:rPr lang="ru-RU" sz="1800" kern="1200"/>
          </a:br>
          <a:endParaRPr lang="uk-UA" sz="1800" kern="1200"/>
        </a:p>
      </dsp:txBody>
      <dsp:txXfrm>
        <a:off x="0" y="1618218"/>
        <a:ext cx="1184513" cy="803245"/>
      </dsp:txXfrm>
    </dsp:sp>
    <dsp:sp modelId="{C72C285F-2F98-4EB0-82B8-CDD686CAF625}">
      <dsp:nvSpPr>
        <dsp:cNvPr id="0" name=""/>
        <dsp:cNvSpPr/>
      </dsp:nvSpPr>
      <dsp:spPr>
        <a:xfrm>
          <a:off x="1438139" y="1039197"/>
          <a:ext cx="1114836" cy="111497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7580D0B-B658-4162-9F65-9C0424DF3163}">
      <dsp:nvSpPr>
        <dsp:cNvPr id="0" name=""/>
        <dsp:cNvSpPr/>
      </dsp:nvSpPr>
      <dsp:spPr>
        <a:xfrm>
          <a:off x="92903" y="661159"/>
          <a:ext cx="1207739" cy="75197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І. Світличний.</a:t>
          </a:r>
          <a:endParaRPr lang="uk-UA" sz="1800" kern="1200"/>
        </a:p>
      </dsp:txBody>
      <dsp:txXfrm>
        <a:off x="92903" y="661159"/>
        <a:ext cx="1207739" cy="751974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61533-F199-4B74-B4C7-62684A82905D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Миколи Руденка.</a:t>
          </a:r>
          <a:endParaRPr lang="uk-UA" sz="1900" kern="1200"/>
        </a:p>
      </dsp:txBody>
      <dsp:txXfrm rot="10800000">
        <a:off x="1129482" y="375"/>
        <a:ext cx="2913316" cy="702840"/>
      </dsp:txXfrm>
    </dsp:sp>
    <dsp:sp modelId="{6D354F88-2239-4A83-A6F0-5643A82FF0FF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57E49F-36C1-4CFD-97CB-558AB661E4C4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В'ячеслава Чорновола.</a:t>
          </a:r>
          <a:endParaRPr lang="uk-UA" sz="1900" kern="1200"/>
        </a:p>
      </dsp:txBody>
      <dsp:txXfrm rot="10800000">
        <a:off x="1129482" y="913018"/>
        <a:ext cx="2913316" cy="702840"/>
      </dsp:txXfrm>
    </dsp:sp>
    <dsp:sp modelId="{8464446D-4C49-4B75-BE22-12495D33387E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7A938-D1CB-44FA-BBCB-CEE2ECA5F123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Володимира Щербицького.</a:t>
          </a:r>
          <a:endParaRPr lang="uk-UA" sz="1900" kern="1200"/>
        </a:p>
      </dsp:txBody>
      <dsp:txXfrm rot="10800000">
        <a:off x="1129482" y="1825661"/>
        <a:ext cx="2913316" cy="702840"/>
      </dsp:txXfrm>
    </dsp:sp>
    <dsp:sp modelId="{89B857E2-090C-4E70-913B-12E0217EB74F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8EAD4-0B51-4156-9E97-AAB0CC22D11D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Петра Шелеста.</a:t>
          </a:r>
          <a:endParaRPr lang="uk-UA" sz="1900" kern="1200"/>
        </a:p>
      </dsp:txBody>
      <dsp:txXfrm rot="10800000">
        <a:off x="1129482" y="2738304"/>
        <a:ext cx="2913316" cy="702840"/>
      </dsp:txXfrm>
    </dsp:sp>
    <dsp:sp modelId="{4202794D-08DE-4019-983D-4E68AF202EC5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74F2F-1546-4E18-BD38-290D5B106A3C}">
      <dsp:nvSpPr>
        <dsp:cNvPr id="0" name=""/>
        <dsp:cNvSpPr/>
      </dsp:nvSpPr>
      <dsp:spPr>
        <a:xfrm>
          <a:off x="0" y="47219"/>
          <a:ext cx="960437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поет, автор збірок «Лебеді материнства», «Земне тяжіння», «самвидавської» сатири «Злодій», «Некролог кукурудзяному качанові»</a:t>
          </a:r>
          <a:endParaRPr lang="uk-UA" sz="2000" kern="1200"/>
        </a:p>
      </dsp:txBody>
      <dsp:txXfrm>
        <a:off x="38838" y="86057"/>
        <a:ext cx="9526699" cy="717924"/>
      </dsp:txXfrm>
    </dsp:sp>
    <dsp:sp modelId="{8FD2BB2C-DA23-4424-898A-54E7124B2D38}">
      <dsp:nvSpPr>
        <dsp:cNvPr id="0" name=""/>
        <dsp:cNvSpPr/>
      </dsp:nvSpPr>
      <dsp:spPr>
        <a:xfrm>
          <a:off x="0" y="900419"/>
          <a:ext cx="960437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письменник, громадський діяч, автор трилогії «Прапороносці», романів «Тронка», «Собор», «Берег любові»</a:t>
          </a:r>
          <a:endParaRPr lang="uk-UA" sz="2000" kern="1200"/>
        </a:p>
      </dsp:txBody>
      <dsp:txXfrm>
        <a:off x="38838" y="939257"/>
        <a:ext cx="9526699" cy="717924"/>
      </dsp:txXfrm>
    </dsp:sp>
    <dsp:sp modelId="{CC645C0D-D041-4E3A-B363-0D15A3FABEAD}">
      <dsp:nvSpPr>
        <dsp:cNvPr id="0" name=""/>
        <dsp:cNvSpPr/>
      </dsp:nvSpPr>
      <dsp:spPr>
        <a:xfrm>
          <a:off x="0" y="1753619"/>
          <a:ext cx="960437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публіцист, автор «самвидавської» праці «Лихо з розуму»; головний редактор часопису «Український вісник»</a:t>
          </a:r>
          <a:endParaRPr lang="uk-UA" sz="2000" kern="1200"/>
        </a:p>
      </dsp:txBody>
      <dsp:txXfrm>
        <a:off x="38838" y="1792457"/>
        <a:ext cx="9526699" cy="717924"/>
      </dsp:txXfrm>
    </dsp:sp>
    <dsp:sp modelId="{FBEB0518-CD1A-43D8-B1C1-FAC50CFACD8B}">
      <dsp:nvSpPr>
        <dsp:cNvPr id="0" name=""/>
        <dsp:cNvSpPr/>
      </dsp:nvSpPr>
      <dsp:spPr>
        <a:xfrm>
          <a:off x="0" y="2606819"/>
          <a:ext cx="9604375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письменник, літературознавець, автор «самвидавської» праці «Інтернаціоналізм чи русифікація?»</a:t>
          </a:r>
          <a:endParaRPr lang="uk-UA" sz="2000" kern="1200"/>
        </a:p>
      </dsp:txBody>
      <dsp:txXfrm>
        <a:off x="38838" y="2645657"/>
        <a:ext cx="9526699" cy="717924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C372CF-1813-41A5-AC93-44ADFC06BDFE}">
      <dsp:nvSpPr>
        <dsp:cNvPr id="0" name=""/>
        <dsp:cNvSpPr/>
      </dsp:nvSpPr>
      <dsp:spPr>
        <a:xfrm>
          <a:off x="-3898077" y="-598558"/>
          <a:ext cx="4645711" cy="4645711"/>
        </a:xfrm>
        <a:prstGeom prst="blockArc">
          <a:avLst>
            <a:gd name="adj1" fmla="val 18900000"/>
            <a:gd name="adj2" fmla="val 2700000"/>
            <a:gd name="adj3" fmla="val 465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B96D22-AB10-4A3D-8EA3-03A752D2EF80}">
      <dsp:nvSpPr>
        <dsp:cNvPr id="0" name=""/>
        <dsp:cNvSpPr/>
      </dsp:nvSpPr>
      <dsp:spPr>
        <a:xfrm>
          <a:off x="391814" y="265127"/>
          <a:ext cx="4207870" cy="5305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1110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Л. Костенко</a:t>
          </a:r>
          <a:endParaRPr lang="uk-UA" sz="2700" kern="1200"/>
        </a:p>
      </dsp:txBody>
      <dsp:txXfrm>
        <a:off x="391814" y="265127"/>
        <a:ext cx="4207870" cy="530531"/>
      </dsp:txXfrm>
    </dsp:sp>
    <dsp:sp modelId="{E8170CA9-F6EB-45BD-8DBA-081B29893985}">
      <dsp:nvSpPr>
        <dsp:cNvPr id="0" name=""/>
        <dsp:cNvSpPr/>
      </dsp:nvSpPr>
      <dsp:spPr>
        <a:xfrm>
          <a:off x="60232" y="198811"/>
          <a:ext cx="663164" cy="6631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56188-881C-445B-94C3-6B2B5D3197FE}">
      <dsp:nvSpPr>
        <dsp:cNvPr id="0" name=""/>
        <dsp:cNvSpPr/>
      </dsp:nvSpPr>
      <dsp:spPr>
        <a:xfrm>
          <a:off x="695981" y="1061063"/>
          <a:ext cx="3903704" cy="5305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1110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О.Антонов</a:t>
          </a:r>
          <a:endParaRPr lang="uk-UA" sz="2700" kern="1200"/>
        </a:p>
      </dsp:txBody>
      <dsp:txXfrm>
        <a:off x="695981" y="1061063"/>
        <a:ext cx="3903704" cy="530531"/>
      </dsp:txXfrm>
    </dsp:sp>
    <dsp:sp modelId="{0BC44CF1-A823-415C-99B7-5EF2EFE1A819}">
      <dsp:nvSpPr>
        <dsp:cNvPr id="0" name=""/>
        <dsp:cNvSpPr/>
      </dsp:nvSpPr>
      <dsp:spPr>
        <a:xfrm>
          <a:off x="364398" y="994747"/>
          <a:ext cx="663164" cy="6631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E70DA5-7870-451B-B12F-FFB4A238758D}">
      <dsp:nvSpPr>
        <dsp:cNvPr id="0" name=""/>
        <dsp:cNvSpPr/>
      </dsp:nvSpPr>
      <dsp:spPr>
        <a:xfrm>
          <a:off x="695981" y="1856999"/>
          <a:ext cx="3903704" cy="5305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1110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Л. Биков</a:t>
          </a:r>
          <a:endParaRPr lang="uk-UA" sz="2700" kern="1200"/>
        </a:p>
      </dsp:txBody>
      <dsp:txXfrm>
        <a:off x="695981" y="1856999"/>
        <a:ext cx="3903704" cy="530531"/>
      </dsp:txXfrm>
    </dsp:sp>
    <dsp:sp modelId="{173661E3-C375-40AD-AC1B-59A671112FA6}">
      <dsp:nvSpPr>
        <dsp:cNvPr id="0" name=""/>
        <dsp:cNvSpPr/>
      </dsp:nvSpPr>
      <dsp:spPr>
        <a:xfrm>
          <a:off x="364398" y="1790682"/>
          <a:ext cx="663164" cy="6631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31594D-941A-4DAB-ABD1-4F925F33861B}">
      <dsp:nvSpPr>
        <dsp:cNvPr id="0" name=""/>
        <dsp:cNvSpPr/>
      </dsp:nvSpPr>
      <dsp:spPr>
        <a:xfrm>
          <a:off x="391814" y="2652935"/>
          <a:ext cx="4207870" cy="5305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1110" tIns="68580" rIns="68580" bIns="6858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А. Горська</a:t>
          </a:r>
          <a:endParaRPr lang="uk-UA" sz="2700" kern="1200"/>
        </a:p>
      </dsp:txBody>
      <dsp:txXfrm>
        <a:off x="391814" y="2652935"/>
        <a:ext cx="4207870" cy="530531"/>
      </dsp:txXfrm>
    </dsp:sp>
    <dsp:sp modelId="{086393A7-77E3-4769-AB1C-67F41A51B160}">
      <dsp:nvSpPr>
        <dsp:cNvPr id="0" name=""/>
        <dsp:cNvSpPr/>
      </dsp:nvSpPr>
      <dsp:spPr>
        <a:xfrm>
          <a:off x="60232" y="2586618"/>
          <a:ext cx="663164" cy="6631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43057D-AE51-4EF8-A6B8-FE08B0CF3E16}">
      <dsp:nvSpPr>
        <dsp:cNvPr id="0" name=""/>
        <dsp:cNvSpPr/>
      </dsp:nvSpPr>
      <dsp:spPr>
        <a:xfrm>
          <a:off x="0" y="11974"/>
          <a:ext cx="464515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кіномистецтво</a:t>
          </a:r>
          <a:endParaRPr lang="uk-UA" sz="2600" kern="1200"/>
        </a:p>
      </dsp:txBody>
      <dsp:txXfrm>
        <a:off x="30442" y="42416"/>
        <a:ext cx="4584268" cy="562726"/>
      </dsp:txXfrm>
    </dsp:sp>
    <dsp:sp modelId="{523EFA8A-DE06-404F-9107-1FCEDAD33187}">
      <dsp:nvSpPr>
        <dsp:cNvPr id="0" name=""/>
        <dsp:cNvSpPr/>
      </dsp:nvSpPr>
      <dsp:spPr>
        <a:xfrm>
          <a:off x="0" y="710464"/>
          <a:ext cx="464515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електрозварювання</a:t>
          </a:r>
          <a:endParaRPr lang="uk-UA" sz="2600" kern="1200"/>
        </a:p>
      </dsp:txBody>
      <dsp:txXfrm>
        <a:off x="30442" y="740906"/>
        <a:ext cx="4584268" cy="562726"/>
      </dsp:txXfrm>
    </dsp:sp>
    <dsp:sp modelId="{B0DE183E-5DDF-4F7B-A4C2-73876D79FF1F}">
      <dsp:nvSpPr>
        <dsp:cNvPr id="0" name=""/>
        <dsp:cNvSpPr/>
      </dsp:nvSpPr>
      <dsp:spPr>
        <a:xfrm>
          <a:off x="0" y="1408955"/>
          <a:ext cx="464515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поетичне мистецтво</a:t>
          </a:r>
          <a:endParaRPr lang="uk-UA" sz="2600" kern="1200"/>
        </a:p>
      </dsp:txBody>
      <dsp:txXfrm>
        <a:off x="30442" y="1439397"/>
        <a:ext cx="4584268" cy="562726"/>
      </dsp:txXfrm>
    </dsp:sp>
    <dsp:sp modelId="{0039E16F-EDD9-490E-9154-BC7578AC8FB2}">
      <dsp:nvSpPr>
        <dsp:cNvPr id="0" name=""/>
        <dsp:cNvSpPr/>
      </dsp:nvSpPr>
      <dsp:spPr>
        <a:xfrm>
          <a:off x="0" y="2107445"/>
          <a:ext cx="464515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образотворче мистецтво</a:t>
          </a:r>
          <a:endParaRPr lang="uk-UA" sz="2600" kern="1200"/>
        </a:p>
      </dsp:txBody>
      <dsp:txXfrm>
        <a:off x="30442" y="2137887"/>
        <a:ext cx="4584268" cy="562726"/>
      </dsp:txXfrm>
    </dsp:sp>
    <dsp:sp modelId="{FDB7B3A0-C215-4E60-BC4F-1713412FE358}">
      <dsp:nvSpPr>
        <dsp:cNvPr id="0" name=""/>
        <dsp:cNvSpPr/>
      </dsp:nvSpPr>
      <dsp:spPr>
        <a:xfrm>
          <a:off x="0" y="2805935"/>
          <a:ext cx="464515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літакобудування</a:t>
          </a:r>
          <a:endParaRPr lang="uk-UA" sz="2600" kern="1200"/>
        </a:p>
      </dsp:txBody>
      <dsp:txXfrm>
        <a:off x="30442" y="2836377"/>
        <a:ext cx="4584268" cy="562726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22AF32-0403-4331-B2BF-07395B29662D}">
      <dsp:nvSpPr>
        <dsp:cNvPr id="0" name=""/>
        <dsp:cNvSpPr/>
      </dsp:nvSpPr>
      <dsp:spPr>
        <a:xfrm rot="10800000">
          <a:off x="953772" y="375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О. Гончар</a:t>
          </a:r>
          <a:endParaRPr lang="uk-UA" sz="2700" kern="1200"/>
        </a:p>
      </dsp:txBody>
      <dsp:txXfrm rot="10800000">
        <a:off x="1129482" y="375"/>
        <a:ext cx="2913316" cy="702840"/>
      </dsp:txXfrm>
    </dsp:sp>
    <dsp:sp modelId="{47EE87C5-22D9-4AA5-AB0F-38D9F2A88B15}">
      <dsp:nvSpPr>
        <dsp:cNvPr id="0" name=""/>
        <dsp:cNvSpPr/>
      </dsp:nvSpPr>
      <dsp:spPr>
        <a:xfrm>
          <a:off x="602352" y="375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A2F626-3E01-4953-8F17-3A9D863BE6CB}">
      <dsp:nvSpPr>
        <dsp:cNvPr id="0" name=""/>
        <dsp:cNvSpPr/>
      </dsp:nvSpPr>
      <dsp:spPr>
        <a:xfrm rot="10800000">
          <a:off x="953772" y="913018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О. Антонов</a:t>
          </a:r>
          <a:endParaRPr lang="uk-UA" sz="2700" kern="1200"/>
        </a:p>
      </dsp:txBody>
      <dsp:txXfrm rot="10800000">
        <a:off x="1129482" y="913018"/>
        <a:ext cx="2913316" cy="702840"/>
      </dsp:txXfrm>
    </dsp:sp>
    <dsp:sp modelId="{90D21E47-83E2-43E0-BE0A-5FBB085A9EDC}">
      <dsp:nvSpPr>
        <dsp:cNvPr id="0" name=""/>
        <dsp:cNvSpPr/>
      </dsp:nvSpPr>
      <dsp:spPr>
        <a:xfrm>
          <a:off x="602352" y="913018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8C57E-A9B0-4E1E-87B6-4F1A94406132}">
      <dsp:nvSpPr>
        <dsp:cNvPr id="0" name=""/>
        <dsp:cNvSpPr/>
      </dsp:nvSpPr>
      <dsp:spPr>
        <a:xfrm rot="10800000">
          <a:off x="953772" y="1825661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Л. Лук’яненко</a:t>
          </a:r>
          <a:endParaRPr lang="uk-UA" sz="2700" kern="1200"/>
        </a:p>
      </dsp:txBody>
      <dsp:txXfrm rot="10800000">
        <a:off x="1129482" y="1825661"/>
        <a:ext cx="2913316" cy="702840"/>
      </dsp:txXfrm>
    </dsp:sp>
    <dsp:sp modelId="{897E3267-D605-4C08-B3B4-B7033E037FA6}">
      <dsp:nvSpPr>
        <dsp:cNvPr id="0" name=""/>
        <dsp:cNvSpPr/>
      </dsp:nvSpPr>
      <dsp:spPr>
        <a:xfrm>
          <a:off x="602352" y="1825661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82E7A-645B-47DA-9919-A27CE7704780}">
      <dsp:nvSpPr>
        <dsp:cNvPr id="0" name=""/>
        <dsp:cNvSpPr/>
      </dsp:nvSpPr>
      <dsp:spPr>
        <a:xfrm rot="10800000">
          <a:off x="953772" y="2738304"/>
          <a:ext cx="3089026" cy="70284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9933" tIns="102870" rIns="192024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b="0" i="0" kern="1200"/>
            <a:t>І. Миколайчук</a:t>
          </a:r>
          <a:endParaRPr lang="uk-UA" sz="2700" kern="1200"/>
        </a:p>
      </dsp:txBody>
      <dsp:txXfrm rot="10800000">
        <a:off x="1129482" y="2738304"/>
        <a:ext cx="2913316" cy="702840"/>
      </dsp:txXfrm>
    </dsp:sp>
    <dsp:sp modelId="{BF5E0EC8-2C44-4295-99B1-B5E69826B231}">
      <dsp:nvSpPr>
        <dsp:cNvPr id="0" name=""/>
        <dsp:cNvSpPr/>
      </dsp:nvSpPr>
      <dsp:spPr>
        <a:xfrm>
          <a:off x="602352" y="2738304"/>
          <a:ext cx="702840" cy="7028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698463-4EE1-4959-A20A-C1D9CFD3B6FE}">
      <dsp:nvSpPr>
        <dsp:cNvPr id="0" name=""/>
        <dsp:cNvSpPr/>
      </dsp:nvSpPr>
      <dsp:spPr>
        <a:xfrm>
          <a:off x="0" y="431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лібералізацією суспільно-політичного та духовного життя.</a:t>
          </a:r>
          <a:endParaRPr lang="uk-UA" sz="2000" kern="1200"/>
        </a:p>
      </dsp:txBody>
      <dsp:txXfrm>
        <a:off x="38838" y="81998"/>
        <a:ext cx="4567476" cy="717924"/>
      </dsp:txXfrm>
    </dsp:sp>
    <dsp:sp modelId="{8C36D1E1-A91B-4290-B273-7FBB6D281B86}">
      <dsp:nvSpPr>
        <dsp:cNvPr id="0" name=""/>
        <dsp:cNvSpPr/>
      </dsp:nvSpPr>
      <dsp:spPr>
        <a:xfrm>
          <a:off x="0" y="8963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збільшенням фінансування культури та народної творчості.</a:t>
          </a:r>
          <a:endParaRPr lang="uk-UA" sz="2000" kern="1200"/>
        </a:p>
      </dsp:txBody>
      <dsp:txXfrm>
        <a:off x="38838" y="935198"/>
        <a:ext cx="4567476" cy="717924"/>
      </dsp:txXfrm>
    </dsp:sp>
    <dsp:sp modelId="{175D6EC9-1DC0-4290-A107-9AD60B8FCEC2}">
      <dsp:nvSpPr>
        <dsp:cNvPr id="0" name=""/>
        <dsp:cNvSpPr/>
      </dsp:nvSpPr>
      <dsp:spPr>
        <a:xfrm>
          <a:off x="0" y="17495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долученням до європейської та світової культурної спадщини.</a:t>
          </a:r>
          <a:endParaRPr lang="uk-UA" sz="2000" kern="1200"/>
        </a:p>
      </dsp:txBody>
      <dsp:txXfrm>
        <a:off x="38838" y="1788398"/>
        <a:ext cx="4567476" cy="717924"/>
      </dsp:txXfrm>
    </dsp:sp>
    <dsp:sp modelId="{5ED0DBF9-41F5-41A4-8B86-61BC94278D34}">
      <dsp:nvSpPr>
        <dsp:cNvPr id="0" name=""/>
        <dsp:cNvSpPr/>
      </dsp:nvSpPr>
      <dsp:spPr>
        <a:xfrm>
          <a:off x="0" y="2602759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поверненням в українську культуру забутих і репресованих імен.</a:t>
          </a:r>
          <a:endParaRPr lang="uk-UA" sz="2000" kern="1200"/>
        </a:p>
      </dsp:txBody>
      <dsp:txXfrm>
        <a:off x="38838" y="2641597"/>
        <a:ext cx="4567476" cy="717924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39D3BB-A5DD-41DF-B043-22CCD58BA6FA}">
      <dsp:nvSpPr>
        <dsp:cNvPr id="0" name=""/>
        <dsp:cNvSpPr/>
      </dsp:nvSpPr>
      <dsp:spPr>
        <a:xfrm>
          <a:off x="0" y="431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відмова держави від антицерковної політики та атеїстичної пропаганди</a:t>
          </a:r>
          <a:endParaRPr lang="uk-UA" sz="2000" kern="1200"/>
        </a:p>
      </dsp:txBody>
      <dsp:txXfrm>
        <a:off x="38838" y="81998"/>
        <a:ext cx="4567476" cy="717924"/>
      </dsp:txXfrm>
    </dsp:sp>
    <dsp:sp modelId="{58303C01-0091-48FE-B524-97632B5C3345}">
      <dsp:nvSpPr>
        <dsp:cNvPr id="0" name=""/>
        <dsp:cNvSpPr/>
      </dsp:nvSpPr>
      <dsp:spPr>
        <a:xfrm>
          <a:off x="0" y="8963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ліквідація політико-ідеологічного контролю та цензури в галузі культури</a:t>
          </a:r>
          <a:endParaRPr lang="uk-UA" sz="2000" kern="1200"/>
        </a:p>
      </dsp:txBody>
      <dsp:txXfrm>
        <a:off x="38838" y="935198"/>
        <a:ext cx="4567476" cy="717924"/>
      </dsp:txXfrm>
    </dsp:sp>
    <dsp:sp modelId="{26E740A4-D8CE-4550-8EE3-7B7BD641CCB5}">
      <dsp:nvSpPr>
        <dsp:cNvPr id="0" name=""/>
        <dsp:cNvSpPr/>
      </dsp:nvSpPr>
      <dsp:spPr>
        <a:xfrm>
          <a:off x="0" y="1749560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вихід на літературний і суспільний обрії плеяди талановитої творчої молоді</a:t>
          </a:r>
          <a:endParaRPr lang="uk-UA" sz="2000" kern="1200"/>
        </a:p>
      </dsp:txBody>
      <dsp:txXfrm>
        <a:off x="38838" y="1788398"/>
        <a:ext cx="4567476" cy="717924"/>
      </dsp:txXfrm>
    </dsp:sp>
    <dsp:sp modelId="{E91C84D4-58A3-42A6-A804-38656C7B7C45}">
      <dsp:nvSpPr>
        <dsp:cNvPr id="0" name=""/>
        <dsp:cNvSpPr/>
      </dsp:nvSpPr>
      <dsp:spPr>
        <a:xfrm>
          <a:off x="0" y="2602759"/>
          <a:ext cx="464515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припинення політики русифікації та ідеологізації системи народної освіти</a:t>
          </a:r>
          <a:endParaRPr lang="uk-UA" sz="2000" kern="1200"/>
        </a:p>
      </dsp:txBody>
      <dsp:txXfrm>
        <a:off x="38838" y="2641597"/>
        <a:ext cx="4567476" cy="717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99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83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450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22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24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507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8483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0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56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6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13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5EEB9-6516-499D-B57B-DE647594F96C}" type="datetimeFigureOut">
              <a:rPr lang="uk-UA" smtClean="0"/>
              <a:t>23.03.2025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84DC32A-61CA-4E10-9F5F-6B87680607FA}" type="slidenum">
              <a:rPr lang="uk-UA" smtClean="0"/>
              <a:t>‹№›</a:t>
            </a:fld>
            <a:endParaRPr lang="uk-UA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25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5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16.jpe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17.jpe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7" Type="http://schemas.openxmlformats.org/officeDocument/2006/relationships/image" Target="../media/image18.pn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2.xml"/><Relationship Id="rId3" Type="http://schemas.openxmlformats.org/officeDocument/2006/relationships/diagramLayout" Target="../diagrams/layout31.xml"/><Relationship Id="rId7" Type="http://schemas.openxmlformats.org/officeDocument/2006/relationships/diagramData" Target="../diagrams/data32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11" Type="http://schemas.microsoft.com/office/2007/relationships/diagramDrawing" Target="../diagrams/drawing32.xml"/><Relationship Id="rId5" Type="http://schemas.openxmlformats.org/officeDocument/2006/relationships/diagramColors" Target="../diagrams/colors31.xml"/><Relationship Id="rId10" Type="http://schemas.openxmlformats.org/officeDocument/2006/relationships/diagramColors" Target="../diagrams/colors32.xml"/><Relationship Id="rId4" Type="http://schemas.openxmlformats.org/officeDocument/2006/relationships/diagramQuickStyle" Target="../diagrams/quickStyle31.xml"/><Relationship Id="rId9" Type="http://schemas.openxmlformats.org/officeDocument/2006/relationships/diagramQuickStyle" Target="../diagrams/quickStyl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7" Type="http://schemas.openxmlformats.org/officeDocument/2006/relationships/image" Target="../media/image19.jpeg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7" Type="http://schemas.openxmlformats.org/officeDocument/2006/relationships/image" Target="../media/image20.jpeg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7.xml"/><Relationship Id="rId3" Type="http://schemas.openxmlformats.org/officeDocument/2006/relationships/diagramLayout" Target="../diagrams/layout36.xml"/><Relationship Id="rId7" Type="http://schemas.openxmlformats.org/officeDocument/2006/relationships/diagramData" Target="../diagrams/data37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11" Type="http://schemas.microsoft.com/office/2007/relationships/diagramDrawing" Target="../diagrams/drawing37.xml"/><Relationship Id="rId5" Type="http://schemas.openxmlformats.org/officeDocument/2006/relationships/diagramColors" Target="../diagrams/colors36.xml"/><Relationship Id="rId10" Type="http://schemas.openxmlformats.org/officeDocument/2006/relationships/diagramColors" Target="../diagrams/colors37.xml"/><Relationship Id="rId4" Type="http://schemas.openxmlformats.org/officeDocument/2006/relationships/diagramQuickStyle" Target="../diagrams/quickStyle36.xml"/><Relationship Id="rId9" Type="http://schemas.openxmlformats.org/officeDocument/2006/relationships/diagramQuickStyle" Target="../diagrams/quickStyle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7" Type="http://schemas.openxmlformats.org/officeDocument/2006/relationships/image" Target="../media/image21.jpeg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7" Type="http://schemas.openxmlformats.org/officeDocument/2006/relationships/image" Target="../media/image22.jpeg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5.xml"/><Relationship Id="rId3" Type="http://schemas.openxmlformats.org/officeDocument/2006/relationships/diagramLayout" Target="../diagrams/layout54.xml"/><Relationship Id="rId7" Type="http://schemas.openxmlformats.org/officeDocument/2006/relationships/diagramData" Target="../diagrams/data55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11" Type="http://schemas.microsoft.com/office/2007/relationships/diagramDrawing" Target="../diagrams/drawing55.xml"/><Relationship Id="rId5" Type="http://schemas.openxmlformats.org/officeDocument/2006/relationships/diagramColors" Target="../diagrams/colors54.xml"/><Relationship Id="rId10" Type="http://schemas.openxmlformats.org/officeDocument/2006/relationships/diagramColors" Target="../diagrams/colors55.xml"/><Relationship Id="rId4" Type="http://schemas.openxmlformats.org/officeDocument/2006/relationships/diagramQuickStyle" Target="../diagrams/quickStyle54.xml"/><Relationship Id="rId9" Type="http://schemas.openxmlformats.org/officeDocument/2006/relationships/diagramQuickStyle" Target="../diagrams/quickStyle5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02820-12DA-166F-85BF-F401329C78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Україна в умовах десталінізації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E652BC8-8AE2-3943-B51F-BDC14C18E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1026" name="Picture 2" descr="Микита Хрущов добре володів українською мовою і поважав Володимира  Винниченка">
            <a:extLst>
              <a:ext uri="{FF2B5EF4-FFF2-40B4-BE49-F238E27FC236}">
                <a16:creationId xmlns:a16="http://schemas.microsoft.com/office/drawing/2014/main" id="{11647CF6-1C01-541A-9552-977BE80D09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2" r="19779"/>
          <a:stretch/>
        </p:blipFill>
        <p:spPr bwMode="auto">
          <a:xfrm>
            <a:off x="0" y="777163"/>
            <a:ext cx="2331720" cy="5303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136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4D446-6DCE-5CD8-B989-C63CE864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агітаційних</a:t>
            </a:r>
            <a:r>
              <a:rPr lang="ru-RU" dirty="0"/>
              <a:t> </a:t>
            </a:r>
            <a:r>
              <a:rPr lang="ru-RU" dirty="0" err="1"/>
              <a:t>плакатів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EFAF7DF-EDC4-F3B0-045B-B076897504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44" y="2225471"/>
            <a:ext cx="2701368" cy="379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6B24910-3109-61C4-D647-7D517425F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868" y="2229626"/>
            <a:ext cx="2228552" cy="382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58C7D797-3E36-A65D-D618-2EF973686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177" y="2225470"/>
            <a:ext cx="2763043" cy="377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173790DF-BD8C-E48D-264C-934995D04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4990" y="2229627"/>
            <a:ext cx="2775378" cy="3823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009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7662AB-B8AC-5DA7-D3E8-E83DC80D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2400" dirty="0"/>
              <a:t>Установіть відповідність між назвами періодів в історії України та поняттями й термінами, які потрібно використовувати, характеризуючи їх.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7D037C1D-8B18-1463-E9C4-717BAA79982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0550477"/>
              </p:ext>
            </p:extLst>
          </p:nvPr>
        </p:nvGraphicFramePr>
        <p:xfrm>
          <a:off x="1447331" y="2010878"/>
          <a:ext cx="4645152" cy="3448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E27A1F0-31F5-6880-7ED5-5DAF69F0F07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07935328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7239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72C38-6839-C822-154D-9B2D7D716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агітаційних</a:t>
            </a:r>
            <a:r>
              <a:rPr lang="ru-RU" dirty="0"/>
              <a:t> </a:t>
            </a:r>
            <a:r>
              <a:rPr lang="ru-RU" dirty="0" err="1"/>
              <a:t>плакатів</a:t>
            </a:r>
            <a:endParaRPr lang="uk-U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EB5A947-15EE-A7F6-75C0-EB4BCDB7C1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714" y="2756637"/>
            <a:ext cx="2915443" cy="2153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D182C81E-CF37-51C8-83DE-476B1DFA1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532" y="3935398"/>
            <a:ext cx="2735263" cy="213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EFFD2025-0BDF-E764-5CBA-85A27172D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596" y="1847360"/>
            <a:ext cx="2753102" cy="1986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75E97E75-B347-E7B8-D83D-46361DF81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137" y="2840379"/>
            <a:ext cx="2995648" cy="2153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149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1CF1D-32F0-BD2C-FDA6-81F8B76E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агітаційних</a:t>
            </a:r>
            <a:r>
              <a:rPr lang="ru-RU" dirty="0"/>
              <a:t> </a:t>
            </a:r>
            <a:r>
              <a:rPr lang="ru-RU" dirty="0" err="1"/>
              <a:t>плакатів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FD65C2A-EC86-C66A-DF1F-35E345D585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873" y="1964707"/>
            <a:ext cx="2857899" cy="200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932470E5-3319-F502-8C28-A117446F2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873" y="4076190"/>
            <a:ext cx="285750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0FADBA99-8374-92EF-B111-C91714758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579" y="2964971"/>
            <a:ext cx="2857500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57DF341E-AF98-2860-453D-59FCC13A2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167" y="2979398"/>
            <a:ext cx="2857500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60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0653F-E8D5-9ED4-FCE5-1F1AD648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1B7DCBA-B864-9064-96C4-8AEFC7298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6392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D7E1F-442E-E74E-B72B-F164CA99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твердження</a:t>
            </a:r>
            <a:r>
              <a:rPr lang="ru-RU" dirty="0"/>
              <a:t> </a:t>
            </a:r>
            <a:r>
              <a:rPr lang="ru-RU" dirty="0" err="1"/>
              <a:t>відповідають</a:t>
            </a:r>
            <a:r>
              <a:rPr lang="ru-RU" dirty="0"/>
              <a:t> </a:t>
            </a:r>
            <a:r>
              <a:rPr lang="ru-RU" dirty="0" err="1"/>
              <a:t>політиці</a:t>
            </a:r>
            <a:r>
              <a:rPr lang="ru-RU" dirty="0"/>
              <a:t> </a:t>
            </a:r>
            <a:r>
              <a:rPr lang="ru-RU" dirty="0" err="1"/>
              <a:t>зображеного</a:t>
            </a:r>
            <a:r>
              <a:rPr lang="ru-RU" dirty="0"/>
              <a:t> на фото </a:t>
            </a:r>
            <a:r>
              <a:rPr lang="ru-RU" dirty="0" err="1"/>
              <a:t>діяча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27836F6-18B4-DC84-902F-DEBDFA0AE7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80901000"/>
              </p:ext>
            </p:extLst>
          </p:nvPr>
        </p:nvGraphicFramePr>
        <p:xfrm>
          <a:off x="6413771" y="2017343"/>
          <a:ext cx="4645152" cy="4035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CBB468CE-817A-9E93-9B99-9E35B6F93A8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836" y="2011363"/>
            <a:ext cx="2846953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861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04176-A4BD-5D1B-3239-C78DA2DA6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err="1"/>
              <a:t>Установіть</a:t>
            </a:r>
            <a:r>
              <a:rPr lang="ru-RU" sz="2400" dirty="0"/>
              <a:t> </a:t>
            </a:r>
            <a:r>
              <a:rPr lang="ru-RU" sz="2400" dirty="0" err="1"/>
              <a:t>відповідність</a:t>
            </a:r>
            <a:r>
              <a:rPr lang="ru-RU" sz="2400" dirty="0"/>
              <a:t> </a:t>
            </a:r>
            <a:r>
              <a:rPr lang="ru-RU" sz="2400" dirty="0" err="1"/>
              <a:t>між</a:t>
            </a:r>
            <a:r>
              <a:rPr lang="ru-RU" sz="2400" dirty="0"/>
              <a:t> </a:t>
            </a:r>
            <a:r>
              <a:rPr lang="ru-RU" sz="2400" dirty="0" err="1"/>
              <a:t>подією</a:t>
            </a:r>
            <a:r>
              <a:rPr lang="ru-RU" sz="2400" dirty="0"/>
              <a:t> </a:t>
            </a:r>
            <a:r>
              <a:rPr lang="ru-RU" sz="2400" dirty="0" err="1"/>
              <a:t>суспільно-політичного</a:t>
            </a:r>
            <a:r>
              <a:rPr lang="ru-RU" sz="2400" dirty="0"/>
              <a:t> </a:t>
            </a:r>
            <a:r>
              <a:rPr lang="ru-RU" sz="2400" dirty="0" err="1"/>
              <a:t>життя</a:t>
            </a:r>
            <a:r>
              <a:rPr lang="ru-RU" sz="2400" dirty="0"/>
              <a:t> </a:t>
            </a:r>
            <a:r>
              <a:rPr lang="ru-RU" sz="2400" dirty="0" err="1"/>
              <a:t>другої</a:t>
            </a:r>
            <a:r>
              <a:rPr lang="ru-RU" sz="2400" dirty="0"/>
              <a:t> </a:t>
            </a:r>
            <a:r>
              <a:rPr lang="ru-RU" sz="2400" dirty="0" err="1"/>
              <a:t>половини</a:t>
            </a:r>
            <a:r>
              <a:rPr lang="ru-RU" sz="2400" dirty="0"/>
              <a:t> ХХ ст. та роком, коли вона </a:t>
            </a:r>
            <a:r>
              <a:rPr lang="ru-RU" sz="2400" dirty="0" err="1"/>
              <a:t>відбулася</a:t>
            </a:r>
            <a:r>
              <a:rPr lang="ru-RU" sz="2400" dirty="0"/>
              <a:t>.</a:t>
            </a:r>
            <a:endParaRPr lang="uk-UA" sz="24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D9EDB85-5A41-3FE8-5670-B6ECF74752C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50556740"/>
              </p:ext>
            </p:extLst>
          </p:nvPr>
        </p:nvGraphicFramePr>
        <p:xfrm>
          <a:off x="1447331" y="2010878"/>
          <a:ext cx="4645152" cy="3448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C0791EF-8EB7-B27F-4BF1-F77055C2747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51125571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1020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1EB1D-9FB8-374F-F87E-4101AA20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Українську</a:t>
            </a:r>
            <a:r>
              <a:rPr lang="ru-RU" dirty="0"/>
              <a:t> </a:t>
            </a:r>
            <a:r>
              <a:rPr lang="ru-RU" dirty="0" err="1"/>
              <a:t>робітничо-селянську</a:t>
            </a:r>
            <a:r>
              <a:rPr lang="ru-RU" dirty="0"/>
              <a:t> </a:t>
            </a:r>
            <a:r>
              <a:rPr lang="ru-RU" dirty="0" err="1"/>
              <a:t>спілку</a:t>
            </a:r>
            <a:r>
              <a:rPr lang="ru-RU" dirty="0"/>
              <a:t> (УРСС) створено за </a:t>
            </a:r>
            <a:r>
              <a:rPr lang="ru-RU" dirty="0" err="1"/>
              <a:t>ініціативи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BFA1D09-847F-9064-651D-E1990F7AAF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C696802-0B2B-FBDB-E000-7C8FDD5BE1A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90651723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120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CD051D-AD16-8FD8-601F-DEADD121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 err="1"/>
              <a:t>Який</a:t>
            </a:r>
            <a:r>
              <a:rPr lang="ru-RU" sz="2400" dirty="0"/>
              <a:t> </a:t>
            </a:r>
            <a:r>
              <a:rPr lang="ru-RU" sz="2400" dirty="0" err="1"/>
              <a:t>процес</a:t>
            </a:r>
            <a:r>
              <a:rPr lang="ru-RU" sz="2400" dirty="0"/>
              <a:t> </a:t>
            </a:r>
            <a:r>
              <a:rPr lang="ru-RU" sz="2400" dirty="0" err="1"/>
              <a:t>був</a:t>
            </a:r>
            <a:r>
              <a:rPr lang="ru-RU" sz="2400" dirty="0"/>
              <a:t> </a:t>
            </a:r>
            <a:r>
              <a:rPr lang="ru-RU" sz="2400" dirty="0" err="1"/>
              <a:t>характерний</a:t>
            </a:r>
            <a:r>
              <a:rPr lang="ru-RU" sz="2400" dirty="0"/>
              <a:t> для духовного </a:t>
            </a:r>
            <a:r>
              <a:rPr lang="ru-RU" sz="2400" dirty="0" err="1"/>
              <a:t>життя</a:t>
            </a:r>
            <a:r>
              <a:rPr lang="ru-RU" sz="2400" dirty="0"/>
              <a:t> в </a:t>
            </a:r>
            <a:r>
              <a:rPr lang="ru-RU" sz="2400" dirty="0" err="1"/>
              <a:t>Україні</a:t>
            </a:r>
            <a:r>
              <a:rPr lang="ru-RU" sz="2400" dirty="0"/>
              <a:t> в </a:t>
            </a:r>
            <a:r>
              <a:rPr lang="ru-RU" sz="2400" dirty="0" err="1"/>
              <a:t>період</a:t>
            </a:r>
            <a:r>
              <a:rPr lang="ru-RU" sz="2400" dirty="0"/>
              <a:t> </a:t>
            </a:r>
            <a:r>
              <a:rPr lang="ru-RU" sz="2400" dirty="0" err="1"/>
              <a:t>політичної</a:t>
            </a:r>
            <a:r>
              <a:rPr lang="ru-RU" sz="2400" dirty="0"/>
              <a:t> та </a:t>
            </a:r>
            <a:r>
              <a:rPr lang="ru-RU" sz="2400" dirty="0" err="1"/>
              <a:t>економічної</a:t>
            </a:r>
            <a:r>
              <a:rPr lang="ru-RU" sz="2400" dirty="0"/>
              <a:t> </a:t>
            </a:r>
            <a:r>
              <a:rPr lang="ru-RU" sz="2400" dirty="0" err="1"/>
              <a:t>лібералізації</a:t>
            </a:r>
            <a:r>
              <a:rPr lang="ru-RU" sz="2400" dirty="0"/>
              <a:t> </a:t>
            </a:r>
            <a:r>
              <a:rPr lang="ru-RU" sz="2400" dirty="0" err="1"/>
              <a:t>суспільства</a:t>
            </a:r>
            <a:r>
              <a:rPr lang="ru-RU" sz="2400" dirty="0"/>
              <a:t> (1953-1964 </a:t>
            </a:r>
            <a:r>
              <a:rPr lang="ru-RU" sz="2400" dirty="0" err="1"/>
              <a:t>рр</a:t>
            </a:r>
            <a:r>
              <a:rPr lang="ru-RU" sz="2400" dirty="0"/>
              <a:t>.)?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06FB6EE-64F4-853F-8EC8-80CBF5062F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369E32-FA5D-6CBF-442C-6827562EFC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05754803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6315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56DE79-E9A1-6825-1438-6CB1E979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Яке з </a:t>
            </a:r>
            <a:r>
              <a:rPr lang="ru-RU" dirty="0" err="1"/>
              <a:t>поданих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тверджень</a:t>
            </a:r>
            <a:r>
              <a:rPr lang="ru-RU" dirty="0"/>
              <a:t> є </a:t>
            </a:r>
            <a:r>
              <a:rPr lang="ru-RU" dirty="0" err="1"/>
              <a:t>правильним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14ED53-6E96-7C5F-C89B-1EED15E4F4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51895"/>
              </p:ext>
            </p:extLst>
          </p:nvPr>
        </p:nvGraphicFramePr>
        <p:xfrm>
          <a:off x="1450975" y="2016125"/>
          <a:ext cx="96043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9348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211568-45F1-76A0-536B-3BC920DE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У </a:t>
            </a:r>
            <a:r>
              <a:rPr lang="ru-RU" sz="2400" dirty="0" err="1"/>
              <a:t>якому</a:t>
            </a:r>
            <a:r>
              <a:rPr lang="ru-RU" sz="2400" dirty="0"/>
              <a:t> </a:t>
            </a:r>
            <a:r>
              <a:rPr lang="ru-RU" sz="2400" dirty="0" err="1"/>
              <a:t>році</a:t>
            </a:r>
            <a:r>
              <a:rPr lang="ru-RU" sz="2400" dirty="0"/>
              <a:t> практику </a:t>
            </a:r>
            <a:r>
              <a:rPr lang="ru-RU" sz="2400" dirty="0" err="1"/>
              <a:t>масових</a:t>
            </a:r>
            <a:r>
              <a:rPr lang="ru-RU" sz="2400" dirty="0"/>
              <a:t> </a:t>
            </a:r>
            <a:r>
              <a:rPr lang="ru-RU" sz="2400" dirty="0" err="1"/>
              <a:t>репресій</a:t>
            </a:r>
            <a:r>
              <a:rPr lang="ru-RU" sz="2400" dirty="0"/>
              <a:t> у </a:t>
            </a:r>
            <a:r>
              <a:rPr lang="ru-RU" sz="2400" dirty="0" err="1"/>
              <a:t>Радянському</a:t>
            </a:r>
            <a:r>
              <a:rPr lang="ru-RU" sz="2400" dirty="0"/>
              <a:t> </a:t>
            </a:r>
            <a:r>
              <a:rPr lang="ru-RU" sz="2400" dirty="0" err="1"/>
              <a:t>Союзі</a:t>
            </a:r>
            <a:r>
              <a:rPr lang="ru-RU" sz="2400" dirty="0"/>
              <a:t> </a:t>
            </a:r>
            <a:r>
              <a:rPr lang="ru-RU" sz="2400" dirty="0" err="1"/>
              <a:t>було</a:t>
            </a:r>
            <a:r>
              <a:rPr lang="ru-RU" sz="2400" dirty="0"/>
              <a:t> </a:t>
            </a:r>
            <a:r>
              <a:rPr lang="ru-RU" sz="2400" dirty="0" err="1"/>
              <a:t>офіційно</a:t>
            </a:r>
            <a:r>
              <a:rPr lang="ru-RU" sz="2400" dirty="0"/>
              <a:t> </a:t>
            </a:r>
            <a:r>
              <a:rPr lang="ru-RU" sz="2400" dirty="0" err="1"/>
              <a:t>засуджено</a:t>
            </a:r>
            <a:r>
              <a:rPr lang="ru-RU" sz="2400" dirty="0"/>
              <a:t> як </a:t>
            </a:r>
            <a:r>
              <a:rPr lang="ru-RU" sz="2400" dirty="0" err="1"/>
              <a:t>прояв</a:t>
            </a:r>
            <a:r>
              <a:rPr lang="ru-RU" sz="2400" dirty="0"/>
              <a:t> «культу особи Й. </a:t>
            </a:r>
            <a:r>
              <a:rPr lang="ru-RU" sz="2400" dirty="0" err="1"/>
              <a:t>Сталіна</a:t>
            </a:r>
            <a:r>
              <a:rPr lang="ru-RU" sz="2400" dirty="0"/>
              <a:t>»?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374F1D7-2C16-E417-6EEF-C6EEC89AF5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AB566FB-04B1-5480-7349-56EBACE3358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11386905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3773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4AE84-9FBD-49D1-B499-705110CF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було однією зі складових політики десталінізації (1953—1964 рр.)?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7AC926D-27CA-55D7-A22B-D0F8C874EF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DFFBD43-129B-A487-8AE3-4369971E705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02503940"/>
              </p:ext>
            </p:extLst>
          </p:nvPr>
        </p:nvGraphicFramePr>
        <p:xfrm>
          <a:off x="6409700" y="1864194"/>
          <a:ext cx="4645152" cy="4035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95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117B3B-3497-859E-B015-E3BC140F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Практика «</a:t>
            </a:r>
            <a:r>
              <a:rPr lang="ru-RU" dirty="0" err="1"/>
              <a:t>політичної</a:t>
            </a:r>
            <a:r>
              <a:rPr lang="ru-RU" dirty="0"/>
              <a:t> </a:t>
            </a:r>
            <a:r>
              <a:rPr lang="ru-RU" dirty="0" err="1"/>
              <a:t>реабілітації</a:t>
            </a:r>
            <a:r>
              <a:rPr lang="ru-RU" dirty="0"/>
              <a:t>» </a:t>
            </a:r>
            <a:r>
              <a:rPr lang="ru-RU" dirty="0" err="1"/>
              <a:t>вперше</a:t>
            </a:r>
            <a:r>
              <a:rPr lang="ru-RU" dirty="0"/>
              <a:t> </a:t>
            </a:r>
            <a:r>
              <a:rPr lang="ru-RU" dirty="0" err="1"/>
              <a:t>увійшла</a:t>
            </a:r>
            <a:r>
              <a:rPr lang="ru-RU" dirty="0"/>
              <a:t> в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радянського</a:t>
            </a:r>
            <a:r>
              <a:rPr lang="ru-RU" dirty="0"/>
              <a:t> </a:t>
            </a:r>
            <a:r>
              <a:rPr lang="ru-RU" dirty="0" err="1"/>
              <a:t>суспільства</a:t>
            </a:r>
            <a:r>
              <a:rPr lang="ru-RU" dirty="0"/>
              <a:t> в </a:t>
            </a:r>
            <a:r>
              <a:rPr lang="ru-RU" dirty="0" err="1"/>
              <a:t>період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D1FEE26-4D48-6B8B-DD2B-9B3E954723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1482AF2D-8EF9-5BB5-7B92-7DABE6354F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89313322"/>
              </p:ext>
            </p:extLst>
          </p:nvPr>
        </p:nvGraphicFramePr>
        <p:xfrm>
          <a:off x="6413500" y="2017713"/>
          <a:ext cx="4645025" cy="3441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7794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3430BC-FFEF-6742-AF99-E178B775C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1800" dirty="0"/>
              <a:t>Установіть відповідність між поняттями, що використовують для характеристики періоду політичної та економічної лібералізації суспільства (1953–1964 рр.), та їхніми відображеннями в уривках з історичних джерел.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D656DB6-3435-E9D5-A7A8-D3137560F25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65223646"/>
              </p:ext>
            </p:extLst>
          </p:nvPr>
        </p:nvGraphicFramePr>
        <p:xfrm>
          <a:off x="1447331" y="2010878"/>
          <a:ext cx="4645152" cy="3448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D0775F5-F1C0-23AC-A268-B041C700CF0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10101447"/>
              </p:ext>
            </p:extLst>
          </p:nvPr>
        </p:nvGraphicFramePr>
        <p:xfrm>
          <a:off x="6252034" y="2010878"/>
          <a:ext cx="5778229" cy="4035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46317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DBFF6-FC5E-A712-1532-7CDD503AB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Укажіть прізвище лідера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5C5F607-64E4-57CC-E48B-A9E4892772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Радянського</a:t>
            </a:r>
            <a:r>
              <a:rPr lang="ru-RU" dirty="0"/>
              <a:t> Союзу на момент </a:t>
            </a:r>
            <a:r>
              <a:rPr lang="ru-RU" dirty="0" err="1"/>
              <a:t>ухвалення</a:t>
            </a:r>
            <a:r>
              <a:rPr lang="ru-RU" dirty="0"/>
              <a:t> Указу </a:t>
            </a:r>
            <a:r>
              <a:rPr lang="ru-RU" dirty="0" err="1"/>
              <a:t>Президії</a:t>
            </a:r>
            <a:r>
              <a:rPr lang="ru-RU" dirty="0"/>
              <a:t> </a:t>
            </a:r>
            <a:r>
              <a:rPr lang="ru-RU" dirty="0" err="1"/>
              <a:t>Верховної</a:t>
            </a:r>
            <a:r>
              <a:rPr lang="ru-RU" dirty="0"/>
              <a:t> Ради СРСР </a:t>
            </a:r>
            <a:r>
              <a:rPr lang="ru-RU" i="1" dirty="0"/>
              <a:t>«Про передачу </a:t>
            </a:r>
            <a:r>
              <a:rPr lang="ru-RU" i="1" dirty="0" err="1"/>
              <a:t>Кримської</a:t>
            </a:r>
            <a:r>
              <a:rPr lang="ru-RU" i="1" dirty="0"/>
              <a:t> </a:t>
            </a:r>
            <a:r>
              <a:rPr lang="ru-RU" i="1" dirty="0" err="1"/>
              <a:t>області</a:t>
            </a:r>
            <a:r>
              <a:rPr lang="ru-RU" i="1" dirty="0"/>
              <a:t> </a:t>
            </a:r>
            <a:r>
              <a:rPr lang="ru-RU" i="1" dirty="0" err="1"/>
              <a:t>із</a:t>
            </a:r>
            <a:r>
              <a:rPr lang="ru-RU" i="1" dirty="0"/>
              <a:t> складу РРФСР до складу УРСР».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4375F6F-DBF3-0C5A-8BEB-257F0056639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76790758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5322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8D11C-4BC1-FAE3-9556-8D4446AA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err="1"/>
              <a:t>Установіть</a:t>
            </a:r>
            <a:r>
              <a:rPr lang="ru-RU" sz="2400" dirty="0"/>
              <a:t> </a:t>
            </a:r>
            <a:r>
              <a:rPr lang="ru-RU" sz="2400" dirty="0" err="1"/>
              <a:t>послідовність</a:t>
            </a:r>
            <a:r>
              <a:rPr lang="ru-RU" sz="2400" dirty="0"/>
              <a:t> </a:t>
            </a:r>
            <a:r>
              <a:rPr lang="ru-RU" sz="2400" dirty="0" err="1"/>
              <a:t>включення</a:t>
            </a:r>
            <a:r>
              <a:rPr lang="ru-RU" sz="2400" dirty="0"/>
              <a:t> до складу </a:t>
            </a:r>
            <a:r>
              <a:rPr lang="ru-RU" sz="2400" dirty="0" err="1"/>
              <a:t>Української</a:t>
            </a:r>
            <a:r>
              <a:rPr lang="ru-RU" sz="2400" dirty="0"/>
              <a:t> РСР </a:t>
            </a:r>
            <a:r>
              <a:rPr lang="ru-RU" sz="2400" dirty="0" err="1"/>
              <a:t>вказаних</a:t>
            </a:r>
            <a:r>
              <a:rPr lang="ru-RU" sz="2400" dirty="0"/>
              <a:t> </a:t>
            </a:r>
            <a:r>
              <a:rPr lang="ru-RU" sz="2400" dirty="0" err="1"/>
              <a:t>історико-географічних</a:t>
            </a:r>
            <a:r>
              <a:rPr lang="ru-RU" sz="2400" dirty="0"/>
              <a:t> </a:t>
            </a:r>
            <a:r>
              <a:rPr lang="ru-RU" sz="2400" dirty="0" err="1"/>
              <a:t>регіонів</a:t>
            </a:r>
            <a:r>
              <a:rPr lang="ru-RU" sz="2400" dirty="0"/>
              <a:t>.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F577C15-5074-D46C-B72E-29EEDA043E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B64F345-6B20-7F40-4ABF-F167F73C199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04818414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6238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B6119B-C640-FD59-5C6C-DBC2B186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 err="1"/>
              <a:t>Які</a:t>
            </a:r>
            <a:r>
              <a:rPr lang="ru-RU" sz="2400" dirty="0"/>
              <a:t> </a:t>
            </a:r>
            <a:r>
              <a:rPr lang="ru-RU" sz="2400" dirty="0" err="1"/>
              <a:t>поняття</a:t>
            </a:r>
            <a:r>
              <a:rPr lang="ru-RU" sz="2400" dirty="0"/>
              <a:t> та </a:t>
            </a:r>
            <a:r>
              <a:rPr lang="ru-RU" sz="2400" dirty="0" err="1"/>
              <a:t>терміни</a:t>
            </a:r>
            <a:r>
              <a:rPr lang="ru-RU" sz="2400" dirty="0"/>
              <a:t> </a:t>
            </a:r>
            <a:r>
              <a:rPr lang="ru-RU" sz="2400" dirty="0" err="1"/>
              <a:t>потрібно</a:t>
            </a:r>
            <a:r>
              <a:rPr lang="ru-RU" sz="2400" dirty="0"/>
              <a:t> </a:t>
            </a:r>
            <a:r>
              <a:rPr lang="ru-RU" sz="2400" dirty="0" err="1"/>
              <a:t>використовувати</a:t>
            </a:r>
            <a:r>
              <a:rPr lang="ru-RU" sz="2400" dirty="0"/>
              <a:t>, </a:t>
            </a:r>
            <a:r>
              <a:rPr lang="ru-RU" sz="2400" dirty="0" err="1"/>
              <a:t>характеризуючи</a:t>
            </a:r>
            <a:r>
              <a:rPr lang="ru-RU" sz="2400" dirty="0"/>
              <a:t> </a:t>
            </a:r>
            <a:r>
              <a:rPr lang="ru-RU" sz="2400" dirty="0" err="1"/>
              <a:t>суспільне</a:t>
            </a:r>
            <a:r>
              <a:rPr lang="ru-RU" sz="2400" dirty="0"/>
              <a:t> </a:t>
            </a:r>
            <a:r>
              <a:rPr lang="ru-RU" sz="2400" dirty="0" err="1"/>
              <a:t>життя</a:t>
            </a:r>
            <a:r>
              <a:rPr lang="ru-RU" sz="2400" dirty="0"/>
              <a:t> </a:t>
            </a:r>
            <a:r>
              <a:rPr lang="ru-RU" sz="2400" dirty="0" err="1"/>
              <a:t>України</a:t>
            </a:r>
            <a:r>
              <a:rPr lang="ru-RU" sz="2400" dirty="0"/>
              <a:t> в </a:t>
            </a:r>
            <a:r>
              <a:rPr lang="ru-RU" sz="2400" dirty="0" err="1"/>
              <a:t>другій</a:t>
            </a:r>
            <a:r>
              <a:rPr lang="ru-RU" sz="2400" dirty="0"/>
              <a:t> </a:t>
            </a:r>
            <a:r>
              <a:rPr lang="ru-RU" sz="2400" dirty="0" err="1"/>
              <a:t>половині</a:t>
            </a:r>
            <a:r>
              <a:rPr lang="ru-RU" sz="2400" dirty="0"/>
              <a:t> 1950 — </a:t>
            </a:r>
            <a:r>
              <a:rPr lang="ru-RU" sz="2400" dirty="0" err="1"/>
              <a:t>першій</a:t>
            </a:r>
            <a:r>
              <a:rPr lang="ru-RU" sz="2400" dirty="0"/>
              <a:t> </a:t>
            </a:r>
            <a:r>
              <a:rPr lang="ru-RU" sz="2400" dirty="0" err="1"/>
              <a:t>половині</a:t>
            </a:r>
            <a:r>
              <a:rPr lang="ru-RU" sz="2400" dirty="0"/>
              <a:t> 1960-х </a:t>
            </a:r>
            <a:r>
              <a:rPr lang="ru-RU" sz="2400" dirty="0" err="1"/>
              <a:t>рр</a:t>
            </a:r>
            <a:r>
              <a:rPr lang="ru-RU" sz="2400" dirty="0"/>
              <a:t>.?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5B04D1B-C2D2-5228-DC3A-C891E7B3AF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928DB3F-6BC9-6C5C-EA19-61151B1E6D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79557907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011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C57EB0-01A7-9671-B5E8-A2AEFD74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Факти</a:t>
            </a:r>
            <a:r>
              <a:rPr lang="ru-RU" dirty="0"/>
              <a:t> з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</a:t>
            </a:r>
            <a:r>
              <a:rPr lang="ru-RU" dirty="0" err="1"/>
              <a:t>суспільно-політичного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 подано </a:t>
            </a:r>
            <a:r>
              <a:rPr lang="ru-RU" dirty="0" err="1"/>
              <a:t>нижче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F319EC0-0D86-D501-8A8F-1A4BA74E2E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i="1" dirty="0"/>
              <a:t>«Юрист, правозахисник, один із засновників Української робітничо-селянської спілки. Арештований за «антирадянську агітацію та пропаганду» й засуджений до страти, згодом заміненої п’ятнадцятирічним ув’язненням. Автор книги «Сповідь у камері смертників». Нагороджений медаллю імені Святого Володимира «Борцям за волю України».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82BE443-4361-6760-388C-7F05CB0F3BF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53678914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8410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E44F7-E5A7-DADC-62F9-509786A0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поняттями</a:t>
            </a:r>
            <a:r>
              <a:rPr lang="ru-RU" dirty="0"/>
              <a:t> та </a:t>
            </a:r>
            <a:r>
              <a:rPr lang="ru-RU" dirty="0" err="1"/>
              <a:t>їхнім</a:t>
            </a:r>
            <a:r>
              <a:rPr lang="ru-RU" dirty="0"/>
              <a:t> </a:t>
            </a:r>
            <a:r>
              <a:rPr lang="ru-RU" dirty="0" err="1"/>
              <a:t>основним</a:t>
            </a:r>
            <a:r>
              <a:rPr lang="ru-RU" dirty="0"/>
              <a:t> </a:t>
            </a:r>
            <a:r>
              <a:rPr lang="ru-RU" dirty="0" err="1"/>
              <a:t>змістом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5835386-BF5C-CFA8-22A8-6796B29D1BB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93331234"/>
              </p:ext>
            </p:extLst>
          </p:nvPr>
        </p:nvGraphicFramePr>
        <p:xfrm>
          <a:off x="1447331" y="2010878"/>
          <a:ext cx="4645152" cy="3448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6DE8FDF-0511-045E-1948-7680BF511F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83404816"/>
              </p:ext>
            </p:extLst>
          </p:nvPr>
        </p:nvGraphicFramePr>
        <p:xfrm>
          <a:off x="6413771" y="2017343"/>
          <a:ext cx="4645152" cy="4035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5451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B6DCBB-3A02-E457-D88C-B473DBBFE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одним з </a:t>
            </a:r>
            <a:r>
              <a:rPr lang="ru-RU" dirty="0" err="1"/>
              <a:t>наслідків</a:t>
            </a:r>
            <a:r>
              <a:rPr lang="ru-RU" dirty="0"/>
              <a:t> </a:t>
            </a:r>
            <a:r>
              <a:rPr lang="ru-RU" dirty="0" err="1"/>
              <a:t>ухвалення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, </a:t>
            </a:r>
            <a:r>
              <a:rPr lang="ru-RU" dirty="0" err="1"/>
              <a:t>опублікованого</a:t>
            </a:r>
            <a:r>
              <a:rPr lang="ru-RU" dirty="0"/>
              <a:t> в одному з </a:t>
            </a:r>
            <a:r>
              <a:rPr lang="ru-RU" dirty="0" err="1"/>
              <a:t>офіційних</a:t>
            </a:r>
            <a:r>
              <a:rPr lang="ru-RU" dirty="0"/>
              <a:t> </a:t>
            </a:r>
            <a:r>
              <a:rPr lang="ru-RU" dirty="0" err="1"/>
              <a:t>видань</a:t>
            </a:r>
            <a:r>
              <a:rPr lang="ru-RU" dirty="0"/>
              <a:t> СРСР?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94DBF2-DCEA-21E3-B07C-93F999AA882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24098557"/>
              </p:ext>
            </p:extLst>
          </p:nvPr>
        </p:nvGraphicFramePr>
        <p:xfrm>
          <a:off x="1447331" y="2010878"/>
          <a:ext cx="4645152" cy="3448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20" name="Picture 4">
            <a:extLst>
              <a:ext uri="{FF2B5EF4-FFF2-40B4-BE49-F238E27FC236}">
                <a16:creationId xmlns:a16="http://schemas.microsoft.com/office/drawing/2014/main" id="{9F98A511-FA5C-0A1A-6605-7BA719AB760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0" y="2685887"/>
            <a:ext cx="5591865" cy="253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8217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86D49B-12D3-ACB7-89E0-92BBF841C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931" y="868874"/>
            <a:ext cx="10255103" cy="1059305"/>
          </a:xfrm>
        </p:spPr>
        <p:txBody>
          <a:bodyPr/>
          <a:lstStyle/>
          <a:p>
            <a:r>
              <a:rPr lang="ru-RU" dirty="0"/>
              <a:t>У 1957 р. </a:t>
            </a:r>
            <a:r>
              <a:rPr lang="ru-RU" dirty="0" err="1"/>
              <a:t>Центральне</a:t>
            </a:r>
            <a:r>
              <a:rPr lang="ru-RU" dirty="0"/>
              <a:t> </a:t>
            </a:r>
            <a:r>
              <a:rPr lang="ru-RU" dirty="0" err="1"/>
              <a:t>розвідувальне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США 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BD1EDAE-3329-5CF5-CCF1-423AF032A8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err="1"/>
              <a:t>підготувало</a:t>
            </a:r>
            <a:r>
              <a:rPr lang="ru-RU" dirty="0"/>
              <a:t> </a:t>
            </a:r>
            <a:r>
              <a:rPr lang="ru-RU" dirty="0" err="1"/>
              <a:t>доповідь</a:t>
            </a:r>
            <a:r>
              <a:rPr lang="ru-RU" dirty="0"/>
              <a:t> з характеристикою </a:t>
            </a:r>
            <a:r>
              <a:rPr lang="ru-RU" dirty="0" err="1"/>
              <a:t>регіонів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за </a:t>
            </a:r>
            <a:r>
              <a:rPr lang="ru-RU" dirty="0" err="1"/>
              <a:t>ступенем</a:t>
            </a:r>
            <a:r>
              <a:rPr lang="ru-RU" dirty="0"/>
              <a:t> </a:t>
            </a:r>
            <a:r>
              <a:rPr lang="ru-RU" dirty="0" err="1"/>
              <a:t>сприяння</a:t>
            </a:r>
            <a:r>
              <a:rPr lang="ru-RU" dirty="0"/>
              <a:t> </a:t>
            </a:r>
            <a:r>
              <a:rPr lang="ru-RU" dirty="0" err="1"/>
              <a:t>американським</a:t>
            </a:r>
            <a:r>
              <a:rPr lang="ru-RU" dirty="0"/>
              <a:t> силам </a:t>
            </a:r>
            <a:r>
              <a:rPr lang="ru-RU" dirty="0" err="1"/>
              <a:t>спеціальних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 на </a:t>
            </a:r>
            <a:r>
              <a:rPr lang="ru-RU" dirty="0" err="1"/>
              <a:t>випадок</a:t>
            </a:r>
            <a:r>
              <a:rPr lang="ru-RU" dirty="0"/>
              <a:t> </a:t>
            </a:r>
            <a:r>
              <a:rPr lang="ru-RU" dirty="0" err="1"/>
              <a:t>можливої</a:t>
            </a:r>
            <a:r>
              <a:rPr lang="ru-RU" dirty="0"/>
              <a:t> </a:t>
            </a:r>
            <a:r>
              <a:rPr lang="ru-RU" dirty="0" err="1"/>
              <a:t>війни</a:t>
            </a:r>
            <a:r>
              <a:rPr lang="ru-RU" dirty="0"/>
              <a:t> з СРСР.</a:t>
            </a:r>
          </a:p>
          <a:p>
            <a:endParaRPr lang="ru-RU" dirty="0"/>
          </a:p>
          <a:p>
            <a:r>
              <a:rPr lang="ru-RU" dirty="0" err="1"/>
              <a:t>Якому</a:t>
            </a:r>
            <a:r>
              <a:rPr lang="ru-RU" dirty="0"/>
              <a:t> з </a:t>
            </a:r>
            <a:r>
              <a:rPr lang="ru-RU" dirty="0" err="1"/>
              <a:t>регіонів</a:t>
            </a:r>
            <a:r>
              <a:rPr lang="ru-RU" dirty="0"/>
              <a:t> </a:t>
            </a:r>
            <a:r>
              <a:rPr lang="ru-RU" dirty="0" err="1"/>
              <a:t>надано</a:t>
            </a:r>
            <a:r>
              <a:rPr lang="ru-RU" dirty="0"/>
              <a:t> </a:t>
            </a:r>
            <a:r>
              <a:rPr lang="ru-RU" dirty="0" err="1"/>
              <a:t>таку</a:t>
            </a:r>
            <a:r>
              <a:rPr lang="ru-RU" dirty="0"/>
              <a:t> характеристику: </a:t>
            </a:r>
            <a:r>
              <a:rPr lang="ru-RU" i="1" dirty="0"/>
              <a:t>«У </a:t>
            </a:r>
            <a:r>
              <a:rPr lang="ru-RU" i="1" dirty="0" err="1"/>
              <a:t>цьому</a:t>
            </a:r>
            <a:r>
              <a:rPr lang="ru-RU" i="1" dirty="0"/>
              <a:t> </a:t>
            </a:r>
            <a:r>
              <a:rPr lang="ru-RU" i="1" dirty="0" err="1"/>
              <a:t>регіоні</a:t>
            </a:r>
            <a:r>
              <a:rPr lang="ru-RU" i="1" dirty="0"/>
              <a:t> </a:t>
            </a:r>
            <a:r>
              <a:rPr lang="ru-RU" i="1" dirty="0" err="1"/>
              <a:t>спеціальні</a:t>
            </a:r>
            <a:r>
              <a:rPr lang="ru-RU" i="1" dirty="0"/>
              <a:t> сили </a:t>
            </a:r>
            <a:r>
              <a:rPr lang="ru-RU" i="1" dirty="0" err="1"/>
              <a:t>можуть</a:t>
            </a:r>
            <a:r>
              <a:rPr lang="ru-RU" i="1" dirty="0"/>
              <a:t> </a:t>
            </a:r>
            <a:r>
              <a:rPr lang="ru-RU" i="1" dirty="0" err="1"/>
              <a:t>отримати</a:t>
            </a:r>
            <a:r>
              <a:rPr lang="ru-RU" i="1" dirty="0"/>
              <a:t> </a:t>
            </a:r>
            <a:r>
              <a:rPr lang="ru-RU" i="1" dirty="0" err="1"/>
              <a:t>значну</a:t>
            </a:r>
            <a:r>
              <a:rPr lang="ru-RU" i="1" dirty="0"/>
              <a:t> </a:t>
            </a:r>
            <a:r>
              <a:rPr lang="ru-RU" i="1" dirty="0" err="1"/>
              <a:t>підтримку</a:t>
            </a:r>
            <a:r>
              <a:rPr lang="ru-RU" i="1" dirty="0"/>
              <a:t> </a:t>
            </a:r>
            <a:r>
              <a:rPr lang="ru-RU" i="1" dirty="0" err="1"/>
              <a:t>місцевого</a:t>
            </a:r>
            <a:r>
              <a:rPr lang="ru-RU" i="1" dirty="0"/>
              <a:t> </a:t>
            </a:r>
            <a:r>
              <a:rPr lang="ru-RU" i="1" dirty="0" err="1"/>
              <a:t>населення</a:t>
            </a:r>
            <a:r>
              <a:rPr lang="ru-RU" i="1" dirty="0"/>
              <a:t> </a:t>
            </a:r>
            <a:r>
              <a:rPr lang="ru-RU" i="1" dirty="0" err="1"/>
              <a:t>включно</a:t>
            </a:r>
            <a:r>
              <a:rPr lang="ru-RU" i="1" dirty="0"/>
              <a:t> з </a:t>
            </a:r>
            <a:r>
              <a:rPr lang="ru-RU" i="1" dirty="0" err="1"/>
              <a:t>його</a:t>
            </a:r>
            <a:r>
              <a:rPr lang="ru-RU" i="1" dirty="0"/>
              <a:t> активною </a:t>
            </a:r>
            <a:r>
              <a:rPr lang="ru-RU" i="1" dirty="0" err="1"/>
              <a:t>участю</a:t>
            </a:r>
            <a:r>
              <a:rPr lang="ru-RU" i="1" dirty="0"/>
              <a:t> в </a:t>
            </a:r>
            <a:r>
              <a:rPr lang="ru-RU" i="1" dirty="0" err="1"/>
              <a:t>діях</a:t>
            </a:r>
            <a:r>
              <a:rPr lang="ru-RU" i="1" dirty="0"/>
              <a:t> </a:t>
            </a:r>
            <a:r>
              <a:rPr lang="ru-RU" i="1" dirty="0" err="1"/>
              <a:t>проти</a:t>
            </a:r>
            <a:r>
              <a:rPr lang="ru-RU" i="1" dirty="0"/>
              <a:t> </a:t>
            </a:r>
            <a:r>
              <a:rPr lang="ru-RU" i="1" dirty="0" err="1"/>
              <a:t>радянського</a:t>
            </a:r>
            <a:r>
              <a:rPr lang="ru-RU" i="1" dirty="0"/>
              <a:t> режиму…»?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089D86D-30F6-918C-7623-58959254C22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62723651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2994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5C82618-EA0A-9724-A3D3-DFCAEC2DB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Економіка та господарство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8BD03121-A887-8EBA-14F0-D4F2A359A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35129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23E8F-E23C-1A73-7148-C95CF051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ru-RU" dirty="0" err="1"/>
              <a:t>Космічну</a:t>
            </a:r>
            <a:r>
              <a:rPr lang="ru-RU" dirty="0"/>
              <a:t> еру»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людства</a:t>
            </a:r>
            <a:r>
              <a:rPr lang="ru-RU" dirty="0"/>
              <a:t> </a:t>
            </a:r>
            <a:r>
              <a:rPr lang="ru-RU" dirty="0" err="1"/>
              <a:t>започатковано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4A678AC-EAF6-B0F3-78B8-9D1D823604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5A3A705-D9F8-86DB-65BB-B853898B3E2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62450437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6851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BF55E-0107-38F0-E9FF-1BA69DEAC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було</a:t>
            </a:r>
            <a:r>
              <a:rPr lang="ru-RU" sz="2400" dirty="0"/>
              <a:t> </a:t>
            </a:r>
            <a:r>
              <a:rPr lang="ru-RU" sz="2400" dirty="0" err="1"/>
              <a:t>характерним</a:t>
            </a:r>
            <a:r>
              <a:rPr lang="ru-RU" sz="2400" dirty="0"/>
              <a:t> для </a:t>
            </a:r>
            <a:r>
              <a:rPr lang="ru-RU" sz="2400" dirty="0" err="1"/>
              <a:t>економічного</a:t>
            </a:r>
            <a:r>
              <a:rPr lang="ru-RU" sz="2400" dirty="0"/>
              <a:t> </a:t>
            </a:r>
            <a:r>
              <a:rPr lang="ru-RU" sz="2400" dirty="0" err="1"/>
              <a:t>розвитку</a:t>
            </a:r>
            <a:r>
              <a:rPr lang="ru-RU" sz="2400" dirty="0"/>
              <a:t> УРСР </a:t>
            </a:r>
            <a:r>
              <a:rPr lang="ru-RU" sz="2400" dirty="0" err="1"/>
              <a:t>наприкінці</a:t>
            </a:r>
            <a:r>
              <a:rPr lang="ru-RU" sz="2400" dirty="0"/>
              <a:t> 1950-х - у </a:t>
            </a:r>
            <a:r>
              <a:rPr lang="ru-RU" sz="2400" dirty="0" err="1"/>
              <a:t>першій</a:t>
            </a:r>
            <a:r>
              <a:rPr lang="ru-RU" sz="2400" dirty="0"/>
              <a:t> </a:t>
            </a:r>
            <a:r>
              <a:rPr lang="ru-RU" sz="2400" dirty="0" err="1"/>
              <a:t>половині</a:t>
            </a:r>
            <a:r>
              <a:rPr lang="ru-RU" sz="2400" dirty="0"/>
              <a:t> 1960-х </a:t>
            </a:r>
            <a:r>
              <a:rPr lang="ru-RU" sz="2400" dirty="0" err="1"/>
              <a:t>рр</a:t>
            </a:r>
            <a:r>
              <a:rPr lang="ru-RU" sz="2400" dirty="0"/>
              <a:t>.?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BC8C80-DE3E-F7CB-91FF-9E63518106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13CA97D-C986-4E04-D190-F194A22D6D8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20787933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4146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414CC3-242E-507C-E20C-A8437739F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суспільно-політичних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XX ст.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DC8471C-5069-B584-76B0-E30CAD2976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3D8BC4A-A55F-5921-A621-040893E6B66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12755059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993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E9AD7-D72B-9661-3ED7-D7685395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З </a:t>
            </a:r>
            <a:r>
              <a:rPr lang="ru-RU" sz="2400" dirty="0" err="1"/>
              <a:t>якою</a:t>
            </a:r>
            <a:r>
              <a:rPr lang="ru-RU" sz="2400" dirty="0"/>
              <a:t> метою </a:t>
            </a:r>
            <a:r>
              <a:rPr lang="ru-RU" sz="2400" dirty="0" err="1"/>
              <a:t>партійно-радянське</a:t>
            </a:r>
            <a:r>
              <a:rPr lang="ru-RU" sz="2400" dirty="0"/>
              <a:t> </a:t>
            </a:r>
            <a:r>
              <a:rPr lang="ru-RU" sz="2400" dirty="0" err="1"/>
              <a:t>керівництво</a:t>
            </a:r>
            <a:r>
              <a:rPr lang="ru-RU" sz="2400" dirty="0"/>
              <a:t> СРСР і УРСР </a:t>
            </a:r>
            <a:r>
              <a:rPr lang="ru-RU" sz="2400" dirty="0" err="1"/>
              <a:t>наприкінці</a:t>
            </a:r>
            <a:r>
              <a:rPr lang="ru-RU" sz="2400" dirty="0"/>
              <a:t> 1950 — на початку 1960-х </a:t>
            </a:r>
            <a:r>
              <a:rPr lang="ru-RU" sz="2400" dirty="0" err="1"/>
              <a:t>рр</a:t>
            </a:r>
            <a:r>
              <a:rPr lang="ru-RU" sz="2400" dirty="0"/>
              <a:t>. </a:t>
            </a:r>
            <a:r>
              <a:rPr lang="ru-RU" sz="2400" dirty="0" err="1"/>
              <a:t>розповсюджувало</a:t>
            </a:r>
            <a:r>
              <a:rPr lang="ru-RU" sz="2400" dirty="0"/>
              <a:t> </a:t>
            </a:r>
            <a:r>
              <a:rPr lang="ru-RU" sz="2400" dirty="0" err="1"/>
              <a:t>зображений</a:t>
            </a:r>
            <a:r>
              <a:rPr lang="ru-RU" sz="2400" dirty="0"/>
              <a:t> плакат?</a:t>
            </a:r>
            <a:endParaRPr lang="uk-UA" sz="24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ECD175D-8B10-6980-C2E0-3EFD2EF580C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23025114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F4F4C60F-D870-A52E-043E-500BBF4F910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725" y="2159000"/>
            <a:ext cx="1781175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637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BD81C-63E8-CA8D-9836-10D686CB0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три «</a:t>
            </a:r>
            <a:r>
              <a:rPr lang="ru-RU" dirty="0" err="1"/>
              <a:t>надпрограми</a:t>
            </a:r>
            <a:r>
              <a:rPr lang="ru-RU" dirty="0"/>
              <a:t>» М. </a:t>
            </a:r>
            <a:r>
              <a:rPr lang="ru-RU" dirty="0" err="1"/>
              <a:t>Хрущова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F79B8F7-0F8B-2276-11D4-0714D96B3F4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47829774"/>
              </p:ext>
            </p:extLst>
          </p:nvPr>
        </p:nvGraphicFramePr>
        <p:xfrm>
          <a:off x="1447331" y="2010878"/>
          <a:ext cx="4645152" cy="3448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E1B1725-EAF2-3963-4D5D-96C298BA647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6406835"/>
              </p:ext>
            </p:extLst>
          </p:nvPr>
        </p:nvGraphicFramePr>
        <p:xfrm>
          <a:off x="6409700" y="2010878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20948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CEC9C-8E77-2379-0D4C-74A533ED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керівника</a:t>
            </a:r>
            <a:r>
              <a:rPr lang="ru-RU" dirty="0"/>
              <a:t> СРСР </a:t>
            </a:r>
            <a:r>
              <a:rPr lang="ru-RU" dirty="0" err="1"/>
              <a:t>започатковано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, </a:t>
            </a:r>
            <a:r>
              <a:rPr lang="ru-RU" dirty="0" err="1"/>
              <a:t>відображений</a:t>
            </a:r>
            <a:r>
              <a:rPr lang="ru-RU" dirty="0"/>
              <a:t> на </a:t>
            </a:r>
            <a:r>
              <a:rPr lang="ru-RU" dirty="0" err="1"/>
              <a:t>малюнку</a:t>
            </a:r>
            <a:r>
              <a:rPr lang="ru-RU" dirty="0"/>
              <a:t> з </a:t>
            </a:r>
            <a:r>
              <a:rPr lang="ru-RU" dirty="0" err="1"/>
              <a:t>радянського</a:t>
            </a:r>
            <a:r>
              <a:rPr lang="ru-RU" dirty="0"/>
              <a:t> журналу?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3A44212-DDE9-1C61-1C27-172FC62AEAF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51380513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266" name="Picture 2">
            <a:extLst>
              <a:ext uri="{FF2B5EF4-FFF2-40B4-BE49-F238E27FC236}">
                <a16:creationId xmlns:a16="http://schemas.microsoft.com/office/drawing/2014/main" id="{0FD29EDE-0427-DAD3-A013-C0CC2362D05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254" y="2011363"/>
            <a:ext cx="3114117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925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FEFBF-E191-CFEC-922F-58AF34355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 </a:t>
            </a:r>
            <a:r>
              <a:rPr lang="ru-RU" dirty="0" err="1"/>
              <a:t>відбувалися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описані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9465D18-24A6-A778-034D-4E9D10A9B2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 «Вони були першими, хто підняв повстання в серці ГУЛАГу.., які струснули основи радянської репресивної машини. Їхнім прапором був чорний - з червоною смугою. Тоді одночасно застрайкувало понад 20 тисяч політв'язнів Норильська, 70 % 3 яких були українцями.»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6727EC7-674E-AD6E-1C1C-FD8C3DE9A88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50783791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6123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BE594C-031A-2BA8-5EF8-51967057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Про </a:t>
            </a:r>
            <a:r>
              <a:rPr lang="ru-RU" sz="2400" dirty="0" err="1"/>
              <a:t>розширення</a:t>
            </a:r>
            <a:r>
              <a:rPr lang="ru-RU" sz="2400" dirty="0"/>
              <a:t> </a:t>
            </a:r>
            <a:r>
              <a:rPr lang="ru-RU" sz="2400" dirty="0" err="1"/>
              <a:t>економічної</a:t>
            </a:r>
            <a:r>
              <a:rPr lang="ru-RU" sz="2400" dirty="0"/>
              <a:t> </a:t>
            </a:r>
            <a:r>
              <a:rPr lang="ru-RU" sz="2400" dirty="0" err="1"/>
              <a:t>самостійності</a:t>
            </a:r>
            <a:r>
              <a:rPr lang="ru-RU" sz="2400" dirty="0"/>
              <a:t> УРСР </a:t>
            </a:r>
            <a:r>
              <a:rPr lang="ru-RU" sz="2400" dirty="0" err="1"/>
              <a:t>наприкінці</a:t>
            </a:r>
            <a:r>
              <a:rPr lang="ru-RU" sz="2400" dirty="0"/>
              <a:t> 1950 — у </a:t>
            </a:r>
            <a:r>
              <a:rPr lang="ru-RU" sz="2400" dirty="0" err="1"/>
              <a:t>першій</a:t>
            </a:r>
            <a:r>
              <a:rPr lang="ru-RU" sz="2400" dirty="0"/>
              <a:t> </a:t>
            </a:r>
            <a:r>
              <a:rPr lang="ru-RU" sz="2400" dirty="0" err="1"/>
              <a:t>половині</a:t>
            </a:r>
            <a:r>
              <a:rPr lang="ru-RU" sz="2400" dirty="0"/>
              <a:t> 1960-х </a:t>
            </a:r>
            <a:r>
              <a:rPr lang="ru-RU" sz="2400" dirty="0" err="1"/>
              <a:t>рр</a:t>
            </a:r>
            <a:r>
              <a:rPr lang="ru-RU" sz="2400" dirty="0"/>
              <a:t>. </a:t>
            </a:r>
            <a:r>
              <a:rPr lang="ru-RU" sz="2400" dirty="0" err="1"/>
              <a:t>свідчить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CA606A6-B0C2-0EFE-EA49-3E8D2FE5C3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614351F-E15A-25CA-6C38-32AB45D0A8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53595067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3780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EAC5B-FF50-7B3F-2A1A-85C83151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 err="1"/>
              <a:t>Які</a:t>
            </a:r>
            <a:r>
              <a:rPr lang="ru-RU" sz="2400" dirty="0"/>
              <a:t> з </a:t>
            </a:r>
            <a:r>
              <a:rPr lang="ru-RU" sz="2400" dirty="0" err="1"/>
              <a:t>указаних</a:t>
            </a:r>
            <a:r>
              <a:rPr lang="ru-RU" sz="2400" dirty="0"/>
              <a:t> </a:t>
            </a:r>
            <a:r>
              <a:rPr lang="ru-RU" sz="2400" dirty="0" err="1"/>
              <a:t>нижче</a:t>
            </a:r>
            <a:r>
              <a:rPr lang="ru-RU" sz="2400" dirty="0"/>
              <a:t> </a:t>
            </a:r>
            <a:r>
              <a:rPr lang="ru-RU" sz="2400" dirty="0" err="1"/>
              <a:t>заходів</a:t>
            </a:r>
            <a:r>
              <a:rPr lang="ru-RU" sz="2400" dirty="0"/>
              <a:t> </a:t>
            </a:r>
            <a:r>
              <a:rPr lang="ru-RU" sz="2400" dirty="0" err="1"/>
              <a:t>партійно</a:t>
            </a:r>
            <a:r>
              <a:rPr lang="ru-RU" sz="2400" dirty="0"/>
              <a:t>-державного </a:t>
            </a:r>
            <a:r>
              <a:rPr lang="ru-RU" sz="2400" dirty="0" err="1"/>
              <a:t>керівництва</a:t>
            </a:r>
            <a:r>
              <a:rPr lang="ru-RU" sz="2400" dirty="0"/>
              <a:t> в 1950 – </a:t>
            </a:r>
            <a:r>
              <a:rPr lang="ru-RU" sz="2400" dirty="0" err="1"/>
              <a:t>середині</a:t>
            </a:r>
            <a:r>
              <a:rPr lang="ru-RU" sz="2400" dirty="0"/>
              <a:t> 1960-х </a:t>
            </a:r>
            <a:r>
              <a:rPr lang="ru-RU" sz="2400" dirty="0" err="1"/>
              <a:t>років</a:t>
            </a:r>
            <a:r>
              <a:rPr lang="ru-RU" sz="2400" dirty="0"/>
              <a:t> </a:t>
            </a:r>
            <a:r>
              <a:rPr lang="ru-RU" sz="2400" dirty="0" err="1"/>
              <a:t>вплинули</a:t>
            </a:r>
            <a:r>
              <a:rPr lang="ru-RU" sz="2400" dirty="0"/>
              <a:t> на </a:t>
            </a:r>
            <a:r>
              <a:rPr lang="ru-RU" sz="2400" dirty="0" err="1"/>
              <a:t>життєвий</a:t>
            </a:r>
            <a:r>
              <a:rPr lang="ru-RU" sz="2400" dirty="0"/>
              <a:t> </a:t>
            </a:r>
            <a:r>
              <a:rPr lang="ru-RU" sz="2400" dirty="0" err="1"/>
              <a:t>рівень</a:t>
            </a:r>
            <a:r>
              <a:rPr lang="ru-RU" sz="2400" dirty="0"/>
              <a:t> </a:t>
            </a:r>
            <a:r>
              <a:rPr lang="ru-RU" sz="2400" dirty="0" err="1"/>
              <a:t>населення</a:t>
            </a:r>
            <a:r>
              <a:rPr lang="ru-RU" sz="2400" dirty="0"/>
              <a:t> </a:t>
            </a:r>
            <a:r>
              <a:rPr lang="ru-RU" sz="2400" dirty="0" err="1"/>
              <a:t>України</a:t>
            </a:r>
            <a:r>
              <a:rPr lang="ru-RU" sz="2400" dirty="0"/>
              <a:t>?</a:t>
            </a:r>
            <a:endParaRPr lang="uk-UA" sz="24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2577E65-9BDA-AFBC-7800-FB46ACB42F6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54053296"/>
              </p:ext>
            </p:extLst>
          </p:nvPr>
        </p:nvGraphicFramePr>
        <p:xfrm>
          <a:off x="1447331" y="2010878"/>
          <a:ext cx="4645152" cy="3448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CF6ED8D-E05D-CEB1-107C-C0785D1B864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34852051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17745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07AFF-2EF7-9AA2-2961-3EC068CF1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Зображена</a:t>
            </a:r>
            <a:r>
              <a:rPr lang="ru-RU" dirty="0"/>
              <a:t> карикатура є </a:t>
            </a:r>
            <a:r>
              <a:rPr lang="ru-RU" dirty="0" err="1"/>
              <a:t>пропагандистською</a:t>
            </a:r>
            <a:r>
              <a:rPr lang="ru-RU" dirty="0"/>
              <a:t> </a:t>
            </a:r>
            <a:r>
              <a:rPr lang="ru-RU" dirty="0" err="1"/>
              <a:t>складовою</a:t>
            </a:r>
            <a:r>
              <a:rPr lang="ru-RU" dirty="0"/>
              <a:t> </a:t>
            </a:r>
            <a:r>
              <a:rPr lang="ru-RU" dirty="0" err="1"/>
              <a:t>кампанії</a:t>
            </a:r>
            <a:r>
              <a:rPr lang="ru-RU" dirty="0"/>
              <a:t> з </a:t>
            </a:r>
            <a:r>
              <a:rPr lang="ru-RU" dirty="0" err="1"/>
              <a:t>реалізації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333802A-9322-94C3-94BF-81557DF183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69275597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>
            <a:extLst>
              <a:ext uri="{FF2B5EF4-FFF2-40B4-BE49-F238E27FC236}">
                <a16:creationId xmlns:a16="http://schemas.microsoft.com/office/drawing/2014/main" id="{757A8FC8-2F0D-7217-2C7D-3D6F8121503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366" y="2011363"/>
            <a:ext cx="2869892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81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EA279-78F3-4E35-B78E-1B83DC5BE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 </a:t>
            </a:r>
            <a:r>
              <a:rPr lang="ru-RU" dirty="0" err="1"/>
              <a:t>компетенціі</a:t>
            </a:r>
            <a:r>
              <a:rPr lang="ru-RU" dirty="0"/>
              <a:t>̈ </a:t>
            </a:r>
            <a:r>
              <a:rPr lang="ru-RU" dirty="0" err="1"/>
              <a:t>органів</a:t>
            </a:r>
            <a:r>
              <a:rPr lang="ru-RU" dirty="0"/>
              <a:t> </a:t>
            </a:r>
            <a:r>
              <a:rPr lang="ru-RU" dirty="0" err="1"/>
              <a:t>влади</a:t>
            </a:r>
            <a:r>
              <a:rPr lang="ru-RU" dirty="0"/>
              <a:t> </a:t>
            </a:r>
            <a:r>
              <a:rPr lang="ru-RU" dirty="0" err="1"/>
              <a:t>Українськоі</a:t>
            </a:r>
            <a:r>
              <a:rPr lang="ru-RU" dirty="0"/>
              <a:t>̈ РСР у </a:t>
            </a:r>
            <a:r>
              <a:rPr lang="ru-RU" dirty="0" err="1"/>
              <a:t>період</a:t>
            </a:r>
            <a:r>
              <a:rPr lang="ru-RU" dirty="0"/>
              <a:t> «</a:t>
            </a:r>
            <a:r>
              <a:rPr lang="ru-RU" dirty="0" err="1"/>
              <a:t>відлиги</a:t>
            </a:r>
            <a:r>
              <a:rPr lang="ru-RU" dirty="0"/>
              <a:t>» були </a:t>
            </a:r>
            <a:r>
              <a:rPr lang="ru-RU" dirty="0" err="1"/>
              <a:t>передані</a:t>
            </a:r>
            <a:r>
              <a:rPr lang="ru-RU" dirty="0"/>
              <a:t> </a:t>
            </a:r>
            <a:r>
              <a:rPr lang="ru-RU" dirty="0" err="1"/>
              <a:t>питання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571EBAC-0C27-0C7C-DB59-66C22A5888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uk-UA" dirty="0"/>
              <a:t>адміністративно-територіального устрою, формування бюджету республіки.</a:t>
            </a:r>
          </a:p>
          <a:p>
            <a:pPr marL="457200" indent="-457200">
              <a:buFont typeface="+mj-lt"/>
              <a:buAutoNum type="arabicPeriod"/>
            </a:pPr>
            <a:r>
              <a:rPr lang="uk-UA" dirty="0"/>
              <a:t>ведення </a:t>
            </a:r>
            <a:r>
              <a:rPr lang="uk-UA" dirty="0" err="1"/>
              <a:t>самостійноі</a:t>
            </a:r>
            <a:r>
              <a:rPr lang="uk-UA" dirty="0"/>
              <a:t>̈ </a:t>
            </a:r>
            <a:r>
              <a:rPr lang="uk-UA" dirty="0" err="1"/>
              <a:t>зовнішньоі</a:t>
            </a:r>
            <a:r>
              <a:rPr lang="uk-UA" dirty="0"/>
              <a:t>̈ політики з </a:t>
            </a:r>
            <a:r>
              <a:rPr lang="uk-UA" dirty="0" err="1"/>
              <a:t>країнами</a:t>
            </a:r>
            <a:r>
              <a:rPr lang="uk-UA" dirty="0"/>
              <a:t> соціалістичного табору.</a:t>
            </a:r>
          </a:p>
          <a:p>
            <a:pPr marL="457200" indent="-457200">
              <a:buFont typeface="+mj-lt"/>
              <a:buAutoNum type="arabicPeriod"/>
            </a:pPr>
            <a:r>
              <a:rPr lang="uk-UA" dirty="0"/>
              <a:t>розроблення республіканського законодавства про </a:t>
            </a:r>
            <a:r>
              <a:rPr lang="uk-UA" dirty="0" err="1"/>
              <a:t>судоустріи</a:t>
            </a:r>
            <a:r>
              <a:rPr lang="uk-UA" dirty="0"/>
              <a:t>̆ і судочинство.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C558ABC-B060-206F-2D8B-BAD213E05FC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00718854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6809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E53E88-AAE3-0729-9E45-D18B70C0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err="1"/>
              <a:t>Нагрудні</a:t>
            </a:r>
            <a:r>
              <a:rPr lang="ru-RU" sz="2400" dirty="0"/>
              <a:t> значки, </a:t>
            </a:r>
            <a:r>
              <a:rPr lang="ru-RU" sz="2400" dirty="0" err="1"/>
              <a:t>зображені</a:t>
            </a:r>
            <a:r>
              <a:rPr lang="ru-RU" sz="2400" dirty="0"/>
              <a:t> на фото, </a:t>
            </a:r>
            <a:r>
              <a:rPr lang="ru-RU" sz="2400" dirty="0" err="1"/>
              <a:t>створювали</a:t>
            </a:r>
            <a:r>
              <a:rPr lang="ru-RU" sz="2400" dirty="0"/>
              <a:t> з метою </a:t>
            </a:r>
            <a:r>
              <a:rPr lang="ru-RU" sz="2400" dirty="0" err="1"/>
              <a:t>відзначення</a:t>
            </a:r>
            <a:r>
              <a:rPr lang="ru-RU" sz="2400" dirty="0"/>
              <a:t> </a:t>
            </a:r>
            <a:r>
              <a:rPr lang="ru-RU" sz="2400" dirty="0" err="1"/>
              <a:t>працівників</a:t>
            </a:r>
            <a:r>
              <a:rPr lang="ru-RU" sz="2400" dirty="0"/>
              <a:t> за </a:t>
            </a:r>
            <a:r>
              <a:rPr lang="ru-RU" sz="2400" dirty="0" err="1"/>
              <a:t>успіхи</a:t>
            </a:r>
            <a:r>
              <a:rPr lang="ru-RU" sz="2400" dirty="0"/>
              <a:t> у </a:t>
            </a:r>
            <a:r>
              <a:rPr lang="ru-RU" sz="2400" dirty="0" err="1"/>
              <a:t>виконанні</a:t>
            </a:r>
            <a:r>
              <a:rPr lang="ru-RU" sz="2400" dirty="0"/>
              <a:t> </a:t>
            </a:r>
            <a:r>
              <a:rPr lang="ru-RU" sz="2400" dirty="0" err="1"/>
              <a:t>завдань</a:t>
            </a:r>
            <a:endParaRPr lang="uk-UA" sz="2400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E86A9C29-624B-60D2-8C26-72DCE21916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72870466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95EA455B-9BAA-AC4E-65B2-A7679136BAB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912" y="2516188"/>
            <a:ext cx="3352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2185B6-F61A-4CDB-D3EC-5406BA893A59}"/>
              </a:ext>
            </a:extLst>
          </p:cNvPr>
          <p:cNvSpPr txBox="1"/>
          <p:nvPr/>
        </p:nvSpPr>
        <p:spPr>
          <a:xfrm>
            <a:off x="715385" y="4993807"/>
            <a:ext cx="6109854" cy="877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Написи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значках:</a:t>
            </a:r>
            <a:endParaRPr lang="ru-RU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lnSpc>
                <a:spcPts val="1500"/>
              </a:lnSpc>
              <a:spcAft>
                <a:spcPts val="750"/>
              </a:spcAft>
              <a:buNone/>
            </a:pP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«Майстер-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кукурудзовод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Дніпропетровщини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»,</a:t>
            </a:r>
            <a:endParaRPr lang="ru-RU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Знатний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кукурудзовод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Львівщини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</a:t>
            </a:r>
            <a:endParaRPr lang="ru-RU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25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8F124-8222-732B-CA0F-EADB2DB6C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ru-RU" dirty="0" err="1"/>
              <a:t>Раднаргоспи</a:t>
            </a:r>
            <a:r>
              <a:rPr lang="ru-RU" dirty="0"/>
              <a:t>», </a:t>
            </a:r>
            <a:r>
              <a:rPr lang="ru-RU" dirty="0" err="1"/>
              <a:t>створені</a:t>
            </a:r>
            <a:r>
              <a:rPr lang="ru-RU" dirty="0"/>
              <a:t> в УРСР у 1957 р., — </a:t>
            </a:r>
            <a:r>
              <a:rPr lang="ru-RU" dirty="0" err="1"/>
              <a:t>це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D58B601-0F0C-B3DA-32D0-28D9B5256EE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59291238"/>
              </p:ext>
            </p:extLst>
          </p:nvPr>
        </p:nvGraphicFramePr>
        <p:xfrm>
          <a:off x="1447331" y="2010878"/>
          <a:ext cx="4645152" cy="3448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9552F1C-49FE-E4A4-FA69-F7E45DE4173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14177575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25904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133D0-B2E7-C2A4-2848-D7FF67E1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На </a:t>
            </a:r>
            <a:r>
              <a:rPr lang="ru-RU" sz="2400" dirty="0" err="1"/>
              <a:t>карикатурі</a:t>
            </a:r>
            <a:r>
              <a:rPr lang="ru-RU" sz="2400" dirty="0"/>
              <a:t> з </a:t>
            </a:r>
            <a:r>
              <a:rPr lang="ru-RU" sz="2400" dirty="0" err="1"/>
              <a:t>радянського</a:t>
            </a:r>
            <a:r>
              <a:rPr lang="ru-RU" sz="2400" dirty="0"/>
              <a:t> сатиричного журналу </a:t>
            </a:r>
            <a:r>
              <a:rPr lang="ru-RU" sz="2400" dirty="0" err="1"/>
              <a:t>акцентовано</a:t>
            </a:r>
            <a:r>
              <a:rPr lang="ru-RU" sz="2400" dirty="0"/>
              <a:t> </a:t>
            </a:r>
            <a:r>
              <a:rPr lang="ru-RU" sz="2400" dirty="0" err="1"/>
              <a:t>увагу</a:t>
            </a:r>
            <a:r>
              <a:rPr lang="ru-RU" sz="2400" dirty="0"/>
              <a:t> на </a:t>
            </a:r>
            <a:r>
              <a:rPr lang="ru-RU" sz="2400" dirty="0" err="1"/>
              <a:t>перевагах</a:t>
            </a:r>
            <a:r>
              <a:rPr lang="ru-RU" sz="2400" dirty="0"/>
              <a:t> </a:t>
            </a:r>
            <a:r>
              <a:rPr lang="ru-RU" sz="2400" dirty="0" err="1"/>
              <a:t>однієї</a:t>
            </a:r>
            <a:r>
              <a:rPr lang="ru-RU" sz="2400" dirty="0"/>
              <a:t> з реформ </a:t>
            </a:r>
            <a:r>
              <a:rPr lang="ru-RU" sz="2400" dirty="0" err="1"/>
              <a:t>періоду</a:t>
            </a:r>
            <a:endParaRPr lang="uk-UA" sz="2400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48F7ABB0-D328-C476-183F-985BEE11856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73984783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CB158472-9EAD-ECBD-9D28-23EE4201CDF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493" y="2011363"/>
            <a:ext cx="2989638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C5B886-0791-51D2-B522-0FB6908E34DA}"/>
              </a:ext>
            </a:extLst>
          </p:cNvPr>
          <p:cNvSpPr txBox="1"/>
          <p:nvPr/>
        </p:nvSpPr>
        <p:spPr>
          <a:xfrm>
            <a:off x="1449217" y="5606582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Напис на карикатурі: «Раднаргосп».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69813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05415-AE69-3400-A55D-23DFF18BB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раднаргоспів</a:t>
            </a:r>
            <a:r>
              <a:rPr lang="ru-RU" dirty="0"/>
              <a:t> у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1950 -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1960-х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призвело</a:t>
            </a:r>
            <a:r>
              <a:rPr lang="ru-RU" dirty="0"/>
              <a:t>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0474201-F712-6C73-DADE-3967C55523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1E14F2-D8EB-D66D-AE1E-5C5BC0C377A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65655276"/>
              </p:ext>
            </p:extLst>
          </p:nvPr>
        </p:nvGraphicFramePr>
        <p:xfrm>
          <a:off x="6413771" y="2017343"/>
          <a:ext cx="4645152" cy="4035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1949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E16B1F-1E07-EDE9-1458-758098B45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Яка </a:t>
            </a:r>
            <a:r>
              <a:rPr lang="ru-RU" dirty="0" err="1"/>
              <a:t>зміна</a:t>
            </a:r>
            <a:r>
              <a:rPr lang="ru-RU" dirty="0"/>
              <a:t> в </a:t>
            </a:r>
            <a:r>
              <a:rPr lang="ru-RU" dirty="0" err="1"/>
              <a:t>економічному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8A26450-F7B0-EE0A-D662-D7C8C8D2F7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 в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1950 –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1960-х </a:t>
            </a:r>
            <a:r>
              <a:rPr lang="ru-RU" dirty="0" err="1"/>
              <a:t>років</a:t>
            </a:r>
            <a:r>
              <a:rPr lang="ru-RU" dirty="0"/>
              <a:t> </a:t>
            </a:r>
            <a:r>
              <a:rPr lang="ru-RU" dirty="0" err="1"/>
              <a:t>пов’язана</a:t>
            </a:r>
            <a:r>
              <a:rPr lang="ru-RU" dirty="0"/>
              <a:t>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створенням</a:t>
            </a:r>
            <a:r>
              <a:rPr lang="ru-RU" dirty="0"/>
              <a:t> </a:t>
            </a:r>
            <a:r>
              <a:rPr lang="ru-RU" dirty="0" err="1"/>
              <a:t>раднаргоспів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79DCEBE-AC72-FBB1-C32B-5072C1F2C5B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5956689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17531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C39E7-BD27-105B-A264-31958DE0A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з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дійсності</a:t>
            </a:r>
            <a:r>
              <a:rPr lang="ru-RU" dirty="0"/>
              <a:t> 1960-х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відображає</a:t>
            </a:r>
            <a:r>
              <a:rPr lang="ru-RU" dirty="0"/>
              <a:t> карикатура?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7889840-F983-F577-B611-340A5C99C79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12684459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B83FE445-3FE0-083A-1ACD-CCB60B26CD7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929" y="2011363"/>
            <a:ext cx="2520767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518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630E1E-11A2-BA5E-A465-DA820F49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Вжиті</a:t>
            </a:r>
            <a:r>
              <a:rPr lang="ru-RU" dirty="0"/>
              <a:t> </a:t>
            </a:r>
            <a:r>
              <a:rPr lang="ru-RU" dirty="0" err="1"/>
              <a:t>партійно-радянським</a:t>
            </a:r>
            <a:r>
              <a:rPr lang="ru-RU" dirty="0"/>
              <a:t> </a:t>
            </a:r>
            <a:r>
              <a:rPr lang="ru-RU" dirty="0" err="1"/>
              <a:t>керівництвом</a:t>
            </a:r>
            <a:r>
              <a:rPr lang="ru-RU" dirty="0"/>
              <a:t> УРСР заходи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спрямовано</a:t>
            </a:r>
            <a:r>
              <a:rPr lang="ru-RU" dirty="0"/>
              <a:t> на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1B090B9-DD98-BC08-0AAF-BE1913613C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dirty="0"/>
              <a:t>«У 1953–1958 рр. державні закупівельні ціни в УРСР збільшилися загалом втричі, зокрема на зерно — у 7 разів, на продукти тваринництва — у 5,5. Дозволено видавати колгоспникам аванс грішми — 25 % коштів, що отримували колгоспи від реалізації продуктів тваринництва».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8A2CAEE-F75C-34E8-9612-6EFFE224F2A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37024073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78514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33857-B309-E455-2660-7E1AFA024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 err="1"/>
              <a:t>Який</a:t>
            </a:r>
            <a:r>
              <a:rPr lang="ru-RU" sz="2400" dirty="0"/>
              <a:t> </a:t>
            </a:r>
            <a:r>
              <a:rPr lang="ru-RU" sz="2400" dirty="0" err="1"/>
              <a:t>захід</a:t>
            </a:r>
            <a:r>
              <a:rPr lang="ru-RU" sz="2400" dirty="0"/>
              <a:t> </a:t>
            </a:r>
            <a:r>
              <a:rPr lang="ru-RU" sz="2400" dirty="0" err="1"/>
              <a:t>партійно-радянського</a:t>
            </a:r>
            <a:r>
              <a:rPr lang="ru-RU" sz="2400" dirty="0"/>
              <a:t> </a:t>
            </a:r>
            <a:r>
              <a:rPr lang="ru-RU" sz="2400" dirty="0" err="1"/>
              <a:t>керівництва</a:t>
            </a:r>
            <a:r>
              <a:rPr lang="ru-RU" sz="2400" dirty="0"/>
              <a:t> СРСР і УРСР в 1950 — </a:t>
            </a:r>
            <a:r>
              <a:rPr lang="ru-RU" sz="2400" dirty="0" err="1"/>
              <a:t>середині</a:t>
            </a:r>
            <a:r>
              <a:rPr lang="ru-RU" sz="2400" dirty="0"/>
              <a:t> 1960-х </a:t>
            </a:r>
            <a:r>
              <a:rPr lang="ru-RU" sz="2400" dirty="0" err="1"/>
              <a:t>рр</a:t>
            </a:r>
            <a:r>
              <a:rPr lang="ru-RU" sz="2400" dirty="0"/>
              <a:t>. </a:t>
            </a:r>
            <a:r>
              <a:rPr lang="ru-RU" sz="2400" dirty="0" err="1"/>
              <a:t>вплинув</a:t>
            </a:r>
            <a:r>
              <a:rPr lang="ru-RU" sz="2400" dirty="0"/>
              <a:t> на </a:t>
            </a:r>
            <a:r>
              <a:rPr lang="ru-RU" sz="2400" dirty="0" err="1"/>
              <a:t>життєвий</a:t>
            </a:r>
            <a:r>
              <a:rPr lang="ru-RU" sz="2400" dirty="0"/>
              <a:t> </a:t>
            </a:r>
            <a:r>
              <a:rPr lang="ru-RU" sz="2400" dirty="0" err="1"/>
              <a:t>рівень</a:t>
            </a:r>
            <a:r>
              <a:rPr lang="ru-RU" sz="2400" dirty="0"/>
              <a:t> </a:t>
            </a:r>
            <a:r>
              <a:rPr lang="ru-RU" sz="2400" dirty="0" err="1"/>
              <a:t>населення</a:t>
            </a:r>
            <a:r>
              <a:rPr lang="ru-RU" sz="2400" dirty="0"/>
              <a:t> </a:t>
            </a:r>
            <a:r>
              <a:rPr lang="ru-RU" sz="2400" dirty="0" err="1"/>
              <a:t>України</a:t>
            </a:r>
            <a:r>
              <a:rPr lang="ru-RU" sz="2400" dirty="0"/>
              <a:t>?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DB52933-FB37-8BF5-C90D-9B29480163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4B987C-B215-BEE4-B77F-5C768B21C61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35692836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68470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26126-1150-060C-D673-9B6287B54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 err="1"/>
              <a:t>Чи</a:t>
            </a:r>
            <a:r>
              <a:rPr lang="ru-RU" sz="2400" dirty="0"/>
              <a:t> </a:t>
            </a:r>
            <a:r>
              <a:rPr lang="ru-RU" sz="2400" dirty="0" err="1"/>
              <a:t>відображено</a:t>
            </a:r>
            <a:r>
              <a:rPr lang="ru-RU" sz="2400" dirty="0"/>
              <a:t> в </a:t>
            </a:r>
            <a:r>
              <a:rPr lang="ru-RU" sz="2400" dirty="0" err="1"/>
              <a:t>уривках</a:t>
            </a:r>
            <a:r>
              <a:rPr lang="ru-RU" sz="2400" dirty="0"/>
              <a:t> з </a:t>
            </a:r>
            <a:r>
              <a:rPr lang="ru-RU" sz="2400" dirty="0" err="1"/>
              <a:t>історичних</a:t>
            </a:r>
            <a:r>
              <a:rPr lang="ru-RU" sz="2400" dirty="0"/>
              <a:t> </a:t>
            </a:r>
            <a:r>
              <a:rPr lang="ru-RU" sz="2400" dirty="0" err="1"/>
              <a:t>джерел</a:t>
            </a:r>
            <a:r>
              <a:rPr lang="ru-RU" sz="2400" dirty="0"/>
              <a:t> </a:t>
            </a:r>
            <a:r>
              <a:rPr lang="ru-RU" sz="2400" dirty="0" err="1"/>
              <a:t>окремі</a:t>
            </a:r>
            <a:r>
              <a:rPr lang="ru-RU" sz="2400" dirty="0"/>
              <a:t> </a:t>
            </a:r>
            <a:r>
              <a:rPr lang="ru-RU" sz="2400" dirty="0" err="1"/>
              <a:t>аспекти</a:t>
            </a:r>
            <a:r>
              <a:rPr lang="ru-RU" sz="2400" dirty="0"/>
              <a:t> </a:t>
            </a:r>
            <a:r>
              <a:rPr lang="ru-RU" sz="2400" dirty="0" err="1"/>
              <a:t>життя</a:t>
            </a:r>
            <a:r>
              <a:rPr lang="ru-RU" sz="2400" dirty="0"/>
              <a:t> </a:t>
            </a:r>
            <a:r>
              <a:rPr lang="ru-RU" sz="2400" dirty="0" err="1"/>
              <a:t>українського</a:t>
            </a:r>
            <a:r>
              <a:rPr lang="ru-RU" sz="2400" dirty="0"/>
              <a:t> </a:t>
            </a:r>
            <a:r>
              <a:rPr lang="ru-RU" sz="2400" dirty="0" err="1"/>
              <a:t>суспільства</a:t>
            </a:r>
            <a:r>
              <a:rPr lang="ru-RU" sz="2400" dirty="0"/>
              <a:t> в </a:t>
            </a:r>
            <a:r>
              <a:rPr lang="ru-RU" sz="2400" dirty="0" err="1"/>
              <a:t>період</a:t>
            </a:r>
            <a:r>
              <a:rPr lang="ru-RU" sz="2400" dirty="0"/>
              <a:t> </a:t>
            </a:r>
            <a:r>
              <a:rPr lang="ru-RU" sz="2400" dirty="0" err="1"/>
              <a:t>десталінізації</a:t>
            </a:r>
            <a:r>
              <a:rPr lang="ru-RU" sz="2400" dirty="0"/>
              <a:t> (1953–1964 </a:t>
            </a:r>
            <a:r>
              <a:rPr lang="ru-RU" sz="2400" dirty="0" err="1"/>
              <a:t>рр</a:t>
            </a:r>
            <a:r>
              <a:rPr lang="ru-RU" sz="2400" dirty="0"/>
              <a:t>.)?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4226A61-FB5E-B56D-435E-8D803FB21D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uk-UA" i="1" dirty="0"/>
              <a:t>«…У рік, коли було одержано найбільший урожай, на цілині працювало понад 75 тисяч юнаків і дівчат з України. Сотні тисяч механізаторів і фахівців, мобілізованих у сільському господарстві багатьох регіонів, приїхали на цілину й організували радгоспи. ...Українські механізатори організували 54 цілинних радгоспи...»</a:t>
            </a:r>
          </a:p>
          <a:p>
            <a:pPr marL="457200" indent="-457200">
              <a:buFont typeface="+mj-lt"/>
              <a:buAutoNum type="arabicPeriod"/>
            </a:pPr>
            <a:r>
              <a:rPr lang="uk-UA" i="1" dirty="0"/>
              <a:t>«Збирання кукурудзи важко піддавалося механізації й тому постійно доводилося мобілізовувати з міст сотні тисяч осіб. Строки навчання у вузах пересувалися, а обсяг навчального матеріалу скорочувався, тому студенти тепер мали ще один "кукурудзяний" семестр...»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32D0A43-E6A0-C74B-0379-F51B27B18C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66720208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46397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59E12-452B-D601-4659-E017C6DB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Запровадження</a:t>
            </a:r>
            <a:r>
              <a:rPr lang="ru-RU" dirty="0"/>
              <a:t> в 1957 р. в </a:t>
            </a:r>
            <a:r>
              <a:rPr lang="ru-RU" dirty="0" err="1"/>
              <a:t>Українській</a:t>
            </a:r>
            <a:r>
              <a:rPr lang="ru-RU" dirty="0"/>
              <a:t> РСР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раднаргоспів</a:t>
            </a:r>
            <a:r>
              <a:rPr lang="ru-RU" dirty="0"/>
              <a:t> </a:t>
            </a:r>
            <a:r>
              <a:rPr lang="ru-RU" dirty="0" err="1"/>
              <a:t>призвело</a:t>
            </a:r>
            <a:r>
              <a:rPr lang="ru-RU" dirty="0"/>
              <a:t>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7128A87-5CB7-A045-050B-B4727F877A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AC69188-F460-A9B6-DDBE-164A2F4E2C2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65108666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53716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65472-1816-7710-F5CF-C32867DF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КУльтура</a:t>
            </a:r>
            <a:endParaRPr lang="uk-UA" dirty="0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FC91A60-427C-6C0D-44D9-40CFF0BAA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83268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D4CE70-FC1B-F8F9-1457-9A51B6BC7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лібералізації</a:t>
            </a:r>
            <a:r>
              <a:rPr lang="ru-RU" dirty="0"/>
              <a:t> </a:t>
            </a:r>
            <a:r>
              <a:rPr lang="ru-RU" dirty="0" err="1"/>
              <a:t>суспільно-політичного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в СРСР у </a:t>
            </a:r>
            <a:r>
              <a:rPr lang="ru-RU" dirty="0" err="1"/>
              <a:t>період</a:t>
            </a:r>
            <a:r>
              <a:rPr lang="ru-RU" dirty="0"/>
              <a:t> «</a:t>
            </a:r>
            <a:r>
              <a:rPr lang="ru-RU" dirty="0" err="1"/>
              <a:t>відлиги</a:t>
            </a:r>
            <a:r>
              <a:rPr lang="ru-RU" dirty="0"/>
              <a:t>»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D76EFAD-4DE0-B227-2556-A8BD5594F8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443965D-FD5B-60DF-8851-E541C8C6B80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18191902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11041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C8109-9018-4BFC-14CA-1CB826D7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Наприкінці</a:t>
            </a:r>
            <a:r>
              <a:rPr lang="ru-RU" dirty="0"/>
              <a:t> 1950-х </a:t>
            </a:r>
            <a:r>
              <a:rPr lang="ru-RU" dirty="0" err="1"/>
              <a:t>рр</a:t>
            </a:r>
            <a:r>
              <a:rPr lang="ru-RU" dirty="0"/>
              <a:t>. у СРСР </a:t>
            </a:r>
            <a:r>
              <a:rPr lang="ru-RU" dirty="0" err="1"/>
              <a:t>розпочалася</a:t>
            </a:r>
            <a:r>
              <a:rPr lang="ru-RU" dirty="0"/>
              <a:t> реформа </a:t>
            </a:r>
            <a:r>
              <a:rPr lang="ru-RU" dirty="0" err="1"/>
              <a:t>шкільної</a:t>
            </a:r>
            <a:r>
              <a:rPr lang="ru-RU" dirty="0"/>
              <a:t> </a:t>
            </a:r>
            <a:r>
              <a:rPr lang="ru-RU" dirty="0" err="1"/>
              <a:t>освіти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86F2081-F6A0-402C-169D-1BA0C21901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одне з положень якої передбачало вибір батьками мови навчання дітей.</a:t>
            </a:r>
            <a:br>
              <a:rPr lang="uk-UA" dirty="0"/>
            </a:br>
            <a:endParaRPr lang="uk-UA" dirty="0"/>
          </a:p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Українська інтелігенція виступила проти цього положення, тому що воно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5F5D669-8B78-31EA-594E-DC68D38387E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14839994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6890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EAB46-934F-EEF9-948C-42EC1209A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Кого з </a:t>
            </a:r>
            <a:r>
              <a:rPr lang="ru-RU" dirty="0" err="1"/>
              <a:t>митців</a:t>
            </a:r>
            <a:r>
              <a:rPr lang="ru-RU" dirty="0"/>
              <a:t> </a:t>
            </a:r>
            <a:r>
              <a:rPr lang="ru-RU" dirty="0" err="1"/>
              <a:t>стосується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документ?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9C969DE-B079-6521-8E3C-F8472F8C7F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«Нове </a:t>
            </a:r>
            <a:r>
              <a:rPr lang="ru-RU" dirty="0" err="1"/>
              <a:t>покоління</a:t>
            </a:r>
            <a:r>
              <a:rPr lang="ru-RU" dirty="0"/>
              <a:t> </a:t>
            </a:r>
            <a:r>
              <a:rPr lang="ru-RU" dirty="0" err="1"/>
              <a:t>митців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відійшли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шаблонної</a:t>
            </a:r>
            <a:r>
              <a:rPr lang="ru-RU" dirty="0"/>
              <a:t> тематики </a:t>
            </a:r>
            <a:r>
              <a:rPr lang="ru-RU" dirty="0" err="1"/>
              <a:t>попередніх</a:t>
            </a:r>
            <a:r>
              <a:rPr lang="ru-RU" dirty="0"/>
              <a:t> </a:t>
            </a:r>
            <a:r>
              <a:rPr lang="ru-RU" dirty="0" err="1"/>
              <a:t>часів</a:t>
            </a:r>
            <a:r>
              <a:rPr lang="ru-RU" dirty="0"/>
              <a:t>, не закликали до </a:t>
            </a:r>
            <a:r>
              <a:rPr lang="ru-RU" dirty="0" err="1"/>
              <a:t>боротьби</a:t>
            </a:r>
            <a:r>
              <a:rPr lang="ru-RU" dirty="0"/>
              <a:t> за мир, не писали про </a:t>
            </a:r>
            <a:r>
              <a:rPr lang="ru-RU" dirty="0" err="1"/>
              <a:t>передовиків</a:t>
            </a:r>
            <a:r>
              <a:rPr lang="ru-RU" dirty="0"/>
              <a:t> </a:t>
            </a:r>
            <a:r>
              <a:rPr lang="ru-RU" dirty="0" err="1"/>
              <a:t>колгоспників</a:t>
            </a:r>
            <a:r>
              <a:rPr lang="ru-RU" dirty="0"/>
              <a:t> і </a:t>
            </a:r>
            <a:r>
              <a:rPr lang="ru-RU" dirty="0" err="1"/>
              <a:t>робітників</a:t>
            </a:r>
            <a:r>
              <a:rPr lang="ru-RU" dirty="0"/>
              <a:t> </a:t>
            </a:r>
            <a:r>
              <a:rPr lang="ru-RU" dirty="0" err="1"/>
              <a:t>заводів</a:t>
            </a:r>
            <a:r>
              <a:rPr lang="ru-RU" dirty="0"/>
              <a:t>, а </a:t>
            </a:r>
            <a:r>
              <a:rPr lang="ru-RU" dirty="0" err="1"/>
              <a:t>виходили</a:t>
            </a:r>
            <a:r>
              <a:rPr lang="ru-RU" dirty="0"/>
              <a:t> з того, </a:t>
            </a:r>
            <a:r>
              <a:rPr lang="ru-RU" dirty="0" err="1"/>
              <a:t>що</a:t>
            </a:r>
            <a:r>
              <a:rPr lang="ru-RU" dirty="0"/>
              <a:t> "...</a:t>
            </a:r>
            <a:r>
              <a:rPr lang="ru-RU" dirty="0" err="1"/>
              <a:t>поезія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бути </a:t>
            </a:r>
            <a:r>
              <a:rPr lang="ru-RU" dirty="0" err="1"/>
              <a:t>поезією</a:t>
            </a:r>
            <a:r>
              <a:rPr lang="ru-RU" dirty="0"/>
              <a:t>, а не </a:t>
            </a:r>
            <a:r>
              <a:rPr lang="ru-RU" dirty="0" err="1"/>
              <a:t>агітацією</a:t>
            </a:r>
            <a:r>
              <a:rPr lang="ru-RU" dirty="0"/>
              <a:t> у </a:t>
            </a:r>
            <a:r>
              <a:rPr lang="ru-RU" dirty="0" err="1"/>
              <a:t>віршованій</a:t>
            </a:r>
            <a:r>
              <a:rPr lang="ru-RU" dirty="0"/>
              <a:t> </a:t>
            </a:r>
            <a:r>
              <a:rPr lang="ru-RU" dirty="0" err="1"/>
              <a:t>формі</a:t>
            </a:r>
            <a:r>
              <a:rPr lang="ru-RU" dirty="0"/>
              <a:t>"».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E028B0-3B42-AA67-311F-B472E94F70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2397510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71943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A7DBD-2ABA-A753-58A6-B92D3401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зумовило</a:t>
            </a:r>
            <a:r>
              <a:rPr lang="ru-RU" sz="2400" dirty="0"/>
              <a:t> </a:t>
            </a:r>
            <a:r>
              <a:rPr lang="ru-RU" sz="2400" dirty="0" err="1"/>
              <a:t>появу</a:t>
            </a:r>
            <a:r>
              <a:rPr lang="ru-RU" sz="2400" dirty="0"/>
              <a:t> в </a:t>
            </a:r>
            <a:r>
              <a:rPr lang="ru-RU" sz="2400" dirty="0" err="1"/>
              <a:t>Українській</a:t>
            </a:r>
            <a:r>
              <a:rPr lang="ru-RU" sz="2400" dirty="0"/>
              <a:t> РСР </a:t>
            </a:r>
            <a:r>
              <a:rPr lang="ru-RU" sz="2400" dirty="0" err="1"/>
              <a:t>покоління</a:t>
            </a:r>
            <a:r>
              <a:rPr lang="ru-RU" sz="2400" dirty="0"/>
              <a:t> </a:t>
            </a:r>
            <a:r>
              <a:rPr lang="ru-RU" sz="2400" dirty="0" err="1"/>
              <a:t>митців</a:t>
            </a:r>
            <a:r>
              <a:rPr lang="ru-RU" sz="2400" dirty="0"/>
              <a:t>, яке </a:t>
            </a:r>
            <a:r>
              <a:rPr lang="ru-RU" sz="2400" dirty="0" err="1"/>
              <a:t>увійшло</a:t>
            </a:r>
            <a:r>
              <a:rPr lang="ru-RU" sz="2400" dirty="0"/>
              <a:t> в </a:t>
            </a:r>
            <a:r>
              <a:rPr lang="ru-RU" sz="2400" dirty="0" err="1"/>
              <a:t>історію</a:t>
            </a:r>
            <a:r>
              <a:rPr lang="ru-RU" sz="2400" dirty="0"/>
              <a:t> </a:t>
            </a:r>
            <a:r>
              <a:rPr lang="ru-RU" sz="2400" dirty="0" err="1"/>
              <a:t>під</a:t>
            </a:r>
            <a:r>
              <a:rPr lang="ru-RU" sz="2400" dirty="0"/>
              <a:t> </a:t>
            </a:r>
            <a:r>
              <a:rPr lang="ru-RU" sz="2400" dirty="0" err="1"/>
              <a:t>назвою</a:t>
            </a:r>
            <a:r>
              <a:rPr lang="ru-RU" sz="2400" dirty="0"/>
              <a:t> «</a:t>
            </a:r>
            <a:r>
              <a:rPr lang="ru-RU" sz="2400" dirty="0" err="1"/>
              <a:t>шістдесятники</a:t>
            </a:r>
            <a:r>
              <a:rPr lang="ru-RU" sz="2400" dirty="0"/>
              <a:t>»?</a:t>
            </a:r>
            <a:endParaRPr lang="uk-UA" sz="24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82EF963-4216-C6BA-39E3-B8C3C84C0A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346FEAE-7863-165E-68A2-0846C41B5FD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10188657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08659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2A94F4-3310-B56D-9FB3-159DB1ABC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один з </a:t>
            </a:r>
            <a:r>
              <a:rPr lang="ru-RU" dirty="0" err="1"/>
              <a:t>осередків</a:t>
            </a:r>
            <a:r>
              <a:rPr lang="ru-RU" dirty="0"/>
              <a:t> </a:t>
            </a:r>
            <a:r>
              <a:rPr lang="ru-RU" dirty="0" err="1"/>
              <a:t>шістдесятників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197E5CA-5F4F-B048-C5AE-AB9628FD41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A285122-C0BC-1010-E1E5-F132C08851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55362000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1714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51478-0981-1E0B-8D25-1A1816ED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Укажіть прізвища «шістдесятників» в українській літературі: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8D9BFDA-C611-A206-1AC8-A4DF50D40D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CDB7C54-E31C-4199-C153-778FC89DA66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01959153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60379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C49B6-7E8E-EBAF-57D5-7E4BD746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Це уривок із книги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3CEA8F7-48D6-DDBC-9708-B890AEA9FB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Кожний</a:t>
            </a:r>
            <a:r>
              <a:rPr lang="ru-RU" i="1" dirty="0"/>
              <a:t>, </a:t>
            </a:r>
            <a:r>
              <a:rPr lang="ru-RU" i="1" dirty="0" err="1"/>
              <a:t>хто</a:t>
            </a:r>
            <a:r>
              <a:rPr lang="ru-RU" i="1" dirty="0"/>
              <a:t> </a:t>
            </a:r>
            <a:r>
              <a:rPr lang="ru-RU" i="1" dirty="0" err="1"/>
              <a:t>живе</a:t>
            </a:r>
            <a:r>
              <a:rPr lang="ru-RU" i="1" dirty="0"/>
              <a:t> на </a:t>
            </a:r>
            <a:r>
              <a:rPr lang="ru-RU" i="1" dirty="0" err="1"/>
              <a:t>Радянській</a:t>
            </a:r>
            <a:r>
              <a:rPr lang="ru-RU" i="1" dirty="0"/>
              <a:t> </a:t>
            </a:r>
            <a:r>
              <a:rPr lang="ru-RU" i="1" dirty="0" err="1"/>
              <a:t>Україні</a:t>
            </a:r>
            <a:r>
              <a:rPr lang="ru-RU" i="1" dirty="0"/>
              <a:t>, любить </a:t>
            </a:r>
            <a:r>
              <a:rPr lang="ru-RU" i="1" dirty="0" err="1"/>
              <a:t>її</a:t>
            </a:r>
            <a:r>
              <a:rPr lang="ru-RU" i="1" dirty="0"/>
              <a:t>, з </a:t>
            </a:r>
            <a:r>
              <a:rPr lang="ru-RU" i="1" dirty="0" err="1"/>
              <a:t>гордістю</a:t>
            </a:r>
            <a:r>
              <a:rPr lang="ru-RU" i="1" dirty="0"/>
              <a:t> говорить: “моя </a:t>
            </a:r>
            <a:r>
              <a:rPr lang="ru-RU" i="1" dirty="0" err="1"/>
              <a:t>Україна</a:t>
            </a:r>
            <a:r>
              <a:rPr lang="ru-RU" i="1" dirty="0"/>
              <a:t>”, “наша </a:t>
            </a:r>
            <a:r>
              <a:rPr lang="ru-RU" i="1" dirty="0" err="1"/>
              <a:t>Україна</a:t>
            </a:r>
            <a:r>
              <a:rPr lang="ru-RU" i="1" dirty="0"/>
              <a:t>”. І </a:t>
            </a:r>
            <a:r>
              <a:rPr lang="ru-RU" i="1" dirty="0" err="1"/>
              <a:t>це</a:t>
            </a:r>
            <a:r>
              <a:rPr lang="ru-RU" i="1" dirty="0"/>
              <a:t> </a:t>
            </a:r>
            <a:r>
              <a:rPr lang="ru-RU" i="1" dirty="0" err="1"/>
              <a:t>цілком</a:t>
            </a:r>
            <a:r>
              <a:rPr lang="ru-RU" i="1" dirty="0"/>
              <a:t> </a:t>
            </a:r>
            <a:r>
              <a:rPr lang="ru-RU" i="1" dirty="0" err="1"/>
              <a:t>природно</a:t>
            </a:r>
            <a:r>
              <a:rPr lang="ru-RU" i="1" dirty="0"/>
              <a:t> і </a:t>
            </a:r>
            <a:r>
              <a:rPr lang="ru-RU" i="1" dirty="0" err="1"/>
              <a:t>закономірно</a:t>
            </a:r>
            <a:r>
              <a:rPr lang="ru-RU" i="1" dirty="0"/>
              <a:t>. Тут ми </a:t>
            </a:r>
            <a:r>
              <a:rPr lang="ru-RU" i="1" dirty="0" err="1"/>
              <a:t>народилися</a:t>
            </a:r>
            <a:r>
              <a:rPr lang="ru-RU" i="1" dirty="0"/>
              <a:t>, </a:t>
            </a:r>
            <a:r>
              <a:rPr lang="ru-RU" i="1" dirty="0" err="1"/>
              <a:t>виросли</a:t>
            </a:r>
            <a:r>
              <a:rPr lang="ru-RU" i="1" dirty="0"/>
              <a:t> як </a:t>
            </a:r>
            <a:r>
              <a:rPr lang="ru-RU" i="1" dirty="0" err="1"/>
              <a:t>громадяни</a:t>
            </a:r>
            <a:r>
              <a:rPr lang="ru-RU" i="1" dirty="0"/>
              <a:t>, </a:t>
            </a:r>
            <a:r>
              <a:rPr lang="ru-RU" i="1" dirty="0" err="1"/>
              <a:t>будівники</a:t>
            </a:r>
            <a:r>
              <a:rPr lang="ru-RU" i="1" dirty="0"/>
              <a:t> </a:t>
            </a:r>
            <a:r>
              <a:rPr lang="ru-RU" i="1" dirty="0" err="1"/>
              <a:t>комунізму</a:t>
            </a:r>
            <a:r>
              <a:rPr lang="ru-RU" i="1" dirty="0"/>
              <a:t>...» 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35FB31E-ADA2-CB8B-B492-86D34B11DA1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00093117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84946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B7727-F128-8132-DA6A-D1B71806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Які</a:t>
            </a:r>
            <a:r>
              <a:rPr lang="ru-RU" dirty="0"/>
              <a:t> з </a:t>
            </a:r>
            <a:r>
              <a:rPr lang="ru-RU" dirty="0" err="1"/>
              <a:t>наведених</a:t>
            </a:r>
            <a:r>
              <a:rPr lang="ru-RU" dirty="0"/>
              <a:t> </a:t>
            </a:r>
            <a:r>
              <a:rPr lang="ru-RU" dirty="0" err="1"/>
              <a:t>фактів</a:t>
            </a:r>
            <a:r>
              <a:rPr lang="ru-RU" dirty="0"/>
              <a:t> </a:t>
            </a:r>
            <a:r>
              <a:rPr lang="ru-RU" dirty="0" err="1"/>
              <a:t>творчої</a:t>
            </a:r>
            <a:r>
              <a:rPr lang="ru-RU" dirty="0"/>
              <a:t> </a:t>
            </a:r>
            <a:r>
              <a:rPr lang="ru-RU" dirty="0" err="1"/>
              <a:t>біографії</a:t>
            </a:r>
            <a:r>
              <a:rPr lang="ru-RU" dirty="0"/>
              <a:t> належать Василю Симоненку?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205E3ED-244A-D7D1-D884-5BCBEB5553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1908165"/>
              </p:ext>
            </p:extLst>
          </p:nvPr>
        </p:nvGraphicFramePr>
        <p:xfrm>
          <a:off x="1450975" y="2016125"/>
          <a:ext cx="96043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58281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10F6A9-E5BE-6299-B3FF-F7A2A48B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Установіть відповідність між прізвищем діяча та сферою його діяльності.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CF83937-6D4C-8395-402B-3FCEBB3AB6F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54942055"/>
              </p:ext>
            </p:extLst>
          </p:nvPr>
        </p:nvGraphicFramePr>
        <p:xfrm>
          <a:off x="1447331" y="2010878"/>
          <a:ext cx="4645152" cy="3448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219A524E-05B8-1883-F9C0-B5A8ECD2B9E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26802886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466617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01C022-C049-C8D3-BB0E-6B439786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цитованого</a:t>
            </a:r>
            <a:r>
              <a:rPr lang="ru-RU" dirty="0"/>
              <a:t> документа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DC09A1E-0934-C7E9-900F-EEB1A28814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i="1" dirty="0"/>
              <a:t> «Ми </a:t>
            </a:r>
            <a:r>
              <a:rPr lang="ru-RU" i="1" dirty="0" err="1"/>
              <a:t>боремося</a:t>
            </a:r>
            <a:r>
              <a:rPr lang="ru-RU" i="1" dirty="0"/>
              <a:t> за </a:t>
            </a:r>
            <a:r>
              <a:rPr lang="ru-RU" i="1" dirty="0" err="1"/>
              <a:t>самостійну</a:t>
            </a:r>
            <a:r>
              <a:rPr lang="ru-RU" i="1" dirty="0"/>
              <a:t> </a:t>
            </a:r>
            <a:r>
              <a:rPr lang="ru-RU" i="1" dirty="0" err="1"/>
              <a:t>Україну</a:t>
            </a:r>
            <a:r>
              <a:rPr lang="ru-RU" i="1" dirty="0"/>
              <a:t>... </a:t>
            </a:r>
            <a:r>
              <a:rPr lang="ru-RU" i="1" dirty="0" err="1"/>
              <a:t>Методи</a:t>
            </a:r>
            <a:r>
              <a:rPr lang="ru-RU" i="1" dirty="0"/>
              <a:t> </a:t>
            </a:r>
            <a:r>
              <a:rPr lang="ru-RU" i="1" dirty="0" err="1"/>
              <a:t>досягання</a:t>
            </a:r>
            <a:r>
              <a:rPr lang="ru-RU" i="1" dirty="0"/>
              <a:t> </a:t>
            </a:r>
            <a:r>
              <a:rPr lang="ru-RU" i="1" dirty="0" err="1"/>
              <a:t>цієї</a:t>
            </a:r>
            <a:r>
              <a:rPr lang="ru-RU" i="1" dirty="0"/>
              <a:t> мети – </a:t>
            </a:r>
            <a:r>
              <a:rPr lang="ru-RU" i="1" dirty="0" err="1"/>
              <a:t>мирні</a:t>
            </a:r>
            <a:r>
              <a:rPr lang="ru-RU" i="1" dirty="0"/>
              <a:t>, </a:t>
            </a:r>
            <a:r>
              <a:rPr lang="ru-RU" i="1" dirty="0" err="1"/>
              <a:t>конституційні</a:t>
            </a:r>
            <a:r>
              <a:rPr lang="ru-RU" i="1" dirty="0"/>
              <a:t>... </a:t>
            </a:r>
            <a:r>
              <a:rPr lang="ru-RU" i="1" dirty="0" err="1"/>
              <a:t>Завдання</a:t>
            </a:r>
            <a:r>
              <a:rPr lang="ru-RU" i="1" dirty="0"/>
              <a:t>... </a:t>
            </a:r>
            <a:r>
              <a:rPr lang="ru-RU" i="1" dirty="0" err="1"/>
              <a:t>полягає</a:t>
            </a:r>
            <a:r>
              <a:rPr lang="ru-RU" i="1" dirty="0"/>
              <a:t> в тому, </a:t>
            </a:r>
            <a:r>
              <a:rPr lang="ru-RU" i="1" dirty="0" err="1"/>
              <a:t>щоб</a:t>
            </a:r>
            <a:r>
              <a:rPr lang="ru-RU" i="1" dirty="0"/>
              <a:t> </a:t>
            </a:r>
            <a:r>
              <a:rPr lang="ru-RU" i="1" dirty="0" err="1"/>
              <a:t>домогтися</a:t>
            </a:r>
            <a:r>
              <a:rPr lang="ru-RU" i="1" dirty="0"/>
              <a:t>: </a:t>
            </a:r>
            <a:r>
              <a:rPr lang="ru-RU" i="1" dirty="0" err="1"/>
              <a:t>встановлення</a:t>
            </a:r>
            <a:r>
              <a:rPr lang="ru-RU" i="1" dirty="0"/>
              <a:t> режиму </a:t>
            </a:r>
            <a:r>
              <a:rPr lang="ru-RU" i="1" dirty="0" err="1"/>
              <a:t>законності</a:t>
            </a:r>
            <a:r>
              <a:rPr lang="ru-RU" i="1" dirty="0"/>
              <a:t>; </a:t>
            </a:r>
            <a:r>
              <a:rPr lang="ru-RU" i="1" dirty="0" err="1"/>
              <a:t>відновлення</a:t>
            </a:r>
            <a:r>
              <a:rPr lang="ru-RU" i="1" dirty="0"/>
              <a:t> й </a:t>
            </a:r>
            <a:r>
              <a:rPr lang="ru-RU" i="1" dirty="0" err="1"/>
              <a:t>дотримання</a:t>
            </a:r>
            <a:r>
              <a:rPr lang="ru-RU" i="1" dirty="0"/>
              <a:t> </a:t>
            </a:r>
            <a:r>
              <a:rPr lang="ru-RU" i="1" dirty="0" err="1"/>
              <a:t>демократичних</a:t>
            </a:r>
            <a:r>
              <a:rPr lang="ru-RU" i="1" dirty="0"/>
              <a:t> норм </a:t>
            </a:r>
            <a:r>
              <a:rPr lang="ru-RU" i="1" dirty="0" err="1"/>
              <a:t>Конституції</a:t>
            </a:r>
            <a:r>
              <a:rPr lang="ru-RU" i="1" dirty="0"/>
              <a:t>; </a:t>
            </a:r>
            <a:r>
              <a:rPr lang="ru-RU" i="1" dirty="0" err="1"/>
              <a:t>скасування</a:t>
            </a:r>
            <a:r>
              <a:rPr lang="ru-RU" i="1" dirty="0"/>
              <a:t> посад </a:t>
            </a:r>
            <a:r>
              <a:rPr lang="ru-RU" i="1" dirty="0" err="1"/>
              <a:t>партійної</a:t>
            </a:r>
            <a:r>
              <a:rPr lang="ru-RU" i="1" dirty="0"/>
              <a:t> </a:t>
            </a:r>
            <a:r>
              <a:rPr lang="ru-RU" i="1" dirty="0" err="1"/>
              <a:t>номенклатури</a:t>
            </a:r>
            <a:r>
              <a:rPr lang="ru-RU" i="1" dirty="0"/>
              <a:t> та </a:t>
            </a:r>
            <a:r>
              <a:rPr lang="ru-RU" i="1" dirty="0" err="1"/>
              <a:t>відновлення</a:t>
            </a:r>
            <a:r>
              <a:rPr lang="ru-RU" i="1" dirty="0"/>
              <a:t> принципу верховенства в </a:t>
            </a:r>
            <a:r>
              <a:rPr lang="ru-RU" i="1" dirty="0" err="1"/>
              <a:t>суді</a:t>
            </a:r>
            <a:r>
              <a:rPr lang="ru-RU" i="1" dirty="0"/>
              <a:t> </a:t>
            </a:r>
            <a:r>
              <a:rPr lang="ru-RU" i="1" dirty="0" err="1"/>
              <a:t>безпосередньо</a:t>
            </a:r>
            <a:r>
              <a:rPr lang="ru-RU" i="1" dirty="0"/>
              <a:t> народом; </a:t>
            </a:r>
            <a:r>
              <a:rPr lang="ru-RU" i="1" dirty="0" err="1"/>
              <a:t>скасування</a:t>
            </a:r>
            <a:r>
              <a:rPr lang="ru-RU" i="1" dirty="0"/>
              <a:t> </a:t>
            </a:r>
            <a:r>
              <a:rPr lang="ru-RU" i="1" dirty="0" err="1"/>
              <a:t>антиконституційного</a:t>
            </a:r>
            <a:r>
              <a:rPr lang="ru-RU" i="1" dirty="0"/>
              <a:t> закону, за </a:t>
            </a:r>
            <a:r>
              <a:rPr lang="ru-RU" i="1" dirty="0" err="1"/>
              <a:t>яким</a:t>
            </a:r>
            <a:r>
              <a:rPr lang="ru-RU" i="1" dirty="0"/>
              <a:t> </a:t>
            </a:r>
            <a:r>
              <a:rPr lang="ru-RU" i="1" dirty="0" err="1"/>
              <a:t>комуніста</a:t>
            </a:r>
            <a:r>
              <a:rPr lang="ru-RU" i="1" dirty="0"/>
              <a:t> не </a:t>
            </a:r>
            <a:r>
              <a:rPr lang="ru-RU" i="1" dirty="0" err="1"/>
              <a:t>можна</a:t>
            </a:r>
            <a:r>
              <a:rPr lang="ru-RU" i="1" dirty="0"/>
              <a:t> </a:t>
            </a:r>
            <a:r>
              <a:rPr lang="ru-RU" i="1" dirty="0" err="1"/>
              <a:t>судити</a:t>
            </a:r>
            <a:r>
              <a:rPr lang="ru-RU" i="1" dirty="0"/>
              <a:t>, доки райком </a:t>
            </a:r>
            <a:r>
              <a:rPr lang="ru-RU" i="1" dirty="0" err="1"/>
              <a:t>партії</a:t>
            </a:r>
            <a:r>
              <a:rPr lang="ru-RU" i="1" dirty="0"/>
              <a:t> не </a:t>
            </a:r>
            <a:r>
              <a:rPr lang="ru-RU" i="1" dirty="0" err="1"/>
              <a:t>виключить</a:t>
            </a:r>
            <a:r>
              <a:rPr lang="ru-RU" i="1" dirty="0"/>
              <a:t> </a:t>
            </a:r>
            <a:r>
              <a:rPr lang="ru-RU" i="1" dirty="0" err="1"/>
              <a:t>його</a:t>
            </a:r>
            <a:r>
              <a:rPr lang="ru-RU" i="1" dirty="0"/>
              <a:t> з КПРС…»?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53F2F01-76FF-7525-0EE0-066F4E0ECF1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70970590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46062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41AF36-4FDD-C7AD-18C4-F44E00D7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Виникнення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руху «</a:t>
            </a:r>
            <a:r>
              <a:rPr lang="ru-RU" dirty="0" err="1"/>
              <a:t>шістдесятників</a:t>
            </a:r>
            <a:r>
              <a:rPr lang="ru-RU" dirty="0"/>
              <a:t>» </a:t>
            </a:r>
            <a:r>
              <a:rPr lang="ru-RU" dirty="0" err="1"/>
              <a:t>зумовлено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ABAA579-5707-6D21-505B-DFF100DAE7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94AAB55-89D1-DB7E-AF16-304DAB4E905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73731584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57802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87B11B-A56C-D5DC-AD1C-0C6D6C0A4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притаманне</a:t>
            </a:r>
            <a:r>
              <a:rPr lang="ru-RU" dirty="0"/>
              <a:t> духовному </a:t>
            </a:r>
            <a:r>
              <a:rPr lang="ru-RU" dirty="0" err="1"/>
              <a:t>життю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в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десталінізації</a:t>
            </a:r>
            <a:r>
              <a:rPr lang="ru-RU" dirty="0"/>
              <a:t> (1953–1964 </a:t>
            </a:r>
            <a:r>
              <a:rPr lang="ru-RU" dirty="0" err="1"/>
              <a:t>рр</a:t>
            </a:r>
            <a:r>
              <a:rPr lang="ru-RU" dirty="0"/>
              <a:t>.)?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C6616EA-43AF-ED56-7912-97102263AA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50E4726-A377-9A50-60A2-37929368BD0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2398054"/>
              </p:ext>
            </p:extLst>
          </p:nvPr>
        </p:nvGraphicFramePr>
        <p:xfrm>
          <a:off x="6413771" y="2017343"/>
          <a:ext cx="4645152" cy="344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3491124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83</TotalTime>
  <Words>2939</Words>
  <Application>Microsoft Office PowerPoint</Application>
  <PresentationFormat>Широкий екран</PresentationFormat>
  <Paragraphs>317</Paragraphs>
  <Slides>57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57</vt:i4>
      </vt:variant>
    </vt:vector>
  </HeadingPairs>
  <TitlesOfParts>
    <vt:vector size="61" baseType="lpstr">
      <vt:lpstr>Arial</vt:lpstr>
      <vt:lpstr>Century Gothic</vt:lpstr>
      <vt:lpstr>Gill Sans MT</vt:lpstr>
      <vt:lpstr>Галерея</vt:lpstr>
      <vt:lpstr>Україна в умовах десталінізації</vt:lpstr>
      <vt:lpstr>Установіть послідовність створення радянських агітаційних плакатів.</vt:lpstr>
      <vt:lpstr>Установіть відповідність між назвами періодів в історії України та поняттями й термінами, які потрібно використовувати, характеризуючи їх.</vt:lpstr>
      <vt:lpstr>Установіть послідовність створення радянських агітаційних плакатів</vt:lpstr>
      <vt:lpstr>Установіть послідовність створення радянських агітаційних плакатів.</vt:lpstr>
      <vt:lpstr>Політика</vt:lpstr>
      <vt:lpstr>Які твердження відповідають політиці зображеного на фото діяча?</vt:lpstr>
      <vt:lpstr>Установіть відповідність між подією суспільно-політичного життя другої половини ХХ ст. та роком, коли вона відбулася.</vt:lpstr>
      <vt:lpstr>Українську робітничо-селянську спілку (УРСС) створено за ініціативи</vt:lpstr>
      <vt:lpstr>Який процес був характерний для духовного життя в Україні в період політичної та економічної лібералізації суспільства (1953-1964 рр.)?</vt:lpstr>
      <vt:lpstr>Яке з поданих нижче тверджень є правильним?</vt:lpstr>
      <vt:lpstr>У якому році практику масових репресій у Радянському Союзі було офіційно засуджено як прояв «культу особи Й. Сталіна»?</vt:lpstr>
      <vt:lpstr>Що було однією зі складових політики десталінізації (1953—1964 рр.)?</vt:lpstr>
      <vt:lpstr>Практика «політичної реабілітації» вперше увійшла в життя радянського суспільства в період</vt:lpstr>
      <vt:lpstr>Установіть відповідність між поняттями, що використовують для характеристики періоду політичної та економічної лібералізації суспільства (1953–1964 рр.), та їхніми відображеннями в уривках з історичних джерел.</vt:lpstr>
      <vt:lpstr>Укажіть прізвище лідера</vt:lpstr>
      <vt:lpstr>Установіть послідовність включення до складу Української РСР вказаних історико-географічних регіонів.</vt:lpstr>
      <vt:lpstr>Які поняття та терміни потрібно використовувати, характеризуючи суспільне життя України в другій половині 1950 — першій половині 1960-х рр.?</vt:lpstr>
      <vt:lpstr>Факти з життя якого українського суспільно-політичного діяча подано нижче?</vt:lpstr>
      <vt:lpstr>Установіть відповідність між поняттями та їхнім основним змістом.</vt:lpstr>
      <vt:lpstr>Що стало одним з наслідків ухвалення рішення, опублікованого в одному з офіційних видань СРСР?</vt:lpstr>
      <vt:lpstr>У 1957 р. Центральне розвідувальне управління США </vt:lpstr>
      <vt:lpstr>Економіка та господарство</vt:lpstr>
      <vt:lpstr>«Космічну еру» в історії людства започатковано</vt:lpstr>
      <vt:lpstr>Що було характерним для економічного розвитку УРСР наприкінці 1950-х - у першій половині 1960-х рр.?</vt:lpstr>
      <vt:lpstr>Установіть послідовність суспільно-політичних подій другої половини XX ст.</vt:lpstr>
      <vt:lpstr>З якою метою партійно-радянське керівництво СРСР і УРСР наприкінці 1950 — на початку 1960-х рр. розповсюджувало зображений плакат?</vt:lpstr>
      <vt:lpstr>Укажіть три «надпрограми» М. Хрущова.</vt:lpstr>
      <vt:lpstr>За якого керівника СРСР започатковано процес, відображений на малюнку з радянського журналу?</vt:lpstr>
      <vt:lpstr>Коли відбувалися події, описані в уривку з історичного джерела</vt:lpstr>
      <vt:lpstr>Про розширення економічної самостійності УРСР наприкінці 1950 — у першій половині 1960-х рр. свідчить</vt:lpstr>
      <vt:lpstr>Які з указаних нижче заходів партійно-державного керівництва в 1950 – середині 1960-х років вплинули на життєвий рівень населення України?</vt:lpstr>
      <vt:lpstr>Зображена карикатура є пропагандистською складовою кампанії з реалізації</vt:lpstr>
      <vt:lpstr>До компетенції органів влади Української РСР у період «відлиги» були передані питання</vt:lpstr>
      <vt:lpstr>Нагрудні значки, зображені на фото, створювали з метою відзначення працівників за успіхи у виконанні завдань</vt:lpstr>
      <vt:lpstr>«Раднаргоспи», створені в УРСР у 1957 р., — це</vt:lpstr>
      <vt:lpstr>На карикатурі з радянського сатиричного журналу акцентовано увагу на перевагах однієї з реформ періоду</vt:lpstr>
      <vt:lpstr>Створення раднаргоспів у другій половині 1950 - першій половині 1960-х рр. призвело до</vt:lpstr>
      <vt:lpstr>Яка зміна в економічному розвитку України</vt:lpstr>
      <vt:lpstr>Що з радянської дійсності 1960-х рр. відображає карикатура?</vt:lpstr>
      <vt:lpstr>Вжиті партійно-радянським керівництвом УРСР заходи було спрямовано на</vt:lpstr>
      <vt:lpstr>Який захід партійно-радянського керівництва СРСР і УРСР в 1950 — середині 1960-х рр. вплинув на життєвий рівень населення України?</vt:lpstr>
      <vt:lpstr>Чи відображено в уривках з історичних джерел окремі аспекти життя українського суспільства в період десталінізації (1953–1964 рр.)?</vt:lpstr>
      <vt:lpstr>Запровадження в 1957 р. в Українській РСР системи раднаргоспів призвело до</vt:lpstr>
      <vt:lpstr>КУльтура</vt:lpstr>
      <vt:lpstr>Процес лібералізації суспільно-політичного життя в СРСР у період «відлиги»</vt:lpstr>
      <vt:lpstr>Наприкінці 1950-х рр. у СРСР розпочалася реформа шкільної освіти</vt:lpstr>
      <vt:lpstr>Кого з митців стосується цитований нижче документ?</vt:lpstr>
      <vt:lpstr>Що зумовило появу в Українській РСР покоління митців, яке увійшло в історію під назвою «шістдесятники»?</vt:lpstr>
      <vt:lpstr>Укажіть один з осередків шістдесятників в Україні.</vt:lpstr>
      <vt:lpstr>Укажіть прізвища «шістдесятників» в українській літературі:</vt:lpstr>
      <vt:lpstr>Це уривок із книги</vt:lpstr>
      <vt:lpstr>Які з наведених фактів творчої біографії належать Василю Симоненку?</vt:lpstr>
      <vt:lpstr>Установіть відповідність між прізвищем діяча та сферою його діяльності.</vt:lpstr>
      <vt:lpstr>Хто є автором цитованого документа</vt:lpstr>
      <vt:lpstr>Виникнення в Україні руху «шістдесятників» зумовлено</vt:lpstr>
      <vt:lpstr>Що було притаманне духовному життю України в період десталінізації (1953–1964 рр.)?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5</cp:revision>
  <dcterms:created xsi:type="dcterms:W3CDTF">2025-03-16T14:55:56Z</dcterms:created>
  <dcterms:modified xsi:type="dcterms:W3CDTF">2025-03-23T11:24:22Z</dcterms:modified>
</cp:coreProperties>
</file>