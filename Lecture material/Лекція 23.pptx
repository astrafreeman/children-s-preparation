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8" r:id="rId1"/>
  </p:sldMasterIdLst>
  <p:sldIdLst>
    <p:sldId id="256" r:id="rId2"/>
    <p:sldId id="298" r:id="rId3"/>
    <p:sldId id="258" r:id="rId4"/>
    <p:sldId id="257" r:id="rId5"/>
    <p:sldId id="266" r:id="rId6"/>
    <p:sldId id="291" r:id="rId7"/>
    <p:sldId id="269" r:id="rId8"/>
    <p:sldId id="274" r:id="rId9"/>
    <p:sldId id="275" r:id="rId10"/>
    <p:sldId id="288" r:id="rId11"/>
    <p:sldId id="281" r:id="rId12"/>
    <p:sldId id="296" r:id="rId13"/>
    <p:sldId id="297" r:id="rId14"/>
    <p:sldId id="285" r:id="rId15"/>
    <p:sldId id="260" r:id="rId16"/>
    <p:sldId id="273" r:id="rId17"/>
    <p:sldId id="299" r:id="rId18"/>
    <p:sldId id="259" r:id="rId19"/>
    <p:sldId id="261" r:id="rId20"/>
    <p:sldId id="262" r:id="rId21"/>
    <p:sldId id="276" r:id="rId22"/>
    <p:sldId id="280" r:id="rId23"/>
    <p:sldId id="289" r:id="rId24"/>
    <p:sldId id="283" r:id="rId25"/>
    <p:sldId id="265" r:id="rId26"/>
    <p:sldId id="286" r:id="rId27"/>
    <p:sldId id="263" r:id="rId28"/>
    <p:sldId id="292" r:id="rId29"/>
    <p:sldId id="293" r:id="rId30"/>
    <p:sldId id="294" r:id="rId31"/>
    <p:sldId id="295" r:id="rId32"/>
    <p:sldId id="287" r:id="rId33"/>
    <p:sldId id="277" r:id="rId34"/>
    <p:sldId id="264" r:id="rId35"/>
    <p:sldId id="300" r:id="rId36"/>
    <p:sldId id="267" r:id="rId37"/>
    <p:sldId id="268" r:id="rId38"/>
    <p:sldId id="270" r:id="rId39"/>
    <p:sldId id="290" r:id="rId40"/>
    <p:sldId id="284" r:id="rId41"/>
    <p:sldId id="271" r:id="rId42"/>
    <p:sldId id="272" r:id="rId43"/>
    <p:sldId id="278" r:id="rId44"/>
    <p:sldId id="282" r:id="rId45"/>
    <p:sldId id="279"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озділ за замовчуванням" id="{4562B84F-CF9F-40B3-A2B4-D41940486A91}">
          <p14:sldIdLst>
            <p14:sldId id="256"/>
            <p14:sldId id="298"/>
          </p14:sldIdLst>
        </p14:section>
        <p14:section name="Особистості" id="{D025FC06-9CE1-41E1-B736-3B2B95097961}">
          <p14:sldIdLst>
            <p14:sldId id="258"/>
            <p14:sldId id="257"/>
            <p14:sldId id="266"/>
            <p14:sldId id="291"/>
            <p14:sldId id="269"/>
            <p14:sldId id="274"/>
            <p14:sldId id="275"/>
            <p14:sldId id="288"/>
            <p14:sldId id="281"/>
            <p14:sldId id="296"/>
            <p14:sldId id="297"/>
            <p14:sldId id="285"/>
          </p14:sldIdLst>
        </p14:section>
        <p14:section name="НЕП в проявах" id="{A1276A2C-27FF-4BFC-9346-2845BEA5CE4A}">
          <p14:sldIdLst>
            <p14:sldId id="260"/>
            <p14:sldId id="273"/>
            <p14:sldId id="299"/>
            <p14:sldId id="259"/>
            <p14:sldId id="261"/>
            <p14:sldId id="262"/>
            <p14:sldId id="276"/>
            <p14:sldId id="280"/>
            <p14:sldId id="289"/>
            <p14:sldId id="283"/>
            <p14:sldId id="265"/>
            <p14:sldId id="286"/>
            <p14:sldId id="263"/>
            <p14:sldId id="292"/>
            <p14:sldId id="293"/>
            <p14:sldId id="294"/>
            <p14:sldId id="295"/>
            <p14:sldId id="287"/>
            <p14:sldId id="277"/>
            <p14:sldId id="264"/>
            <p14:sldId id="300"/>
            <p14:sldId id="267"/>
            <p14:sldId id="268"/>
            <p14:sldId id="270"/>
            <p14:sldId id="290"/>
            <p14:sldId id="284"/>
            <p14:sldId id="271"/>
            <p14:sldId id="272"/>
            <p14:sldId id="278"/>
            <p14:sldId id="282"/>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1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accent1_1">
  <dgm:title val=""/>
  <dgm:desc val=""/>
  <dgm:catLst>
    <dgm:cat type="accent1" pri="11100"/>
  </dgm:catLst>
  <dgm:styleLbl name="node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1">
        <a:shade val="80000"/>
      </a:schemeClr>
    </dgm:linClrLst>
    <dgm:effectClrLst/>
    <dgm:txLinClrLst/>
    <dgm:txFillClrLst/>
    <dgm:txEffectClrLst/>
  </dgm:styleLbl>
  <dgm:styleLbl name="node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f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align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bgImgPlace1">
    <dgm:fillClrLst meth="repeat">
      <a:schemeClr val="accent1">
        <a:tint val="40000"/>
      </a:schemeClr>
    </dgm:fillClrLst>
    <dgm:linClrLst meth="repeat">
      <a:schemeClr val="accent1">
        <a:shade val="80000"/>
      </a:schemeClr>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meth="repeat">
      <a:schemeClr val="dk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1">
        <a:shade val="80000"/>
      </a:schemeClr>
    </dgm:linClrLst>
    <dgm:effectClrLst/>
    <dgm:txLinClrLst/>
    <dgm:txFillClrLst meth="repeat">
      <a:schemeClr val="dk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dgm:txEffectClrLst/>
  </dgm:styleLbl>
  <dgm:styleLbl name="parChTrans2D2">
    <dgm:fillClrLst meth="repeat">
      <a:schemeClr val="accent1"/>
    </dgm:fillClrLst>
    <dgm:linClrLst meth="repeat">
      <a:schemeClr val="accent1"/>
    </dgm:linClrLst>
    <dgm:effectClrLst/>
    <dgm:txLinClrLst/>
    <dgm:txFillClrLst/>
    <dgm:txEffectClrLst/>
  </dgm:styleLbl>
  <dgm:styleLbl name="parChTrans2D3">
    <dgm:fillClrLst meth="repeat">
      <a:schemeClr val="accent1"/>
    </dgm:fillClrLst>
    <dgm:linClrLst meth="repeat">
      <a:schemeClr val="accent1"/>
    </dgm:linClrLst>
    <dgm:effectClrLst/>
    <dgm:txLinClrLst/>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conF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align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trAlignAcc1">
    <dgm:fillClrLst meth="repeat">
      <a:schemeClr val="accent1">
        <a:alpha val="40000"/>
        <a:tint val="40000"/>
      </a:schemeClr>
    </dgm:fillClrLst>
    <dgm:linClrLst meth="repeat">
      <a:schemeClr val="accent1"/>
    </dgm:linClrLst>
    <dgm:effectClrLst/>
    <dgm:txLinClrLst/>
    <dgm:txFillClrLst meth="repeat">
      <a:schemeClr val="dk1"/>
    </dgm:txFillClrLst>
    <dgm:txEffectClrLst/>
  </dgm:styleLbl>
  <dgm:styleLbl name="bgAcc1">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1">
        <a:alpha val="90000"/>
      </a:schemeClr>
    </dgm:linClrLst>
    <dgm:effectClrLst/>
    <dgm:txLinClrLst/>
    <dgm:txFillClrLst meth="repeat">
      <a:schemeClr val="dk1"/>
    </dgm:txFillClrLst>
    <dgm:txEffectClrLst/>
  </dgm:styleLbl>
  <dgm:styleLbl name="fgAcc0">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2">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3">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fgAcc4">
    <dgm:fillClrLst meth="repeat">
      <a:schemeClr val="accent1">
        <a:alpha val="90000"/>
        <a:tint val="4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3C3D57-0710-46CB-B174-0A90DCB500D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AE95A468-70F4-4EFB-A054-94A1C0D56BED}">
      <dgm:prSet/>
      <dgm:spPr/>
      <dgm:t>
        <a:bodyPr/>
        <a:lstStyle/>
        <a:p>
          <a:r>
            <a:rPr lang="uk-UA" b="0" i="0"/>
            <a:t>«воєнного комунізму».</a:t>
          </a:r>
          <a:endParaRPr lang="uk-UA"/>
        </a:p>
      </dgm:t>
    </dgm:pt>
    <dgm:pt modelId="{1EFE3EB3-D3A0-4B7D-8627-705898D5B420}" type="parTrans" cxnId="{651C1E5F-7ECF-4B73-966B-0AB7F4450360}">
      <dgm:prSet/>
      <dgm:spPr/>
      <dgm:t>
        <a:bodyPr/>
        <a:lstStyle/>
        <a:p>
          <a:endParaRPr lang="uk-UA"/>
        </a:p>
      </dgm:t>
    </dgm:pt>
    <dgm:pt modelId="{ADE7E6F4-CAB9-4AA5-B8AB-10DA1772F0F1}" type="sibTrans" cxnId="{651C1E5F-7ECF-4B73-966B-0AB7F4450360}">
      <dgm:prSet/>
      <dgm:spPr/>
      <dgm:t>
        <a:bodyPr/>
        <a:lstStyle/>
        <a:p>
          <a:endParaRPr lang="uk-UA"/>
        </a:p>
      </dgm:t>
    </dgm:pt>
    <dgm:pt modelId="{F73AA914-A119-4159-9C2A-DCC7C932AD25}">
      <dgm:prSet/>
      <dgm:spPr/>
      <dgm:t>
        <a:bodyPr/>
        <a:lstStyle/>
        <a:p>
          <a:r>
            <a:rPr lang="uk-UA" b="0" i="0"/>
            <a:t>форсованої індустріалізації.</a:t>
          </a:r>
          <a:endParaRPr lang="uk-UA"/>
        </a:p>
      </dgm:t>
    </dgm:pt>
    <dgm:pt modelId="{04F946EE-D2A6-42A4-AC9A-AEB4D77D0451}" type="parTrans" cxnId="{426EB9D6-331A-4382-88BC-199C8A8D651D}">
      <dgm:prSet/>
      <dgm:spPr/>
      <dgm:t>
        <a:bodyPr/>
        <a:lstStyle/>
        <a:p>
          <a:endParaRPr lang="uk-UA"/>
        </a:p>
      </dgm:t>
    </dgm:pt>
    <dgm:pt modelId="{31E7F502-3B19-4139-8A63-27DC6F89F966}" type="sibTrans" cxnId="{426EB9D6-331A-4382-88BC-199C8A8D651D}">
      <dgm:prSet/>
      <dgm:spPr/>
      <dgm:t>
        <a:bodyPr/>
        <a:lstStyle/>
        <a:p>
          <a:endParaRPr lang="uk-UA"/>
        </a:p>
      </dgm:t>
    </dgm:pt>
    <dgm:pt modelId="{C70DA848-CAA9-416D-A753-FA46FCEA3298}">
      <dgm:prSet/>
      <dgm:spPr/>
      <dgm:t>
        <a:bodyPr/>
        <a:lstStyle/>
        <a:p>
          <a:r>
            <a:rPr lang="uk-UA" b="0" i="0"/>
            <a:t>суцільної колективізації.</a:t>
          </a:r>
          <a:endParaRPr lang="uk-UA"/>
        </a:p>
      </dgm:t>
    </dgm:pt>
    <dgm:pt modelId="{B20E8781-BA4D-4C8C-993A-B2E4188345B2}" type="parTrans" cxnId="{394C8B31-7032-44D5-9E54-20813CA99F32}">
      <dgm:prSet/>
      <dgm:spPr/>
      <dgm:t>
        <a:bodyPr/>
        <a:lstStyle/>
        <a:p>
          <a:endParaRPr lang="uk-UA"/>
        </a:p>
      </dgm:t>
    </dgm:pt>
    <dgm:pt modelId="{3F5F2F22-9F55-484A-929B-8C80967A4F1E}" type="sibTrans" cxnId="{394C8B31-7032-44D5-9E54-20813CA99F32}">
      <dgm:prSet/>
      <dgm:spPr/>
      <dgm:t>
        <a:bodyPr/>
        <a:lstStyle/>
        <a:p>
          <a:endParaRPr lang="uk-UA"/>
        </a:p>
      </dgm:t>
    </dgm:pt>
    <dgm:pt modelId="{AEA66671-3577-4307-822D-3BC8969B4E89}">
      <dgm:prSet/>
      <dgm:spPr/>
      <dgm:t>
        <a:bodyPr/>
        <a:lstStyle/>
        <a:p>
          <a:r>
            <a:rPr lang="uk-UA" b="0" i="0"/>
            <a:t>«коренізації».</a:t>
          </a:r>
          <a:endParaRPr lang="uk-UA"/>
        </a:p>
      </dgm:t>
    </dgm:pt>
    <dgm:pt modelId="{5D41083C-042C-443B-9CE9-1A0888F5A825}" type="parTrans" cxnId="{2E7BFD3D-88E1-4537-848D-05FC8ADE38D3}">
      <dgm:prSet/>
      <dgm:spPr/>
      <dgm:t>
        <a:bodyPr/>
        <a:lstStyle/>
        <a:p>
          <a:endParaRPr lang="uk-UA"/>
        </a:p>
      </dgm:t>
    </dgm:pt>
    <dgm:pt modelId="{E52C5FD2-3A01-4E1D-B1AD-B54696EC61A7}" type="sibTrans" cxnId="{2E7BFD3D-88E1-4537-848D-05FC8ADE38D3}">
      <dgm:prSet/>
      <dgm:spPr/>
      <dgm:t>
        <a:bodyPr/>
        <a:lstStyle/>
        <a:p>
          <a:endParaRPr lang="uk-UA"/>
        </a:p>
      </dgm:t>
    </dgm:pt>
    <dgm:pt modelId="{99BE9D8B-F553-46C0-9D17-6488DA8B3301}" type="pres">
      <dgm:prSet presAssocID="{743C3D57-0710-46CB-B174-0A90DCB500D2}" presName="linear" presStyleCnt="0">
        <dgm:presLayoutVars>
          <dgm:animLvl val="lvl"/>
          <dgm:resizeHandles val="exact"/>
        </dgm:presLayoutVars>
      </dgm:prSet>
      <dgm:spPr/>
    </dgm:pt>
    <dgm:pt modelId="{D4DC2E08-E9F4-4FA3-A8A6-97EF8137204F}" type="pres">
      <dgm:prSet presAssocID="{AE95A468-70F4-4EFB-A054-94A1C0D56BED}" presName="parentText" presStyleLbl="node1" presStyleIdx="0" presStyleCnt="4">
        <dgm:presLayoutVars>
          <dgm:chMax val="0"/>
          <dgm:bulletEnabled val="1"/>
        </dgm:presLayoutVars>
      </dgm:prSet>
      <dgm:spPr/>
    </dgm:pt>
    <dgm:pt modelId="{5DED2905-D612-4EE3-B2C3-650DFA98F17D}" type="pres">
      <dgm:prSet presAssocID="{ADE7E6F4-CAB9-4AA5-B8AB-10DA1772F0F1}" presName="spacer" presStyleCnt="0"/>
      <dgm:spPr/>
    </dgm:pt>
    <dgm:pt modelId="{215F3B7A-1F15-49E6-B5CF-B71E318D65B6}" type="pres">
      <dgm:prSet presAssocID="{F73AA914-A119-4159-9C2A-DCC7C932AD25}" presName="parentText" presStyleLbl="node1" presStyleIdx="1" presStyleCnt="4">
        <dgm:presLayoutVars>
          <dgm:chMax val="0"/>
          <dgm:bulletEnabled val="1"/>
        </dgm:presLayoutVars>
      </dgm:prSet>
      <dgm:spPr/>
    </dgm:pt>
    <dgm:pt modelId="{A6A2F284-C51E-415F-AA32-187758AACF46}" type="pres">
      <dgm:prSet presAssocID="{31E7F502-3B19-4139-8A63-27DC6F89F966}" presName="spacer" presStyleCnt="0"/>
      <dgm:spPr/>
    </dgm:pt>
    <dgm:pt modelId="{841E5E78-0CD1-4661-9A17-0289882E87E4}" type="pres">
      <dgm:prSet presAssocID="{C70DA848-CAA9-416D-A753-FA46FCEA3298}" presName="parentText" presStyleLbl="node1" presStyleIdx="2" presStyleCnt="4">
        <dgm:presLayoutVars>
          <dgm:chMax val="0"/>
          <dgm:bulletEnabled val="1"/>
        </dgm:presLayoutVars>
      </dgm:prSet>
      <dgm:spPr/>
    </dgm:pt>
    <dgm:pt modelId="{4BBA67A4-79A4-4988-8B97-5D92FFCAE885}" type="pres">
      <dgm:prSet presAssocID="{3F5F2F22-9F55-484A-929B-8C80967A4F1E}" presName="spacer" presStyleCnt="0"/>
      <dgm:spPr/>
    </dgm:pt>
    <dgm:pt modelId="{BE734726-F072-43E7-A834-6E6B39029AE4}" type="pres">
      <dgm:prSet presAssocID="{AEA66671-3577-4307-822D-3BC8969B4E89}" presName="parentText" presStyleLbl="node1" presStyleIdx="3" presStyleCnt="4">
        <dgm:presLayoutVars>
          <dgm:chMax val="0"/>
          <dgm:bulletEnabled val="1"/>
        </dgm:presLayoutVars>
      </dgm:prSet>
      <dgm:spPr/>
    </dgm:pt>
  </dgm:ptLst>
  <dgm:cxnLst>
    <dgm:cxn modelId="{394C8B31-7032-44D5-9E54-20813CA99F32}" srcId="{743C3D57-0710-46CB-B174-0A90DCB500D2}" destId="{C70DA848-CAA9-416D-A753-FA46FCEA3298}" srcOrd="2" destOrd="0" parTransId="{B20E8781-BA4D-4C8C-993A-B2E4188345B2}" sibTransId="{3F5F2F22-9F55-484A-929B-8C80967A4F1E}"/>
    <dgm:cxn modelId="{2E7BFD3D-88E1-4537-848D-05FC8ADE38D3}" srcId="{743C3D57-0710-46CB-B174-0A90DCB500D2}" destId="{AEA66671-3577-4307-822D-3BC8969B4E89}" srcOrd="3" destOrd="0" parTransId="{5D41083C-042C-443B-9CE9-1A0888F5A825}" sibTransId="{E52C5FD2-3A01-4E1D-B1AD-B54696EC61A7}"/>
    <dgm:cxn modelId="{651C1E5F-7ECF-4B73-966B-0AB7F4450360}" srcId="{743C3D57-0710-46CB-B174-0A90DCB500D2}" destId="{AE95A468-70F4-4EFB-A054-94A1C0D56BED}" srcOrd="0" destOrd="0" parTransId="{1EFE3EB3-D3A0-4B7D-8627-705898D5B420}" sibTransId="{ADE7E6F4-CAB9-4AA5-B8AB-10DA1772F0F1}"/>
    <dgm:cxn modelId="{62225046-64F4-4563-994D-CA8FE8E7568B}" type="presOf" srcId="{F73AA914-A119-4159-9C2A-DCC7C932AD25}" destId="{215F3B7A-1F15-49E6-B5CF-B71E318D65B6}" srcOrd="0" destOrd="0" presId="urn:microsoft.com/office/officeart/2005/8/layout/vList2"/>
    <dgm:cxn modelId="{E90E6E48-98CC-4AF9-B274-0C5AD2DC0D5A}" type="presOf" srcId="{C70DA848-CAA9-416D-A753-FA46FCEA3298}" destId="{841E5E78-0CD1-4661-9A17-0289882E87E4}" srcOrd="0" destOrd="0" presId="urn:microsoft.com/office/officeart/2005/8/layout/vList2"/>
    <dgm:cxn modelId="{2BC6638F-E19A-4A6B-8624-B80DBE8DC34F}" type="presOf" srcId="{AE95A468-70F4-4EFB-A054-94A1C0D56BED}" destId="{D4DC2E08-E9F4-4FA3-A8A6-97EF8137204F}" srcOrd="0" destOrd="0" presId="urn:microsoft.com/office/officeart/2005/8/layout/vList2"/>
    <dgm:cxn modelId="{426EB9D6-331A-4382-88BC-199C8A8D651D}" srcId="{743C3D57-0710-46CB-B174-0A90DCB500D2}" destId="{F73AA914-A119-4159-9C2A-DCC7C932AD25}" srcOrd="1" destOrd="0" parTransId="{04F946EE-D2A6-42A4-AC9A-AEB4D77D0451}" sibTransId="{31E7F502-3B19-4139-8A63-27DC6F89F966}"/>
    <dgm:cxn modelId="{BD3498FC-6300-44E6-9AA6-0E4B74EEFF44}" type="presOf" srcId="{AEA66671-3577-4307-822D-3BC8969B4E89}" destId="{BE734726-F072-43E7-A834-6E6B39029AE4}" srcOrd="0" destOrd="0" presId="urn:microsoft.com/office/officeart/2005/8/layout/vList2"/>
    <dgm:cxn modelId="{6ECB27FF-649F-416B-ADE7-0DE2F7F4FB0C}" type="presOf" srcId="{743C3D57-0710-46CB-B174-0A90DCB500D2}" destId="{99BE9D8B-F553-46C0-9D17-6488DA8B3301}" srcOrd="0" destOrd="0" presId="urn:microsoft.com/office/officeart/2005/8/layout/vList2"/>
    <dgm:cxn modelId="{B0FC4A8A-8B02-43DA-8843-43235611C4EE}" type="presParOf" srcId="{99BE9D8B-F553-46C0-9D17-6488DA8B3301}" destId="{D4DC2E08-E9F4-4FA3-A8A6-97EF8137204F}" srcOrd="0" destOrd="0" presId="urn:microsoft.com/office/officeart/2005/8/layout/vList2"/>
    <dgm:cxn modelId="{3054D32B-A4D9-4978-8A53-892AA2224B6C}" type="presParOf" srcId="{99BE9D8B-F553-46C0-9D17-6488DA8B3301}" destId="{5DED2905-D612-4EE3-B2C3-650DFA98F17D}" srcOrd="1" destOrd="0" presId="urn:microsoft.com/office/officeart/2005/8/layout/vList2"/>
    <dgm:cxn modelId="{39A2EAD8-51F9-4761-863D-CBA5ADF00AC4}" type="presParOf" srcId="{99BE9D8B-F553-46C0-9D17-6488DA8B3301}" destId="{215F3B7A-1F15-49E6-B5CF-B71E318D65B6}" srcOrd="2" destOrd="0" presId="urn:microsoft.com/office/officeart/2005/8/layout/vList2"/>
    <dgm:cxn modelId="{830868A3-13B4-4AAB-BA52-969DE3FFEFFB}" type="presParOf" srcId="{99BE9D8B-F553-46C0-9D17-6488DA8B3301}" destId="{A6A2F284-C51E-415F-AA32-187758AACF46}" srcOrd="3" destOrd="0" presId="urn:microsoft.com/office/officeart/2005/8/layout/vList2"/>
    <dgm:cxn modelId="{ADB43F25-99B4-4D30-A7AF-F12CE83635B3}" type="presParOf" srcId="{99BE9D8B-F553-46C0-9D17-6488DA8B3301}" destId="{841E5E78-0CD1-4661-9A17-0289882E87E4}" srcOrd="4" destOrd="0" presId="urn:microsoft.com/office/officeart/2005/8/layout/vList2"/>
    <dgm:cxn modelId="{9490610C-BB4E-47A7-937F-F3E8FEC28374}" type="presParOf" srcId="{99BE9D8B-F553-46C0-9D17-6488DA8B3301}" destId="{4BBA67A4-79A4-4988-8B97-5D92FFCAE885}" srcOrd="5" destOrd="0" presId="urn:microsoft.com/office/officeart/2005/8/layout/vList2"/>
    <dgm:cxn modelId="{26D1B616-8CAE-43DF-B418-933C15D1B943}" type="presParOf" srcId="{99BE9D8B-F553-46C0-9D17-6488DA8B3301}" destId="{BE734726-F072-43E7-A834-6E6B39029AE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CD46FD8-17E9-43D9-90B8-AF3BDEF68DF3}"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E95F3AE8-4693-4AEB-9D6E-AD61FFCCD161}">
      <dgm:prSet/>
      <dgm:spPr/>
      <dgm:t>
        <a:bodyPr/>
        <a:lstStyle/>
        <a:p>
          <a:r>
            <a:rPr lang="ru-RU" b="0" i="0"/>
            <a:t>М. Волобуєв</a:t>
          </a:r>
          <a:endParaRPr lang="uk-UA"/>
        </a:p>
      </dgm:t>
    </dgm:pt>
    <dgm:pt modelId="{F3188446-FCB7-4F36-B08A-7D26253B4C98}" type="parTrans" cxnId="{4C99282B-E5C2-4A54-A021-2EE0D539E06E}">
      <dgm:prSet/>
      <dgm:spPr/>
      <dgm:t>
        <a:bodyPr/>
        <a:lstStyle/>
        <a:p>
          <a:endParaRPr lang="uk-UA"/>
        </a:p>
      </dgm:t>
    </dgm:pt>
    <dgm:pt modelId="{BD3A5EA7-83EC-49F7-9FAD-A509B1F116E8}" type="sibTrans" cxnId="{4C99282B-E5C2-4A54-A021-2EE0D539E06E}">
      <dgm:prSet/>
      <dgm:spPr/>
      <dgm:t>
        <a:bodyPr/>
        <a:lstStyle/>
        <a:p>
          <a:endParaRPr lang="uk-UA"/>
        </a:p>
      </dgm:t>
    </dgm:pt>
    <dgm:pt modelId="{193CDBFE-BD84-46FE-B703-BE810E2C0511}">
      <dgm:prSet/>
      <dgm:spPr/>
      <dgm:t>
        <a:bodyPr/>
        <a:lstStyle/>
        <a:p>
          <a:r>
            <a:rPr lang="ru-RU" b="0" i="0"/>
            <a:t>Л. Курбас</a:t>
          </a:r>
          <a:endParaRPr lang="uk-UA"/>
        </a:p>
      </dgm:t>
    </dgm:pt>
    <dgm:pt modelId="{2FA10B5C-B6E0-45D7-A306-649395A1970D}" type="parTrans" cxnId="{D598C613-927C-451B-820D-9F7D18C9C92A}">
      <dgm:prSet/>
      <dgm:spPr/>
      <dgm:t>
        <a:bodyPr/>
        <a:lstStyle/>
        <a:p>
          <a:endParaRPr lang="uk-UA"/>
        </a:p>
      </dgm:t>
    </dgm:pt>
    <dgm:pt modelId="{2D976E3B-3686-4DB8-9000-B2E67AD8BAB7}" type="sibTrans" cxnId="{D598C613-927C-451B-820D-9F7D18C9C92A}">
      <dgm:prSet/>
      <dgm:spPr/>
      <dgm:t>
        <a:bodyPr/>
        <a:lstStyle/>
        <a:p>
          <a:endParaRPr lang="uk-UA"/>
        </a:p>
      </dgm:t>
    </dgm:pt>
    <dgm:pt modelId="{50DB329D-7E11-453B-AA4D-4EC1BE6E9A7C}">
      <dgm:prSet/>
      <dgm:spPr/>
      <dgm:t>
        <a:bodyPr/>
        <a:lstStyle/>
        <a:p>
          <a:r>
            <a:rPr lang="ru-RU" b="0" i="0"/>
            <a:t>О. Шумський</a:t>
          </a:r>
          <a:endParaRPr lang="uk-UA"/>
        </a:p>
      </dgm:t>
    </dgm:pt>
    <dgm:pt modelId="{67116473-2EAC-4D0F-AFB7-34873D8E7B39}" type="parTrans" cxnId="{856BF5BE-D986-4BBD-A833-4839E39194B6}">
      <dgm:prSet/>
      <dgm:spPr/>
      <dgm:t>
        <a:bodyPr/>
        <a:lstStyle/>
        <a:p>
          <a:endParaRPr lang="uk-UA"/>
        </a:p>
      </dgm:t>
    </dgm:pt>
    <dgm:pt modelId="{F762806D-FE7C-43F2-A765-4E39EA4666C8}" type="sibTrans" cxnId="{856BF5BE-D986-4BBD-A833-4839E39194B6}">
      <dgm:prSet/>
      <dgm:spPr/>
      <dgm:t>
        <a:bodyPr/>
        <a:lstStyle/>
        <a:p>
          <a:endParaRPr lang="uk-UA"/>
        </a:p>
      </dgm:t>
    </dgm:pt>
    <dgm:pt modelId="{0B751F4A-DC00-42DF-8519-E98094DE4BAD}">
      <dgm:prSet/>
      <dgm:spPr/>
      <dgm:t>
        <a:bodyPr/>
        <a:lstStyle/>
        <a:p>
          <a:r>
            <a:rPr lang="ru-RU" b="0" i="0"/>
            <a:t>В. Липківський</a:t>
          </a:r>
          <a:endParaRPr lang="uk-UA"/>
        </a:p>
      </dgm:t>
    </dgm:pt>
    <dgm:pt modelId="{80710EF4-B825-4F4A-9237-1450D5CE411E}" type="parTrans" cxnId="{166EADC3-0A3F-48F7-B7EE-E8147D6A5E47}">
      <dgm:prSet/>
      <dgm:spPr/>
      <dgm:t>
        <a:bodyPr/>
        <a:lstStyle/>
        <a:p>
          <a:endParaRPr lang="uk-UA"/>
        </a:p>
      </dgm:t>
    </dgm:pt>
    <dgm:pt modelId="{5262A472-5688-4CD0-B1F2-B69C5F8A9F12}" type="sibTrans" cxnId="{166EADC3-0A3F-48F7-B7EE-E8147D6A5E47}">
      <dgm:prSet/>
      <dgm:spPr/>
      <dgm:t>
        <a:bodyPr/>
        <a:lstStyle/>
        <a:p>
          <a:endParaRPr lang="uk-UA"/>
        </a:p>
      </dgm:t>
    </dgm:pt>
    <dgm:pt modelId="{B73CBAAE-87F7-475A-81A0-BD949D6E685D}" type="pres">
      <dgm:prSet presAssocID="{5CD46FD8-17E9-43D9-90B8-AF3BDEF68DF3}" presName="linearFlow" presStyleCnt="0">
        <dgm:presLayoutVars>
          <dgm:dir/>
          <dgm:resizeHandles val="exact"/>
        </dgm:presLayoutVars>
      </dgm:prSet>
      <dgm:spPr/>
    </dgm:pt>
    <dgm:pt modelId="{361C93DC-D38F-46A5-96C3-840CA38D2B83}" type="pres">
      <dgm:prSet presAssocID="{E95F3AE8-4693-4AEB-9D6E-AD61FFCCD161}" presName="composite" presStyleCnt="0"/>
      <dgm:spPr/>
    </dgm:pt>
    <dgm:pt modelId="{37862695-8BA0-4E48-8663-4D53DA471D0A}" type="pres">
      <dgm:prSet presAssocID="{E95F3AE8-4693-4AEB-9D6E-AD61FFCCD161}" presName="imgShp" presStyleLbl="fgImgPlace1" presStyleIdx="0" presStyleCnt="4"/>
      <dgm:spPr/>
    </dgm:pt>
    <dgm:pt modelId="{B93A43C9-7C5C-4FCC-B7B2-AB4271ADA4BA}" type="pres">
      <dgm:prSet presAssocID="{E95F3AE8-4693-4AEB-9D6E-AD61FFCCD161}" presName="txShp" presStyleLbl="node1" presStyleIdx="0" presStyleCnt="4">
        <dgm:presLayoutVars>
          <dgm:bulletEnabled val="1"/>
        </dgm:presLayoutVars>
      </dgm:prSet>
      <dgm:spPr/>
    </dgm:pt>
    <dgm:pt modelId="{7EBDF33F-C326-42CB-A1C6-0C156F5A9400}" type="pres">
      <dgm:prSet presAssocID="{BD3A5EA7-83EC-49F7-9FAD-A509B1F116E8}" presName="spacing" presStyleCnt="0"/>
      <dgm:spPr/>
    </dgm:pt>
    <dgm:pt modelId="{D94A793B-D384-41DB-8A47-365059DDE3B5}" type="pres">
      <dgm:prSet presAssocID="{193CDBFE-BD84-46FE-B703-BE810E2C0511}" presName="composite" presStyleCnt="0"/>
      <dgm:spPr/>
    </dgm:pt>
    <dgm:pt modelId="{F9A606A0-F167-4DFD-825D-95FE257EF016}" type="pres">
      <dgm:prSet presAssocID="{193CDBFE-BD84-46FE-B703-BE810E2C0511}" presName="imgShp" presStyleLbl="fgImgPlace1" presStyleIdx="1" presStyleCnt="4"/>
      <dgm:spPr/>
    </dgm:pt>
    <dgm:pt modelId="{9046BE14-2F8B-4EE7-B149-CCE3104D4F6E}" type="pres">
      <dgm:prSet presAssocID="{193CDBFE-BD84-46FE-B703-BE810E2C0511}" presName="txShp" presStyleLbl="node1" presStyleIdx="1" presStyleCnt="4">
        <dgm:presLayoutVars>
          <dgm:bulletEnabled val="1"/>
        </dgm:presLayoutVars>
      </dgm:prSet>
      <dgm:spPr/>
    </dgm:pt>
    <dgm:pt modelId="{DA011BCF-AFAD-424B-ABE1-97611B93108F}" type="pres">
      <dgm:prSet presAssocID="{2D976E3B-3686-4DB8-9000-B2E67AD8BAB7}" presName="spacing" presStyleCnt="0"/>
      <dgm:spPr/>
    </dgm:pt>
    <dgm:pt modelId="{B1AA0D6C-5340-45D4-BAC1-C74FCBD09E3D}" type="pres">
      <dgm:prSet presAssocID="{50DB329D-7E11-453B-AA4D-4EC1BE6E9A7C}" presName="composite" presStyleCnt="0"/>
      <dgm:spPr/>
    </dgm:pt>
    <dgm:pt modelId="{F7EDDD3D-5EEE-4E73-ACF0-1E2450268DB5}" type="pres">
      <dgm:prSet presAssocID="{50DB329D-7E11-453B-AA4D-4EC1BE6E9A7C}" presName="imgShp" presStyleLbl="fgImgPlace1" presStyleIdx="2" presStyleCnt="4"/>
      <dgm:spPr/>
    </dgm:pt>
    <dgm:pt modelId="{A42A8F08-A211-45AD-86F2-5F2EE138FF4A}" type="pres">
      <dgm:prSet presAssocID="{50DB329D-7E11-453B-AA4D-4EC1BE6E9A7C}" presName="txShp" presStyleLbl="node1" presStyleIdx="2" presStyleCnt="4">
        <dgm:presLayoutVars>
          <dgm:bulletEnabled val="1"/>
        </dgm:presLayoutVars>
      </dgm:prSet>
      <dgm:spPr/>
    </dgm:pt>
    <dgm:pt modelId="{2F68604A-E43E-4BBF-B3F0-BC07B75B12AE}" type="pres">
      <dgm:prSet presAssocID="{F762806D-FE7C-43F2-A765-4E39EA4666C8}" presName="spacing" presStyleCnt="0"/>
      <dgm:spPr/>
    </dgm:pt>
    <dgm:pt modelId="{A285F975-95E2-4008-8329-D1800AC8C623}" type="pres">
      <dgm:prSet presAssocID="{0B751F4A-DC00-42DF-8519-E98094DE4BAD}" presName="composite" presStyleCnt="0"/>
      <dgm:spPr/>
    </dgm:pt>
    <dgm:pt modelId="{8C697526-BDEB-4E93-8C99-CA215EE213BF}" type="pres">
      <dgm:prSet presAssocID="{0B751F4A-DC00-42DF-8519-E98094DE4BAD}" presName="imgShp" presStyleLbl="fgImgPlace1" presStyleIdx="3" presStyleCnt="4"/>
      <dgm:spPr/>
    </dgm:pt>
    <dgm:pt modelId="{A56C9326-0CBE-4F81-A372-AA3DE28F823E}" type="pres">
      <dgm:prSet presAssocID="{0B751F4A-DC00-42DF-8519-E98094DE4BAD}" presName="txShp" presStyleLbl="node1" presStyleIdx="3" presStyleCnt="4">
        <dgm:presLayoutVars>
          <dgm:bulletEnabled val="1"/>
        </dgm:presLayoutVars>
      </dgm:prSet>
      <dgm:spPr/>
    </dgm:pt>
  </dgm:ptLst>
  <dgm:cxnLst>
    <dgm:cxn modelId="{D598C613-927C-451B-820D-9F7D18C9C92A}" srcId="{5CD46FD8-17E9-43D9-90B8-AF3BDEF68DF3}" destId="{193CDBFE-BD84-46FE-B703-BE810E2C0511}" srcOrd="1" destOrd="0" parTransId="{2FA10B5C-B6E0-45D7-A306-649395A1970D}" sibTransId="{2D976E3B-3686-4DB8-9000-B2E67AD8BAB7}"/>
    <dgm:cxn modelId="{CD594B14-8EB0-48AE-B581-AA49340EBBAB}" type="presOf" srcId="{193CDBFE-BD84-46FE-B703-BE810E2C0511}" destId="{9046BE14-2F8B-4EE7-B149-CCE3104D4F6E}" srcOrd="0" destOrd="0" presId="urn:microsoft.com/office/officeart/2005/8/layout/vList3"/>
    <dgm:cxn modelId="{4C99282B-E5C2-4A54-A021-2EE0D539E06E}" srcId="{5CD46FD8-17E9-43D9-90B8-AF3BDEF68DF3}" destId="{E95F3AE8-4693-4AEB-9D6E-AD61FFCCD161}" srcOrd="0" destOrd="0" parTransId="{F3188446-FCB7-4F36-B08A-7D26253B4C98}" sibTransId="{BD3A5EA7-83EC-49F7-9FAD-A509B1F116E8}"/>
    <dgm:cxn modelId="{1141AF34-EC4C-4B34-BB15-BBD1C7C4E26B}" type="presOf" srcId="{5CD46FD8-17E9-43D9-90B8-AF3BDEF68DF3}" destId="{B73CBAAE-87F7-475A-81A0-BD949D6E685D}" srcOrd="0" destOrd="0" presId="urn:microsoft.com/office/officeart/2005/8/layout/vList3"/>
    <dgm:cxn modelId="{6AC8625A-190C-4D9F-AB74-62FA24FE2242}" type="presOf" srcId="{0B751F4A-DC00-42DF-8519-E98094DE4BAD}" destId="{A56C9326-0CBE-4F81-A372-AA3DE28F823E}" srcOrd="0" destOrd="0" presId="urn:microsoft.com/office/officeart/2005/8/layout/vList3"/>
    <dgm:cxn modelId="{AE672BAE-EE42-4318-A76A-CB2E5929C27B}" type="presOf" srcId="{E95F3AE8-4693-4AEB-9D6E-AD61FFCCD161}" destId="{B93A43C9-7C5C-4FCC-B7B2-AB4271ADA4BA}" srcOrd="0" destOrd="0" presId="urn:microsoft.com/office/officeart/2005/8/layout/vList3"/>
    <dgm:cxn modelId="{856BF5BE-D986-4BBD-A833-4839E39194B6}" srcId="{5CD46FD8-17E9-43D9-90B8-AF3BDEF68DF3}" destId="{50DB329D-7E11-453B-AA4D-4EC1BE6E9A7C}" srcOrd="2" destOrd="0" parTransId="{67116473-2EAC-4D0F-AFB7-34873D8E7B39}" sibTransId="{F762806D-FE7C-43F2-A765-4E39EA4666C8}"/>
    <dgm:cxn modelId="{166EADC3-0A3F-48F7-B7EE-E8147D6A5E47}" srcId="{5CD46FD8-17E9-43D9-90B8-AF3BDEF68DF3}" destId="{0B751F4A-DC00-42DF-8519-E98094DE4BAD}" srcOrd="3" destOrd="0" parTransId="{80710EF4-B825-4F4A-9237-1450D5CE411E}" sibTransId="{5262A472-5688-4CD0-B1F2-B69C5F8A9F12}"/>
    <dgm:cxn modelId="{3AFC83F2-5DE3-4F30-A5A0-F06EFD5F8DC2}" type="presOf" srcId="{50DB329D-7E11-453B-AA4D-4EC1BE6E9A7C}" destId="{A42A8F08-A211-45AD-86F2-5F2EE138FF4A}" srcOrd="0" destOrd="0" presId="urn:microsoft.com/office/officeart/2005/8/layout/vList3"/>
    <dgm:cxn modelId="{42CD8BC2-BDE8-4FCD-9C04-674500D48789}" type="presParOf" srcId="{B73CBAAE-87F7-475A-81A0-BD949D6E685D}" destId="{361C93DC-D38F-46A5-96C3-840CA38D2B83}" srcOrd="0" destOrd="0" presId="urn:microsoft.com/office/officeart/2005/8/layout/vList3"/>
    <dgm:cxn modelId="{45D56FC6-34F1-4D58-AA49-BCCB904978B8}" type="presParOf" srcId="{361C93DC-D38F-46A5-96C3-840CA38D2B83}" destId="{37862695-8BA0-4E48-8663-4D53DA471D0A}" srcOrd="0" destOrd="0" presId="urn:microsoft.com/office/officeart/2005/8/layout/vList3"/>
    <dgm:cxn modelId="{11148521-B5FC-43D9-83D9-05754ABC28C1}" type="presParOf" srcId="{361C93DC-D38F-46A5-96C3-840CA38D2B83}" destId="{B93A43C9-7C5C-4FCC-B7B2-AB4271ADA4BA}" srcOrd="1" destOrd="0" presId="urn:microsoft.com/office/officeart/2005/8/layout/vList3"/>
    <dgm:cxn modelId="{2BFF82FA-61B4-49FE-AB1D-97117ACE8A0C}" type="presParOf" srcId="{B73CBAAE-87F7-475A-81A0-BD949D6E685D}" destId="{7EBDF33F-C326-42CB-A1C6-0C156F5A9400}" srcOrd="1" destOrd="0" presId="urn:microsoft.com/office/officeart/2005/8/layout/vList3"/>
    <dgm:cxn modelId="{A4B7721C-6F29-4F96-8044-7C61664251B5}" type="presParOf" srcId="{B73CBAAE-87F7-475A-81A0-BD949D6E685D}" destId="{D94A793B-D384-41DB-8A47-365059DDE3B5}" srcOrd="2" destOrd="0" presId="urn:microsoft.com/office/officeart/2005/8/layout/vList3"/>
    <dgm:cxn modelId="{C140FE33-0914-400C-91EA-0987F7551BC9}" type="presParOf" srcId="{D94A793B-D384-41DB-8A47-365059DDE3B5}" destId="{F9A606A0-F167-4DFD-825D-95FE257EF016}" srcOrd="0" destOrd="0" presId="urn:microsoft.com/office/officeart/2005/8/layout/vList3"/>
    <dgm:cxn modelId="{179FF6B7-AEF5-4271-A515-EA9E3A243367}" type="presParOf" srcId="{D94A793B-D384-41DB-8A47-365059DDE3B5}" destId="{9046BE14-2F8B-4EE7-B149-CCE3104D4F6E}" srcOrd="1" destOrd="0" presId="urn:microsoft.com/office/officeart/2005/8/layout/vList3"/>
    <dgm:cxn modelId="{62AEAC3F-620F-4DC1-B0B1-18354BEF0A79}" type="presParOf" srcId="{B73CBAAE-87F7-475A-81A0-BD949D6E685D}" destId="{DA011BCF-AFAD-424B-ABE1-97611B93108F}" srcOrd="3" destOrd="0" presId="urn:microsoft.com/office/officeart/2005/8/layout/vList3"/>
    <dgm:cxn modelId="{66F4FF27-4337-4339-82C8-46176DD4DD43}" type="presParOf" srcId="{B73CBAAE-87F7-475A-81A0-BD949D6E685D}" destId="{B1AA0D6C-5340-45D4-BAC1-C74FCBD09E3D}" srcOrd="4" destOrd="0" presId="urn:microsoft.com/office/officeart/2005/8/layout/vList3"/>
    <dgm:cxn modelId="{453B3804-2751-41A2-BCBB-6C40987DF560}" type="presParOf" srcId="{B1AA0D6C-5340-45D4-BAC1-C74FCBD09E3D}" destId="{F7EDDD3D-5EEE-4E73-ACF0-1E2450268DB5}" srcOrd="0" destOrd="0" presId="urn:microsoft.com/office/officeart/2005/8/layout/vList3"/>
    <dgm:cxn modelId="{41C54243-1593-432C-A542-BB8BEFE672CA}" type="presParOf" srcId="{B1AA0D6C-5340-45D4-BAC1-C74FCBD09E3D}" destId="{A42A8F08-A211-45AD-86F2-5F2EE138FF4A}" srcOrd="1" destOrd="0" presId="urn:microsoft.com/office/officeart/2005/8/layout/vList3"/>
    <dgm:cxn modelId="{79BFF996-FF80-403A-84CC-60F0E3BCB76A}" type="presParOf" srcId="{B73CBAAE-87F7-475A-81A0-BD949D6E685D}" destId="{2F68604A-E43E-4BBF-B3F0-BC07B75B12AE}" srcOrd="5" destOrd="0" presId="urn:microsoft.com/office/officeart/2005/8/layout/vList3"/>
    <dgm:cxn modelId="{E23DBE10-E6D7-4722-A8AE-64CDE4504098}" type="presParOf" srcId="{B73CBAAE-87F7-475A-81A0-BD949D6E685D}" destId="{A285F975-95E2-4008-8329-D1800AC8C623}" srcOrd="6" destOrd="0" presId="urn:microsoft.com/office/officeart/2005/8/layout/vList3"/>
    <dgm:cxn modelId="{373611DE-7299-4D3E-8113-438ABA930569}" type="presParOf" srcId="{A285F975-95E2-4008-8329-D1800AC8C623}" destId="{8C697526-BDEB-4E93-8C99-CA215EE213BF}" srcOrd="0" destOrd="0" presId="urn:microsoft.com/office/officeart/2005/8/layout/vList3"/>
    <dgm:cxn modelId="{B5490686-7466-4EC1-B238-2C615AFA57AE}" type="presParOf" srcId="{A285F975-95E2-4008-8329-D1800AC8C623}" destId="{A56C9326-0CBE-4F81-A372-AA3DE28F823E}"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92F5CC4-1207-4780-90FC-C2958C1F72BC}"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uk-UA"/>
        </a:p>
      </dgm:t>
    </dgm:pt>
    <dgm:pt modelId="{5E83D5D8-F69B-4F03-97EE-0D409D64D1C9}">
      <dgm:prSet/>
      <dgm:spPr/>
      <dgm:t>
        <a:bodyPr/>
        <a:lstStyle/>
        <a:p>
          <a:r>
            <a:rPr lang="uk-UA" b="0" i="0"/>
            <a:t>радянський політичний діяч, нарком освіти УСРР, активний провідник політики «українізації»</a:t>
          </a:r>
          <a:endParaRPr lang="uk-UA"/>
        </a:p>
      </dgm:t>
    </dgm:pt>
    <dgm:pt modelId="{22E80615-4928-4C7A-86FD-467EEBAB71E2}" type="parTrans" cxnId="{CCAE5510-5630-46EE-916C-617D34740E71}">
      <dgm:prSet/>
      <dgm:spPr/>
      <dgm:t>
        <a:bodyPr/>
        <a:lstStyle/>
        <a:p>
          <a:endParaRPr lang="uk-UA"/>
        </a:p>
      </dgm:t>
    </dgm:pt>
    <dgm:pt modelId="{CEEC3DA9-BE35-49C7-A70E-F540A8DDD058}" type="sibTrans" cxnId="{CCAE5510-5630-46EE-916C-617D34740E71}">
      <dgm:prSet/>
      <dgm:spPr/>
      <dgm:t>
        <a:bodyPr/>
        <a:lstStyle/>
        <a:p>
          <a:endParaRPr lang="uk-UA"/>
        </a:p>
      </dgm:t>
    </dgm:pt>
    <dgm:pt modelId="{FEE65892-F14B-441D-B38A-D4713CB8636B}">
      <dgm:prSet/>
      <dgm:spPr/>
      <dgm:t>
        <a:bodyPr/>
        <a:lstStyle/>
        <a:p>
          <a:r>
            <a:rPr lang="uk-UA" b="0" i="0"/>
            <a:t>церковний та освітній діяч, історик, перший митрополит Української автокефальної православної церкви</a:t>
          </a:r>
          <a:endParaRPr lang="uk-UA"/>
        </a:p>
      </dgm:t>
    </dgm:pt>
    <dgm:pt modelId="{EB965B43-4E65-43DF-B3AE-1350B3F56FF0}" type="parTrans" cxnId="{C0EF5D8C-EA59-4EA4-81D6-74AECBF03196}">
      <dgm:prSet/>
      <dgm:spPr/>
      <dgm:t>
        <a:bodyPr/>
        <a:lstStyle/>
        <a:p>
          <a:endParaRPr lang="uk-UA"/>
        </a:p>
      </dgm:t>
    </dgm:pt>
    <dgm:pt modelId="{65419E46-346E-4FA7-BB7C-376DC3582783}" type="sibTrans" cxnId="{C0EF5D8C-EA59-4EA4-81D6-74AECBF03196}">
      <dgm:prSet/>
      <dgm:spPr/>
      <dgm:t>
        <a:bodyPr/>
        <a:lstStyle/>
        <a:p>
          <a:endParaRPr lang="uk-UA"/>
        </a:p>
      </dgm:t>
    </dgm:pt>
    <dgm:pt modelId="{617E76AD-6945-4B24-B616-35568F5C4D3C}">
      <dgm:prSet/>
      <dgm:spPr/>
      <dgm:t>
        <a:bodyPr/>
        <a:lstStyle/>
        <a:p>
          <a:r>
            <a:rPr lang="uk-UA" b="0" i="0"/>
            <a:t>актор, режисер, новатор українського театру, керівник мистецького об’єднання «Березіль»</a:t>
          </a:r>
          <a:endParaRPr lang="uk-UA"/>
        </a:p>
      </dgm:t>
    </dgm:pt>
    <dgm:pt modelId="{5D198CB7-143D-45CB-8EEF-D0688E859F38}" type="parTrans" cxnId="{86BBE97D-1F33-48E8-9604-917603941F3F}">
      <dgm:prSet/>
      <dgm:spPr/>
      <dgm:t>
        <a:bodyPr/>
        <a:lstStyle/>
        <a:p>
          <a:endParaRPr lang="uk-UA"/>
        </a:p>
      </dgm:t>
    </dgm:pt>
    <dgm:pt modelId="{19482EC5-60AE-47D6-9642-8C38BCBA875C}" type="sibTrans" cxnId="{86BBE97D-1F33-48E8-9604-917603941F3F}">
      <dgm:prSet/>
      <dgm:spPr/>
      <dgm:t>
        <a:bodyPr/>
        <a:lstStyle/>
        <a:p>
          <a:endParaRPr lang="uk-UA"/>
        </a:p>
      </dgm:t>
    </dgm:pt>
    <dgm:pt modelId="{995AE31F-0604-4158-A684-087FCF4AB9CD}">
      <dgm:prSet/>
      <dgm:spPr/>
      <dgm:t>
        <a:bodyPr/>
        <a:lstStyle/>
        <a:p>
          <a:r>
            <a:rPr lang="uk-UA" b="0" i="0"/>
            <a:t>український прозаїк, поет, публіцист, засновник літературних організацій – «Гарт» (1923), «Урбіно» (1924), «ВАПЛІТЕ» (1926)</a:t>
          </a:r>
          <a:endParaRPr lang="uk-UA"/>
        </a:p>
      </dgm:t>
    </dgm:pt>
    <dgm:pt modelId="{8EBE2169-B8EA-4C42-881E-112368B508CD}" type="parTrans" cxnId="{09731950-F593-43B2-87C9-D30D662CEA1C}">
      <dgm:prSet/>
      <dgm:spPr/>
      <dgm:t>
        <a:bodyPr/>
        <a:lstStyle/>
        <a:p>
          <a:endParaRPr lang="uk-UA"/>
        </a:p>
      </dgm:t>
    </dgm:pt>
    <dgm:pt modelId="{4533DA7D-9352-4756-8266-DAD87AE7B126}" type="sibTrans" cxnId="{09731950-F593-43B2-87C9-D30D662CEA1C}">
      <dgm:prSet/>
      <dgm:spPr/>
      <dgm:t>
        <a:bodyPr/>
        <a:lstStyle/>
        <a:p>
          <a:endParaRPr lang="uk-UA"/>
        </a:p>
      </dgm:t>
    </dgm:pt>
    <dgm:pt modelId="{E41E1987-CB30-43B5-9208-A8E32C637444}">
      <dgm:prSet/>
      <dgm:spPr/>
      <dgm:t>
        <a:bodyPr/>
        <a:lstStyle/>
        <a:p>
          <a:r>
            <a:rPr lang="uk-UA" b="0" i="0"/>
            <a:t>український економіст 1920-х років, автор концепції економічної самодостатності УСРР</a:t>
          </a:r>
          <a:endParaRPr lang="uk-UA"/>
        </a:p>
      </dgm:t>
    </dgm:pt>
    <dgm:pt modelId="{2819B65F-AE02-45A3-AD77-796A16C82F2E}" type="parTrans" cxnId="{DD859C6B-379B-4D8E-AC91-49E5256C9884}">
      <dgm:prSet/>
      <dgm:spPr/>
      <dgm:t>
        <a:bodyPr/>
        <a:lstStyle/>
        <a:p>
          <a:endParaRPr lang="uk-UA"/>
        </a:p>
      </dgm:t>
    </dgm:pt>
    <dgm:pt modelId="{620131E5-B366-4B6B-AA54-197297B9716F}" type="sibTrans" cxnId="{DD859C6B-379B-4D8E-AC91-49E5256C9884}">
      <dgm:prSet/>
      <dgm:spPr/>
      <dgm:t>
        <a:bodyPr/>
        <a:lstStyle/>
        <a:p>
          <a:endParaRPr lang="uk-UA"/>
        </a:p>
      </dgm:t>
    </dgm:pt>
    <dgm:pt modelId="{C5A1BCEC-C19D-45C0-8E18-2BF03D34E60D}" type="pres">
      <dgm:prSet presAssocID="{392F5CC4-1207-4780-90FC-C2958C1F72BC}" presName="vert0" presStyleCnt="0">
        <dgm:presLayoutVars>
          <dgm:dir/>
          <dgm:animOne val="branch"/>
          <dgm:animLvl val="lvl"/>
        </dgm:presLayoutVars>
      </dgm:prSet>
      <dgm:spPr/>
    </dgm:pt>
    <dgm:pt modelId="{93E813AD-C85A-4994-8488-1C2FD584F053}" type="pres">
      <dgm:prSet presAssocID="{5E83D5D8-F69B-4F03-97EE-0D409D64D1C9}" presName="thickLine" presStyleLbl="alignNode1" presStyleIdx="0" presStyleCnt="5"/>
      <dgm:spPr/>
    </dgm:pt>
    <dgm:pt modelId="{9D73F4AC-81C6-4B57-8B76-A9FA61913187}" type="pres">
      <dgm:prSet presAssocID="{5E83D5D8-F69B-4F03-97EE-0D409D64D1C9}" presName="horz1" presStyleCnt="0"/>
      <dgm:spPr/>
    </dgm:pt>
    <dgm:pt modelId="{B5DE8972-19A2-4B12-B878-88F2BF0EFD8D}" type="pres">
      <dgm:prSet presAssocID="{5E83D5D8-F69B-4F03-97EE-0D409D64D1C9}" presName="tx1" presStyleLbl="revTx" presStyleIdx="0" presStyleCnt="5"/>
      <dgm:spPr/>
    </dgm:pt>
    <dgm:pt modelId="{2E9531B3-4227-4379-B687-B15043281C37}" type="pres">
      <dgm:prSet presAssocID="{5E83D5D8-F69B-4F03-97EE-0D409D64D1C9}" presName="vert1" presStyleCnt="0"/>
      <dgm:spPr/>
    </dgm:pt>
    <dgm:pt modelId="{9F89CCCE-1FE6-41F3-AE48-987C67FA453F}" type="pres">
      <dgm:prSet presAssocID="{FEE65892-F14B-441D-B38A-D4713CB8636B}" presName="thickLine" presStyleLbl="alignNode1" presStyleIdx="1" presStyleCnt="5"/>
      <dgm:spPr/>
    </dgm:pt>
    <dgm:pt modelId="{105BB65E-C973-4A31-86BC-191F8F82DEBE}" type="pres">
      <dgm:prSet presAssocID="{FEE65892-F14B-441D-B38A-D4713CB8636B}" presName="horz1" presStyleCnt="0"/>
      <dgm:spPr/>
    </dgm:pt>
    <dgm:pt modelId="{F06C9206-5B2A-431A-BA86-B07AC9F2684C}" type="pres">
      <dgm:prSet presAssocID="{FEE65892-F14B-441D-B38A-D4713CB8636B}" presName="tx1" presStyleLbl="revTx" presStyleIdx="1" presStyleCnt="5"/>
      <dgm:spPr/>
    </dgm:pt>
    <dgm:pt modelId="{6E69476E-9A4B-471D-84FB-F18D7FF2DC17}" type="pres">
      <dgm:prSet presAssocID="{FEE65892-F14B-441D-B38A-D4713CB8636B}" presName="vert1" presStyleCnt="0"/>
      <dgm:spPr/>
    </dgm:pt>
    <dgm:pt modelId="{5C8B9902-10A8-4B78-992B-664FAE5F2D4D}" type="pres">
      <dgm:prSet presAssocID="{617E76AD-6945-4B24-B616-35568F5C4D3C}" presName="thickLine" presStyleLbl="alignNode1" presStyleIdx="2" presStyleCnt="5"/>
      <dgm:spPr/>
    </dgm:pt>
    <dgm:pt modelId="{8333A1C1-72E6-460A-9341-4ED784312F94}" type="pres">
      <dgm:prSet presAssocID="{617E76AD-6945-4B24-B616-35568F5C4D3C}" presName="horz1" presStyleCnt="0"/>
      <dgm:spPr/>
    </dgm:pt>
    <dgm:pt modelId="{D839A30C-F291-47E7-8896-F957CA52689B}" type="pres">
      <dgm:prSet presAssocID="{617E76AD-6945-4B24-B616-35568F5C4D3C}" presName="tx1" presStyleLbl="revTx" presStyleIdx="2" presStyleCnt="5"/>
      <dgm:spPr/>
    </dgm:pt>
    <dgm:pt modelId="{1CFC4942-9A45-4614-A4ED-9A8C24932B1A}" type="pres">
      <dgm:prSet presAssocID="{617E76AD-6945-4B24-B616-35568F5C4D3C}" presName="vert1" presStyleCnt="0"/>
      <dgm:spPr/>
    </dgm:pt>
    <dgm:pt modelId="{45565846-09CB-4177-9DA4-63B6DF01CEDE}" type="pres">
      <dgm:prSet presAssocID="{995AE31F-0604-4158-A684-087FCF4AB9CD}" presName="thickLine" presStyleLbl="alignNode1" presStyleIdx="3" presStyleCnt="5"/>
      <dgm:spPr/>
    </dgm:pt>
    <dgm:pt modelId="{0758A130-DA27-4E01-96C9-8AB998C7DA59}" type="pres">
      <dgm:prSet presAssocID="{995AE31F-0604-4158-A684-087FCF4AB9CD}" presName="horz1" presStyleCnt="0"/>
      <dgm:spPr/>
    </dgm:pt>
    <dgm:pt modelId="{11E83724-00D6-42A7-BC84-162D0B2EC0C2}" type="pres">
      <dgm:prSet presAssocID="{995AE31F-0604-4158-A684-087FCF4AB9CD}" presName="tx1" presStyleLbl="revTx" presStyleIdx="3" presStyleCnt="5"/>
      <dgm:spPr/>
    </dgm:pt>
    <dgm:pt modelId="{088393FC-A38E-4AAE-AB9A-DA9D786023B1}" type="pres">
      <dgm:prSet presAssocID="{995AE31F-0604-4158-A684-087FCF4AB9CD}" presName="vert1" presStyleCnt="0"/>
      <dgm:spPr/>
    </dgm:pt>
    <dgm:pt modelId="{4F25B5B3-DC54-408B-8886-AD8D510A0C8B}" type="pres">
      <dgm:prSet presAssocID="{E41E1987-CB30-43B5-9208-A8E32C637444}" presName="thickLine" presStyleLbl="alignNode1" presStyleIdx="4" presStyleCnt="5"/>
      <dgm:spPr/>
    </dgm:pt>
    <dgm:pt modelId="{83891503-9D0F-431D-B85B-4D9DBD764031}" type="pres">
      <dgm:prSet presAssocID="{E41E1987-CB30-43B5-9208-A8E32C637444}" presName="horz1" presStyleCnt="0"/>
      <dgm:spPr/>
    </dgm:pt>
    <dgm:pt modelId="{D6448E4F-502C-4561-B30B-5A1663A8F7C1}" type="pres">
      <dgm:prSet presAssocID="{E41E1987-CB30-43B5-9208-A8E32C637444}" presName="tx1" presStyleLbl="revTx" presStyleIdx="4" presStyleCnt="5"/>
      <dgm:spPr/>
    </dgm:pt>
    <dgm:pt modelId="{88A76074-CDCE-4FD6-BF01-2EDBEB9D595B}" type="pres">
      <dgm:prSet presAssocID="{E41E1987-CB30-43B5-9208-A8E32C637444}" presName="vert1" presStyleCnt="0"/>
      <dgm:spPr/>
    </dgm:pt>
  </dgm:ptLst>
  <dgm:cxnLst>
    <dgm:cxn modelId="{CCAE5510-5630-46EE-916C-617D34740E71}" srcId="{392F5CC4-1207-4780-90FC-C2958C1F72BC}" destId="{5E83D5D8-F69B-4F03-97EE-0D409D64D1C9}" srcOrd="0" destOrd="0" parTransId="{22E80615-4928-4C7A-86FD-467EEBAB71E2}" sibTransId="{CEEC3DA9-BE35-49C7-A70E-F540A8DDD058}"/>
    <dgm:cxn modelId="{12C4092B-7B2D-4882-9367-B08EF28EE920}" type="presOf" srcId="{E41E1987-CB30-43B5-9208-A8E32C637444}" destId="{D6448E4F-502C-4561-B30B-5A1663A8F7C1}" srcOrd="0" destOrd="0" presId="urn:microsoft.com/office/officeart/2008/layout/LinedList"/>
    <dgm:cxn modelId="{B17A062C-8F90-4E78-9DC6-5E7D2FF1570E}" type="presOf" srcId="{FEE65892-F14B-441D-B38A-D4713CB8636B}" destId="{F06C9206-5B2A-431A-BA86-B07AC9F2684C}" srcOrd="0" destOrd="0" presId="urn:microsoft.com/office/officeart/2008/layout/LinedList"/>
    <dgm:cxn modelId="{DD859C6B-379B-4D8E-AC91-49E5256C9884}" srcId="{392F5CC4-1207-4780-90FC-C2958C1F72BC}" destId="{E41E1987-CB30-43B5-9208-A8E32C637444}" srcOrd="4" destOrd="0" parTransId="{2819B65F-AE02-45A3-AD77-796A16C82F2E}" sibTransId="{620131E5-B366-4B6B-AA54-197297B9716F}"/>
    <dgm:cxn modelId="{09731950-F593-43B2-87C9-D30D662CEA1C}" srcId="{392F5CC4-1207-4780-90FC-C2958C1F72BC}" destId="{995AE31F-0604-4158-A684-087FCF4AB9CD}" srcOrd="3" destOrd="0" parTransId="{8EBE2169-B8EA-4C42-881E-112368B508CD}" sibTransId="{4533DA7D-9352-4756-8266-DAD87AE7B126}"/>
    <dgm:cxn modelId="{C706F554-D28B-4E8E-8A74-0AEF5949D480}" type="presOf" srcId="{617E76AD-6945-4B24-B616-35568F5C4D3C}" destId="{D839A30C-F291-47E7-8896-F957CA52689B}" srcOrd="0" destOrd="0" presId="urn:microsoft.com/office/officeart/2008/layout/LinedList"/>
    <dgm:cxn modelId="{86BBE97D-1F33-48E8-9604-917603941F3F}" srcId="{392F5CC4-1207-4780-90FC-C2958C1F72BC}" destId="{617E76AD-6945-4B24-B616-35568F5C4D3C}" srcOrd="2" destOrd="0" parTransId="{5D198CB7-143D-45CB-8EEF-D0688E859F38}" sibTransId="{19482EC5-60AE-47D6-9642-8C38BCBA875C}"/>
    <dgm:cxn modelId="{BECD6580-4075-4B84-A6BB-6685C2567FE5}" type="presOf" srcId="{5E83D5D8-F69B-4F03-97EE-0D409D64D1C9}" destId="{B5DE8972-19A2-4B12-B878-88F2BF0EFD8D}" srcOrd="0" destOrd="0" presId="urn:microsoft.com/office/officeart/2008/layout/LinedList"/>
    <dgm:cxn modelId="{C0EF5D8C-EA59-4EA4-81D6-74AECBF03196}" srcId="{392F5CC4-1207-4780-90FC-C2958C1F72BC}" destId="{FEE65892-F14B-441D-B38A-D4713CB8636B}" srcOrd="1" destOrd="0" parTransId="{EB965B43-4E65-43DF-B3AE-1350B3F56FF0}" sibTransId="{65419E46-346E-4FA7-BB7C-376DC3582783}"/>
    <dgm:cxn modelId="{3B511CCA-0E87-4D30-AAC7-470138663152}" type="presOf" srcId="{392F5CC4-1207-4780-90FC-C2958C1F72BC}" destId="{C5A1BCEC-C19D-45C0-8E18-2BF03D34E60D}" srcOrd="0" destOrd="0" presId="urn:microsoft.com/office/officeart/2008/layout/LinedList"/>
    <dgm:cxn modelId="{41B255E3-0B0C-46A6-9353-85451501F163}" type="presOf" srcId="{995AE31F-0604-4158-A684-087FCF4AB9CD}" destId="{11E83724-00D6-42A7-BC84-162D0B2EC0C2}" srcOrd="0" destOrd="0" presId="urn:microsoft.com/office/officeart/2008/layout/LinedList"/>
    <dgm:cxn modelId="{9B092819-28EA-42D4-A7B3-54AFE1357FF5}" type="presParOf" srcId="{C5A1BCEC-C19D-45C0-8E18-2BF03D34E60D}" destId="{93E813AD-C85A-4994-8488-1C2FD584F053}" srcOrd="0" destOrd="0" presId="urn:microsoft.com/office/officeart/2008/layout/LinedList"/>
    <dgm:cxn modelId="{B6CDC778-48D6-422F-A4BD-E8BF0D99A2FC}" type="presParOf" srcId="{C5A1BCEC-C19D-45C0-8E18-2BF03D34E60D}" destId="{9D73F4AC-81C6-4B57-8B76-A9FA61913187}" srcOrd="1" destOrd="0" presId="urn:microsoft.com/office/officeart/2008/layout/LinedList"/>
    <dgm:cxn modelId="{609DB63E-E019-4547-81D3-4F9ECD6CA79D}" type="presParOf" srcId="{9D73F4AC-81C6-4B57-8B76-A9FA61913187}" destId="{B5DE8972-19A2-4B12-B878-88F2BF0EFD8D}" srcOrd="0" destOrd="0" presId="urn:microsoft.com/office/officeart/2008/layout/LinedList"/>
    <dgm:cxn modelId="{6D995CF7-5BA8-40B7-A61C-4A967BAFEE48}" type="presParOf" srcId="{9D73F4AC-81C6-4B57-8B76-A9FA61913187}" destId="{2E9531B3-4227-4379-B687-B15043281C37}" srcOrd="1" destOrd="0" presId="urn:microsoft.com/office/officeart/2008/layout/LinedList"/>
    <dgm:cxn modelId="{5703D1B4-4ACE-4552-813B-995B3A29E1F9}" type="presParOf" srcId="{C5A1BCEC-C19D-45C0-8E18-2BF03D34E60D}" destId="{9F89CCCE-1FE6-41F3-AE48-987C67FA453F}" srcOrd="2" destOrd="0" presId="urn:microsoft.com/office/officeart/2008/layout/LinedList"/>
    <dgm:cxn modelId="{6C039C67-048C-4B7B-A562-669E0523B62C}" type="presParOf" srcId="{C5A1BCEC-C19D-45C0-8E18-2BF03D34E60D}" destId="{105BB65E-C973-4A31-86BC-191F8F82DEBE}" srcOrd="3" destOrd="0" presId="urn:microsoft.com/office/officeart/2008/layout/LinedList"/>
    <dgm:cxn modelId="{E222465B-EE40-49B9-B5BE-C53DE4D32109}" type="presParOf" srcId="{105BB65E-C973-4A31-86BC-191F8F82DEBE}" destId="{F06C9206-5B2A-431A-BA86-B07AC9F2684C}" srcOrd="0" destOrd="0" presId="urn:microsoft.com/office/officeart/2008/layout/LinedList"/>
    <dgm:cxn modelId="{22E8B6DB-9A1F-4C74-A983-0541A51C37AA}" type="presParOf" srcId="{105BB65E-C973-4A31-86BC-191F8F82DEBE}" destId="{6E69476E-9A4B-471D-84FB-F18D7FF2DC17}" srcOrd="1" destOrd="0" presId="urn:microsoft.com/office/officeart/2008/layout/LinedList"/>
    <dgm:cxn modelId="{9FFC1BE6-3448-4D6B-AAAF-4DFF5BFCFBA3}" type="presParOf" srcId="{C5A1BCEC-C19D-45C0-8E18-2BF03D34E60D}" destId="{5C8B9902-10A8-4B78-992B-664FAE5F2D4D}" srcOrd="4" destOrd="0" presId="urn:microsoft.com/office/officeart/2008/layout/LinedList"/>
    <dgm:cxn modelId="{9005C6E4-CD1C-4865-A809-F6DA235030A2}" type="presParOf" srcId="{C5A1BCEC-C19D-45C0-8E18-2BF03D34E60D}" destId="{8333A1C1-72E6-460A-9341-4ED784312F94}" srcOrd="5" destOrd="0" presId="urn:microsoft.com/office/officeart/2008/layout/LinedList"/>
    <dgm:cxn modelId="{2C93CD9A-8503-4AFD-8BB8-CA5B44C1740D}" type="presParOf" srcId="{8333A1C1-72E6-460A-9341-4ED784312F94}" destId="{D839A30C-F291-47E7-8896-F957CA52689B}" srcOrd="0" destOrd="0" presId="urn:microsoft.com/office/officeart/2008/layout/LinedList"/>
    <dgm:cxn modelId="{2B8F29C8-1EB6-47A5-87A0-D957E507F02B}" type="presParOf" srcId="{8333A1C1-72E6-460A-9341-4ED784312F94}" destId="{1CFC4942-9A45-4614-A4ED-9A8C24932B1A}" srcOrd="1" destOrd="0" presId="urn:microsoft.com/office/officeart/2008/layout/LinedList"/>
    <dgm:cxn modelId="{2EE8DC8C-BED3-4945-B278-6C9D41C7CE80}" type="presParOf" srcId="{C5A1BCEC-C19D-45C0-8E18-2BF03D34E60D}" destId="{45565846-09CB-4177-9DA4-63B6DF01CEDE}" srcOrd="6" destOrd="0" presId="urn:microsoft.com/office/officeart/2008/layout/LinedList"/>
    <dgm:cxn modelId="{81A74D59-194E-463D-B1D9-1C7C2EED8C72}" type="presParOf" srcId="{C5A1BCEC-C19D-45C0-8E18-2BF03D34E60D}" destId="{0758A130-DA27-4E01-96C9-8AB998C7DA59}" srcOrd="7" destOrd="0" presId="urn:microsoft.com/office/officeart/2008/layout/LinedList"/>
    <dgm:cxn modelId="{1855D35E-D309-4827-8FC4-2DF1B24DAF92}" type="presParOf" srcId="{0758A130-DA27-4E01-96C9-8AB998C7DA59}" destId="{11E83724-00D6-42A7-BC84-162D0B2EC0C2}" srcOrd="0" destOrd="0" presId="urn:microsoft.com/office/officeart/2008/layout/LinedList"/>
    <dgm:cxn modelId="{329188FC-12F8-4D64-8A20-109817B0913E}" type="presParOf" srcId="{0758A130-DA27-4E01-96C9-8AB998C7DA59}" destId="{088393FC-A38E-4AAE-AB9A-DA9D786023B1}" srcOrd="1" destOrd="0" presId="urn:microsoft.com/office/officeart/2008/layout/LinedList"/>
    <dgm:cxn modelId="{FBF13432-85DD-4A61-9070-0B81ACF7CE3E}" type="presParOf" srcId="{C5A1BCEC-C19D-45C0-8E18-2BF03D34E60D}" destId="{4F25B5B3-DC54-408B-8886-AD8D510A0C8B}" srcOrd="8" destOrd="0" presId="urn:microsoft.com/office/officeart/2008/layout/LinedList"/>
    <dgm:cxn modelId="{1400C5A9-9E44-488E-838B-FFF1A385930F}" type="presParOf" srcId="{C5A1BCEC-C19D-45C0-8E18-2BF03D34E60D}" destId="{83891503-9D0F-431D-B85B-4D9DBD764031}" srcOrd="9" destOrd="0" presId="urn:microsoft.com/office/officeart/2008/layout/LinedList"/>
    <dgm:cxn modelId="{1CFF64A6-159C-4976-8334-1F5137587F5F}" type="presParOf" srcId="{83891503-9D0F-431D-B85B-4D9DBD764031}" destId="{D6448E4F-502C-4561-B30B-5A1663A8F7C1}" srcOrd="0" destOrd="0" presId="urn:microsoft.com/office/officeart/2008/layout/LinedList"/>
    <dgm:cxn modelId="{7DE46C44-5C1A-40C1-8C7B-148D9BF001A5}" type="presParOf" srcId="{83891503-9D0F-431D-B85B-4D9DBD764031}" destId="{88A76074-CDCE-4FD6-BF01-2EDBEB9D595B}"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31D0107-D4A2-43F7-A599-3413ABD177C9}"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C77139F3-8847-4E87-918F-49F665ABEF24}">
      <dgm:prSet/>
      <dgm:spPr/>
      <dgm:t>
        <a:bodyPr/>
        <a:lstStyle/>
        <a:p>
          <a:r>
            <a:rPr lang="ru-RU" b="0" i="0"/>
            <a:t>С. Петлюра</a:t>
          </a:r>
          <a:endParaRPr lang="uk-UA"/>
        </a:p>
      </dgm:t>
    </dgm:pt>
    <dgm:pt modelId="{AEB62EB3-AB48-4C4B-BD95-23A90EEDFA49}" type="parTrans" cxnId="{948A1E20-C27B-4D93-A8B0-5399410EF3E8}">
      <dgm:prSet/>
      <dgm:spPr/>
      <dgm:t>
        <a:bodyPr/>
        <a:lstStyle/>
        <a:p>
          <a:endParaRPr lang="uk-UA"/>
        </a:p>
      </dgm:t>
    </dgm:pt>
    <dgm:pt modelId="{72EE2C2E-C21E-4B25-94E9-CED5DDF197F9}" type="sibTrans" cxnId="{948A1E20-C27B-4D93-A8B0-5399410EF3E8}">
      <dgm:prSet/>
      <dgm:spPr/>
      <dgm:t>
        <a:bodyPr/>
        <a:lstStyle/>
        <a:p>
          <a:endParaRPr lang="uk-UA"/>
        </a:p>
      </dgm:t>
    </dgm:pt>
    <dgm:pt modelId="{EF30BDC4-353B-44BD-80DB-ACE36DCAC2D0}">
      <dgm:prSet/>
      <dgm:spPr/>
      <dgm:t>
        <a:bodyPr/>
        <a:lstStyle/>
        <a:p>
          <a:r>
            <a:rPr lang="ru-RU" b="0" i="0"/>
            <a:t>П. Скоропадський</a:t>
          </a:r>
          <a:endParaRPr lang="uk-UA"/>
        </a:p>
      </dgm:t>
    </dgm:pt>
    <dgm:pt modelId="{B0C49CB0-F6E4-4304-8F68-B8969889E03F}" type="parTrans" cxnId="{7E9BD32E-9A97-4349-A954-26A055AAA6E3}">
      <dgm:prSet/>
      <dgm:spPr/>
      <dgm:t>
        <a:bodyPr/>
        <a:lstStyle/>
        <a:p>
          <a:endParaRPr lang="uk-UA"/>
        </a:p>
      </dgm:t>
    </dgm:pt>
    <dgm:pt modelId="{50A66986-A8B0-4805-861A-B5B94B87D743}" type="sibTrans" cxnId="{7E9BD32E-9A97-4349-A954-26A055AAA6E3}">
      <dgm:prSet/>
      <dgm:spPr/>
      <dgm:t>
        <a:bodyPr/>
        <a:lstStyle/>
        <a:p>
          <a:endParaRPr lang="uk-UA"/>
        </a:p>
      </dgm:t>
    </dgm:pt>
    <dgm:pt modelId="{DE6B994E-8285-4AC5-85E5-EDEA1876CF57}">
      <dgm:prSet/>
      <dgm:spPr/>
      <dgm:t>
        <a:bodyPr/>
        <a:lstStyle/>
        <a:p>
          <a:r>
            <a:rPr lang="ru-RU" b="0" i="0"/>
            <a:t>Х. Раковський</a:t>
          </a:r>
          <a:endParaRPr lang="uk-UA"/>
        </a:p>
      </dgm:t>
    </dgm:pt>
    <dgm:pt modelId="{98857DEE-3919-478E-BE60-504C4E5662E8}" type="parTrans" cxnId="{CF83F438-6584-4B11-BDEF-2B8E3DA878DB}">
      <dgm:prSet/>
      <dgm:spPr/>
      <dgm:t>
        <a:bodyPr/>
        <a:lstStyle/>
        <a:p>
          <a:endParaRPr lang="uk-UA"/>
        </a:p>
      </dgm:t>
    </dgm:pt>
    <dgm:pt modelId="{1C43AD47-CB94-4F62-81B6-F88173792177}" type="sibTrans" cxnId="{CF83F438-6584-4B11-BDEF-2B8E3DA878DB}">
      <dgm:prSet/>
      <dgm:spPr/>
      <dgm:t>
        <a:bodyPr/>
        <a:lstStyle/>
        <a:p>
          <a:endParaRPr lang="uk-UA"/>
        </a:p>
      </dgm:t>
    </dgm:pt>
    <dgm:pt modelId="{0926F160-962C-4F25-BABE-FFAB858FBFE4}">
      <dgm:prSet/>
      <dgm:spPr/>
      <dgm:t>
        <a:bodyPr/>
        <a:lstStyle/>
        <a:p>
          <a:r>
            <a:rPr lang="ru-RU" b="0" i="0"/>
            <a:t>Є. Петрушевич</a:t>
          </a:r>
          <a:endParaRPr lang="uk-UA"/>
        </a:p>
      </dgm:t>
    </dgm:pt>
    <dgm:pt modelId="{57BD5A2C-029F-48CE-B348-A539EFB820EA}" type="parTrans" cxnId="{D8149131-4ACA-410D-9B4E-4219CB2FACB5}">
      <dgm:prSet/>
      <dgm:spPr/>
      <dgm:t>
        <a:bodyPr/>
        <a:lstStyle/>
        <a:p>
          <a:endParaRPr lang="uk-UA"/>
        </a:p>
      </dgm:t>
    </dgm:pt>
    <dgm:pt modelId="{4B15FF91-1FF7-4801-AEFC-59220EE2B9B5}" type="sibTrans" cxnId="{D8149131-4ACA-410D-9B4E-4219CB2FACB5}">
      <dgm:prSet/>
      <dgm:spPr/>
      <dgm:t>
        <a:bodyPr/>
        <a:lstStyle/>
        <a:p>
          <a:endParaRPr lang="uk-UA"/>
        </a:p>
      </dgm:t>
    </dgm:pt>
    <dgm:pt modelId="{FFA86408-5CFB-4450-B743-86CFDF4ADA99}" type="pres">
      <dgm:prSet presAssocID="{D31D0107-D4A2-43F7-A599-3413ABD177C9}" presName="linearFlow" presStyleCnt="0">
        <dgm:presLayoutVars>
          <dgm:dir/>
          <dgm:resizeHandles val="exact"/>
        </dgm:presLayoutVars>
      </dgm:prSet>
      <dgm:spPr/>
    </dgm:pt>
    <dgm:pt modelId="{882A465A-8ED7-40E1-8CAA-D504FF3EDCC8}" type="pres">
      <dgm:prSet presAssocID="{C77139F3-8847-4E87-918F-49F665ABEF24}" presName="composite" presStyleCnt="0"/>
      <dgm:spPr/>
    </dgm:pt>
    <dgm:pt modelId="{6D715F61-CA1E-4920-9F03-3A8D9E152185}" type="pres">
      <dgm:prSet presAssocID="{C77139F3-8847-4E87-918F-49F665ABEF24}" presName="imgShp" presStyleLbl="fgImgPlace1" presStyleIdx="0" presStyleCnt="4"/>
      <dgm:spPr/>
    </dgm:pt>
    <dgm:pt modelId="{FC6AAD12-961F-47C0-B032-98043E8D3C3F}" type="pres">
      <dgm:prSet presAssocID="{C77139F3-8847-4E87-918F-49F665ABEF24}" presName="txShp" presStyleLbl="node1" presStyleIdx="0" presStyleCnt="4">
        <dgm:presLayoutVars>
          <dgm:bulletEnabled val="1"/>
        </dgm:presLayoutVars>
      </dgm:prSet>
      <dgm:spPr/>
    </dgm:pt>
    <dgm:pt modelId="{A1803C19-A0B7-4E53-9400-EBD35402445A}" type="pres">
      <dgm:prSet presAssocID="{72EE2C2E-C21E-4B25-94E9-CED5DDF197F9}" presName="spacing" presStyleCnt="0"/>
      <dgm:spPr/>
    </dgm:pt>
    <dgm:pt modelId="{55EBB098-AF45-4E23-8B04-082960235F79}" type="pres">
      <dgm:prSet presAssocID="{EF30BDC4-353B-44BD-80DB-ACE36DCAC2D0}" presName="composite" presStyleCnt="0"/>
      <dgm:spPr/>
    </dgm:pt>
    <dgm:pt modelId="{B22CF1E7-986B-48A5-ADF4-53DD2A6FC086}" type="pres">
      <dgm:prSet presAssocID="{EF30BDC4-353B-44BD-80DB-ACE36DCAC2D0}" presName="imgShp" presStyleLbl="fgImgPlace1" presStyleIdx="1" presStyleCnt="4"/>
      <dgm:spPr/>
    </dgm:pt>
    <dgm:pt modelId="{AB9DBD7F-2034-47E0-9167-A20BCC7994F0}" type="pres">
      <dgm:prSet presAssocID="{EF30BDC4-353B-44BD-80DB-ACE36DCAC2D0}" presName="txShp" presStyleLbl="node1" presStyleIdx="1" presStyleCnt="4">
        <dgm:presLayoutVars>
          <dgm:bulletEnabled val="1"/>
        </dgm:presLayoutVars>
      </dgm:prSet>
      <dgm:spPr/>
    </dgm:pt>
    <dgm:pt modelId="{4ED215BB-3241-46B1-9871-707A7B0DB491}" type="pres">
      <dgm:prSet presAssocID="{50A66986-A8B0-4805-861A-B5B94B87D743}" presName="spacing" presStyleCnt="0"/>
      <dgm:spPr/>
    </dgm:pt>
    <dgm:pt modelId="{05C92A37-2505-440B-B962-722F405CE14F}" type="pres">
      <dgm:prSet presAssocID="{DE6B994E-8285-4AC5-85E5-EDEA1876CF57}" presName="composite" presStyleCnt="0"/>
      <dgm:spPr/>
    </dgm:pt>
    <dgm:pt modelId="{556CF2A8-F0BC-4B28-8E24-916A781CAB76}" type="pres">
      <dgm:prSet presAssocID="{DE6B994E-8285-4AC5-85E5-EDEA1876CF57}" presName="imgShp" presStyleLbl="fgImgPlace1" presStyleIdx="2" presStyleCnt="4"/>
      <dgm:spPr/>
    </dgm:pt>
    <dgm:pt modelId="{26F29AC6-A952-4340-A81A-9FAAC4973B42}" type="pres">
      <dgm:prSet presAssocID="{DE6B994E-8285-4AC5-85E5-EDEA1876CF57}" presName="txShp" presStyleLbl="node1" presStyleIdx="2" presStyleCnt="4">
        <dgm:presLayoutVars>
          <dgm:bulletEnabled val="1"/>
        </dgm:presLayoutVars>
      </dgm:prSet>
      <dgm:spPr/>
    </dgm:pt>
    <dgm:pt modelId="{ADF4C10F-98DF-4BB9-BCFA-6B6AE515DA72}" type="pres">
      <dgm:prSet presAssocID="{1C43AD47-CB94-4F62-81B6-F88173792177}" presName="spacing" presStyleCnt="0"/>
      <dgm:spPr/>
    </dgm:pt>
    <dgm:pt modelId="{55339E36-3878-44F3-962A-E6320E87047F}" type="pres">
      <dgm:prSet presAssocID="{0926F160-962C-4F25-BABE-FFAB858FBFE4}" presName="composite" presStyleCnt="0"/>
      <dgm:spPr/>
    </dgm:pt>
    <dgm:pt modelId="{16789824-3FD9-4DAA-9593-23BC6C2EA569}" type="pres">
      <dgm:prSet presAssocID="{0926F160-962C-4F25-BABE-FFAB858FBFE4}" presName="imgShp" presStyleLbl="fgImgPlace1" presStyleIdx="3" presStyleCnt="4"/>
      <dgm:spPr/>
    </dgm:pt>
    <dgm:pt modelId="{EADEAA52-E734-46D8-8633-7F578AB1474F}" type="pres">
      <dgm:prSet presAssocID="{0926F160-962C-4F25-BABE-FFAB858FBFE4}" presName="txShp" presStyleLbl="node1" presStyleIdx="3" presStyleCnt="4">
        <dgm:presLayoutVars>
          <dgm:bulletEnabled val="1"/>
        </dgm:presLayoutVars>
      </dgm:prSet>
      <dgm:spPr/>
    </dgm:pt>
  </dgm:ptLst>
  <dgm:cxnLst>
    <dgm:cxn modelId="{948A1E20-C27B-4D93-A8B0-5399410EF3E8}" srcId="{D31D0107-D4A2-43F7-A599-3413ABD177C9}" destId="{C77139F3-8847-4E87-918F-49F665ABEF24}" srcOrd="0" destOrd="0" parTransId="{AEB62EB3-AB48-4C4B-BD95-23A90EEDFA49}" sibTransId="{72EE2C2E-C21E-4B25-94E9-CED5DDF197F9}"/>
    <dgm:cxn modelId="{7E9BD32E-9A97-4349-A954-26A055AAA6E3}" srcId="{D31D0107-D4A2-43F7-A599-3413ABD177C9}" destId="{EF30BDC4-353B-44BD-80DB-ACE36DCAC2D0}" srcOrd="1" destOrd="0" parTransId="{B0C49CB0-F6E4-4304-8F68-B8969889E03F}" sibTransId="{50A66986-A8B0-4805-861A-B5B94B87D743}"/>
    <dgm:cxn modelId="{D8149131-4ACA-410D-9B4E-4219CB2FACB5}" srcId="{D31D0107-D4A2-43F7-A599-3413ABD177C9}" destId="{0926F160-962C-4F25-BABE-FFAB858FBFE4}" srcOrd="3" destOrd="0" parTransId="{57BD5A2C-029F-48CE-B348-A539EFB820EA}" sibTransId="{4B15FF91-1FF7-4801-AEFC-59220EE2B9B5}"/>
    <dgm:cxn modelId="{CF83F438-6584-4B11-BDEF-2B8E3DA878DB}" srcId="{D31D0107-D4A2-43F7-A599-3413ABD177C9}" destId="{DE6B994E-8285-4AC5-85E5-EDEA1876CF57}" srcOrd="2" destOrd="0" parTransId="{98857DEE-3919-478E-BE60-504C4E5662E8}" sibTransId="{1C43AD47-CB94-4F62-81B6-F88173792177}"/>
    <dgm:cxn modelId="{7370474E-76F4-4386-80C1-B7A1C90B7F7E}" type="presOf" srcId="{DE6B994E-8285-4AC5-85E5-EDEA1876CF57}" destId="{26F29AC6-A952-4340-A81A-9FAAC4973B42}" srcOrd="0" destOrd="0" presId="urn:microsoft.com/office/officeart/2005/8/layout/vList3"/>
    <dgm:cxn modelId="{2B00DF96-1F00-42DD-B9B4-53719D27BC9D}" type="presOf" srcId="{D31D0107-D4A2-43F7-A599-3413ABD177C9}" destId="{FFA86408-5CFB-4450-B743-86CFDF4ADA99}" srcOrd="0" destOrd="0" presId="urn:microsoft.com/office/officeart/2005/8/layout/vList3"/>
    <dgm:cxn modelId="{03BF4C99-0F1A-4F37-B9AA-6857B8535C2B}" type="presOf" srcId="{C77139F3-8847-4E87-918F-49F665ABEF24}" destId="{FC6AAD12-961F-47C0-B032-98043E8D3C3F}" srcOrd="0" destOrd="0" presId="urn:microsoft.com/office/officeart/2005/8/layout/vList3"/>
    <dgm:cxn modelId="{01E96DD4-CA8F-42A7-9486-4FA71E17FDAC}" type="presOf" srcId="{EF30BDC4-353B-44BD-80DB-ACE36DCAC2D0}" destId="{AB9DBD7F-2034-47E0-9167-A20BCC7994F0}" srcOrd="0" destOrd="0" presId="urn:microsoft.com/office/officeart/2005/8/layout/vList3"/>
    <dgm:cxn modelId="{5124B5F7-B23F-4DCD-B7F7-7CCFE5998000}" type="presOf" srcId="{0926F160-962C-4F25-BABE-FFAB858FBFE4}" destId="{EADEAA52-E734-46D8-8633-7F578AB1474F}" srcOrd="0" destOrd="0" presId="urn:microsoft.com/office/officeart/2005/8/layout/vList3"/>
    <dgm:cxn modelId="{F9241B4F-08B1-41F5-93FD-16F185F9AE96}" type="presParOf" srcId="{FFA86408-5CFB-4450-B743-86CFDF4ADA99}" destId="{882A465A-8ED7-40E1-8CAA-D504FF3EDCC8}" srcOrd="0" destOrd="0" presId="urn:microsoft.com/office/officeart/2005/8/layout/vList3"/>
    <dgm:cxn modelId="{2A070BCD-A743-42B0-B170-5E20F65E7AB0}" type="presParOf" srcId="{882A465A-8ED7-40E1-8CAA-D504FF3EDCC8}" destId="{6D715F61-CA1E-4920-9F03-3A8D9E152185}" srcOrd="0" destOrd="0" presId="urn:microsoft.com/office/officeart/2005/8/layout/vList3"/>
    <dgm:cxn modelId="{74AD2602-4D11-4F85-B531-36783FD497E2}" type="presParOf" srcId="{882A465A-8ED7-40E1-8CAA-D504FF3EDCC8}" destId="{FC6AAD12-961F-47C0-B032-98043E8D3C3F}" srcOrd="1" destOrd="0" presId="urn:microsoft.com/office/officeart/2005/8/layout/vList3"/>
    <dgm:cxn modelId="{9E1BDFFB-01D2-469C-A542-483C2A83B6C5}" type="presParOf" srcId="{FFA86408-5CFB-4450-B743-86CFDF4ADA99}" destId="{A1803C19-A0B7-4E53-9400-EBD35402445A}" srcOrd="1" destOrd="0" presId="urn:microsoft.com/office/officeart/2005/8/layout/vList3"/>
    <dgm:cxn modelId="{E92D1D20-6A43-4107-8BD2-079AB226978B}" type="presParOf" srcId="{FFA86408-5CFB-4450-B743-86CFDF4ADA99}" destId="{55EBB098-AF45-4E23-8B04-082960235F79}" srcOrd="2" destOrd="0" presId="urn:microsoft.com/office/officeart/2005/8/layout/vList3"/>
    <dgm:cxn modelId="{64FF6C9B-7DF8-41C9-A447-6EAE3A4479A0}" type="presParOf" srcId="{55EBB098-AF45-4E23-8B04-082960235F79}" destId="{B22CF1E7-986B-48A5-ADF4-53DD2A6FC086}" srcOrd="0" destOrd="0" presId="urn:microsoft.com/office/officeart/2005/8/layout/vList3"/>
    <dgm:cxn modelId="{A530689C-5EB8-41EC-86E8-C45B7D840566}" type="presParOf" srcId="{55EBB098-AF45-4E23-8B04-082960235F79}" destId="{AB9DBD7F-2034-47E0-9167-A20BCC7994F0}" srcOrd="1" destOrd="0" presId="urn:microsoft.com/office/officeart/2005/8/layout/vList3"/>
    <dgm:cxn modelId="{98D8E19F-B8EC-44EC-81ED-53840144BEDF}" type="presParOf" srcId="{FFA86408-5CFB-4450-B743-86CFDF4ADA99}" destId="{4ED215BB-3241-46B1-9871-707A7B0DB491}" srcOrd="3" destOrd="0" presId="urn:microsoft.com/office/officeart/2005/8/layout/vList3"/>
    <dgm:cxn modelId="{89C86B5E-70B0-4FE9-82C8-52832A6EA53A}" type="presParOf" srcId="{FFA86408-5CFB-4450-B743-86CFDF4ADA99}" destId="{05C92A37-2505-440B-B962-722F405CE14F}" srcOrd="4" destOrd="0" presId="urn:microsoft.com/office/officeart/2005/8/layout/vList3"/>
    <dgm:cxn modelId="{0C9A509A-CB9F-4EBC-B0BA-C9054DA9BEE2}" type="presParOf" srcId="{05C92A37-2505-440B-B962-722F405CE14F}" destId="{556CF2A8-F0BC-4B28-8E24-916A781CAB76}" srcOrd="0" destOrd="0" presId="urn:microsoft.com/office/officeart/2005/8/layout/vList3"/>
    <dgm:cxn modelId="{CB6C86EC-9017-4879-ADB3-8957A4772A0E}" type="presParOf" srcId="{05C92A37-2505-440B-B962-722F405CE14F}" destId="{26F29AC6-A952-4340-A81A-9FAAC4973B42}" srcOrd="1" destOrd="0" presId="urn:microsoft.com/office/officeart/2005/8/layout/vList3"/>
    <dgm:cxn modelId="{27C182EB-5900-4BFB-9795-AE96DE454A99}" type="presParOf" srcId="{FFA86408-5CFB-4450-B743-86CFDF4ADA99}" destId="{ADF4C10F-98DF-4BB9-BCFA-6B6AE515DA72}" srcOrd="5" destOrd="0" presId="urn:microsoft.com/office/officeart/2005/8/layout/vList3"/>
    <dgm:cxn modelId="{F701C7FB-2EC2-46B8-B948-AC73EED6FFA4}" type="presParOf" srcId="{FFA86408-5CFB-4450-B743-86CFDF4ADA99}" destId="{55339E36-3878-44F3-962A-E6320E87047F}" srcOrd="6" destOrd="0" presId="urn:microsoft.com/office/officeart/2005/8/layout/vList3"/>
    <dgm:cxn modelId="{45616F89-CBAF-4F45-8C7A-030615713C3C}" type="presParOf" srcId="{55339E36-3878-44F3-962A-E6320E87047F}" destId="{16789824-3FD9-4DAA-9593-23BC6C2EA569}" srcOrd="0" destOrd="0" presId="urn:microsoft.com/office/officeart/2005/8/layout/vList3"/>
    <dgm:cxn modelId="{AB30CC53-5484-4A8A-8C18-D992F5BFF5DC}" type="presParOf" srcId="{55339E36-3878-44F3-962A-E6320E87047F}" destId="{EADEAA52-E734-46D8-8633-7F578AB1474F}"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137E318-CEE4-4E0D-9655-3B7C6C6EE401}"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uk-UA"/>
        </a:p>
      </dgm:t>
    </dgm:pt>
    <dgm:pt modelId="{AA8C5DFA-75F4-4939-8218-C3A7C09C74D9}">
      <dgm:prSet/>
      <dgm:spPr/>
      <dgm:t>
        <a:bodyPr/>
        <a:lstStyle/>
        <a:p>
          <a:r>
            <a:rPr lang="ru-RU" b="0" i="0"/>
            <a:t>створення Холодноярської республіки</a:t>
          </a:r>
          <a:endParaRPr lang="uk-UA"/>
        </a:p>
      </dgm:t>
    </dgm:pt>
    <dgm:pt modelId="{5B25C51E-5D0A-4B5C-A4ED-00B384D8F6EE}" type="parTrans" cxnId="{0270A7E3-4BC6-4AB8-89AB-12B46CB13C3A}">
      <dgm:prSet/>
      <dgm:spPr/>
      <dgm:t>
        <a:bodyPr/>
        <a:lstStyle/>
        <a:p>
          <a:endParaRPr lang="uk-UA"/>
        </a:p>
      </dgm:t>
    </dgm:pt>
    <dgm:pt modelId="{2FC6D049-8AA0-4457-8BE9-FF1A0D3657F0}" type="sibTrans" cxnId="{0270A7E3-4BC6-4AB8-89AB-12B46CB13C3A}">
      <dgm:prSet/>
      <dgm:spPr/>
      <dgm:t>
        <a:bodyPr/>
        <a:lstStyle/>
        <a:p>
          <a:endParaRPr lang="uk-UA"/>
        </a:p>
      </dgm:t>
    </dgm:pt>
    <dgm:pt modelId="{D39E62A3-1D93-418F-8123-08266E002C11}">
      <dgm:prSet/>
      <dgm:spPr/>
      <dgm:t>
        <a:bodyPr/>
        <a:lstStyle/>
        <a:p>
          <a:r>
            <a:rPr lang="ru-RU" b="0" i="0"/>
            <a:t>проголошення ЗУНР</a:t>
          </a:r>
          <a:endParaRPr lang="uk-UA"/>
        </a:p>
      </dgm:t>
    </dgm:pt>
    <dgm:pt modelId="{13095EF1-FB70-4282-B002-3CB4620D3FA0}" type="parTrans" cxnId="{E935DABE-AF04-476F-A9DD-40D4C19CB359}">
      <dgm:prSet/>
      <dgm:spPr/>
      <dgm:t>
        <a:bodyPr/>
        <a:lstStyle/>
        <a:p>
          <a:endParaRPr lang="uk-UA"/>
        </a:p>
      </dgm:t>
    </dgm:pt>
    <dgm:pt modelId="{FBBF9CCE-68A1-460F-8D0C-39EF2B661740}" type="sibTrans" cxnId="{E935DABE-AF04-476F-A9DD-40D4C19CB359}">
      <dgm:prSet/>
      <dgm:spPr/>
      <dgm:t>
        <a:bodyPr/>
        <a:lstStyle/>
        <a:p>
          <a:endParaRPr lang="uk-UA"/>
        </a:p>
      </dgm:t>
    </dgm:pt>
    <dgm:pt modelId="{0F1B02A4-66C1-4C5B-B81A-8E6F1A1569B6}">
      <dgm:prSet/>
      <dgm:spPr/>
      <dgm:t>
        <a:bodyPr/>
        <a:lstStyle/>
        <a:p>
          <a:r>
            <a:rPr lang="ru-RU" b="0" i="0"/>
            <a:t>ухвалення Конституції УСРР</a:t>
          </a:r>
          <a:endParaRPr lang="uk-UA"/>
        </a:p>
      </dgm:t>
    </dgm:pt>
    <dgm:pt modelId="{3C705A49-A9C4-4BFA-ADC8-823BF3B90EEC}" type="parTrans" cxnId="{C4624A74-4E3F-4826-8056-1ECCF5A6ACB1}">
      <dgm:prSet/>
      <dgm:spPr/>
      <dgm:t>
        <a:bodyPr/>
        <a:lstStyle/>
        <a:p>
          <a:endParaRPr lang="uk-UA"/>
        </a:p>
      </dgm:t>
    </dgm:pt>
    <dgm:pt modelId="{77F4A401-D158-4176-8865-37487F810391}" type="sibTrans" cxnId="{C4624A74-4E3F-4826-8056-1ECCF5A6ACB1}">
      <dgm:prSet/>
      <dgm:spPr/>
      <dgm:t>
        <a:bodyPr/>
        <a:lstStyle/>
        <a:p>
          <a:endParaRPr lang="uk-UA"/>
        </a:p>
      </dgm:t>
    </dgm:pt>
    <dgm:pt modelId="{B99B970A-8986-4EAD-943E-14F70006177B}">
      <dgm:prSet/>
      <dgm:spPr/>
      <dgm:t>
        <a:bodyPr/>
        <a:lstStyle/>
        <a:p>
          <a:r>
            <a:rPr lang="ru-RU" b="0" i="0"/>
            <a:t>підписання Варшавської угоди</a:t>
          </a:r>
          <a:endParaRPr lang="uk-UA"/>
        </a:p>
      </dgm:t>
    </dgm:pt>
    <dgm:pt modelId="{7A03CDAA-8215-4018-A1B5-48744AA33953}" type="parTrans" cxnId="{7C16DF6F-9734-46A4-8E8C-3F260024D628}">
      <dgm:prSet/>
      <dgm:spPr/>
      <dgm:t>
        <a:bodyPr/>
        <a:lstStyle/>
        <a:p>
          <a:endParaRPr lang="uk-UA"/>
        </a:p>
      </dgm:t>
    </dgm:pt>
    <dgm:pt modelId="{58E1541F-263B-4539-83DE-2446E17A7C5B}" type="sibTrans" cxnId="{7C16DF6F-9734-46A4-8E8C-3F260024D628}">
      <dgm:prSet/>
      <dgm:spPr/>
      <dgm:t>
        <a:bodyPr/>
        <a:lstStyle/>
        <a:p>
          <a:endParaRPr lang="uk-UA"/>
        </a:p>
      </dgm:t>
    </dgm:pt>
    <dgm:pt modelId="{B90B7844-8373-41BB-81BD-956EA1EF55C9}">
      <dgm:prSet/>
      <dgm:spPr/>
      <dgm:t>
        <a:bodyPr/>
        <a:lstStyle/>
        <a:p>
          <a:r>
            <a:rPr lang="ru-RU" b="0" i="0"/>
            <a:t>гетьманський переворот</a:t>
          </a:r>
          <a:endParaRPr lang="uk-UA"/>
        </a:p>
      </dgm:t>
    </dgm:pt>
    <dgm:pt modelId="{0C8BC660-63CD-454B-8FED-6104A0D536A0}" type="parTrans" cxnId="{DA827BC9-4906-4840-B8F7-AFC2D08AF551}">
      <dgm:prSet/>
      <dgm:spPr/>
      <dgm:t>
        <a:bodyPr/>
        <a:lstStyle/>
        <a:p>
          <a:endParaRPr lang="uk-UA"/>
        </a:p>
      </dgm:t>
    </dgm:pt>
    <dgm:pt modelId="{D63F77C1-43AE-474C-8C37-1F43FCE4B011}" type="sibTrans" cxnId="{DA827BC9-4906-4840-B8F7-AFC2D08AF551}">
      <dgm:prSet/>
      <dgm:spPr/>
      <dgm:t>
        <a:bodyPr/>
        <a:lstStyle/>
        <a:p>
          <a:endParaRPr lang="uk-UA"/>
        </a:p>
      </dgm:t>
    </dgm:pt>
    <dgm:pt modelId="{331689EE-247E-4C19-AF05-C84B6A7E9725}" type="pres">
      <dgm:prSet presAssocID="{0137E318-CEE4-4E0D-9655-3B7C6C6EE401}" presName="vert0" presStyleCnt="0">
        <dgm:presLayoutVars>
          <dgm:dir/>
          <dgm:animOne val="branch"/>
          <dgm:animLvl val="lvl"/>
        </dgm:presLayoutVars>
      </dgm:prSet>
      <dgm:spPr/>
    </dgm:pt>
    <dgm:pt modelId="{66E746B0-BA60-4306-BE20-DF438364B4D3}" type="pres">
      <dgm:prSet presAssocID="{AA8C5DFA-75F4-4939-8218-C3A7C09C74D9}" presName="thickLine" presStyleLbl="alignNode1" presStyleIdx="0" presStyleCnt="5"/>
      <dgm:spPr/>
    </dgm:pt>
    <dgm:pt modelId="{D54B3B9D-E7C9-49CC-9B9D-00EA5E5D17FC}" type="pres">
      <dgm:prSet presAssocID="{AA8C5DFA-75F4-4939-8218-C3A7C09C74D9}" presName="horz1" presStyleCnt="0"/>
      <dgm:spPr/>
    </dgm:pt>
    <dgm:pt modelId="{7845AB96-F336-4151-A6F5-ECB446675F54}" type="pres">
      <dgm:prSet presAssocID="{AA8C5DFA-75F4-4939-8218-C3A7C09C74D9}" presName="tx1" presStyleLbl="revTx" presStyleIdx="0" presStyleCnt="5"/>
      <dgm:spPr/>
    </dgm:pt>
    <dgm:pt modelId="{27F818B6-D661-40CD-AB64-692415E245CC}" type="pres">
      <dgm:prSet presAssocID="{AA8C5DFA-75F4-4939-8218-C3A7C09C74D9}" presName="vert1" presStyleCnt="0"/>
      <dgm:spPr/>
    </dgm:pt>
    <dgm:pt modelId="{6374E84A-65B0-494A-A60F-BEC9F8271281}" type="pres">
      <dgm:prSet presAssocID="{D39E62A3-1D93-418F-8123-08266E002C11}" presName="thickLine" presStyleLbl="alignNode1" presStyleIdx="1" presStyleCnt="5"/>
      <dgm:spPr/>
    </dgm:pt>
    <dgm:pt modelId="{7C1B52BE-A4E0-400B-8AE9-F249CCCD15BB}" type="pres">
      <dgm:prSet presAssocID="{D39E62A3-1D93-418F-8123-08266E002C11}" presName="horz1" presStyleCnt="0"/>
      <dgm:spPr/>
    </dgm:pt>
    <dgm:pt modelId="{631CFE49-6758-4DCE-8EA2-5AA4927EF2E2}" type="pres">
      <dgm:prSet presAssocID="{D39E62A3-1D93-418F-8123-08266E002C11}" presName="tx1" presStyleLbl="revTx" presStyleIdx="1" presStyleCnt="5"/>
      <dgm:spPr/>
    </dgm:pt>
    <dgm:pt modelId="{6A6D2FF2-ED33-4851-A501-ABA5B8A1CE2C}" type="pres">
      <dgm:prSet presAssocID="{D39E62A3-1D93-418F-8123-08266E002C11}" presName="vert1" presStyleCnt="0"/>
      <dgm:spPr/>
    </dgm:pt>
    <dgm:pt modelId="{F10943B1-29CC-4D75-B13C-7B335AE7C635}" type="pres">
      <dgm:prSet presAssocID="{0F1B02A4-66C1-4C5B-B81A-8E6F1A1569B6}" presName="thickLine" presStyleLbl="alignNode1" presStyleIdx="2" presStyleCnt="5"/>
      <dgm:spPr/>
    </dgm:pt>
    <dgm:pt modelId="{DEF4161D-3A7D-4A5F-825C-D8BBC6180920}" type="pres">
      <dgm:prSet presAssocID="{0F1B02A4-66C1-4C5B-B81A-8E6F1A1569B6}" presName="horz1" presStyleCnt="0"/>
      <dgm:spPr/>
    </dgm:pt>
    <dgm:pt modelId="{D0ACE646-12FA-4F78-9838-8A6E1AAC0ADD}" type="pres">
      <dgm:prSet presAssocID="{0F1B02A4-66C1-4C5B-B81A-8E6F1A1569B6}" presName="tx1" presStyleLbl="revTx" presStyleIdx="2" presStyleCnt="5"/>
      <dgm:spPr/>
    </dgm:pt>
    <dgm:pt modelId="{BA338A73-7A9C-4505-939A-E454C9677C17}" type="pres">
      <dgm:prSet presAssocID="{0F1B02A4-66C1-4C5B-B81A-8E6F1A1569B6}" presName="vert1" presStyleCnt="0"/>
      <dgm:spPr/>
    </dgm:pt>
    <dgm:pt modelId="{3A2ADE75-B720-4488-B225-E417F1148FFE}" type="pres">
      <dgm:prSet presAssocID="{B99B970A-8986-4EAD-943E-14F70006177B}" presName="thickLine" presStyleLbl="alignNode1" presStyleIdx="3" presStyleCnt="5"/>
      <dgm:spPr/>
    </dgm:pt>
    <dgm:pt modelId="{F095546F-1256-4482-98FE-E93D5013882E}" type="pres">
      <dgm:prSet presAssocID="{B99B970A-8986-4EAD-943E-14F70006177B}" presName="horz1" presStyleCnt="0"/>
      <dgm:spPr/>
    </dgm:pt>
    <dgm:pt modelId="{7CCC7A13-90F0-4CF5-99E2-DC14834FDE61}" type="pres">
      <dgm:prSet presAssocID="{B99B970A-8986-4EAD-943E-14F70006177B}" presName="tx1" presStyleLbl="revTx" presStyleIdx="3" presStyleCnt="5"/>
      <dgm:spPr/>
    </dgm:pt>
    <dgm:pt modelId="{0F7E2E07-D0EF-4CD9-91BA-3F9D22A3E39B}" type="pres">
      <dgm:prSet presAssocID="{B99B970A-8986-4EAD-943E-14F70006177B}" presName="vert1" presStyleCnt="0"/>
      <dgm:spPr/>
    </dgm:pt>
    <dgm:pt modelId="{4CAEF975-B871-4044-8DB0-98DA65F76962}" type="pres">
      <dgm:prSet presAssocID="{B90B7844-8373-41BB-81BD-956EA1EF55C9}" presName="thickLine" presStyleLbl="alignNode1" presStyleIdx="4" presStyleCnt="5"/>
      <dgm:spPr/>
    </dgm:pt>
    <dgm:pt modelId="{5A6B4701-5130-489B-80BD-7F370C5306DC}" type="pres">
      <dgm:prSet presAssocID="{B90B7844-8373-41BB-81BD-956EA1EF55C9}" presName="horz1" presStyleCnt="0"/>
      <dgm:spPr/>
    </dgm:pt>
    <dgm:pt modelId="{9A00BFE3-2DC2-4F49-AAFD-7BEAFACC711B}" type="pres">
      <dgm:prSet presAssocID="{B90B7844-8373-41BB-81BD-956EA1EF55C9}" presName="tx1" presStyleLbl="revTx" presStyleIdx="4" presStyleCnt="5"/>
      <dgm:spPr/>
    </dgm:pt>
    <dgm:pt modelId="{2FD6CA47-4494-45A7-8BF6-6E8F3FDE26CE}" type="pres">
      <dgm:prSet presAssocID="{B90B7844-8373-41BB-81BD-956EA1EF55C9}" presName="vert1" presStyleCnt="0"/>
      <dgm:spPr/>
    </dgm:pt>
  </dgm:ptLst>
  <dgm:cxnLst>
    <dgm:cxn modelId="{1F177530-D96D-4DE7-B164-B472890F0C09}" type="presOf" srcId="{B99B970A-8986-4EAD-943E-14F70006177B}" destId="{7CCC7A13-90F0-4CF5-99E2-DC14834FDE61}" srcOrd="0" destOrd="0" presId="urn:microsoft.com/office/officeart/2008/layout/LinedList"/>
    <dgm:cxn modelId="{7C16DF6F-9734-46A4-8E8C-3F260024D628}" srcId="{0137E318-CEE4-4E0D-9655-3B7C6C6EE401}" destId="{B99B970A-8986-4EAD-943E-14F70006177B}" srcOrd="3" destOrd="0" parTransId="{7A03CDAA-8215-4018-A1B5-48744AA33953}" sibTransId="{58E1541F-263B-4539-83DE-2446E17A7C5B}"/>
    <dgm:cxn modelId="{C4624A74-4E3F-4826-8056-1ECCF5A6ACB1}" srcId="{0137E318-CEE4-4E0D-9655-3B7C6C6EE401}" destId="{0F1B02A4-66C1-4C5B-B81A-8E6F1A1569B6}" srcOrd="2" destOrd="0" parTransId="{3C705A49-A9C4-4BFA-ADC8-823BF3B90EEC}" sibTransId="{77F4A401-D158-4176-8865-37487F810391}"/>
    <dgm:cxn modelId="{D8518F85-F325-41F2-B819-B7B15CBA27E0}" type="presOf" srcId="{D39E62A3-1D93-418F-8123-08266E002C11}" destId="{631CFE49-6758-4DCE-8EA2-5AA4927EF2E2}" srcOrd="0" destOrd="0" presId="urn:microsoft.com/office/officeart/2008/layout/LinedList"/>
    <dgm:cxn modelId="{E935DABE-AF04-476F-A9DD-40D4C19CB359}" srcId="{0137E318-CEE4-4E0D-9655-3B7C6C6EE401}" destId="{D39E62A3-1D93-418F-8123-08266E002C11}" srcOrd="1" destOrd="0" parTransId="{13095EF1-FB70-4282-B002-3CB4620D3FA0}" sibTransId="{FBBF9CCE-68A1-460F-8D0C-39EF2B661740}"/>
    <dgm:cxn modelId="{DA827BC9-4906-4840-B8F7-AFC2D08AF551}" srcId="{0137E318-CEE4-4E0D-9655-3B7C6C6EE401}" destId="{B90B7844-8373-41BB-81BD-956EA1EF55C9}" srcOrd="4" destOrd="0" parTransId="{0C8BC660-63CD-454B-8FED-6104A0D536A0}" sibTransId="{D63F77C1-43AE-474C-8C37-1F43FCE4B011}"/>
    <dgm:cxn modelId="{93D8C9CF-82A3-4FB2-B061-5157D3295F86}" type="presOf" srcId="{B90B7844-8373-41BB-81BD-956EA1EF55C9}" destId="{9A00BFE3-2DC2-4F49-AAFD-7BEAFACC711B}" srcOrd="0" destOrd="0" presId="urn:microsoft.com/office/officeart/2008/layout/LinedList"/>
    <dgm:cxn modelId="{8D7E32D1-6205-42FB-B566-E53D9FEE24FB}" type="presOf" srcId="{0137E318-CEE4-4E0D-9655-3B7C6C6EE401}" destId="{331689EE-247E-4C19-AF05-C84B6A7E9725}" srcOrd="0" destOrd="0" presId="urn:microsoft.com/office/officeart/2008/layout/LinedList"/>
    <dgm:cxn modelId="{1DDBCFD7-0C49-41BE-A17D-2D70034CAF30}" type="presOf" srcId="{AA8C5DFA-75F4-4939-8218-C3A7C09C74D9}" destId="{7845AB96-F336-4151-A6F5-ECB446675F54}" srcOrd="0" destOrd="0" presId="urn:microsoft.com/office/officeart/2008/layout/LinedList"/>
    <dgm:cxn modelId="{9C7CD5DC-735A-42D6-8002-377E558BE1D5}" type="presOf" srcId="{0F1B02A4-66C1-4C5B-B81A-8E6F1A1569B6}" destId="{D0ACE646-12FA-4F78-9838-8A6E1AAC0ADD}" srcOrd="0" destOrd="0" presId="urn:microsoft.com/office/officeart/2008/layout/LinedList"/>
    <dgm:cxn modelId="{0270A7E3-4BC6-4AB8-89AB-12B46CB13C3A}" srcId="{0137E318-CEE4-4E0D-9655-3B7C6C6EE401}" destId="{AA8C5DFA-75F4-4939-8218-C3A7C09C74D9}" srcOrd="0" destOrd="0" parTransId="{5B25C51E-5D0A-4B5C-A4ED-00B384D8F6EE}" sibTransId="{2FC6D049-8AA0-4457-8BE9-FF1A0D3657F0}"/>
    <dgm:cxn modelId="{90EE0744-E979-4C77-AC48-5F7F4B1B8353}" type="presParOf" srcId="{331689EE-247E-4C19-AF05-C84B6A7E9725}" destId="{66E746B0-BA60-4306-BE20-DF438364B4D3}" srcOrd="0" destOrd="0" presId="urn:microsoft.com/office/officeart/2008/layout/LinedList"/>
    <dgm:cxn modelId="{620A653F-D474-40E5-A0F0-7F4818165051}" type="presParOf" srcId="{331689EE-247E-4C19-AF05-C84B6A7E9725}" destId="{D54B3B9D-E7C9-49CC-9B9D-00EA5E5D17FC}" srcOrd="1" destOrd="0" presId="urn:microsoft.com/office/officeart/2008/layout/LinedList"/>
    <dgm:cxn modelId="{5AA4E4B6-E229-418F-BB40-E3A15A5158E4}" type="presParOf" srcId="{D54B3B9D-E7C9-49CC-9B9D-00EA5E5D17FC}" destId="{7845AB96-F336-4151-A6F5-ECB446675F54}" srcOrd="0" destOrd="0" presId="urn:microsoft.com/office/officeart/2008/layout/LinedList"/>
    <dgm:cxn modelId="{B2267F22-5D8B-4C38-9EF8-E4A1CD25ABB6}" type="presParOf" srcId="{D54B3B9D-E7C9-49CC-9B9D-00EA5E5D17FC}" destId="{27F818B6-D661-40CD-AB64-692415E245CC}" srcOrd="1" destOrd="0" presId="urn:microsoft.com/office/officeart/2008/layout/LinedList"/>
    <dgm:cxn modelId="{827C5373-992A-47B5-8ECC-91B6025AF9E9}" type="presParOf" srcId="{331689EE-247E-4C19-AF05-C84B6A7E9725}" destId="{6374E84A-65B0-494A-A60F-BEC9F8271281}" srcOrd="2" destOrd="0" presId="urn:microsoft.com/office/officeart/2008/layout/LinedList"/>
    <dgm:cxn modelId="{343EA989-C67B-4A50-A81E-8A771EDE7320}" type="presParOf" srcId="{331689EE-247E-4C19-AF05-C84B6A7E9725}" destId="{7C1B52BE-A4E0-400B-8AE9-F249CCCD15BB}" srcOrd="3" destOrd="0" presId="urn:microsoft.com/office/officeart/2008/layout/LinedList"/>
    <dgm:cxn modelId="{6FDF021A-C236-427B-8772-E3263DE9DA39}" type="presParOf" srcId="{7C1B52BE-A4E0-400B-8AE9-F249CCCD15BB}" destId="{631CFE49-6758-4DCE-8EA2-5AA4927EF2E2}" srcOrd="0" destOrd="0" presId="urn:microsoft.com/office/officeart/2008/layout/LinedList"/>
    <dgm:cxn modelId="{EE7ACC3D-301C-4051-8B2A-178B2B96B1EC}" type="presParOf" srcId="{7C1B52BE-A4E0-400B-8AE9-F249CCCD15BB}" destId="{6A6D2FF2-ED33-4851-A501-ABA5B8A1CE2C}" srcOrd="1" destOrd="0" presId="urn:microsoft.com/office/officeart/2008/layout/LinedList"/>
    <dgm:cxn modelId="{9000BB08-4151-4570-A2EE-8C88762E1CFB}" type="presParOf" srcId="{331689EE-247E-4C19-AF05-C84B6A7E9725}" destId="{F10943B1-29CC-4D75-B13C-7B335AE7C635}" srcOrd="4" destOrd="0" presId="urn:microsoft.com/office/officeart/2008/layout/LinedList"/>
    <dgm:cxn modelId="{6CA6B834-4323-4DC9-8849-DFC2D1EF1AD4}" type="presParOf" srcId="{331689EE-247E-4C19-AF05-C84B6A7E9725}" destId="{DEF4161D-3A7D-4A5F-825C-D8BBC6180920}" srcOrd="5" destOrd="0" presId="urn:microsoft.com/office/officeart/2008/layout/LinedList"/>
    <dgm:cxn modelId="{574F2364-ADB9-4CA9-80D7-A0989D0C1A6D}" type="presParOf" srcId="{DEF4161D-3A7D-4A5F-825C-D8BBC6180920}" destId="{D0ACE646-12FA-4F78-9838-8A6E1AAC0ADD}" srcOrd="0" destOrd="0" presId="urn:microsoft.com/office/officeart/2008/layout/LinedList"/>
    <dgm:cxn modelId="{339DB490-5A91-4931-8817-05862DD53AA6}" type="presParOf" srcId="{DEF4161D-3A7D-4A5F-825C-D8BBC6180920}" destId="{BA338A73-7A9C-4505-939A-E454C9677C17}" srcOrd="1" destOrd="0" presId="urn:microsoft.com/office/officeart/2008/layout/LinedList"/>
    <dgm:cxn modelId="{38833469-4F51-4DF2-A968-420A70DE5B13}" type="presParOf" srcId="{331689EE-247E-4C19-AF05-C84B6A7E9725}" destId="{3A2ADE75-B720-4488-B225-E417F1148FFE}" srcOrd="6" destOrd="0" presId="urn:microsoft.com/office/officeart/2008/layout/LinedList"/>
    <dgm:cxn modelId="{969A955F-3223-4C3A-9037-1653CDA72120}" type="presParOf" srcId="{331689EE-247E-4C19-AF05-C84B6A7E9725}" destId="{F095546F-1256-4482-98FE-E93D5013882E}" srcOrd="7" destOrd="0" presId="urn:microsoft.com/office/officeart/2008/layout/LinedList"/>
    <dgm:cxn modelId="{904F6806-EBD3-4743-BB64-29FBDC6852F3}" type="presParOf" srcId="{F095546F-1256-4482-98FE-E93D5013882E}" destId="{7CCC7A13-90F0-4CF5-99E2-DC14834FDE61}" srcOrd="0" destOrd="0" presId="urn:microsoft.com/office/officeart/2008/layout/LinedList"/>
    <dgm:cxn modelId="{11934CB5-7B00-4FAE-A687-09BAD1CFD4FA}" type="presParOf" srcId="{F095546F-1256-4482-98FE-E93D5013882E}" destId="{0F7E2E07-D0EF-4CD9-91BA-3F9D22A3E39B}" srcOrd="1" destOrd="0" presId="urn:microsoft.com/office/officeart/2008/layout/LinedList"/>
    <dgm:cxn modelId="{D5EA4E0E-7445-40DA-A66D-895E5173C5D2}" type="presParOf" srcId="{331689EE-247E-4C19-AF05-C84B6A7E9725}" destId="{4CAEF975-B871-4044-8DB0-98DA65F76962}" srcOrd="8" destOrd="0" presId="urn:microsoft.com/office/officeart/2008/layout/LinedList"/>
    <dgm:cxn modelId="{A58453E9-9F83-4755-BF24-D8D69DE56717}" type="presParOf" srcId="{331689EE-247E-4C19-AF05-C84B6A7E9725}" destId="{5A6B4701-5130-489B-80BD-7F370C5306DC}" srcOrd="9" destOrd="0" presId="urn:microsoft.com/office/officeart/2008/layout/LinedList"/>
    <dgm:cxn modelId="{8B5BCA85-C607-4503-A77D-F453582A91B9}" type="presParOf" srcId="{5A6B4701-5130-489B-80BD-7F370C5306DC}" destId="{9A00BFE3-2DC2-4F49-AAFD-7BEAFACC711B}" srcOrd="0" destOrd="0" presId="urn:microsoft.com/office/officeart/2008/layout/LinedList"/>
    <dgm:cxn modelId="{BB7F9E81-C33E-4DCD-BB95-0D32A30249B1}" type="presParOf" srcId="{5A6B4701-5130-489B-80BD-7F370C5306DC}" destId="{2FD6CA47-4494-45A7-8BF6-6E8F3FDE26CE}" srcOrd="1" destOrd="0" presId="urn:microsoft.com/office/officeart/2008/layout/Lined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F96D86F-D75E-47CF-B6C4-CFB3845FD9ED}"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383C5A25-D048-4B04-A396-380255E48BF0}">
      <dgm:prSet/>
      <dgm:spPr/>
      <dgm:t>
        <a:bodyPr/>
        <a:lstStyle/>
        <a:p>
          <a:r>
            <a:rPr lang="ru-RU" b="0" i="0"/>
            <a:t>В. Липківський</a:t>
          </a:r>
          <a:endParaRPr lang="uk-UA"/>
        </a:p>
      </dgm:t>
    </dgm:pt>
    <dgm:pt modelId="{02834BD5-E3C2-4AB8-B403-550E25586977}" type="parTrans" cxnId="{61BD877F-652C-4945-A866-F5DCCBE5C661}">
      <dgm:prSet/>
      <dgm:spPr/>
      <dgm:t>
        <a:bodyPr/>
        <a:lstStyle/>
        <a:p>
          <a:endParaRPr lang="uk-UA"/>
        </a:p>
      </dgm:t>
    </dgm:pt>
    <dgm:pt modelId="{6BB9CE10-54DB-491A-BF27-E47ACCDF2464}" type="sibTrans" cxnId="{61BD877F-652C-4945-A866-F5DCCBE5C661}">
      <dgm:prSet/>
      <dgm:spPr/>
      <dgm:t>
        <a:bodyPr/>
        <a:lstStyle/>
        <a:p>
          <a:endParaRPr lang="uk-UA"/>
        </a:p>
      </dgm:t>
    </dgm:pt>
    <dgm:pt modelId="{6D27A86F-2EC5-4F45-A86B-D56D2333EAF5}">
      <dgm:prSet/>
      <dgm:spPr/>
      <dgm:t>
        <a:bodyPr/>
        <a:lstStyle/>
        <a:p>
          <a:r>
            <a:rPr lang="ru-RU" b="0" i="0"/>
            <a:t>П. Скоропадський</a:t>
          </a:r>
          <a:endParaRPr lang="uk-UA"/>
        </a:p>
      </dgm:t>
    </dgm:pt>
    <dgm:pt modelId="{DC52C75E-0C9A-417A-9C6F-F8B428C17B95}" type="parTrans" cxnId="{7A3ED63C-9BF9-4658-82D2-D168307F70F6}">
      <dgm:prSet/>
      <dgm:spPr/>
      <dgm:t>
        <a:bodyPr/>
        <a:lstStyle/>
        <a:p>
          <a:endParaRPr lang="uk-UA"/>
        </a:p>
      </dgm:t>
    </dgm:pt>
    <dgm:pt modelId="{AE16BA95-5AF9-49E3-BBCC-4231C16B5021}" type="sibTrans" cxnId="{7A3ED63C-9BF9-4658-82D2-D168307F70F6}">
      <dgm:prSet/>
      <dgm:spPr/>
      <dgm:t>
        <a:bodyPr/>
        <a:lstStyle/>
        <a:p>
          <a:endParaRPr lang="uk-UA"/>
        </a:p>
      </dgm:t>
    </dgm:pt>
    <dgm:pt modelId="{2CA23B1D-3039-4CBC-AB8A-A6138D02DFF5}">
      <dgm:prSet/>
      <dgm:spPr/>
      <dgm:t>
        <a:bodyPr/>
        <a:lstStyle/>
        <a:p>
          <a:r>
            <a:rPr lang="ru-RU" b="0" i="0"/>
            <a:t>М. Грушевський</a:t>
          </a:r>
          <a:endParaRPr lang="uk-UA"/>
        </a:p>
      </dgm:t>
    </dgm:pt>
    <dgm:pt modelId="{DBBEC990-B694-4B81-AE98-C270A8591CC3}" type="parTrans" cxnId="{686F5291-7A47-464E-BC3D-E5290FE4444A}">
      <dgm:prSet/>
      <dgm:spPr/>
      <dgm:t>
        <a:bodyPr/>
        <a:lstStyle/>
        <a:p>
          <a:endParaRPr lang="uk-UA"/>
        </a:p>
      </dgm:t>
    </dgm:pt>
    <dgm:pt modelId="{1861A1BE-597D-4AA7-A589-C0B7B7ACD94F}" type="sibTrans" cxnId="{686F5291-7A47-464E-BC3D-E5290FE4444A}">
      <dgm:prSet/>
      <dgm:spPr/>
      <dgm:t>
        <a:bodyPr/>
        <a:lstStyle/>
        <a:p>
          <a:endParaRPr lang="uk-UA"/>
        </a:p>
      </dgm:t>
    </dgm:pt>
    <dgm:pt modelId="{C261944E-A7B6-4296-BA4E-56A473BE5EA7}">
      <dgm:prSet/>
      <dgm:spPr/>
      <dgm:t>
        <a:bodyPr/>
        <a:lstStyle/>
        <a:p>
          <a:r>
            <a:rPr lang="ru-RU" b="0" i="0"/>
            <a:t>С. Петлюр</a:t>
          </a:r>
          <a:endParaRPr lang="uk-UA"/>
        </a:p>
      </dgm:t>
    </dgm:pt>
    <dgm:pt modelId="{F3DA3A1B-E79D-4CE5-B80C-DB7EE1C54644}" type="parTrans" cxnId="{2211AB3C-BEE6-43F8-924B-8EFA55F358CB}">
      <dgm:prSet/>
      <dgm:spPr/>
      <dgm:t>
        <a:bodyPr/>
        <a:lstStyle/>
        <a:p>
          <a:endParaRPr lang="uk-UA"/>
        </a:p>
      </dgm:t>
    </dgm:pt>
    <dgm:pt modelId="{37F14C99-29C1-481D-AFC1-7F1175921556}" type="sibTrans" cxnId="{2211AB3C-BEE6-43F8-924B-8EFA55F358CB}">
      <dgm:prSet/>
      <dgm:spPr/>
      <dgm:t>
        <a:bodyPr/>
        <a:lstStyle/>
        <a:p>
          <a:endParaRPr lang="uk-UA"/>
        </a:p>
      </dgm:t>
    </dgm:pt>
    <dgm:pt modelId="{1981CDA5-8E07-4D9C-BD6C-FBB0D5BD78C6}" type="pres">
      <dgm:prSet presAssocID="{BF96D86F-D75E-47CF-B6C4-CFB3845FD9ED}" presName="linearFlow" presStyleCnt="0">
        <dgm:presLayoutVars>
          <dgm:dir/>
          <dgm:resizeHandles val="exact"/>
        </dgm:presLayoutVars>
      </dgm:prSet>
      <dgm:spPr/>
    </dgm:pt>
    <dgm:pt modelId="{BAB55ED9-FFF1-43F3-97CD-B331F379AAD2}" type="pres">
      <dgm:prSet presAssocID="{383C5A25-D048-4B04-A396-380255E48BF0}" presName="composite" presStyleCnt="0"/>
      <dgm:spPr/>
    </dgm:pt>
    <dgm:pt modelId="{AE98AEAB-CCAB-42C4-9A88-BC35B102F5ED}" type="pres">
      <dgm:prSet presAssocID="{383C5A25-D048-4B04-A396-380255E48BF0}" presName="imgShp" presStyleLbl="fgImgPlace1" presStyleIdx="0" presStyleCnt="4"/>
      <dgm:spPr/>
    </dgm:pt>
    <dgm:pt modelId="{02293203-9605-49CD-98E8-2881F1C7A6C7}" type="pres">
      <dgm:prSet presAssocID="{383C5A25-D048-4B04-A396-380255E48BF0}" presName="txShp" presStyleLbl="node1" presStyleIdx="0" presStyleCnt="4">
        <dgm:presLayoutVars>
          <dgm:bulletEnabled val="1"/>
        </dgm:presLayoutVars>
      </dgm:prSet>
      <dgm:spPr/>
    </dgm:pt>
    <dgm:pt modelId="{98A1B7E0-7206-4EB9-BBDF-C014DBF37CE9}" type="pres">
      <dgm:prSet presAssocID="{6BB9CE10-54DB-491A-BF27-E47ACCDF2464}" presName="spacing" presStyleCnt="0"/>
      <dgm:spPr/>
    </dgm:pt>
    <dgm:pt modelId="{E2F5C792-4310-41C3-9859-93A229E84102}" type="pres">
      <dgm:prSet presAssocID="{6D27A86F-2EC5-4F45-A86B-D56D2333EAF5}" presName="composite" presStyleCnt="0"/>
      <dgm:spPr/>
    </dgm:pt>
    <dgm:pt modelId="{48DAAA57-0A87-4475-985F-91723C7E6A44}" type="pres">
      <dgm:prSet presAssocID="{6D27A86F-2EC5-4F45-A86B-D56D2333EAF5}" presName="imgShp" presStyleLbl="fgImgPlace1" presStyleIdx="1" presStyleCnt="4"/>
      <dgm:spPr/>
    </dgm:pt>
    <dgm:pt modelId="{02D04F65-3FFB-4AE7-96B6-B6FDC21806FC}" type="pres">
      <dgm:prSet presAssocID="{6D27A86F-2EC5-4F45-A86B-D56D2333EAF5}" presName="txShp" presStyleLbl="node1" presStyleIdx="1" presStyleCnt="4">
        <dgm:presLayoutVars>
          <dgm:bulletEnabled val="1"/>
        </dgm:presLayoutVars>
      </dgm:prSet>
      <dgm:spPr/>
    </dgm:pt>
    <dgm:pt modelId="{1D6003CE-B8B0-4CFB-9553-C4DE15213809}" type="pres">
      <dgm:prSet presAssocID="{AE16BA95-5AF9-49E3-BBCC-4231C16B5021}" presName="spacing" presStyleCnt="0"/>
      <dgm:spPr/>
    </dgm:pt>
    <dgm:pt modelId="{6C0918BC-3C82-49C3-BE11-4B287DA1EAF8}" type="pres">
      <dgm:prSet presAssocID="{2CA23B1D-3039-4CBC-AB8A-A6138D02DFF5}" presName="composite" presStyleCnt="0"/>
      <dgm:spPr/>
    </dgm:pt>
    <dgm:pt modelId="{C4C1E32F-37F5-4A37-8D4B-AA2A9EED7863}" type="pres">
      <dgm:prSet presAssocID="{2CA23B1D-3039-4CBC-AB8A-A6138D02DFF5}" presName="imgShp" presStyleLbl="fgImgPlace1" presStyleIdx="2" presStyleCnt="4"/>
      <dgm:spPr/>
    </dgm:pt>
    <dgm:pt modelId="{11D3B49C-669F-467B-AE4B-363569462B1D}" type="pres">
      <dgm:prSet presAssocID="{2CA23B1D-3039-4CBC-AB8A-A6138D02DFF5}" presName="txShp" presStyleLbl="node1" presStyleIdx="2" presStyleCnt="4">
        <dgm:presLayoutVars>
          <dgm:bulletEnabled val="1"/>
        </dgm:presLayoutVars>
      </dgm:prSet>
      <dgm:spPr/>
    </dgm:pt>
    <dgm:pt modelId="{E3B2AA04-B09D-49DC-871E-715E94A1DE18}" type="pres">
      <dgm:prSet presAssocID="{1861A1BE-597D-4AA7-A589-C0B7B7ACD94F}" presName="spacing" presStyleCnt="0"/>
      <dgm:spPr/>
    </dgm:pt>
    <dgm:pt modelId="{354B1396-1B12-4E91-A44E-B6948FC732CC}" type="pres">
      <dgm:prSet presAssocID="{C261944E-A7B6-4296-BA4E-56A473BE5EA7}" presName="composite" presStyleCnt="0"/>
      <dgm:spPr/>
    </dgm:pt>
    <dgm:pt modelId="{E83BF96A-AD53-4B9C-90A2-7C38C1DA7614}" type="pres">
      <dgm:prSet presAssocID="{C261944E-A7B6-4296-BA4E-56A473BE5EA7}" presName="imgShp" presStyleLbl="fgImgPlace1" presStyleIdx="3" presStyleCnt="4"/>
      <dgm:spPr/>
    </dgm:pt>
    <dgm:pt modelId="{6FA3502B-4199-48FA-A767-1001FA0A681E}" type="pres">
      <dgm:prSet presAssocID="{C261944E-A7B6-4296-BA4E-56A473BE5EA7}" presName="txShp" presStyleLbl="node1" presStyleIdx="3" presStyleCnt="4">
        <dgm:presLayoutVars>
          <dgm:bulletEnabled val="1"/>
        </dgm:presLayoutVars>
      </dgm:prSet>
      <dgm:spPr/>
    </dgm:pt>
  </dgm:ptLst>
  <dgm:cxnLst>
    <dgm:cxn modelId="{2211AB3C-BEE6-43F8-924B-8EFA55F358CB}" srcId="{BF96D86F-D75E-47CF-B6C4-CFB3845FD9ED}" destId="{C261944E-A7B6-4296-BA4E-56A473BE5EA7}" srcOrd="3" destOrd="0" parTransId="{F3DA3A1B-E79D-4CE5-B80C-DB7EE1C54644}" sibTransId="{37F14C99-29C1-481D-AFC1-7F1175921556}"/>
    <dgm:cxn modelId="{7A3ED63C-9BF9-4658-82D2-D168307F70F6}" srcId="{BF96D86F-D75E-47CF-B6C4-CFB3845FD9ED}" destId="{6D27A86F-2EC5-4F45-A86B-D56D2333EAF5}" srcOrd="1" destOrd="0" parTransId="{DC52C75E-0C9A-417A-9C6F-F8B428C17B95}" sibTransId="{AE16BA95-5AF9-49E3-BBCC-4231C16B5021}"/>
    <dgm:cxn modelId="{6CBE9649-99A5-4AFC-880C-C4CE19E48014}" type="presOf" srcId="{2CA23B1D-3039-4CBC-AB8A-A6138D02DFF5}" destId="{11D3B49C-669F-467B-AE4B-363569462B1D}" srcOrd="0" destOrd="0" presId="urn:microsoft.com/office/officeart/2005/8/layout/vList3"/>
    <dgm:cxn modelId="{23A04074-7F14-4782-8DF3-74B0DC01D8DA}" type="presOf" srcId="{C261944E-A7B6-4296-BA4E-56A473BE5EA7}" destId="{6FA3502B-4199-48FA-A767-1001FA0A681E}" srcOrd="0" destOrd="0" presId="urn:microsoft.com/office/officeart/2005/8/layout/vList3"/>
    <dgm:cxn modelId="{61BD877F-652C-4945-A866-F5DCCBE5C661}" srcId="{BF96D86F-D75E-47CF-B6C4-CFB3845FD9ED}" destId="{383C5A25-D048-4B04-A396-380255E48BF0}" srcOrd="0" destOrd="0" parTransId="{02834BD5-E3C2-4AB8-B403-550E25586977}" sibTransId="{6BB9CE10-54DB-491A-BF27-E47ACCDF2464}"/>
    <dgm:cxn modelId="{686F5291-7A47-464E-BC3D-E5290FE4444A}" srcId="{BF96D86F-D75E-47CF-B6C4-CFB3845FD9ED}" destId="{2CA23B1D-3039-4CBC-AB8A-A6138D02DFF5}" srcOrd="2" destOrd="0" parTransId="{DBBEC990-B694-4B81-AE98-C270A8591CC3}" sibTransId="{1861A1BE-597D-4AA7-A589-C0B7B7ACD94F}"/>
    <dgm:cxn modelId="{B05760AD-086A-41B7-B115-4F9DE3401FA9}" type="presOf" srcId="{BF96D86F-D75E-47CF-B6C4-CFB3845FD9ED}" destId="{1981CDA5-8E07-4D9C-BD6C-FBB0D5BD78C6}" srcOrd="0" destOrd="0" presId="urn:microsoft.com/office/officeart/2005/8/layout/vList3"/>
    <dgm:cxn modelId="{C120C8C1-7ACC-41BC-A9F8-960083698849}" type="presOf" srcId="{383C5A25-D048-4B04-A396-380255E48BF0}" destId="{02293203-9605-49CD-98E8-2881F1C7A6C7}" srcOrd="0" destOrd="0" presId="urn:microsoft.com/office/officeart/2005/8/layout/vList3"/>
    <dgm:cxn modelId="{27509CD3-FB8D-4B3A-A3E5-E5417BCE9E85}" type="presOf" srcId="{6D27A86F-2EC5-4F45-A86B-D56D2333EAF5}" destId="{02D04F65-3FFB-4AE7-96B6-B6FDC21806FC}" srcOrd="0" destOrd="0" presId="urn:microsoft.com/office/officeart/2005/8/layout/vList3"/>
    <dgm:cxn modelId="{6A028E05-74A2-467F-804F-6169CFBC4498}" type="presParOf" srcId="{1981CDA5-8E07-4D9C-BD6C-FBB0D5BD78C6}" destId="{BAB55ED9-FFF1-43F3-97CD-B331F379AAD2}" srcOrd="0" destOrd="0" presId="urn:microsoft.com/office/officeart/2005/8/layout/vList3"/>
    <dgm:cxn modelId="{6093731F-CD31-4640-B513-96744FCFC55B}" type="presParOf" srcId="{BAB55ED9-FFF1-43F3-97CD-B331F379AAD2}" destId="{AE98AEAB-CCAB-42C4-9A88-BC35B102F5ED}" srcOrd="0" destOrd="0" presId="urn:microsoft.com/office/officeart/2005/8/layout/vList3"/>
    <dgm:cxn modelId="{64463896-CE91-4DE7-A97E-2CBDB6E30D33}" type="presParOf" srcId="{BAB55ED9-FFF1-43F3-97CD-B331F379AAD2}" destId="{02293203-9605-49CD-98E8-2881F1C7A6C7}" srcOrd="1" destOrd="0" presId="urn:microsoft.com/office/officeart/2005/8/layout/vList3"/>
    <dgm:cxn modelId="{BC506EE9-3284-4850-BC32-8321F54297E9}" type="presParOf" srcId="{1981CDA5-8E07-4D9C-BD6C-FBB0D5BD78C6}" destId="{98A1B7E0-7206-4EB9-BBDF-C014DBF37CE9}" srcOrd="1" destOrd="0" presId="urn:microsoft.com/office/officeart/2005/8/layout/vList3"/>
    <dgm:cxn modelId="{72796DB7-1C8A-4F3C-9FDD-128A7EF7FE94}" type="presParOf" srcId="{1981CDA5-8E07-4D9C-BD6C-FBB0D5BD78C6}" destId="{E2F5C792-4310-41C3-9859-93A229E84102}" srcOrd="2" destOrd="0" presId="urn:microsoft.com/office/officeart/2005/8/layout/vList3"/>
    <dgm:cxn modelId="{3A67FAD7-D467-4ED9-BB81-890528C5F265}" type="presParOf" srcId="{E2F5C792-4310-41C3-9859-93A229E84102}" destId="{48DAAA57-0A87-4475-985F-91723C7E6A44}" srcOrd="0" destOrd="0" presId="urn:microsoft.com/office/officeart/2005/8/layout/vList3"/>
    <dgm:cxn modelId="{E98457C4-DC7F-4FE5-BC96-52A237A628E6}" type="presParOf" srcId="{E2F5C792-4310-41C3-9859-93A229E84102}" destId="{02D04F65-3FFB-4AE7-96B6-B6FDC21806FC}" srcOrd="1" destOrd="0" presId="urn:microsoft.com/office/officeart/2005/8/layout/vList3"/>
    <dgm:cxn modelId="{A2D7E25A-7B99-49D1-8DB9-3270141EC19A}" type="presParOf" srcId="{1981CDA5-8E07-4D9C-BD6C-FBB0D5BD78C6}" destId="{1D6003CE-B8B0-4CFB-9553-C4DE15213809}" srcOrd="3" destOrd="0" presId="urn:microsoft.com/office/officeart/2005/8/layout/vList3"/>
    <dgm:cxn modelId="{0823D6A0-7653-4D34-8C5A-61FCB99B2C56}" type="presParOf" srcId="{1981CDA5-8E07-4D9C-BD6C-FBB0D5BD78C6}" destId="{6C0918BC-3C82-49C3-BE11-4B287DA1EAF8}" srcOrd="4" destOrd="0" presId="urn:microsoft.com/office/officeart/2005/8/layout/vList3"/>
    <dgm:cxn modelId="{55522EE0-9D6C-4F2A-BEEA-4A997EC401A4}" type="presParOf" srcId="{6C0918BC-3C82-49C3-BE11-4B287DA1EAF8}" destId="{C4C1E32F-37F5-4A37-8D4B-AA2A9EED7863}" srcOrd="0" destOrd="0" presId="urn:microsoft.com/office/officeart/2005/8/layout/vList3"/>
    <dgm:cxn modelId="{1975A9A5-D77C-45A4-8A23-9C4DAD1A3E83}" type="presParOf" srcId="{6C0918BC-3C82-49C3-BE11-4B287DA1EAF8}" destId="{11D3B49C-669F-467B-AE4B-363569462B1D}" srcOrd="1" destOrd="0" presId="urn:microsoft.com/office/officeart/2005/8/layout/vList3"/>
    <dgm:cxn modelId="{AEAA7E37-7312-4B42-85B6-7C64AF62F3C0}" type="presParOf" srcId="{1981CDA5-8E07-4D9C-BD6C-FBB0D5BD78C6}" destId="{E3B2AA04-B09D-49DC-871E-715E94A1DE18}" srcOrd="5" destOrd="0" presId="urn:microsoft.com/office/officeart/2005/8/layout/vList3"/>
    <dgm:cxn modelId="{BA25244A-83CC-4856-A846-458C01497D36}" type="presParOf" srcId="{1981CDA5-8E07-4D9C-BD6C-FBB0D5BD78C6}" destId="{354B1396-1B12-4E91-A44E-B6948FC732CC}" srcOrd="6" destOrd="0" presId="urn:microsoft.com/office/officeart/2005/8/layout/vList3"/>
    <dgm:cxn modelId="{2D7C742C-4E12-42B0-89BA-536F0AA74B2A}" type="presParOf" srcId="{354B1396-1B12-4E91-A44E-B6948FC732CC}" destId="{E83BF96A-AD53-4B9C-90A2-7C38C1DA7614}" srcOrd="0" destOrd="0" presId="urn:microsoft.com/office/officeart/2005/8/layout/vList3"/>
    <dgm:cxn modelId="{10D6CDD4-A06D-4A3B-A20D-B6F651DE25C6}" type="presParOf" srcId="{354B1396-1B12-4E91-A44E-B6948FC732CC}" destId="{6FA3502B-4199-48FA-A767-1001FA0A681E}"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616F21D-CEF8-4424-84C4-FA0C30DB7CB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53D56C50-5D99-4DE3-AAF1-927B251987FF}">
      <dgm:prSet/>
      <dgm:spPr/>
      <dgm:t>
        <a:bodyPr/>
        <a:lstStyle/>
        <a:p>
          <a:r>
            <a:rPr lang="uk-UA" b="0" i="0"/>
            <a:t>скликання Українського національного конгресу (з’їзду)</a:t>
          </a:r>
          <a:endParaRPr lang="uk-UA"/>
        </a:p>
      </dgm:t>
    </dgm:pt>
    <dgm:pt modelId="{56861F6E-F522-49C3-9FF2-90295392B76B}" type="parTrans" cxnId="{A8FC703C-3BE7-4333-B654-C437BF00ACB9}">
      <dgm:prSet/>
      <dgm:spPr/>
      <dgm:t>
        <a:bodyPr/>
        <a:lstStyle/>
        <a:p>
          <a:endParaRPr lang="uk-UA"/>
        </a:p>
      </dgm:t>
    </dgm:pt>
    <dgm:pt modelId="{50270F46-E8B4-462A-B1D7-31F4F9E76138}" type="sibTrans" cxnId="{A8FC703C-3BE7-4333-B654-C437BF00ACB9}">
      <dgm:prSet/>
      <dgm:spPr/>
      <dgm:t>
        <a:bodyPr/>
        <a:lstStyle/>
        <a:p>
          <a:endParaRPr lang="uk-UA"/>
        </a:p>
      </dgm:t>
    </dgm:pt>
    <dgm:pt modelId="{3992C01F-88BB-45B9-9EC7-F38148F8E838}">
      <dgm:prSet/>
      <dgm:spPr/>
      <dgm:t>
        <a:bodyPr/>
        <a:lstStyle/>
        <a:p>
          <a:r>
            <a:rPr lang="uk-UA" b="0" i="0"/>
            <a:t>укладення Варшавської угоди</a:t>
          </a:r>
          <a:endParaRPr lang="uk-UA"/>
        </a:p>
      </dgm:t>
    </dgm:pt>
    <dgm:pt modelId="{E7138F15-97D9-4FCE-9062-9E8ABBD60BA9}" type="parTrans" cxnId="{53581479-7619-4E33-A84D-56E2E6F57C3B}">
      <dgm:prSet/>
      <dgm:spPr/>
      <dgm:t>
        <a:bodyPr/>
        <a:lstStyle/>
        <a:p>
          <a:endParaRPr lang="uk-UA"/>
        </a:p>
      </dgm:t>
    </dgm:pt>
    <dgm:pt modelId="{75D6DD32-6705-46FC-9DC5-4F624FACAABA}" type="sibTrans" cxnId="{53581479-7619-4E33-A84D-56E2E6F57C3B}">
      <dgm:prSet/>
      <dgm:spPr/>
      <dgm:t>
        <a:bodyPr/>
        <a:lstStyle/>
        <a:p>
          <a:endParaRPr lang="uk-UA"/>
        </a:p>
      </dgm:t>
    </dgm:pt>
    <dgm:pt modelId="{16C30516-C0FC-4E1A-8327-27B85A932F26}">
      <dgm:prSet/>
      <dgm:spPr/>
      <dgm:t>
        <a:bodyPr/>
        <a:lstStyle/>
        <a:p>
          <a:r>
            <a:rPr lang="uk-UA" b="0" i="0"/>
            <a:t>заснування Української академії наук</a:t>
          </a:r>
          <a:endParaRPr lang="uk-UA"/>
        </a:p>
      </dgm:t>
    </dgm:pt>
    <dgm:pt modelId="{C29F227A-99AD-498F-B558-BD50DCE6046D}" type="parTrans" cxnId="{8E0CB50D-2BB8-4C81-BC00-0B4D5E701A00}">
      <dgm:prSet/>
      <dgm:spPr/>
      <dgm:t>
        <a:bodyPr/>
        <a:lstStyle/>
        <a:p>
          <a:endParaRPr lang="uk-UA"/>
        </a:p>
      </dgm:t>
    </dgm:pt>
    <dgm:pt modelId="{5E23A39C-F141-4F9A-B471-8BE08B2165BE}" type="sibTrans" cxnId="{8E0CB50D-2BB8-4C81-BC00-0B4D5E701A00}">
      <dgm:prSet/>
      <dgm:spPr/>
      <dgm:t>
        <a:bodyPr/>
        <a:lstStyle/>
        <a:p>
          <a:endParaRPr lang="uk-UA"/>
        </a:p>
      </dgm:t>
    </dgm:pt>
    <dgm:pt modelId="{BC9420E3-81C4-423B-991C-4DD8D34085FC}">
      <dgm:prSet/>
      <dgm:spPr/>
      <dgm:t>
        <a:bodyPr/>
        <a:lstStyle/>
        <a:p>
          <a:r>
            <a:rPr lang="uk-UA" b="0" i="0"/>
            <a:t>проголошення Української автокефальної православної церкви</a:t>
          </a:r>
          <a:endParaRPr lang="uk-UA"/>
        </a:p>
      </dgm:t>
    </dgm:pt>
    <dgm:pt modelId="{F439B997-C60A-49FD-A1FA-706BE2522672}" type="parTrans" cxnId="{E753F311-1AAD-446A-A667-544602B08333}">
      <dgm:prSet/>
      <dgm:spPr/>
      <dgm:t>
        <a:bodyPr/>
        <a:lstStyle/>
        <a:p>
          <a:endParaRPr lang="uk-UA"/>
        </a:p>
      </dgm:t>
    </dgm:pt>
    <dgm:pt modelId="{2C5D3278-EC95-46CA-AD60-21D25CDE2C3A}" type="sibTrans" cxnId="{E753F311-1AAD-446A-A667-544602B08333}">
      <dgm:prSet/>
      <dgm:spPr/>
      <dgm:t>
        <a:bodyPr/>
        <a:lstStyle/>
        <a:p>
          <a:endParaRPr lang="uk-UA"/>
        </a:p>
      </dgm:t>
    </dgm:pt>
    <dgm:pt modelId="{CD4F660C-8EE0-45C0-ABDF-D49D8441D6B7}">
      <dgm:prSet/>
      <dgm:spPr/>
      <dgm:t>
        <a:bodyPr/>
        <a:lstStyle/>
        <a:p>
          <a:r>
            <a:rPr lang="uk-UA" b="0" i="0"/>
            <a:t>запровадження нової економічної політики</a:t>
          </a:r>
          <a:endParaRPr lang="uk-UA"/>
        </a:p>
      </dgm:t>
    </dgm:pt>
    <dgm:pt modelId="{7B8E0840-2658-43A3-8CE6-422C1A510BF5}" type="parTrans" cxnId="{CDA04426-50BE-4629-9196-388C8F4ED93A}">
      <dgm:prSet/>
      <dgm:spPr/>
      <dgm:t>
        <a:bodyPr/>
        <a:lstStyle/>
        <a:p>
          <a:endParaRPr lang="uk-UA"/>
        </a:p>
      </dgm:t>
    </dgm:pt>
    <dgm:pt modelId="{F2691073-C6DB-44DA-BACE-28E653A6E5F0}" type="sibTrans" cxnId="{CDA04426-50BE-4629-9196-388C8F4ED93A}">
      <dgm:prSet/>
      <dgm:spPr/>
      <dgm:t>
        <a:bodyPr/>
        <a:lstStyle/>
        <a:p>
          <a:endParaRPr lang="uk-UA"/>
        </a:p>
      </dgm:t>
    </dgm:pt>
    <dgm:pt modelId="{DC5BC777-8E9D-4617-BF4E-760EDC6A5012}" type="pres">
      <dgm:prSet presAssocID="{0616F21D-CEF8-4424-84C4-FA0C30DB7CB0}" presName="linear" presStyleCnt="0">
        <dgm:presLayoutVars>
          <dgm:animLvl val="lvl"/>
          <dgm:resizeHandles val="exact"/>
        </dgm:presLayoutVars>
      </dgm:prSet>
      <dgm:spPr/>
    </dgm:pt>
    <dgm:pt modelId="{A89B8CBB-64D6-4B8D-A9FE-4E03CC424212}" type="pres">
      <dgm:prSet presAssocID="{53D56C50-5D99-4DE3-AAF1-927B251987FF}" presName="parentText" presStyleLbl="node1" presStyleIdx="0" presStyleCnt="5">
        <dgm:presLayoutVars>
          <dgm:chMax val="0"/>
          <dgm:bulletEnabled val="1"/>
        </dgm:presLayoutVars>
      </dgm:prSet>
      <dgm:spPr/>
    </dgm:pt>
    <dgm:pt modelId="{874709A2-555B-4A0A-A308-0810B43EBB03}" type="pres">
      <dgm:prSet presAssocID="{50270F46-E8B4-462A-B1D7-31F4F9E76138}" presName="spacer" presStyleCnt="0"/>
      <dgm:spPr/>
    </dgm:pt>
    <dgm:pt modelId="{081B5AC9-5B0A-40FE-ADA5-A36893FC8613}" type="pres">
      <dgm:prSet presAssocID="{3992C01F-88BB-45B9-9EC7-F38148F8E838}" presName="parentText" presStyleLbl="node1" presStyleIdx="1" presStyleCnt="5">
        <dgm:presLayoutVars>
          <dgm:chMax val="0"/>
          <dgm:bulletEnabled val="1"/>
        </dgm:presLayoutVars>
      </dgm:prSet>
      <dgm:spPr/>
    </dgm:pt>
    <dgm:pt modelId="{FD386ED0-4903-4207-B326-19AD4F80C70F}" type="pres">
      <dgm:prSet presAssocID="{75D6DD32-6705-46FC-9DC5-4F624FACAABA}" presName="spacer" presStyleCnt="0"/>
      <dgm:spPr/>
    </dgm:pt>
    <dgm:pt modelId="{536EEE3E-6A37-4955-B859-CDCA4394B480}" type="pres">
      <dgm:prSet presAssocID="{16C30516-C0FC-4E1A-8327-27B85A932F26}" presName="parentText" presStyleLbl="node1" presStyleIdx="2" presStyleCnt="5">
        <dgm:presLayoutVars>
          <dgm:chMax val="0"/>
          <dgm:bulletEnabled val="1"/>
        </dgm:presLayoutVars>
      </dgm:prSet>
      <dgm:spPr/>
    </dgm:pt>
    <dgm:pt modelId="{E063CD89-3AFD-4797-833E-A094C1BAB407}" type="pres">
      <dgm:prSet presAssocID="{5E23A39C-F141-4F9A-B471-8BE08B2165BE}" presName="spacer" presStyleCnt="0"/>
      <dgm:spPr/>
    </dgm:pt>
    <dgm:pt modelId="{7404529C-24BA-4D4E-87D5-60A73DE80CD1}" type="pres">
      <dgm:prSet presAssocID="{BC9420E3-81C4-423B-991C-4DD8D34085FC}" presName="parentText" presStyleLbl="node1" presStyleIdx="3" presStyleCnt="5">
        <dgm:presLayoutVars>
          <dgm:chMax val="0"/>
          <dgm:bulletEnabled val="1"/>
        </dgm:presLayoutVars>
      </dgm:prSet>
      <dgm:spPr/>
    </dgm:pt>
    <dgm:pt modelId="{F7B22A17-7306-48D4-88E3-164AAF8C6DB5}" type="pres">
      <dgm:prSet presAssocID="{2C5D3278-EC95-46CA-AD60-21D25CDE2C3A}" presName="spacer" presStyleCnt="0"/>
      <dgm:spPr/>
    </dgm:pt>
    <dgm:pt modelId="{9EA9A830-3FBC-460E-BD3A-1945F9DCDA99}" type="pres">
      <dgm:prSet presAssocID="{CD4F660C-8EE0-45C0-ABDF-D49D8441D6B7}" presName="parentText" presStyleLbl="node1" presStyleIdx="4" presStyleCnt="5">
        <dgm:presLayoutVars>
          <dgm:chMax val="0"/>
          <dgm:bulletEnabled val="1"/>
        </dgm:presLayoutVars>
      </dgm:prSet>
      <dgm:spPr/>
    </dgm:pt>
  </dgm:ptLst>
  <dgm:cxnLst>
    <dgm:cxn modelId="{8E0CB50D-2BB8-4C81-BC00-0B4D5E701A00}" srcId="{0616F21D-CEF8-4424-84C4-FA0C30DB7CB0}" destId="{16C30516-C0FC-4E1A-8327-27B85A932F26}" srcOrd="2" destOrd="0" parTransId="{C29F227A-99AD-498F-B558-BD50DCE6046D}" sibTransId="{5E23A39C-F141-4F9A-B471-8BE08B2165BE}"/>
    <dgm:cxn modelId="{E753F311-1AAD-446A-A667-544602B08333}" srcId="{0616F21D-CEF8-4424-84C4-FA0C30DB7CB0}" destId="{BC9420E3-81C4-423B-991C-4DD8D34085FC}" srcOrd="3" destOrd="0" parTransId="{F439B997-C60A-49FD-A1FA-706BE2522672}" sibTransId="{2C5D3278-EC95-46CA-AD60-21D25CDE2C3A}"/>
    <dgm:cxn modelId="{5DDEE120-C45C-433B-82D0-7D47A2DB58AE}" type="presOf" srcId="{53D56C50-5D99-4DE3-AAF1-927B251987FF}" destId="{A89B8CBB-64D6-4B8D-A9FE-4E03CC424212}" srcOrd="0" destOrd="0" presId="urn:microsoft.com/office/officeart/2005/8/layout/vList2"/>
    <dgm:cxn modelId="{CDA04426-50BE-4629-9196-388C8F4ED93A}" srcId="{0616F21D-CEF8-4424-84C4-FA0C30DB7CB0}" destId="{CD4F660C-8EE0-45C0-ABDF-D49D8441D6B7}" srcOrd="4" destOrd="0" parTransId="{7B8E0840-2658-43A3-8CE6-422C1A510BF5}" sibTransId="{F2691073-C6DB-44DA-BACE-28E653A6E5F0}"/>
    <dgm:cxn modelId="{A8FC703C-3BE7-4333-B654-C437BF00ACB9}" srcId="{0616F21D-CEF8-4424-84C4-FA0C30DB7CB0}" destId="{53D56C50-5D99-4DE3-AAF1-927B251987FF}" srcOrd="0" destOrd="0" parTransId="{56861F6E-F522-49C3-9FF2-90295392B76B}" sibTransId="{50270F46-E8B4-462A-B1D7-31F4F9E76138}"/>
    <dgm:cxn modelId="{66A3324D-EA9A-46ED-9AD9-8EC2AF6B8BC6}" type="presOf" srcId="{16C30516-C0FC-4E1A-8327-27B85A932F26}" destId="{536EEE3E-6A37-4955-B859-CDCA4394B480}" srcOrd="0" destOrd="0" presId="urn:microsoft.com/office/officeart/2005/8/layout/vList2"/>
    <dgm:cxn modelId="{B414B658-EC37-4D31-954D-5E69D58F6DAC}" type="presOf" srcId="{0616F21D-CEF8-4424-84C4-FA0C30DB7CB0}" destId="{DC5BC777-8E9D-4617-BF4E-760EDC6A5012}" srcOrd="0" destOrd="0" presId="urn:microsoft.com/office/officeart/2005/8/layout/vList2"/>
    <dgm:cxn modelId="{53581479-7619-4E33-A84D-56E2E6F57C3B}" srcId="{0616F21D-CEF8-4424-84C4-FA0C30DB7CB0}" destId="{3992C01F-88BB-45B9-9EC7-F38148F8E838}" srcOrd="1" destOrd="0" parTransId="{E7138F15-97D9-4FCE-9062-9E8ABBD60BA9}" sibTransId="{75D6DD32-6705-46FC-9DC5-4F624FACAABA}"/>
    <dgm:cxn modelId="{5BED5AB0-7DAC-4EF1-8B74-0380AA750F70}" type="presOf" srcId="{CD4F660C-8EE0-45C0-ABDF-D49D8441D6B7}" destId="{9EA9A830-3FBC-460E-BD3A-1945F9DCDA99}" srcOrd="0" destOrd="0" presId="urn:microsoft.com/office/officeart/2005/8/layout/vList2"/>
    <dgm:cxn modelId="{8CC2B1BD-3AA0-4BF8-A18A-B55D4723B4E5}" type="presOf" srcId="{BC9420E3-81C4-423B-991C-4DD8D34085FC}" destId="{7404529C-24BA-4D4E-87D5-60A73DE80CD1}" srcOrd="0" destOrd="0" presId="urn:microsoft.com/office/officeart/2005/8/layout/vList2"/>
    <dgm:cxn modelId="{A9F13FD9-9F4A-4463-8904-12A55180C712}" type="presOf" srcId="{3992C01F-88BB-45B9-9EC7-F38148F8E838}" destId="{081B5AC9-5B0A-40FE-ADA5-A36893FC8613}" srcOrd="0" destOrd="0" presId="urn:microsoft.com/office/officeart/2005/8/layout/vList2"/>
    <dgm:cxn modelId="{B16C4C3B-B6A5-43AF-A438-5AAF69E52C66}" type="presParOf" srcId="{DC5BC777-8E9D-4617-BF4E-760EDC6A5012}" destId="{A89B8CBB-64D6-4B8D-A9FE-4E03CC424212}" srcOrd="0" destOrd="0" presId="urn:microsoft.com/office/officeart/2005/8/layout/vList2"/>
    <dgm:cxn modelId="{1E68C231-3E10-431D-BAA8-1609204D7583}" type="presParOf" srcId="{DC5BC777-8E9D-4617-BF4E-760EDC6A5012}" destId="{874709A2-555B-4A0A-A308-0810B43EBB03}" srcOrd="1" destOrd="0" presId="urn:microsoft.com/office/officeart/2005/8/layout/vList2"/>
    <dgm:cxn modelId="{CDFFCD13-E739-4F37-84D5-1A969A60820C}" type="presParOf" srcId="{DC5BC777-8E9D-4617-BF4E-760EDC6A5012}" destId="{081B5AC9-5B0A-40FE-ADA5-A36893FC8613}" srcOrd="2" destOrd="0" presId="urn:microsoft.com/office/officeart/2005/8/layout/vList2"/>
    <dgm:cxn modelId="{A823139E-1DF5-4343-96C9-493049F3A464}" type="presParOf" srcId="{DC5BC777-8E9D-4617-BF4E-760EDC6A5012}" destId="{FD386ED0-4903-4207-B326-19AD4F80C70F}" srcOrd="3" destOrd="0" presId="urn:microsoft.com/office/officeart/2005/8/layout/vList2"/>
    <dgm:cxn modelId="{A52E3A3F-1DC9-4643-B386-B5FEF5416780}" type="presParOf" srcId="{DC5BC777-8E9D-4617-BF4E-760EDC6A5012}" destId="{536EEE3E-6A37-4955-B859-CDCA4394B480}" srcOrd="4" destOrd="0" presId="urn:microsoft.com/office/officeart/2005/8/layout/vList2"/>
    <dgm:cxn modelId="{863216C3-C0DA-40F1-ABD4-F1C1FB575D5E}" type="presParOf" srcId="{DC5BC777-8E9D-4617-BF4E-760EDC6A5012}" destId="{E063CD89-3AFD-4797-833E-A094C1BAB407}" srcOrd="5" destOrd="0" presId="urn:microsoft.com/office/officeart/2005/8/layout/vList2"/>
    <dgm:cxn modelId="{A8A2B949-1F45-4928-8645-A7832AA63221}" type="presParOf" srcId="{DC5BC777-8E9D-4617-BF4E-760EDC6A5012}" destId="{7404529C-24BA-4D4E-87D5-60A73DE80CD1}" srcOrd="6" destOrd="0" presId="urn:microsoft.com/office/officeart/2005/8/layout/vList2"/>
    <dgm:cxn modelId="{0566CC1A-C2F0-43AA-B96F-052C0A746ECE}" type="presParOf" srcId="{DC5BC777-8E9D-4617-BF4E-760EDC6A5012}" destId="{F7B22A17-7306-48D4-88E3-164AAF8C6DB5}" srcOrd="7" destOrd="0" presId="urn:microsoft.com/office/officeart/2005/8/layout/vList2"/>
    <dgm:cxn modelId="{F8FDFF52-5DF7-41F1-9138-2503DB0831F3}" type="presParOf" srcId="{DC5BC777-8E9D-4617-BF4E-760EDC6A5012}" destId="{9EA9A830-3FBC-460E-BD3A-1945F9DCDA99}"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4B9CBE9-3EF9-424A-85A9-7164EC17E675}"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uk-UA"/>
        </a:p>
      </dgm:t>
    </dgm:pt>
    <dgm:pt modelId="{932D3AA2-6A17-4A80-B66F-23D703CB2100}">
      <dgm:prSet/>
      <dgm:spPr/>
      <dgm:t>
        <a:bodyPr/>
        <a:lstStyle/>
        <a:p>
          <a:r>
            <a:rPr lang="ru-RU" b="0" i="0"/>
            <a:t>Автор художніми засобами відобразив трагізм подій</a:t>
          </a:r>
          <a:endParaRPr lang="uk-UA"/>
        </a:p>
      </dgm:t>
    </dgm:pt>
    <dgm:pt modelId="{227225C4-39CF-4B16-BE5F-492B1C820C32}" type="parTrans" cxnId="{8DA47730-F3EA-4677-BEBA-152BAC6FA727}">
      <dgm:prSet/>
      <dgm:spPr/>
      <dgm:t>
        <a:bodyPr/>
        <a:lstStyle/>
        <a:p>
          <a:endParaRPr lang="uk-UA"/>
        </a:p>
      </dgm:t>
    </dgm:pt>
    <dgm:pt modelId="{E0AE4533-B333-490B-8A9B-195A423774D5}" type="sibTrans" cxnId="{8DA47730-F3EA-4677-BEBA-152BAC6FA727}">
      <dgm:prSet/>
      <dgm:spPr/>
      <dgm:t>
        <a:bodyPr/>
        <a:lstStyle/>
        <a:p>
          <a:endParaRPr lang="uk-UA"/>
        </a:p>
      </dgm:t>
    </dgm:pt>
    <dgm:pt modelId="{95CBBDB1-BD40-4F9E-93B9-3E72DE5A5723}">
      <dgm:prSet/>
      <dgm:spPr/>
      <dgm:t>
        <a:bodyPr/>
        <a:lstStyle/>
        <a:p>
          <a:r>
            <a:rPr lang="uk-UA" b="0" i="0"/>
            <a:t>Першої світової війни (1914–1918 рр.).</a:t>
          </a:r>
          <a:endParaRPr lang="uk-UA"/>
        </a:p>
      </dgm:t>
    </dgm:pt>
    <dgm:pt modelId="{B903ED97-084F-4FA3-AC3C-747660A2254E}" type="parTrans" cxnId="{81F741B3-DE38-4377-B553-D72BA26D25CA}">
      <dgm:prSet/>
      <dgm:spPr/>
      <dgm:t>
        <a:bodyPr/>
        <a:lstStyle/>
        <a:p>
          <a:endParaRPr lang="uk-UA"/>
        </a:p>
      </dgm:t>
    </dgm:pt>
    <dgm:pt modelId="{1D1D786E-6A7D-4F87-8DC2-CD072156A2EA}" type="sibTrans" cxnId="{81F741B3-DE38-4377-B553-D72BA26D25CA}">
      <dgm:prSet/>
      <dgm:spPr/>
      <dgm:t>
        <a:bodyPr/>
        <a:lstStyle/>
        <a:p>
          <a:endParaRPr lang="uk-UA"/>
        </a:p>
      </dgm:t>
    </dgm:pt>
    <dgm:pt modelId="{D77D4FA5-E9D3-4834-9758-030DD18A2126}">
      <dgm:prSet/>
      <dgm:spPr/>
      <dgm:t>
        <a:bodyPr/>
        <a:lstStyle/>
        <a:p>
          <a:r>
            <a:rPr lang="uk-UA" b="0" i="0"/>
            <a:t>масового голоду (1921–1923 рр.).</a:t>
          </a:r>
          <a:endParaRPr lang="uk-UA"/>
        </a:p>
      </dgm:t>
    </dgm:pt>
    <dgm:pt modelId="{997FCEDD-F40E-488C-BDE7-D20D3931E62D}" type="parTrans" cxnId="{29FF0B64-5B65-4924-8C3E-478AA2C9B89C}">
      <dgm:prSet/>
      <dgm:spPr/>
      <dgm:t>
        <a:bodyPr/>
        <a:lstStyle/>
        <a:p>
          <a:endParaRPr lang="uk-UA"/>
        </a:p>
      </dgm:t>
    </dgm:pt>
    <dgm:pt modelId="{914E35CF-1F5C-4972-AFD7-89761731B77D}" type="sibTrans" cxnId="{29FF0B64-5B65-4924-8C3E-478AA2C9B89C}">
      <dgm:prSet/>
      <dgm:spPr/>
      <dgm:t>
        <a:bodyPr/>
        <a:lstStyle/>
        <a:p>
          <a:endParaRPr lang="uk-UA"/>
        </a:p>
      </dgm:t>
    </dgm:pt>
    <dgm:pt modelId="{629901E2-F399-435B-9382-7FF906B14A62}">
      <dgm:prSet/>
      <dgm:spPr/>
      <dgm:t>
        <a:bodyPr/>
        <a:lstStyle/>
        <a:p>
          <a:r>
            <a:rPr lang="uk-UA" b="0" i="0"/>
            <a:t>акції «пацифікації» (1930 р.).</a:t>
          </a:r>
          <a:endParaRPr lang="uk-UA"/>
        </a:p>
      </dgm:t>
    </dgm:pt>
    <dgm:pt modelId="{0E24EDBF-130E-477E-8F3C-47EB626D7273}" type="parTrans" cxnId="{8C8A0104-1CE4-4FF2-BD39-591995237DB6}">
      <dgm:prSet/>
      <dgm:spPr/>
      <dgm:t>
        <a:bodyPr/>
        <a:lstStyle/>
        <a:p>
          <a:endParaRPr lang="uk-UA"/>
        </a:p>
      </dgm:t>
    </dgm:pt>
    <dgm:pt modelId="{AE93C6D2-F96E-4B3F-B3C4-1527AF373886}" type="sibTrans" cxnId="{8C8A0104-1CE4-4FF2-BD39-591995237DB6}">
      <dgm:prSet/>
      <dgm:spPr/>
      <dgm:t>
        <a:bodyPr/>
        <a:lstStyle/>
        <a:p>
          <a:endParaRPr lang="uk-UA"/>
        </a:p>
      </dgm:t>
    </dgm:pt>
    <dgm:pt modelId="{FA2C1F12-3DBC-4C0C-B89E-25180A42B388}">
      <dgm:prSet/>
      <dgm:spPr/>
      <dgm:t>
        <a:bodyPr/>
        <a:lstStyle/>
        <a:p>
          <a:r>
            <a:rPr lang="uk-UA" b="0" i="0"/>
            <a:t>насильницької колективізації (1929–1937 рр.).</a:t>
          </a:r>
          <a:endParaRPr lang="uk-UA"/>
        </a:p>
      </dgm:t>
    </dgm:pt>
    <dgm:pt modelId="{ABCA99BA-13A8-4C93-8781-0931D2DEAE1D}" type="parTrans" cxnId="{BE953EB0-7835-4A95-B445-725306D96B4C}">
      <dgm:prSet/>
      <dgm:spPr/>
      <dgm:t>
        <a:bodyPr/>
        <a:lstStyle/>
        <a:p>
          <a:endParaRPr lang="uk-UA"/>
        </a:p>
      </dgm:t>
    </dgm:pt>
    <dgm:pt modelId="{4541B161-047C-4038-BFF5-7CF7FAC7CB79}" type="sibTrans" cxnId="{BE953EB0-7835-4A95-B445-725306D96B4C}">
      <dgm:prSet/>
      <dgm:spPr/>
      <dgm:t>
        <a:bodyPr/>
        <a:lstStyle/>
        <a:p>
          <a:endParaRPr lang="uk-UA"/>
        </a:p>
      </dgm:t>
    </dgm:pt>
    <dgm:pt modelId="{E825ABD2-F55D-49C3-8765-D6B3F93E748E}" type="pres">
      <dgm:prSet presAssocID="{04B9CBE9-3EF9-424A-85A9-7164EC17E675}" presName="Name0" presStyleCnt="0">
        <dgm:presLayoutVars>
          <dgm:dir/>
          <dgm:animLvl val="lvl"/>
          <dgm:resizeHandles val="exact"/>
        </dgm:presLayoutVars>
      </dgm:prSet>
      <dgm:spPr/>
    </dgm:pt>
    <dgm:pt modelId="{92671254-1C26-4412-8F66-A84C3481DEDF}" type="pres">
      <dgm:prSet presAssocID="{932D3AA2-6A17-4A80-B66F-23D703CB2100}" presName="linNode" presStyleCnt="0"/>
      <dgm:spPr/>
    </dgm:pt>
    <dgm:pt modelId="{D5E5DF5C-EA42-4E6C-9400-059C5353A229}" type="pres">
      <dgm:prSet presAssocID="{932D3AA2-6A17-4A80-B66F-23D703CB2100}" presName="parentText" presStyleLbl="node1" presStyleIdx="0" presStyleCnt="1">
        <dgm:presLayoutVars>
          <dgm:chMax val="1"/>
          <dgm:bulletEnabled val="1"/>
        </dgm:presLayoutVars>
      </dgm:prSet>
      <dgm:spPr/>
    </dgm:pt>
    <dgm:pt modelId="{EF6BCABB-05D5-4581-AC4E-36B359B18B16}" type="pres">
      <dgm:prSet presAssocID="{932D3AA2-6A17-4A80-B66F-23D703CB2100}" presName="descendantText" presStyleLbl="alignAccFollowNode1" presStyleIdx="0" presStyleCnt="1">
        <dgm:presLayoutVars>
          <dgm:bulletEnabled val="1"/>
        </dgm:presLayoutVars>
      </dgm:prSet>
      <dgm:spPr/>
    </dgm:pt>
  </dgm:ptLst>
  <dgm:cxnLst>
    <dgm:cxn modelId="{8C8A0104-1CE4-4FF2-BD39-591995237DB6}" srcId="{932D3AA2-6A17-4A80-B66F-23D703CB2100}" destId="{629901E2-F399-435B-9382-7FF906B14A62}" srcOrd="2" destOrd="0" parTransId="{0E24EDBF-130E-477E-8F3C-47EB626D7273}" sibTransId="{AE93C6D2-F96E-4B3F-B3C4-1527AF373886}"/>
    <dgm:cxn modelId="{8DA47730-F3EA-4677-BEBA-152BAC6FA727}" srcId="{04B9CBE9-3EF9-424A-85A9-7164EC17E675}" destId="{932D3AA2-6A17-4A80-B66F-23D703CB2100}" srcOrd="0" destOrd="0" parTransId="{227225C4-39CF-4B16-BE5F-492B1C820C32}" sibTransId="{E0AE4533-B333-490B-8A9B-195A423774D5}"/>
    <dgm:cxn modelId="{F77CC036-369A-431D-9C1C-28A1FE9BCDB3}" type="presOf" srcId="{FA2C1F12-3DBC-4C0C-B89E-25180A42B388}" destId="{EF6BCABB-05D5-4581-AC4E-36B359B18B16}" srcOrd="0" destOrd="3" presId="urn:microsoft.com/office/officeart/2005/8/layout/vList5"/>
    <dgm:cxn modelId="{68F51338-DCE1-4689-B978-4F7A66F8B114}" type="presOf" srcId="{95CBBDB1-BD40-4F9E-93B9-3E72DE5A5723}" destId="{EF6BCABB-05D5-4581-AC4E-36B359B18B16}" srcOrd="0" destOrd="0" presId="urn:microsoft.com/office/officeart/2005/8/layout/vList5"/>
    <dgm:cxn modelId="{29FF0B64-5B65-4924-8C3E-478AA2C9B89C}" srcId="{932D3AA2-6A17-4A80-B66F-23D703CB2100}" destId="{D77D4FA5-E9D3-4834-9758-030DD18A2126}" srcOrd="1" destOrd="0" parTransId="{997FCEDD-F40E-488C-BDE7-D20D3931E62D}" sibTransId="{914E35CF-1F5C-4972-AFD7-89761731B77D}"/>
    <dgm:cxn modelId="{2C1697A1-1086-4F38-BC04-C127D53500D6}" type="presOf" srcId="{932D3AA2-6A17-4A80-B66F-23D703CB2100}" destId="{D5E5DF5C-EA42-4E6C-9400-059C5353A229}" srcOrd="0" destOrd="0" presId="urn:microsoft.com/office/officeart/2005/8/layout/vList5"/>
    <dgm:cxn modelId="{BE953EB0-7835-4A95-B445-725306D96B4C}" srcId="{932D3AA2-6A17-4A80-B66F-23D703CB2100}" destId="{FA2C1F12-3DBC-4C0C-B89E-25180A42B388}" srcOrd="3" destOrd="0" parTransId="{ABCA99BA-13A8-4C93-8781-0931D2DEAE1D}" sibTransId="{4541B161-047C-4038-BFF5-7CF7FAC7CB79}"/>
    <dgm:cxn modelId="{81F741B3-DE38-4377-B553-D72BA26D25CA}" srcId="{932D3AA2-6A17-4A80-B66F-23D703CB2100}" destId="{95CBBDB1-BD40-4F9E-93B9-3E72DE5A5723}" srcOrd="0" destOrd="0" parTransId="{B903ED97-084F-4FA3-AC3C-747660A2254E}" sibTransId="{1D1D786E-6A7D-4F87-8DC2-CD072156A2EA}"/>
    <dgm:cxn modelId="{FBA624C7-33F5-40F5-AEA6-2FBCCBD2BAFC}" type="presOf" srcId="{629901E2-F399-435B-9382-7FF906B14A62}" destId="{EF6BCABB-05D5-4581-AC4E-36B359B18B16}" srcOrd="0" destOrd="2" presId="urn:microsoft.com/office/officeart/2005/8/layout/vList5"/>
    <dgm:cxn modelId="{F714ABF2-E301-40AF-BA94-12E23D48C7F4}" type="presOf" srcId="{04B9CBE9-3EF9-424A-85A9-7164EC17E675}" destId="{E825ABD2-F55D-49C3-8765-D6B3F93E748E}" srcOrd="0" destOrd="0" presId="urn:microsoft.com/office/officeart/2005/8/layout/vList5"/>
    <dgm:cxn modelId="{79DA9BF8-C497-42D3-BD6E-D85BAD8FD187}" type="presOf" srcId="{D77D4FA5-E9D3-4834-9758-030DD18A2126}" destId="{EF6BCABB-05D5-4581-AC4E-36B359B18B16}" srcOrd="0" destOrd="1" presId="urn:microsoft.com/office/officeart/2005/8/layout/vList5"/>
    <dgm:cxn modelId="{08B8A7FC-DE8A-42CE-8155-16E42170F198}" type="presParOf" srcId="{E825ABD2-F55D-49C3-8765-D6B3F93E748E}" destId="{92671254-1C26-4412-8F66-A84C3481DEDF}" srcOrd="0" destOrd="0" presId="urn:microsoft.com/office/officeart/2005/8/layout/vList5"/>
    <dgm:cxn modelId="{C6E8FD0A-39D5-4D66-9853-6F1E8E4B6C81}" type="presParOf" srcId="{92671254-1C26-4412-8F66-A84C3481DEDF}" destId="{D5E5DF5C-EA42-4E6C-9400-059C5353A229}" srcOrd="0" destOrd="0" presId="urn:microsoft.com/office/officeart/2005/8/layout/vList5"/>
    <dgm:cxn modelId="{F81F690A-9C8C-4AEF-BF24-60EE17D78CF6}" type="presParOf" srcId="{92671254-1C26-4412-8F66-A84C3481DEDF}" destId="{EF6BCABB-05D5-4581-AC4E-36B359B18B16}"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5F70A1F-9BD4-4EC4-AC66-AAF639D35ECB}"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403972B4-743E-4DC1-89FD-E6736AC4E2B8}">
      <dgm:prSet/>
      <dgm:spPr/>
      <dgm:t>
        <a:bodyPr/>
        <a:lstStyle/>
        <a:p>
          <a:r>
            <a:rPr lang="ru-RU" b="0" i="0"/>
            <a:t>Й. Сліпого.</a:t>
          </a:r>
          <a:endParaRPr lang="uk-UA"/>
        </a:p>
      </dgm:t>
    </dgm:pt>
    <dgm:pt modelId="{30C8A251-96F7-4359-98C2-7A33EB6DA938}" type="parTrans" cxnId="{73C50BAE-3989-4D8F-B9B4-F8FC0CCB441C}">
      <dgm:prSet/>
      <dgm:spPr/>
      <dgm:t>
        <a:bodyPr/>
        <a:lstStyle/>
        <a:p>
          <a:endParaRPr lang="uk-UA"/>
        </a:p>
      </dgm:t>
    </dgm:pt>
    <dgm:pt modelId="{C2A20618-DACE-442C-918D-C04F0080CF25}" type="sibTrans" cxnId="{73C50BAE-3989-4D8F-B9B4-F8FC0CCB441C}">
      <dgm:prSet/>
      <dgm:spPr/>
      <dgm:t>
        <a:bodyPr/>
        <a:lstStyle/>
        <a:p>
          <a:endParaRPr lang="uk-UA"/>
        </a:p>
      </dgm:t>
    </dgm:pt>
    <dgm:pt modelId="{CC2931DE-B9B0-4BC9-B619-2CD4C3F36243}">
      <dgm:prSet/>
      <dgm:spPr/>
      <dgm:t>
        <a:bodyPr/>
        <a:lstStyle/>
        <a:p>
          <a:r>
            <a:rPr lang="ru-RU" b="0" i="0"/>
            <a:t>С. Скрипника.</a:t>
          </a:r>
          <a:endParaRPr lang="uk-UA"/>
        </a:p>
      </dgm:t>
    </dgm:pt>
    <dgm:pt modelId="{D9BF182B-064F-4D7F-9037-541B38730DF1}" type="parTrans" cxnId="{A9C470E2-247A-4F29-ADB3-9A00E1F9FEC7}">
      <dgm:prSet/>
      <dgm:spPr/>
      <dgm:t>
        <a:bodyPr/>
        <a:lstStyle/>
        <a:p>
          <a:endParaRPr lang="uk-UA"/>
        </a:p>
      </dgm:t>
    </dgm:pt>
    <dgm:pt modelId="{0CD98D6D-8770-4526-BA13-40D0F1AD815D}" type="sibTrans" cxnId="{A9C470E2-247A-4F29-ADB3-9A00E1F9FEC7}">
      <dgm:prSet/>
      <dgm:spPr/>
      <dgm:t>
        <a:bodyPr/>
        <a:lstStyle/>
        <a:p>
          <a:endParaRPr lang="uk-UA"/>
        </a:p>
      </dgm:t>
    </dgm:pt>
    <dgm:pt modelId="{D1C3FE4C-32DB-45EA-AAA8-9C6479F96CA3}">
      <dgm:prSet/>
      <dgm:spPr/>
      <dgm:t>
        <a:bodyPr/>
        <a:lstStyle/>
        <a:p>
          <a:r>
            <a:rPr lang="ru-RU" b="0" i="0"/>
            <a:t>В. Липківського.</a:t>
          </a:r>
          <a:endParaRPr lang="uk-UA"/>
        </a:p>
      </dgm:t>
    </dgm:pt>
    <dgm:pt modelId="{05647017-C762-4B0E-A6FC-26C86EFB8B78}" type="parTrans" cxnId="{A406CDB8-905C-49B8-AB21-3BFB39BD159B}">
      <dgm:prSet/>
      <dgm:spPr/>
      <dgm:t>
        <a:bodyPr/>
        <a:lstStyle/>
        <a:p>
          <a:endParaRPr lang="uk-UA"/>
        </a:p>
      </dgm:t>
    </dgm:pt>
    <dgm:pt modelId="{1300529E-2888-4D8D-8C36-9CE22A40C82B}" type="sibTrans" cxnId="{A406CDB8-905C-49B8-AB21-3BFB39BD159B}">
      <dgm:prSet/>
      <dgm:spPr/>
      <dgm:t>
        <a:bodyPr/>
        <a:lstStyle/>
        <a:p>
          <a:endParaRPr lang="uk-UA"/>
        </a:p>
      </dgm:t>
    </dgm:pt>
    <dgm:pt modelId="{F0ED0F86-0248-491E-BF6B-5B088AE16EEA}">
      <dgm:prSet/>
      <dgm:spPr/>
      <dgm:t>
        <a:bodyPr/>
        <a:lstStyle/>
        <a:p>
          <a:r>
            <a:rPr lang="ru-RU" b="0" i="0"/>
            <a:t>А. Шептицького.</a:t>
          </a:r>
          <a:endParaRPr lang="uk-UA"/>
        </a:p>
      </dgm:t>
    </dgm:pt>
    <dgm:pt modelId="{48C94582-F405-4EEB-AAE4-D4BB91F2CB47}" type="parTrans" cxnId="{4E12B015-9B02-482E-9C63-9D51218DEF16}">
      <dgm:prSet/>
      <dgm:spPr/>
      <dgm:t>
        <a:bodyPr/>
        <a:lstStyle/>
        <a:p>
          <a:endParaRPr lang="uk-UA"/>
        </a:p>
      </dgm:t>
    </dgm:pt>
    <dgm:pt modelId="{D3DD57A7-EB47-49D6-81BD-74960E1D6F32}" type="sibTrans" cxnId="{4E12B015-9B02-482E-9C63-9D51218DEF16}">
      <dgm:prSet/>
      <dgm:spPr/>
      <dgm:t>
        <a:bodyPr/>
        <a:lstStyle/>
        <a:p>
          <a:endParaRPr lang="uk-UA"/>
        </a:p>
      </dgm:t>
    </dgm:pt>
    <dgm:pt modelId="{C6D3FFF0-19F9-4930-8B40-C7041176A4E5}" type="pres">
      <dgm:prSet presAssocID="{C5F70A1F-9BD4-4EC4-AC66-AAF639D35ECB}" presName="linearFlow" presStyleCnt="0">
        <dgm:presLayoutVars>
          <dgm:dir/>
          <dgm:resizeHandles val="exact"/>
        </dgm:presLayoutVars>
      </dgm:prSet>
      <dgm:spPr/>
    </dgm:pt>
    <dgm:pt modelId="{520E59B4-6E51-4712-9CE2-CB6AD0264D0F}" type="pres">
      <dgm:prSet presAssocID="{403972B4-743E-4DC1-89FD-E6736AC4E2B8}" presName="composite" presStyleCnt="0"/>
      <dgm:spPr/>
    </dgm:pt>
    <dgm:pt modelId="{11690090-D5C6-433D-9EFA-50EA1311AEA9}" type="pres">
      <dgm:prSet presAssocID="{403972B4-743E-4DC1-89FD-E6736AC4E2B8}" presName="imgShp" presStyleLbl="fgImgPlace1" presStyleIdx="0" presStyleCnt="4"/>
      <dgm:spPr/>
    </dgm:pt>
    <dgm:pt modelId="{40398C4A-A45E-4EB7-8318-082363A2B3A9}" type="pres">
      <dgm:prSet presAssocID="{403972B4-743E-4DC1-89FD-E6736AC4E2B8}" presName="txShp" presStyleLbl="node1" presStyleIdx="0" presStyleCnt="4">
        <dgm:presLayoutVars>
          <dgm:bulletEnabled val="1"/>
        </dgm:presLayoutVars>
      </dgm:prSet>
      <dgm:spPr/>
    </dgm:pt>
    <dgm:pt modelId="{0B08031E-0344-4134-B75E-61F9B1618964}" type="pres">
      <dgm:prSet presAssocID="{C2A20618-DACE-442C-918D-C04F0080CF25}" presName="spacing" presStyleCnt="0"/>
      <dgm:spPr/>
    </dgm:pt>
    <dgm:pt modelId="{BDE09C2F-EBE2-4E48-BAB8-5C0A7D414BB2}" type="pres">
      <dgm:prSet presAssocID="{CC2931DE-B9B0-4BC9-B619-2CD4C3F36243}" presName="composite" presStyleCnt="0"/>
      <dgm:spPr/>
    </dgm:pt>
    <dgm:pt modelId="{CC979CF2-5F45-4CE4-8EFB-2F3BF95E17AD}" type="pres">
      <dgm:prSet presAssocID="{CC2931DE-B9B0-4BC9-B619-2CD4C3F36243}" presName="imgShp" presStyleLbl="fgImgPlace1" presStyleIdx="1" presStyleCnt="4"/>
      <dgm:spPr/>
    </dgm:pt>
    <dgm:pt modelId="{5F9BE4F3-6030-4540-AAE1-73665FD7D871}" type="pres">
      <dgm:prSet presAssocID="{CC2931DE-B9B0-4BC9-B619-2CD4C3F36243}" presName="txShp" presStyleLbl="node1" presStyleIdx="1" presStyleCnt="4">
        <dgm:presLayoutVars>
          <dgm:bulletEnabled val="1"/>
        </dgm:presLayoutVars>
      </dgm:prSet>
      <dgm:spPr/>
    </dgm:pt>
    <dgm:pt modelId="{C3CAD647-78DD-4011-A781-9604B0DA2618}" type="pres">
      <dgm:prSet presAssocID="{0CD98D6D-8770-4526-BA13-40D0F1AD815D}" presName="spacing" presStyleCnt="0"/>
      <dgm:spPr/>
    </dgm:pt>
    <dgm:pt modelId="{73AB67AD-F25F-4A7C-A245-3D8C2F1BE2ED}" type="pres">
      <dgm:prSet presAssocID="{D1C3FE4C-32DB-45EA-AAA8-9C6479F96CA3}" presName="composite" presStyleCnt="0"/>
      <dgm:spPr/>
    </dgm:pt>
    <dgm:pt modelId="{CC2F9FDC-AD27-49D5-8EB0-495E95C7E3F8}" type="pres">
      <dgm:prSet presAssocID="{D1C3FE4C-32DB-45EA-AAA8-9C6479F96CA3}" presName="imgShp" presStyleLbl="fgImgPlace1" presStyleIdx="2" presStyleCnt="4"/>
      <dgm:spPr/>
    </dgm:pt>
    <dgm:pt modelId="{4643C09D-0227-495A-90CB-D8EEEE0B06AF}" type="pres">
      <dgm:prSet presAssocID="{D1C3FE4C-32DB-45EA-AAA8-9C6479F96CA3}" presName="txShp" presStyleLbl="node1" presStyleIdx="2" presStyleCnt="4">
        <dgm:presLayoutVars>
          <dgm:bulletEnabled val="1"/>
        </dgm:presLayoutVars>
      </dgm:prSet>
      <dgm:spPr/>
    </dgm:pt>
    <dgm:pt modelId="{EEA0E8A0-F551-4895-8C3C-9B791E08A7B7}" type="pres">
      <dgm:prSet presAssocID="{1300529E-2888-4D8D-8C36-9CE22A40C82B}" presName="spacing" presStyleCnt="0"/>
      <dgm:spPr/>
    </dgm:pt>
    <dgm:pt modelId="{8044D256-65E4-47D2-9681-D1592898014A}" type="pres">
      <dgm:prSet presAssocID="{F0ED0F86-0248-491E-BF6B-5B088AE16EEA}" presName="composite" presStyleCnt="0"/>
      <dgm:spPr/>
    </dgm:pt>
    <dgm:pt modelId="{820596D7-075A-4D68-B4C3-2BA1AB684FAE}" type="pres">
      <dgm:prSet presAssocID="{F0ED0F86-0248-491E-BF6B-5B088AE16EEA}" presName="imgShp" presStyleLbl="fgImgPlace1" presStyleIdx="3" presStyleCnt="4"/>
      <dgm:spPr/>
    </dgm:pt>
    <dgm:pt modelId="{92D24E07-84FD-4297-B249-A6A18AE9FD0B}" type="pres">
      <dgm:prSet presAssocID="{F0ED0F86-0248-491E-BF6B-5B088AE16EEA}" presName="txShp" presStyleLbl="node1" presStyleIdx="3" presStyleCnt="4">
        <dgm:presLayoutVars>
          <dgm:bulletEnabled val="1"/>
        </dgm:presLayoutVars>
      </dgm:prSet>
      <dgm:spPr/>
    </dgm:pt>
  </dgm:ptLst>
  <dgm:cxnLst>
    <dgm:cxn modelId="{4E12B015-9B02-482E-9C63-9D51218DEF16}" srcId="{C5F70A1F-9BD4-4EC4-AC66-AAF639D35ECB}" destId="{F0ED0F86-0248-491E-BF6B-5B088AE16EEA}" srcOrd="3" destOrd="0" parTransId="{48C94582-F405-4EEB-AAE4-D4BB91F2CB47}" sibTransId="{D3DD57A7-EB47-49D6-81BD-74960E1D6F32}"/>
    <dgm:cxn modelId="{709B6A17-D6FC-47C7-B120-448A8C5AA6BB}" type="presOf" srcId="{C5F70A1F-9BD4-4EC4-AC66-AAF639D35ECB}" destId="{C6D3FFF0-19F9-4930-8B40-C7041176A4E5}" srcOrd="0" destOrd="0" presId="urn:microsoft.com/office/officeart/2005/8/layout/vList3"/>
    <dgm:cxn modelId="{1FBBBE21-7C2D-4357-9245-C2D4822B001C}" type="presOf" srcId="{403972B4-743E-4DC1-89FD-E6736AC4E2B8}" destId="{40398C4A-A45E-4EB7-8318-082363A2B3A9}" srcOrd="0" destOrd="0" presId="urn:microsoft.com/office/officeart/2005/8/layout/vList3"/>
    <dgm:cxn modelId="{3439B629-F1A7-4BAE-B5E9-02B0A7800DB2}" type="presOf" srcId="{F0ED0F86-0248-491E-BF6B-5B088AE16EEA}" destId="{92D24E07-84FD-4297-B249-A6A18AE9FD0B}" srcOrd="0" destOrd="0" presId="urn:microsoft.com/office/officeart/2005/8/layout/vList3"/>
    <dgm:cxn modelId="{5F8EEB42-61B9-4912-AF89-30EC371915A4}" type="presOf" srcId="{CC2931DE-B9B0-4BC9-B619-2CD4C3F36243}" destId="{5F9BE4F3-6030-4540-AAE1-73665FD7D871}" srcOrd="0" destOrd="0" presId="urn:microsoft.com/office/officeart/2005/8/layout/vList3"/>
    <dgm:cxn modelId="{017FE089-6645-4F48-971B-F51471D3B11A}" type="presOf" srcId="{D1C3FE4C-32DB-45EA-AAA8-9C6479F96CA3}" destId="{4643C09D-0227-495A-90CB-D8EEEE0B06AF}" srcOrd="0" destOrd="0" presId="urn:microsoft.com/office/officeart/2005/8/layout/vList3"/>
    <dgm:cxn modelId="{73C50BAE-3989-4D8F-B9B4-F8FC0CCB441C}" srcId="{C5F70A1F-9BD4-4EC4-AC66-AAF639D35ECB}" destId="{403972B4-743E-4DC1-89FD-E6736AC4E2B8}" srcOrd="0" destOrd="0" parTransId="{30C8A251-96F7-4359-98C2-7A33EB6DA938}" sibTransId="{C2A20618-DACE-442C-918D-C04F0080CF25}"/>
    <dgm:cxn modelId="{A406CDB8-905C-49B8-AB21-3BFB39BD159B}" srcId="{C5F70A1F-9BD4-4EC4-AC66-AAF639D35ECB}" destId="{D1C3FE4C-32DB-45EA-AAA8-9C6479F96CA3}" srcOrd="2" destOrd="0" parTransId="{05647017-C762-4B0E-A6FC-26C86EFB8B78}" sibTransId="{1300529E-2888-4D8D-8C36-9CE22A40C82B}"/>
    <dgm:cxn modelId="{A9C470E2-247A-4F29-ADB3-9A00E1F9FEC7}" srcId="{C5F70A1F-9BD4-4EC4-AC66-AAF639D35ECB}" destId="{CC2931DE-B9B0-4BC9-B619-2CD4C3F36243}" srcOrd="1" destOrd="0" parTransId="{D9BF182B-064F-4D7F-9037-541B38730DF1}" sibTransId="{0CD98D6D-8770-4526-BA13-40D0F1AD815D}"/>
    <dgm:cxn modelId="{7E474298-448C-4637-8708-22711D1D4FC1}" type="presParOf" srcId="{C6D3FFF0-19F9-4930-8B40-C7041176A4E5}" destId="{520E59B4-6E51-4712-9CE2-CB6AD0264D0F}" srcOrd="0" destOrd="0" presId="urn:microsoft.com/office/officeart/2005/8/layout/vList3"/>
    <dgm:cxn modelId="{3D76877E-74F5-4645-9823-40841B091318}" type="presParOf" srcId="{520E59B4-6E51-4712-9CE2-CB6AD0264D0F}" destId="{11690090-D5C6-433D-9EFA-50EA1311AEA9}" srcOrd="0" destOrd="0" presId="urn:microsoft.com/office/officeart/2005/8/layout/vList3"/>
    <dgm:cxn modelId="{D9297CFE-2553-453B-8A25-53F4FB553C71}" type="presParOf" srcId="{520E59B4-6E51-4712-9CE2-CB6AD0264D0F}" destId="{40398C4A-A45E-4EB7-8318-082363A2B3A9}" srcOrd="1" destOrd="0" presId="urn:microsoft.com/office/officeart/2005/8/layout/vList3"/>
    <dgm:cxn modelId="{08327111-D4B2-4D5D-83C2-B0F5EC9C94FE}" type="presParOf" srcId="{C6D3FFF0-19F9-4930-8B40-C7041176A4E5}" destId="{0B08031E-0344-4134-B75E-61F9B1618964}" srcOrd="1" destOrd="0" presId="urn:microsoft.com/office/officeart/2005/8/layout/vList3"/>
    <dgm:cxn modelId="{E842BA49-027A-45A2-B8A1-C4016640631C}" type="presParOf" srcId="{C6D3FFF0-19F9-4930-8B40-C7041176A4E5}" destId="{BDE09C2F-EBE2-4E48-BAB8-5C0A7D414BB2}" srcOrd="2" destOrd="0" presId="urn:microsoft.com/office/officeart/2005/8/layout/vList3"/>
    <dgm:cxn modelId="{4D23F6FC-6898-4AB8-B78A-5862DB5280B5}" type="presParOf" srcId="{BDE09C2F-EBE2-4E48-BAB8-5C0A7D414BB2}" destId="{CC979CF2-5F45-4CE4-8EFB-2F3BF95E17AD}" srcOrd="0" destOrd="0" presId="urn:microsoft.com/office/officeart/2005/8/layout/vList3"/>
    <dgm:cxn modelId="{CD04B373-C1C6-4954-B4FD-9DF670C60B1D}" type="presParOf" srcId="{BDE09C2F-EBE2-4E48-BAB8-5C0A7D414BB2}" destId="{5F9BE4F3-6030-4540-AAE1-73665FD7D871}" srcOrd="1" destOrd="0" presId="urn:microsoft.com/office/officeart/2005/8/layout/vList3"/>
    <dgm:cxn modelId="{AB39FD04-412D-45C0-A1E6-A21317FFAE42}" type="presParOf" srcId="{C6D3FFF0-19F9-4930-8B40-C7041176A4E5}" destId="{C3CAD647-78DD-4011-A781-9604B0DA2618}" srcOrd="3" destOrd="0" presId="urn:microsoft.com/office/officeart/2005/8/layout/vList3"/>
    <dgm:cxn modelId="{C14AF2DC-587C-4069-8F4C-38EFB4E71BDA}" type="presParOf" srcId="{C6D3FFF0-19F9-4930-8B40-C7041176A4E5}" destId="{73AB67AD-F25F-4A7C-A245-3D8C2F1BE2ED}" srcOrd="4" destOrd="0" presId="urn:microsoft.com/office/officeart/2005/8/layout/vList3"/>
    <dgm:cxn modelId="{97972E76-E7E9-4A9B-BE65-94FD1ED442AE}" type="presParOf" srcId="{73AB67AD-F25F-4A7C-A245-3D8C2F1BE2ED}" destId="{CC2F9FDC-AD27-49D5-8EB0-495E95C7E3F8}" srcOrd="0" destOrd="0" presId="urn:microsoft.com/office/officeart/2005/8/layout/vList3"/>
    <dgm:cxn modelId="{52ECC446-65B0-47B4-BDDC-0E3117B75B33}" type="presParOf" srcId="{73AB67AD-F25F-4A7C-A245-3D8C2F1BE2ED}" destId="{4643C09D-0227-495A-90CB-D8EEEE0B06AF}" srcOrd="1" destOrd="0" presId="urn:microsoft.com/office/officeart/2005/8/layout/vList3"/>
    <dgm:cxn modelId="{6B1138BE-D53F-4E25-B0EA-B161E1F516A8}" type="presParOf" srcId="{C6D3FFF0-19F9-4930-8B40-C7041176A4E5}" destId="{EEA0E8A0-F551-4895-8C3C-9B791E08A7B7}" srcOrd="5" destOrd="0" presId="urn:microsoft.com/office/officeart/2005/8/layout/vList3"/>
    <dgm:cxn modelId="{190ACEB7-304B-4CD3-AC2D-9D3B98C5E51E}" type="presParOf" srcId="{C6D3FFF0-19F9-4930-8B40-C7041176A4E5}" destId="{8044D256-65E4-47D2-9681-D1592898014A}" srcOrd="6" destOrd="0" presId="urn:microsoft.com/office/officeart/2005/8/layout/vList3"/>
    <dgm:cxn modelId="{2CCF6985-0F03-4C63-A767-BBD21D072098}" type="presParOf" srcId="{8044D256-65E4-47D2-9681-D1592898014A}" destId="{820596D7-075A-4D68-B4C3-2BA1AB684FAE}" srcOrd="0" destOrd="0" presId="urn:microsoft.com/office/officeart/2005/8/layout/vList3"/>
    <dgm:cxn modelId="{A689EE41-4805-4081-AE95-604C86CCD5E1}" type="presParOf" srcId="{8044D256-65E4-47D2-9681-D1592898014A}" destId="{92D24E07-84FD-4297-B249-A6A18AE9FD0B}"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952F0A5-CD8D-4DE9-BD88-B77FDAA7252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D5B5E03-D43E-4F79-9B39-D6FF1DD6BB2F}">
      <dgm:prSet/>
      <dgm:spPr/>
      <dgm:t>
        <a:bodyPr/>
        <a:lstStyle/>
        <a:p>
          <a:r>
            <a:rPr lang="ru-RU" b="0" i="0"/>
            <a:t>Василь Липківський.</a:t>
          </a:r>
          <a:endParaRPr lang="uk-UA"/>
        </a:p>
      </dgm:t>
    </dgm:pt>
    <dgm:pt modelId="{F80B2278-88A4-40EB-9677-0D89A55EF075}" type="parTrans" cxnId="{6C60B581-FBB5-4CA0-AE86-6ADAE4F17F06}">
      <dgm:prSet/>
      <dgm:spPr/>
      <dgm:t>
        <a:bodyPr/>
        <a:lstStyle/>
        <a:p>
          <a:endParaRPr lang="uk-UA"/>
        </a:p>
      </dgm:t>
    </dgm:pt>
    <dgm:pt modelId="{67751E6C-2567-42C5-ABC4-D107C2D42DA3}" type="sibTrans" cxnId="{6C60B581-FBB5-4CA0-AE86-6ADAE4F17F06}">
      <dgm:prSet/>
      <dgm:spPr/>
      <dgm:t>
        <a:bodyPr/>
        <a:lstStyle/>
        <a:p>
          <a:endParaRPr lang="uk-UA"/>
        </a:p>
      </dgm:t>
    </dgm:pt>
    <dgm:pt modelId="{812A9A66-1E5C-4BFF-9268-20043F227D34}">
      <dgm:prSet/>
      <dgm:spPr/>
      <dgm:t>
        <a:bodyPr/>
        <a:lstStyle/>
        <a:p>
          <a:r>
            <a:rPr lang="ru-RU" b="0" i="0"/>
            <a:t>Сергій Єфремов.</a:t>
          </a:r>
          <a:endParaRPr lang="uk-UA"/>
        </a:p>
      </dgm:t>
    </dgm:pt>
    <dgm:pt modelId="{EFD3BDDB-F7A4-4F91-86AD-59E4A9DE7FD0}" type="parTrans" cxnId="{1B74ADB4-1ACE-42D9-BA69-F06D766EF92A}">
      <dgm:prSet/>
      <dgm:spPr/>
      <dgm:t>
        <a:bodyPr/>
        <a:lstStyle/>
        <a:p>
          <a:endParaRPr lang="uk-UA"/>
        </a:p>
      </dgm:t>
    </dgm:pt>
    <dgm:pt modelId="{BC4883F5-C6FD-44BE-9292-847A46B30C82}" type="sibTrans" cxnId="{1B74ADB4-1ACE-42D9-BA69-F06D766EF92A}">
      <dgm:prSet/>
      <dgm:spPr/>
      <dgm:t>
        <a:bodyPr/>
        <a:lstStyle/>
        <a:p>
          <a:endParaRPr lang="uk-UA"/>
        </a:p>
      </dgm:t>
    </dgm:pt>
    <dgm:pt modelId="{925C11E3-1CA1-4E7A-A365-D6DC878F6010}">
      <dgm:prSet/>
      <dgm:spPr/>
      <dgm:t>
        <a:bodyPr/>
        <a:lstStyle/>
        <a:p>
          <a:r>
            <a:rPr lang="ru-RU" b="0" i="0"/>
            <a:t>Петро Болбочан.</a:t>
          </a:r>
          <a:endParaRPr lang="uk-UA"/>
        </a:p>
      </dgm:t>
    </dgm:pt>
    <dgm:pt modelId="{F9E9EB64-2E1B-4AE0-8D99-4B5E1E9DC568}" type="parTrans" cxnId="{DFF43F79-61F4-45D4-9892-FBA9510F1135}">
      <dgm:prSet/>
      <dgm:spPr/>
      <dgm:t>
        <a:bodyPr/>
        <a:lstStyle/>
        <a:p>
          <a:endParaRPr lang="uk-UA"/>
        </a:p>
      </dgm:t>
    </dgm:pt>
    <dgm:pt modelId="{FD715BAC-893C-4AB3-96EF-9EC1C4FB8263}" type="sibTrans" cxnId="{DFF43F79-61F4-45D4-9892-FBA9510F1135}">
      <dgm:prSet/>
      <dgm:spPr/>
      <dgm:t>
        <a:bodyPr/>
        <a:lstStyle/>
        <a:p>
          <a:endParaRPr lang="uk-UA"/>
        </a:p>
      </dgm:t>
    </dgm:pt>
    <dgm:pt modelId="{480C013B-241A-4976-BCF1-F38E389D68E6}">
      <dgm:prSet/>
      <dgm:spPr/>
      <dgm:t>
        <a:bodyPr/>
        <a:lstStyle/>
        <a:p>
          <a:r>
            <a:rPr lang="ru-RU" b="0" i="0"/>
            <a:t>Володимир Вернадський</a:t>
          </a:r>
          <a:endParaRPr lang="uk-UA"/>
        </a:p>
      </dgm:t>
    </dgm:pt>
    <dgm:pt modelId="{14702F76-BFAE-4AF6-9052-11CF99A5D559}" type="parTrans" cxnId="{32CCDF7C-6C45-44BB-B139-8F06A0962E22}">
      <dgm:prSet/>
      <dgm:spPr/>
      <dgm:t>
        <a:bodyPr/>
        <a:lstStyle/>
        <a:p>
          <a:endParaRPr lang="uk-UA"/>
        </a:p>
      </dgm:t>
    </dgm:pt>
    <dgm:pt modelId="{277782FB-0007-4999-99D1-2EEE37AC3DCA}" type="sibTrans" cxnId="{32CCDF7C-6C45-44BB-B139-8F06A0962E22}">
      <dgm:prSet/>
      <dgm:spPr/>
      <dgm:t>
        <a:bodyPr/>
        <a:lstStyle/>
        <a:p>
          <a:endParaRPr lang="uk-UA"/>
        </a:p>
      </dgm:t>
    </dgm:pt>
    <dgm:pt modelId="{780A29CA-7CEF-41B1-AB15-D338D029ACC8}" type="pres">
      <dgm:prSet presAssocID="{4952F0A5-CD8D-4DE9-BD88-B77FDAA7252B}" presName="linear" presStyleCnt="0">
        <dgm:presLayoutVars>
          <dgm:animLvl val="lvl"/>
          <dgm:resizeHandles val="exact"/>
        </dgm:presLayoutVars>
      </dgm:prSet>
      <dgm:spPr/>
    </dgm:pt>
    <dgm:pt modelId="{3DC2F993-F5B2-44B9-B9F4-E97AC8F28879}" type="pres">
      <dgm:prSet presAssocID="{6D5B5E03-D43E-4F79-9B39-D6FF1DD6BB2F}" presName="parentText" presStyleLbl="node1" presStyleIdx="0" presStyleCnt="4">
        <dgm:presLayoutVars>
          <dgm:chMax val="0"/>
          <dgm:bulletEnabled val="1"/>
        </dgm:presLayoutVars>
      </dgm:prSet>
      <dgm:spPr/>
    </dgm:pt>
    <dgm:pt modelId="{5977CEF8-B170-4C9F-8644-19B8611F0EAB}" type="pres">
      <dgm:prSet presAssocID="{67751E6C-2567-42C5-ABC4-D107C2D42DA3}" presName="spacer" presStyleCnt="0"/>
      <dgm:spPr/>
    </dgm:pt>
    <dgm:pt modelId="{2A570020-FDFA-41B8-B62B-2628D20C6935}" type="pres">
      <dgm:prSet presAssocID="{812A9A66-1E5C-4BFF-9268-20043F227D34}" presName="parentText" presStyleLbl="node1" presStyleIdx="1" presStyleCnt="4">
        <dgm:presLayoutVars>
          <dgm:chMax val="0"/>
          <dgm:bulletEnabled val="1"/>
        </dgm:presLayoutVars>
      </dgm:prSet>
      <dgm:spPr/>
    </dgm:pt>
    <dgm:pt modelId="{5CA94C16-5FB4-4ABF-AD14-CD66E619131F}" type="pres">
      <dgm:prSet presAssocID="{BC4883F5-C6FD-44BE-9292-847A46B30C82}" presName="spacer" presStyleCnt="0"/>
      <dgm:spPr/>
    </dgm:pt>
    <dgm:pt modelId="{ED4A946D-D26B-42BA-B571-446F57A142D1}" type="pres">
      <dgm:prSet presAssocID="{925C11E3-1CA1-4E7A-A365-D6DC878F6010}" presName="parentText" presStyleLbl="node1" presStyleIdx="2" presStyleCnt="4">
        <dgm:presLayoutVars>
          <dgm:chMax val="0"/>
          <dgm:bulletEnabled val="1"/>
        </dgm:presLayoutVars>
      </dgm:prSet>
      <dgm:spPr/>
    </dgm:pt>
    <dgm:pt modelId="{FFE1A50B-8AC6-43E4-8E40-B19F45E1F082}" type="pres">
      <dgm:prSet presAssocID="{FD715BAC-893C-4AB3-96EF-9EC1C4FB8263}" presName="spacer" presStyleCnt="0"/>
      <dgm:spPr/>
    </dgm:pt>
    <dgm:pt modelId="{122355D6-7847-4D2A-877B-2AB12E70A64E}" type="pres">
      <dgm:prSet presAssocID="{480C013B-241A-4976-BCF1-F38E389D68E6}" presName="parentText" presStyleLbl="node1" presStyleIdx="3" presStyleCnt="4">
        <dgm:presLayoutVars>
          <dgm:chMax val="0"/>
          <dgm:bulletEnabled val="1"/>
        </dgm:presLayoutVars>
      </dgm:prSet>
      <dgm:spPr/>
    </dgm:pt>
  </dgm:ptLst>
  <dgm:cxnLst>
    <dgm:cxn modelId="{9B143C3C-D55C-4A19-8E95-133557355F73}" type="presOf" srcId="{480C013B-241A-4976-BCF1-F38E389D68E6}" destId="{122355D6-7847-4D2A-877B-2AB12E70A64E}" srcOrd="0" destOrd="0" presId="urn:microsoft.com/office/officeart/2005/8/layout/vList2"/>
    <dgm:cxn modelId="{1E8AD569-8C77-4C2C-9C44-0A0AABA474D8}" type="presOf" srcId="{925C11E3-1CA1-4E7A-A365-D6DC878F6010}" destId="{ED4A946D-D26B-42BA-B571-446F57A142D1}" srcOrd="0" destOrd="0" presId="urn:microsoft.com/office/officeart/2005/8/layout/vList2"/>
    <dgm:cxn modelId="{DFF43F79-61F4-45D4-9892-FBA9510F1135}" srcId="{4952F0A5-CD8D-4DE9-BD88-B77FDAA7252B}" destId="{925C11E3-1CA1-4E7A-A365-D6DC878F6010}" srcOrd="2" destOrd="0" parTransId="{F9E9EB64-2E1B-4AE0-8D99-4B5E1E9DC568}" sibTransId="{FD715BAC-893C-4AB3-96EF-9EC1C4FB8263}"/>
    <dgm:cxn modelId="{64853D7B-3DCC-4F07-917C-6CD06D93DACA}" type="presOf" srcId="{812A9A66-1E5C-4BFF-9268-20043F227D34}" destId="{2A570020-FDFA-41B8-B62B-2628D20C6935}" srcOrd="0" destOrd="0" presId="urn:microsoft.com/office/officeart/2005/8/layout/vList2"/>
    <dgm:cxn modelId="{32CCDF7C-6C45-44BB-B139-8F06A0962E22}" srcId="{4952F0A5-CD8D-4DE9-BD88-B77FDAA7252B}" destId="{480C013B-241A-4976-BCF1-F38E389D68E6}" srcOrd="3" destOrd="0" parTransId="{14702F76-BFAE-4AF6-9052-11CF99A5D559}" sibTransId="{277782FB-0007-4999-99D1-2EEE37AC3DCA}"/>
    <dgm:cxn modelId="{6C60B581-FBB5-4CA0-AE86-6ADAE4F17F06}" srcId="{4952F0A5-CD8D-4DE9-BD88-B77FDAA7252B}" destId="{6D5B5E03-D43E-4F79-9B39-D6FF1DD6BB2F}" srcOrd="0" destOrd="0" parTransId="{F80B2278-88A4-40EB-9677-0D89A55EF075}" sibTransId="{67751E6C-2567-42C5-ABC4-D107C2D42DA3}"/>
    <dgm:cxn modelId="{592E54AF-1CAC-43F9-A677-40F7777B4753}" type="presOf" srcId="{4952F0A5-CD8D-4DE9-BD88-B77FDAA7252B}" destId="{780A29CA-7CEF-41B1-AB15-D338D029ACC8}" srcOrd="0" destOrd="0" presId="urn:microsoft.com/office/officeart/2005/8/layout/vList2"/>
    <dgm:cxn modelId="{1B74ADB4-1ACE-42D9-BA69-F06D766EF92A}" srcId="{4952F0A5-CD8D-4DE9-BD88-B77FDAA7252B}" destId="{812A9A66-1E5C-4BFF-9268-20043F227D34}" srcOrd="1" destOrd="0" parTransId="{EFD3BDDB-F7A4-4F91-86AD-59E4A9DE7FD0}" sibTransId="{BC4883F5-C6FD-44BE-9292-847A46B30C82}"/>
    <dgm:cxn modelId="{327E17DC-70D1-471C-9EBF-F247DF25B737}" type="presOf" srcId="{6D5B5E03-D43E-4F79-9B39-D6FF1DD6BB2F}" destId="{3DC2F993-F5B2-44B9-B9F4-E97AC8F28879}" srcOrd="0" destOrd="0" presId="urn:microsoft.com/office/officeart/2005/8/layout/vList2"/>
    <dgm:cxn modelId="{BCEC9BEE-E2D4-4E17-8BC6-889FF4DA5ECA}" type="presParOf" srcId="{780A29CA-7CEF-41B1-AB15-D338D029ACC8}" destId="{3DC2F993-F5B2-44B9-B9F4-E97AC8F28879}" srcOrd="0" destOrd="0" presId="urn:microsoft.com/office/officeart/2005/8/layout/vList2"/>
    <dgm:cxn modelId="{97BBFA76-7815-4ADF-A795-E052D6703DC2}" type="presParOf" srcId="{780A29CA-7CEF-41B1-AB15-D338D029ACC8}" destId="{5977CEF8-B170-4C9F-8644-19B8611F0EAB}" srcOrd="1" destOrd="0" presId="urn:microsoft.com/office/officeart/2005/8/layout/vList2"/>
    <dgm:cxn modelId="{D240AC66-8A11-4042-B354-A7A78A66BE79}" type="presParOf" srcId="{780A29CA-7CEF-41B1-AB15-D338D029ACC8}" destId="{2A570020-FDFA-41B8-B62B-2628D20C6935}" srcOrd="2" destOrd="0" presId="urn:microsoft.com/office/officeart/2005/8/layout/vList2"/>
    <dgm:cxn modelId="{B80B1169-EB67-4EFC-9CCC-8AE23726091A}" type="presParOf" srcId="{780A29CA-7CEF-41B1-AB15-D338D029ACC8}" destId="{5CA94C16-5FB4-4ABF-AD14-CD66E619131F}" srcOrd="3" destOrd="0" presId="urn:microsoft.com/office/officeart/2005/8/layout/vList2"/>
    <dgm:cxn modelId="{AC5130AC-0B54-4DA3-AC7E-78E94E1080C7}" type="presParOf" srcId="{780A29CA-7CEF-41B1-AB15-D338D029ACC8}" destId="{ED4A946D-D26B-42BA-B571-446F57A142D1}" srcOrd="4" destOrd="0" presId="urn:microsoft.com/office/officeart/2005/8/layout/vList2"/>
    <dgm:cxn modelId="{585ACEDB-E73D-48D3-AB48-0DD9BDC3B719}" type="presParOf" srcId="{780A29CA-7CEF-41B1-AB15-D338D029ACC8}" destId="{FFE1A50B-8AC6-43E4-8E40-B19F45E1F082}" srcOrd="5" destOrd="0" presId="urn:microsoft.com/office/officeart/2005/8/layout/vList2"/>
    <dgm:cxn modelId="{AFCBC460-44F0-4484-AA8E-D2BC101F4FBD}" type="presParOf" srcId="{780A29CA-7CEF-41B1-AB15-D338D029ACC8}" destId="{122355D6-7847-4D2A-877B-2AB12E70A64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D4DAA5D-1F29-4A8F-B51E-F3BD40CDB9A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A2AE658-E37D-4FBC-B2BF-A6CEB9072A60}">
      <dgm:prSet/>
      <dgm:spPr/>
      <dgm:t>
        <a:bodyPr/>
        <a:lstStyle/>
        <a:p>
          <a:r>
            <a:rPr lang="uk-UA" b="0" i="0"/>
            <a:t>толерантним ставленням до релігійних вірувань українців.</a:t>
          </a:r>
          <a:endParaRPr lang="uk-UA"/>
        </a:p>
      </dgm:t>
    </dgm:pt>
    <dgm:pt modelId="{345B5201-722D-4444-84D4-98F46ED7599A}" type="parTrans" cxnId="{1C3A1CB7-E2B0-4298-940C-63BDCD9957DD}">
      <dgm:prSet/>
      <dgm:spPr/>
      <dgm:t>
        <a:bodyPr/>
        <a:lstStyle/>
        <a:p>
          <a:endParaRPr lang="uk-UA"/>
        </a:p>
      </dgm:t>
    </dgm:pt>
    <dgm:pt modelId="{89E5F367-C394-41DF-A726-661E1CB7358A}" type="sibTrans" cxnId="{1C3A1CB7-E2B0-4298-940C-63BDCD9957DD}">
      <dgm:prSet/>
      <dgm:spPr/>
      <dgm:t>
        <a:bodyPr/>
        <a:lstStyle/>
        <a:p>
          <a:endParaRPr lang="uk-UA"/>
        </a:p>
      </dgm:t>
    </dgm:pt>
    <dgm:pt modelId="{F27F5161-D4F8-470F-A5B9-0A18CD6BB52E}">
      <dgm:prSet/>
      <dgm:spPr/>
      <dgm:t>
        <a:bodyPr/>
        <a:lstStyle/>
        <a:p>
          <a:r>
            <a:rPr lang="uk-UA" b="0" i="0"/>
            <a:t>використанням церкви в поширенні комуністичних ідей.</a:t>
          </a:r>
          <a:endParaRPr lang="uk-UA"/>
        </a:p>
      </dgm:t>
    </dgm:pt>
    <dgm:pt modelId="{A3923EB3-502E-4659-A235-46AC2F07895F}" type="parTrans" cxnId="{433F710B-E238-427F-9653-C4FA899BD223}">
      <dgm:prSet/>
      <dgm:spPr/>
      <dgm:t>
        <a:bodyPr/>
        <a:lstStyle/>
        <a:p>
          <a:endParaRPr lang="uk-UA"/>
        </a:p>
      </dgm:t>
    </dgm:pt>
    <dgm:pt modelId="{35EC2641-BC2C-4FFF-BFDB-7B9BD6EBB529}" type="sibTrans" cxnId="{433F710B-E238-427F-9653-C4FA899BD223}">
      <dgm:prSet/>
      <dgm:spPr/>
      <dgm:t>
        <a:bodyPr/>
        <a:lstStyle/>
        <a:p>
          <a:endParaRPr lang="uk-UA"/>
        </a:p>
      </dgm:t>
    </dgm:pt>
    <dgm:pt modelId="{684F4F50-C40F-4E1B-9FAE-4D5835F9E5C7}">
      <dgm:prSet/>
      <dgm:spPr/>
      <dgm:t>
        <a:bodyPr/>
        <a:lstStyle/>
        <a:p>
          <a:r>
            <a:rPr lang="uk-UA" b="0" i="0"/>
            <a:t>сприянням розвитку релігійної свідомості як основи народного життя.</a:t>
          </a:r>
          <a:endParaRPr lang="uk-UA"/>
        </a:p>
      </dgm:t>
    </dgm:pt>
    <dgm:pt modelId="{A91C45FF-30DD-4885-A6E3-A7D165EDCE03}" type="parTrans" cxnId="{DAB84798-390E-4CCF-B2E5-8E80EFB975C1}">
      <dgm:prSet/>
      <dgm:spPr/>
      <dgm:t>
        <a:bodyPr/>
        <a:lstStyle/>
        <a:p>
          <a:endParaRPr lang="uk-UA"/>
        </a:p>
      </dgm:t>
    </dgm:pt>
    <dgm:pt modelId="{981CA921-749F-42ED-B783-B557B342FB71}" type="sibTrans" cxnId="{DAB84798-390E-4CCF-B2E5-8E80EFB975C1}">
      <dgm:prSet/>
      <dgm:spPr/>
      <dgm:t>
        <a:bodyPr/>
        <a:lstStyle/>
        <a:p>
          <a:endParaRPr lang="uk-UA"/>
        </a:p>
      </dgm:t>
    </dgm:pt>
    <dgm:pt modelId="{D433EDE4-0C4F-4505-A21A-1857149348EC}">
      <dgm:prSet/>
      <dgm:spPr/>
      <dgm:t>
        <a:bodyPr/>
        <a:lstStyle/>
        <a:p>
          <a:r>
            <a:rPr lang="uk-UA" b="0" i="0"/>
            <a:t>намаганням послабити та розколоти Російську православну церкву</a:t>
          </a:r>
          <a:endParaRPr lang="uk-UA"/>
        </a:p>
      </dgm:t>
    </dgm:pt>
    <dgm:pt modelId="{3BE3F1EA-3424-4F2B-8284-5C55C91336C3}" type="parTrans" cxnId="{A79F93E0-8420-43CB-AED2-D6F2F6258C56}">
      <dgm:prSet/>
      <dgm:spPr/>
      <dgm:t>
        <a:bodyPr/>
        <a:lstStyle/>
        <a:p>
          <a:endParaRPr lang="uk-UA"/>
        </a:p>
      </dgm:t>
    </dgm:pt>
    <dgm:pt modelId="{4EA8B195-AA60-486D-B63B-FF733F8348AB}" type="sibTrans" cxnId="{A79F93E0-8420-43CB-AED2-D6F2F6258C56}">
      <dgm:prSet/>
      <dgm:spPr/>
      <dgm:t>
        <a:bodyPr/>
        <a:lstStyle/>
        <a:p>
          <a:endParaRPr lang="uk-UA"/>
        </a:p>
      </dgm:t>
    </dgm:pt>
    <dgm:pt modelId="{6FC6B599-9A8F-4506-967D-9213C7249CD4}" type="pres">
      <dgm:prSet presAssocID="{CD4DAA5D-1F29-4A8F-B51E-F3BD40CDB9AB}" presName="linear" presStyleCnt="0">
        <dgm:presLayoutVars>
          <dgm:animLvl val="lvl"/>
          <dgm:resizeHandles val="exact"/>
        </dgm:presLayoutVars>
      </dgm:prSet>
      <dgm:spPr/>
    </dgm:pt>
    <dgm:pt modelId="{CF11766E-9269-4257-9581-4D03C3B8FF44}" type="pres">
      <dgm:prSet presAssocID="{BA2AE658-E37D-4FBC-B2BF-A6CEB9072A60}" presName="parentText" presStyleLbl="node1" presStyleIdx="0" presStyleCnt="4">
        <dgm:presLayoutVars>
          <dgm:chMax val="0"/>
          <dgm:bulletEnabled val="1"/>
        </dgm:presLayoutVars>
      </dgm:prSet>
      <dgm:spPr/>
    </dgm:pt>
    <dgm:pt modelId="{C8D49BE6-58F3-4621-A0C9-B8F705D127DE}" type="pres">
      <dgm:prSet presAssocID="{89E5F367-C394-41DF-A726-661E1CB7358A}" presName="spacer" presStyleCnt="0"/>
      <dgm:spPr/>
    </dgm:pt>
    <dgm:pt modelId="{10EA1914-0D4E-4357-ADFD-BB4C387A942F}" type="pres">
      <dgm:prSet presAssocID="{F27F5161-D4F8-470F-A5B9-0A18CD6BB52E}" presName="parentText" presStyleLbl="node1" presStyleIdx="1" presStyleCnt="4">
        <dgm:presLayoutVars>
          <dgm:chMax val="0"/>
          <dgm:bulletEnabled val="1"/>
        </dgm:presLayoutVars>
      </dgm:prSet>
      <dgm:spPr/>
    </dgm:pt>
    <dgm:pt modelId="{C7BCD58F-D691-4BC1-A8DD-33BB1C04D6DE}" type="pres">
      <dgm:prSet presAssocID="{35EC2641-BC2C-4FFF-BFDB-7B9BD6EBB529}" presName="spacer" presStyleCnt="0"/>
      <dgm:spPr/>
    </dgm:pt>
    <dgm:pt modelId="{D0114498-15BE-4E45-9C22-63E5BD4F45F0}" type="pres">
      <dgm:prSet presAssocID="{684F4F50-C40F-4E1B-9FAE-4D5835F9E5C7}" presName="parentText" presStyleLbl="node1" presStyleIdx="2" presStyleCnt="4">
        <dgm:presLayoutVars>
          <dgm:chMax val="0"/>
          <dgm:bulletEnabled val="1"/>
        </dgm:presLayoutVars>
      </dgm:prSet>
      <dgm:spPr/>
    </dgm:pt>
    <dgm:pt modelId="{29403E2E-0612-4908-8A60-17CDFD480AD6}" type="pres">
      <dgm:prSet presAssocID="{981CA921-749F-42ED-B783-B557B342FB71}" presName="spacer" presStyleCnt="0"/>
      <dgm:spPr/>
    </dgm:pt>
    <dgm:pt modelId="{8AC8BF2B-9CA8-4F85-9A40-7C03176FAD91}" type="pres">
      <dgm:prSet presAssocID="{D433EDE4-0C4F-4505-A21A-1857149348EC}" presName="parentText" presStyleLbl="node1" presStyleIdx="3" presStyleCnt="4">
        <dgm:presLayoutVars>
          <dgm:chMax val="0"/>
          <dgm:bulletEnabled val="1"/>
        </dgm:presLayoutVars>
      </dgm:prSet>
      <dgm:spPr/>
    </dgm:pt>
  </dgm:ptLst>
  <dgm:cxnLst>
    <dgm:cxn modelId="{2DE9A403-C353-4F47-A8EF-44A838EDC68F}" type="presOf" srcId="{CD4DAA5D-1F29-4A8F-B51E-F3BD40CDB9AB}" destId="{6FC6B599-9A8F-4506-967D-9213C7249CD4}" srcOrd="0" destOrd="0" presId="urn:microsoft.com/office/officeart/2005/8/layout/vList2"/>
    <dgm:cxn modelId="{433F710B-E238-427F-9653-C4FA899BD223}" srcId="{CD4DAA5D-1F29-4A8F-B51E-F3BD40CDB9AB}" destId="{F27F5161-D4F8-470F-A5B9-0A18CD6BB52E}" srcOrd="1" destOrd="0" parTransId="{A3923EB3-502E-4659-A235-46AC2F07895F}" sibTransId="{35EC2641-BC2C-4FFF-BFDB-7B9BD6EBB529}"/>
    <dgm:cxn modelId="{060C161D-95CD-44EA-89FC-0C3B625E56A6}" type="presOf" srcId="{D433EDE4-0C4F-4505-A21A-1857149348EC}" destId="{8AC8BF2B-9CA8-4F85-9A40-7C03176FAD91}" srcOrd="0" destOrd="0" presId="urn:microsoft.com/office/officeart/2005/8/layout/vList2"/>
    <dgm:cxn modelId="{D6A9B737-B89D-4954-B95A-3F8BA682E1BF}" type="presOf" srcId="{BA2AE658-E37D-4FBC-B2BF-A6CEB9072A60}" destId="{CF11766E-9269-4257-9581-4D03C3B8FF44}" srcOrd="0" destOrd="0" presId="urn:microsoft.com/office/officeart/2005/8/layout/vList2"/>
    <dgm:cxn modelId="{DAB84798-390E-4CCF-B2E5-8E80EFB975C1}" srcId="{CD4DAA5D-1F29-4A8F-B51E-F3BD40CDB9AB}" destId="{684F4F50-C40F-4E1B-9FAE-4D5835F9E5C7}" srcOrd="2" destOrd="0" parTransId="{A91C45FF-30DD-4885-A6E3-A7D165EDCE03}" sibTransId="{981CA921-749F-42ED-B783-B557B342FB71}"/>
    <dgm:cxn modelId="{0D973BA1-97CD-4E3B-A338-A1FD0BA75F90}" type="presOf" srcId="{F27F5161-D4F8-470F-A5B9-0A18CD6BB52E}" destId="{10EA1914-0D4E-4357-ADFD-BB4C387A942F}" srcOrd="0" destOrd="0" presId="urn:microsoft.com/office/officeart/2005/8/layout/vList2"/>
    <dgm:cxn modelId="{1C3A1CB7-E2B0-4298-940C-63BDCD9957DD}" srcId="{CD4DAA5D-1F29-4A8F-B51E-F3BD40CDB9AB}" destId="{BA2AE658-E37D-4FBC-B2BF-A6CEB9072A60}" srcOrd="0" destOrd="0" parTransId="{345B5201-722D-4444-84D4-98F46ED7599A}" sibTransId="{89E5F367-C394-41DF-A726-661E1CB7358A}"/>
    <dgm:cxn modelId="{A79F93E0-8420-43CB-AED2-D6F2F6258C56}" srcId="{CD4DAA5D-1F29-4A8F-B51E-F3BD40CDB9AB}" destId="{D433EDE4-0C4F-4505-A21A-1857149348EC}" srcOrd="3" destOrd="0" parTransId="{3BE3F1EA-3424-4F2B-8284-5C55C91336C3}" sibTransId="{4EA8B195-AA60-486D-B63B-FF733F8348AB}"/>
    <dgm:cxn modelId="{CC9F99F8-16EC-44FF-B78C-74B507650833}" type="presOf" srcId="{684F4F50-C40F-4E1B-9FAE-4D5835F9E5C7}" destId="{D0114498-15BE-4E45-9C22-63E5BD4F45F0}" srcOrd="0" destOrd="0" presId="urn:microsoft.com/office/officeart/2005/8/layout/vList2"/>
    <dgm:cxn modelId="{A7350BF8-BC3B-4C3D-B168-B3088455E7C3}" type="presParOf" srcId="{6FC6B599-9A8F-4506-967D-9213C7249CD4}" destId="{CF11766E-9269-4257-9581-4D03C3B8FF44}" srcOrd="0" destOrd="0" presId="urn:microsoft.com/office/officeart/2005/8/layout/vList2"/>
    <dgm:cxn modelId="{9A16E5FE-1E7E-437D-8D4E-48E7F504DFCA}" type="presParOf" srcId="{6FC6B599-9A8F-4506-967D-9213C7249CD4}" destId="{C8D49BE6-58F3-4621-A0C9-B8F705D127DE}" srcOrd="1" destOrd="0" presId="urn:microsoft.com/office/officeart/2005/8/layout/vList2"/>
    <dgm:cxn modelId="{E31AD4D2-E81F-4649-9CC8-D38503C3F843}" type="presParOf" srcId="{6FC6B599-9A8F-4506-967D-9213C7249CD4}" destId="{10EA1914-0D4E-4357-ADFD-BB4C387A942F}" srcOrd="2" destOrd="0" presId="urn:microsoft.com/office/officeart/2005/8/layout/vList2"/>
    <dgm:cxn modelId="{67D606E6-7637-4999-B59F-E44041D47EEF}" type="presParOf" srcId="{6FC6B599-9A8F-4506-967D-9213C7249CD4}" destId="{C7BCD58F-D691-4BC1-A8DD-33BB1C04D6DE}" srcOrd="3" destOrd="0" presId="urn:microsoft.com/office/officeart/2005/8/layout/vList2"/>
    <dgm:cxn modelId="{C414487F-929E-4DBC-9DC3-DC207D81A1ED}" type="presParOf" srcId="{6FC6B599-9A8F-4506-967D-9213C7249CD4}" destId="{D0114498-15BE-4E45-9C22-63E5BD4F45F0}" srcOrd="4" destOrd="0" presId="urn:microsoft.com/office/officeart/2005/8/layout/vList2"/>
    <dgm:cxn modelId="{203B7AE2-B01F-4FB1-AF31-B8093B7B9D6B}" type="presParOf" srcId="{6FC6B599-9A8F-4506-967D-9213C7249CD4}" destId="{29403E2E-0612-4908-8A60-17CDFD480AD6}" srcOrd="5" destOrd="0" presId="urn:microsoft.com/office/officeart/2005/8/layout/vList2"/>
    <dgm:cxn modelId="{1B84FC64-F98A-467E-B08F-73AFAE83811B}" type="presParOf" srcId="{6FC6B599-9A8F-4506-967D-9213C7249CD4}" destId="{8AC8BF2B-9CA8-4F85-9A40-7C03176FAD91}"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3A806D0-8C82-488E-A782-E9844FC2CC1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2D150985-7928-40C8-A827-C75975213445}">
      <dgm:prSet/>
      <dgm:spPr/>
      <dgm:t>
        <a:bodyPr/>
        <a:lstStyle/>
        <a:p>
          <a:r>
            <a:rPr lang="ru-RU" b="0" i="0"/>
            <a:t>П. Саксаганський.</a:t>
          </a:r>
          <a:endParaRPr lang="uk-UA"/>
        </a:p>
      </dgm:t>
    </dgm:pt>
    <dgm:pt modelId="{308EF4DC-8CDE-448D-8093-511801FA13A4}" type="parTrans" cxnId="{CACC025C-9A5E-425B-9A14-BA2F1E1FB837}">
      <dgm:prSet/>
      <dgm:spPr/>
      <dgm:t>
        <a:bodyPr/>
        <a:lstStyle/>
        <a:p>
          <a:endParaRPr lang="uk-UA"/>
        </a:p>
      </dgm:t>
    </dgm:pt>
    <dgm:pt modelId="{538E394E-5B8A-4232-ACA0-38C2D5676C2C}" type="sibTrans" cxnId="{CACC025C-9A5E-425B-9A14-BA2F1E1FB837}">
      <dgm:prSet/>
      <dgm:spPr/>
      <dgm:t>
        <a:bodyPr/>
        <a:lstStyle/>
        <a:p>
          <a:endParaRPr lang="uk-UA"/>
        </a:p>
      </dgm:t>
    </dgm:pt>
    <dgm:pt modelId="{98A3BFD8-FB15-4216-B9D5-AF1143FD3F1D}">
      <dgm:prSet/>
      <dgm:spPr/>
      <dgm:t>
        <a:bodyPr/>
        <a:lstStyle/>
        <a:p>
          <a:r>
            <a:rPr lang="ru-RU" b="0" i="0"/>
            <a:t>А. Бучма.</a:t>
          </a:r>
          <a:endParaRPr lang="uk-UA"/>
        </a:p>
      </dgm:t>
    </dgm:pt>
    <dgm:pt modelId="{0030594E-3702-4455-B9A7-7C5C64FA0874}" type="parTrans" cxnId="{917F4FFE-2CF9-4C37-B40E-7F6C3AC06F5B}">
      <dgm:prSet/>
      <dgm:spPr/>
      <dgm:t>
        <a:bodyPr/>
        <a:lstStyle/>
        <a:p>
          <a:endParaRPr lang="uk-UA"/>
        </a:p>
      </dgm:t>
    </dgm:pt>
    <dgm:pt modelId="{18995270-A437-4E64-A379-78C4CAB01C92}" type="sibTrans" cxnId="{917F4FFE-2CF9-4C37-B40E-7F6C3AC06F5B}">
      <dgm:prSet/>
      <dgm:spPr/>
      <dgm:t>
        <a:bodyPr/>
        <a:lstStyle/>
        <a:p>
          <a:endParaRPr lang="uk-UA"/>
        </a:p>
      </dgm:t>
    </dgm:pt>
    <dgm:pt modelId="{856C9FF2-410A-4E6C-8237-0BF15FF92003}">
      <dgm:prSet/>
      <dgm:spPr/>
      <dgm:t>
        <a:bodyPr/>
        <a:lstStyle/>
        <a:p>
          <a:r>
            <a:rPr lang="ru-RU" b="0" i="0"/>
            <a:t>Л. Курбас.</a:t>
          </a:r>
          <a:endParaRPr lang="uk-UA"/>
        </a:p>
      </dgm:t>
    </dgm:pt>
    <dgm:pt modelId="{E6A20D85-EEDF-49B0-95BE-74EEA5842AE9}" type="parTrans" cxnId="{42D010AC-03CE-4A79-8E61-F4B799119597}">
      <dgm:prSet/>
      <dgm:spPr/>
      <dgm:t>
        <a:bodyPr/>
        <a:lstStyle/>
        <a:p>
          <a:endParaRPr lang="uk-UA"/>
        </a:p>
      </dgm:t>
    </dgm:pt>
    <dgm:pt modelId="{BDDF1EAF-66E9-4FD1-B865-CAF907F8B0C5}" type="sibTrans" cxnId="{42D010AC-03CE-4A79-8E61-F4B799119597}">
      <dgm:prSet/>
      <dgm:spPr/>
      <dgm:t>
        <a:bodyPr/>
        <a:lstStyle/>
        <a:p>
          <a:endParaRPr lang="uk-UA"/>
        </a:p>
      </dgm:t>
    </dgm:pt>
    <dgm:pt modelId="{7F3D8BFA-A70C-4DFB-B978-5EEB0BA27D57}">
      <dgm:prSet/>
      <dgm:spPr/>
      <dgm:t>
        <a:bodyPr/>
        <a:lstStyle/>
        <a:p>
          <a:r>
            <a:rPr lang="ru-RU" b="0" i="0"/>
            <a:t>О. Сердюк.</a:t>
          </a:r>
          <a:endParaRPr lang="uk-UA"/>
        </a:p>
      </dgm:t>
    </dgm:pt>
    <dgm:pt modelId="{2697FFDF-C4D5-4358-8F21-FE6D296E4D47}" type="parTrans" cxnId="{92E1673E-E875-4088-965D-7235B79608B4}">
      <dgm:prSet/>
      <dgm:spPr/>
      <dgm:t>
        <a:bodyPr/>
        <a:lstStyle/>
        <a:p>
          <a:endParaRPr lang="uk-UA"/>
        </a:p>
      </dgm:t>
    </dgm:pt>
    <dgm:pt modelId="{43A35DC3-B7B2-4485-BD0C-2AB931495B04}" type="sibTrans" cxnId="{92E1673E-E875-4088-965D-7235B79608B4}">
      <dgm:prSet/>
      <dgm:spPr/>
      <dgm:t>
        <a:bodyPr/>
        <a:lstStyle/>
        <a:p>
          <a:endParaRPr lang="uk-UA"/>
        </a:p>
      </dgm:t>
    </dgm:pt>
    <dgm:pt modelId="{3B5C446F-F832-49A7-BCE3-896146AC21BC}" type="pres">
      <dgm:prSet presAssocID="{B3A806D0-8C82-488E-A782-E9844FC2CC1E}" presName="linear" presStyleCnt="0">
        <dgm:presLayoutVars>
          <dgm:animLvl val="lvl"/>
          <dgm:resizeHandles val="exact"/>
        </dgm:presLayoutVars>
      </dgm:prSet>
      <dgm:spPr/>
    </dgm:pt>
    <dgm:pt modelId="{E1709A0A-4EDD-4845-B6E4-9A14334C1B87}" type="pres">
      <dgm:prSet presAssocID="{2D150985-7928-40C8-A827-C75975213445}" presName="parentText" presStyleLbl="node1" presStyleIdx="0" presStyleCnt="4">
        <dgm:presLayoutVars>
          <dgm:chMax val="0"/>
          <dgm:bulletEnabled val="1"/>
        </dgm:presLayoutVars>
      </dgm:prSet>
      <dgm:spPr/>
    </dgm:pt>
    <dgm:pt modelId="{664B8A76-C8EC-4FBE-992C-5E6A9800037A}" type="pres">
      <dgm:prSet presAssocID="{538E394E-5B8A-4232-ACA0-38C2D5676C2C}" presName="spacer" presStyleCnt="0"/>
      <dgm:spPr/>
    </dgm:pt>
    <dgm:pt modelId="{71804629-A554-49F8-818A-A833ECC4EFCB}" type="pres">
      <dgm:prSet presAssocID="{98A3BFD8-FB15-4216-B9D5-AF1143FD3F1D}" presName="parentText" presStyleLbl="node1" presStyleIdx="1" presStyleCnt="4">
        <dgm:presLayoutVars>
          <dgm:chMax val="0"/>
          <dgm:bulletEnabled val="1"/>
        </dgm:presLayoutVars>
      </dgm:prSet>
      <dgm:spPr/>
    </dgm:pt>
    <dgm:pt modelId="{33F0412F-CB0F-44A5-B429-66D076A5E2AB}" type="pres">
      <dgm:prSet presAssocID="{18995270-A437-4E64-A379-78C4CAB01C92}" presName="spacer" presStyleCnt="0"/>
      <dgm:spPr/>
    </dgm:pt>
    <dgm:pt modelId="{F97AD359-5CE1-4D92-8247-28F8E4D63C33}" type="pres">
      <dgm:prSet presAssocID="{856C9FF2-410A-4E6C-8237-0BF15FF92003}" presName="parentText" presStyleLbl="node1" presStyleIdx="2" presStyleCnt="4">
        <dgm:presLayoutVars>
          <dgm:chMax val="0"/>
          <dgm:bulletEnabled val="1"/>
        </dgm:presLayoutVars>
      </dgm:prSet>
      <dgm:spPr/>
    </dgm:pt>
    <dgm:pt modelId="{2DE70B54-E845-43AD-BCA9-7AFA2505970A}" type="pres">
      <dgm:prSet presAssocID="{BDDF1EAF-66E9-4FD1-B865-CAF907F8B0C5}" presName="spacer" presStyleCnt="0"/>
      <dgm:spPr/>
    </dgm:pt>
    <dgm:pt modelId="{19246474-3A9E-41C1-9A22-91B6BA3A6856}" type="pres">
      <dgm:prSet presAssocID="{7F3D8BFA-A70C-4DFB-B978-5EEB0BA27D57}" presName="parentText" presStyleLbl="node1" presStyleIdx="3" presStyleCnt="4">
        <dgm:presLayoutVars>
          <dgm:chMax val="0"/>
          <dgm:bulletEnabled val="1"/>
        </dgm:presLayoutVars>
      </dgm:prSet>
      <dgm:spPr/>
    </dgm:pt>
  </dgm:ptLst>
  <dgm:cxnLst>
    <dgm:cxn modelId="{1ACC5F20-C1D8-403A-ABFE-934817F89971}" type="presOf" srcId="{7F3D8BFA-A70C-4DFB-B978-5EEB0BA27D57}" destId="{19246474-3A9E-41C1-9A22-91B6BA3A6856}" srcOrd="0" destOrd="0" presId="urn:microsoft.com/office/officeart/2005/8/layout/vList2"/>
    <dgm:cxn modelId="{278D5E32-7947-4099-926A-F712007CF50B}" type="presOf" srcId="{98A3BFD8-FB15-4216-B9D5-AF1143FD3F1D}" destId="{71804629-A554-49F8-818A-A833ECC4EFCB}" srcOrd="0" destOrd="0" presId="urn:microsoft.com/office/officeart/2005/8/layout/vList2"/>
    <dgm:cxn modelId="{92E1673E-E875-4088-965D-7235B79608B4}" srcId="{B3A806D0-8C82-488E-A782-E9844FC2CC1E}" destId="{7F3D8BFA-A70C-4DFB-B978-5EEB0BA27D57}" srcOrd="3" destOrd="0" parTransId="{2697FFDF-C4D5-4358-8F21-FE6D296E4D47}" sibTransId="{43A35DC3-B7B2-4485-BD0C-2AB931495B04}"/>
    <dgm:cxn modelId="{CACC025C-9A5E-425B-9A14-BA2F1E1FB837}" srcId="{B3A806D0-8C82-488E-A782-E9844FC2CC1E}" destId="{2D150985-7928-40C8-A827-C75975213445}" srcOrd="0" destOrd="0" parTransId="{308EF4DC-8CDE-448D-8093-511801FA13A4}" sibTransId="{538E394E-5B8A-4232-ACA0-38C2D5676C2C}"/>
    <dgm:cxn modelId="{95498BA4-9108-448A-B100-AC629D5D0062}" type="presOf" srcId="{2D150985-7928-40C8-A827-C75975213445}" destId="{E1709A0A-4EDD-4845-B6E4-9A14334C1B87}" srcOrd="0" destOrd="0" presId="urn:microsoft.com/office/officeart/2005/8/layout/vList2"/>
    <dgm:cxn modelId="{42D010AC-03CE-4A79-8E61-F4B799119597}" srcId="{B3A806D0-8C82-488E-A782-E9844FC2CC1E}" destId="{856C9FF2-410A-4E6C-8237-0BF15FF92003}" srcOrd="2" destOrd="0" parTransId="{E6A20D85-EEDF-49B0-95BE-74EEA5842AE9}" sibTransId="{BDDF1EAF-66E9-4FD1-B865-CAF907F8B0C5}"/>
    <dgm:cxn modelId="{F8A0F7AF-4F6F-4D37-B6B7-6F0E7AB993B3}" type="presOf" srcId="{856C9FF2-410A-4E6C-8237-0BF15FF92003}" destId="{F97AD359-5CE1-4D92-8247-28F8E4D63C33}" srcOrd="0" destOrd="0" presId="urn:microsoft.com/office/officeart/2005/8/layout/vList2"/>
    <dgm:cxn modelId="{99C61DDE-54D9-4454-8479-F84FE7DC40E5}" type="presOf" srcId="{B3A806D0-8C82-488E-A782-E9844FC2CC1E}" destId="{3B5C446F-F832-49A7-BCE3-896146AC21BC}" srcOrd="0" destOrd="0" presId="urn:microsoft.com/office/officeart/2005/8/layout/vList2"/>
    <dgm:cxn modelId="{917F4FFE-2CF9-4C37-B40E-7F6C3AC06F5B}" srcId="{B3A806D0-8C82-488E-A782-E9844FC2CC1E}" destId="{98A3BFD8-FB15-4216-B9D5-AF1143FD3F1D}" srcOrd="1" destOrd="0" parTransId="{0030594E-3702-4455-B9A7-7C5C64FA0874}" sibTransId="{18995270-A437-4E64-A379-78C4CAB01C92}"/>
    <dgm:cxn modelId="{CBED34C3-2031-4229-89D1-E0DD58DAA35D}" type="presParOf" srcId="{3B5C446F-F832-49A7-BCE3-896146AC21BC}" destId="{E1709A0A-4EDD-4845-B6E4-9A14334C1B87}" srcOrd="0" destOrd="0" presId="urn:microsoft.com/office/officeart/2005/8/layout/vList2"/>
    <dgm:cxn modelId="{34C3A151-C519-4F67-9FE1-E0C396B12E5B}" type="presParOf" srcId="{3B5C446F-F832-49A7-BCE3-896146AC21BC}" destId="{664B8A76-C8EC-4FBE-992C-5E6A9800037A}" srcOrd="1" destOrd="0" presId="urn:microsoft.com/office/officeart/2005/8/layout/vList2"/>
    <dgm:cxn modelId="{198220DB-80BB-49B6-B399-3B1CF2798C54}" type="presParOf" srcId="{3B5C446F-F832-49A7-BCE3-896146AC21BC}" destId="{71804629-A554-49F8-818A-A833ECC4EFCB}" srcOrd="2" destOrd="0" presId="urn:microsoft.com/office/officeart/2005/8/layout/vList2"/>
    <dgm:cxn modelId="{08E15C7D-34FB-4627-BA7A-6D7B90EAAA72}" type="presParOf" srcId="{3B5C446F-F832-49A7-BCE3-896146AC21BC}" destId="{33F0412F-CB0F-44A5-B429-66D076A5E2AB}" srcOrd="3" destOrd="0" presId="urn:microsoft.com/office/officeart/2005/8/layout/vList2"/>
    <dgm:cxn modelId="{F1F89C70-3954-4476-91E5-F218CAB19EFA}" type="presParOf" srcId="{3B5C446F-F832-49A7-BCE3-896146AC21BC}" destId="{F97AD359-5CE1-4D92-8247-28F8E4D63C33}" srcOrd="4" destOrd="0" presId="urn:microsoft.com/office/officeart/2005/8/layout/vList2"/>
    <dgm:cxn modelId="{20184C3E-521C-42AC-B3BC-FB3CD0BB1D64}" type="presParOf" srcId="{3B5C446F-F832-49A7-BCE3-896146AC21BC}" destId="{2DE70B54-E845-43AD-BCA9-7AFA2505970A}" srcOrd="5" destOrd="0" presId="urn:microsoft.com/office/officeart/2005/8/layout/vList2"/>
    <dgm:cxn modelId="{282D489E-3A33-4A30-AA7A-D89D014C167A}" type="presParOf" srcId="{3B5C446F-F832-49A7-BCE3-896146AC21BC}" destId="{19246474-3A9E-41C1-9A22-91B6BA3A6856}"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FEF1A36-4F05-47BD-9CDC-2269BFC4310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AEC84F12-3518-4904-89E0-DD413C928D66}">
      <dgm:prSet/>
      <dgm:spPr/>
      <dgm:t>
        <a:bodyPr/>
        <a:lstStyle/>
        <a:p>
          <a:r>
            <a:rPr lang="uk-UA" b="0" i="1"/>
            <a:t>«…необхідно відзначити, що Волинська і Київська губернії беруться як приклади найбільш успішного проведення політики українізації, а Донецька – як найбільш відстала в цьому відношенні губернія…»</a:t>
          </a:r>
          <a:endParaRPr lang="uk-UA"/>
        </a:p>
      </dgm:t>
    </dgm:pt>
    <dgm:pt modelId="{05E1F78F-8FEC-46FC-B620-AFEDA2E61447}" type="parTrans" cxnId="{32A874AA-D3DD-4166-89FE-09D96204995E}">
      <dgm:prSet/>
      <dgm:spPr/>
      <dgm:t>
        <a:bodyPr/>
        <a:lstStyle/>
        <a:p>
          <a:endParaRPr lang="uk-UA"/>
        </a:p>
      </dgm:t>
    </dgm:pt>
    <dgm:pt modelId="{CF08D425-20DC-462A-8641-9D823E8EF8B9}" type="sibTrans" cxnId="{32A874AA-D3DD-4166-89FE-09D96204995E}">
      <dgm:prSet/>
      <dgm:spPr/>
      <dgm:t>
        <a:bodyPr/>
        <a:lstStyle/>
        <a:p>
          <a:endParaRPr lang="uk-UA"/>
        </a:p>
      </dgm:t>
    </dgm:pt>
    <dgm:pt modelId="{75D53FFB-1348-4425-A464-3D9F88F554D0}">
      <dgm:prSet/>
      <dgm:spPr/>
      <dgm:t>
        <a:bodyPr/>
        <a:lstStyle/>
        <a:p>
          <a:r>
            <a:rPr lang="uk-UA" b="0" i="1"/>
            <a:t>«…кінець малоросійському епігонству і провінційності, українське мистецтво прилучається до світового, і, в першу чергу, до західноєвропейського; Українське мистецтво … започатковує нове велике культурне коло…»</a:t>
          </a:r>
          <a:endParaRPr lang="uk-UA"/>
        </a:p>
      </dgm:t>
    </dgm:pt>
    <dgm:pt modelId="{E7B15B46-CD89-496E-BD80-DD5E7D97C74C}" type="parTrans" cxnId="{92384550-CE82-4A44-814C-91BD8C21EA80}">
      <dgm:prSet/>
      <dgm:spPr/>
      <dgm:t>
        <a:bodyPr/>
        <a:lstStyle/>
        <a:p>
          <a:endParaRPr lang="uk-UA"/>
        </a:p>
      </dgm:t>
    </dgm:pt>
    <dgm:pt modelId="{EDDDC299-863E-4F6E-93F7-F0F51A5AE366}" type="sibTrans" cxnId="{92384550-CE82-4A44-814C-91BD8C21EA80}">
      <dgm:prSet/>
      <dgm:spPr/>
      <dgm:t>
        <a:bodyPr/>
        <a:lstStyle/>
        <a:p>
          <a:endParaRPr lang="uk-UA"/>
        </a:p>
      </dgm:t>
    </dgm:pt>
    <dgm:pt modelId="{F882422E-63BC-46B1-BF23-08D3525021C3}" type="pres">
      <dgm:prSet presAssocID="{6FEF1A36-4F05-47BD-9CDC-2269BFC4310B}" presName="linear" presStyleCnt="0">
        <dgm:presLayoutVars>
          <dgm:animLvl val="lvl"/>
          <dgm:resizeHandles val="exact"/>
        </dgm:presLayoutVars>
      </dgm:prSet>
      <dgm:spPr/>
    </dgm:pt>
    <dgm:pt modelId="{F5634455-D34C-4668-8358-8DEB58E2EEDE}" type="pres">
      <dgm:prSet presAssocID="{AEC84F12-3518-4904-89E0-DD413C928D66}" presName="parentText" presStyleLbl="node1" presStyleIdx="0" presStyleCnt="2">
        <dgm:presLayoutVars>
          <dgm:chMax val="0"/>
          <dgm:bulletEnabled val="1"/>
        </dgm:presLayoutVars>
      </dgm:prSet>
      <dgm:spPr/>
    </dgm:pt>
    <dgm:pt modelId="{6466B7F9-7D05-43C2-9022-7745B11A354B}" type="pres">
      <dgm:prSet presAssocID="{CF08D425-20DC-462A-8641-9D823E8EF8B9}" presName="spacer" presStyleCnt="0"/>
      <dgm:spPr/>
    </dgm:pt>
    <dgm:pt modelId="{BD8D99DE-D343-4660-8269-041401A56CC6}" type="pres">
      <dgm:prSet presAssocID="{75D53FFB-1348-4425-A464-3D9F88F554D0}" presName="parentText" presStyleLbl="node1" presStyleIdx="1" presStyleCnt="2">
        <dgm:presLayoutVars>
          <dgm:chMax val="0"/>
          <dgm:bulletEnabled val="1"/>
        </dgm:presLayoutVars>
      </dgm:prSet>
      <dgm:spPr/>
    </dgm:pt>
  </dgm:ptLst>
  <dgm:cxnLst>
    <dgm:cxn modelId="{4C20A163-AED3-4B3F-8ED8-23729ED1170D}" type="presOf" srcId="{AEC84F12-3518-4904-89E0-DD413C928D66}" destId="{F5634455-D34C-4668-8358-8DEB58E2EEDE}" srcOrd="0" destOrd="0" presId="urn:microsoft.com/office/officeart/2005/8/layout/vList2"/>
    <dgm:cxn modelId="{0F913746-302A-4374-A9FD-0E41571B7B39}" type="presOf" srcId="{75D53FFB-1348-4425-A464-3D9F88F554D0}" destId="{BD8D99DE-D343-4660-8269-041401A56CC6}" srcOrd="0" destOrd="0" presId="urn:microsoft.com/office/officeart/2005/8/layout/vList2"/>
    <dgm:cxn modelId="{92384550-CE82-4A44-814C-91BD8C21EA80}" srcId="{6FEF1A36-4F05-47BD-9CDC-2269BFC4310B}" destId="{75D53FFB-1348-4425-A464-3D9F88F554D0}" srcOrd="1" destOrd="0" parTransId="{E7B15B46-CD89-496E-BD80-DD5E7D97C74C}" sibTransId="{EDDDC299-863E-4F6E-93F7-F0F51A5AE366}"/>
    <dgm:cxn modelId="{32A874AA-D3DD-4166-89FE-09D96204995E}" srcId="{6FEF1A36-4F05-47BD-9CDC-2269BFC4310B}" destId="{AEC84F12-3518-4904-89E0-DD413C928D66}" srcOrd="0" destOrd="0" parTransId="{05E1F78F-8FEC-46FC-B620-AFEDA2E61447}" sibTransId="{CF08D425-20DC-462A-8641-9D823E8EF8B9}"/>
    <dgm:cxn modelId="{12D5C8D1-28AC-49AF-8AE5-18A6AD675B44}" type="presOf" srcId="{6FEF1A36-4F05-47BD-9CDC-2269BFC4310B}" destId="{F882422E-63BC-46B1-BF23-08D3525021C3}" srcOrd="0" destOrd="0" presId="urn:microsoft.com/office/officeart/2005/8/layout/vList2"/>
    <dgm:cxn modelId="{8520B775-59BE-4581-8143-7629F4CD898C}" type="presParOf" srcId="{F882422E-63BC-46B1-BF23-08D3525021C3}" destId="{F5634455-D34C-4668-8358-8DEB58E2EEDE}" srcOrd="0" destOrd="0" presId="urn:microsoft.com/office/officeart/2005/8/layout/vList2"/>
    <dgm:cxn modelId="{8887A651-8F44-4B6F-804D-978F2E1953CC}" type="presParOf" srcId="{F882422E-63BC-46B1-BF23-08D3525021C3}" destId="{6466B7F9-7D05-43C2-9022-7745B11A354B}" srcOrd="1" destOrd="0" presId="urn:microsoft.com/office/officeart/2005/8/layout/vList2"/>
    <dgm:cxn modelId="{DA52E212-7E98-4E57-8422-7577C6D58A02}" type="presParOf" srcId="{F882422E-63BC-46B1-BF23-08D3525021C3}" destId="{BD8D99DE-D343-4660-8269-041401A56CC6}"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9F474DEE-A2CF-43F9-90B7-7DC1E870466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2D0C069-E924-496F-B570-5D832503A8CF}">
      <dgm:prSet/>
      <dgm:spPr/>
      <dgm:t>
        <a:bodyPr/>
        <a:lstStyle/>
        <a:p>
          <a:r>
            <a:rPr lang="ru-RU" b="0" i="1"/>
            <a:t>«…мені здається, що переклад повісті “Мати” на українську говірку не потрібен. Мене дуже дивує той факт, що люди […] прагнуть зробити говірку мовою, пригноблюють тих великоросів, які є меншиною в області цієї говірки…»</a:t>
          </a:r>
          <a:endParaRPr lang="uk-UA"/>
        </a:p>
      </dgm:t>
    </dgm:pt>
    <dgm:pt modelId="{3302C9DE-F308-46A8-989F-4C1E7CC08113}" type="parTrans" cxnId="{7B323D27-F83A-4E8A-A509-41949A2E918C}">
      <dgm:prSet/>
      <dgm:spPr/>
      <dgm:t>
        <a:bodyPr/>
        <a:lstStyle/>
        <a:p>
          <a:endParaRPr lang="uk-UA"/>
        </a:p>
      </dgm:t>
    </dgm:pt>
    <dgm:pt modelId="{7E281C91-E306-416E-9F82-71602A4DB760}" type="sibTrans" cxnId="{7B323D27-F83A-4E8A-A509-41949A2E918C}">
      <dgm:prSet/>
      <dgm:spPr/>
      <dgm:t>
        <a:bodyPr/>
        <a:lstStyle/>
        <a:p>
          <a:endParaRPr lang="uk-UA"/>
        </a:p>
      </dgm:t>
    </dgm:pt>
    <dgm:pt modelId="{D35A6278-BA3C-45D5-B9D9-A66774D27C89}">
      <dgm:prSet/>
      <dgm:spPr/>
      <dgm:t>
        <a:bodyPr/>
        <a:lstStyle/>
        <a:p>
          <a:r>
            <a:rPr lang="ru-RU" b="0" i="1"/>
            <a:t>«…на Україні […] культура міста є російська, а культура села – українська. Поставити собі завдання активно українізувати партію, це значить стати на точку зору нижчої культури села, порівняно з вищою культурою міста…»</a:t>
          </a:r>
          <a:endParaRPr lang="uk-UA"/>
        </a:p>
      </dgm:t>
    </dgm:pt>
    <dgm:pt modelId="{B720840A-96C8-448B-8F1A-0A2A798A8BBF}" type="parTrans" cxnId="{30F33D82-E01F-4E98-8E5D-E23A24DE9477}">
      <dgm:prSet/>
      <dgm:spPr/>
      <dgm:t>
        <a:bodyPr/>
        <a:lstStyle/>
        <a:p>
          <a:endParaRPr lang="uk-UA"/>
        </a:p>
      </dgm:t>
    </dgm:pt>
    <dgm:pt modelId="{D42FB5DD-B156-4DC5-982C-ECC4FBE4344C}" type="sibTrans" cxnId="{30F33D82-E01F-4E98-8E5D-E23A24DE9477}">
      <dgm:prSet/>
      <dgm:spPr/>
      <dgm:t>
        <a:bodyPr/>
        <a:lstStyle/>
        <a:p>
          <a:endParaRPr lang="uk-UA"/>
        </a:p>
      </dgm:t>
    </dgm:pt>
    <dgm:pt modelId="{B2F6157A-B03C-4BDE-91A4-F074DB79B094}" type="pres">
      <dgm:prSet presAssocID="{9F474DEE-A2CF-43F9-90B7-7DC1E870466A}" presName="linear" presStyleCnt="0">
        <dgm:presLayoutVars>
          <dgm:animLvl val="lvl"/>
          <dgm:resizeHandles val="exact"/>
        </dgm:presLayoutVars>
      </dgm:prSet>
      <dgm:spPr/>
    </dgm:pt>
    <dgm:pt modelId="{A21D3AEF-3050-4BF4-9050-ED6164E1C04C}" type="pres">
      <dgm:prSet presAssocID="{62D0C069-E924-496F-B570-5D832503A8CF}" presName="parentText" presStyleLbl="node1" presStyleIdx="0" presStyleCnt="2">
        <dgm:presLayoutVars>
          <dgm:chMax val="0"/>
          <dgm:bulletEnabled val="1"/>
        </dgm:presLayoutVars>
      </dgm:prSet>
      <dgm:spPr/>
    </dgm:pt>
    <dgm:pt modelId="{CD7E154F-0EF1-45FE-B9F5-7C700AA46E35}" type="pres">
      <dgm:prSet presAssocID="{7E281C91-E306-416E-9F82-71602A4DB760}" presName="spacer" presStyleCnt="0"/>
      <dgm:spPr/>
    </dgm:pt>
    <dgm:pt modelId="{D69123D8-582F-4107-991F-88D11948EEDA}" type="pres">
      <dgm:prSet presAssocID="{D35A6278-BA3C-45D5-B9D9-A66774D27C89}" presName="parentText" presStyleLbl="node1" presStyleIdx="1" presStyleCnt="2">
        <dgm:presLayoutVars>
          <dgm:chMax val="0"/>
          <dgm:bulletEnabled val="1"/>
        </dgm:presLayoutVars>
      </dgm:prSet>
      <dgm:spPr/>
    </dgm:pt>
  </dgm:ptLst>
  <dgm:cxnLst>
    <dgm:cxn modelId="{B6017C25-2AB3-4E37-8EB0-182DD5589208}" type="presOf" srcId="{62D0C069-E924-496F-B570-5D832503A8CF}" destId="{A21D3AEF-3050-4BF4-9050-ED6164E1C04C}" srcOrd="0" destOrd="0" presId="urn:microsoft.com/office/officeart/2005/8/layout/vList2"/>
    <dgm:cxn modelId="{7B323D27-F83A-4E8A-A509-41949A2E918C}" srcId="{9F474DEE-A2CF-43F9-90B7-7DC1E870466A}" destId="{62D0C069-E924-496F-B570-5D832503A8CF}" srcOrd="0" destOrd="0" parTransId="{3302C9DE-F308-46A8-989F-4C1E7CC08113}" sibTransId="{7E281C91-E306-416E-9F82-71602A4DB760}"/>
    <dgm:cxn modelId="{CEA62E43-50ED-4603-ACAF-1C9CF7CF8722}" type="presOf" srcId="{D35A6278-BA3C-45D5-B9D9-A66774D27C89}" destId="{D69123D8-582F-4107-991F-88D11948EEDA}" srcOrd="0" destOrd="0" presId="urn:microsoft.com/office/officeart/2005/8/layout/vList2"/>
    <dgm:cxn modelId="{BD7DC259-0F79-4FD4-8A06-78F111722BCA}" type="presOf" srcId="{9F474DEE-A2CF-43F9-90B7-7DC1E870466A}" destId="{B2F6157A-B03C-4BDE-91A4-F074DB79B094}" srcOrd="0" destOrd="0" presId="urn:microsoft.com/office/officeart/2005/8/layout/vList2"/>
    <dgm:cxn modelId="{30F33D82-E01F-4E98-8E5D-E23A24DE9477}" srcId="{9F474DEE-A2CF-43F9-90B7-7DC1E870466A}" destId="{D35A6278-BA3C-45D5-B9D9-A66774D27C89}" srcOrd="1" destOrd="0" parTransId="{B720840A-96C8-448B-8F1A-0A2A798A8BBF}" sibTransId="{D42FB5DD-B156-4DC5-982C-ECC4FBE4344C}"/>
    <dgm:cxn modelId="{53751724-4F5F-492C-944E-4444F745C71E}" type="presParOf" srcId="{B2F6157A-B03C-4BDE-91A4-F074DB79B094}" destId="{A21D3AEF-3050-4BF4-9050-ED6164E1C04C}" srcOrd="0" destOrd="0" presId="urn:microsoft.com/office/officeart/2005/8/layout/vList2"/>
    <dgm:cxn modelId="{E1161BAD-2052-44C9-8A2E-3175284AD7B7}" type="presParOf" srcId="{B2F6157A-B03C-4BDE-91A4-F074DB79B094}" destId="{CD7E154F-0EF1-45FE-B9F5-7C700AA46E35}" srcOrd="1" destOrd="0" presId="urn:microsoft.com/office/officeart/2005/8/layout/vList2"/>
    <dgm:cxn modelId="{D6C76120-EC88-45AC-8A26-83D9334B8659}" type="presParOf" srcId="{B2F6157A-B03C-4BDE-91A4-F074DB79B094}" destId="{D69123D8-582F-4107-991F-88D11948EEDA}" srcOrd="2"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009996FE-67AC-4B79-A66C-F2401D4F5C9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8AFBF508-08A6-4339-90E1-D390D4EF98DF}">
      <dgm:prSet/>
      <dgm:spPr/>
      <dgm:t>
        <a:bodyPr/>
        <a:lstStyle/>
        <a:p>
          <a:r>
            <a:rPr lang="ru-RU" b="0" i="0"/>
            <a:t>М. Хвильового</a:t>
          </a:r>
          <a:endParaRPr lang="uk-UA"/>
        </a:p>
      </dgm:t>
    </dgm:pt>
    <dgm:pt modelId="{F650BC5C-0899-422B-9821-C74277625A37}" type="parTrans" cxnId="{36FCD563-B42F-406F-A040-99022DDB94C9}">
      <dgm:prSet/>
      <dgm:spPr/>
      <dgm:t>
        <a:bodyPr/>
        <a:lstStyle/>
        <a:p>
          <a:endParaRPr lang="uk-UA"/>
        </a:p>
      </dgm:t>
    </dgm:pt>
    <dgm:pt modelId="{980145ED-5994-4ADF-AAB0-EA976FE01F84}" type="sibTrans" cxnId="{36FCD563-B42F-406F-A040-99022DDB94C9}">
      <dgm:prSet/>
      <dgm:spPr/>
      <dgm:t>
        <a:bodyPr/>
        <a:lstStyle/>
        <a:p>
          <a:endParaRPr lang="uk-UA"/>
        </a:p>
      </dgm:t>
    </dgm:pt>
    <dgm:pt modelId="{5E48822A-D40F-4F0D-8E97-BA9DD494875D}">
      <dgm:prSet/>
      <dgm:spPr/>
      <dgm:t>
        <a:bodyPr/>
        <a:lstStyle/>
        <a:p>
          <a:r>
            <a:rPr lang="ru-RU" b="0" i="0"/>
            <a:t>М. Волобуєва</a:t>
          </a:r>
          <a:endParaRPr lang="uk-UA"/>
        </a:p>
      </dgm:t>
    </dgm:pt>
    <dgm:pt modelId="{A6C923F3-1F92-45F1-92E8-A9B1DBD55E2F}" type="parTrans" cxnId="{D1EB294E-0E0C-4B40-8B47-B2623FC8A260}">
      <dgm:prSet/>
      <dgm:spPr/>
      <dgm:t>
        <a:bodyPr/>
        <a:lstStyle/>
        <a:p>
          <a:endParaRPr lang="uk-UA"/>
        </a:p>
      </dgm:t>
    </dgm:pt>
    <dgm:pt modelId="{61380507-DFA6-4F0A-AB4E-B1BCD20AE8CC}" type="sibTrans" cxnId="{D1EB294E-0E0C-4B40-8B47-B2623FC8A260}">
      <dgm:prSet/>
      <dgm:spPr/>
      <dgm:t>
        <a:bodyPr/>
        <a:lstStyle/>
        <a:p>
          <a:endParaRPr lang="uk-UA"/>
        </a:p>
      </dgm:t>
    </dgm:pt>
    <dgm:pt modelId="{D0FE0508-3771-4B63-B9EF-1434A7C21D3C}">
      <dgm:prSet/>
      <dgm:spPr/>
      <dgm:t>
        <a:bodyPr/>
        <a:lstStyle/>
        <a:p>
          <a:r>
            <a:rPr lang="ru-RU" b="0" i="0"/>
            <a:t>М. Бойчука</a:t>
          </a:r>
          <a:endParaRPr lang="uk-UA"/>
        </a:p>
      </dgm:t>
    </dgm:pt>
    <dgm:pt modelId="{1C087201-FBA0-49F0-A399-2A9ABE52D0FA}" type="parTrans" cxnId="{6FD4D118-37B5-4420-B823-918DED4FF2EE}">
      <dgm:prSet/>
      <dgm:spPr/>
      <dgm:t>
        <a:bodyPr/>
        <a:lstStyle/>
        <a:p>
          <a:endParaRPr lang="uk-UA"/>
        </a:p>
      </dgm:t>
    </dgm:pt>
    <dgm:pt modelId="{525BA8BC-C480-4CF5-BCDA-2AF072CAD578}" type="sibTrans" cxnId="{6FD4D118-37B5-4420-B823-918DED4FF2EE}">
      <dgm:prSet/>
      <dgm:spPr/>
      <dgm:t>
        <a:bodyPr/>
        <a:lstStyle/>
        <a:p>
          <a:endParaRPr lang="uk-UA"/>
        </a:p>
      </dgm:t>
    </dgm:pt>
    <dgm:pt modelId="{D8552B8B-1359-4CF4-B57A-3EF8916BAA8B}">
      <dgm:prSet/>
      <dgm:spPr/>
      <dgm:t>
        <a:bodyPr/>
        <a:lstStyle/>
        <a:p>
          <a:r>
            <a:rPr lang="ru-RU" b="0" i="0"/>
            <a:t>М. Скрипника</a:t>
          </a:r>
          <a:endParaRPr lang="uk-UA"/>
        </a:p>
      </dgm:t>
    </dgm:pt>
    <dgm:pt modelId="{DD6E9E43-7DD0-48AF-97AB-9899FC0B570D}" type="parTrans" cxnId="{92DFE11D-B369-4B20-BD39-081D51344835}">
      <dgm:prSet/>
      <dgm:spPr/>
      <dgm:t>
        <a:bodyPr/>
        <a:lstStyle/>
        <a:p>
          <a:endParaRPr lang="uk-UA"/>
        </a:p>
      </dgm:t>
    </dgm:pt>
    <dgm:pt modelId="{1FC77923-6968-4A14-9A6F-95194C009DE5}" type="sibTrans" cxnId="{92DFE11D-B369-4B20-BD39-081D51344835}">
      <dgm:prSet/>
      <dgm:spPr/>
      <dgm:t>
        <a:bodyPr/>
        <a:lstStyle/>
        <a:p>
          <a:endParaRPr lang="uk-UA"/>
        </a:p>
      </dgm:t>
    </dgm:pt>
    <dgm:pt modelId="{C3840B42-A196-466E-9FB1-72E5E52C8206}" type="pres">
      <dgm:prSet presAssocID="{009996FE-67AC-4B79-A66C-F2401D4F5C9F}" presName="linear" presStyleCnt="0">
        <dgm:presLayoutVars>
          <dgm:animLvl val="lvl"/>
          <dgm:resizeHandles val="exact"/>
        </dgm:presLayoutVars>
      </dgm:prSet>
      <dgm:spPr/>
    </dgm:pt>
    <dgm:pt modelId="{207E3DA4-F4B0-43DD-A8ED-1A27D3F7048E}" type="pres">
      <dgm:prSet presAssocID="{8AFBF508-08A6-4339-90E1-D390D4EF98DF}" presName="parentText" presStyleLbl="node1" presStyleIdx="0" presStyleCnt="4">
        <dgm:presLayoutVars>
          <dgm:chMax val="0"/>
          <dgm:bulletEnabled val="1"/>
        </dgm:presLayoutVars>
      </dgm:prSet>
      <dgm:spPr/>
    </dgm:pt>
    <dgm:pt modelId="{5DB285F8-9C57-4B3A-AB3C-DD7604173AEF}" type="pres">
      <dgm:prSet presAssocID="{980145ED-5994-4ADF-AAB0-EA976FE01F84}" presName="spacer" presStyleCnt="0"/>
      <dgm:spPr/>
    </dgm:pt>
    <dgm:pt modelId="{5ECEE27F-391E-4818-99D2-EE8CAADE38F1}" type="pres">
      <dgm:prSet presAssocID="{5E48822A-D40F-4F0D-8E97-BA9DD494875D}" presName="parentText" presStyleLbl="node1" presStyleIdx="1" presStyleCnt="4">
        <dgm:presLayoutVars>
          <dgm:chMax val="0"/>
          <dgm:bulletEnabled val="1"/>
        </dgm:presLayoutVars>
      </dgm:prSet>
      <dgm:spPr/>
    </dgm:pt>
    <dgm:pt modelId="{74B97917-20DC-4BD3-90FC-EEBAA4D26561}" type="pres">
      <dgm:prSet presAssocID="{61380507-DFA6-4F0A-AB4E-B1BCD20AE8CC}" presName="spacer" presStyleCnt="0"/>
      <dgm:spPr/>
    </dgm:pt>
    <dgm:pt modelId="{3B08EB93-95E3-4A63-B566-C5B5A188391A}" type="pres">
      <dgm:prSet presAssocID="{D0FE0508-3771-4B63-B9EF-1434A7C21D3C}" presName="parentText" presStyleLbl="node1" presStyleIdx="2" presStyleCnt="4">
        <dgm:presLayoutVars>
          <dgm:chMax val="0"/>
          <dgm:bulletEnabled val="1"/>
        </dgm:presLayoutVars>
      </dgm:prSet>
      <dgm:spPr/>
    </dgm:pt>
    <dgm:pt modelId="{50CF9229-D742-4E39-A3BA-1B04C7D9D64D}" type="pres">
      <dgm:prSet presAssocID="{525BA8BC-C480-4CF5-BCDA-2AF072CAD578}" presName="spacer" presStyleCnt="0"/>
      <dgm:spPr/>
    </dgm:pt>
    <dgm:pt modelId="{92B1BEB4-6F03-4D3F-A30A-5F440330CA3C}" type="pres">
      <dgm:prSet presAssocID="{D8552B8B-1359-4CF4-B57A-3EF8916BAA8B}" presName="parentText" presStyleLbl="node1" presStyleIdx="3" presStyleCnt="4">
        <dgm:presLayoutVars>
          <dgm:chMax val="0"/>
          <dgm:bulletEnabled val="1"/>
        </dgm:presLayoutVars>
      </dgm:prSet>
      <dgm:spPr/>
    </dgm:pt>
  </dgm:ptLst>
  <dgm:cxnLst>
    <dgm:cxn modelId="{6FD4D118-37B5-4420-B823-918DED4FF2EE}" srcId="{009996FE-67AC-4B79-A66C-F2401D4F5C9F}" destId="{D0FE0508-3771-4B63-B9EF-1434A7C21D3C}" srcOrd="2" destOrd="0" parTransId="{1C087201-FBA0-49F0-A399-2A9ABE52D0FA}" sibTransId="{525BA8BC-C480-4CF5-BCDA-2AF072CAD578}"/>
    <dgm:cxn modelId="{92DFE11D-B369-4B20-BD39-081D51344835}" srcId="{009996FE-67AC-4B79-A66C-F2401D4F5C9F}" destId="{D8552B8B-1359-4CF4-B57A-3EF8916BAA8B}" srcOrd="3" destOrd="0" parTransId="{DD6E9E43-7DD0-48AF-97AB-9899FC0B570D}" sibTransId="{1FC77923-6968-4A14-9A6F-95194C009DE5}"/>
    <dgm:cxn modelId="{36FCD563-B42F-406F-A040-99022DDB94C9}" srcId="{009996FE-67AC-4B79-A66C-F2401D4F5C9F}" destId="{8AFBF508-08A6-4339-90E1-D390D4EF98DF}" srcOrd="0" destOrd="0" parTransId="{F650BC5C-0899-422B-9821-C74277625A37}" sibTransId="{980145ED-5994-4ADF-AAB0-EA976FE01F84}"/>
    <dgm:cxn modelId="{D1EB294E-0E0C-4B40-8B47-B2623FC8A260}" srcId="{009996FE-67AC-4B79-A66C-F2401D4F5C9F}" destId="{5E48822A-D40F-4F0D-8E97-BA9DD494875D}" srcOrd="1" destOrd="0" parTransId="{A6C923F3-1F92-45F1-92E8-A9B1DBD55E2F}" sibTransId="{61380507-DFA6-4F0A-AB4E-B1BCD20AE8CC}"/>
    <dgm:cxn modelId="{DB279971-5DCF-44C0-A703-E95977A2A3FF}" type="presOf" srcId="{009996FE-67AC-4B79-A66C-F2401D4F5C9F}" destId="{C3840B42-A196-466E-9FB1-72E5E52C8206}" srcOrd="0" destOrd="0" presId="urn:microsoft.com/office/officeart/2005/8/layout/vList2"/>
    <dgm:cxn modelId="{20A91B88-D9B2-40E4-B5A7-A27469B314AE}" type="presOf" srcId="{8AFBF508-08A6-4339-90E1-D390D4EF98DF}" destId="{207E3DA4-F4B0-43DD-A8ED-1A27D3F7048E}" srcOrd="0" destOrd="0" presId="urn:microsoft.com/office/officeart/2005/8/layout/vList2"/>
    <dgm:cxn modelId="{5033BC95-3920-4710-B286-EACDDDFEF645}" type="presOf" srcId="{5E48822A-D40F-4F0D-8E97-BA9DD494875D}" destId="{5ECEE27F-391E-4818-99D2-EE8CAADE38F1}" srcOrd="0" destOrd="0" presId="urn:microsoft.com/office/officeart/2005/8/layout/vList2"/>
    <dgm:cxn modelId="{552A91AE-A60E-42AA-B5D1-5581CF89878C}" type="presOf" srcId="{D8552B8B-1359-4CF4-B57A-3EF8916BAA8B}" destId="{92B1BEB4-6F03-4D3F-A30A-5F440330CA3C}" srcOrd="0" destOrd="0" presId="urn:microsoft.com/office/officeart/2005/8/layout/vList2"/>
    <dgm:cxn modelId="{7A4B37EF-7A07-4CED-B905-DC06BF76EC32}" type="presOf" srcId="{D0FE0508-3771-4B63-B9EF-1434A7C21D3C}" destId="{3B08EB93-95E3-4A63-B566-C5B5A188391A}" srcOrd="0" destOrd="0" presId="urn:microsoft.com/office/officeart/2005/8/layout/vList2"/>
    <dgm:cxn modelId="{A3FA17C8-830C-4E52-8A3C-F0F64D646686}" type="presParOf" srcId="{C3840B42-A196-466E-9FB1-72E5E52C8206}" destId="{207E3DA4-F4B0-43DD-A8ED-1A27D3F7048E}" srcOrd="0" destOrd="0" presId="urn:microsoft.com/office/officeart/2005/8/layout/vList2"/>
    <dgm:cxn modelId="{EFBD9BB9-26D8-437E-AEA1-AFF03BE14E6E}" type="presParOf" srcId="{C3840B42-A196-466E-9FB1-72E5E52C8206}" destId="{5DB285F8-9C57-4B3A-AB3C-DD7604173AEF}" srcOrd="1" destOrd="0" presId="urn:microsoft.com/office/officeart/2005/8/layout/vList2"/>
    <dgm:cxn modelId="{17E55CCA-DF92-43F8-AB96-B7C84CF98F56}" type="presParOf" srcId="{C3840B42-A196-466E-9FB1-72E5E52C8206}" destId="{5ECEE27F-391E-4818-99D2-EE8CAADE38F1}" srcOrd="2" destOrd="0" presId="urn:microsoft.com/office/officeart/2005/8/layout/vList2"/>
    <dgm:cxn modelId="{348A256E-00D1-4C74-AD57-B1E725C44A33}" type="presParOf" srcId="{C3840B42-A196-466E-9FB1-72E5E52C8206}" destId="{74B97917-20DC-4BD3-90FC-EEBAA4D26561}" srcOrd="3" destOrd="0" presId="urn:microsoft.com/office/officeart/2005/8/layout/vList2"/>
    <dgm:cxn modelId="{069BE18E-893E-4A8F-9CCA-5ED78D4EBC60}" type="presParOf" srcId="{C3840B42-A196-466E-9FB1-72E5E52C8206}" destId="{3B08EB93-95E3-4A63-B566-C5B5A188391A}" srcOrd="4" destOrd="0" presId="urn:microsoft.com/office/officeart/2005/8/layout/vList2"/>
    <dgm:cxn modelId="{647B0D31-A598-4FE6-8C15-FA8A36D4E03E}" type="presParOf" srcId="{C3840B42-A196-466E-9FB1-72E5E52C8206}" destId="{50CF9229-D742-4E39-A3BA-1B04C7D9D64D}" srcOrd="5" destOrd="0" presId="urn:microsoft.com/office/officeart/2005/8/layout/vList2"/>
    <dgm:cxn modelId="{B4B6C476-49B5-4BC0-8E00-3FFD168C4EDF}" type="presParOf" srcId="{C3840B42-A196-466E-9FB1-72E5E52C8206}" destId="{92B1BEB4-6F03-4D3F-A30A-5F440330CA3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D996A076-6991-4859-BD9F-42965F40720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9F8B78F3-651A-43D8-8F3A-8125E2437C68}">
      <dgm:prSet/>
      <dgm:spPr/>
      <dgm:t>
        <a:bodyPr/>
        <a:lstStyle/>
        <a:p>
          <a:r>
            <a:rPr lang="uk-UA" b="0" i="0"/>
            <a:t>«воєнного комунізму».</a:t>
          </a:r>
          <a:endParaRPr lang="uk-UA"/>
        </a:p>
      </dgm:t>
    </dgm:pt>
    <dgm:pt modelId="{2D09950E-2F8E-4FAA-AA51-7FE09FB2F130}" type="parTrans" cxnId="{A80E1598-1A40-4993-A98B-778348755298}">
      <dgm:prSet/>
      <dgm:spPr/>
      <dgm:t>
        <a:bodyPr/>
        <a:lstStyle/>
        <a:p>
          <a:endParaRPr lang="uk-UA"/>
        </a:p>
      </dgm:t>
    </dgm:pt>
    <dgm:pt modelId="{5AEE6CC7-41FE-4847-8550-DC24B6501AFF}" type="sibTrans" cxnId="{A80E1598-1A40-4993-A98B-778348755298}">
      <dgm:prSet/>
      <dgm:spPr/>
      <dgm:t>
        <a:bodyPr/>
        <a:lstStyle/>
        <a:p>
          <a:endParaRPr lang="uk-UA"/>
        </a:p>
      </dgm:t>
    </dgm:pt>
    <dgm:pt modelId="{AB9F2023-EFB5-4F7B-8751-A9CEE088A203}">
      <dgm:prSet/>
      <dgm:spPr/>
      <dgm:t>
        <a:bodyPr/>
        <a:lstStyle/>
        <a:p>
          <a:r>
            <a:rPr lang="uk-UA" b="0" i="0"/>
            <a:t>«суцільної колективізації».</a:t>
          </a:r>
          <a:endParaRPr lang="uk-UA"/>
        </a:p>
      </dgm:t>
    </dgm:pt>
    <dgm:pt modelId="{710A9B03-CE57-4B23-82E3-93CFE30121F7}" type="parTrans" cxnId="{BF5AF3EC-A62E-40F9-99D7-8FEB73C33172}">
      <dgm:prSet/>
      <dgm:spPr/>
      <dgm:t>
        <a:bodyPr/>
        <a:lstStyle/>
        <a:p>
          <a:endParaRPr lang="uk-UA"/>
        </a:p>
      </dgm:t>
    </dgm:pt>
    <dgm:pt modelId="{EFA24B60-A1A6-4BA0-908A-0FEB6C9E9808}" type="sibTrans" cxnId="{BF5AF3EC-A62E-40F9-99D7-8FEB73C33172}">
      <dgm:prSet/>
      <dgm:spPr/>
      <dgm:t>
        <a:bodyPr/>
        <a:lstStyle/>
        <a:p>
          <a:endParaRPr lang="uk-UA"/>
        </a:p>
      </dgm:t>
    </dgm:pt>
    <dgm:pt modelId="{D6977DE6-8610-4AE2-BF83-7B25D9F834FB}">
      <dgm:prSet/>
      <dgm:spPr/>
      <dgm:t>
        <a:bodyPr/>
        <a:lstStyle/>
        <a:p>
          <a:r>
            <a:rPr lang="uk-UA" b="0" i="0"/>
            <a:t>«форсованої індустріалізації».</a:t>
          </a:r>
          <a:endParaRPr lang="uk-UA"/>
        </a:p>
      </dgm:t>
    </dgm:pt>
    <dgm:pt modelId="{F02BF5F2-FC20-4973-98EC-7CACCAB23FDD}" type="parTrans" cxnId="{07C26F73-F022-4F45-BE6D-DFCBC00C2EAC}">
      <dgm:prSet/>
      <dgm:spPr/>
      <dgm:t>
        <a:bodyPr/>
        <a:lstStyle/>
        <a:p>
          <a:endParaRPr lang="uk-UA"/>
        </a:p>
      </dgm:t>
    </dgm:pt>
    <dgm:pt modelId="{06CDB200-59BE-4A98-9D2E-C6F88F9B08C0}" type="sibTrans" cxnId="{07C26F73-F022-4F45-BE6D-DFCBC00C2EAC}">
      <dgm:prSet/>
      <dgm:spPr/>
      <dgm:t>
        <a:bodyPr/>
        <a:lstStyle/>
        <a:p>
          <a:endParaRPr lang="uk-UA"/>
        </a:p>
      </dgm:t>
    </dgm:pt>
    <dgm:pt modelId="{6EB955D8-2CE0-4795-B60D-14DCFE400AA2}">
      <dgm:prSet/>
      <dgm:spPr/>
      <dgm:t>
        <a:bodyPr/>
        <a:lstStyle/>
        <a:p>
          <a:r>
            <a:rPr lang="uk-UA" b="0" i="0"/>
            <a:t>«нової економічної політики».</a:t>
          </a:r>
          <a:endParaRPr lang="uk-UA"/>
        </a:p>
      </dgm:t>
    </dgm:pt>
    <dgm:pt modelId="{28F15F43-BA35-4338-BC6C-C722D7E04164}" type="parTrans" cxnId="{9CB63696-1E9A-4F3D-82A7-1CA07DFD7FFC}">
      <dgm:prSet/>
      <dgm:spPr/>
      <dgm:t>
        <a:bodyPr/>
        <a:lstStyle/>
        <a:p>
          <a:endParaRPr lang="uk-UA"/>
        </a:p>
      </dgm:t>
    </dgm:pt>
    <dgm:pt modelId="{7DBAEFD5-1462-4ECD-9E53-D768E4E02F11}" type="sibTrans" cxnId="{9CB63696-1E9A-4F3D-82A7-1CA07DFD7FFC}">
      <dgm:prSet/>
      <dgm:spPr/>
      <dgm:t>
        <a:bodyPr/>
        <a:lstStyle/>
        <a:p>
          <a:endParaRPr lang="uk-UA"/>
        </a:p>
      </dgm:t>
    </dgm:pt>
    <dgm:pt modelId="{9E9767D6-3AEE-4E2F-AC75-77A7FF69D19A}" type="pres">
      <dgm:prSet presAssocID="{D996A076-6991-4859-BD9F-42965F40720E}" presName="linear" presStyleCnt="0">
        <dgm:presLayoutVars>
          <dgm:animLvl val="lvl"/>
          <dgm:resizeHandles val="exact"/>
        </dgm:presLayoutVars>
      </dgm:prSet>
      <dgm:spPr/>
    </dgm:pt>
    <dgm:pt modelId="{F2DE35D8-511B-4374-9103-18D3C3ECADB3}" type="pres">
      <dgm:prSet presAssocID="{9F8B78F3-651A-43D8-8F3A-8125E2437C68}" presName="parentText" presStyleLbl="node1" presStyleIdx="0" presStyleCnt="4">
        <dgm:presLayoutVars>
          <dgm:chMax val="0"/>
          <dgm:bulletEnabled val="1"/>
        </dgm:presLayoutVars>
      </dgm:prSet>
      <dgm:spPr/>
    </dgm:pt>
    <dgm:pt modelId="{EBEB558C-FE78-4E92-9F2A-A9A45983D233}" type="pres">
      <dgm:prSet presAssocID="{5AEE6CC7-41FE-4847-8550-DC24B6501AFF}" presName="spacer" presStyleCnt="0"/>
      <dgm:spPr/>
    </dgm:pt>
    <dgm:pt modelId="{3E96433A-9983-41EA-8DFD-97DC107BEB62}" type="pres">
      <dgm:prSet presAssocID="{AB9F2023-EFB5-4F7B-8751-A9CEE088A203}" presName="parentText" presStyleLbl="node1" presStyleIdx="1" presStyleCnt="4">
        <dgm:presLayoutVars>
          <dgm:chMax val="0"/>
          <dgm:bulletEnabled val="1"/>
        </dgm:presLayoutVars>
      </dgm:prSet>
      <dgm:spPr/>
    </dgm:pt>
    <dgm:pt modelId="{87B1569D-A5A1-4589-A4E7-2E4D59DB490A}" type="pres">
      <dgm:prSet presAssocID="{EFA24B60-A1A6-4BA0-908A-0FEB6C9E9808}" presName="spacer" presStyleCnt="0"/>
      <dgm:spPr/>
    </dgm:pt>
    <dgm:pt modelId="{8C09648C-EE90-42C7-804E-7A6456AC3935}" type="pres">
      <dgm:prSet presAssocID="{D6977DE6-8610-4AE2-BF83-7B25D9F834FB}" presName="parentText" presStyleLbl="node1" presStyleIdx="2" presStyleCnt="4">
        <dgm:presLayoutVars>
          <dgm:chMax val="0"/>
          <dgm:bulletEnabled val="1"/>
        </dgm:presLayoutVars>
      </dgm:prSet>
      <dgm:spPr/>
    </dgm:pt>
    <dgm:pt modelId="{2F5D88A6-D289-46EA-BAFD-019B294F430C}" type="pres">
      <dgm:prSet presAssocID="{06CDB200-59BE-4A98-9D2E-C6F88F9B08C0}" presName="spacer" presStyleCnt="0"/>
      <dgm:spPr/>
    </dgm:pt>
    <dgm:pt modelId="{D4C86459-5F8A-4DA8-9CB2-F24165FDE719}" type="pres">
      <dgm:prSet presAssocID="{6EB955D8-2CE0-4795-B60D-14DCFE400AA2}" presName="parentText" presStyleLbl="node1" presStyleIdx="3" presStyleCnt="4">
        <dgm:presLayoutVars>
          <dgm:chMax val="0"/>
          <dgm:bulletEnabled val="1"/>
        </dgm:presLayoutVars>
      </dgm:prSet>
      <dgm:spPr/>
    </dgm:pt>
  </dgm:ptLst>
  <dgm:cxnLst>
    <dgm:cxn modelId="{4BAC002B-6B11-4896-A7B7-6E5643FC82E4}" type="presOf" srcId="{9F8B78F3-651A-43D8-8F3A-8125E2437C68}" destId="{F2DE35D8-511B-4374-9103-18D3C3ECADB3}" srcOrd="0" destOrd="0" presId="urn:microsoft.com/office/officeart/2005/8/layout/vList2"/>
    <dgm:cxn modelId="{07C26F73-F022-4F45-BE6D-DFCBC00C2EAC}" srcId="{D996A076-6991-4859-BD9F-42965F40720E}" destId="{D6977DE6-8610-4AE2-BF83-7B25D9F834FB}" srcOrd="2" destOrd="0" parTransId="{F02BF5F2-FC20-4973-98EC-7CACCAB23FDD}" sibTransId="{06CDB200-59BE-4A98-9D2E-C6F88F9B08C0}"/>
    <dgm:cxn modelId="{9CB63696-1E9A-4F3D-82A7-1CA07DFD7FFC}" srcId="{D996A076-6991-4859-BD9F-42965F40720E}" destId="{6EB955D8-2CE0-4795-B60D-14DCFE400AA2}" srcOrd="3" destOrd="0" parTransId="{28F15F43-BA35-4338-BC6C-C722D7E04164}" sibTransId="{7DBAEFD5-1462-4ECD-9E53-D768E4E02F11}"/>
    <dgm:cxn modelId="{A80E1598-1A40-4993-A98B-778348755298}" srcId="{D996A076-6991-4859-BD9F-42965F40720E}" destId="{9F8B78F3-651A-43D8-8F3A-8125E2437C68}" srcOrd="0" destOrd="0" parTransId="{2D09950E-2F8E-4FAA-AA51-7FE09FB2F130}" sibTransId="{5AEE6CC7-41FE-4847-8550-DC24B6501AFF}"/>
    <dgm:cxn modelId="{0BBCD1B4-7910-4FCE-A77E-867C2F5C5289}" type="presOf" srcId="{AB9F2023-EFB5-4F7B-8751-A9CEE088A203}" destId="{3E96433A-9983-41EA-8DFD-97DC107BEB62}" srcOrd="0" destOrd="0" presId="urn:microsoft.com/office/officeart/2005/8/layout/vList2"/>
    <dgm:cxn modelId="{D53FF2B4-0B42-4E92-95F3-033F042F4A88}" type="presOf" srcId="{D6977DE6-8610-4AE2-BF83-7B25D9F834FB}" destId="{8C09648C-EE90-42C7-804E-7A6456AC3935}" srcOrd="0" destOrd="0" presId="urn:microsoft.com/office/officeart/2005/8/layout/vList2"/>
    <dgm:cxn modelId="{B11C9EC7-9357-4817-86FF-76BEEC05894B}" type="presOf" srcId="{6EB955D8-2CE0-4795-B60D-14DCFE400AA2}" destId="{D4C86459-5F8A-4DA8-9CB2-F24165FDE719}" srcOrd="0" destOrd="0" presId="urn:microsoft.com/office/officeart/2005/8/layout/vList2"/>
    <dgm:cxn modelId="{BF5AF3EC-A62E-40F9-99D7-8FEB73C33172}" srcId="{D996A076-6991-4859-BD9F-42965F40720E}" destId="{AB9F2023-EFB5-4F7B-8751-A9CEE088A203}" srcOrd="1" destOrd="0" parTransId="{710A9B03-CE57-4B23-82E3-93CFE30121F7}" sibTransId="{EFA24B60-A1A6-4BA0-908A-0FEB6C9E9808}"/>
    <dgm:cxn modelId="{D8C226EE-391B-4BD0-8DA9-FB92C9ACCD4E}" type="presOf" srcId="{D996A076-6991-4859-BD9F-42965F40720E}" destId="{9E9767D6-3AEE-4E2F-AC75-77A7FF69D19A}" srcOrd="0" destOrd="0" presId="urn:microsoft.com/office/officeart/2005/8/layout/vList2"/>
    <dgm:cxn modelId="{09235DAD-EB9E-4CB3-8B36-0C3E7086C280}" type="presParOf" srcId="{9E9767D6-3AEE-4E2F-AC75-77A7FF69D19A}" destId="{F2DE35D8-511B-4374-9103-18D3C3ECADB3}" srcOrd="0" destOrd="0" presId="urn:microsoft.com/office/officeart/2005/8/layout/vList2"/>
    <dgm:cxn modelId="{4924BD63-C93C-4140-A576-A0A1E6E09435}" type="presParOf" srcId="{9E9767D6-3AEE-4E2F-AC75-77A7FF69D19A}" destId="{EBEB558C-FE78-4E92-9F2A-A9A45983D233}" srcOrd="1" destOrd="0" presId="urn:microsoft.com/office/officeart/2005/8/layout/vList2"/>
    <dgm:cxn modelId="{79F6CD63-A3F6-4351-BB72-0B105AA75CBF}" type="presParOf" srcId="{9E9767D6-3AEE-4E2F-AC75-77A7FF69D19A}" destId="{3E96433A-9983-41EA-8DFD-97DC107BEB62}" srcOrd="2" destOrd="0" presId="urn:microsoft.com/office/officeart/2005/8/layout/vList2"/>
    <dgm:cxn modelId="{FAD9870E-EE3C-4FF0-9895-366345171DBE}" type="presParOf" srcId="{9E9767D6-3AEE-4E2F-AC75-77A7FF69D19A}" destId="{87B1569D-A5A1-4589-A4E7-2E4D59DB490A}" srcOrd="3" destOrd="0" presId="urn:microsoft.com/office/officeart/2005/8/layout/vList2"/>
    <dgm:cxn modelId="{040A722F-6EB5-43F3-B099-A74C76FEAADB}" type="presParOf" srcId="{9E9767D6-3AEE-4E2F-AC75-77A7FF69D19A}" destId="{8C09648C-EE90-42C7-804E-7A6456AC3935}" srcOrd="4" destOrd="0" presId="urn:microsoft.com/office/officeart/2005/8/layout/vList2"/>
    <dgm:cxn modelId="{AF139808-3145-42ED-95DD-980D38E09F8E}" type="presParOf" srcId="{9E9767D6-3AEE-4E2F-AC75-77A7FF69D19A}" destId="{2F5D88A6-D289-46EA-BAFD-019B294F430C}" srcOrd="5" destOrd="0" presId="urn:microsoft.com/office/officeart/2005/8/layout/vList2"/>
    <dgm:cxn modelId="{D2E9F11F-285F-4F92-BFCE-FCCB20E05E4A}" type="presParOf" srcId="{9E9767D6-3AEE-4E2F-AC75-77A7FF69D19A}" destId="{D4C86459-5F8A-4DA8-9CB2-F24165FDE71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735AF957-EFEC-4335-9100-B5D3F87D0DB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F7002A3E-47BB-4B5D-8210-7F71A10C8DBB}">
      <dgm:prSet/>
      <dgm:spPr/>
      <dgm:t>
        <a:bodyPr/>
        <a:lstStyle/>
        <a:p>
          <a:r>
            <a:rPr lang="ru-RU" b="0" i="0"/>
            <a:t>«воєнного комунізму».</a:t>
          </a:r>
          <a:endParaRPr lang="uk-UA"/>
        </a:p>
      </dgm:t>
    </dgm:pt>
    <dgm:pt modelId="{E9017139-9638-4755-B51F-364038D5E361}" type="parTrans" cxnId="{16D74707-1E88-4A73-9535-85DE76543DF9}">
      <dgm:prSet/>
      <dgm:spPr/>
      <dgm:t>
        <a:bodyPr/>
        <a:lstStyle/>
        <a:p>
          <a:endParaRPr lang="uk-UA"/>
        </a:p>
      </dgm:t>
    </dgm:pt>
    <dgm:pt modelId="{1F99E7A3-6843-44FB-967C-807B0AB2A30B}" type="sibTrans" cxnId="{16D74707-1E88-4A73-9535-85DE76543DF9}">
      <dgm:prSet/>
      <dgm:spPr/>
      <dgm:t>
        <a:bodyPr/>
        <a:lstStyle/>
        <a:p>
          <a:endParaRPr lang="uk-UA"/>
        </a:p>
      </dgm:t>
    </dgm:pt>
    <dgm:pt modelId="{F9DBA18D-ABBB-45E6-BF09-B36DCC181CD1}">
      <dgm:prSet/>
      <dgm:spPr/>
      <dgm:t>
        <a:bodyPr/>
        <a:lstStyle/>
        <a:p>
          <a:r>
            <a:rPr lang="ru-RU" b="0" i="0"/>
            <a:t>нової економічної політики.</a:t>
          </a:r>
          <a:endParaRPr lang="uk-UA"/>
        </a:p>
      </dgm:t>
    </dgm:pt>
    <dgm:pt modelId="{E50C1449-ECDE-434F-A2C8-4578C6C870F8}" type="parTrans" cxnId="{B17D2D11-0A12-4FA8-9E22-765B3870387C}">
      <dgm:prSet/>
      <dgm:spPr/>
      <dgm:t>
        <a:bodyPr/>
        <a:lstStyle/>
        <a:p>
          <a:endParaRPr lang="uk-UA"/>
        </a:p>
      </dgm:t>
    </dgm:pt>
    <dgm:pt modelId="{1811B517-711C-4A88-97F6-D74E88F1AE34}" type="sibTrans" cxnId="{B17D2D11-0A12-4FA8-9E22-765B3870387C}">
      <dgm:prSet/>
      <dgm:spPr/>
      <dgm:t>
        <a:bodyPr/>
        <a:lstStyle/>
        <a:p>
          <a:endParaRPr lang="uk-UA"/>
        </a:p>
      </dgm:t>
    </dgm:pt>
    <dgm:pt modelId="{FEE5D801-ADC1-4A1C-8555-88438B268E02}">
      <dgm:prSet/>
      <dgm:spPr/>
      <dgm:t>
        <a:bodyPr/>
        <a:lstStyle/>
        <a:p>
          <a:r>
            <a:rPr lang="ru-RU" b="0" i="0"/>
            <a:t>«Великого перелому».</a:t>
          </a:r>
          <a:endParaRPr lang="uk-UA"/>
        </a:p>
      </dgm:t>
    </dgm:pt>
    <dgm:pt modelId="{E9AAD8E7-4788-4ABB-A0B7-CFD6BBC5BE26}" type="parTrans" cxnId="{B922A4A3-B7F0-493F-8C46-21B8193F8444}">
      <dgm:prSet/>
      <dgm:spPr/>
      <dgm:t>
        <a:bodyPr/>
        <a:lstStyle/>
        <a:p>
          <a:endParaRPr lang="uk-UA"/>
        </a:p>
      </dgm:t>
    </dgm:pt>
    <dgm:pt modelId="{ABF8D922-6AFB-4689-AE9C-DF9E0AF79245}" type="sibTrans" cxnId="{B922A4A3-B7F0-493F-8C46-21B8193F8444}">
      <dgm:prSet/>
      <dgm:spPr/>
      <dgm:t>
        <a:bodyPr/>
        <a:lstStyle/>
        <a:p>
          <a:endParaRPr lang="uk-UA"/>
        </a:p>
      </dgm:t>
    </dgm:pt>
    <dgm:pt modelId="{13ACFFA3-F2FA-4BD9-8244-0D7B00CBADAF}">
      <dgm:prSet/>
      <dgm:spPr/>
      <dgm:t>
        <a:bodyPr/>
        <a:lstStyle/>
        <a:p>
          <a:r>
            <a:rPr lang="ru-RU" b="0" i="0"/>
            <a:t>«Великого терору»</a:t>
          </a:r>
          <a:endParaRPr lang="uk-UA"/>
        </a:p>
      </dgm:t>
    </dgm:pt>
    <dgm:pt modelId="{FCE51D53-9A17-4AC2-AB18-A2F09FED8E68}" type="parTrans" cxnId="{47B5D235-261C-4755-A993-8B1981E6B5F0}">
      <dgm:prSet/>
      <dgm:spPr/>
      <dgm:t>
        <a:bodyPr/>
        <a:lstStyle/>
        <a:p>
          <a:endParaRPr lang="uk-UA"/>
        </a:p>
      </dgm:t>
    </dgm:pt>
    <dgm:pt modelId="{21819C20-94B0-42FA-8A02-67D6DB49C6FC}" type="sibTrans" cxnId="{47B5D235-261C-4755-A993-8B1981E6B5F0}">
      <dgm:prSet/>
      <dgm:spPr/>
      <dgm:t>
        <a:bodyPr/>
        <a:lstStyle/>
        <a:p>
          <a:endParaRPr lang="uk-UA"/>
        </a:p>
      </dgm:t>
    </dgm:pt>
    <dgm:pt modelId="{00BD1E7F-4E14-4776-8BA0-4F8A2EE24E71}" type="pres">
      <dgm:prSet presAssocID="{735AF957-EFEC-4335-9100-B5D3F87D0DB0}" presName="linear" presStyleCnt="0">
        <dgm:presLayoutVars>
          <dgm:animLvl val="lvl"/>
          <dgm:resizeHandles val="exact"/>
        </dgm:presLayoutVars>
      </dgm:prSet>
      <dgm:spPr/>
    </dgm:pt>
    <dgm:pt modelId="{C6E78107-79BC-4467-933F-F04E9ED1EAB4}" type="pres">
      <dgm:prSet presAssocID="{F7002A3E-47BB-4B5D-8210-7F71A10C8DBB}" presName="parentText" presStyleLbl="node1" presStyleIdx="0" presStyleCnt="4">
        <dgm:presLayoutVars>
          <dgm:chMax val="0"/>
          <dgm:bulletEnabled val="1"/>
        </dgm:presLayoutVars>
      </dgm:prSet>
      <dgm:spPr/>
    </dgm:pt>
    <dgm:pt modelId="{CD6BC543-91CC-4857-A3DA-BD66EFA71B89}" type="pres">
      <dgm:prSet presAssocID="{1F99E7A3-6843-44FB-967C-807B0AB2A30B}" presName="spacer" presStyleCnt="0"/>
      <dgm:spPr/>
    </dgm:pt>
    <dgm:pt modelId="{A3F7A8A4-0742-4573-91EC-EB5107B91EDC}" type="pres">
      <dgm:prSet presAssocID="{F9DBA18D-ABBB-45E6-BF09-B36DCC181CD1}" presName="parentText" presStyleLbl="node1" presStyleIdx="1" presStyleCnt="4">
        <dgm:presLayoutVars>
          <dgm:chMax val="0"/>
          <dgm:bulletEnabled val="1"/>
        </dgm:presLayoutVars>
      </dgm:prSet>
      <dgm:spPr/>
    </dgm:pt>
    <dgm:pt modelId="{FC7AC164-2C36-4660-94A5-DF52A099BD1B}" type="pres">
      <dgm:prSet presAssocID="{1811B517-711C-4A88-97F6-D74E88F1AE34}" presName="spacer" presStyleCnt="0"/>
      <dgm:spPr/>
    </dgm:pt>
    <dgm:pt modelId="{1461AD6F-AA2B-481A-91C1-EA5E7620EEA0}" type="pres">
      <dgm:prSet presAssocID="{FEE5D801-ADC1-4A1C-8555-88438B268E02}" presName="parentText" presStyleLbl="node1" presStyleIdx="2" presStyleCnt="4">
        <dgm:presLayoutVars>
          <dgm:chMax val="0"/>
          <dgm:bulletEnabled val="1"/>
        </dgm:presLayoutVars>
      </dgm:prSet>
      <dgm:spPr/>
    </dgm:pt>
    <dgm:pt modelId="{90713263-0230-4250-8861-7F352B662A50}" type="pres">
      <dgm:prSet presAssocID="{ABF8D922-6AFB-4689-AE9C-DF9E0AF79245}" presName="spacer" presStyleCnt="0"/>
      <dgm:spPr/>
    </dgm:pt>
    <dgm:pt modelId="{D318D0DD-BD5B-4568-9184-AA9CAE0CC6E3}" type="pres">
      <dgm:prSet presAssocID="{13ACFFA3-F2FA-4BD9-8244-0D7B00CBADAF}" presName="parentText" presStyleLbl="node1" presStyleIdx="3" presStyleCnt="4">
        <dgm:presLayoutVars>
          <dgm:chMax val="0"/>
          <dgm:bulletEnabled val="1"/>
        </dgm:presLayoutVars>
      </dgm:prSet>
      <dgm:spPr/>
    </dgm:pt>
  </dgm:ptLst>
  <dgm:cxnLst>
    <dgm:cxn modelId="{16D74707-1E88-4A73-9535-85DE76543DF9}" srcId="{735AF957-EFEC-4335-9100-B5D3F87D0DB0}" destId="{F7002A3E-47BB-4B5D-8210-7F71A10C8DBB}" srcOrd="0" destOrd="0" parTransId="{E9017139-9638-4755-B51F-364038D5E361}" sibTransId="{1F99E7A3-6843-44FB-967C-807B0AB2A30B}"/>
    <dgm:cxn modelId="{B17D2D11-0A12-4FA8-9E22-765B3870387C}" srcId="{735AF957-EFEC-4335-9100-B5D3F87D0DB0}" destId="{F9DBA18D-ABBB-45E6-BF09-B36DCC181CD1}" srcOrd="1" destOrd="0" parTransId="{E50C1449-ECDE-434F-A2C8-4578C6C870F8}" sibTransId="{1811B517-711C-4A88-97F6-D74E88F1AE34}"/>
    <dgm:cxn modelId="{47B5D235-261C-4755-A993-8B1981E6B5F0}" srcId="{735AF957-EFEC-4335-9100-B5D3F87D0DB0}" destId="{13ACFFA3-F2FA-4BD9-8244-0D7B00CBADAF}" srcOrd="3" destOrd="0" parTransId="{FCE51D53-9A17-4AC2-AB18-A2F09FED8E68}" sibTransId="{21819C20-94B0-42FA-8A02-67D6DB49C6FC}"/>
    <dgm:cxn modelId="{98D05571-4619-44A0-BC21-B4A86F91872E}" type="presOf" srcId="{F7002A3E-47BB-4B5D-8210-7F71A10C8DBB}" destId="{C6E78107-79BC-4467-933F-F04E9ED1EAB4}" srcOrd="0" destOrd="0" presId="urn:microsoft.com/office/officeart/2005/8/layout/vList2"/>
    <dgm:cxn modelId="{B922A4A3-B7F0-493F-8C46-21B8193F8444}" srcId="{735AF957-EFEC-4335-9100-B5D3F87D0DB0}" destId="{FEE5D801-ADC1-4A1C-8555-88438B268E02}" srcOrd="2" destOrd="0" parTransId="{E9AAD8E7-4788-4ABB-A0B7-CFD6BBC5BE26}" sibTransId="{ABF8D922-6AFB-4689-AE9C-DF9E0AF79245}"/>
    <dgm:cxn modelId="{63B8DCA3-D007-498B-A7A7-AEA4FA18C2ED}" type="presOf" srcId="{735AF957-EFEC-4335-9100-B5D3F87D0DB0}" destId="{00BD1E7F-4E14-4776-8BA0-4F8A2EE24E71}" srcOrd="0" destOrd="0" presId="urn:microsoft.com/office/officeart/2005/8/layout/vList2"/>
    <dgm:cxn modelId="{EA6255E6-9248-4203-BD5E-5D3E4295AFFE}" type="presOf" srcId="{FEE5D801-ADC1-4A1C-8555-88438B268E02}" destId="{1461AD6F-AA2B-481A-91C1-EA5E7620EEA0}" srcOrd="0" destOrd="0" presId="urn:microsoft.com/office/officeart/2005/8/layout/vList2"/>
    <dgm:cxn modelId="{E926FDEC-6609-4D37-9434-54FC2C5211B1}" type="presOf" srcId="{13ACFFA3-F2FA-4BD9-8244-0D7B00CBADAF}" destId="{D318D0DD-BD5B-4568-9184-AA9CAE0CC6E3}" srcOrd="0" destOrd="0" presId="urn:microsoft.com/office/officeart/2005/8/layout/vList2"/>
    <dgm:cxn modelId="{53C990FD-88A1-4B99-975B-14DAA2A43A37}" type="presOf" srcId="{F9DBA18D-ABBB-45E6-BF09-B36DCC181CD1}" destId="{A3F7A8A4-0742-4573-91EC-EB5107B91EDC}" srcOrd="0" destOrd="0" presId="urn:microsoft.com/office/officeart/2005/8/layout/vList2"/>
    <dgm:cxn modelId="{939E5954-709A-47D3-BAE3-435DE9627DB1}" type="presParOf" srcId="{00BD1E7F-4E14-4776-8BA0-4F8A2EE24E71}" destId="{C6E78107-79BC-4467-933F-F04E9ED1EAB4}" srcOrd="0" destOrd="0" presId="urn:microsoft.com/office/officeart/2005/8/layout/vList2"/>
    <dgm:cxn modelId="{75BEC133-3962-4D58-90A8-D562C5C48852}" type="presParOf" srcId="{00BD1E7F-4E14-4776-8BA0-4F8A2EE24E71}" destId="{CD6BC543-91CC-4857-A3DA-BD66EFA71B89}" srcOrd="1" destOrd="0" presId="urn:microsoft.com/office/officeart/2005/8/layout/vList2"/>
    <dgm:cxn modelId="{E23AE0EA-6E33-4223-A3B4-3FC371C86D82}" type="presParOf" srcId="{00BD1E7F-4E14-4776-8BA0-4F8A2EE24E71}" destId="{A3F7A8A4-0742-4573-91EC-EB5107B91EDC}" srcOrd="2" destOrd="0" presId="urn:microsoft.com/office/officeart/2005/8/layout/vList2"/>
    <dgm:cxn modelId="{C44E5B12-CA9A-40B5-9749-C24A00853CB1}" type="presParOf" srcId="{00BD1E7F-4E14-4776-8BA0-4F8A2EE24E71}" destId="{FC7AC164-2C36-4660-94A5-DF52A099BD1B}" srcOrd="3" destOrd="0" presId="urn:microsoft.com/office/officeart/2005/8/layout/vList2"/>
    <dgm:cxn modelId="{9C61BC32-6066-4968-8435-8CC3ED2D6302}" type="presParOf" srcId="{00BD1E7F-4E14-4776-8BA0-4F8A2EE24E71}" destId="{1461AD6F-AA2B-481A-91C1-EA5E7620EEA0}" srcOrd="4" destOrd="0" presId="urn:microsoft.com/office/officeart/2005/8/layout/vList2"/>
    <dgm:cxn modelId="{5E0C0AAA-E034-4423-AA6D-D9D2D23B1146}" type="presParOf" srcId="{00BD1E7F-4E14-4776-8BA0-4F8A2EE24E71}" destId="{90713263-0230-4250-8861-7F352B662A50}" srcOrd="5" destOrd="0" presId="urn:microsoft.com/office/officeart/2005/8/layout/vList2"/>
    <dgm:cxn modelId="{7BDF460A-B03F-4B8F-824D-9AE9E596F4BD}" type="presParOf" srcId="{00BD1E7F-4E14-4776-8BA0-4F8A2EE24E71}" destId="{D318D0DD-BD5B-4568-9184-AA9CAE0CC6E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1CFED32D-21B7-47C5-98D4-FAD22532688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A34F16D-C096-4B96-9EDA-46A0FEF358E4}">
      <dgm:prSet/>
      <dgm:spPr/>
      <dgm:t>
        <a:bodyPr/>
        <a:lstStyle/>
        <a:p>
          <a:r>
            <a:rPr lang="uk-UA" b="0" i="0"/>
            <a:t>масовій утечі селян із місць постійного проживання.</a:t>
          </a:r>
          <a:endParaRPr lang="uk-UA"/>
        </a:p>
      </dgm:t>
    </dgm:pt>
    <dgm:pt modelId="{5AE0D9A3-1DF9-4B65-B854-69DD0133D1A6}" type="parTrans" cxnId="{BB965851-38EE-45DC-8A08-0BCE37521E96}">
      <dgm:prSet/>
      <dgm:spPr/>
      <dgm:t>
        <a:bodyPr/>
        <a:lstStyle/>
        <a:p>
          <a:endParaRPr lang="uk-UA"/>
        </a:p>
      </dgm:t>
    </dgm:pt>
    <dgm:pt modelId="{6B55C3E7-93DD-4232-9BB7-4D24AB59EE7D}" type="sibTrans" cxnId="{BB965851-38EE-45DC-8A08-0BCE37521E96}">
      <dgm:prSet/>
      <dgm:spPr/>
      <dgm:t>
        <a:bodyPr/>
        <a:lstStyle/>
        <a:p>
          <a:endParaRPr lang="uk-UA"/>
        </a:p>
      </dgm:t>
    </dgm:pt>
    <dgm:pt modelId="{965D2EC2-234D-4331-A499-97149226C7F4}">
      <dgm:prSet/>
      <dgm:spPr/>
      <dgm:t>
        <a:bodyPr/>
        <a:lstStyle/>
        <a:p>
          <a:r>
            <a:rPr lang="uk-UA" b="0" i="0"/>
            <a:t>відбудові народного господарства республіки.</a:t>
          </a:r>
          <a:endParaRPr lang="uk-UA"/>
        </a:p>
      </dgm:t>
    </dgm:pt>
    <dgm:pt modelId="{F88C7E88-74F6-43A0-A106-8ED921554CD3}" type="parTrans" cxnId="{6837483E-C964-4F04-8BF7-611127D130D8}">
      <dgm:prSet/>
      <dgm:spPr/>
      <dgm:t>
        <a:bodyPr/>
        <a:lstStyle/>
        <a:p>
          <a:endParaRPr lang="uk-UA"/>
        </a:p>
      </dgm:t>
    </dgm:pt>
    <dgm:pt modelId="{F389453E-02A1-4BB3-AB5A-685D6B6DECC9}" type="sibTrans" cxnId="{6837483E-C964-4F04-8BF7-611127D130D8}">
      <dgm:prSet/>
      <dgm:spPr/>
      <dgm:t>
        <a:bodyPr/>
        <a:lstStyle/>
        <a:p>
          <a:endParaRPr lang="uk-UA"/>
        </a:p>
      </dgm:t>
    </dgm:pt>
    <dgm:pt modelId="{8739D4FD-6EC5-453C-ACAE-8F76A86E5E87}">
      <dgm:prSet/>
      <dgm:spPr/>
      <dgm:t>
        <a:bodyPr/>
        <a:lstStyle/>
        <a:p>
          <a:r>
            <a:rPr lang="uk-UA" b="0" i="0"/>
            <a:t>досягненню економічної незалежності республіки.</a:t>
          </a:r>
          <a:endParaRPr lang="uk-UA"/>
        </a:p>
      </dgm:t>
    </dgm:pt>
    <dgm:pt modelId="{4EDBE4AF-DF59-41EC-8F21-6DED2AB758F2}" type="parTrans" cxnId="{6FBC053F-AEDB-4A3C-8061-6C5EB64D9090}">
      <dgm:prSet/>
      <dgm:spPr/>
      <dgm:t>
        <a:bodyPr/>
        <a:lstStyle/>
        <a:p>
          <a:endParaRPr lang="uk-UA"/>
        </a:p>
      </dgm:t>
    </dgm:pt>
    <dgm:pt modelId="{9E694F3E-64EF-45F7-918E-6678B2F588EB}" type="sibTrans" cxnId="{6FBC053F-AEDB-4A3C-8061-6C5EB64D9090}">
      <dgm:prSet/>
      <dgm:spPr/>
      <dgm:t>
        <a:bodyPr/>
        <a:lstStyle/>
        <a:p>
          <a:endParaRPr lang="uk-UA"/>
        </a:p>
      </dgm:t>
    </dgm:pt>
    <dgm:pt modelId="{0B10EC92-580E-4809-9B04-D56724224E5C}">
      <dgm:prSet/>
      <dgm:spPr/>
      <dgm:t>
        <a:bodyPr/>
        <a:lstStyle/>
        <a:p>
          <a:r>
            <a:rPr lang="uk-UA" b="0" i="0"/>
            <a:t>появі в суспільстві прошарку «нової буржуазії».</a:t>
          </a:r>
          <a:endParaRPr lang="uk-UA"/>
        </a:p>
      </dgm:t>
    </dgm:pt>
    <dgm:pt modelId="{7C8331B5-113B-46EC-AB9F-B590E19715CE}" type="parTrans" cxnId="{301ED468-5769-4222-9FA3-06482CCCD5EE}">
      <dgm:prSet/>
      <dgm:spPr/>
      <dgm:t>
        <a:bodyPr/>
        <a:lstStyle/>
        <a:p>
          <a:endParaRPr lang="uk-UA"/>
        </a:p>
      </dgm:t>
    </dgm:pt>
    <dgm:pt modelId="{417EC1C3-D4DA-407F-8B0A-C9FAF540635B}" type="sibTrans" cxnId="{301ED468-5769-4222-9FA3-06482CCCD5EE}">
      <dgm:prSet/>
      <dgm:spPr/>
      <dgm:t>
        <a:bodyPr/>
        <a:lstStyle/>
        <a:p>
          <a:endParaRPr lang="uk-UA"/>
        </a:p>
      </dgm:t>
    </dgm:pt>
    <dgm:pt modelId="{4E7A7C47-41A6-42AC-AE8A-D799402C5CD9}" type="pres">
      <dgm:prSet presAssocID="{1CFED32D-21B7-47C5-98D4-FAD22532688A}" presName="linear" presStyleCnt="0">
        <dgm:presLayoutVars>
          <dgm:animLvl val="lvl"/>
          <dgm:resizeHandles val="exact"/>
        </dgm:presLayoutVars>
      </dgm:prSet>
      <dgm:spPr/>
    </dgm:pt>
    <dgm:pt modelId="{21844608-3A34-44EE-9CF2-BF38990D2C69}" type="pres">
      <dgm:prSet presAssocID="{BA34F16D-C096-4B96-9EDA-46A0FEF358E4}" presName="parentText" presStyleLbl="node1" presStyleIdx="0" presStyleCnt="4">
        <dgm:presLayoutVars>
          <dgm:chMax val="0"/>
          <dgm:bulletEnabled val="1"/>
        </dgm:presLayoutVars>
      </dgm:prSet>
      <dgm:spPr/>
    </dgm:pt>
    <dgm:pt modelId="{529C1A6E-36A8-4945-A80A-45FAD83EE041}" type="pres">
      <dgm:prSet presAssocID="{6B55C3E7-93DD-4232-9BB7-4D24AB59EE7D}" presName="spacer" presStyleCnt="0"/>
      <dgm:spPr/>
    </dgm:pt>
    <dgm:pt modelId="{583F6979-4C28-4FF1-AEDE-C37DA88D785C}" type="pres">
      <dgm:prSet presAssocID="{965D2EC2-234D-4331-A499-97149226C7F4}" presName="parentText" presStyleLbl="node1" presStyleIdx="1" presStyleCnt="4">
        <dgm:presLayoutVars>
          <dgm:chMax val="0"/>
          <dgm:bulletEnabled val="1"/>
        </dgm:presLayoutVars>
      </dgm:prSet>
      <dgm:spPr/>
    </dgm:pt>
    <dgm:pt modelId="{2948F374-2720-4343-A4EA-FF41ED68D6B4}" type="pres">
      <dgm:prSet presAssocID="{F389453E-02A1-4BB3-AB5A-685D6B6DECC9}" presName="spacer" presStyleCnt="0"/>
      <dgm:spPr/>
    </dgm:pt>
    <dgm:pt modelId="{5762C2BD-0310-4494-AA5A-6FE89577B4A7}" type="pres">
      <dgm:prSet presAssocID="{8739D4FD-6EC5-453C-ACAE-8F76A86E5E87}" presName="parentText" presStyleLbl="node1" presStyleIdx="2" presStyleCnt="4">
        <dgm:presLayoutVars>
          <dgm:chMax val="0"/>
          <dgm:bulletEnabled val="1"/>
        </dgm:presLayoutVars>
      </dgm:prSet>
      <dgm:spPr/>
    </dgm:pt>
    <dgm:pt modelId="{1E233BAD-71E9-4289-94D4-52187BE5832C}" type="pres">
      <dgm:prSet presAssocID="{9E694F3E-64EF-45F7-918E-6678B2F588EB}" presName="spacer" presStyleCnt="0"/>
      <dgm:spPr/>
    </dgm:pt>
    <dgm:pt modelId="{FE6C0043-0CC8-4E42-B28C-275089B58C8C}" type="pres">
      <dgm:prSet presAssocID="{0B10EC92-580E-4809-9B04-D56724224E5C}" presName="parentText" presStyleLbl="node1" presStyleIdx="3" presStyleCnt="4">
        <dgm:presLayoutVars>
          <dgm:chMax val="0"/>
          <dgm:bulletEnabled val="1"/>
        </dgm:presLayoutVars>
      </dgm:prSet>
      <dgm:spPr/>
    </dgm:pt>
  </dgm:ptLst>
  <dgm:cxnLst>
    <dgm:cxn modelId="{10185836-FD9C-4F4B-A88F-5EB8B24B52D3}" type="presOf" srcId="{BA34F16D-C096-4B96-9EDA-46A0FEF358E4}" destId="{21844608-3A34-44EE-9CF2-BF38990D2C69}" srcOrd="0" destOrd="0" presId="urn:microsoft.com/office/officeart/2005/8/layout/vList2"/>
    <dgm:cxn modelId="{6837483E-C964-4F04-8BF7-611127D130D8}" srcId="{1CFED32D-21B7-47C5-98D4-FAD22532688A}" destId="{965D2EC2-234D-4331-A499-97149226C7F4}" srcOrd="1" destOrd="0" parTransId="{F88C7E88-74F6-43A0-A106-8ED921554CD3}" sibTransId="{F389453E-02A1-4BB3-AB5A-685D6B6DECC9}"/>
    <dgm:cxn modelId="{6FBC053F-AEDB-4A3C-8061-6C5EB64D9090}" srcId="{1CFED32D-21B7-47C5-98D4-FAD22532688A}" destId="{8739D4FD-6EC5-453C-ACAE-8F76A86E5E87}" srcOrd="2" destOrd="0" parTransId="{4EDBE4AF-DF59-41EC-8F21-6DED2AB758F2}" sibTransId="{9E694F3E-64EF-45F7-918E-6678B2F588EB}"/>
    <dgm:cxn modelId="{301ED468-5769-4222-9FA3-06482CCCD5EE}" srcId="{1CFED32D-21B7-47C5-98D4-FAD22532688A}" destId="{0B10EC92-580E-4809-9B04-D56724224E5C}" srcOrd="3" destOrd="0" parTransId="{7C8331B5-113B-46EC-AB9F-B590E19715CE}" sibTransId="{417EC1C3-D4DA-407F-8B0A-C9FAF540635B}"/>
    <dgm:cxn modelId="{BB965851-38EE-45DC-8A08-0BCE37521E96}" srcId="{1CFED32D-21B7-47C5-98D4-FAD22532688A}" destId="{BA34F16D-C096-4B96-9EDA-46A0FEF358E4}" srcOrd="0" destOrd="0" parTransId="{5AE0D9A3-1DF9-4B65-B854-69DD0133D1A6}" sibTransId="{6B55C3E7-93DD-4232-9BB7-4D24AB59EE7D}"/>
    <dgm:cxn modelId="{9CC8C174-B26E-4BE6-8F86-F77B01C18989}" type="presOf" srcId="{1CFED32D-21B7-47C5-98D4-FAD22532688A}" destId="{4E7A7C47-41A6-42AC-AE8A-D799402C5CD9}" srcOrd="0" destOrd="0" presId="urn:microsoft.com/office/officeart/2005/8/layout/vList2"/>
    <dgm:cxn modelId="{EF63F774-6967-4C1B-B18A-993F51E1C0AE}" type="presOf" srcId="{8739D4FD-6EC5-453C-ACAE-8F76A86E5E87}" destId="{5762C2BD-0310-4494-AA5A-6FE89577B4A7}" srcOrd="0" destOrd="0" presId="urn:microsoft.com/office/officeart/2005/8/layout/vList2"/>
    <dgm:cxn modelId="{FA5B8D86-DA9D-4E4F-9CE8-A2EDAEE76B23}" type="presOf" srcId="{965D2EC2-234D-4331-A499-97149226C7F4}" destId="{583F6979-4C28-4FF1-AEDE-C37DA88D785C}" srcOrd="0" destOrd="0" presId="urn:microsoft.com/office/officeart/2005/8/layout/vList2"/>
    <dgm:cxn modelId="{E31FADC7-3C9D-4D78-88F3-0A8F8A4B6048}" type="presOf" srcId="{0B10EC92-580E-4809-9B04-D56724224E5C}" destId="{FE6C0043-0CC8-4E42-B28C-275089B58C8C}" srcOrd="0" destOrd="0" presId="urn:microsoft.com/office/officeart/2005/8/layout/vList2"/>
    <dgm:cxn modelId="{41B1452C-A8C4-46A2-BE31-283EAA8727FB}" type="presParOf" srcId="{4E7A7C47-41A6-42AC-AE8A-D799402C5CD9}" destId="{21844608-3A34-44EE-9CF2-BF38990D2C69}" srcOrd="0" destOrd="0" presId="urn:microsoft.com/office/officeart/2005/8/layout/vList2"/>
    <dgm:cxn modelId="{3B3EEBBC-F98F-4984-81BF-A3B98A51A84F}" type="presParOf" srcId="{4E7A7C47-41A6-42AC-AE8A-D799402C5CD9}" destId="{529C1A6E-36A8-4945-A80A-45FAD83EE041}" srcOrd="1" destOrd="0" presId="urn:microsoft.com/office/officeart/2005/8/layout/vList2"/>
    <dgm:cxn modelId="{9E5F1F32-0ACD-4D52-9B2F-5140B09E087B}" type="presParOf" srcId="{4E7A7C47-41A6-42AC-AE8A-D799402C5CD9}" destId="{583F6979-4C28-4FF1-AEDE-C37DA88D785C}" srcOrd="2" destOrd="0" presId="urn:microsoft.com/office/officeart/2005/8/layout/vList2"/>
    <dgm:cxn modelId="{473448FB-659C-4DB3-83B9-086E246CEBE5}" type="presParOf" srcId="{4E7A7C47-41A6-42AC-AE8A-D799402C5CD9}" destId="{2948F374-2720-4343-A4EA-FF41ED68D6B4}" srcOrd="3" destOrd="0" presId="urn:microsoft.com/office/officeart/2005/8/layout/vList2"/>
    <dgm:cxn modelId="{6E64285C-B3DC-43F4-806D-60094FD8BC67}" type="presParOf" srcId="{4E7A7C47-41A6-42AC-AE8A-D799402C5CD9}" destId="{5762C2BD-0310-4494-AA5A-6FE89577B4A7}" srcOrd="4" destOrd="0" presId="urn:microsoft.com/office/officeart/2005/8/layout/vList2"/>
    <dgm:cxn modelId="{C7B3DD44-A9EC-468E-A6E5-3A2BD942321E}" type="presParOf" srcId="{4E7A7C47-41A6-42AC-AE8A-D799402C5CD9}" destId="{1E233BAD-71E9-4289-94D4-52187BE5832C}" srcOrd="5" destOrd="0" presId="urn:microsoft.com/office/officeart/2005/8/layout/vList2"/>
    <dgm:cxn modelId="{F4098B1A-9361-4285-A718-057673226388}" type="presParOf" srcId="{4E7A7C47-41A6-42AC-AE8A-D799402C5CD9}" destId="{FE6C0043-0CC8-4E42-B28C-275089B58C8C}"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3BFBAFEF-9CE9-47CC-98AF-BC2BA87CE5B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335EA82-145F-430F-8304-3900EF8D70F3}">
      <dgm:prSet/>
      <dgm:spPr/>
      <dgm:t>
        <a:bodyPr/>
        <a:lstStyle/>
        <a:p>
          <a:r>
            <a:rPr lang="uk-UA" b="0" i="0"/>
            <a:t>здійсненню форсованої індустріалізації.</a:t>
          </a:r>
          <a:endParaRPr lang="uk-UA"/>
        </a:p>
      </dgm:t>
    </dgm:pt>
    <dgm:pt modelId="{3A1A388A-78D3-4699-B399-CD5242A1E1CD}" type="parTrans" cxnId="{35582533-14DD-40D0-84DA-C885C496D09F}">
      <dgm:prSet/>
      <dgm:spPr/>
      <dgm:t>
        <a:bodyPr/>
        <a:lstStyle/>
        <a:p>
          <a:endParaRPr lang="uk-UA"/>
        </a:p>
      </dgm:t>
    </dgm:pt>
    <dgm:pt modelId="{F5AC1AEE-8000-4F0F-8A8B-82F185EA16DE}" type="sibTrans" cxnId="{35582533-14DD-40D0-84DA-C885C496D09F}">
      <dgm:prSet/>
      <dgm:spPr/>
      <dgm:t>
        <a:bodyPr/>
        <a:lstStyle/>
        <a:p>
          <a:endParaRPr lang="uk-UA"/>
        </a:p>
      </dgm:t>
    </dgm:pt>
    <dgm:pt modelId="{B49D0C2B-CB04-4649-AA90-7FD7FDD7539B}">
      <dgm:prSet/>
      <dgm:spPr/>
      <dgm:t>
        <a:bodyPr/>
        <a:lstStyle/>
        <a:p>
          <a:r>
            <a:rPr lang="uk-UA" b="0" i="0"/>
            <a:t>ліквідації економічних стимулів розвитку виробництва.</a:t>
          </a:r>
          <a:endParaRPr lang="uk-UA"/>
        </a:p>
      </dgm:t>
    </dgm:pt>
    <dgm:pt modelId="{6386BE4F-7750-4458-838B-8B2DB40DC7A2}" type="parTrans" cxnId="{9422A264-940A-4FB2-BF91-C235EDE3DDFD}">
      <dgm:prSet/>
      <dgm:spPr/>
      <dgm:t>
        <a:bodyPr/>
        <a:lstStyle/>
        <a:p>
          <a:endParaRPr lang="uk-UA"/>
        </a:p>
      </dgm:t>
    </dgm:pt>
    <dgm:pt modelId="{D1EECFDE-247B-4616-BEBF-1B87AC16504E}" type="sibTrans" cxnId="{9422A264-940A-4FB2-BF91-C235EDE3DDFD}">
      <dgm:prSet/>
      <dgm:spPr/>
      <dgm:t>
        <a:bodyPr/>
        <a:lstStyle/>
        <a:p>
          <a:endParaRPr lang="uk-UA"/>
        </a:p>
      </dgm:t>
    </dgm:pt>
    <dgm:pt modelId="{B822BB46-7FE0-4BDC-AA64-88EB9BE0B439}">
      <dgm:prSet/>
      <dgm:spPr/>
      <dgm:t>
        <a:bodyPr/>
        <a:lstStyle/>
        <a:p>
          <a:r>
            <a:rPr lang="uk-UA" b="0" i="0"/>
            <a:t>згасанню антирадянського селянського повстанського руху.</a:t>
          </a:r>
          <a:endParaRPr lang="uk-UA"/>
        </a:p>
      </dgm:t>
    </dgm:pt>
    <dgm:pt modelId="{05200960-2825-4FAF-9A11-21651F0F9946}" type="parTrans" cxnId="{BCB15769-05D6-49D8-9A3E-D9866FD2463C}">
      <dgm:prSet/>
      <dgm:spPr/>
      <dgm:t>
        <a:bodyPr/>
        <a:lstStyle/>
        <a:p>
          <a:endParaRPr lang="uk-UA"/>
        </a:p>
      </dgm:t>
    </dgm:pt>
    <dgm:pt modelId="{7742E888-25E8-4DA0-8016-6210478F77F7}" type="sibTrans" cxnId="{BCB15769-05D6-49D8-9A3E-D9866FD2463C}">
      <dgm:prSet/>
      <dgm:spPr/>
      <dgm:t>
        <a:bodyPr/>
        <a:lstStyle/>
        <a:p>
          <a:endParaRPr lang="uk-UA"/>
        </a:p>
      </dgm:t>
    </dgm:pt>
    <dgm:pt modelId="{2777EDBE-F40F-4EF4-810F-63BB5E1DA273}" type="pres">
      <dgm:prSet presAssocID="{3BFBAFEF-9CE9-47CC-98AF-BC2BA87CE5BB}" presName="linear" presStyleCnt="0">
        <dgm:presLayoutVars>
          <dgm:animLvl val="lvl"/>
          <dgm:resizeHandles val="exact"/>
        </dgm:presLayoutVars>
      </dgm:prSet>
      <dgm:spPr/>
    </dgm:pt>
    <dgm:pt modelId="{0DFD43FF-43F6-4BFC-AFE5-D4546EE5FD19}" type="pres">
      <dgm:prSet presAssocID="{B335EA82-145F-430F-8304-3900EF8D70F3}" presName="parentText" presStyleLbl="node1" presStyleIdx="0" presStyleCnt="3">
        <dgm:presLayoutVars>
          <dgm:chMax val="0"/>
          <dgm:bulletEnabled val="1"/>
        </dgm:presLayoutVars>
      </dgm:prSet>
      <dgm:spPr/>
    </dgm:pt>
    <dgm:pt modelId="{FFCB39B3-D5C7-43FB-A75E-76389F6BF4B6}" type="pres">
      <dgm:prSet presAssocID="{F5AC1AEE-8000-4F0F-8A8B-82F185EA16DE}" presName="spacer" presStyleCnt="0"/>
      <dgm:spPr/>
    </dgm:pt>
    <dgm:pt modelId="{EFA2C872-3015-4351-A93C-9AA8A3466519}" type="pres">
      <dgm:prSet presAssocID="{B49D0C2B-CB04-4649-AA90-7FD7FDD7539B}" presName="parentText" presStyleLbl="node1" presStyleIdx="1" presStyleCnt="3">
        <dgm:presLayoutVars>
          <dgm:chMax val="0"/>
          <dgm:bulletEnabled val="1"/>
        </dgm:presLayoutVars>
      </dgm:prSet>
      <dgm:spPr/>
    </dgm:pt>
    <dgm:pt modelId="{D7FEC7F5-B337-496D-B977-B81461391D5C}" type="pres">
      <dgm:prSet presAssocID="{D1EECFDE-247B-4616-BEBF-1B87AC16504E}" presName="spacer" presStyleCnt="0"/>
      <dgm:spPr/>
    </dgm:pt>
    <dgm:pt modelId="{8385DB70-02A4-494F-9CA6-00B1D1097DAA}" type="pres">
      <dgm:prSet presAssocID="{B822BB46-7FE0-4BDC-AA64-88EB9BE0B439}" presName="parentText" presStyleLbl="node1" presStyleIdx="2" presStyleCnt="3">
        <dgm:presLayoutVars>
          <dgm:chMax val="0"/>
          <dgm:bulletEnabled val="1"/>
        </dgm:presLayoutVars>
      </dgm:prSet>
      <dgm:spPr/>
    </dgm:pt>
  </dgm:ptLst>
  <dgm:cxnLst>
    <dgm:cxn modelId="{35582533-14DD-40D0-84DA-C885C496D09F}" srcId="{3BFBAFEF-9CE9-47CC-98AF-BC2BA87CE5BB}" destId="{B335EA82-145F-430F-8304-3900EF8D70F3}" srcOrd="0" destOrd="0" parTransId="{3A1A388A-78D3-4699-B399-CD5242A1E1CD}" sibTransId="{F5AC1AEE-8000-4F0F-8A8B-82F185EA16DE}"/>
    <dgm:cxn modelId="{9F06C33B-4C75-41F3-887E-6C374CEE3D37}" type="presOf" srcId="{B335EA82-145F-430F-8304-3900EF8D70F3}" destId="{0DFD43FF-43F6-4BFC-AFE5-D4546EE5FD19}" srcOrd="0" destOrd="0" presId="urn:microsoft.com/office/officeart/2005/8/layout/vList2"/>
    <dgm:cxn modelId="{9422A264-940A-4FB2-BF91-C235EDE3DDFD}" srcId="{3BFBAFEF-9CE9-47CC-98AF-BC2BA87CE5BB}" destId="{B49D0C2B-CB04-4649-AA90-7FD7FDD7539B}" srcOrd="1" destOrd="0" parTransId="{6386BE4F-7750-4458-838B-8B2DB40DC7A2}" sibTransId="{D1EECFDE-247B-4616-BEBF-1B87AC16504E}"/>
    <dgm:cxn modelId="{BCB15769-05D6-49D8-9A3E-D9866FD2463C}" srcId="{3BFBAFEF-9CE9-47CC-98AF-BC2BA87CE5BB}" destId="{B822BB46-7FE0-4BDC-AA64-88EB9BE0B439}" srcOrd="2" destOrd="0" parTransId="{05200960-2825-4FAF-9A11-21651F0F9946}" sibTransId="{7742E888-25E8-4DA0-8016-6210478F77F7}"/>
    <dgm:cxn modelId="{8367029E-9B1B-4AB4-9457-D7CB75245C22}" type="presOf" srcId="{B822BB46-7FE0-4BDC-AA64-88EB9BE0B439}" destId="{8385DB70-02A4-494F-9CA6-00B1D1097DAA}" srcOrd="0" destOrd="0" presId="urn:microsoft.com/office/officeart/2005/8/layout/vList2"/>
    <dgm:cxn modelId="{2A0BA6A4-CA26-43AC-AF8A-15895361D635}" type="presOf" srcId="{B49D0C2B-CB04-4649-AA90-7FD7FDD7539B}" destId="{EFA2C872-3015-4351-A93C-9AA8A3466519}" srcOrd="0" destOrd="0" presId="urn:microsoft.com/office/officeart/2005/8/layout/vList2"/>
    <dgm:cxn modelId="{EB56BAA5-9E18-45F2-A84D-0D8062597670}" type="presOf" srcId="{3BFBAFEF-9CE9-47CC-98AF-BC2BA87CE5BB}" destId="{2777EDBE-F40F-4EF4-810F-63BB5E1DA273}" srcOrd="0" destOrd="0" presId="urn:microsoft.com/office/officeart/2005/8/layout/vList2"/>
    <dgm:cxn modelId="{219CC118-AEEE-46E2-B5AB-1255EDF36702}" type="presParOf" srcId="{2777EDBE-F40F-4EF4-810F-63BB5E1DA273}" destId="{0DFD43FF-43F6-4BFC-AFE5-D4546EE5FD19}" srcOrd="0" destOrd="0" presId="urn:microsoft.com/office/officeart/2005/8/layout/vList2"/>
    <dgm:cxn modelId="{B58E6BA0-429F-4E16-8F90-A80B57809718}" type="presParOf" srcId="{2777EDBE-F40F-4EF4-810F-63BB5E1DA273}" destId="{FFCB39B3-D5C7-43FB-A75E-76389F6BF4B6}" srcOrd="1" destOrd="0" presId="urn:microsoft.com/office/officeart/2005/8/layout/vList2"/>
    <dgm:cxn modelId="{3CA9B16C-7F04-40C2-8224-0CFE040A5575}" type="presParOf" srcId="{2777EDBE-F40F-4EF4-810F-63BB5E1DA273}" destId="{EFA2C872-3015-4351-A93C-9AA8A3466519}" srcOrd="2" destOrd="0" presId="urn:microsoft.com/office/officeart/2005/8/layout/vList2"/>
    <dgm:cxn modelId="{C14B41DA-816E-41DA-B668-D200E95D8234}" type="presParOf" srcId="{2777EDBE-F40F-4EF4-810F-63BB5E1DA273}" destId="{D7FEC7F5-B337-496D-B977-B81461391D5C}" srcOrd="3" destOrd="0" presId="urn:microsoft.com/office/officeart/2005/8/layout/vList2"/>
    <dgm:cxn modelId="{B4BEA17B-F914-4A9E-8845-83132322C1FF}" type="presParOf" srcId="{2777EDBE-F40F-4EF4-810F-63BB5E1DA273}" destId="{8385DB70-02A4-494F-9CA6-00B1D1097DAA}" srcOrd="4"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A64FFABF-F6D8-4ECE-97E1-42808058E9B7}"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0E57A97D-5FBB-4A85-BFCF-FA7B166CEE44}">
      <dgm:prSet/>
      <dgm:spPr/>
      <dgm:t>
        <a:bodyPr/>
        <a:lstStyle/>
        <a:p>
          <a:r>
            <a:rPr lang="ru-RU" b="0" i="0"/>
            <a:t>1919 р.</a:t>
          </a:r>
          <a:endParaRPr lang="uk-UA"/>
        </a:p>
      </dgm:t>
    </dgm:pt>
    <dgm:pt modelId="{BE11C83D-664C-49C1-B5A6-077ADEA5DFAF}" type="parTrans" cxnId="{C0268372-F877-46CC-93BC-B63C7235BE1E}">
      <dgm:prSet/>
      <dgm:spPr/>
      <dgm:t>
        <a:bodyPr/>
        <a:lstStyle/>
        <a:p>
          <a:endParaRPr lang="uk-UA"/>
        </a:p>
      </dgm:t>
    </dgm:pt>
    <dgm:pt modelId="{482CE594-3CC8-4428-A3B5-9FE3CA10D71B}" type="sibTrans" cxnId="{C0268372-F877-46CC-93BC-B63C7235BE1E}">
      <dgm:prSet/>
      <dgm:spPr/>
      <dgm:t>
        <a:bodyPr/>
        <a:lstStyle/>
        <a:p>
          <a:endParaRPr lang="uk-UA"/>
        </a:p>
      </dgm:t>
    </dgm:pt>
    <dgm:pt modelId="{0D7CA956-90F9-4AF6-9D5B-E98CF011341A}">
      <dgm:prSet/>
      <dgm:spPr/>
      <dgm:t>
        <a:bodyPr/>
        <a:lstStyle/>
        <a:p>
          <a:r>
            <a:rPr lang="ru-RU" b="0" i="0"/>
            <a:t>1921 р.</a:t>
          </a:r>
          <a:endParaRPr lang="uk-UA"/>
        </a:p>
      </dgm:t>
    </dgm:pt>
    <dgm:pt modelId="{220D8CEE-C857-4D85-999E-7BD948C0569A}" type="parTrans" cxnId="{417E9ADE-A66E-4805-B678-6429BF229175}">
      <dgm:prSet/>
      <dgm:spPr/>
      <dgm:t>
        <a:bodyPr/>
        <a:lstStyle/>
        <a:p>
          <a:endParaRPr lang="uk-UA"/>
        </a:p>
      </dgm:t>
    </dgm:pt>
    <dgm:pt modelId="{4C8E564C-1C47-4AFF-90A9-D8CEA3EFBA2C}" type="sibTrans" cxnId="{417E9ADE-A66E-4805-B678-6429BF229175}">
      <dgm:prSet/>
      <dgm:spPr/>
      <dgm:t>
        <a:bodyPr/>
        <a:lstStyle/>
        <a:p>
          <a:endParaRPr lang="uk-UA"/>
        </a:p>
      </dgm:t>
    </dgm:pt>
    <dgm:pt modelId="{FECCF42E-04B9-44F0-94AE-4E623CB4F9BE}">
      <dgm:prSet/>
      <dgm:spPr/>
      <dgm:t>
        <a:bodyPr/>
        <a:lstStyle/>
        <a:p>
          <a:r>
            <a:rPr lang="ru-RU" b="0" i="0"/>
            <a:t>1927 р.</a:t>
          </a:r>
          <a:endParaRPr lang="uk-UA"/>
        </a:p>
      </dgm:t>
    </dgm:pt>
    <dgm:pt modelId="{B91F5ED0-53D6-4AFF-A732-2E74CC46B1FA}" type="parTrans" cxnId="{E3AC715B-6EE7-4C9C-9F2F-012CA87EDC1F}">
      <dgm:prSet/>
      <dgm:spPr/>
      <dgm:t>
        <a:bodyPr/>
        <a:lstStyle/>
        <a:p>
          <a:endParaRPr lang="uk-UA"/>
        </a:p>
      </dgm:t>
    </dgm:pt>
    <dgm:pt modelId="{4880347A-4C61-4926-8794-2DCEC9EDBF4D}" type="sibTrans" cxnId="{E3AC715B-6EE7-4C9C-9F2F-012CA87EDC1F}">
      <dgm:prSet/>
      <dgm:spPr/>
      <dgm:t>
        <a:bodyPr/>
        <a:lstStyle/>
        <a:p>
          <a:endParaRPr lang="uk-UA"/>
        </a:p>
      </dgm:t>
    </dgm:pt>
    <dgm:pt modelId="{5A57C32C-0B78-4023-920E-F1C3218B25C5}">
      <dgm:prSet/>
      <dgm:spPr/>
      <dgm:t>
        <a:bodyPr/>
        <a:lstStyle/>
        <a:p>
          <a:r>
            <a:rPr lang="ru-RU" b="0" i="0"/>
            <a:t>1932 р.</a:t>
          </a:r>
          <a:endParaRPr lang="uk-UA"/>
        </a:p>
      </dgm:t>
    </dgm:pt>
    <dgm:pt modelId="{FA3DE130-14B4-497C-AFB7-080BB641CCFC}" type="parTrans" cxnId="{D184AF89-5E68-4C31-9D45-991CC61ABA74}">
      <dgm:prSet/>
      <dgm:spPr/>
      <dgm:t>
        <a:bodyPr/>
        <a:lstStyle/>
        <a:p>
          <a:endParaRPr lang="uk-UA"/>
        </a:p>
      </dgm:t>
    </dgm:pt>
    <dgm:pt modelId="{8FF9DA0C-6344-4588-9045-E53033786815}" type="sibTrans" cxnId="{D184AF89-5E68-4C31-9D45-991CC61ABA74}">
      <dgm:prSet/>
      <dgm:spPr/>
      <dgm:t>
        <a:bodyPr/>
        <a:lstStyle/>
        <a:p>
          <a:endParaRPr lang="uk-UA"/>
        </a:p>
      </dgm:t>
    </dgm:pt>
    <dgm:pt modelId="{0FF43E36-378E-408A-9D06-4225D5B8EFC5}" type="pres">
      <dgm:prSet presAssocID="{A64FFABF-F6D8-4ECE-97E1-42808058E9B7}" presName="linearFlow" presStyleCnt="0">
        <dgm:presLayoutVars>
          <dgm:dir/>
          <dgm:resizeHandles val="exact"/>
        </dgm:presLayoutVars>
      </dgm:prSet>
      <dgm:spPr/>
    </dgm:pt>
    <dgm:pt modelId="{4D91477A-AB97-4533-A5F1-5E23194A57F6}" type="pres">
      <dgm:prSet presAssocID="{0E57A97D-5FBB-4A85-BFCF-FA7B166CEE44}" presName="composite" presStyleCnt="0"/>
      <dgm:spPr/>
    </dgm:pt>
    <dgm:pt modelId="{7BD46181-8ECC-4EC5-98CA-F3A4C8AF4276}" type="pres">
      <dgm:prSet presAssocID="{0E57A97D-5FBB-4A85-BFCF-FA7B166CEE44}" presName="imgShp" presStyleLbl="fgImgPlace1" presStyleIdx="0" presStyleCnt="4"/>
      <dgm:spPr/>
    </dgm:pt>
    <dgm:pt modelId="{00C8DA8F-A500-4251-BF0F-00BBC9A2E52D}" type="pres">
      <dgm:prSet presAssocID="{0E57A97D-5FBB-4A85-BFCF-FA7B166CEE44}" presName="txShp" presStyleLbl="node1" presStyleIdx="0" presStyleCnt="4">
        <dgm:presLayoutVars>
          <dgm:bulletEnabled val="1"/>
        </dgm:presLayoutVars>
      </dgm:prSet>
      <dgm:spPr/>
    </dgm:pt>
    <dgm:pt modelId="{CC20A6DB-3BE8-4782-9B4A-F050EC5F36DE}" type="pres">
      <dgm:prSet presAssocID="{482CE594-3CC8-4428-A3B5-9FE3CA10D71B}" presName="spacing" presStyleCnt="0"/>
      <dgm:spPr/>
    </dgm:pt>
    <dgm:pt modelId="{2C18F909-0A93-4D70-B3AF-D5245B23D855}" type="pres">
      <dgm:prSet presAssocID="{0D7CA956-90F9-4AF6-9D5B-E98CF011341A}" presName="composite" presStyleCnt="0"/>
      <dgm:spPr/>
    </dgm:pt>
    <dgm:pt modelId="{A3215E94-2F8B-4B89-93BC-511660661581}" type="pres">
      <dgm:prSet presAssocID="{0D7CA956-90F9-4AF6-9D5B-E98CF011341A}" presName="imgShp" presStyleLbl="fgImgPlace1" presStyleIdx="1" presStyleCnt="4"/>
      <dgm:spPr/>
    </dgm:pt>
    <dgm:pt modelId="{A745A22D-A6DF-46D2-B5C4-9C3283E78B0F}" type="pres">
      <dgm:prSet presAssocID="{0D7CA956-90F9-4AF6-9D5B-E98CF011341A}" presName="txShp" presStyleLbl="node1" presStyleIdx="1" presStyleCnt="4">
        <dgm:presLayoutVars>
          <dgm:bulletEnabled val="1"/>
        </dgm:presLayoutVars>
      </dgm:prSet>
      <dgm:spPr/>
    </dgm:pt>
    <dgm:pt modelId="{3AE65F30-B981-4EDA-A903-BB509434A201}" type="pres">
      <dgm:prSet presAssocID="{4C8E564C-1C47-4AFF-90A9-D8CEA3EFBA2C}" presName="spacing" presStyleCnt="0"/>
      <dgm:spPr/>
    </dgm:pt>
    <dgm:pt modelId="{D8811157-C803-4897-BC50-3A97D8EA8EBF}" type="pres">
      <dgm:prSet presAssocID="{FECCF42E-04B9-44F0-94AE-4E623CB4F9BE}" presName="composite" presStyleCnt="0"/>
      <dgm:spPr/>
    </dgm:pt>
    <dgm:pt modelId="{46042E56-D525-4156-BF04-992DFB75119D}" type="pres">
      <dgm:prSet presAssocID="{FECCF42E-04B9-44F0-94AE-4E623CB4F9BE}" presName="imgShp" presStyleLbl="fgImgPlace1" presStyleIdx="2" presStyleCnt="4"/>
      <dgm:spPr/>
    </dgm:pt>
    <dgm:pt modelId="{7A160113-3504-4447-8F63-8A464C40C744}" type="pres">
      <dgm:prSet presAssocID="{FECCF42E-04B9-44F0-94AE-4E623CB4F9BE}" presName="txShp" presStyleLbl="node1" presStyleIdx="2" presStyleCnt="4">
        <dgm:presLayoutVars>
          <dgm:bulletEnabled val="1"/>
        </dgm:presLayoutVars>
      </dgm:prSet>
      <dgm:spPr/>
    </dgm:pt>
    <dgm:pt modelId="{0578FE44-16EC-4B52-AAD4-290B13C33D0B}" type="pres">
      <dgm:prSet presAssocID="{4880347A-4C61-4926-8794-2DCEC9EDBF4D}" presName="spacing" presStyleCnt="0"/>
      <dgm:spPr/>
    </dgm:pt>
    <dgm:pt modelId="{3CF4CFA9-40ED-4E2A-9BAA-633AA8A00F15}" type="pres">
      <dgm:prSet presAssocID="{5A57C32C-0B78-4023-920E-F1C3218B25C5}" presName="composite" presStyleCnt="0"/>
      <dgm:spPr/>
    </dgm:pt>
    <dgm:pt modelId="{271F5593-A8BD-4897-8D8B-7F768708C5D5}" type="pres">
      <dgm:prSet presAssocID="{5A57C32C-0B78-4023-920E-F1C3218B25C5}" presName="imgShp" presStyleLbl="fgImgPlace1" presStyleIdx="3" presStyleCnt="4"/>
      <dgm:spPr/>
    </dgm:pt>
    <dgm:pt modelId="{B8BC670A-1CEB-42D3-8928-9E8168F0A1AA}" type="pres">
      <dgm:prSet presAssocID="{5A57C32C-0B78-4023-920E-F1C3218B25C5}" presName="txShp" presStyleLbl="node1" presStyleIdx="3" presStyleCnt="4">
        <dgm:presLayoutVars>
          <dgm:bulletEnabled val="1"/>
        </dgm:presLayoutVars>
      </dgm:prSet>
      <dgm:spPr/>
    </dgm:pt>
  </dgm:ptLst>
  <dgm:cxnLst>
    <dgm:cxn modelId="{00E63510-73CA-4122-B6B1-098C63185600}" type="presOf" srcId="{0D7CA956-90F9-4AF6-9D5B-E98CF011341A}" destId="{A745A22D-A6DF-46D2-B5C4-9C3283E78B0F}" srcOrd="0" destOrd="0" presId="urn:microsoft.com/office/officeart/2005/8/layout/vList3"/>
    <dgm:cxn modelId="{9169B410-4B86-496D-8B97-9415B498696A}" type="presOf" srcId="{A64FFABF-F6D8-4ECE-97E1-42808058E9B7}" destId="{0FF43E36-378E-408A-9D06-4225D5B8EFC5}" srcOrd="0" destOrd="0" presId="urn:microsoft.com/office/officeart/2005/8/layout/vList3"/>
    <dgm:cxn modelId="{ED854C29-FDA3-4B3A-8F6A-9331A36607F1}" type="presOf" srcId="{0E57A97D-5FBB-4A85-BFCF-FA7B166CEE44}" destId="{00C8DA8F-A500-4251-BF0F-00BBC9A2E52D}" srcOrd="0" destOrd="0" presId="urn:microsoft.com/office/officeart/2005/8/layout/vList3"/>
    <dgm:cxn modelId="{D8E15B37-2C84-421D-84A8-6A0EF3F00915}" type="presOf" srcId="{5A57C32C-0B78-4023-920E-F1C3218B25C5}" destId="{B8BC670A-1CEB-42D3-8928-9E8168F0A1AA}" srcOrd="0" destOrd="0" presId="urn:microsoft.com/office/officeart/2005/8/layout/vList3"/>
    <dgm:cxn modelId="{E3AC715B-6EE7-4C9C-9F2F-012CA87EDC1F}" srcId="{A64FFABF-F6D8-4ECE-97E1-42808058E9B7}" destId="{FECCF42E-04B9-44F0-94AE-4E623CB4F9BE}" srcOrd="2" destOrd="0" parTransId="{B91F5ED0-53D6-4AFF-A732-2E74CC46B1FA}" sibTransId="{4880347A-4C61-4926-8794-2DCEC9EDBF4D}"/>
    <dgm:cxn modelId="{C0268372-F877-46CC-93BC-B63C7235BE1E}" srcId="{A64FFABF-F6D8-4ECE-97E1-42808058E9B7}" destId="{0E57A97D-5FBB-4A85-BFCF-FA7B166CEE44}" srcOrd="0" destOrd="0" parTransId="{BE11C83D-664C-49C1-B5A6-077ADEA5DFAF}" sibTransId="{482CE594-3CC8-4428-A3B5-9FE3CA10D71B}"/>
    <dgm:cxn modelId="{D184AF89-5E68-4C31-9D45-991CC61ABA74}" srcId="{A64FFABF-F6D8-4ECE-97E1-42808058E9B7}" destId="{5A57C32C-0B78-4023-920E-F1C3218B25C5}" srcOrd="3" destOrd="0" parTransId="{FA3DE130-14B4-497C-AFB7-080BB641CCFC}" sibTransId="{8FF9DA0C-6344-4588-9045-E53033786815}"/>
    <dgm:cxn modelId="{417E9ADE-A66E-4805-B678-6429BF229175}" srcId="{A64FFABF-F6D8-4ECE-97E1-42808058E9B7}" destId="{0D7CA956-90F9-4AF6-9D5B-E98CF011341A}" srcOrd="1" destOrd="0" parTransId="{220D8CEE-C857-4D85-999E-7BD948C0569A}" sibTransId="{4C8E564C-1C47-4AFF-90A9-D8CEA3EFBA2C}"/>
    <dgm:cxn modelId="{6423E4F5-8AF8-4341-9FAA-AA09F67AC7E4}" type="presOf" srcId="{FECCF42E-04B9-44F0-94AE-4E623CB4F9BE}" destId="{7A160113-3504-4447-8F63-8A464C40C744}" srcOrd="0" destOrd="0" presId="urn:microsoft.com/office/officeart/2005/8/layout/vList3"/>
    <dgm:cxn modelId="{D956847D-5730-45A8-88CE-B7BC886D29C4}" type="presParOf" srcId="{0FF43E36-378E-408A-9D06-4225D5B8EFC5}" destId="{4D91477A-AB97-4533-A5F1-5E23194A57F6}" srcOrd="0" destOrd="0" presId="urn:microsoft.com/office/officeart/2005/8/layout/vList3"/>
    <dgm:cxn modelId="{BBE006B4-E06D-49CB-92E2-5120E75DE98D}" type="presParOf" srcId="{4D91477A-AB97-4533-A5F1-5E23194A57F6}" destId="{7BD46181-8ECC-4EC5-98CA-F3A4C8AF4276}" srcOrd="0" destOrd="0" presId="urn:microsoft.com/office/officeart/2005/8/layout/vList3"/>
    <dgm:cxn modelId="{412B9260-6649-45A8-B749-C24AC54929F5}" type="presParOf" srcId="{4D91477A-AB97-4533-A5F1-5E23194A57F6}" destId="{00C8DA8F-A500-4251-BF0F-00BBC9A2E52D}" srcOrd="1" destOrd="0" presId="urn:microsoft.com/office/officeart/2005/8/layout/vList3"/>
    <dgm:cxn modelId="{773BEA9B-42F8-4DA9-B2FA-EF03F92A0065}" type="presParOf" srcId="{0FF43E36-378E-408A-9D06-4225D5B8EFC5}" destId="{CC20A6DB-3BE8-4782-9B4A-F050EC5F36DE}" srcOrd="1" destOrd="0" presId="urn:microsoft.com/office/officeart/2005/8/layout/vList3"/>
    <dgm:cxn modelId="{E16753B4-1BA5-4247-ADE0-50C96531FA41}" type="presParOf" srcId="{0FF43E36-378E-408A-9D06-4225D5B8EFC5}" destId="{2C18F909-0A93-4D70-B3AF-D5245B23D855}" srcOrd="2" destOrd="0" presId="urn:microsoft.com/office/officeart/2005/8/layout/vList3"/>
    <dgm:cxn modelId="{C6C5EBF5-B14A-4634-BEF0-D3530DB0C172}" type="presParOf" srcId="{2C18F909-0A93-4D70-B3AF-D5245B23D855}" destId="{A3215E94-2F8B-4B89-93BC-511660661581}" srcOrd="0" destOrd="0" presId="urn:microsoft.com/office/officeart/2005/8/layout/vList3"/>
    <dgm:cxn modelId="{077839CC-540B-4BB8-B85A-695FEC78965C}" type="presParOf" srcId="{2C18F909-0A93-4D70-B3AF-D5245B23D855}" destId="{A745A22D-A6DF-46D2-B5C4-9C3283E78B0F}" srcOrd="1" destOrd="0" presId="urn:microsoft.com/office/officeart/2005/8/layout/vList3"/>
    <dgm:cxn modelId="{CAB7C61F-AF52-4FF8-B3C7-05FD1DE891CE}" type="presParOf" srcId="{0FF43E36-378E-408A-9D06-4225D5B8EFC5}" destId="{3AE65F30-B981-4EDA-A903-BB509434A201}" srcOrd="3" destOrd="0" presId="urn:microsoft.com/office/officeart/2005/8/layout/vList3"/>
    <dgm:cxn modelId="{B112DB0B-1BB2-4481-AB53-87C1300CF4CB}" type="presParOf" srcId="{0FF43E36-378E-408A-9D06-4225D5B8EFC5}" destId="{D8811157-C803-4897-BC50-3A97D8EA8EBF}" srcOrd="4" destOrd="0" presId="urn:microsoft.com/office/officeart/2005/8/layout/vList3"/>
    <dgm:cxn modelId="{A73B6080-578A-4DBC-8B32-CF8F6D5D5832}" type="presParOf" srcId="{D8811157-C803-4897-BC50-3A97D8EA8EBF}" destId="{46042E56-D525-4156-BF04-992DFB75119D}" srcOrd="0" destOrd="0" presId="urn:microsoft.com/office/officeart/2005/8/layout/vList3"/>
    <dgm:cxn modelId="{437284D1-0FF6-459A-A8D4-E71101FAA0AC}" type="presParOf" srcId="{D8811157-C803-4897-BC50-3A97D8EA8EBF}" destId="{7A160113-3504-4447-8F63-8A464C40C744}" srcOrd="1" destOrd="0" presId="urn:microsoft.com/office/officeart/2005/8/layout/vList3"/>
    <dgm:cxn modelId="{7FFD03F2-9FD5-4B62-92CC-7BB01BF9F250}" type="presParOf" srcId="{0FF43E36-378E-408A-9D06-4225D5B8EFC5}" destId="{0578FE44-16EC-4B52-AAD4-290B13C33D0B}" srcOrd="5" destOrd="0" presId="urn:microsoft.com/office/officeart/2005/8/layout/vList3"/>
    <dgm:cxn modelId="{6B1BD77F-A9A5-4966-9BC4-6263F1C53B2E}" type="presParOf" srcId="{0FF43E36-378E-408A-9D06-4225D5B8EFC5}" destId="{3CF4CFA9-40ED-4E2A-9BAA-633AA8A00F15}" srcOrd="6" destOrd="0" presId="urn:microsoft.com/office/officeart/2005/8/layout/vList3"/>
    <dgm:cxn modelId="{76C4B894-86FD-486A-9B41-A170F56058E2}" type="presParOf" srcId="{3CF4CFA9-40ED-4E2A-9BAA-633AA8A00F15}" destId="{271F5593-A8BD-4897-8D8B-7F768708C5D5}" srcOrd="0" destOrd="0" presId="urn:microsoft.com/office/officeart/2005/8/layout/vList3"/>
    <dgm:cxn modelId="{BF18EAEC-650A-4F52-B251-EEAAF0BE5E4B}" type="presParOf" srcId="{3CF4CFA9-40ED-4E2A-9BAA-633AA8A00F15}" destId="{B8BC670A-1CEB-42D3-8928-9E8168F0A1AA}"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51038DFD-9907-4667-86CF-B4A47A6F98F3}"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A844658A-3678-4BFC-9B2C-18D9CB17B844}">
      <dgm:prSet/>
      <dgm:spPr/>
      <dgm:t>
        <a:bodyPr/>
        <a:lstStyle/>
        <a:p>
          <a:r>
            <a:rPr lang="ru-RU" b="0" i="0"/>
            <a:t>запровадження політики «коренізації»</a:t>
          </a:r>
          <a:endParaRPr lang="uk-UA"/>
        </a:p>
      </dgm:t>
    </dgm:pt>
    <dgm:pt modelId="{02B4B5CE-0FC6-4737-87D6-82C734EA54E3}" type="parTrans" cxnId="{753EC736-E14C-4771-B2C9-A5739185AE80}">
      <dgm:prSet/>
      <dgm:spPr/>
      <dgm:t>
        <a:bodyPr/>
        <a:lstStyle/>
        <a:p>
          <a:endParaRPr lang="uk-UA"/>
        </a:p>
      </dgm:t>
    </dgm:pt>
    <dgm:pt modelId="{35616649-24BC-46D9-83BE-5DE2A6A6230A}" type="sibTrans" cxnId="{753EC736-E14C-4771-B2C9-A5739185AE80}">
      <dgm:prSet/>
      <dgm:spPr/>
      <dgm:t>
        <a:bodyPr/>
        <a:lstStyle/>
        <a:p>
          <a:endParaRPr lang="uk-UA"/>
        </a:p>
      </dgm:t>
    </dgm:pt>
    <dgm:pt modelId="{3C7F84CC-81B5-4685-8144-8BEF9674F115}">
      <dgm:prSet/>
      <dgm:spPr/>
      <dgm:t>
        <a:bodyPr/>
        <a:lstStyle/>
        <a:p>
          <a:r>
            <a:rPr lang="ru-RU" b="0" i="0"/>
            <a:t>започаткування нової економічної політики</a:t>
          </a:r>
          <a:endParaRPr lang="uk-UA"/>
        </a:p>
      </dgm:t>
    </dgm:pt>
    <dgm:pt modelId="{84A97569-F48F-4632-8917-65EE26922254}" type="parTrans" cxnId="{5CB93B2A-5F78-46FA-A68C-9D910611E993}">
      <dgm:prSet/>
      <dgm:spPr/>
      <dgm:t>
        <a:bodyPr/>
        <a:lstStyle/>
        <a:p>
          <a:endParaRPr lang="uk-UA"/>
        </a:p>
      </dgm:t>
    </dgm:pt>
    <dgm:pt modelId="{12CC79E3-A3E3-448E-A296-6EBC4EA846EB}" type="sibTrans" cxnId="{5CB93B2A-5F78-46FA-A68C-9D910611E993}">
      <dgm:prSet/>
      <dgm:spPr/>
      <dgm:t>
        <a:bodyPr/>
        <a:lstStyle/>
        <a:p>
          <a:endParaRPr lang="uk-UA"/>
        </a:p>
      </dgm:t>
    </dgm:pt>
    <dgm:pt modelId="{C8334C4F-B737-40B3-B253-A6854721F594}">
      <dgm:prSet/>
      <dgm:spPr/>
      <dgm:t>
        <a:bodyPr/>
        <a:lstStyle/>
        <a:p>
          <a:r>
            <a:rPr lang="ru-RU" b="0" i="0"/>
            <a:t>створення СРСР</a:t>
          </a:r>
          <a:endParaRPr lang="uk-UA"/>
        </a:p>
      </dgm:t>
    </dgm:pt>
    <dgm:pt modelId="{E23A4010-E6B6-4B96-A772-380FC5793187}" type="parTrans" cxnId="{E372859C-90EC-418C-A42A-A4C6A7CC2A62}">
      <dgm:prSet/>
      <dgm:spPr/>
      <dgm:t>
        <a:bodyPr/>
        <a:lstStyle/>
        <a:p>
          <a:endParaRPr lang="uk-UA"/>
        </a:p>
      </dgm:t>
    </dgm:pt>
    <dgm:pt modelId="{E3A2BDBD-DB80-465E-A786-8A0014C59788}" type="sibTrans" cxnId="{E372859C-90EC-418C-A42A-A4C6A7CC2A62}">
      <dgm:prSet/>
      <dgm:spPr/>
      <dgm:t>
        <a:bodyPr/>
        <a:lstStyle/>
        <a:p>
          <a:endParaRPr lang="uk-UA"/>
        </a:p>
      </dgm:t>
    </dgm:pt>
    <dgm:pt modelId="{1A944D06-F12D-41EF-B03C-649D2E6529F7}">
      <dgm:prSet/>
      <dgm:spPr/>
      <dgm:t>
        <a:bodyPr/>
        <a:lstStyle/>
        <a:p>
          <a:r>
            <a:rPr lang="ru-RU" b="0" i="0"/>
            <a:t>початок насильницької колективізац</a:t>
          </a:r>
          <a:endParaRPr lang="uk-UA"/>
        </a:p>
      </dgm:t>
    </dgm:pt>
    <dgm:pt modelId="{EFFDA322-29FE-4B5C-858C-F2EAC8339BEA}" type="parTrans" cxnId="{CC61F3C3-41AC-4B7B-AD7F-7C60A193BD4B}">
      <dgm:prSet/>
      <dgm:spPr/>
      <dgm:t>
        <a:bodyPr/>
        <a:lstStyle/>
        <a:p>
          <a:endParaRPr lang="uk-UA"/>
        </a:p>
      </dgm:t>
    </dgm:pt>
    <dgm:pt modelId="{D12F7C8E-49BC-4134-8AF7-F0282B315D16}" type="sibTrans" cxnId="{CC61F3C3-41AC-4B7B-AD7F-7C60A193BD4B}">
      <dgm:prSet/>
      <dgm:spPr/>
      <dgm:t>
        <a:bodyPr/>
        <a:lstStyle/>
        <a:p>
          <a:endParaRPr lang="uk-UA"/>
        </a:p>
      </dgm:t>
    </dgm:pt>
    <dgm:pt modelId="{0BDF1946-90BA-4B6C-A066-C7EE42979C54}" type="pres">
      <dgm:prSet presAssocID="{51038DFD-9907-4667-86CF-B4A47A6F98F3}" presName="linearFlow" presStyleCnt="0">
        <dgm:presLayoutVars>
          <dgm:dir/>
          <dgm:resizeHandles val="exact"/>
        </dgm:presLayoutVars>
      </dgm:prSet>
      <dgm:spPr/>
    </dgm:pt>
    <dgm:pt modelId="{EF3319D5-0691-40D1-BBD1-7FAD1807DF68}" type="pres">
      <dgm:prSet presAssocID="{A844658A-3678-4BFC-9B2C-18D9CB17B844}" presName="composite" presStyleCnt="0"/>
      <dgm:spPr/>
    </dgm:pt>
    <dgm:pt modelId="{F170FF5C-76B9-45C7-A7B3-4E58D5F395EF}" type="pres">
      <dgm:prSet presAssocID="{A844658A-3678-4BFC-9B2C-18D9CB17B844}" presName="imgShp" presStyleLbl="fgImgPlace1" presStyleIdx="0" presStyleCnt="4"/>
      <dgm:spPr/>
    </dgm:pt>
    <dgm:pt modelId="{CA550D6E-4CF9-4110-9EDD-7D2B4FB75264}" type="pres">
      <dgm:prSet presAssocID="{A844658A-3678-4BFC-9B2C-18D9CB17B844}" presName="txShp" presStyleLbl="node1" presStyleIdx="0" presStyleCnt="4">
        <dgm:presLayoutVars>
          <dgm:bulletEnabled val="1"/>
        </dgm:presLayoutVars>
      </dgm:prSet>
      <dgm:spPr/>
    </dgm:pt>
    <dgm:pt modelId="{5B7807D9-6D2F-4615-959F-72C0ED2D0436}" type="pres">
      <dgm:prSet presAssocID="{35616649-24BC-46D9-83BE-5DE2A6A6230A}" presName="spacing" presStyleCnt="0"/>
      <dgm:spPr/>
    </dgm:pt>
    <dgm:pt modelId="{EBEB3801-1FA3-48B4-A4EE-1EA9D395D55A}" type="pres">
      <dgm:prSet presAssocID="{3C7F84CC-81B5-4685-8144-8BEF9674F115}" presName="composite" presStyleCnt="0"/>
      <dgm:spPr/>
    </dgm:pt>
    <dgm:pt modelId="{EBC25A43-CE46-4A6E-98CD-D02C5D94A32F}" type="pres">
      <dgm:prSet presAssocID="{3C7F84CC-81B5-4685-8144-8BEF9674F115}" presName="imgShp" presStyleLbl="fgImgPlace1" presStyleIdx="1" presStyleCnt="4"/>
      <dgm:spPr/>
    </dgm:pt>
    <dgm:pt modelId="{C9A066C7-6BE4-494E-A986-86F799FD3976}" type="pres">
      <dgm:prSet presAssocID="{3C7F84CC-81B5-4685-8144-8BEF9674F115}" presName="txShp" presStyleLbl="node1" presStyleIdx="1" presStyleCnt="4">
        <dgm:presLayoutVars>
          <dgm:bulletEnabled val="1"/>
        </dgm:presLayoutVars>
      </dgm:prSet>
      <dgm:spPr/>
    </dgm:pt>
    <dgm:pt modelId="{77032A12-58F8-4660-883E-29FFFDC1EE86}" type="pres">
      <dgm:prSet presAssocID="{12CC79E3-A3E3-448E-A296-6EBC4EA846EB}" presName="spacing" presStyleCnt="0"/>
      <dgm:spPr/>
    </dgm:pt>
    <dgm:pt modelId="{992E277F-DFAA-4F25-9718-858205AFA850}" type="pres">
      <dgm:prSet presAssocID="{C8334C4F-B737-40B3-B253-A6854721F594}" presName="composite" presStyleCnt="0"/>
      <dgm:spPr/>
    </dgm:pt>
    <dgm:pt modelId="{52ED05C4-D72A-4FB2-9314-FAC4C88E5E1E}" type="pres">
      <dgm:prSet presAssocID="{C8334C4F-B737-40B3-B253-A6854721F594}" presName="imgShp" presStyleLbl="fgImgPlace1" presStyleIdx="2" presStyleCnt="4"/>
      <dgm:spPr/>
    </dgm:pt>
    <dgm:pt modelId="{C2861F91-162B-41E6-BFAA-CA884391A9BE}" type="pres">
      <dgm:prSet presAssocID="{C8334C4F-B737-40B3-B253-A6854721F594}" presName="txShp" presStyleLbl="node1" presStyleIdx="2" presStyleCnt="4">
        <dgm:presLayoutVars>
          <dgm:bulletEnabled val="1"/>
        </dgm:presLayoutVars>
      </dgm:prSet>
      <dgm:spPr/>
    </dgm:pt>
    <dgm:pt modelId="{F96E04CE-46D3-44BE-AB0D-8424B897F89D}" type="pres">
      <dgm:prSet presAssocID="{E3A2BDBD-DB80-465E-A786-8A0014C59788}" presName="spacing" presStyleCnt="0"/>
      <dgm:spPr/>
    </dgm:pt>
    <dgm:pt modelId="{B2D3F276-F415-4956-977F-E3BAEBA0AA33}" type="pres">
      <dgm:prSet presAssocID="{1A944D06-F12D-41EF-B03C-649D2E6529F7}" presName="composite" presStyleCnt="0"/>
      <dgm:spPr/>
    </dgm:pt>
    <dgm:pt modelId="{2F7474D3-54FC-4D36-9146-477DECC57DC4}" type="pres">
      <dgm:prSet presAssocID="{1A944D06-F12D-41EF-B03C-649D2E6529F7}" presName="imgShp" presStyleLbl="fgImgPlace1" presStyleIdx="3" presStyleCnt="4"/>
      <dgm:spPr/>
    </dgm:pt>
    <dgm:pt modelId="{3ABFBFBF-62B9-4682-84D7-434CF4C3AB17}" type="pres">
      <dgm:prSet presAssocID="{1A944D06-F12D-41EF-B03C-649D2E6529F7}" presName="txShp" presStyleLbl="node1" presStyleIdx="3" presStyleCnt="4">
        <dgm:presLayoutVars>
          <dgm:bulletEnabled val="1"/>
        </dgm:presLayoutVars>
      </dgm:prSet>
      <dgm:spPr/>
    </dgm:pt>
  </dgm:ptLst>
  <dgm:cxnLst>
    <dgm:cxn modelId="{5CB93B2A-5F78-46FA-A68C-9D910611E993}" srcId="{51038DFD-9907-4667-86CF-B4A47A6F98F3}" destId="{3C7F84CC-81B5-4685-8144-8BEF9674F115}" srcOrd="1" destOrd="0" parTransId="{84A97569-F48F-4632-8917-65EE26922254}" sibTransId="{12CC79E3-A3E3-448E-A296-6EBC4EA846EB}"/>
    <dgm:cxn modelId="{753EC736-E14C-4771-B2C9-A5739185AE80}" srcId="{51038DFD-9907-4667-86CF-B4A47A6F98F3}" destId="{A844658A-3678-4BFC-9B2C-18D9CB17B844}" srcOrd="0" destOrd="0" parTransId="{02B4B5CE-0FC6-4737-87D6-82C734EA54E3}" sibTransId="{35616649-24BC-46D9-83BE-5DE2A6A6230A}"/>
    <dgm:cxn modelId="{6F866C38-210B-4826-8A9E-764B880CEB4A}" type="presOf" srcId="{A844658A-3678-4BFC-9B2C-18D9CB17B844}" destId="{CA550D6E-4CF9-4110-9EDD-7D2B4FB75264}" srcOrd="0" destOrd="0" presId="urn:microsoft.com/office/officeart/2005/8/layout/vList3"/>
    <dgm:cxn modelId="{CE526051-5913-4EFF-889B-4A641782D763}" type="presOf" srcId="{3C7F84CC-81B5-4685-8144-8BEF9674F115}" destId="{C9A066C7-6BE4-494E-A986-86F799FD3976}" srcOrd="0" destOrd="0" presId="urn:microsoft.com/office/officeart/2005/8/layout/vList3"/>
    <dgm:cxn modelId="{A9C85D92-A147-490C-B9AE-DFF8C29DF5B1}" type="presOf" srcId="{C8334C4F-B737-40B3-B253-A6854721F594}" destId="{C2861F91-162B-41E6-BFAA-CA884391A9BE}" srcOrd="0" destOrd="0" presId="urn:microsoft.com/office/officeart/2005/8/layout/vList3"/>
    <dgm:cxn modelId="{E372859C-90EC-418C-A42A-A4C6A7CC2A62}" srcId="{51038DFD-9907-4667-86CF-B4A47A6F98F3}" destId="{C8334C4F-B737-40B3-B253-A6854721F594}" srcOrd="2" destOrd="0" parTransId="{E23A4010-E6B6-4B96-A772-380FC5793187}" sibTransId="{E3A2BDBD-DB80-465E-A786-8A0014C59788}"/>
    <dgm:cxn modelId="{984047B0-F963-4C55-BB05-E6922EE478BF}" type="presOf" srcId="{51038DFD-9907-4667-86CF-B4A47A6F98F3}" destId="{0BDF1946-90BA-4B6C-A066-C7EE42979C54}" srcOrd="0" destOrd="0" presId="urn:microsoft.com/office/officeart/2005/8/layout/vList3"/>
    <dgm:cxn modelId="{CC61F3C3-41AC-4B7B-AD7F-7C60A193BD4B}" srcId="{51038DFD-9907-4667-86CF-B4A47A6F98F3}" destId="{1A944D06-F12D-41EF-B03C-649D2E6529F7}" srcOrd="3" destOrd="0" parTransId="{EFFDA322-29FE-4B5C-858C-F2EAC8339BEA}" sibTransId="{D12F7C8E-49BC-4134-8AF7-F0282B315D16}"/>
    <dgm:cxn modelId="{A0A21DF8-29B1-41B6-B5F3-2D7F69C80EAB}" type="presOf" srcId="{1A944D06-F12D-41EF-B03C-649D2E6529F7}" destId="{3ABFBFBF-62B9-4682-84D7-434CF4C3AB17}" srcOrd="0" destOrd="0" presId="urn:microsoft.com/office/officeart/2005/8/layout/vList3"/>
    <dgm:cxn modelId="{9D9F01E0-41E8-49DD-BC3E-DC6542AFCBAF}" type="presParOf" srcId="{0BDF1946-90BA-4B6C-A066-C7EE42979C54}" destId="{EF3319D5-0691-40D1-BBD1-7FAD1807DF68}" srcOrd="0" destOrd="0" presId="urn:microsoft.com/office/officeart/2005/8/layout/vList3"/>
    <dgm:cxn modelId="{B57411A8-2AFC-4E46-B0E4-D658DB3D2BCC}" type="presParOf" srcId="{EF3319D5-0691-40D1-BBD1-7FAD1807DF68}" destId="{F170FF5C-76B9-45C7-A7B3-4E58D5F395EF}" srcOrd="0" destOrd="0" presId="urn:microsoft.com/office/officeart/2005/8/layout/vList3"/>
    <dgm:cxn modelId="{596B95A3-5311-474B-82E8-8E283FE88D92}" type="presParOf" srcId="{EF3319D5-0691-40D1-BBD1-7FAD1807DF68}" destId="{CA550D6E-4CF9-4110-9EDD-7D2B4FB75264}" srcOrd="1" destOrd="0" presId="urn:microsoft.com/office/officeart/2005/8/layout/vList3"/>
    <dgm:cxn modelId="{46D28B27-8F38-4FAB-BDBA-661506E46929}" type="presParOf" srcId="{0BDF1946-90BA-4B6C-A066-C7EE42979C54}" destId="{5B7807D9-6D2F-4615-959F-72C0ED2D0436}" srcOrd="1" destOrd="0" presId="urn:microsoft.com/office/officeart/2005/8/layout/vList3"/>
    <dgm:cxn modelId="{59653A7C-4DE5-4910-B5FC-F4A70A324C1E}" type="presParOf" srcId="{0BDF1946-90BA-4B6C-A066-C7EE42979C54}" destId="{EBEB3801-1FA3-48B4-A4EE-1EA9D395D55A}" srcOrd="2" destOrd="0" presId="urn:microsoft.com/office/officeart/2005/8/layout/vList3"/>
    <dgm:cxn modelId="{B9775DED-4D2D-48D1-8390-300ED84A0E1A}" type="presParOf" srcId="{EBEB3801-1FA3-48B4-A4EE-1EA9D395D55A}" destId="{EBC25A43-CE46-4A6E-98CD-D02C5D94A32F}" srcOrd="0" destOrd="0" presId="urn:microsoft.com/office/officeart/2005/8/layout/vList3"/>
    <dgm:cxn modelId="{116B5B6D-C2DA-4622-A2D6-22899F969C0F}" type="presParOf" srcId="{EBEB3801-1FA3-48B4-A4EE-1EA9D395D55A}" destId="{C9A066C7-6BE4-494E-A986-86F799FD3976}" srcOrd="1" destOrd="0" presId="urn:microsoft.com/office/officeart/2005/8/layout/vList3"/>
    <dgm:cxn modelId="{B39AE436-A48B-493F-882D-334879955842}" type="presParOf" srcId="{0BDF1946-90BA-4B6C-A066-C7EE42979C54}" destId="{77032A12-58F8-4660-883E-29FFFDC1EE86}" srcOrd="3" destOrd="0" presId="urn:microsoft.com/office/officeart/2005/8/layout/vList3"/>
    <dgm:cxn modelId="{CA6CB544-5998-47D5-85A0-E956947B66B9}" type="presParOf" srcId="{0BDF1946-90BA-4B6C-A066-C7EE42979C54}" destId="{992E277F-DFAA-4F25-9718-858205AFA850}" srcOrd="4" destOrd="0" presId="urn:microsoft.com/office/officeart/2005/8/layout/vList3"/>
    <dgm:cxn modelId="{7AEEE39E-B9D9-4949-BA24-622107720352}" type="presParOf" srcId="{992E277F-DFAA-4F25-9718-858205AFA850}" destId="{52ED05C4-D72A-4FB2-9314-FAC4C88E5E1E}" srcOrd="0" destOrd="0" presId="urn:microsoft.com/office/officeart/2005/8/layout/vList3"/>
    <dgm:cxn modelId="{860C59E4-4F77-4196-AF6E-A403BA8EF121}" type="presParOf" srcId="{992E277F-DFAA-4F25-9718-858205AFA850}" destId="{C2861F91-162B-41E6-BFAA-CA884391A9BE}" srcOrd="1" destOrd="0" presId="urn:microsoft.com/office/officeart/2005/8/layout/vList3"/>
    <dgm:cxn modelId="{6D8D0304-2F44-4127-96BE-C1A73BC98637}" type="presParOf" srcId="{0BDF1946-90BA-4B6C-A066-C7EE42979C54}" destId="{F96E04CE-46D3-44BE-AB0D-8424B897F89D}" srcOrd="5" destOrd="0" presId="urn:microsoft.com/office/officeart/2005/8/layout/vList3"/>
    <dgm:cxn modelId="{513E34DF-87E5-40A7-88F9-FE9777AAEBC1}" type="presParOf" srcId="{0BDF1946-90BA-4B6C-A066-C7EE42979C54}" destId="{B2D3F276-F415-4956-977F-E3BAEBA0AA33}" srcOrd="6" destOrd="0" presId="urn:microsoft.com/office/officeart/2005/8/layout/vList3"/>
    <dgm:cxn modelId="{5CE950BB-9452-4EA5-ACC1-7551347D4374}" type="presParOf" srcId="{B2D3F276-F415-4956-977F-E3BAEBA0AA33}" destId="{2F7474D3-54FC-4D36-9146-477DECC57DC4}" srcOrd="0" destOrd="0" presId="urn:microsoft.com/office/officeart/2005/8/layout/vList3"/>
    <dgm:cxn modelId="{755D0831-FF08-430A-862E-5821ACF6A5C6}" type="presParOf" srcId="{B2D3F276-F415-4956-977F-E3BAEBA0AA33}" destId="{3ABFBFBF-62B9-4682-84D7-434CF4C3AB17}"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1522AD26-8E04-4771-A0F1-361165A3A64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79C486C1-EA51-488A-B509-778A984DF0DD}">
      <dgm:prSet/>
      <dgm:spPr/>
      <dgm:t>
        <a:bodyPr/>
        <a:lstStyle/>
        <a:p>
          <a:r>
            <a:rPr lang="uk-UA" b="0" i="0"/>
            <a:t>розгортання спротиву селянства</a:t>
          </a:r>
          <a:endParaRPr lang="uk-UA"/>
        </a:p>
      </dgm:t>
    </dgm:pt>
    <dgm:pt modelId="{14C0327D-64E8-4029-9FBB-E9959FFACE8A}" type="parTrans" cxnId="{66A55AAD-66AF-4D4F-879E-0F322449A9DA}">
      <dgm:prSet/>
      <dgm:spPr/>
      <dgm:t>
        <a:bodyPr/>
        <a:lstStyle/>
        <a:p>
          <a:endParaRPr lang="uk-UA"/>
        </a:p>
      </dgm:t>
    </dgm:pt>
    <dgm:pt modelId="{D0380F90-A5C4-4AF5-9C6A-ED0B7C7E0B24}" type="sibTrans" cxnId="{66A55AAD-66AF-4D4F-879E-0F322449A9DA}">
      <dgm:prSet/>
      <dgm:spPr/>
      <dgm:t>
        <a:bodyPr/>
        <a:lstStyle/>
        <a:p>
          <a:endParaRPr lang="uk-UA"/>
        </a:p>
      </dgm:t>
    </dgm:pt>
    <dgm:pt modelId="{C5B477FB-9439-4F52-8557-3DC8F92139A5}">
      <dgm:prSet/>
      <dgm:spPr/>
      <dgm:t>
        <a:bodyPr/>
        <a:lstStyle/>
        <a:p>
          <a:r>
            <a:rPr lang="uk-UA" b="0" i="0"/>
            <a:t>обмеження державного суверенітету УСРР</a:t>
          </a:r>
          <a:endParaRPr lang="uk-UA"/>
        </a:p>
      </dgm:t>
    </dgm:pt>
    <dgm:pt modelId="{F2D44A15-55ED-41B3-A9F7-AD788BFB54A1}" type="parTrans" cxnId="{E9233DE8-63A4-4183-8475-A6A9BE99E337}">
      <dgm:prSet/>
      <dgm:spPr/>
      <dgm:t>
        <a:bodyPr/>
        <a:lstStyle/>
        <a:p>
          <a:endParaRPr lang="uk-UA"/>
        </a:p>
      </dgm:t>
    </dgm:pt>
    <dgm:pt modelId="{ED7DF752-87EB-483B-B6C8-7F0C4166752C}" type="sibTrans" cxnId="{E9233DE8-63A4-4183-8475-A6A9BE99E337}">
      <dgm:prSet/>
      <dgm:spPr/>
      <dgm:t>
        <a:bodyPr/>
        <a:lstStyle/>
        <a:p>
          <a:endParaRPr lang="uk-UA"/>
        </a:p>
      </dgm:t>
    </dgm:pt>
    <dgm:pt modelId="{5CE6CCA6-9E96-446F-AB05-5645A2688D6E}">
      <dgm:prSet/>
      <dgm:spPr/>
      <dgm:t>
        <a:bodyPr/>
        <a:lstStyle/>
        <a:p>
          <a:r>
            <a:rPr lang="uk-UA" b="0" i="0"/>
            <a:t>упровадження продподатку</a:t>
          </a:r>
          <a:endParaRPr lang="uk-UA"/>
        </a:p>
      </dgm:t>
    </dgm:pt>
    <dgm:pt modelId="{FDB4EF91-A0F0-48F7-AC4B-9BCD78A5FDB2}" type="parTrans" cxnId="{A46B1645-B341-4CA6-9B16-7C1CA8904E64}">
      <dgm:prSet/>
      <dgm:spPr/>
      <dgm:t>
        <a:bodyPr/>
        <a:lstStyle/>
        <a:p>
          <a:endParaRPr lang="uk-UA"/>
        </a:p>
      </dgm:t>
    </dgm:pt>
    <dgm:pt modelId="{70489587-FB6C-4B67-88E9-DCDDA2160D3A}" type="sibTrans" cxnId="{A46B1645-B341-4CA6-9B16-7C1CA8904E64}">
      <dgm:prSet/>
      <dgm:spPr/>
      <dgm:t>
        <a:bodyPr/>
        <a:lstStyle/>
        <a:p>
          <a:endParaRPr lang="uk-UA"/>
        </a:p>
      </dgm:t>
    </dgm:pt>
    <dgm:pt modelId="{D86736C0-6078-4251-AF53-8758A01D1473}">
      <dgm:prSet/>
      <dgm:spPr/>
      <dgm:t>
        <a:bodyPr/>
        <a:lstStyle/>
        <a:p>
          <a:r>
            <a:rPr lang="uk-UA" b="0" i="0"/>
            <a:t>широка українізація багатьох сторін життя суспільства</a:t>
          </a:r>
          <a:endParaRPr lang="uk-UA"/>
        </a:p>
      </dgm:t>
    </dgm:pt>
    <dgm:pt modelId="{B5DDE4C9-E077-4EF4-A99D-E9858630CA2F}" type="parTrans" cxnId="{1EED2AA6-1F25-4C03-98CD-A628E974BE23}">
      <dgm:prSet/>
      <dgm:spPr/>
      <dgm:t>
        <a:bodyPr/>
        <a:lstStyle/>
        <a:p>
          <a:endParaRPr lang="uk-UA"/>
        </a:p>
      </dgm:t>
    </dgm:pt>
    <dgm:pt modelId="{99416808-67A8-4A97-B967-9042E0FE90EA}" type="sibTrans" cxnId="{1EED2AA6-1F25-4C03-98CD-A628E974BE23}">
      <dgm:prSet/>
      <dgm:spPr/>
      <dgm:t>
        <a:bodyPr/>
        <a:lstStyle/>
        <a:p>
          <a:endParaRPr lang="uk-UA"/>
        </a:p>
      </dgm:t>
    </dgm:pt>
    <dgm:pt modelId="{150C025F-177B-4DEB-B400-C7D21AAE9F84}">
      <dgm:prSet/>
      <dgm:spPr/>
      <dgm:t>
        <a:bodyPr/>
        <a:lstStyle/>
        <a:p>
          <a:r>
            <a:rPr lang="uk-UA" b="0" i="0"/>
            <a:t>поширення стахановського руху</a:t>
          </a:r>
          <a:endParaRPr lang="uk-UA"/>
        </a:p>
      </dgm:t>
    </dgm:pt>
    <dgm:pt modelId="{6C21C610-423F-4590-B883-0D46B684A442}" type="parTrans" cxnId="{89871D98-8F93-41F5-869F-0EC588391883}">
      <dgm:prSet/>
      <dgm:spPr/>
      <dgm:t>
        <a:bodyPr/>
        <a:lstStyle/>
        <a:p>
          <a:endParaRPr lang="uk-UA"/>
        </a:p>
      </dgm:t>
    </dgm:pt>
    <dgm:pt modelId="{F47508C3-A0EA-4DD6-AA83-EEE03A7BD2FB}" type="sibTrans" cxnId="{89871D98-8F93-41F5-869F-0EC588391883}">
      <dgm:prSet/>
      <dgm:spPr/>
      <dgm:t>
        <a:bodyPr/>
        <a:lstStyle/>
        <a:p>
          <a:endParaRPr lang="uk-UA"/>
        </a:p>
      </dgm:t>
    </dgm:pt>
    <dgm:pt modelId="{B26A22F4-E01E-484D-80E4-E107EF983DDC}" type="pres">
      <dgm:prSet presAssocID="{1522AD26-8E04-4771-A0F1-361165A3A64C}" presName="linear" presStyleCnt="0">
        <dgm:presLayoutVars>
          <dgm:animLvl val="lvl"/>
          <dgm:resizeHandles val="exact"/>
        </dgm:presLayoutVars>
      </dgm:prSet>
      <dgm:spPr/>
    </dgm:pt>
    <dgm:pt modelId="{777D248C-B03D-4C32-9C67-2B0DEA4C0018}" type="pres">
      <dgm:prSet presAssocID="{79C486C1-EA51-488A-B509-778A984DF0DD}" presName="parentText" presStyleLbl="node1" presStyleIdx="0" presStyleCnt="5">
        <dgm:presLayoutVars>
          <dgm:chMax val="0"/>
          <dgm:bulletEnabled val="1"/>
        </dgm:presLayoutVars>
      </dgm:prSet>
      <dgm:spPr/>
    </dgm:pt>
    <dgm:pt modelId="{D35F4DF2-5848-4A73-BF18-0879E4261874}" type="pres">
      <dgm:prSet presAssocID="{D0380F90-A5C4-4AF5-9C6A-ED0B7C7E0B24}" presName="spacer" presStyleCnt="0"/>
      <dgm:spPr/>
    </dgm:pt>
    <dgm:pt modelId="{CF65AE36-0675-45F8-B84E-95CB808C2E82}" type="pres">
      <dgm:prSet presAssocID="{C5B477FB-9439-4F52-8557-3DC8F92139A5}" presName="parentText" presStyleLbl="node1" presStyleIdx="1" presStyleCnt="5">
        <dgm:presLayoutVars>
          <dgm:chMax val="0"/>
          <dgm:bulletEnabled val="1"/>
        </dgm:presLayoutVars>
      </dgm:prSet>
      <dgm:spPr/>
    </dgm:pt>
    <dgm:pt modelId="{321401DD-0CFB-4933-86F7-7B0E72BDA1FF}" type="pres">
      <dgm:prSet presAssocID="{ED7DF752-87EB-483B-B6C8-7F0C4166752C}" presName="spacer" presStyleCnt="0"/>
      <dgm:spPr/>
    </dgm:pt>
    <dgm:pt modelId="{90613CA4-FE79-4E9C-9743-E52B1704CFBB}" type="pres">
      <dgm:prSet presAssocID="{5CE6CCA6-9E96-446F-AB05-5645A2688D6E}" presName="parentText" presStyleLbl="node1" presStyleIdx="2" presStyleCnt="5">
        <dgm:presLayoutVars>
          <dgm:chMax val="0"/>
          <dgm:bulletEnabled val="1"/>
        </dgm:presLayoutVars>
      </dgm:prSet>
      <dgm:spPr/>
    </dgm:pt>
    <dgm:pt modelId="{ACC4400A-2D98-4362-816C-3C754D6131D6}" type="pres">
      <dgm:prSet presAssocID="{70489587-FB6C-4B67-88E9-DCDDA2160D3A}" presName="spacer" presStyleCnt="0"/>
      <dgm:spPr/>
    </dgm:pt>
    <dgm:pt modelId="{4B5A53EE-38FD-45DA-8917-3CC0B20CD072}" type="pres">
      <dgm:prSet presAssocID="{D86736C0-6078-4251-AF53-8758A01D1473}" presName="parentText" presStyleLbl="node1" presStyleIdx="3" presStyleCnt="5">
        <dgm:presLayoutVars>
          <dgm:chMax val="0"/>
          <dgm:bulletEnabled val="1"/>
        </dgm:presLayoutVars>
      </dgm:prSet>
      <dgm:spPr/>
    </dgm:pt>
    <dgm:pt modelId="{6BA6427F-5BF0-4F1B-8964-994639ACA904}" type="pres">
      <dgm:prSet presAssocID="{99416808-67A8-4A97-B967-9042E0FE90EA}" presName="spacer" presStyleCnt="0"/>
      <dgm:spPr/>
    </dgm:pt>
    <dgm:pt modelId="{F84D42A5-7F64-4067-8D65-E060B10D3629}" type="pres">
      <dgm:prSet presAssocID="{150C025F-177B-4DEB-B400-C7D21AAE9F84}" presName="parentText" presStyleLbl="node1" presStyleIdx="4" presStyleCnt="5">
        <dgm:presLayoutVars>
          <dgm:chMax val="0"/>
          <dgm:bulletEnabled val="1"/>
        </dgm:presLayoutVars>
      </dgm:prSet>
      <dgm:spPr/>
    </dgm:pt>
  </dgm:ptLst>
  <dgm:cxnLst>
    <dgm:cxn modelId="{D777FD05-A3D5-4750-AB15-7B1821B2222D}" type="presOf" srcId="{C5B477FB-9439-4F52-8557-3DC8F92139A5}" destId="{CF65AE36-0675-45F8-B84E-95CB808C2E82}" srcOrd="0" destOrd="0" presId="urn:microsoft.com/office/officeart/2005/8/layout/vList2"/>
    <dgm:cxn modelId="{6BFCE90F-5F11-49C2-8513-EBFFB2D913E0}" type="presOf" srcId="{79C486C1-EA51-488A-B509-778A984DF0DD}" destId="{777D248C-B03D-4C32-9C67-2B0DEA4C0018}" srcOrd="0" destOrd="0" presId="urn:microsoft.com/office/officeart/2005/8/layout/vList2"/>
    <dgm:cxn modelId="{455A9415-805B-49D1-B7D3-E5935858B9A6}" type="presOf" srcId="{1522AD26-8E04-4771-A0F1-361165A3A64C}" destId="{B26A22F4-E01E-484D-80E4-E107EF983DDC}" srcOrd="0" destOrd="0" presId="urn:microsoft.com/office/officeart/2005/8/layout/vList2"/>
    <dgm:cxn modelId="{A46B1645-B341-4CA6-9B16-7C1CA8904E64}" srcId="{1522AD26-8E04-4771-A0F1-361165A3A64C}" destId="{5CE6CCA6-9E96-446F-AB05-5645A2688D6E}" srcOrd="2" destOrd="0" parTransId="{FDB4EF91-A0F0-48F7-AC4B-9BCD78A5FDB2}" sibTransId="{70489587-FB6C-4B67-88E9-DCDDA2160D3A}"/>
    <dgm:cxn modelId="{96675A70-CB7C-4BE4-B6F2-9ECEB41AD8DA}" type="presOf" srcId="{D86736C0-6078-4251-AF53-8758A01D1473}" destId="{4B5A53EE-38FD-45DA-8917-3CC0B20CD072}" srcOrd="0" destOrd="0" presId="urn:microsoft.com/office/officeart/2005/8/layout/vList2"/>
    <dgm:cxn modelId="{82FAC290-E7E5-4D6D-AFD7-A27B2A72EECA}" type="presOf" srcId="{5CE6CCA6-9E96-446F-AB05-5645A2688D6E}" destId="{90613CA4-FE79-4E9C-9743-E52B1704CFBB}" srcOrd="0" destOrd="0" presId="urn:microsoft.com/office/officeart/2005/8/layout/vList2"/>
    <dgm:cxn modelId="{89871D98-8F93-41F5-869F-0EC588391883}" srcId="{1522AD26-8E04-4771-A0F1-361165A3A64C}" destId="{150C025F-177B-4DEB-B400-C7D21AAE9F84}" srcOrd="4" destOrd="0" parTransId="{6C21C610-423F-4590-B883-0D46B684A442}" sibTransId="{F47508C3-A0EA-4DD6-AA83-EEE03A7BD2FB}"/>
    <dgm:cxn modelId="{1EED2AA6-1F25-4C03-98CD-A628E974BE23}" srcId="{1522AD26-8E04-4771-A0F1-361165A3A64C}" destId="{D86736C0-6078-4251-AF53-8758A01D1473}" srcOrd="3" destOrd="0" parTransId="{B5DDE4C9-E077-4EF4-A99D-E9858630CA2F}" sibTransId="{99416808-67A8-4A97-B967-9042E0FE90EA}"/>
    <dgm:cxn modelId="{66A55AAD-66AF-4D4F-879E-0F322449A9DA}" srcId="{1522AD26-8E04-4771-A0F1-361165A3A64C}" destId="{79C486C1-EA51-488A-B509-778A984DF0DD}" srcOrd="0" destOrd="0" parTransId="{14C0327D-64E8-4029-9FBB-E9959FFACE8A}" sibTransId="{D0380F90-A5C4-4AF5-9C6A-ED0B7C7E0B24}"/>
    <dgm:cxn modelId="{E9233DE8-63A4-4183-8475-A6A9BE99E337}" srcId="{1522AD26-8E04-4771-A0F1-361165A3A64C}" destId="{C5B477FB-9439-4F52-8557-3DC8F92139A5}" srcOrd="1" destOrd="0" parTransId="{F2D44A15-55ED-41B3-A9F7-AD788BFB54A1}" sibTransId="{ED7DF752-87EB-483B-B6C8-7F0C4166752C}"/>
    <dgm:cxn modelId="{1F189AFE-B32C-4C1F-ABA9-511394706E02}" type="presOf" srcId="{150C025F-177B-4DEB-B400-C7D21AAE9F84}" destId="{F84D42A5-7F64-4067-8D65-E060B10D3629}" srcOrd="0" destOrd="0" presId="urn:microsoft.com/office/officeart/2005/8/layout/vList2"/>
    <dgm:cxn modelId="{4605AD79-26BD-48A1-B606-27AF0A7A12F2}" type="presParOf" srcId="{B26A22F4-E01E-484D-80E4-E107EF983DDC}" destId="{777D248C-B03D-4C32-9C67-2B0DEA4C0018}" srcOrd="0" destOrd="0" presId="urn:microsoft.com/office/officeart/2005/8/layout/vList2"/>
    <dgm:cxn modelId="{515580BC-4C51-4FC0-8B6E-0F4E72D01D0D}" type="presParOf" srcId="{B26A22F4-E01E-484D-80E4-E107EF983DDC}" destId="{D35F4DF2-5848-4A73-BF18-0879E4261874}" srcOrd="1" destOrd="0" presId="urn:microsoft.com/office/officeart/2005/8/layout/vList2"/>
    <dgm:cxn modelId="{85ADC556-D100-4154-A4EB-F02418401DEC}" type="presParOf" srcId="{B26A22F4-E01E-484D-80E4-E107EF983DDC}" destId="{CF65AE36-0675-45F8-B84E-95CB808C2E82}" srcOrd="2" destOrd="0" presId="urn:microsoft.com/office/officeart/2005/8/layout/vList2"/>
    <dgm:cxn modelId="{2C386E77-78B7-4A94-BA7D-D9E271584DA7}" type="presParOf" srcId="{B26A22F4-E01E-484D-80E4-E107EF983DDC}" destId="{321401DD-0CFB-4933-86F7-7B0E72BDA1FF}" srcOrd="3" destOrd="0" presId="urn:microsoft.com/office/officeart/2005/8/layout/vList2"/>
    <dgm:cxn modelId="{7EA8201F-BE1A-4893-B103-050CBF89FF86}" type="presParOf" srcId="{B26A22F4-E01E-484D-80E4-E107EF983DDC}" destId="{90613CA4-FE79-4E9C-9743-E52B1704CFBB}" srcOrd="4" destOrd="0" presId="urn:microsoft.com/office/officeart/2005/8/layout/vList2"/>
    <dgm:cxn modelId="{8FCDDCD3-E742-4A39-AA63-354A835433D3}" type="presParOf" srcId="{B26A22F4-E01E-484D-80E4-E107EF983DDC}" destId="{ACC4400A-2D98-4362-816C-3C754D6131D6}" srcOrd="5" destOrd="0" presId="urn:microsoft.com/office/officeart/2005/8/layout/vList2"/>
    <dgm:cxn modelId="{BB79A277-771F-4096-BE88-52FD010AC366}" type="presParOf" srcId="{B26A22F4-E01E-484D-80E4-E107EF983DDC}" destId="{4B5A53EE-38FD-45DA-8917-3CC0B20CD072}" srcOrd="6" destOrd="0" presId="urn:microsoft.com/office/officeart/2005/8/layout/vList2"/>
    <dgm:cxn modelId="{AEBC47E7-4B14-4BD2-A258-BD22A775B48E}" type="presParOf" srcId="{B26A22F4-E01E-484D-80E4-E107EF983DDC}" destId="{6BA6427F-5BF0-4F1B-8964-994639ACA904}" srcOrd="7" destOrd="0" presId="urn:microsoft.com/office/officeart/2005/8/layout/vList2"/>
    <dgm:cxn modelId="{7C69FF72-D735-4C5A-A899-061CF4825E6B}" type="presParOf" srcId="{B26A22F4-E01E-484D-80E4-E107EF983DDC}" destId="{F84D42A5-7F64-4067-8D65-E060B10D3629}"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9545EEBD-5C3E-4A28-BA8E-DFB505937EA2}" type="doc">
      <dgm:prSet loTypeId="urn:microsoft.com/office/officeart/2008/layout/VerticalCurvedList" loCatId="list" qsTypeId="urn:microsoft.com/office/officeart/2005/8/quickstyle/simple1" qsCatId="simple" csTypeId="urn:microsoft.com/office/officeart/2005/8/colors/accent1_2" csCatId="accent1"/>
      <dgm:spPr/>
      <dgm:t>
        <a:bodyPr/>
        <a:lstStyle/>
        <a:p>
          <a:endParaRPr lang="uk-UA"/>
        </a:p>
      </dgm:t>
    </dgm:pt>
    <dgm:pt modelId="{D044C23D-C749-43D6-9AFD-8DFFABB4A06B}">
      <dgm:prSet/>
      <dgm:spPr/>
      <dgm:t>
        <a:bodyPr/>
        <a:lstStyle/>
        <a:p>
          <a:r>
            <a:rPr lang="uk-UA" b="0" i="0"/>
            <a:t>«коренізації».</a:t>
          </a:r>
          <a:endParaRPr lang="uk-UA"/>
        </a:p>
      </dgm:t>
    </dgm:pt>
    <dgm:pt modelId="{123D9581-BE88-44F4-8951-77EB92067484}" type="parTrans" cxnId="{79181847-71BB-4D87-9D6C-126BAACECA62}">
      <dgm:prSet/>
      <dgm:spPr/>
      <dgm:t>
        <a:bodyPr/>
        <a:lstStyle/>
        <a:p>
          <a:endParaRPr lang="uk-UA"/>
        </a:p>
      </dgm:t>
    </dgm:pt>
    <dgm:pt modelId="{430635A1-E421-4B6C-BA1B-878F2C260C68}" type="sibTrans" cxnId="{79181847-71BB-4D87-9D6C-126BAACECA62}">
      <dgm:prSet/>
      <dgm:spPr/>
      <dgm:t>
        <a:bodyPr/>
        <a:lstStyle/>
        <a:p>
          <a:endParaRPr lang="uk-UA"/>
        </a:p>
      </dgm:t>
    </dgm:pt>
    <dgm:pt modelId="{13684B28-1B7A-4615-8055-0A6978A2C5D2}">
      <dgm:prSet/>
      <dgm:spPr/>
      <dgm:t>
        <a:bodyPr/>
        <a:lstStyle/>
        <a:p>
          <a:r>
            <a:rPr lang="uk-UA" b="0" i="0"/>
            <a:t>«воєнного комунізму».</a:t>
          </a:r>
          <a:endParaRPr lang="uk-UA"/>
        </a:p>
      </dgm:t>
    </dgm:pt>
    <dgm:pt modelId="{60F8AB89-1255-43B1-BE93-82B358990C06}" type="parTrans" cxnId="{C083B1B3-9A48-4448-9A19-AE019EAC4CEF}">
      <dgm:prSet/>
      <dgm:spPr/>
      <dgm:t>
        <a:bodyPr/>
        <a:lstStyle/>
        <a:p>
          <a:endParaRPr lang="uk-UA"/>
        </a:p>
      </dgm:t>
    </dgm:pt>
    <dgm:pt modelId="{42BEF001-97AB-4B33-9CD8-5734526060B1}" type="sibTrans" cxnId="{C083B1B3-9A48-4448-9A19-AE019EAC4CEF}">
      <dgm:prSet/>
      <dgm:spPr/>
      <dgm:t>
        <a:bodyPr/>
        <a:lstStyle/>
        <a:p>
          <a:endParaRPr lang="uk-UA"/>
        </a:p>
      </dgm:t>
    </dgm:pt>
    <dgm:pt modelId="{2B7245ED-C290-442D-B4C2-EBB80527F06A}">
      <dgm:prSet/>
      <dgm:spPr/>
      <dgm:t>
        <a:bodyPr/>
        <a:lstStyle/>
        <a:p>
          <a:r>
            <a:rPr lang="uk-UA" b="0" i="0"/>
            <a:t>«колективізації».</a:t>
          </a:r>
          <a:endParaRPr lang="uk-UA"/>
        </a:p>
      </dgm:t>
    </dgm:pt>
    <dgm:pt modelId="{9FAEDB8B-F03E-4090-817E-686FEBF9400D}" type="parTrans" cxnId="{34A42C89-0F52-4C90-988B-4907DCED8648}">
      <dgm:prSet/>
      <dgm:spPr/>
      <dgm:t>
        <a:bodyPr/>
        <a:lstStyle/>
        <a:p>
          <a:endParaRPr lang="uk-UA"/>
        </a:p>
      </dgm:t>
    </dgm:pt>
    <dgm:pt modelId="{2B94B490-886E-4136-90ED-0F12A935277A}" type="sibTrans" cxnId="{34A42C89-0F52-4C90-988B-4907DCED8648}">
      <dgm:prSet/>
      <dgm:spPr/>
      <dgm:t>
        <a:bodyPr/>
        <a:lstStyle/>
        <a:p>
          <a:endParaRPr lang="uk-UA"/>
        </a:p>
      </dgm:t>
    </dgm:pt>
    <dgm:pt modelId="{8B3C19B4-018D-42D8-B88E-941901B06BE5}">
      <dgm:prSet/>
      <dgm:spPr/>
      <dgm:t>
        <a:bodyPr/>
        <a:lstStyle/>
        <a:p>
          <a:r>
            <a:rPr lang="uk-UA" b="0" i="0"/>
            <a:t>«форсованої індустріалізації».</a:t>
          </a:r>
          <a:endParaRPr lang="uk-UA"/>
        </a:p>
      </dgm:t>
    </dgm:pt>
    <dgm:pt modelId="{1B74D1E8-92BB-469C-B4AE-4111152F5173}" type="parTrans" cxnId="{B4379A3B-85FF-47D2-8A21-04FCE99D30D4}">
      <dgm:prSet/>
      <dgm:spPr/>
      <dgm:t>
        <a:bodyPr/>
        <a:lstStyle/>
        <a:p>
          <a:endParaRPr lang="uk-UA"/>
        </a:p>
      </dgm:t>
    </dgm:pt>
    <dgm:pt modelId="{342810B9-7F5C-48C6-AF8F-66A45F5F300E}" type="sibTrans" cxnId="{B4379A3B-85FF-47D2-8A21-04FCE99D30D4}">
      <dgm:prSet/>
      <dgm:spPr/>
      <dgm:t>
        <a:bodyPr/>
        <a:lstStyle/>
        <a:p>
          <a:endParaRPr lang="uk-UA"/>
        </a:p>
      </dgm:t>
    </dgm:pt>
    <dgm:pt modelId="{FE61126B-4E08-4F50-A5A2-3C95D94D1054}" type="pres">
      <dgm:prSet presAssocID="{9545EEBD-5C3E-4A28-BA8E-DFB505937EA2}" presName="Name0" presStyleCnt="0">
        <dgm:presLayoutVars>
          <dgm:chMax val="7"/>
          <dgm:chPref val="7"/>
          <dgm:dir/>
        </dgm:presLayoutVars>
      </dgm:prSet>
      <dgm:spPr/>
    </dgm:pt>
    <dgm:pt modelId="{4BDC1C63-8EEB-48C5-8FE0-8F77C30C2B5D}" type="pres">
      <dgm:prSet presAssocID="{9545EEBD-5C3E-4A28-BA8E-DFB505937EA2}" presName="Name1" presStyleCnt="0"/>
      <dgm:spPr/>
    </dgm:pt>
    <dgm:pt modelId="{EA19179F-4504-4D57-AFC4-E0B41F4E1B2E}" type="pres">
      <dgm:prSet presAssocID="{9545EEBD-5C3E-4A28-BA8E-DFB505937EA2}" presName="cycle" presStyleCnt="0"/>
      <dgm:spPr/>
    </dgm:pt>
    <dgm:pt modelId="{AF38854A-167A-4B52-BC7F-B98F1A772ECB}" type="pres">
      <dgm:prSet presAssocID="{9545EEBD-5C3E-4A28-BA8E-DFB505937EA2}" presName="srcNode" presStyleLbl="node1" presStyleIdx="0" presStyleCnt="4"/>
      <dgm:spPr/>
    </dgm:pt>
    <dgm:pt modelId="{03E9E6EC-3B61-4DB4-9422-7ACFD4FCBD5C}" type="pres">
      <dgm:prSet presAssocID="{9545EEBD-5C3E-4A28-BA8E-DFB505937EA2}" presName="conn" presStyleLbl="parChTrans1D2" presStyleIdx="0" presStyleCnt="1"/>
      <dgm:spPr/>
    </dgm:pt>
    <dgm:pt modelId="{0EDDA731-254A-4B49-BAA9-D25584C47B5D}" type="pres">
      <dgm:prSet presAssocID="{9545EEBD-5C3E-4A28-BA8E-DFB505937EA2}" presName="extraNode" presStyleLbl="node1" presStyleIdx="0" presStyleCnt="4"/>
      <dgm:spPr/>
    </dgm:pt>
    <dgm:pt modelId="{D5172BAF-7F95-4795-89F5-A116662BE077}" type="pres">
      <dgm:prSet presAssocID="{9545EEBD-5C3E-4A28-BA8E-DFB505937EA2}" presName="dstNode" presStyleLbl="node1" presStyleIdx="0" presStyleCnt="4"/>
      <dgm:spPr/>
    </dgm:pt>
    <dgm:pt modelId="{AA4F4FCF-4E28-4C11-9936-21AB3ED4A1D0}" type="pres">
      <dgm:prSet presAssocID="{D044C23D-C749-43D6-9AFD-8DFFABB4A06B}" presName="text_1" presStyleLbl="node1" presStyleIdx="0" presStyleCnt="4">
        <dgm:presLayoutVars>
          <dgm:bulletEnabled val="1"/>
        </dgm:presLayoutVars>
      </dgm:prSet>
      <dgm:spPr/>
    </dgm:pt>
    <dgm:pt modelId="{C3484A59-AB92-4AB1-8E38-126B61B0C5CB}" type="pres">
      <dgm:prSet presAssocID="{D044C23D-C749-43D6-9AFD-8DFFABB4A06B}" presName="accent_1" presStyleCnt="0"/>
      <dgm:spPr/>
    </dgm:pt>
    <dgm:pt modelId="{6EF50D3C-C001-4CAC-8E60-563FC05926B5}" type="pres">
      <dgm:prSet presAssocID="{D044C23D-C749-43D6-9AFD-8DFFABB4A06B}" presName="accentRepeatNode" presStyleLbl="solidFgAcc1" presStyleIdx="0" presStyleCnt="4"/>
      <dgm:spPr/>
    </dgm:pt>
    <dgm:pt modelId="{D90C83E7-CADC-460D-B17E-3BA0D91FE34C}" type="pres">
      <dgm:prSet presAssocID="{13684B28-1B7A-4615-8055-0A6978A2C5D2}" presName="text_2" presStyleLbl="node1" presStyleIdx="1" presStyleCnt="4">
        <dgm:presLayoutVars>
          <dgm:bulletEnabled val="1"/>
        </dgm:presLayoutVars>
      </dgm:prSet>
      <dgm:spPr/>
    </dgm:pt>
    <dgm:pt modelId="{2C169AC4-58BB-45E2-908C-3FAAA63D8C22}" type="pres">
      <dgm:prSet presAssocID="{13684B28-1B7A-4615-8055-0A6978A2C5D2}" presName="accent_2" presStyleCnt="0"/>
      <dgm:spPr/>
    </dgm:pt>
    <dgm:pt modelId="{04016A8E-056C-456B-B2F2-82BAFDEA1A8F}" type="pres">
      <dgm:prSet presAssocID="{13684B28-1B7A-4615-8055-0A6978A2C5D2}" presName="accentRepeatNode" presStyleLbl="solidFgAcc1" presStyleIdx="1" presStyleCnt="4"/>
      <dgm:spPr/>
    </dgm:pt>
    <dgm:pt modelId="{D7F28277-E9FE-4705-8B08-19DE884A40DA}" type="pres">
      <dgm:prSet presAssocID="{2B7245ED-C290-442D-B4C2-EBB80527F06A}" presName="text_3" presStyleLbl="node1" presStyleIdx="2" presStyleCnt="4">
        <dgm:presLayoutVars>
          <dgm:bulletEnabled val="1"/>
        </dgm:presLayoutVars>
      </dgm:prSet>
      <dgm:spPr/>
    </dgm:pt>
    <dgm:pt modelId="{1291D82E-5172-4B9C-8B29-2C03AB9B982B}" type="pres">
      <dgm:prSet presAssocID="{2B7245ED-C290-442D-B4C2-EBB80527F06A}" presName="accent_3" presStyleCnt="0"/>
      <dgm:spPr/>
    </dgm:pt>
    <dgm:pt modelId="{0BFE87FC-4808-4E20-B350-03E7BCF34958}" type="pres">
      <dgm:prSet presAssocID="{2B7245ED-C290-442D-B4C2-EBB80527F06A}" presName="accentRepeatNode" presStyleLbl="solidFgAcc1" presStyleIdx="2" presStyleCnt="4"/>
      <dgm:spPr/>
    </dgm:pt>
    <dgm:pt modelId="{40B28869-A266-45B8-8143-C4C7B7A065D4}" type="pres">
      <dgm:prSet presAssocID="{8B3C19B4-018D-42D8-B88E-941901B06BE5}" presName="text_4" presStyleLbl="node1" presStyleIdx="3" presStyleCnt="4">
        <dgm:presLayoutVars>
          <dgm:bulletEnabled val="1"/>
        </dgm:presLayoutVars>
      </dgm:prSet>
      <dgm:spPr/>
    </dgm:pt>
    <dgm:pt modelId="{57CE6AF9-21B8-4D3E-AA6F-9954E9D3C828}" type="pres">
      <dgm:prSet presAssocID="{8B3C19B4-018D-42D8-B88E-941901B06BE5}" presName="accent_4" presStyleCnt="0"/>
      <dgm:spPr/>
    </dgm:pt>
    <dgm:pt modelId="{4A63B3D1-62BB-4D86-9892-4A7F9B0381F1}" type="pres">
      <dgm:prSet presAssocID="{8B3C19B4-018D-42D8-B88E-941901B06BE5}" presName="accentRepeatNode" presStyleLbl="solidFgAcc1" presStyleIdx="3" presStyleCnt="4"/>
      <dgm:spPr/>
    </dgm:pt>
  </dgm:ptLst>
  <dgm:cxnLst>
    <dgm:cxn modelId="{98667229-6E8D-4365-B100-B88E0AD3DC4A}" type="presOf" srcId="{9545EEBD-5C3E-4A28-BA8E-DFB505937EA2}" destId="{FE61126B-4E08-4F50-A5A2-3C95D94D1054}" srcOrd="0" destOrd="0" presId="urn:microsoft.com/office/officeart/2008/layout/VerticalCurvedList"/>
    <dgm:cxn modelId="{B4379A3B-85FF-47D2-8A21-04FCE99D30D4}" srcId="{9545EEBD-5C3E-4A28-BA8E-DFB505937EA2}" destId="{8B3C19B4-018D-42D8-B88E-941901B06BE5}" srcOrd="3" destOrd="0" parTransId="{1B74D1E8-92BB-469C-B4AE-4111152F5173}" sibTransId="{342810B9-7F5C-48C6-AF8F-66A45F5F300E}"/>
    <dgm:cxn modelId="{79181847-71BB-4D87-9D6C-126BAACECA62}" srcId="{9545EEBD-5C3E-4A28-BA8E-DFB505937EA2}" destId="{D044C23D-C749-43D6-9AFD-8DFFABB4A06B}" srcOrd="0" destOrd="0" parTransId="{123D9581-BE88-44F4-8951-77EB92067484}" sibTransId="{430635A1-E421-4B6C-BA1B-878F2C260C68}"/>
    <dgm:cxn modelId="{CCC74870-7648-4704-B822-DF685C9FEFA5}" type="presOf" srcId="{8B3C19B4-018D-42D8-B88E-941901B06BE5}" destId="{40B28869-A266-45B8-8143-C4C7B7A065D4}" srcOrd="0" destOrd="0" presId="urn:microsoft.com/office/officeart/2008/layout/VerticalCurvedList"/>
    <dgm:cxn modelId="{BFA9D974-92CB-4741-A72E-5E1E99F157D8}" type="presOf" srcId="{13684B28-1B7A-4615-8055-0A6978A2C5D2}" destId="{D90C83E7-CADC-460D-B17E-3BA0D91FE34C}" srcOrd="0" destOrd="0" presId="urn:microsoft.com/office/officeart/2008/layout/VerticalCurvedList"/>
    <dgm:cxn modelId="{1DBF4855-FEFC-460E-816A-D3CC02CE6086}" type="presOf" srcId="{D044C23D-C749-43D6-9AFD-8DFFABB4A06B}" destId="{AA4F4FCF-4E28-4C11-9936-21AB3ED4A1D0}" srcOrd="0" destOrd="0" presId="urn:microsoft.com/office/officeart/2008/layout/VerticalCurvedList"/>
    <dgm:cxn modelId="{34A42C89-0F52-4C90-988B-4907DCED8648}" srcId="{9545EEBD-5C3E-4A28-BA8E-DFB505937EA2}" destId="{2B7245ED-C290-442D-B4C2-EBB80527F06A}" srcOrd="2" destOrd="0" parTransId="{9FAEDB8B-F03E-4090-817E-686FEBF9400D}" sibTransId="{2B94B490-886E-4136-90ED-0F12A935277A}"/>
    <dgm:cxn modelId="{81B5C891-48C0-4900-BABF-D491AF760A25}" type="presOf" srcId="{430635A1-E421-4B6C-BA1B-878F2C260C68}" destId="{03E9E6EC-3B61-4DB4-9422-7ACFD4FCBD5C}" srcOrd="0" destOrd="0" presId="urn:microsoft.com/office/officeart/2008/layout/VerticalCurvedList"/>
    <dgm:cxn modelId="{C083B1B3-9A48-4448-9A19-AE019EAC4CEF}" srcId="{9545EEBD-5C3E-4A28-BA8E-DFB505937EA2}" destId="{13684B28-1B7A-4615-8055-0A6978A2C5D2}" srcOrd="1" destOrd="0" parTransId="{60F8AB89-1255-43B1-BE93-82B358990C06}" sibTransId="{42BEF001-97AB-4B33-9CD8-5734526060B1}"/>
    <dgm:cxn modelId="{451D00CF-2829-49C5-B108-E280A8649C8F}" type="presOf" srcId="{2B7245ED-C290-442D-B4C2-EBB80527F06A}" destId="{D7F28277-E9FE-4705-8B08-19DE884A40DA}" srcOrd="0" destOrd="0" presId="urn:microsoft.com/office/officeart/2008/layout/VerticalCurvedList"/>
    <dgm:cxn modelId="{43A1E55A-8FE7-4709-B05F-4EA1EF33A9B0}" type="presParOf" srcId="{FE61126B-4E08-4F50-A5A2-3C95D94D1054}" destId="{4BDC1C63-8EEB-48C5-8FE0-8F77C30C2B5D}" srcOrd="0" destOrd="0" presId="urn:microsoft.com/office/officeart/2008/layout/VerticalCurvedList"/>
    <dgm:cxn modelId="{7DFB477F-9CDD-4A90-8558-8F9C3B7AC046}" type="presParOf" srcId="{4BDC1C63-8EEB-48C5-8FE0-8F77C30C2B5D}" destId="{EA19179F-4504-4D57-AFC4-E0B41F4E1B2E}" srcOrd="0" destOrd="0" presId="urn:microsoft.com/office/officeart/2008/layout/VerticalCurvedList"/>
    <dgm:cxn modelId="{F99E193A-1697-46D2-9689-C314D52B4A7D}" type="presParOf" srcId="{EA19179F-4504-4D57-AFC4-E0B41F4E1B2E}" destId="{AF38854A-167A-4B52-BC7F-B98F1A772ECB}" srcOrd="0" destOrd="0" presId="urn:microsoft.com/office/officeart/2008/layout/VerticalCurvedList"/>
    <dgm:cxn modelId="{32B22C3C-AE69-4C20-834F-E3CBB85F27C5}" type="presParOf" srcId="{EA19179F-4504-4D57-AFC4-E0B41F4E1B2E}" destId="{03E9E6EC-3B61-4DB4-9422-7ACFD4FCBD5C}" srcOrd="1" destOrd="0" presId="urn:microsoft.com/office/officeart/2008/layout/VerticalCurvedList"/>
    <dgm:cxn modelId="{01FA505C-2528-4245-AD24-CAD9464EA4E0}" type="presParOf" srcId="{EA19179F-4504-4D57-AFC4-E0B41F4E1B2E}" destId="{0EDDA731-254A-4B49-BAA9-D25584C47B5D}" srcOrd="2" destOrd="0" presId="urn:microsoft.com/office/officeart/2008/layout/VerticalCurvedList"/>
    <dgm:cxn modelId="{4C42628E-0D14-4457-B862-87DA6D3C1BAB}" type="presParOf" srcId="{EA19179F-4504-4D57-AFC4-E0B41F4E1B2E}" destId="{D5172BAF-7F95-4795-89F5-A116662BE077}" srcOrd="3" destOrd="0" presId="urn:microsoft.com/office/officeart/2008/layout/VerticalCurvedList"/>
    <dgm:cxn modelId="{342735F7-893D-4805-B538-8FA887DF8024}" type="presParOf" srcId="{4BDC1C63-8EEB-48C5-8FE0-8F77C30C2B5D}" destId="{AA4F4FCF-4E28-4C11-9936-21AB3ED4A1D0}" srcOrd="1" destOrd="0" presId="urn:microsoft.com/office/officeart/2008/layout/VerticalCurvedList"/>
    <dgm:cxn modelId="{BE8746DD-B1B5-48F0-8419-BC8C13A7AC45}" type="presParOf" srcId="{4BDC1C63-8EEB-48C5-8FE0-8F77C30C2B5D}" destId="{C3484A59-AB92-4AB1-8E38-126B61B0C5CB}" srcOrd="2" destOrd="0" presId="urn:microsoft.com/office/officeart/2008/layout/VerticalCurvedList"/>
    <dgm:cxn modelId="{36D25595-20B9-441D-AD72-8EFB1E8C06B4}" type="presParOf" srcId="{C3484A59-AB92-4AB1-8E38-126B61B0C5CB}" destId="{6EF50D3C-C001-4CAC-8E60-563FC05926B5}" srcOrd="0" destOrd="0" presId="urn:microsoft.com/office/officeart/2008/layout/VerticalCurvedList"/>
    <dgm:cxn modelId="{2BDB891A-EE5F-43E8-8E60-4A61345B1BAE}" type="presParOf" srcId="{4BDC1C63-8EEB-48C5-8FE0-8F77C30C2B5D}" destId="{D90C83E7-CADC-460D-B17E-3BA0D91FE34C}" srcOrd="3" destOrd="0" presId="urn:microsoft.com/office/officeart/2008/layout/VerticalCurvedList"/>
    <dgm:cxn modelId="{BEAF7DE1-C1B5-4A26-9E38-39B8B45AD1E6}" type="presParOf" srcId="{4BDC1C63-8EEB-48C5-8FE0-8F77C30C2B5D}" destId="{2C169AC4-58BB-45E2-908C-3FAAA63D8C22}" srcOrd="4" destOrd="0" presId="urn:microsoft.com/office/officeart/2008/layout/VerticalCurvedList"/>
    <dgm:cxn modelId="{406011BC-F037-4C8C-9E63-D70808ADD83D}" type="presParOf" srcId="{2C169AC4-58BB-45E2-908C-3FAAA63D8C22}" destId="{04016A8E-056C-456B-B2F2-82BAFDEA1A8F}" srcOrd="0" destOrd="0" presId="urn:microsoft.com/office/officeart/2008/layout/VerticalCurvedList"/>
    <dgm:cxn modelId="{AA4C4E15-6868-41A8-9D73-C236FF58F632}" type="presParOf" srcId="{4BDC1C63-8EEB-48C5-8FE0-8F77C30C2B5D}" destId="{D7F28277-E9FE-4705-8B08-19DE884A40DA}" srcOrd="5" destOrd="0" presId="urn:microsoft.com/office/officeart/2008/layout/VerticalCurvedList"/>
    <dgm:cxn modelId="{5A80BAE7-C13E-4E7D-B9CF-579116878581}" type="presParOf" srcId="{4BDC1C63-8EEB-48C5-8FE0-8F77C30C2B5D}" destId="{1291D82E-5172-4B9C-8B29-2C03AB9B982B}" srcOrd="6" destOrd="0" presId="urn:microsoft.com/office/officeart/2008/layout/VerticalCurvedList"/>
    <dgm:cxn modelId="{3571FD24-71B9-4454-8334-BD01BC6BF849}" type="presParOf" srcId="{1291D82E-5172-4B9C-8B29-2C03AB9B982B}" destId="{0BFE87FC-4808-4E20-B350-03E7BCF34958}" srcOrd="0" destOrd="0" presId="urn:microsoft.com/office/officeart/2008/layout/VerticalCurvedList"/>
    <dgm:cxn modelId="{D712BEAA-1C1C-440E-9C8D-7ED748CA935E}" type="presParOf" srcId="{4BDC1C63-8EEB-48C5-8FE0-8F77C30C2B5D}" destId="{40B28869-A266-45B8-8143-C4C7B7A065D4}" srcOrd="7" destOrd="0" presId="urn:microsoft.com/office/officeart/2008/layout/VerticalCurvedList"/>
    <dgm:cxn modelId="{22301B5D-116E-4E97-A30D-4AE8C3CCFF0B}" type="presParOf" srcId="{4BDC1C63-8EEB-48C5-8FE0-8F77C30C2B5D}" destId="{57CE6AF9-21B8-4D3E-AA6F-9954E9D3C828}" srcOrd="8" destOrd="0" presId="urn:microsoft.com/office/officeart/2008/layout/VerticalCurvedList"/>
    <dgm:cxn modelId="{B8DDD762-7962-4C90-B35F-B331A2511016}" type="presParOf" srcId="{57CE6AF9-21B8-4D3E-AA6F-9954E9D3C828}" destId="{4A63B3D1-62BB-4D86-9892-4A7F9B0381F1}"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03CC63AC-87B9-4A5F-9A9D-C8671B3562F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4877CEEC-1717-4B91-84A8-1D7082AA0405}">
      <dgm:prSet/>
      <dgm:spPr/>
      <dgm:t>
        <a:bodyPr/>
        <a:lstStyle/>
        <a:p>
          <a:r>
            <a:rPr lang="uk-UA" b="0" i="0"/>
            <a:t>законодавчо закріплено за українською мовою статус державної.</a:t>
          </a:r>
          <a:endParaRPr lang="uk-UA"/>
        </a:p>
      </dgm:t>
    </dgm:pt>
    <dgm:pt modelId="{256EA2CA-CA05-42A6-9DE8-9747D8AADC31}" type="parTrans" cxnId="{1872E70B-627B-482E-8937-9AD02171DF2B}">
      <dgm:prSet/>
      <dgm:spPr/>
      <dgm:t>
        <a:bodyPr/>
        <a:lstStyle/>
        <a:p>
          <a:endParaRPr lang="uk-UA"/>
        </a:p>
      </dgm:t>
    </dgm:pt>
    <dgm:pt modelId="{E8E1C377-7F15-4CAB-A900-F1BB695B0FC2}" type="sibTrans" cxnId="{1872E70B-627B-482E-8937-9AD02171DF2B}">
      <dgm:prSet/>
      <dgm:spPr/>
      <dgm:t>
        <a:bodyPr/>
        <a:lstStyle/>
        <a:p>
          <a:endParaRPr lang="uk-UA"/>
        </a:p>
      </dgm:t>
    </dgm:pt>
    <dgm:pt modelId="{6B0763B8-5A48-4792-9522-F5955FC3C576}">
      <dgm:prSet/>
      <dgm:spPr/>
      <dgm:t>
        <a:bodyPr/>
        <a:lstStyle/>
        <a:p>
          <a:r>
            <a:rPr lang="uk-UA" b="0" i="0"/>
            <a:t>реорганізовано національні адміністративні райони у звичайні райони.</a:t>
          </a:r>
          <a:endParaRPr lang="uk-UA"/>
        </a:p>
      </dgm:t>
    </dgm:pt>
    <dgm:pt modelId="{E8B643B5-0B73-40B3-9B4B-653EC25833B9}" type="parTrans" cxnId="{57E15BDB-D8CB-4696-8434-18EB6C144EE2}">
      <dgm:prSet/>
      <dgm:spPr/>
      <dgm:t>
        <a:bodyPr/>
        <a:lstStyle/>
        <a:p>
          <a:endParaRPr lang="uk-UA"/>
        </a:p>
      </dgm:t>
    </dgm:pt>
    <dgm:pt modelId="{F9D7B481-733F-4FA1-934E-2CCC35874E3B}" type="sibTrans" cxnId="{57E15BDB-D8CB-4696-8434-18EB6C144EE2}">
      <dgm:prSet/>
      <dgm:spPr/>
      <dgm:t>
        <a:bodyPr/>
        <a:lstStyle/>
        <a:p>
          <a:endParaRPr lang="uk-UA"/>
        </a:p>
      </dgm:t>
    </dgm:pt>
    <dgm:pt modelId="{9ACD3E11-B0B9-4D92-AFCC-4788B5F8242A}">
      <dgm:prSet/>
      <dgm:spPr/>
      <dgm:t>
        <a:bodyPr/>
        <a:lstStyle/>
        <a:p>
          <a:r>
            <a:rPr lang="uk-UA" b="0" i="0"/>
            <a:t>розширено повноваження республіки у сфері зовнішньої політики.</a:t>
          </a:r>
          <a:endParaRPr lang="uk-UA"/>
        </a:p>
      </dgm:t>
    </dgm:pt>
    <dgm:pt modelId="{81B6DA27-63A6-420A-9A22-9F5BC51FD9BC}" type="parTrans" cxnId="{FCFFCB42-717B-4BCD-B312-9DF28A32B9C4}">
      <dgm:prSet/>
      <dgm:spPr/>
      <dgm:t>
        <a:bodyPr/>
        <a:lstStyle/>
        <a:p>
          <a:endParaRPr lang="uk-UA"/>
        </a:p>
      </dgm:t>
    </dgm:pt>
    <dgm:pt modelId="{5F2B0B82-3BAD-4063-9CEE-2ACE08247EB4}" type="sibTrans" cxnId="{FCFFCB42-717B-4BCD-B312-9DF28A32B9C4}">
      <dgm:prSet/>
      <dgm:spPr/>
      <dgm:t>
        <a:bodyPr/>
        <a:lstStyle/>
        <a:p>
          <a:endParaRPr lang="uk-UA"/>
        </a:p>
      </dgm:t>
    </dgm:pt>
    <dgm:pt modelId="{26B8AEB6-2838-4869-A5B2-C3C8AB10DF6F}">
      <dgm:prSet/>
      <dgm:spPr/>
      <dgm:t>
        <a:bodyPr/>
        <a:lstStyle/>
        <a:p>
          <a:r>
            <a:rPr lang="uk-UA" b="0" i="0"/>
            <a:t>збільшено частку українців серед керівних кадрів партійного та державного апарату.</a:t>
          </a:r>
          <a:endParaRPr lang="uk-UA"/>
        </a:p>
      </dgm:t>
    </dgm:pt>
    <dgm:pt modelId="{8E2E2D95-7D87-491A-B6F1-A7D94C363044}" type="parTrans" cxnId="{8E51D4EF-F6C9-49E1-B470-448163B75606}">
      <dgm:prSet/>
      <dgm:spPr/>
      <dgm:t>
        <a:bodyPr/>
        <a:lstStyle/>
        <a:p>
          <a:endParaRPr lang="uk-UA"/>
        </a:p>
      </dgm:t>
    </dgm:pt>
    <dgm:pt modelId="{53ACCEE4-443B-491D-8E01-AA931F8C1009}" type="sibTrans" cxnId="{8E51D4EF-F6C9-49E1-B470-448163B75606}">
      <dgm:prSet/>
      <dgm:spPr/>
      <dgm:t>
        <a:bodyPr/>
        <a:lstStyle/>
        <a:p>
          <a:endParaRPr lang="uk-UA"/>
        </a:p>
      </dgm:t>
    </dgm:pt>
    <dgm:pt modelId="{4B1C22C1-E170-47ED-99D1-629458BF8C1D}" type="pres">
      <dgm:prSet presAssocID="{03CC63AC-87B9-4A5F-9A9D-C8671B3562FA}" presName="linear" presStyleCnt="0">
        <dgm:presLayoutVars>
          <dgm:animLvl val="lvl"/>
          <dgm:resizeHandles val="exact"/>
        </dgm:presLayoutVars>
      </dgm:prSet>
      <dgm:spPr/>
    </dgm:pt>
    <dgm:pt modelId="{1CB63AF0-1D43-42A1-A827-7953E5D6215B}" type="pres">
      <dgm:prSet presAssocID="{4877CEEC-1717-4B91-84A8-1D7082AA0405}" presName="parentText" presStyleLbl="node1" presStyleIdx="0" presStyleCnt="4">
        <dgm:presLayoutVars>
          <dgm:chMax val="0"/>
          <dgm:bulletEnabled val="1"/>
        </dgm:presLayoutVars>
      </dgm:prSet>
      <dgm:spPr/>
    </dgm:pt>
    <dgm:pt modelId="{24079046-8F45-4D7D-8950-72225CF1F22B}" type="pres">
      <dgm:prSet presAssocID="{E8E1C377-7F15-4CAB-A900-F1BB695B0FC2}" presName="spacer" presStyleCnt="0"/>
      <dgm:spPr/>
    </dgm:pt>
    <dgm:pt modelId="{1D4824A5-3B23-49CB-A508-9171158769EC}" type="pres">
      <dgm:prSet presAssocID="{6B0763B8-5A48-4792-9522-F5955FC3C576}" presName="parentText" presStyleLbl="node1" presStyleIdx="1" presStyleCnt="4">
        <dgm:presLayoutVars>
          <dgm:chMax val="0"/>
          <dgm:bulletEnabled val="1"/>
        </dgm:presLayoutVars>
      </dgm:prSet>
      <dgm:spPr/>
    </dgm:pt>
    <dgm:pt modelId="{65092D77-D0DD-4EF7-BE65-0037D8F9BC39}" type="pres">
      <dgm:prSet presAssocID="{F9D7B481-733F-4FA1-934E-2CCC35874E3B}" presName="spacer" presStyleCnt="0"/>
      <dgm:spPr/>
    </dgm:pt>
    <dgm:pt modelId="{451B3DB4-DC68-4DB4-81AD-968186E5412D}" type="pres">
      <dgm:prSet presAssocID="{9ACD3E11-B0B9-4D92-AFCC-4788B5F8242A}" presName="parentText" presStyleLbl="node1" presStyleIdx="2" presStyleCnt="4">
        <dgm:presLayoutVars>
          <dgm:chMax val="0"/>
          <dgm:bulletEnabled val="1"/>
        </dgm:presLayoutVars>
      </dgm:prSet>
      <dgm:spPr/>
    </dgm:pt>
    <dgm:pt modelId="{555EC531-4A3E-4FC7-883E-435EEBEF87E5}" type="pres">
      <dgm:prSet presAssocID="{5F2B0B82-3BAD-4063-9CEE-2ACE08247EB4}" presName="spacer" presStyleCnt="0"/>
      <dgm:spPr/>
    </dgm:pt>
    <dgm:pt modelId="{3BCAD40F-3F80-463D-A3DA-3B4D9DE97B03}" type="pres">
      <dgm:prSet presAssocID="{26B8AEB6-2838-4869-A5B2-C3C8AB10DF6F}" presName="parentText" presStyleLbl="node1" presStyleIdx="3" presStyleCnt="4">
        <dgm:presLayoutVars>
          <dgm:chMax val="0"/>
          <dgm:bulletEnabled val="1"/>
        </dgm:presLayoutVars>
      </dgm:prSet>
      <dgm:spPr/>
    </dgm:pt>
  </dgm:ptLst>
  <dgm:cxnLst>
    <dgm:cxn modelId="{1872E70B-627B-482E-8937-9AD02171DF2B}" srcId="{03CC63AC-87B9-4A5F-9A9D-C8671B3562FA}" destId="{4877CEEC-1717-4B91-84A8-1D7082AA0405}" srcOrd="0" destOrd="0" parTransId="{256EA2CA-CA05-42A6-9DE8-9747D8AADC31}" sibTransId="{E8E1C377-7F15-4CAB-A900-F1BB695B0FC2}"/>
    <dgm:cxn modelId="{12F7FB1A-8E89-4844-876D-DFDD3C380D98}" type="presOf" srcId="{9ACD3E11-B0B9-4D92-AFCC-4788B5F8242A}" destId="{451B3DB4-DC68-4DB4-81AD-968186E5412D}" srcOrd="0" destOrd="0" presId="urn:microsoft.com/office/officeart/2005/8/layout/vList2"/>
    <dgm:cxn modelId="{FCFFCB42-717B-4BCD-B312-9DF28A32B9C4}" srcId="{03CC63AC-87B9-4A5F-9A9D-C8671B3562FA}" destId="{9ACD3E11-B0B9-4D92-AFCC-4788B5F8242A}" srcOrd="2" destOrd="0" parTransId="{81B6DA27-63A6-420A-9A22-9F5BC51FD9BC}" sibTransId="{5F2B0B82-3BAD-4063-9CEE-2ACE08247EB4}"/>
    <dgm:cxn modelId="{D2773347-7DDC-4B89-9FB9-2BF041D0E020}" type="presOf" srcId="{26B8AEB6-2838-4869-A5B2-C3C8AB10DF6F}" destId="{3BCAD40F-3F80-463D-A3DA-3B4D9DE97B03}" srcOrd="0" destOrd="0" presId="urn:microsoft.com/office/officeart/2005/8/layout/vList2"/>
    <dgm:cxn modelId="{853606D7-FC6C-4003-AAA3-B9307E11CAE2}" type="presOf" srcId="{03CC63AC-87B9-4A5F-9A9D-C8671B3562FA}" destId="{4B1C22C1-E170-47ED-99D1-629458BF8C1D}" srcOrd="0" destOrd="0" presId="urn:microsoft.com/office/officeart/2005/8/layout/vList2"/>
    <dgm:cxn modelId="{57E15BDB-D8CB-4696-8434-18EB6C144EE2}" srcId="{03CC63AC-87B9-4A5F-9A9D-C8671B3562FA}" destId="{6B0763B8-5A48-4792-9522-F5955FC3C576}" srcOrd="1" destOrd="0" parTransId="{E8B643B5-0B73-40B3-9B4B-653EC25833B9}" sibTransId="{F9D7B481-733F-4FA1-934E-2CCC35874E3B}"/>
    <dgm:cxn modelId="{64F5DBDC-BFE8-498F-A9E5-D757AFD2E290}" type="presOf" srcId="{4877CEEC-1717-4B91-84A8-1D7082AA0405}" destId="{1CB63AF0-1D43-42A1-A827-7953E5D6215B}" srcOrd="0" destOrd="0" presId="urn:microsoft.com/office/officeart/2005/8/layout/vList2"/>
    <dgm:cxn modelId="{8E51D4EF-F6C9-49E1-B470-448163B75606}" srcId="{03CC63AC-87B9-4A5F-9A9D-C8671B3562FA}" destId="{26B8AEB6-2838-4869-A5B2-C3C8AB10DF6F}" srcOrd="3" destOrd="0" parTransId="{8E2E2D95-7D87-491A-B6F1-A7D94C363044}" sibTransId="{53ACCEE4-443B-491D-8E01-AA931F8C1009}"/>
    <dgm:cxn modelId="{00F22EFB-4B4F-4176-8F5C-41CE84BE8F2E}" type="presOf" srcId="{6B0763B8-5A48-4792-9522-F5955FC3C576}" destId="{1D4824A5-3B23-49CB-A508-9171158769EC}" srcOrd="0" destOrd="0" presId="urn:microsoft.com/office/officeart/2005/8/layout/vList2"/>
    <dgm:cxn modelId="{55F57C00-AAAF-445E-8DD8-4CBFA74E1F5F}" type="presParOf" srcId="{4B1C22C1-E170-47ED-99D1-629458BF8C1D}" destId="{1CB63AF0-1D43-42A1-A827-7953E5D6215B}" srcOrd="0" destOrd="0" presId="urn:microsoft.com/office/officeart/2005/8/layout/vList2"/>
    <dgm:cxn modelId="{2358F3BE-4A0D-4F71-9C1E-3967AC5195FE}" type="presParOf" srcId="{4B1C22C1-E170-47ED-99D1-629458BF8C1D}" destId="{24079046-8F45-4D7D-8950-72225CF1F22B}" srcOrd="1" destOrd="0" presId="urn:microsoft.com/office/officeart/2005/8/layout/vList2"/>
    <dgm:cxn modelId="{52C0534E-9308-4EF5-AAF3-3D333AFF518B}" type="presParOf" srcId="{4B1C22C1-E170-47ED-99D1-629458BF8C1D}" destId="{1D4824A5-3B23-49CB-A508-9171158769EC}" srcOrd="2" destOrd="0" presId="urn:microsoft.com/office/officeart/2005/8/layout/vList2"/>
    <dgm:cxn modelId="{5AF3DDF2-6955-41A5-BCC3-8BD73B7EF694}" type="presParOf" srcId="{4B1C22C1-E170-47ED-99D1-629458BF8C1D}" destId="{65092D77-D0DD-4EF7-BE65-0037D8F9BC39}" srcOrd="3" destOrd="0" presId="urn:microsoft.com/office/officeart/2005/8/layout/vList2"/>
    <dgm:cxn modelId="{95A71F0F-3079-46BD-951C-A7BB1863F864}" type="presParOf" srcId="{4B1C22C1-E170-47ED-99D1-629458BF8C1D}" destId="{451B3DB4-DC68-4DB4-81AD-968186E5412D}" srcOrd="4" destOrd="0" presId="urn:microsoft.com/office/officeart/2005/8/layout/vList2"/>
    <dgm:cxn modelId="{A5EB699C-5841-4044-9958-9C3806A5E9EA}" type="presParOf" srcId="{4B1C22C1-E170-47ED-99D1-629458BF8C1D}" destId="{555EC531-4A3E-4FC7-883E-435EEBEF87E5}" srcOrd="5" destOrd="0" presId="urn:microsoft.com/office/officeart/2005/8/layout/vList2"/>
    <dgm:cxn modelId="{EC3E9AE1-8BE9-4F7D-B023-1E51D974348B}" type="presParOf" srcId="{4B1C22C1-E170-47ED-99D1-629458BF8C1D}" destId="{3BCAD40F-3F80-463D-A3DA-3B4D9DE97B0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915989A0-D3BA-4245-A904-53B6EEFEDA8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8FA83193-A14B-454D-BF0B-2E25EE32B6F4}">
      <dgm:prSet/>
      <dgm:spPr/>
      <dgm:t>
        <a:bodyPr/>
        <a:lstStyle/>
        <a:p>
          <a:r>
            <a:rPr lang="ru-RU" b="0" i="0"/>
            <a:t>культурної революції.</a:t>
          </a:r>
          <a:endParaRPr lang="uk-UA"/>
        </a:p>
      </dgm:t>
    </dgm:pt>
    <dgm:pt modelId="{BA73B118-E7F8-4371-921E-48AF71538750}" type="parTrans" cxnId="{0D8670A2-F838-42E7-91C1-33740057C60A}">
      <dgm:prSet/>
      <dgm:spPr/>
      <dgm:t>
        <a:bodyPr/>
        <a:lstStyle/>
        <a:p>
          <a:endParaRPr lang="uk-UA"/>
        </a:p>
      </dgm:t>
    </dgm:pt>
    <dgm:pt modelId="{80A43774-8D81-44F4-AE98-4C3B8C6CEC0A}" type="sibTrans" cxnId="{0D8670A2-F838-42E7-91C1-33740057C60A}">
      <dgm:prSet/>
      <dgm:spPr/>
      <dgm:t>
        <a:bodyPr/>
        <a:lstStyle/>
        <a:p>
          <a:endParaRPr lang="uk-UA"/>
        </a:p>
      </dgm:t>
    </dgm:pt>
    <dgm:pt modelId="{C8E8A5AB-F3FE-474A-9D5C-3689F88CDCA8}">
      <dgm:prSet/>
      <dgm:spPr/>
      <dgm:t>
        <a:bodyPr/>
        <a:lstStyle/>
        <a:p>
          <a:r>
            <a:rPr lang="ru-RU" b="0" i="0"/>
            <a:t>«Великого терору».</a:t>
          </a:r>
          <a:endParaRPr lang="uk-UA"/>
        </a:p>
      </dgm:t>
    </dgm:pt>
    <dgm:pt modelId="{842FFC48-3DFE-473A-A708-646BAFB4F82F}" type="parTrans" cxnId="{70140F20-0C75-4A1F-9CD3-CC8F8D196A40}">
      <dgm:prSet/>
      <dgm:spPr/>
      <dgm:t>
        <a:bodyPr/>
        <a:lstStyle/>
        <a:p>
          <a:endParaRPr lang="uk-UA"/>
        </a:p>
      </dgm:t>
    </dgm:pt>
    <dgm:pt modelId="{C3379B36-A755-4E2A-9266-5610B4EF6F7B}" type="sibTrans" cxnId="{70140F20-0C75-4A1F-9CD3-CC8F8D196A40}">
      <dgm:prSet/>
      <dgm:spPr/>
      <dgm:t>
        <a:bodyPr/>
        <a:lstStyle/>
        <a:p>
          <a:endParaRPr lang="uk-UA"/>
        </a:p>
      </dgm:t>
    </dgm:pt>
    <dgm:pt modelId="{1C3AE466-F6C5-4849-8EB7-0487E104879B}">
      <dgm:prSet/>
      <dgm:spPr/>
      <dgm:t>
        <a:bodyPr/>
        <a:lstStyle/>
        <a:p>
          <a:r>
            <a:rPr lang="ru-RU" b="0" i="0"/>
            <a:t>Голодомору.</a:t>
          </a:r>
          <a:endParaRPr lang="uk-UA"/>
        </a:p>
      </dgm:t>
    </dgm:pt>
    <dgm:pt modelId="{9EF7AC76-3F8B-4CA6-87EC-6BF35EEE7761}" type="parTrans" cxnId="{5C877E47-1B90-4E55-9B1E-46F5322AC690}">
      <dgm:prSet/>
      <dgm:spPr/>
      <dgm:t>
        <a:bodyPr/>
        <a:lstStyle/>
        <a:p>
          <a:endParaRPr lang="uk-UA"/>
        </a:p>
      </dgm:t>
    </dgm:pt>
    <dgm:pt modelId="{2251902F-19FC-4FE8-80ED-A5C17815B158}" type="sibTrans" cxnId="{5C877E47-1B90-4E55-9B1E-46F5322AC690}">
      <dgm:prSet/>
      <dgm:spPr/>
      <dgm:t>
        <a:bodyPr/>
        <a:lstStyle/>
        <a:p>
          <a:endParaRPr lang="uk-UA"/>
        </a:p>
      </dgm:t>
    </dgm:pt>
    <dgm:pt modelId="{B67274EF-7371-464C-86DE-1627D56CFB04}">
      <dgm:prSet/>
      <dgm:spPr/>
      <dgm:t>
        <a:bodyPr/>
        <a:lstStyle/>
        <a:p>
          <a:r>
            <a:rPr lang="ru-RU" b="0" i="0"/>
            <a:t>політики «коренізації».</a:t>
          </a:r>
          <a:endParaRPr lang="uk-UA"/>
        </a:p>
      </dgm:t>
    </dgm:pt>
    <dgm:pt modelId="{61528411-BA22-4F17-B314-4721B40541F2}" type="parTrans" cxnId="{CDCFBB08-6A96-4EFB-AD27-3E0449734E73}">
      <dgm:prSet/>
      <dgm:spPr/>
      <dgm:t>
        <a:bodyPr/>
        <a:lstStyle/>
        <a:p>
          <a:endParaRPr lang="uk-UA"/>
        </a:p>
      </dgm:t>
    </dgm:pt>
    <dgm:pt modelId="{24E18EB8-BE87-443F-80FD-DDAEE4AEF1B4}" type="sibTrans" cxnId="{CDCFBB08-6A96-4EFB-AD27-3E0449734E73}">
      <dgm:prSet/>
      <dgm:spPr/>
      <dgm:t>
        <a:bodyPr/>
        <a:lstStyle/>
        <a:p>
          <a:endParaRPr lang="uk-UA"/>
        </a:p>
      </dgm:t>
    </dgm:pt>
    <dgm:pt modelId="{225D6EF2-D83B-4B73-AB46-E849ABFAA185}" type="pres">
      <dgm:prSet presAssocID="{915989A0-D3BA-4245-A904-53B6EEFEDA87}" presName="linear" presStyleCnt="0">
        <dgm:presLayoutVars>
          <dgm:animLvl val="lvl"/>
          <dgm:resizeHandles val="exact"/>
        </dgm:presLayoutVars>
      </dgm:prSet>
      <dgm:spPr/>
    </dgm:pt>
    <dgm:pt modelId="{0F1D072B-B35A-4E78-84DF-56FCBEE479DE}" type="pres">
      <dgm:prSet presAssocID="{8FA83193-A14B-454D-BF0B-2E25EE32B6F4}" presName="parentText" presStyleLbl="node1" presStyleIdx="0" presStyleCnt="4">
        <dgm:presLayoutVars>
          <dgm:chMax val="0"/>
          <dgm:bulletEnabled val="1"/>
        </dgm:presLayoutVars>
      </dgm:prSet>
      <dgm:spPr/>
    </dgm:pt>
    <dgm:pt modelId="{6DACFA55-0A10-44A5-8AFF-7EAB69A1CEAA}" type="pres">
      <dgm:prSet presAssocID="{80A43774-8D81-44F4-AE98-4C3B8C6CEC0A}" presName="spacer" presStyleCnt="0"/>
      <dgm:spPr/>
    </dgm:pt>
    <dgm:pt modelId="{2EDA5DCB-0264-4D74-8FEF-689A9CF9E4B2}" type="pres">
      <dgm:prSet presAssocID="{C8E8A5AB-F3FE-474A-9D5C-3689F88CDCA8}" presName="parentText" presStyleLbl="node1" presStyleIdx="1" presStyleCnt="4">
        <dgm:presLayoutVars>
          <dgm:chMax val="0"/>
          <dgm:bulletEnabled val="1"/>
        </dgm:presLayoutVars>
      </dgm:prSet>
      <dgm:spPr/>
    </dgm:pt>
    <dgm:pt modelId="{EAB23D0B-39E6-44A5-999F-94FB7DCC54C4}" type="pres">
      <dgm:prSet presAssocID="{C3379B36-A755-4E2A-9266-5610B4EF6F7B}" presName="spacer" presStyleCnt="0"/>
      <dgm:spPr/>
    </dgm:pt>
    <dgm:pt modelId="{F915F563-4DF0-4A53-84E9-CE6D5A45B1BF}" type="pres">
      <dgm:prSet presAssocID="{1C3AE466-F6C5-4849-8EB7-0487E104879B}" presName="parentText" presStyleLbl="node1" presStyleIdx="2" presStyleCnt="4">
        <dgm:presLayoutVars>
          <dgm:chMax val="0"/>
          <dgm:bulletEnabled val="1"/>
        </dgm:presLayoutVars>
      </dgm:prSet>
      <dgm:spPr/>
    </dgm:pt>
    <dgm:pt modelId="{5A238338-C82C-40DC-BC0A-1303E121695E}" type="pres">
      <dgm:prSet presAssocID="{2251902F-19FC-4FE8-80ED-A5C17815B158}" presName="spacer" presStyleCnt="0"/>
      <dgm:spPr/>
    </dgm:pt>
    <dgm:pt modelId="{AC54EA86-FE21-4488-97C2-F49FF8C1A688}" type="pres">
      <dgm:prSet presAssocID="{B67274EF-7371-464C-86DE-1627D56CFB04}" presName="parentText" presStyleLbl="node1" presStyleIdx="3" presStyleCnt="4">
        <dgm:presLayoutVars>
          <dgm:chMax val="0"/>
          <dgm:bulletEnabled val="1"/>
        </dgm:presLayoutVars>
      </dgm:prSet>
      <dgm:spPr/>
    </dgm:pt>
  </dgm:ptLst>
  <dgm:cxnLst>
    <dgm:cxn modelId="{CDCFBB08-6A96-4EFB-AD27-3E0449734E73}" srcId="{915989A0-D3BA-4245-A904-53B6EEFEDA87}" destId="{B67274EF-7371-464C-86DE-1627D56CFB04}" srcOrd="3" destOrd="0" parTransId="{61528411-BA22-4F17-B314-4721B40541F2}" sibTransId="{24E18EB8-BE87-443F-80FD-DDAEE4AEF1B4}"/>
    <dgm:cxn modelId="{70140F20-0C75-4A1F-9CD3-CC8F8D196A40}" srcId="{915989A0-D3BA-4245-A904-53B6EEFEDA87}" destId="{C8E8A5AB-F3FE-474A-9D5C-3689F88CDCA8}" srcOrd="1" destOrd="0" parTransId="{842FFC48-3DFE-473A-A708-646BAFB4F82F}" sibTransId="{C3379B36-A755-4E2A-9266-5610B4EF6F7B}"/>
    <dgm:cxn modelId="{066C2F3E-7C4D-4E6A-A82C-7CE130A7A2EF}" type="presOf" srcId="{C8E8A5AB-F3FE-474A-9D5C-3689F88CDCA8}" destId="{2EDA5DCB-0264-4D74-8FEF-689A9CF9E4B2}" srcOrd="0" destOrd="0" presId="urn:microsoft.com/office/officeart/2005/8/layout/vList2"/>
    <dgm:cxn modelId="{5C877E47-1B90-4E55-9B1E-46F5322AC690}" srcId="{915989A0-D3BA-4245-A904-53B6EEFEDA87}" destId="{1C3AE466-F6C5-4849-8EB7-0487E104879B}" srcOrd="2" destOrd="0" parTransId="{9EF7AC76-3F8B-4CA6-87EC-6BF35EEE7761}" sibTransId="{2251902F-19FC-4FE8-80ED-A5C17815B158}"/>
    <dgm:cxn modelId="{851E6183-087F-4033-8AD4-B58D729CD01F}" type="presOf" srcId="{B67274EF-7371-464C-86DE-1627D56CFB04}" destId="{AC54EA86-FE21-4488-97C2-F49FF8C1A688}" srcOrd="0" destOrd="0" presId="urn:microsoft.com/office/officeart/2005/8/layout/vList2"/>
    <dgm:cxn modelId="{8BEB1985-ABF2-490E-8DA2-7084A15D8765}" type="presOf" srcId="{915989A0-D3BA-4245-A904-53B6EEFEDA87}" destId="{225D6EF2-D83B-4B73-AB46-E849ABFAA185}" srcOrd="0" destOrd="0" presId="urn:microsoft.com/office/officeart/2005/8/layout/vList2"/>
    <dgm:cxn modelId="{0D8670A2-F838-42E7-91C1-33740057C60A}" srcId="{915989A0-D3BA-4245-A904-53B6EEFEDA87}" destId="{8FA83193-A14B-454D-BF0B-2E25EE32B6F4}" srcOrd="0" destOrd="0" parTransId="{BA73B118-E7F8-4371-921E-48AF71538750}" sibTransId="{80A43774-8D81-44F4-AE98-4C3B8C6CEC0A}"/>
    <dgm:cxn modelId="{502709D7-99C7-4D44-8FAC-09899FE5D13D}" type="presOf" srcId="{8FA83193-A14B-454D-BF0B-2E25EE32B6F4}" destId="{0F1D072B-B35A-4E78-84DF-56FCBEE479DE}" srcOrd="0" destOrd="0" presId="urn:microsoft.com/office/officeart/2005/8/layout/vList2"/>
    <dgm:cxn modelId="{DE6542E0-EE82-4B3B-A2DD-EF123A00B7BE}" type="presOf" srcId="{1C3AE466-F6C5-4849-8EB7-0487E104879B}" destId="{F915F563-4DF0-4A53-84E9-CE6D5A45B1BF}" srcOrd="0" destOrd="0" presId="urn:microsoft.com/office/officeart/2005/8/layout/vList2"/>
    <dgm:cxn modelId="{27274439-6F4D-46AD-A67A-6F79493F7F35}" type="presParOf" srcId="{225D6EF2-D83B-4B73-AB46-E849ABFAA185}" destId="{0F1D072B-B35A-4E78-84DF-56FCBEE479DE}" srcOrd="0" destOrd="0" presId="urn:microsoft.com/office/officeart/2005/8/layout/vList2"/>
    <dgm:cxn modelId="{61F1C4B3-29B2-440C-ADC2-F41696ACA38F}" type="presParOf" srcId="{225D6EF2-D83B-4B73-AB46-E849ABFAA185}" destId="{6DACFA55-0A10-44A5-8AFF-7EAB69A1CEAA}" srcOrd="1" destOrd="0" presId="urn:microsoft.com/office/officeart/2005/8/layout/vList2"/>
    <dgm:cxn modelId="{A19F6950-7340-4318-8063-F50D2F11259F}" type="presParOf" srcId="{225D6EF2-D83B-4B73-AB46-E849ABFAA185}" destId="{2EDA5DCB-0264-4D74-8FEF-689A9CF9E4B2}" srcOrd="2" destOrd="0" presId="urn:microsoft.com/office/officeart/2005/8/layout/vList2"/>
    <dgm:cxn modelId="{BCBD410C-3BEC-4161-8EC1-0AD0AF03364A}" type="presParOf" srcId="{225D6EF2-D83B-4B73-AB46-E849ABFAA185}" destId="{EAB23D0B-39E6-44A5-999F-94FB7DCC54C4}" srcOrd="3" destOrd="0" presId="urn:microsoft.com/office/officeart/2005/8/layout/vList2"/>
    <dgm:cxn modelId="{74D68C0E-895E-470E-95A2-9AC137092B27}" type="presParOf" srcId="{225D6EF2-D83B-4B73-AB46-E849ABFAA185}" destId="{F915F563-4DF0-4A53-84E9-CE6D5A45B1BF}" srcOrd="4" destOrd="0" presId="urn:microsoft.com/office/officeart/2005/8/layout/vList2"/>
    <dgm:cxn modelId="{824A93B1-2FA7-46F3-A73F-2F234F543B22}" type="presParOf" srcId="{225D6EF2-D83B-4B73-AB46-E849ABFAA185}" destId="{5A238338-C82C-40DC-BC0A-1303E121695E}" srcOrd="5" destOrd="0" presId="urn:microsoft.com/office/officeart/2005/8/layout/vList2"/>
    <dgm:cxn modelId="{571A0BA6-266B-42E1-8BC9-E5256FCBADA4}" type="presParOf" srcId="{225D6EF2-D83B-4B73-AB46-E849ABFAA185}" destId="{AC54EA86-FE21-4488-97C2-F49FF8C1A68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D689D74F-3E3C-414B-8AAF-E890DE83B2B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F7E3963-7488-487C-8FD5-CAB3D596CB1F}">
      <dgm:prSet/>
      <dgm:spPr/>
      <dgm:t>
        <a:bodyPr/>
        <a:lstStyle/>
        <a:p>
          <a:r>
            <a:rPr lang="ru-RU" b="0" i="0"/>
            <a:t>нова економічна політика</a:t>
          </a:r>
          <a:endParaRPr lang="uk-UA"/>
        </a:p>
      </dgm:t>
    </dgm:pt>
    <dgm:pt modelId="{80F5056E-D099-4CEF-B35C-3294C01DC892}" type="parTrans" cxnId="{70B6D29E-0F72-44B2-AD63-5D9C832F9458}">
      <dgm:prSet/>
      <dgm:spPr/>
      <dgm:t>
        <a:bodyPr/>
        <a:lstStyle/>
        <a:p>
          <a:endParaRPr lang="uk-UA"/>
        </a:p>
      </dgm:t>
    </dgm:pt>
    <dgm:pt modelId="{4A143B43-EB48-4E9A-B5CF-8609C649A2FD}" type="sibTrans" cxnId="{70B6D29E-0F72-44B2-AD63-5D9C832F9458}">
      <dgm:prSet/>
      <dgm:spPr/>
      <dgm:t>
        <a:bodyPr/>
        <a:lstStyle/>
        <a:p>
          <a:endParaRPr lang="uk-UA"/>
        </a:p>
      </dgm:t>
    </dgm:pt>
    <dgm:pt modelId="{8F02759A-AA08-4F2A-9EC5-6320B4DCA002}">
      <dgm:prSet/>
      <dgm:spPr/>
      <dgm:t>
        <a:bodyPr/>
        <a:lstStyle/>
        <a:p>
          <a:r>
            <a:rPr lang="ru-RU" b="0" i="0"/>
            <a:t>«воєнний комунізм»</a:t>
          </a:r>
          <a:endParaRPr lang="uk-UA"/>
        </a:p>
      </dgm:t>
    </dgm:pt>
    <dgm:pt modelId="{B2CD9E6A-8A02-4588-A413-7B3D47A93657}" type="parTrans" cxnId="{3CA83D3B-E012-4884-A86F-3539711F12AD}">
      <dgm:prSet/>
      <dgm:spPr/>
      <dgm:t>
        <a:bodyPr/>
        <a:lstStyle/>
        <a:p>
          <a:endParaRPr lang="uk-UA"/>
        </a:p>
      </dgm:t>
    </dgm:pt>
    <dgm:pt modelId="{3BEFEA77-9B00-4F1E-84DF-AF3C828FD179}" type="sibTrans" cxnId="{3CA83D3B-E012-4884-A86F-3539711F12AD}">
      <dgm:prSet/>
      <dgm:spPr/>
      <dgm:t>
        <a:bodyPr/>
        <a:lstStyle/>
        <a:p>
          <a:endParaRPr lang="uk-UA"/>
        </a:p>
      </dgm:t>
    </dgm:pt>
    <dgm:pt modelId="{5A14B888-5263-4A61-8F24-E4191A6E679D}">
      <dgm:prSet/>
      <dgm:spPr/>
      <dgm:t>
        <a:bodyPr/>
        <a:lstStyle/>
        <a:p>
          <a:r>
            <a:rPr lang="ru-RU" b="0" i="0"/>
            <a:t>«червоний терор»</a:t>
          </a:r>
          <a:endParaRPr lang="uk-UA"/>
        </a:p>
      </dgm:t>
    </dgm:pt>
    <dgm:pt modelId="{4A0739D1-99AA-4EDF-894F-A021EC383461}" type="parTrans" cxnId="{D5E613B3-8F92-4F3C-9A02-22EEC3625FC0}">
      <dgm:prSet/>
      <dgm:spPr/>
      <dgm:t>
        <a:bodyPr/>
        <a:lstStyle/>
        <a:p>
          <a:endParaRPr lang="uk-UA"/>
        </a:p>
      </dgm:t>
    </dgm:pt>
    <dgm:pt modelId="{1DB2BC88-D3C8-4DB9-81D8-052BF3100877}" type="sibTrans" cxnId="{D5E613B3-8F92-4F3C-9A02-22EEC3625FC0}">
      <dgm:prSet/>
      <dgm:spPr/>
      <dgm:t>
        <a:bodyPr/>
        <a:lstStyle/>
        <a:p>
          <a:endParaRPr lang="uk-UA"/>
        </a:p>
      </dgm:t>
    </dgm:pt>
    <dgm:pt modelId="{74AABD3A-919E-4067-A228-C33B4C73992F}">
      <dgm:prSet/>
      <dgm:spPr/>
      <dgm:t>
        <a:bodyPr/>
        <a:lstStyle/>
        <a:p>
          <a:r>
            <a:rPr lang="ru-RU" b="0" i="0"/>
            <a:t>«коренізація»</a:t>
          </a:r>
          <a:endParaRPr lang="uk-UA"/>
        </a:p>
      </dgm:t>
    </dgm:pt>
    <dgm:pt modelId="{566639B2-9BCE-4AC3-86E7-D069DC5DC4C5}" type="parTrans" cxnId="{26D94FFB-31B6-4C31-802A-3CD0FD181CCA}">
      <dgm:prSet/>
      <dgm:spPr/>
      <dgm:t>
        <a:bodyPr/>
        <a:lstStyle/>
        <a:p>
          <a:endParaRPr lang="uk-UA"/>
        </a:p>
      </dgm:t>
    </dgm:pt>
    <dgm:pt modelId="{FBA80D3C-99DB-4C35-B090-3B4577CA9888}" type="sibTrans" cxnId="{26D94FFB-31B6-4C31-802A-3CD0FD181CCA}">
      <dgm:prSet/>
      <dgm:spPr/>
      <dgm:t>
        <a:bodyPr/>
        <a:lstStyle/>
        <a:p>
          <a:endParaRPr lang="uk-UA"/>
        </a:p>
      </dgm:t>
    </dgm:pt>
    <dgm:pt modelId="{3D4C402D-A451-458D-9B35-8604C641DE4D}" type="pres">
      <dgm:prSet presAssocID="{D689D74F-3E3C-414B-8AAF-E890DE83B2B7}" presName="linear" presStyleCnt="0">
        <dgm:presLayoutVars>
          <dgm:animLvl val="lvl"/>
          <dgm:resizeHandles val="exact"/>
        </dgm:presLayoutVars>
      </dgm:prSet>
      <dgm:spPr/>
    </dgm:pt>
    <dgm:pt modelId="{80B5662B-D7AC-49BF-A54D-94EE7A4EE016}" type="pres">
      <dgm:prSet presAssocID="{BF7E3963-7488-487C-8FD5-CAB3D596CB1F}" presName="parentText" presStyleLbl="node1" presStyleIdx="0" presStyleCnt="4">
        <dgm:presLayoutVars>
          <dgm:chMax val="0"/>
          <dgm:bulletEnabled val="1"/>
        </dgm:presLayoutVars>
      </dgm:prSet>
      <dgm:spPr/>
    </dgm:pt>
    <dgm:pt modelId="{EB0160FF-FFF1-4B58-9275-FE7A01255131}" type="pres">
      <dgm:prSet presAssocID="{4A143B43-EB48-4E9A-B5CF-8609C649A2FD}" presName="spacer" presStyleCnt="0"/>
      <dgm:spPr/>
    </dgm:pt>
    <dgm:pt modelId="{A5DE4DAB-008D-495D-80AF-C12488FED877}" type="pres">
      <dgm:prSet presAssocID="{8F02759A-AA08-4F2A-9EC5-6320B4DCA002}" presName="parentText" presStyleLbl="node1" presStyleIdx="1" presStyleCnt="4">
        <dgm:presLayoutVars>
          <dgm:chMax val="0"/>
          <dgm:bulletEnabled val="1"/>
        </dgm:presLayoutVars>
      </dgm:prSet>
      <dgm:spPr/>
    </dgm:pt>
    <dgm:pt modelId="{9FE1663F-1BFB-423F-A7AD-0100B34115A0}" type="pres">
      <dgm:prSet presAssocID="{3BEFEA77-9B00-4F1E-84DF-AF3C828FD179}" presName="spacer" presStyleCnt="0"/>
      <dgm:spPr/>
    </dgm:pt>
    <dgm:pt modelId="{3961818A-4AC1-4353-A3EE-D70EC1971979}" type="pres">
      <dgm:prSet presAssocID="{5A14B888-5263-4A61-8F24-E4191A6E679D}" presName="parentText" presStyleLbl="node1" presStyleIdx="2" presStyleCnt="4">
        <dgm:presLayoutVars>
          <dgm:chMax val="0"/>
          <dgm:bulletEnabled val="1"/>
        </dgm:presLayoutVars>
      </dgm:prSet>
      <dgm:spPr/>
    </dgm:pt>
    <dgm:pt modelId="{57FD3299-F115-49F8-9A93-E5FD2A1A0C14}" type="pres">
      <dgm:prSet presAssocID="{1DB2BC88-D3C8-4DB9-81D8-052BF3100877}" presName="spacer" presStyleCnt="0"/>
      <dgm:spPr/>
    </dgm:pt>
    <dgm:pt modelId="{4C932D75-89D3-4450-84E9-55DA46DC0D2D}" type="pres">
      <dgm:prSet presAssocID="{74AABD3A-919E-4067-A228-C33B4C73992F}" presName="parentText" presStyleLbl="node1" presStyleIdx="3" presStyleCnt="4">
        <dgm:presLayoutVars>
          <dgm:chMax val="0"/>
          <dgm:bulletEnabled val="1"/>
        </dgm:presLayoutVars>
      </dgm:prSet>
      <dgm:spPr/>
    </dgm:pt>
  </dgm:ptLst>
  <dgm:cxnLst>
    <dgm:cxn modelId="{3CA83D3B-E012-4884-A86F-3539711F12AD}" srcId="{D689D74F-3E3C-414B-8AAF-E890DE83B2B7}" destId="{8F02759A-AA08-4F2A-9EC5-6320B4DCA002}" srcOrd="1" destOrd="0" parTransId="{B2CD9E6A-8A02-4588-A413-7B3D47A93657}" sibTransId="{3BEFEA77-9B00-4F1E-84DF-AF3C828FD179}"/>
    <dgm:cxn modelId="{16302A50-B296-4775-B2A3-96C5EA999888}" type="presOf" srcId="{74AABD3A-919E-4067-A228-C33B4C73992F}" destId="{4C932D75-89D3-4450-84E9-55DA46DC0D2D}" srcOrd="0" destOrd="0" presId="urn:microsoft.com/office/officeart/2005/8/layout/vList2"/>
    <dgm:cxn modelId="{8D2B8357-63D6-4A93-B7DC-5D5D7D50B78A}" type="presOf" srcId="{5A14B888-5263-4A61-8F24-E4191A6E679D}" destId="{3961818A-4AC1-4353-A3EE-D70EC1971979}" srcOrd="0" destOrd="0" presId="urn:microsoft.com/office/officeart/2005/8/layout/vList2"/>
    <dgm:cxn modelId="{C670F180-7A2F-4B15-8436-E024F1E0BE96}" type="presOf" srcId="{BF7E3963-7488-487C-8FD5-CAB3D596CB1F}" destId="{80B5662B-D7AC-49BF-A54D-94EE7A4EE016}" srcOrd="0" destOrd="0" presId="urn:microsoft.com/office/officeart/2005/8/layout/vList2"/>
    <dgm:cxn modelId="{70B6D29E-0F72-44B2-AD63-5D9C832F9458}" srcId="{D689D74F-3E3C-414B-8AAF-E890DE83B2B7}" destId="{BF7E3963-7488-487C-8FD5-CAB3D596CB1F}" srcOrd="0" destOrd="0" parTransId="{80F5056E-D099-4CEF-B35C-3294C01DC892}" sibTransId="{4A143B43-EB48-4E9A-B5CF-8609C649A2FD}"/>
    <dgm:cxn modelId="{D5E613B3-8F92-4F3C-9A02-22EEC3625FC0}" srcId="{D689D74F-3E3C-414B-8AAF-E890DE83B2B7}" destId="{5A14B888-5263-4A61-8F24-E4191A6E679D}" srcOrd="2" destOrd="0" parTransId="{4A0739D1-99AA-4EDF-894F-A021EC383461}" sibTransId="{1DB2BC88-D3C8-4DB9-81D8-052BF3100877}"/>
    <dgm:cxn modelId="{420A56DC-CC7F-47E0-8729-A4FB8F5AA7E6}" type="presOf" srcId="{8F02759A-AA08-4F2A-9EC5-6320B4DCA002}" destId="{A5DE4DAB-008D-495D-80AF-C12488FED877}" srcOrd="0" destOrd="0" presId="urn:microsoft.com/office/officeart/2005/8/layout/vList2"/>
    <dgm:cxn modelId="{522F16F3-C13D-4DE3-B758-AE5EBACFF195}" type="presOf" srcId="{D689D74F-3E3C-414B-8AAF-E890DE83B2B7}" destId="{3D4C402D-A451-458D-9B35-8604C641DE4D}" srcOrd="0" destOrd="0" presId="urn:microsoft.com/office/officeart/2005/8/layout/vList2"/>
    <dgm:cxn modelId="{26D94FFB-31B6-4C31-802A-3CD0FD181CCA}" srcId="{D689D74F-3E3C-414B-8AAF-E890DE83B2B7}" destId="{74AABD3A-919E-4067-A228-C33B4C73992F}" srcOrd="3" destOrd="0" parTransId="{566639B2-9BCE-4AC3-86E7-D069DC5DC4C5}" sibTransId="{FBA80D3C-99DB-4C35-B090-3B4577CA9888}"/>
    <dgm:cxn modelId="{781A0DFA-EF25-49CB-BBCF-C54F452F678D}" type="presParOf" srcId="{3D4C402D-A451-458D-9B35-8604C641DE4D}" destId="{80B5662B-D7AC-49BF-A54D-94EE7A4EE016}" srcOrd="0" destOrd="0" presId="urn:microsoft.com/office/officeart/2005/8/layout/vList2"/>
    <dgm:cxn modelId="{8B0FF222-B2B9-4E7E-8F9A-87435E59ABAC}" type="presParOf" srcId="{3D4C402D-A451-458D-9B35-8604C641DE4D}" destId="{EB0160FF-FFF1-4B58-9275-FE7A01255131}" srcOrd="1" destOrd="0" presId="urn:microsoft.com/office/officeart/2005/8/layout/vList2"/>
    <dgm:cxn modelId="{C8776FD6-74DE-4A60-BDF8-2D6B411D2D35}" type="presParOf" srcId="{3D4C402D-A451-458D-9B35-8604C641DE4D}" destId="{A5DE4DAB-008D-495D-80AF-C12488FED877}" srcOrd="2" destOrd="0" presId="urn:microsoft.com/office/officeart/2005/8/layout/vList2"/>
    <dgm:cxn modelId="{52696D94-F9AB-4EC7-A9CD-7B42F3A85DEA}" type="presParOf" srcId="{3D4C402D-A451-458D-9B35-8604C641DE4D}" destId="{9FE1663F-1BFB-423F-A7AD-0100B34115A0}" srcOrd="3" destOrd="0" presId="urn:microsoft.com/office/officeart/2005/8/layout/vList2"/>
    <dgm:cxn modelId="{72EA04D5-62E1-480D-9885-BDD1DCFDC8EE}" type="presParOf" srcId="{3D4C402D-A451-458D-9B35-8604C641DE4D}" destId="{3961818A-4AC1-4353-A3EE-D70EC1971979}" srcOrd="4" destOrd="0" presId="urn:microsoft.com/office/officeart/2005/8/layout/vList2"/>
    <dgm:cxn modelId="{B7CF8A71-EE53-4F73-B02E-59117738250F}" type="presParOf" srcId="{3D4C402D-A451-458D-9B35-8604C641DE4D}" destId="{57FD3299-F115-49F8-9A93-E5FD2A1A0C14}" srcOrd="5" destOrd="0" presId="urn:microsoft.com/office/officeart/2005/8/layout/vList2"/>
    <dgm:cxn modelId="{47E21864-99AB-4E81-B70F-A5B99F0B49DB}" type="presParOf" srcId="{3D4C402D-A451-458D-9B35-8604C641DE4D}" destId="{4C932D75-89D3-4450-84E9-55DA46DC0D2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FC002382-B56C-4431-971D-14F924E53227}"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E10B102-EAE3-4405-9559-E957629A4B5A}">
      <dgm:prSet/>
      <dgm:spPr/>
      <dgm:t>
        <a:bodyPr/>
        <a:lstStyle/>
        <a:p>
          <a:r>
            <a:rPr lang="ru-RU" b="0" i="0"/>
            <a:t>подолати масову неписьменність дорослого населення країни.</a:t>
          </a:r>
          <a:endParaRPr lang="uk-UA"/>
        </a:p>
      </dgm:t>
    </dgm:pt>
    <dgm:pt modelId="{5657E602-45C7-420C-AD66-95B1D4E3D01A}" type="parTrans" cxnId="{C6B0D458-72C7-4A46-9C4F-12082C885D5A}">
      <dgm:prSet/>
      <dgm:spPr/>
      <dgm:t>
        <a:bodyPr/>
        <a:lstStyle/>
        <a:p>
          <a:endParaRPr lang="uk-UA"/>
        </a:p>
      </dgm:t>
    </dgm:pt>
    <dgm:pt modelId="{A6BAA41F-7133-49E9-9DC5-9026D736C9DC}" type="sibTrans" cxnId="{C6B0D458-72C7-4A46-9C4F-12082C885D5A}">
      <dgm:prSet/>
      <dgm:spPr/>
      <dgm:t>
        <a:bodyPr/>
        <a:lstStyle/>
        <a:p>
          <a:endParaRPr lang="uk-UA"/>
        </a:p>
      </dgm:t>
    </dgm:pt>
    <dgm:pt modelId="{2B2821EC-FC9D-48EB-A0BF-1351BC7113AF}">
      <dgm:prSet/>
      <dgm:spPr/>
      <dgm:t>
        <a:bodyPr/>
        <a:lstStyle/>
        <a:p>
          <a:r>
            <a:rPr lang="ru-RU" b="0" i="0"/>
            <a:t>остаточно утвердити радянську владу в національних республіках.</a:t>
          </a:r>
          <a:endParaRPr lang="uk-UA"/>
        </a:p>
      </dgm:t>
    </dgm:pt>
    <dgm:pt modelId="{6484AD1A-51EC-4FA4-98AA-03335473B0CC}" type="parTrans" cxnId="{3718E71D-5E0F-42DD-9A0A-9EDAC33CE01D}">
      <dgm:prSet/>
      <dgm:spPr/>
      <dgm:t>
        <a:bodyPr/>
        <a:lstStyle/>
        <a:p>
          <a:endParaRPr lang="uk-UA"/>
        </a:p>
      </dgm:t>
    </dgm:pt>
    <dgm:pt modelId="{5B0429F8-665A-4EA2-9F74-5200FEEDE821}" type="sibTrans" cxnId="{3718E71D-5E0F-42DD-9A0A-9EDAC33CE01D}">
      <dgm:prSet/>
      <dgm:spPr/>
      <dgm:t>
        <a:bodyPr/>
        <a:lstStyle/>
        <a:p>
          <a:endParaRPr lang="uk-UA"/>
        </a:p>
      </dgm:t>
    </dgm:pt>
    <dgm:pt modelId="{E2B39D29-4C7E-4CA1-9282-643AA901CB18}">
      <dgm:prSet/>
      <dgm:spPr/>
      <dgm:t>
        <a:bodyPr/>
        <a:lstStyle/>
        <a:p>
          <a:r>
            <a:rPr lang="ru-RU" b="0" i="0"/>
            <a:t>знищити «буржуазно-націоналістичну», антирадянську інтелігенцію.</a:t>
          </a:r>
          <a:endParaRPr lang="uk-UA"/>
        </a:p>
      </dgm:t>
    </dgm:pt>
    <dgm:pt modelId="{B410020E-1179-486D-80F3-A98A67A9E258}" type="parTrans" cxnId="{607D33E9-A028-432D-95A8-E6EAABCBBD93}">
      <dgm:prSet/>
      <dgm:spPr/>
      <dgm:t>
        <a:bodyPr/>
        <a:lstStyle/>
        <a:p>
          <a:endParaRPr lang="uk-UA"/>
        </a:p>
      </dgm:t>
    </dgm:pt>
    <dgm:pt modelId="{253880D4-BC69-460D-BCE4-236B0137F176}" type="sibTrans" cxnId="{607D33E9-A028-432D-95A8-E6EAABCBBD93}">
      <dgm:prSet/>
      <dgm:spPr/>
      <dgm:t>
        <a:bodyPr/>
        <a:lstStyle/>
        <a:p>
          <a:endParaRPr lang="uk-UA"/>
        </a:p>
      </dgm:t>
    </dgm:pt>
    <dgm:pt modelId="{D5268452-6C14-4B10-B896-0A3FAC418591}">
      <dgm:prSet/>
      <dgm:spPr/>
      <dgm:t>
        <a:bodyPr/>
        <a:lstStyle/>
        <a:p>
          <a:r>
            <a:rPr lang="ru-RU" b="0" i="0"/>
            <a:t>налагодити культурне співробітництво з країнами Заходу.</a:t>
          </a:r>
          <a:endParaRPr lang="uk-UA"/>
        </a:p>
      </dgm:t>
    </dgm:pt>
    <dgm:pt modelId="{1C462359-D30F-4333-9E18-DB9C7BF57572}" type="parTrans" cxnId="{C13746F6-7F85-4516-84AC-4DE3A707EDF2}">
      <dgm:prSet/>
      <dgm:spPr/>
      <dgm:t>
        <a:bodyPr/>
        <a:lstStyle/>
        <a:p>
          <a:endParaRPr lang="uk-UA"/>
        </a:p>
      </dgm:t>
    </dgm:pt>
    <dgm:pt modelId="{19D323D0-17EB-4360-A352-3457D94DA0BF}" type="sibTrans" cxnId="{C13746F6-7F85-4516-84AC-4DE3A707EDF2}">
      <dgm:prSet/>
      <dgm:spPr/>
      <dgm:t>
        <a:bodyPr/>
        <a:lstStyle/>
        <a:p>
          <a:endParaRPr lang="uk-UA"/>
        </a:p>
      </dgm:t>
    </dgm:pt>
    <dgm:pt modelId="{50775876-8C78-42DC-8823-8718F9F5EDB1}" type="pres">
      <dgm:prSet presAssocID="{FC002382-B56C-4431-971D-14F924E53227}" presName="linear" presStyleCnt="0">
        <dgm:presLayoutVars>
          <dgm:animLvl val="lvl"/>
          <dgm:resizeHandles val="exact"/>
        </dgm:presLayoutVars>
      </dgm:prSet>
      <dgm:spPr/>
    </dgm:pt>
    <dgm:pt modelId="{8BD1AF26-2797-40EB-8FA4-588021C20CC5}" type="pres">
      <dgm:prSet presAssocID="{6E10B102-EAE3-4405-9559-E957629A4B5A}" presName="parentText" presStyleLbl="node1" presStyleIdx="0" presStyleCnt="4">
        <dgm:presLayoutVars>
          <dgm:chMax val="0"/>
          <dgm:bulletEnabled val="1"/>
        </dgm:presLayoutVars>
      </dgm:prSet>
      <dgm:spPr/>
    </dgm:pt>
    <dgm:pt modelId="{7D475883-C7AE-46CE-9D41-DCB0205E5250}" type="pres">
      <dgm:prSet presAssocID="{A6BAA41F-7133-49E9-9DC5-9026D736C9DC}" presName="spacer" presStyleCnt="0"/>
      <dgm:spPr/>
    </dgm:pt>
    <dgm:pt modelId="{8BD34AAC-DBC3-4E92-B0E2-99B5F20D5F45}" type="pres">
      <dgm:prSet presAssocID="{2B2821EC-FC9D-48EB-A0BF-1351BC7113AF}" presName="parentText" presStyleLbl="node1" presStyleIdx="1" presStyleCnt="4">
        <dgm:presLayoutVars>
          <dgm:chMax val="0"/>
          <dgm:bulletEnabled val="1"/>
        </dgm:presLayoutVars>
      </dgm:prSet>
      <dgm:spPr/>
    </dgm:pt>
    <dgm:pt modelId="{2A779CCB-8748-47B5-9025-31B41FDC4FBF}" type="pres">
      <dgm:prSet presAssocID="{5B0429F8-665A-4EA2-9F74-5200FEEDE821}" presName="spacer" presStyleCnt="0"/>
      <dgm:spPr/>
    </dgm:pt>
    <dgm:pt modelId="{B57FBC1D-E56D-4B7F-886B-F89128C7D161}" type="pres">
      <dgm:prSet presAssocID="{E2B39D29-4C7E-4CA1-9282-643AA901CB18}" presName="parentText" presStyleLbl="node1" presStyleIdx="2" presStyleCnt="4">
        <dgm:presLayoutVars>
          <dgm:chMax val="0"/>
          <dgm:bulletEnabled val="1"/>
        </dgm:presLayoutVars>
      </dgm:prSet>
      <dgm:spPr/>
    </dgm:pt>
    <dgm:pt modelId="{36C04FC7-C4D5-4CAF-B657-D5375E05B0BD}" type="pres">
      <dgm:prSet presAssocID="{253880D4-BC69-460D-BCE4-236B0137F176}" presName="spacer" presStyleCnt="0"/>
      <dgm:spPr/>
    </dgm:pt>
    <dgm:pt modelId="{2E9C7C7A-96B1-4F0A-BE5F-A906A1632523}" type="pres">
      <dgm:prSet presAssocID="{D5268452-6C14-4B10-B896-0A3FAC418591}" presName="parentText" presStyleLbl="node1" presStyleIdx="3" presStyleCnt="4">
        <dgm:presLayoutVars>
          <dgm:chMax val="0"/>
          <dgm:bulletEnabled val="1"/>
        </dgm:presLayoutVars>
      </dgm:prSet>
      <dgm:spPr/>
    </dgm:pt>
  </dgm:ptLst>
  <dgm:cxnLst>
    <dgm:cxn modelId="{3718E71D-5E0F-42DD-9A0A-9EDAC33CE01D}" srcId="{FC002382-B56C-4431-971D-14F924E53227}" destId="{2B2821EC-FC9D-48EB-A0BF-1351BC7113AF}" srcOrd="1" destOrd="0" parTransId="{6484AD1A-51EC-4FA4-98AA-03335473B0CC}" sibTransId="{5B0429F8-665A-4EA2-9F74-5200FEEDE821}"/>
    <dgm:cxn modelId="{4D7B112A-0685-4A6A-8CF9-CC85BBF1D9FC}" type="presOf" srcId="{D5268452-6C14-4B10-B896-0A3FAC418591}" destId="{2E9C7C7A-96B1-4F0A-BE5F-A906A1632523}" srcOrd="0" destOrd="0" presId="urn:microsoft.com/office/officeart/2005/8/layout/vList2"/>
    <dgm:cxn modelId="{C6B0D458-72C7-4A46-9C4F-12082C885D5A}" srcId="{FC002382-B56C-4431-971D-14F924E53227}" destId="{6E10B102-EAE3-4405-9559-E957629A4B5A}" srcOrd="0" destOrd="0" parTransId="{5657E602-45C7-420C-AD66-95B1D4E3D01A}" sibTransId="{A6BAA41F-7133-49E9-9DC5-9026D736C9DC}"/>
    <dgm:cxn modelId="{31764386-2D53-4E6E-B66B-C65ED771AC20}" type="presOf" srcId="{E2B39D29-4C7E-4CA1-9282-643AA901CB18}" destId="{B57FBC1D-E56D-4B7F-886B-F89128C7D161}" srcOrd="0" destOrd="0" presId="urn:microsoft.com/office/officeart/2005/8/layout/vList2"/>
    <dgm:cxn modelId="{1BB54C8B-371F-4031-A53B-B96BF5D48B64}" type="presOf" srcId="{6E10B102-EAE3-4405-9559-E957629A4B5A}" destId="{8BD1AF26-2797-40EB-8FA4-588021C20CC5}" srcOrd="0" destOrd="0" presId="urn:microsoft.com/office/officeart/2005/8/layout/vList2"/>
    <dgm:cxn modelId="{9D5A94AA-B383-44EF-9222-4367F79B317E}" type="presOf" srcId="{FC002382-B56C-4431-971D-14F924E53227}" destId="{50775876-8C78-42DC-8823-8718F9F5EDB1}" srcOrd="0" destOrd="0" presId="urn:microsoft.com/office/officeart/2005/8/layout/vList2"/>
    <dgm:cxn modelId="{69371FCE-A622-4402-9D42-20D4867B0983}" type="presOf" srcId="{2B2821EC-FC9D-48EB-A0BF-1351BC7113AF}" destId="{8BD34AAC-DBC3-4E92-B0E2-99B5F20D5F45}" srcOrd="0" destOrd="0" presId="urn:microsoft.com/office/officeart/2005/8/layout/vList2"/>
    <dgm:cxn modelId="{607D33E9-A028-432D-95A8-E6EAABCBBD93}" srcId="{FC002382-B56C-4431-971D-14F924E53227}" destId="{E2B39D29-4C7E-4CA1-9282-643AA901CB18}" srcOrd="2" destOrd="0" parTransId="{B410020E-1179-486D-80F3-A98A67A9E258}" sibTransId="{253880D4-BC69-460D-BCE4-236B0137F176}"/>
    <dgm:cxn modelId="{C13746F6-7F85-4516-84AC-4DE3A707EDF2}" srcId="{FC002382-B56C-4431-971D-14F924E53227}" destId="{D5268452-6C14-4B10-B896-0A3FAC418591}" srcOrd="3" destOrd="0" parTransId="{1C462359-D30F-4333-9E18-DB9C7BF57572}" sibTransId="{19D323D0-17EB-4360-A352-3457D94DA0BF}"/>
    <dgm:cxn modelId="{DD34C75C-77B3-48CC-AFE0-CFA5C95A5572}" type="presParOf" srcId="{50775876-8C78-42DC-8823-8718F9F5EDB1}" destId="{8BD1AF26-2797-40EB-8FA4-588021C20CC5}" srcOrd="0" destOrd="0" presId="urn:microsoft.com/office/officeart/2005/8/layout/vList2"/>
    <dgm:cxn modelId="{7B8E35C6-EE7F-4233-89E0-FCA119E3249A}" type="presParOf" srcId="{50775876-8C78-42DC-8823-8718F9F5EDB1}" destId="{7D475883-C7AE-46CE-9D41-DCB0205E5250}" srcOrd="1" destOrd="0" presId="urn:microsoft.com/office/officeart/2005/8/layout/vList2"/>
    <dgm:cxn modelId="{8AA6E251-6170-4D28-8B88-07404BECD4E1}" type="presParOf" srcId="{50775876-8C78-42DC-8823-8718F9F5EDB1}" destId="{8BD34AAC-DBC3-4E92-B0E2-99B5F20D5F45}" srcOrd="2" destOrd="0" presId="urn:microsoft.com/office/officeart/2005/8/layout/vList2"/>
    <dgm:cxn modelId="{4C135A6B-113C-49B3-8447-87FDCDB43991}" type="presParOf" srcId="{50775876-8C78-42DC-8823-8718F9F5EDB1}" destId="{2A779CCB-8748-47B5-9025-31B41FDC4FBF}" srcOrd="3" destOrd="0" presId="urn:microsoft.com/office/officeart/2005/8/layout/vList2"/>
    <dgm:cxn modelId="{892341BC-1E2A-40E4-867F-E34A70A7E749}" type="presParOf" srcId="{50775876-8C78-42DC-8823-8718F9F5EDB1}" destId="{B57FBC1D-E56D-4B7F-886B-F89128C7D161}" srcOrd="4" destOrd="0" presId="urn:microsoft.com/office/officeart/2005/8/layout/vList2"/>
    <dgm:cxn modelId="{05E485DC-4384-43E3-8392-C0151018429E}" type="presParOf" srcId="{50775876-8C78-42DC-8823-8718F9F5EDB1}" destId="{36C04FC7-C4D5-4CAF-B657-D5375E05B0BD}" srcOrd="5" destOrd="0" presId="urn:microsoft.com/office/officeart/2005/8/layout/vList2"/>
    <dgm:cxn modelId="{58995880-AD56-48F4-998D-D6E3D7F1259F}" type="presParOf" srcId="{50775876-8C78-42DC-8823-8718F9F5EDB1}" destId="{2E9C7C7A-96B1-4F0A-BE5F-A906A1632523}"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B9A5EE15-8BF1-4AE5-8011-BCB2A88BAFE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381CC111-05C1-47CB-BA13-EAAA18ACECCE}">
      <dgm:prSet/>
      <dgm:spPr/>
      <dgm:t>
        <a:bodyPr/>
        <a:lstStyle/>
        <a:p>
          <a:r>
            <a:rPr lang="uk-UA" b="0" i="0"/>
            <a:t>продемонструвати світові високий рівень освіченості суспільства</a:t>
          </a:r>
          <a:endParaRPr lang="uk-UA"/>
        </a:p>
      </dgm:t>
    </dgm:pt>
    <dgm:pt modelId="{A83AFFB9-5410-45A9-B056-D352C23FE63C}" type="parTrans" cxnId="{54C0C3DD-3CC3-491B-94E6-0D5FADB0EB70}">
      <dgm:prSet/>
      <dgm:spPr/>
      <dgm:t>
        <a:bodyPr/>
        <a:lstStyle/>
        <a:p>
          <a:endParaRPr lang="uk-UA"/>
        </a:p>
      </dgm:t>
    </dgm:pt>
    <dgm:pt modelId="{FCCDAA77-8B03-4EF2-B856-FD70AC08B61A}" type="sibTrans" cxnId="{54C0C3DD-3CC3-491B-94E6-0D5FADB0EB70}">
      <dgm:prSet/>
      <dgm:spPr/>
      <dgm:t>
        <a:bodyPr/>
        <a:lstStyle/>
        <a:p>
          <a:endParaRPr lang="uk-UA"/>
        </a:p>
      </dgm:t>
    </dgm:pt>
    <dgm:pt modelId="{815AA9BE-B0C8-4C92-9BD4-6D66BFB5CB6D}">
      <dgm:prSet/>
      <dgm:spPr/>
      <dgm:t>
        <a:bodyPr/>
        <a:lstStyle/>
        <a:p>
          <a:r>
            <a:rPr lang="uk-UA" b="0" i="0"/>
            <a:t>залучити широкі верстви населення до здійснення процесу українізації</a:t>
          </a:r>
          <a:endParaRPr lang="uk-UA"/>
        </a:p>
      </dgm:t>
    </dgm:pt>
    <dgm:pt modelId="{0F871A35-75F8-436F-8996-E45709FF95B4}" type="parTrans" cxnId="{26357B95-4B2C-4627-AF16-84CF4898418A}">
      <dgm:prSet/>
      <dgm:spPr/>
      <dgm:t>
        <a:bodyPr/>
        <a:lstStyle/>
        <a:p>
          <a:endParaRPr lang="uk-UA"/>
        </a:p>
      </dgm:t>
    </dgm:pt>
    <dgm:pt modelId="{DF09CD0B-20E8-4AA6-A726-D9195ADC69F2}" type="sibTrans" cxnId="{26357B95-4B2C-4627-AF16-84CF4898418A}">
      <dgm:prSet/>
      <dgm:spPr/>
      <dgm:t>
        <a:bodyPr/>
        <a:lstStyle/>
        <a:p>
          <a:endParaRPr lang="uk-UA"/>
        </a:p>
      </dgm:t>
    </dgm:pt>
    <dgm:pt modelId="{3823E061-F006-41FF-9B72-0A3206004EB2}">
      <dgm:prSet/>
      <dgm:spPr/>
      <dgm:t>
        <a:bodyPr/>
        <a:lstStyle/>
        <a:p>
          <a:r>
            <a:rPr lang="uk-UA" b="0" i="0"/>
            <a:t>переконати суспільство в необхідності подолання неписьменності</a:t>
          </a:r>
          <a:endParaRPr lang="uk-UA"/>
        </a:p>
      </dgm:t>
    </dgm:pt>
    <dgm:pt modelId="{CCC5620F-F909-459C-943B-6DB6B419C75A}" type="parTrans" cxnId="{A041D18A-8277-4BA2-BBD2-6FFD163ED17B}">
      <dgm:prSet/>
      <dgm:spPr/>
      <dgm:t>
        <a:bodyPr/>
        <a:lstStyle/>
        <a:p>
          <a:endParaRPr lang="uk-UA"/>
        </a:p>
      </dgm:t>
    </dgm:pt>
    <dgm:pt modelId="{ADC1990D-92CF-47F2-BECF-3868CF602DD2}" type="sibTrans" cxnId="{A041D18A-8277-4BA2-BBD2-6FFD163ED17B}">
      <dgm:prSet/>
      <dgm:spPr/>
      <dgm:t>
        <a:bodyPr/>
        <a:lstStyle/>
        <a:p>
          <a:endParaRPr lang="uk-UA"/>
        </a:p>
      </dgm:t>
    </dgm:pt>
    <dgm:pt modelId="{11BD674F-CA74-40F3-A040-C4B8CBC8F6A7}">
      <dgm:prSet/>
      <dgm:spPr/>
      <dgm:t>
        <a:bodyPr/>
        <a:lstStyle/>
        <a:p>
          <a:r>
            <a:rPr lang="uk-UA" b="0" i="0"/>
            <a:t>виховати в трудящих шанобливе ставлення до книжок</a:t>
          </a:r>
          <a:endParaRPr lang="uk-UA"/>
        </a:p>
      </dgm:t>
    </dgm:pt>
    <dgm:pt modelId="{CAFCEC56-B469-413C-9256-3127A52A2E03}" type="parTrans" cxnId="{9F6AE89B-A068-4775-8CB7-6E7C93E9E24F}">
      <dgm:prSet/>
      <dgm:spPr/>
      <dgm:t>
        <a:bodyPr/>
        <a:lstStyle/>
        <a:p>
          <a:endParaRPr lang="uk-UA"/>
        </a:p>
      </dgm:t>
    </dgm:pt>
    <dgm:pt modelId="{9A8762EB-B18E-4C2E-937F-FB93BE88F273}" type="sibTrans" cxnId="{9F6AE89B-A068-4775-8CB7-6E7C93E9E24F}">
      <dgm:prSet/>
      <dgm:spPr/>
      <dgm:t>
        <a:bodyPr/>
        <a:lstStyle/>
        <a:p>
          <a:endParaRPr lang="uk-UA"/>
        </a:p>
      </dgm:t>
    </dgm:pt>
    <dgm:pt modelId="{860E730C-CF76-451E-B877-17210532EC9E}" type="pres">
      <dgm:prSet presAssocID="{B9A5EE15-8BF1-4AE5-8011-BCB2A88BAFE9}" presName="linear" presStyleCnt="0">
        <dgm:presLayoutVars>
          <dgm:animLvl val="lvl"/>
          <dgm:resizeHandles val="exact"/>
        </dgm:presLayoutVars>
      </dgm:prSet>
      <dgm:spPr/>
    </dgm:pt>
    <dgm:pt modelId="{F46253F7-86BD-4B05-9948-4E307FCA59E7}" type="pres">
      <dgm:prSet presAssocID="{381CC111-05C1-47CB-BA13-EAAA18ACECCE}" presName="parentText" presStyleLbl="node1" presStyleIdx="0" presStyleCnt="4">
        <dgm:presLayoutVars>
          <dgm:chMax val="0"/>
          <dgm:bulletEnabled val="1"/>
        </dgm:presLayoutVars>
      </dgm:prSet>
      <dgm:spPr/>
    </dgm:pt>
    <dgm:pt modelId="{9D24B112-424C-4886-8D86-865155DE633C}" type="pres">
      <dgm:prSet presAssocID="{FCCDAA77-8B03-4EF2-B856-FD70AC08B61A}" presName="spacer" presStyleCnt="0"/>
      <dgm:spPr/>
    </dgm:pt>
    <dgm:pt modelId="{2C8528F7-0EC2-4945-B5D3-F1F9A3B8A4DD}" type="pres">
      <dgm:prSet presAssocID="{815AA9BE-B0C8-4C92-9BD4-6D66BFB5CB6D}" presName="parentText" presStyleLbl="node1" presStyleIdx="1" presStyleCnt="4">
        <dgm:presLayoutVars>
          <dgm:chMax val="0"/>
          <dgm:bulletEnabled val="1"/>
        </dgm:presLayoutVars>
      </dgm:prSet>
      <dgm:spPr/>
    </dgm:pt>
    <dgm:pt modelId="{09623080-E5BF-4534-BA2D-75F76620AD61}" type="pres">
      <dgm:prSet presAssocID="{DF09CD0B-20E8-4AA6-A726-D9195ADC69F2}" presName="spacer" presStyleCnt="0"/>
      <dgm:spPr/>
    </dgm:pt>
    <dgm:pt modelId="{2F055784-8CB9-4320-8FCB-70D1A7AB6D49}" type="pres">
      <dgm:prSet presAssocID="{3823E061-F006-41FF-9B72-0A3206004EB2}" presName="parentText" presStyleLbl="node1" presStyleIdx="2" presStyleCnt="4">
        <dgm:presLayoutVars>
          <dgm:chMax val="0"/>
          <dgm:bulletEnabled val="1"/>
        </dgm:presLayoutVars>
      </dgm:prSet>
      <dgm:spPr/>
    </dgm:pt>
    <dgm:pt modelId="{307B0CA2-45DE-4F24-BD68-A97A7389620A}" type="pres">
      <dgm:prSet presAssocID="{ADC1990D-92CF-47F2-BECF-3868CF602DD2}" presName="spacer" presStyleCnt="0"/>
      <dgm:spPr/>
    </dgm:pt>
    <dgm:pt modelId="{6B87D95D-A000-4307-A8CF-1873F70BF010}" type="pres">
      <dgm:prSet presAssocID="{11BD674F-CA74-40F3-A040-C4B8CBC8F6A7}" presName="parentText" presStyleLbl="node1" presStyleIdx="3" presStyleCnt="4">
        <dgm:presLayoutVars>
          <dgm:chMax val="0"/>
          <dgm:bulletEnabled val="1"/>
        </dgm:presLayoutVars>
      </dgm:prSet>
      <dgm:spPr/>
    </dgm:pt>
  </dgm:ptLst>
  <dgm:cxnLst>
    <dgm:cxn modelId="{34CBE039-3BEC-4CEF-A36A-A561D728650B}" type="presOf" srcId="{381CC111-05C1-47CB-BA13-EAAA18ACECCE}" destId="{F46253F7-86BD-4B05-9948-4E307FCA59E7}" srcOrd="0" destOrd="0" presId="urn:microsoft.com/office/officeart/2005/8/layout/vList2"/>
    <dgm:cxn modelId="{312B0F3A-3ADA-4610-B115-611293364D0B}" type="presOf" srcId="{B9A5EE15-8BF1-4AE5-8011-BCB2A88BAFE9}" destId="{860E730C-CF76-451E-B877-17210532EC9E}" srcOrd="0" destOrd="0" presId="urn:microsoft.com/office/officeart/2005/8/layout/vList2"/>
    <dgm:cxn modelId="{2B37666C-E07C-48B5-8616-BBB7D13D8BF1}" type="presOf" srcId="{815AA9BE-B0C8-4C92-9BD4-6D66BFB5CB6D}" destId="{2C8528F7-0EC2-4945-B5D3-F1F9A3B8A4DD}" srcOrd="0" destOrd="0" presId="urn:microsoft.com/office/officeart/2005/8/layout/vList2"/>
    <dgm:cxn modelId="{BB19FB6D-A953-4C06-9A62-BD8C1BD31596}" type="presOf" srcId="{11BD674F-CA74-40F3-A040-C4B8CBC8F6A7}" destId="{6B87D95D-A000-4307-A8CF-1873F70BF010}" srcOrd="0" destOrd="0" presId="urn:microsoft.com/office/officeart/2005/8/layout/vList2"/>
    <dgm:cxn modelId="{BD96F151-4785-40E8-B887-BCC74BB0E098}" type="presOf" srcId="{3823E061-F006-41FF-9B72-0A3206004EB2}" destId="{2F055784-8CB9-4320-8FCB-70D1A7AB6D49}" srcOrd="0" destOrd="0" presId="urn:microsoft.com/office/officeart/2005/8/layout/vList2"/>
    <dgm:cxn modelId="{A041D18A-8277-4BA2-BBD2-6FFD163ED17B}" srcId="{B9A5EE15-8BF1-4AE5-8011-BCB2A88BAFE9}" destId="{3823E061-F006-41FF-9B72-0A3206004EB2}" srcOrd="2" destOrd="0" parTransId="{CCC5620F-F909-459C-943B-6DB6B419C75A}" sibTransId="{ADC1990D-92CF-47F2-BECF-3868CF602DD2}"/>
    <dgm:cxn modelId="{26357B95-4B2C-4627-AF16-84CF4898418A}" srcId="{B9A5EE15-8BF1-4AE5-8011-BCB2A88BAFE9}" destId="{815AA9BE-B0C8-4C92-9BD4-6D66BFB5CB6D}" srcOrd="1" destOrd="0" parTransId="{0F871A35-75F8-436F-8996-E45709FF95B4}" sibTransId="{DF09CD0B-20E8-4AA6-A726-D9195ADC69F2}"/>
    <dgm:cxn modelId="{9F6AE89B-A068-4775-8CB7-6E7C93E9E24F}" srcId="{B9A5EE15-8BF1-4AE5-8011-BCB2A88BAFE9}" destId="{11BD674F-CA74-40F3-A040-C4B8CBC8F6A7}" srcOrd="3" destOrd="0" parTransId="{CAFCEC56-B469-413C-9256-3127A52A2E03}" sibTransId="{9A8762EB-B18E-4C2E-937F-FB93BE88F273}"/>
    <dgm:cxn modelId="{54C0C3DD-3CC3-491B-94E6-0D5FADB0EB70}" srcId="{B9A5EE15-8BF1-4AE5-8011-BCB2A88BAFE9}" destId="{381CC111-05C1-47CB-BA13-EAAA18ACECCE}" srcOrd="0" destOrd="0" parTransId="{A83AFFB9-5410-45A9-B056-D352C23FE63C}" sibTransId="{FCCDAA77-8B03-4EF2-B856-FD70AC08B61A}"/>
    <dgm:cxn modelId="{0524E26A-748E-4A61-A369-8B3E54D7CD19}" type="presParOf" srcId="{860E730C-CF76-451E-B877-17210532EC9E}" destId="{F46253F7-86BD-4B05-9948-4E307FCA59E7}" srcOrd="0" destOrd="0" presId="urn:microsoft.com/office/officeart/2005/8/layout/vList2"/>
    <dgm:cxn modelId="{885D5AEA-80C7-45F9-A443-6AAF5629F89F}" type="presParOf" srcId="{860E730C-CF76-451E-B877-17210532EC9E}" destId="{9D24B112-424C-4886-8D86-865155DE633C}" srcOrd="1" destOrd="0" presId="urn:microsoft.com/office/officeart/2005/8/layout/vList2"/>
    <dgm:cxn modelId="{7C0327F5-86EF-434A-9BCB-9887B5ED8334}" type="presParOf" srcId="{860E730C-CF76-451E-B877-17210532EC9E}" destId="{2C8528F7-0EC2-4945-B5D3-F1F9A3B8A4DD}" srcOrd="2" destOrd="0" presId="urn:microsoft.com/office/officeart/2005/8/layout/vList2"/>
    <dgm:cxn modelId="{F6C69730-1E87-43EE-8C74-B8DE3F1241DB}" type="presParOf" srcId="{860E730C-CF76-451E-B877-17210532EC9E}" destId="{09623080-E5BF-4534-BA2D-75F76620AD61}" srcOrd="3" destOrd="0" presId="urn:microsoft.com/office/officeart/2005/8/layout/vList2"/>
    <dgm:cxn modelId="{95D00CE0-5CE3-4C11-99A1-7A9339F8EBD5}" type="presParOf" srcId="{860E730C-CF76-451E-B877-17210532EC9E}" destId="{2F055784-8CB9-4320-8FCB-70D1A7AB6D49}" srcOrd="4" destOrd="0" presId="urn:microsoft.com/office/officeart/2005/8/layout/vList2"/>
    <dgm:cxn modelId="{4DC14DA5-FC5A-4266-954D-9CC034B26D04}" type="presParOf" srcId="{860E730C-CF76-451E-B877-17210532EC9E}" destId="{307B0CA2-45DE-4F24-BD68-A97A7389620A}" srcOrd="5" destOrd="0" presId="urn:microsoft.com/office/officeart/2005/8/layout/vList2"/>
    <dgm:cxn modelId="{7D74F6E1-48CF-4173-90F6-C47CB54BF6C7}" type="presParOf" srcId="{860E730C-CF76-451E-B877-17210532EC9E}" destId="{6B87D95D-A000-4307-A8CF-1873F70BF010}"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9E45C8C7-86B6-4503-A121-327F83C60DB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A71B41C4-999B-43D3-8B07-4FBC057AD06A}">
      <dgm:prSet/>
      <dgm:spPr/>
      <dgm:t>
        <a:bodyPr/>
        <a:lstStyle/>
        <a:p>
          <a:r>
            <a:rPr lang="uk-UA" b="0" i="0"/>
            <a:t>дозвіл на використання найманої робочої сили</a:t>
          </a:r>
          <a:endParaRPr lang="uk-UA"/>
        </a:p>
      </dgm:t>
    </dgm:pt>
    <dgm:pt modelId="{92643002-DF91-4699-91A9-C2C08181D3BD}" type="parTrans" cxnId="{75708FD4-6D5F-4D5F-BDB0-999866CB495B}">
      <dgm:prSet/>
      <dgm:spPr/>
      <dgm:t>
        <a:bodyPr/>
        <a:lstStyle/>
        <a:p>
          <a:endParaRPr lang="uk-UA"/>
        </a:p>
      </dgm:t>
    </dgm:pt>
    <dgm:pt modelId="{5317AB45-B9D2-4110-A1D8-0BA6C534FC28}" type="sibTrans" cxnId="{75708FD4-6D5F-4D5F-BDB0-999866CB495B}">
      <dgm:prSet/>
      <dgm:spPr/>
      <dgm:t>
        <a:bodyPr/>
        <a:lstStyle/>
        <a:p>
          <a:endParaRPr lang="uk-UA"/>
        </a:p>
      </dgm:t>
    </dgm:pt>
    <dgm:pt modelId="{88F40E2A-2095-459D-8786-455325EA19E5}">
      <dgm:prSet/>
      <dgm:spPr/>
      <dgm:t>
        <a:bodyPr/>
        <a:lstStyle/>
        <a:p>
          <a:r>
            <a:rPr lang="uk-UA" b="0" i="0"/>
            <a:t>створення агроміст із розгалуженою переробною інфраструктурою</a:t>
          </a:r>
          <a:endParaRPr lang="uk-UA"/>
        </a:p>
      </dgm:t>
    </dgm:pt>
    <dgm:pt modelId="{2172B2A6-19CC-43D3-86F6-179AFD7A7613}" type="parTrans" cxnId="{8718EC33-7BFF-4CA0-957A-526FE8975F98}">
      <dgm:prSet/>
      <dgm:spPr/>
      <dgm:t>
        <a:bodyPr/>
        <a:lstStyle/>
        <a:p>
          <a:endParaRPr lang="uk-UA"/>
        </a:p>
      </dgm:t>
    </dgm:pt>
    <dgm:pt modelId="{619E89CD-DB9E-46BE-9389-348CC239C8FB}" type="sibTrans" cxnId="{8718EC33-7BFF-4CA0-957A-526FE8975F98}">
      <dgm:prSet/>
      <dgm:spPr/>
      <dgm:t>
        <a:bodyPr/>
        <a:lstStyle/>
        <a:p>
          <a:endParaRPr lang="uk-UA"/>
        </a:p>
      </dgm:t>
    </dgm:pt>
    <dgm:pt modelId="{2E41AB3E-FB99-4917-A27D-4138754E7C81}">
      <dgm:prSet/>
      <dgm:spPr/>
      <dgm:t>
        <a:bodyPr/>
        <a:lstStyle/>
        <a:p>
          <a:r>
            <a:rPr lang="uk-UA" b="0" i="0"/>
            <a:t>розвиток мережі сільськогосподарських кооперативів і споживчих товариств</a:t>
          </a:r>
          <a:endParaRPr lang="uk-UA"/>
        </a:p>
      </dgm:t>
    </dgm:pt>
    <dgm:pt modelId="{08A1641B-BAB2-448C-9520-33EF5BBCF102}" type="parTrans" cxnId="{70C8AB18-F68E-4D6C-91AD-3B83814D018C}">
      <dgm:prSet/>
      <dgm:spPr/>
      <dgm:t>
        <a:bodyPr/>
        <a:lstStyle/>
        <a:p>
          <a:endParaRPr lang="uk-UA"/>
        </a:p>
      </dgm:t>
    </dgm:pt>
    <dgm:pt modelId="{9498C181-5ECC-4B1E-98B8-F67535B006B9}" type="sibTrans" cxnId="{70C8AB18-F68E-4D6C-91AD-3B83814D018C}">
      <dgm:prSet/>
      <dgm:spPr/>
      <dgm:t>
        <a:bodyPr/>
        <a:lstStyle/>
        <a:p>
          <a:endParaRPr lang="uk-UA"/>
        </a:p>
      </dgm:t>
    </dgm:pt>
    <dgm:pt modelId="{7527E3E3-8968-45FD-BC55-12FD5801BF61}">
      <dgm:prSet/>
      <dgm:spPr/>
      <dgm:t>
        <a:bodyPr/>
        <a:lstStyle/>
        <a:p>
          <a:r>
            <a:rPr lang="uk-UA" b="0" i="0"/>
            <a:t>упровадження продрозкладки на всю сільськогосподарську продукцію</a:t>
          </a:r>
          <a:endParaRPr lang="uk-UA"/>
        </a:p>
      </dgm:t>
    </dgm:pt>
    <dgm:pt modelId="{635EABA5-F0C8-4B74-8603-36880B50D0B9}" type="parTrans" cxnId="{AD75116E-E8B8-46FD-94B3-4EBE2C03B8F6}">
      <dgm:prSet/>
      <dgm:spPr/>
      <dgm:t>
        <a:bodyPr/>
        <a:lstStyle/>
        <a:p>
          <a:endParaRPr lang="uk-UA"/>
        </a:p>
      </dgm:t>
    </dgm:pt>
    <dgm:pt modelId="{F7D740A7-EFD8-4FA9-B502-663C0DF8E51B}" type="sibTrans" cxnId="{AD75116E-E8B8-46FD-94B3-4EBE2C03B8F6}">
      <dgm:prSet/>
      <dgm:spPr/>
      <dgm:t>
        <a:bodyPr/>
        <a:lstStyle/>
        <a:p>
          <a:endParaRPr lang="uk-UA"/>
        </a:p>
      </dgm:t>
    </dgm:pt>
    <dgm:pt modelId="{46B8614E-3EA6-4DBA-A05D-217E15DDCBC0}" type="pres">
      <dgm:prSet presAssocID="{9E45C8C7-86B6-4503-A121-327F83C60DB0}" presName="linear" presStyleCnt="0">
        <dgm:presLayoutVars>
          <dgm:animLvl val="lvl"/>
          <dgm:resizeHandles val="exact"/>
        </dgm:presLayoutVars>
      </dgm:prSet>
      <dgm:spPr/>
    </dgm:pt>
    <dgm:pt modelId="{5E55BCA0-6D2A-4FBE-A8BA-7BB2F288BB5C}" type="pres">
      <dgm:prSet presAssocID="{A71B41C4-999B-43D3-8B07-4FBC057AD06A}" presName="parentText" presStyleLbl="node1" presStyleIdx="0" presStyleCnt="4">
        <dgm:presLayoutVars>
          <dgm:chMax val="0"/>
          <dgm:bulletEnabled val="1"/>
        </dgm:presLayoutVars>
      </dgm:prSet>
      <dgm:spPr/>
    </dgm:pt>
    <dgm:pt modelId="{187A9E9D-1FFF-4BA8-AA5E-13D6FF3A6FCC}" type="pres">
      <dgm:prSet presAssocID="{5317AB45-B9D2-4110-A1D8-0BA6C534FC28}" presName="spacer" presStyleCnt="0"/>
      <dgm:spPr/>
    </dgm:pt>
    <dgm:pt modelId="{6A91C339-71A6-4833-8168-3EBFD13E294D}" type="pres">
      <dgm:prSet presAssocID="{88F40E2A-2095-459D-8786-455325EA19E5}" presName="parentText" presStyleLbl="node1" presStyleIdx="1" presStyleCnt="4">
        <dgm:presLayoutVars>
          <dgm:chMax val="0"/>
          <dgm:bulletEnabled val="1"/>
        </dgm:presLayoutVars>
      </dgm:prSet>
      <dgm:spPr/>
    </dgm:pt>
    <dgm:pt modelId="{3A43C189-C301-408F-8AAB-81D6021447DC}" type="pres">
      <dgm:prSet presAssocID="{619E89CD-DB9E-46BE-9389-348CC239C8FB}" presName="spacer" presStyleCnt="0"/>
      <dgm:spPr/>
    </dgm:pt>
    <dgm:pt modelId="{7DDDF6FC-5260-4C1C-AC3D-888EC14C6840}" type="pres">
      <dgm:prSet presAssocID="{2E41AB3E-FB99-4917-A27D-4138754E7C81}" presName="parentText" presStyleLbl="node1" presStyleIdx="2" presStyleCnt="4">
        <dgm:presLayoutVars>
          <dgm:chMax val="0"/>
          <dgm:bulletEnabled val="1"/>
        </dgm:presLayoutVars>
      </dgm:prSet>
      <dgm:spPr/>
    </dgm:pt>
    <dgm:pt modelId="{A03416AA-EE8B-458D-9BF3-E278B1715981}" type="pres">
      <dgm:prSet presAssocID="{9498C181-5ECC-4B1E-98B8-F67535B006B9}" presName="spacer" presStyleCnt="0"/>
      <dgm:spPr/>
    </dgm:pt>
    <dgm:pt modelId="{A915AA01-4ED8-40B5-AF57-344F023CC6B2}" type="pres">
      <dgm:prSet presAssocID="{7527E3E3-8968-45FD-BC55-12FD5801BF61}" presName="parentText" presStyleLbl="node1" presStyleIdx="3" presStyleCnt="4">
        <dgm:presLayoutVars>
          <dgm:chMax val="0"/>
          <dgm:bulletEnabled val="1"/>
        </dgm:presLayoutVars>
      </dgm:prSet>
      <dgm:spPr/>
    </dgm:pt>
  </dgm:ptLst>
  <dgm:cxnLst>
    <dgm:cxn modelId="{70C8AB18-F68E-4D6C-91AD-3B83814D018C}" srcId="{9E45C8C7-86B6-4503-A121-327F83C60DB0}" destId="{2E41AB3E-FB99-4917-A27D-4138754E7C81}" srcOrd="2" destOrd="0" parTransId="{08A1641B-BAB2-448C-9520-33EF5BBCF102}" sibTransId="{9498C181-5ECC-4B1E-98B8-F67535B006B9}"/>
    <dgm:cxn modelId="{87E4F318-36AB-4D2B-B816-CD214AB7EF42}" type="presOf" srcId="{A71B41C4-999B-43D3-8B07-4FBC057AD06A}" destId="{5E55BCA0-6D2A-4FBE-A8BA-7BB2F288BB5C}" srcOrd="0" destOrd="0" presId="urn:microsoft.com/office/officeart/2005/8/layout/vList2"/>
    <dgm:cxn modelId="{4F1C411C-B5BB-4DC2-B952-1EA79BD1608F}" type="presOf" srcId="{88F40E2A-2095-459D-8786-455325EA19E5}" destId="{6A91C339-71A6-4833-8168-3EBFD13E294D}" srcOrd="0" destOrd="0" presId="urn:microsoft.com/office/officeart/2005/8/layout/vList2"/>
    <dgm:cxn modelId="{8718EC33-7BFF-4CA0-957A-526FE8975F98}" srcId="{9E45C8C7-86B6-4503-A121-327F83C60DB0}" destId="{88F40E2A-2095-459D-8786-455325EA19E5}" srcOrd="1" destOrd="0" parTransId="{2172B2A6-19CC-43D3-86F6-179AFD7A7613}" sibTransId="{619E89CD-DB9E-46BE-9389-348CC239C8FB}"/>
    <dgm:cxn modelId="{AD75116E-E8B8-46FD-94B3-4EBE2C03B8F6}" srcId="{9E45C8C7-86B6-4503-A121-327F83C60DB0}" destId="{7527E3E3-8968-45FD-BC55-12FD5801BF61}" srcOrd="3" destOrd="0" parTransId="{635EABA5-F0C8-4B74-8603-36880B50D0B9}" sibTransId="{F7D740A7-EFD8-4FA9-B502-663C0DF8E51B}"/>
    <dgm:cxn modelId="{72FBC277-16D6-439A-8215-1AE6BD84F370}" type="presOf" srcId="{9E45C8C7-86B6-4503-A121-327F83C60DB0}" destId="{46B8614E-3EA6-4DBA-A05D-217E15DDCBC0}" srcOrd="0" destOrd="0" presId="urn:microsoft.com/office/officeart/2005/8/layout/vList2"/>
    <dgm:cxn modelId="{3E8A6482-7D5C-42C4-92A8-E791C88AADE1}" type="presOf" srcId="{7527E3E3-8968-45FD-BC55-12FD5801BF61}" destId="{A915AA01-4ED8-40B5-AF57-344F023CC6B2}" srcOrd="0" destOrd="0" presId="urn:microsoft.com/office/officeart/2005/8/layout/vList2"/>
    <dgm:cxn modelId="{1F38DDBE-791E-46DA-9E10-05E8139495F0}" type="presOf" srcId="{2E41AB3E-FB99-4917-A27D-4138754E7C81}" destId="{7DDDF6FC-5260-4C1C-AC3D-888EC14C6840}" srcOrd="0" destOrd="0" presId="urn:microsoft.com/office/officeart/2005/8/layout/vList2"/>
    <dgm:cxn modelId="{75708FD4-6D5F-4D5F-BDB0-999866CB495B}" srcId="{9E45C8C7-86B6-4503-A121-327F83C60DB0}" destId="{A71B41C4-999B-43D3-8B07-4FBC057AD06A}" srcOrd="0" destOrd="0" parTransId="{92643002-DF91-4699-91A9-C2C08181D3BD}" sibTransId="{5317AB45-B9D2-4110-A1D8-0BA6C534FC28}"/>
    <dgm:cxn modelId="{E0E0CB61-9A99-4DA8-9FB8-7BFD7972FE1F}" type="presParOf" srcId="{46B8614E-3EA6-4DBA-A05D-217E15DDCBC0}" destId="{5E55BCA0-6D2A-4FBE-A8BA-7BB2F288BB5C}" srcOrd="0" destOrd="0" presId="urn:microsoft.com/office/officeart/2005/8/layout/vList2"/>
    <dgm:cxn modelId="{24BC7A8D-FB80-405A-BF66-FEDE28B4E45B}" type="presParOf" srcId="{46B8614E-3EA6-4DBA-A05D-217E15DDCBC0}" destId="{187A9E9D-1FFF-4BA8-AA5E-13D6FF3A6FCC}" srcOrd="1" destOrd="0" presId="urn:microsoft.com/office/officeart/2005/8/layout/vList2"/>
    <dgm:cxn modelId="{95B809B4-1702-4B75-9892-618DD4F10861}" type="presParOf" srcId="{46B8614E-3EA6-4DBA-A05D-217E15DDCBC0}" destId="{6A91C339-71A6-4833-8168-3EBFD13E294D}" srcOrd="2" destOrd="0" presId="urn:microsoft.com/office/officeart/2005/8/layout/vList2"/>
    <dgm:cxn modelId="{99589C8B-F58C-4B1B-B58E-F70173C6F42C}" type="presParOf" srcId="{46B8614E-3EA6-4DBA-A05D-217E15DDCBC0}" destId="{3A43C189-C301-408F-8AAB-81D6021447DC}" srcOrd="3" destOrd="0" presId="urn:microsoft.com/office/officeart/2005/8/layout/vList2"/>
    <dgm:cxn modelId="{824ACA89-8BDD-4C4C-AF24-59A77036083E}" type="presParOf" srcId="{46B8614E-3EA6-4DBA-A05D-217E15DDCBC0}" destId="{7DDDF6FC-5260-4C1C-AC3D-888EC14C6840}" srcOrd="4" destOrd="0" presId="urn:microsoft.com/office/officeart/2005/8/layout/vList2"/>
    <dgm:cxn modelId="{A4C4604B-14DF-4CCC-A459-DD5C40F95073}" type="presParOf" srcId="{46B8614E-3EA6-4DBA-A05D-217E15DDCBC0}" destId="{A03416AA-EE8B-458D-9BF3-E278B1715981}" srcOrd="5" destOrd="0" presId="urn:microsoft.com/office/officeart/2005/8/layout/vList2"/>
    <dgm:cxn modelId="{249EBD37-8F36-421F-9642-5509A5466E5B}" type="presParOf" srcId="{46B8614E-3EA6-4DBA-A05D-217E15DDCBC0}" destId="{A915AA01-4ED8-40B5-AF57-344F023CC6B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65C3CB5B-F529-4809-9C66-93CCCEC83FA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1B1C569-6DA0-420C-829E-E53BFDB44B85}">
      <dgm:prSet/>
      <dgm:spPr/>
      <dgm:t>
        <a:bodyPr/>
        <a:lstStyle/>
        <a:p>
          <a:r>
            <a:rPr lang="ru-RU" b="0" i="0"/>
            <a:t>звільнення від сплати податків господарств незаможних селян</a:t>
          </a:r>
          <a:endParaRPr lang="uk-UA"/>
        </a:p>
      </dgm:t>
    </dgm:pt>
    <dgm:pt modelId="{58363684-F803-414D-8B8D-08A90A909D88}" type="parTrans" cxnId="{BA3FD848-96C0-47BF-BC25-5264666D27F5}">
      <dgm:prSet/>
      <dgm:spPr/>
      <dgm:t>
        <a:bodyPr/>
        <a:lstStyle/>
        <a:p>
          <a:endParaRPr lang="uk-UA"/>
        </a:p>
      </dgm:t>
    </dgm:pt>
    <dgm:pt modelId="{743EC932-7BDB-439D-8DFF-71754EE9BEA8}" type="sibTrans" cxnId="{BA3FD848-96C0-47BF-BC25-5264666D27F5}">
      <dgm:prSet/>
      <dgm:spPr/>
      <dgm:t>
        <a:bodyPr/>
        <a:lstStyle/>
        <a:p>
          <a:endParaRPr lang="uk-UA"/>
        </a:p>
      </dgm:t>
    </dgm:pt>
    <dgm:pt modelId="{D8D0A9D0-38D4-477E-A640-E787B8457C3A}">
      <dgm:prSet/>
      <dgm:spPr/>
      <dgm:t>
        <a:bodyPr/>
        <a:lstStyle/>
        <a:p>
          <a:r>
            <a:rPr lang="ru-RU" b="0" i="0"/>
            <a:t>створення мережі МТС для технічного обслуговування селянських господарств</a:t>
          </a:r>
          <a:endParaRPr lang="uk-UA"/>
        </a:p>
      </dgm:t>
    </dgm:pt>
    <dgm:pt modelId="{F40D3BAC-E0ED-44F9-9FD5-0987FAA24A26}" type="parTrans" cxnId="{5E4F29E1-FC39-40F8-B836-3E5843003AFD}">
      <dgm:prSet/>
      <dgm:spPr/>
      <dgm:t>
        <a:bodyPr/>
        <a:lstStyle/>
        <a:p>
          <a:endParaRPr lang="uk-UA"/>
        </a:p>
      </dgm:t>
    </dgm:pt>
    <dgm:pt modelId="{73B35BD8-8B50-4DC7-A461-671A232EDFC8}" type="sibTrans" cxnId="{5E4F29E1-FC39-40F8-B836-3E5843003AFD}">
      <dgm:prSet/>
      <dgm:spPr/>
      <dgm:t>
        <a:bodyPr/>
        <a:lstStyle/>
        <a:p>
          <a:endParaRPr lang="uk-UA"/>
        </a:p>
      </dgm:t>
    </dgm:pt>
    <dgm:pt modelId="{AA746207-E1EB-4BF0-9E0F-650BE989D2BD}">
      <dgm:prSet/>
      <dgm:spPr/>
      <dgm:t>
        <a:bodyPr/>
        <a:lstStyle/>
        <a:p>
          <a:r>
            <a:rPr lang="ru-RU" b="0" i="0"/>
            <a:t>поширення стахановського руху в сільському господарстві</a:t>
          </a:r>
          <a:endParaRPr lang="uk-UA"/>
        </a:p>
      </dgm:t>
    </dgm:pt>
    <dgm:pt modelId="{050698DE-6F5D-400B-9221-57B881101791}" type="parTrans" cxnId="{E0CFA46F-3492-48E9-8C57-96C0CDAA17CE}">
      <dgm:prSet/>
      <dgm:spPr/>
      <dgm:t>
        <a:bodyPr/>
        <a:lstStyle/>
        <a:p>
          <a:endParaRPr lang="uk-UA"/>
        </a:p>
      </dgm:t>
    </dgm:pt>
    <dgm:pt modelId="{BD13382B-3E0A-48EE-8013-8E1FC064DEBA}" type="sibTrans" cxnId="{E0CFA46F-3492-48E9-8C57-96C0CDAA17CE}">
      <dgm:prSet/>
      <dgm:spPr/>
      <dgm:t>
        <a:bodyPr/>
        <a:lstStyle/>
        <a:p>
          <a:endParaRPr lang="uk-UA"/>
        </a:p>
      </dgm:t>
    </dgm:pt>
    <dgm:pt modelId="{6DC276DD-4298-4C91-A6E7-73428E3DD2AC}" type="pres">
      <dgm:prSet presAssocID="{65C3CB5B-F529-4809-9C66-93CCCEC83FAF}" presName="linear" presStyleCnt="0">
        <dgm:presLayoutVars>
          <dgm:animLvl val="lvl"/>
          <dgm:resizeHandles val="exact"/>
        </dgm:presLayoutVars>
      </dgm:prSet>
      <dgm:spPr/>
    </dgm:pt>
    <dgm:pt modelId="{70C81561-1BB4-43E0-9547-54360D0BA52A}" type="pres">
      <dgm:prSet presAssocID="{61B1C569-6DA0-420C-829E-E53BFDB44B85}" presName="parentText" presStyleLbl="node1" presStyleIdx="0" presStyleCnt="3">
        <dgm:presLayoutVars>
          <dgm:chMax val="0"/>
          <dgm:bulletEnabled val="1"/>
        </dgm:presLayoutVars>
      </dgm:prSet>
      <dgm:spPr/>
    </dgm:pt>
    <dgm:pt modelId="{55F72D68-AC8D-454C-B8E4-066F50722DBE}" type="pres">
      <dgm:prSet presAssocID="{743EC932-7BDB-439D-8DFF-71754EE9BEA8}" presName="spacer" presStyleCnt="0"/>
      <dgm:spPr/>
    </dgm:pt>
    <dgm:pt modelId="{C6D9EF20-0DF1-468C-91D0-4E1F6C3D63E2}" type="pres">
      <dgm:prSet presAssocID="{D8D0A9D0-38D4-477E-A640-E787B8457C3A}" presName="parentText" presStyleLbl="node1" presStyleIdx="1" presStyleCnt="3">
        <dgm:presLayoutVars>
          <dgm:chMax val="0"/>
          <dgm:bulletEnabled val="1"/>
        </dgm:presLayoutVars>
      </dgm:prSet>
      <dgm:spPr/>
    </dgm:pt>
    <dgm:pt modelId="{3B2444D8-9664-4F40-83D1-0101058A0764}" type="pres">
      <dgm:prSet presAssocID="{73B35BD8-8B50-4DC7-A461-671A232EDFC8}" presName="spacer" presStyleCnt="0"/>
      <dgm:spPr/>
    </dgm:pt>
    <dgm:pt modelId="{D7E1F785-09F2-4945-8107-0D6CBDF1BC78}" type="pres">
      <dgm:prSet presAssocID="{AA746207-E1EB-4BF0-9E0F-650BE989D2BD}" presName="parentText" presStyleLbl="node1" presStyleIdx="2" presStyleCnt="3">
        <dgm:presLayoutVars>
          <dgm:chMax val="0"/>
          <dgm:bulletEnabled val="1"/>
        </dgm:presLayoutVars>
      </dgm:prSet>
      <dgm:spPr/>
    </dgm:pt>
  </dgm:ptLst>
  <dgm:cxnLst>
    <dgm:cxn modelId="{9D9C0438-66B6-47B3-9984-83EC7D76CEF1}" type="presOf" srcId="{65C3CB5B-F529-4809-9C66-93CCCEC83FAF}" destId="{6DC276DD-4298-4C91-A6E7-73428E3DD2AC}" srcOrd="0" destOrd="0" presId="urn:microsoft.com/office/officeart/2005/8/layout/vList2"/>
    <dgm:cxn modelId="{BA3FD848-96C0-47BF-BC25-5264666D27F5}" srcId="{65C3CB5B-F529-4809-9C66-93CCCEC83FAF}" destId="{61B1C569-6DA0-420C-829E-E53BFDB44B85}" srcOrd="0" destOrd="0" parTransId="{58363684-F803-414D-8B8D-08A90A909D88}" sibTransId="{743EC932-7BDB-439D-8DFF-71754EE9BEA8}"/>
    <dgm:cxn modelId="{E0CFA46F-3492-48E9-8C57-96C0CDAA17CE}" srcId="{65C3CB5B-F529-4809-9C66-93CCCEC83FAF}" destId="{AA746207-E1EB-4BF0-9E0F-650BE989D2BD}" srcOrd="2" destOrd="0" parTransId="{050698DE-6F5D-400B-9221-57B881101791}" sibTransId="{BD13382B-3E0A-48EE-8013-8E1FC064DEBA}"/>
    <dgm:cxn modelId="{9D1E1EA3-3C04-4398-BAB0-37B42EFAC366}" type="presOf" srcId="{61B1C569-6DA0-420C-829E-E53BFDB44B85}" destId="{70C81561-1BB4-43E0-9547-54360D0BA52A}" srcOrd="0" destOrd="0" presId="urn:microsoft.com/office/officeart/2005/8/layout/vList2"/>
    <dgm:cxn modelId="{5E4F29E1-FC39-40F8-B836-3E5843003AFD}" srcId="{65C3CB5B-F529-4809-9C66-93CCCEC83FAF}" destId="{D8D0A9D0-38D4-477E-A640-E787B8457C3A}" srcOrd="1" destOrd="0" parTransId="{F40D3BAC-E0ED-44F9-9FD5-0987FAA24A26}" sibTransId="{73B35BD8-8B50-4DC7-A461-671A232EDFC8}"/>
    <dgm:cxn modelId="{F021B2ED-F1CA-4FDC-88A2-089F1D99EDB5}" type="presOf" srcId="{AA746207-E1EB-4BF0-9E0F-650BE989D2BD}" destId="{D7E1F785-09F2-4945-8107-0D6CBDF1BC78}" srcOrd="0" destOrd="0" presId="urn:microsoft.com/office/officeart/2005/8/layout/vList2"/>
    <dgm:cxn modelId="{8564A8EF-1BE9-4905-88CA-1BE8675C7047}" type="presOf" srcId="{D8D0A9D0-38D4-477E-A640-E787B8457C3A}" destId="{C6D9EF20-0DF1-468C-91D0-4E1F6C3D63E2}" srcOrd="0" destOrd="0" presId="urn:microsoft.com/office/officeart/2005/8/layout/vList2"/>
    <dgm:cxn modelId="{BA44DC63-1B6F-4D6A-9B99-9FD20B7E18E9}" type="presParOf" srcId="{6DC276DD-4298-4C91-A6E7-73428E3DD2AC}" destId="{70C81561-1BB4-43E0-9547-54360D0BA52A}" srcOrd="0" destOrd="0" presId="urn:microsoft.com/office/officeart/2005/8/layout/vList2"/>
    <dgm:cxn modelId="{2C566A5D-4523-4B94-AE32-CDEF446C5603}" type="presParOf" srcId="{6DC276DD-4298-4C91-A6E7-73428E3DD2AC}" destId="{55F72D68-AC8D-454C-B8E4-066F50722DBE}" srcOrd="1" destOrd="0" presId="urn:microsoft.com/office/officeart/2005/8/layout/vList2"/>
    <dgm:cxn modelId="{A0FDA889-AED5-4861-81DB-8149B5AF1F04}" type="presParOf" srcId="{6DC276DD-4298-4C91-A6E7-73428E3DD2AC}" destId="{C6D9EF20-0DF1-468C-91D0-4E1F6C3D63E2}" srcOrd="2" destOrd="0" presId="urn:microsoft.com/office/officeart/2005/8/layout/vList2"/>
    <dgm:cxn modelId="{A290A53A-A4A6-4358-8BDF-4CCEA318FA83}" type="presParOf" srcId="{6DC276DD-4298-4C91-A6E7-73428E3DD2AC}" destId="{3B2444D8-9664-4F40-83D1-0101058A0764}" srcOrd="3" destOrd="0" presId="urn:microsoft.com/office/officeart/2005/8/layout/vList2"/>
    <dgm:cxn modelId="{A6BAD67D-D8CB-40BB-9401-B1A93CB04CE4}" type="presParOf" srcId="{6DC276DD-4298-4C91-A6E7-73428E3DD2AC}" destId="{D7E1F785-09F2-4945-8107-0D6CBDF1BC78}" srcOrd="4"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269BFDBD-CF8B-49C1-8E78-B9BA9DDC930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9162972F-4471-47AC-8AD5-8CD09E712ACD}">
      <dgm:prSet/>
      <dgm:spPr/>
      <dgm:t>
        <a:bodyPr/>
        <a:lstStyle/>
        <a:p>
          <a:r>
            <a:rPr lang="uk-UA" b="0" i="0"/>
            <a:t>скасування плати за житло й комунальні послуги</a:t>
          </a:r>
          <a:endParaRPr lang="uk-UA"/>
        </a:p>
      </dgm:t>
    </dgm:pt>
    <dgm:pt modelId="{B6D80426-C436-43CC-8B3A-177CD6F5013B}" type="parTrans" cxnId="{D30FA5F0-DB87-4E80-A77D-4D1E291FF126}">
      <dgm:prSet/>
      <dgm:spPr/>
      <dgm:t>
        <a:bodyPr/>
        <a:lstStyle/>
        <a:p>
          <a:endParaRPr lang="uk-UA"/>
        </a:p>
      </dgm:t>
    </dgm:pt>
    <dgm:pt modelId="{482F0673-C23A-41CB-AE37-2881D092E641}" type="sibTrans" cxnId="{D30FA5F0-DB87-4E80-A77D-4D1E291FF126}">
      <dgm:prSet/>
      <dgm:spPr/>
      <dgm:t>
        <a:bodyPr/>
        <a:lstStyle/>
        <a:p>
          <a:endParaRPr lang="uk-UA"/>
        </a:p>
      </dgm:t>
    </dgm:pt>
    <dgm:pt modelId="{16A32035-92FA-49E3-A9D8-E147CCD102AA}">
      <dgm:prSet/>
      <dgm:spPr/>
      <dgm:t>
        <a:bodyPr/>
        <a:lstStyle/>
        <a:p>
          <a:r>
            <a:rPr lang="uk-UA" b="0" i="0"/>
            <a:t>здійснення насильницької суцільної колективізації</a:t>
          </a:r>
          <a:endParaRPr lang="uk-UA"/>
        </a:p>
      </dgm:t>
    </dgm:pt>
    <dgm:pt modelId="{A828455B-5622-44CD-B0A1-2E7E606A2B35}" type="parTrans" cxnId="{05477A08-A050-42C5-BB6F-E4B5B7BC9CA7}">
      <dgm:prSet/>
      <dgm:spPr/>
      <dgm:t>
        <a:bodyPr/>
        <a:lstStyle/>
        <a:p>
          <a:endParaRPr lang="uk-UA"/>
        </a:p>
      </dgm:t>
    </dgm:pt>
    <dgm:pt modelId="{42B305F8-5391-4257-A595-0DAAFA19C81B}" type="sibTrans" cxnId="{05477A08-A050-42C5-BB6F-E4B5B7BC9CA7}">
      <dgm:prSet/>
      <dgm:spPr/>
      <dgm:t>
        <a:bodyPr/>
        <a:lstStyle/>
        <a:p>
          <a:endParaRPr lang="uk-UA"/>
        </a:p>
      </dgm:t>
    </dgm:pt>
    <dgm:pt modelId="{9D84F40B-7813-4A58-A981-E6CCB14AF9DC}">
      <dgm:prSet/>
      <dgm:spPr/>
      <dgm:t>
        <a:bodyPr/>
        <a:lstStyle/>
        <a:p>
          <a:r>
            <a:rPr lang="uk-UA" b="0" i="0"/>
            <a:t>уведення карткової системи розподілу продуктів</a:t>
          </a:r>
          <a:endParaRPr lang="uk-UA"/>
        </a:p>
      </dgm:t>
    </dgm:pt>
    <dgm:pt modelId="{D5F1F75C-07EF-43EA-9985-E9F74A3CA051}" type="parTrans" cxnId="{32C618CC-EC15-470C-AE3D-D17EAE39B868}">
      <dgm:prSet/>
      <dgm:spPr/>
      <dgm:t>
        <a:bodyPr/>
        <a:lstStyle/>
        <a:p>
          <a:endParaRPr lang="uk-UA"/>
        </a:p>
      </dgm:t>
    </dgm:pt>
    <dgm:pt modelId="{2A85EA20-63F9-4CAE-B6AC-F307E340AC1B}" type="sibTrans" cxnId="{32C618CC-EC15-470C-AE3D-D17EAE39B868}">
      <dgm:prSet/>
      <dgm:spPr/>
      <dgm:t>
        <a:bodyPr/>
        <a:lstStyle/>
        <a:p>
          <a:endParaRPr lang="uk-UA"/>
        </a:p>
      </dgm:t>
    </dgm:pt>
    <dgm:pt modelId="{F707282D-0A37-4584-8FBC-185E20F8535F}">
      <dgm:prSet/>
      <dgm:spPr/>
      <dgm:t>
        <a:bodyPr/>
        <a:lstStyle/>
        <a:p>
          <a:r>
            <a:rPr lang="uk-UA" b="0" i="0"/>
            <a:t>надання селянам права на продаж власної сільгосппродукції</a:t>
          </a:r>
          <a:endParaRPr lang="uk-UA"/>
        </a:p>
      </dgm:t>
    </dgm:pt>
    <dgm:pt modelId="{18060D37-F366-4E3B-B0F5-C797E1BA69B5}" type="parTrans" cxnId="{D4E8B0B6-A600-47A2-A982-7218CBA2ECFE}">
      <dgm:prSet/>
      <dgm:spPr/>
      <dgm:t>
        <a:bodyPr/>
        <a:lstStyle/>
        <a:p>
          <a:endParaRPr lang="uk-UA"/>
        </a:p>
      </dgm:t>
    </dgm:pt>
    <dgm:pt modelId="{B1291543-0945-4DB8-AD3D-9ECB01EB7608}" type="sibTrans" cxnId="{D4E8B0B6-A600-47A2-A982-7218CBA2ECFE}">
      <dgm:prSet/>
      <dgm:spPr/>
      <dgm:t>
        <a:bodyPr/>
        <a:lstStyle/>
        <a:p>
          <a:endParaRPr lang="uk-UA"/>
        </a:p>
      </dgm:t>
    </dgm:pt>
    <dgm:pt modelId="{0EB17499-DA1D-4718-827D-6BB887FCAC0E}" type="pres">
      <dgm:prSet presAssocID="{269BFDBD-CF8B-49C1-8E78-B9BA9DDC930B}" presName="linear" presStyleCnt="0">
        <dgm:presLayoutVars>
          <dgm:animLvl val="lvl"/>
          <dgm:resizeHandles val="exact"/>
        </dgm:presLayoutVars>
      </dgm:prSet>
      <dgm:spPr/>
    </dgm:pt>
    <dgm:pt modelId="{90E78046-220D-49D3-BC91-3CF22E3BCABC}" type="pres">
      <dgm:prSet presAssocID="{9162972F-4471-47AC-8AD5-8CD09E712ACD}" presName="parentText" presStyleLbl="node1" presStyleIdx="0" presStyleCnt="4">
        <dgm:presLayoutVars>
          <dgm:chMax val="0"/>
          <dgm:bulletEnabled val="1"/>
        </dgm:presLayoutVars>
      </dgm:prSet>
      <dgm:spPr/>
    </dgm:pt>
    <dgm:pt modelId="{4B1B52C8-FC4C-4621-9ADB-7E7F5C540046}" type="pres">
      <dgm:prSet presAssocID="{482F0673-C23A-41CB-AE37-2881D092E641}" presName="spacer" presStyleCnt="0"/>
      <dgm:spPr/>
    </dgm:pt>
    <dgm:pt modelId="{099414D7-B157-4E2A-AFC0-E39BD266E097}" type="pres">
      <dgm:prSet presAssocID="{16A32035-92FA-49E3-A9D8-E147CCD102AA}" presName="parentText" presStyleLbl="node1" presStyleIdx="1" presStyleCnt="4">
        <dgm:presLayoutVars>
          <dgm:chMax val="0"/>
          <dgm:bulletEnabled val="1"/>
        </dgm:presLayoutVars>
      </dgm:prSet>
      <dgm:spPr/>
    </dgm:pt>
    <dgm:pt modelId="{C89427B6-4823-4BEF-943C-BE2FB1BA5B25}" type="pres">
      <dgm:prSet presAssocID="{42B305F8-5391-4257-A595-0DAAFA19C81B}" presName="spacer" presStyleCnt="0"/>
      <dgm:spPr/>
    </dgm:pt>
    <dgm:pt modelId="{A04D6F9E-11DE-4637-895E-77FEF084CD63}" type="pres">
      <dgm:prSet presAssocID="{9D84F40B-7813-4A58-A981-E6CCB14AF9DC}" presName="parentText" presStyleLbl="node1" presStyleIdx="2" presStyleCnt="4">
        <dgm:presLayoutVars>
          <dgm:chMax val="0"/>
          <dgm:bulletEnabled val="1"/>
        </dgm:presLayoutVars>
      </dgm:prSet>
      <dgm:spPr/>
    </dgm:pt>
    <dgm:pt modelId="{7A26910F-D1E1-4013-9F6F-FD7A9DD674AE}" type="pres">
      <dgm:prSet presAssocID="{2A85EA20-63F9-4CAE-B6AC-F307E340AC1B}" presName="spacer" presStyleCnt="0"/>
      <dgm:spPr/>
    </dgm:pt>
    <dgm:pt modelId="{D203B2BF-3570-471C-B354-A0EC04E9449D}" type="pres">
      <dgm:prSet presAssocID="{F707282D-0A37-4584-8FBC-185E20F8535F}" presName="parentText" presStyleLbl="node1" presStyleIdx="3" presStyleCnt="4">
        <dgm:presLayoutVars>
          <dgm:chMax val="0"/>
          <dgm:bulletEnabled val="1"/>
        </dgm:presLayoutVars>
      </dgm:prSet>
      <dgm:spPr/>
    </dgm:pt>
  </dgm:ptLst>
  <dgm:cxnLst>
    <dgm:cxn modelId="{05477A08-A050-42C5-BB6F-E4B5B7BC9CA7}" srcId="{269BFDBD-CF8B-49C1-8E78-B9BA9DDC930B}" destId="{16A32035-92FA-49E3-A9D8-E147CCD102AA}" srcOrd="1" destOrd="0" parTransId="{A828455B-5622-44CD-B0A1-2E7E606A2B35}" sibTransId="{42B305F8-5391-4257-A595-0DAAFA19C81B}"/>
    <dgm:cxn modelId="{8CC59E47-F993-4577-8AC3-3C984F96E199}" type="presOf" srcId="{9162972F-4471-47AC-8AD5-8CD09E712ACD}" destId="{90E78046-220D-49D3-BC91-3CF22E3BCABC}" srcOrd="0" destOrd="0" presId="urn:microsoft.com/office/officeart/2005/8/layout/vList2"/>
    <dgm:cxn modelId="{160E7C52-F486-47B3-B6F0-101BCEC65192}" type="presOf" srcId="{269BFDBD-CF8B-49C1-8E78-B9BA9DDC930B}" destId="{0EB17499-DA1D-4718-827D-6BB887FCAC0E}" srcOrd="0" destOrd="0" presId="urn:microsoft.com/office/officeart/2005/8/layout/vList2"/>
    <dgm:cxn modelId="{ACE5D455-A314-4A60-8984-82CC248FB07B}" type="presOf" srcId="{9D84F40B-7813-4A58-A981-E6CCB14AF9DC}" destId="{A04D6F9E-11DE-4637-895E-77FEF084CD63}" srcOrd="0" destOrd="0" presId="urn:microsoft.com/office/officeart/2005/8/layout/vList2"/>
    <dgm:cxn modelId="{D4E8B0B6-A600-47A2-A982-7218CBA2ECFE}" srcId="{269BFDBD-CF8B-49C1-8E78-B9BA9DDC930B}" destId="{F707282D-0A37-4584-8FBC-185E20F8535F}" srcOrd="3" destOrd="0" parTransId="{18060D37-F366-4E3B-B0F5-C797E1BA69B5}" sibTransId="{B1291543-0945-4DB8-AD3D-9ECB01EB7608}"/>
    <dgm:cxn modelId="{4EA4FAC8-A7F6-426B-8DF7-7FC32BC23067}" type="presOf" srcId="{16A32035-92FA-49E3-A9D8-E147CCD102AA}" destId="{099414D7-B157-4E2A-AFC0-E39BD266E097}" srcOrd="0" destOrd="0" presId="urn:microsoft.com/office/officeart/2005/8/layout/vList2"/>
    <dgm:cxn modelId="{F4220FC9-19F2-4633-B11F-84BD9CE46CEA}" type="presOf" srcId="{F707282D-0A37-4584-8FBC-185E20F8535F}" destId="{D203B2BF-3570-471C-B354-A0EC04E9449D}" srcOrd="0" destOrd="0" presId="urn:microsoft.com/office/officeart/2005/8/layout/vList2"/>
    <dgm:cxn modelId="{32C618CC-EC15-470C-AE3D-D17EAE39B868}" srcId="{269BFDBD-CF8B-49C1-8E78-B9BA9DDC930B}" destId="{9D84F40B-7813-4A58-A981-E6CCB14AF9DC}" srcOrd="2" destOrd="0" parTransId="{D5F1F75C-07EF-43EA-9985-E9F74A3CA051}" sibTransId="{2A85EA20-63F9-4CAE-B6AC-F307E340AC1B}"/>
    <dgm:cxn modelId="{D30FA5F0-DB87-4E80-A77D-4D1E291FF126}" srcId="{269BFDBD-CF8B-49C1-8E78-B9BA9DDC930B}" destId="{9162972F-4471-47AC-8AD5-8CD09E712ACD}" srcOrd="0" destOrd="0" parTransId="{B6D80426-C436-43CC-8B3A-177CD6F5013B}" sibTransId="{482F0673-C23A-41CB-AE37-2881D092E641}"/>
    <dgm:cxn modelId="{55CCD125-5DA8-4D3B-8B0E-4D63F1A5083C}" type="presParOf" srcId="{0EB17499-DA1D-4718-827D-6BB887FCAC0E}" destId="{90E78046-220D-49D3-BC91-3CF22E3BCABC}" srcOrd="0" destOrd="0" presId="urn:microsoft.com/office/officeart/2005/8/layout/vList2"/>
    <dgm:cxn modelId="{8360F94B-E652-422B-A508-7B6F6C3EC7D0}" type="presParOf" srcId="{0EB17499-DA1D-4718-827D-6BB887FCAC0E}" destId="{4B1B52C8-FC4C-4621-9ADB-7E7F5C540046}" srcOrd="1" destOrd="0" presId="urn:microsoft.com/office/officeart/2005/8/layout/vList2"/>
    <dgm:cxn modelId="{F919A3FF-307C-42C3-A1FB-004F079CD96C}" type="presParOf" srcId="{0EB17499-DA1D-4718-827D-6BB887FCAC0E}" destId="{099414D7-B157-4E2A-AFC0-E39BD266E097}" srcOrd="2" destOrd="0" presId="urn:microsoft.com/office/officeart/2005/8/layout/vList2"/>
    <dgm:cxn modelId="{3CAC7711-B2D4-47A1-A01C-AFC80CE8B2E9}" type="presParOf" srcId="{0EB17499-DA1D-4718-827D-6BB887FCAC0E}" destId="{C89427B6-4823-4BEF-943C-BE2FB1BA5B25}" srcOrd="3" destOrd="0" presId="urn:microsoft.com/office/officeart/2005/8/layout/vList2"/>
    <dgm:cxn modelId="{1BCFD693-4C54-4EEE-97E0-818D191F8F14}" type="presParOf" srcId="{0EB17499-DA1D-4718-827D-6BB887FCAC0E}" destId="{A04D6F9E-11DE-4637-895E-77FEF084CD63}" srcOrd="4" destOrd="0" presId="urn:microsoft.com/office/officeart/2005/8/layout/vList2"/>
    <dgm:cxn modelId="{5F7C419B-5528-46E7-B758-E5F6F49C6BCC}" type="presParOf" srcId="{0EB17499-DA1D-4718-827D-6BB887FCAC0E}" destId="{7A26910F-D1E1-4013-9F6F-FD7A9DD674AE}" srcOrd="5" destOrd="0" presId="urn:microsoft.com/office/officeart/2005/8/layout/vList2"/>
    <dgm:cxn modelId="{87E277D5-FF77-4DBD-AB81-1916496ADDAA}" type="presParOf" srcId="{0EB17499-DA1D-4718-827D-6BB887FCAC0E}" destId="{D203B2BF-3570-471C-B354-A0EC04E9449D}"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39CCC9A6-608F-4B8C-8C3E-339E1550ADA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3A2F107F-DD48-4811-8628-093DEBA1D974}">
      <dgm:prSet/>
      <dgm:spPr/>
      <dgm:t>
        <a:bodyPr/>
        <a:lstStyle/>
        <a:p>
          <a:r>
            <a:rPr lang="uk-UA" b="0" i="0"/>
            <a:t>УНР за часів Української Центральної Ради.</a:t>
          </a:r>
          <a:endParaRPr lang="uk-UA"/>
        </a:p>
      </dgm:t>
    </dgm:pt>
    <dgm:pt modelId="{8AFFDBF4-F34D-40BA-BEA9-0EDDF40FBE2B}" type="parTrans" cxnId="{3DE38033-F51E-4664-83AC-4ADA28DD4C91}">
      <dgm:prSet/>
      <dgm:spPr/>
      <dgm:t>
        <a:bodyPr/>
        <a:lstStyle/>
        <a:p>
          <a:endParaRPr lang="uk-UA"/>
        </a:p>
      </dgm:t>
    </dgm:pt>
    <dgm:pt modelId="{574C2993-64A0-452D-9C34-6C791FE1F5AA}" type="sibTrans" cxnId="{3DE38033-F51E-4664-83AC-4ADA28DD4C91}">
      <dgm:prSet/>
      <dgm:spPr/>
      <dgm:t>
        <a:bodyPr/>
        <a:lstStyle/>
        <a:p>
          <a:endParaRPr lang="uk-UA"/>
        </a:p>
      </dgm:t>
    </dgm:pt>
    <dgm:pt modelId="{9D6223A3-AB4A-484A-A26C-BDAE56F73FD4}">
      <dgm:prSet/>
      <dgm:spPr/>
      <dgm:t>
        <a:bodyPr/>
        <a:lstStyle/>
        <a:p>
          <a:r>
            <a:rPr lang="uk-UA" b="0" i="0"/>
            <a:t>Української Держави гетьмана П. Скоропадського.</a:t>
          </a:r>
          <a:endParaRPr lang="uk-UA"/>
        </a:p>
      </dgm:t>
    </dgm:pt>
    <dgm:pt modelId="{31EFFBA3-4596-481F-B355-123B00169E89}" type="parTrans" cxnId="{6AE6E6E6-4F2F-4E3A-8A9A-FD3521F301C5}">
      <dgm:prSet/>
      <dgm:spPr/>
      <dgm:t>
        <a:bodyPr/>
        <a:lstStyle/>
        <a:p>
          <a:endParaRPr lang="uk-UA"/>
        </a:p>
      </dgm:t>
    </dgm:pt>
    <dgm:pt modelId="{165CDF90-9E0D-4746-A020-823E41056C5F}" type="sibTrans" cxnId="{6AE6E6E6-4F2F-4E3A-8A9A-FD3521F301C5}">
      <dgm:prSet/>
      <dgm:spPr/>
      <dgm:t>
        <a:bodyPr/>
        <a:lstStyle/>
        <a:p>
          <a:endParaRPr lang="uk-UA"/>
        </a:p>
      </dgm:t>
    </dgm:pt>
    <dgm:pt modelId="{8E33A08B-E3F2-490D-BA00-F843A83FF1BE}">
      <dgm:prSet/>
      <dgm:spPr/>
      <dgm:t>
        <a:bodyPr/>
        <a:lstStyle/>
        <a:p>
          <a:r>
            <a:rPr lang="uk-UA" b="0" i="0"/>
            <a:t>Української СРР за часів «воєнного комунізму».</a:t>
          </a:r>
          <a:endParaRPr lang="uk-UA"/>
        </a:p>
      </dgm:t>
    </dgm:pt>
    <dgm:pt modelId="{84709CC3-3429-47E3-B075-2E2B7A387D06}" type="parTrans" cxnId="{1461B2E2-BCB7-4A31-A69A-0428463D2432}">
      <dgm:prSet/>
      <dgm:spPr/>
      <dgm:t>
        <a:bodyPr/>
        <a:lstStyle/>
        <a:p>
          <a:endParaRPr lang="uk-UA"/>
        </a:p>
      </dgm:t>
    </dgm:pt>
    <dgm:pt modelId="{520B9299-48D7-457E-9734-85FC525EFB56}" type="sibTrans" cxnId="{1461B2E2-BCB7-4A31-A69A-0428463D2432}">
      <dgm:prSet/>
      <dgm:spPr/>
      <dgm:t>
        <a:bodyPr/>
        <a:lstStyle/>
        <a:p>
          <a:endParaRPr lang="uk-UA"/>
        </a:p>
      </dgm:t>
    </dgm:pt>
    <dgm:pt modelId="{1D45388D-854C-4D0C-A18F-F3B1FACC02E6}">
      <dgm:prSet/>
      <dgm:spPr/>
      <dgm:t>
        <a:bodyPr/>
        <a:lstStyle/>
        <a:p>
          <a:r>
            <a:rPr lang="uk-UA" b="0" i="0"/>
            <a:t>нової економічної політики в Українській СРР</a:t>
          </a:r>
          <a:endParaRPr lang="uk-UA"/>
        </a:p>
      </dgm:t>
    </dgm:pt>
    <dgm:pt modelId="{834214AE-EF51-4FA5-81B4-6BFBAA8B8910}" type="parTrans" cxnId="{F030FFFC-447E-4732-88AA-D71B3B6365CB}">
      <dgm:prSet/>
      <dgm:spPr/>
      <dgm:t>
        <a:bodyPr/>
        <a:lstStyle/>
        <a:p>
          <a:endParaRPr lang="uk-UA"/>
        </a:p>
      </dgm:t>
    </dgm:pt>
    <dgm:pt modelId="{7AED0405-E867-424E-A662-F0170A383242}" type="sibTrans" cxnId="{F030FFFC-447E-4732-88AA-D71B3B6365CB}">
      <dgm:prSet/>
      <dgm:spPr/>
      <dgm:t>
        <a:bodyPr/>
        <a:lstStyle/>
        <a:p>
          <a:endParaRPr lang="uk-UA"/>
        </a:p>
      </dgm:t>
    </dgm:pt>
    <dgm:pt modelId="{8BCE52DA-595C-49E8-B20F-E6C8FB53B063}" type="pres">
      <dgm:prSet presAssocID="{39CCC9A6-608F-4B8C-8C3E-339E1550ADAC}" presName="linear" presStyleCnt="0">
        <dgm:presLayoutVars>
          <dgm:animLvl val="lvl"/>
          <dgm:resizeHandles val="exact"/>
        </dgm:presLayoutVars>
      </dgm:prSet>
      <dgm:spPr/>
    </dgm:pt>
    <dgm:pt modelId="{325014FF-0496-4248-88F3-5E7AC291A8EC}" type="pres">
      <dgm:prSet presAssocID="{3A2F107F-DD48-4811-8628-093DEBA1D974}" presName="parentText" presStyleLbl="node1" presStyleIdx="0" presStyleCnt="4">
        <dgm:presLayoutVars>
          <dgm:chMax val="0"/>
          <dgm:bulletEnabled val="1"/>
        </dgm:presLayoutVars>
      </dgm:prSet>
      <dgm:spPr/>
    </dgm:pt>
    <dgm:pt modelId="{D9DE8D5A-6296-4FB1-9A92-A409BFA31C2C}" type="pres">
      <dgm:prSet presAssocID="{574C2993-64A0-452D-9C34-6C791FE1F5AA}" presName="spacer" presStyleCnt="0"/>
      <dgm:spPr/>
    </dgm:pt>
    <dgm:pt modelId="{15DBBFBE-68EA-41F8-97CD-E6D3575487FA}" type="pres">
      <dgm:prSet presAssocID="{9D6223A3-AB4A-484A-A26C-BDAE56F73FD4}" presName="parentText" presStyleLbl="node1" presStyleIdx="1" presStyleCnt="4">
        <dgm:presLayoutVars>
          <dgm:chMax val="0"/>
          <dgm:bulletEnabled val="1"/>
        </dgm:presLayoutVars>
      </dgm:prSet>
      <dgm:spPr/>
    </dgm:pt>
    <dgm:pt modelId="{D91815BA-F57E-4D67-9D5C-093E4C085954}" type="pres">
      <dgm:prSet presAssocID="{165CDF90-9E0D-4746-A020-823E41056C5F}" presName="spacer" presStyleCnt="0"/>
      <dgm:spPr/>
    </dgm:pt>
    <dgm:pt modelId="{989A28ED-1690-4ECC-A1A0-F9FE0F953597}" type="pres">
      <dgm:prSet presAssocID="{8E33A08B-E3F2-490D-BA00-F843A83FF1BE}" presName="parentText" presStyleLbl="node1" presStyleIdx="2" presStyleCnt="4">
        <dgm:presLayoutVars>
          <dgm:chMax val="0"/>
          <dgm:bulletEnabled val="1"/>
        </dgm:presLayoutVars>
      </dgm:prSet>
      <dgm:spPr/>
    </dgm:pt>
    <dgm:pt modelId="{33EB168F-BD32-47DB-A33E-9EA492967889}" type="pres">
      <dgm:prSet presAssocID="{520B9299-48D7-457E-9734-85FC525EFB56}" presName="spacer" presStyleCnt="0"/>
      <dgm:spPr/>
    </dgm:pt>
    <dgm:pt modelId="{5CEE10FD-FDDD-4C02-B457-7D1090BBBBA2}" type="pres">
      <dgm:prSet presAssocID="{1D45388D-854C-4D0C-A18F-F3B1FACC02E6}" presName="parentText" presStyleLbl="node1" presStyleIdx="3" presStyleCnt="4">
        <dgm:presLayoutVars>
          <dgm:chMax val="0"/>
          <dgm:bulletEnabled val="1"/>
        </dgm:presLayoutVars>
      </dgm:prSet>
      <dgm:spPr/>
    </dgm:pt>
  </dgm:ptLst>
  <dgm:cxnLst>
    <dgm:cxn modelId="{CF90DB0D-F33E-4003-83B3-08478CC5EC1D}" type="presOf" srcId="{3A2F107F-DD48-4811-8628-093DEBA1D974}" destId="{325014FF-0496-4248-88F3-5E7AC291A8EC}" srcOrd="0" destOrd="0" presId="urn:microsoft.com/office/officeart/2005/8/layout/vList2"/>
    <dgm:cxn modelId="{3DE38033-F51E-4664-83AC-4ADA28DD4C91}" srcId="{39CCC9A6-608F-4B8C-8C3E-339E1550ADAC}" destId="{3A2F107F-DD48-4811-8628-093DEBA1D974}" srcOrd="0" destOrd="0" parTransId="{8AFFDBF4-F34D-40BA-BEA9-0EDDF40FBE2B}" sibTransId="{574C2993-64A0-452D-9C34-6C791FE1F5AA}"/>
    <dgm:cxn modelId="{CDAED69F-E6AF-4DF1-A1E2-E439EC8B05B4}" type="presOf" srcId="{1D45388D-854C-4D0C-A18F-F3B1FACC02E6}" destId="{5CEE10FD-FDDD-4C02-B457-7D1090BBBBA2}" srcOrd="0" destOrd="0" presId="urn:microsoft.com/office/officeart/2005/8/layout/vList2"/>
    <dgm:cxn modelId="{9FE151BC-9928-411B-A117-39F005E099AF}" type="presOf" srcId="{9D6223A3-AB4A-484A-A26C-BDAE56F73FD4}" destId="{15DBBFBE-68EA-41F8-97CD-E6D3575487FA}" srcOrd="0" destOrd="0" presId="urn:microsoft.com/office/officeart/2005/8/layout/vList2"/>
    <dgm:cxn modelId="{5B49FED5-6990-49ED-9630-F1FF60F96D80}" type="presOf" srcId="{8E33A08B-E3F2-490D-BA00-F843A83FF1BE}" destId="{989A28ED-1690-4ECC-A1A0-F9FE0F953597}" srcOrd="0" destOrd="0" presId="urn:microsoft.com/office/officeart/2005/8/layout/vList2"/>
    <dgm:cxn modelId="{A611B4DD-2A99-491D-BB6F-0AEE808379C6}" type="presOf" srcId="{39CCC9A6-608F-4B8C-8C3E-339E1550ADAC}" destId="{8BCE52DA-595C-49E8-B20F-E6C8FB53B063}" srcOrd="0" destOrd="0" presId="urn:microsoft.com/office/officeart/2005/8/layout/vList2"/>
    <dgm:cxn modelId="{1461B2E2-BCB7-4A31-A69A-0428463D2432}" srcId="{39CCC9A6-608F-4B8C-8C3E-339E1550ADAC}" destId="{8E33A08B-E3F2-490D-BA00-F843A83FF1BE}" srcOrd="2" destOrd="0" parTransId="{84709CC3-3429-47E3-B075-2E2B7A387D06}" sibTransId="{520B9299-48D7-457E-9734-85FC525EFB56}"/>
    <dgm:cxn modelId="{6AE6E6E6-4F2F-4E3A-8A9A-FD3521F301C5}" srcId="{39CCC9A6-608F-4B8C-8C3E-339E1550ADAC}" destId="{9D6223A3-AB4A-484A-A26C-BDAE56F73FD4}" srcOrd="1" destOrd="0" parTransId="{31EFFBA3-4596-481F-B355-123B00169E89}" sibTransId="{165CDF90-9E0D-4746-A020-823E41056C5F}"/>
    <dgm:cxn modelId="{F030FFFC-447E-4732-88AA-D71B3B6365CB}" srcId="{39CCC9A6-608F-4B8C-8C3E-339E1550ADAC}" destId="{1D45388D-854C-4D0C-A18F-F3B1FACC02E6}" srcOrd="3" destOrd="0" parTransId="{834214AE-EF51-4FA5-81B4-6BFBAA8B8910}" sibTransId="{7AED0405-E867-424E-A662-F0170A383242}"/>
    <dgm:cxn modelId="{A52E5126-184B-452E-9D30-E1C11EC7E9AB}" type="presParOf" srcId="{8BCE52DA-595C-49E8-B20F-E6C8FB53B063}" destId="{325014FF-0496-4248-88F3-5E7AC291A8EC}" srcOrd="0" destOrd="0" presId="urn:microsoft.com/office/officeart/2005/8/layout/vList2"/>
    <dgm:cxn modelId="{CADCFDF2-97ED-4AC0-9A98-2334950E1E31}" type="presParOf" srcId="{8BCE52DA-595C-49E8-B20F-E6C8FB53B063}" destId="{D9DE8D5A-6296-4FB1-9A92-A409BFA31C2C}" srcOrd="1" destOrd="0" presId="urn:microsoft.com/office/officeart/2005/8/layout/vList2"/>
    <dgm:cxn modelId="{217FC00E-4EE9-4027-93B9-42A936A2AFDD}" type="presParOf" srcId="{8BCE52DA-595C-49E8-B20F-E6C8FB53B063}" destId="{15DBBFBE-68EA-41F8-97CD-E6D3575487FA}" srcOrd="2" destOrd="0" presId="urn:microsoft.com/office/officeart/2005/8/layout/vList2"/>
    <dgm:cxn modelId="{FDD11988-390A-4908-8092-C4536CF5F100}" type="presParOf" srcId="{8BCE52DA-595C-49E8-B20F-E6C8FB53B063}" destId="{D91815BA-F57E-4D67-9D5C-093E4C085954}" srcOrd="3" destOrd="0" presId="urn:microsoft.com/office/officeart/2005/8/layout/vList2"/>
    <dgm:cxn modelId="{B6E4AA0B-4D99-44C2-8F57-2AC35A69A87C}" type="presParOf" srcId="{8BCE52DA-595C-49E8-B20F-E6C8FB53B063}" destId="{989A28ED-1690-4ECC-A1A0-F9FE0F953597}" srcOrd="4" destOrd="0" presId="urn:microsoft.com/office/officeart/2005/8/layout/vList2"/>
    <dgm:cxn modelId="{07D3B1CB-1E7A-4DD0-8D30-FD75F268012A}" type="presParOf" srcId="{8BCE52DA-595C-49E8-B20F-E6C8FB53B063}" destId="{33EB168F-BD32-47DB-A33E-9EA492967889}" srcOrd="5" destOrd="0" presId="urn:microsoft.com/office/officeart/2005/8/layout/vList2"/>
    <dgm:cxn modelId="{38820C14-FDEC-46E3-B6EC-16DE79671672}" type="presParOf" srcId="{8BCE52DA-595C-49E8-B20F-E6C8FB53B063}" destId="{5CEE10FD-FDDD-4C02-B457-7D1090BBBBA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2EA081AE-D701-4DF2-AFA7-B377FDC4983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FA13BDBC-F882-4C2B-9F75-ADCB4FFC86E7}">
      <dgm:prSet/>
      <dgm:spPr/>
      <dgm:t>
        <a:bodyPr/>
        <a:lstStyle/>
        <a:p>
          <a:r>
            <a:rPr lang="ru-RU" b="0" i="0"/>
            <a:t>відбувалася в період нової економічної політики.</a:t>
          </a:r>
          <a:endParaRPr lang="uk-UA"/>
        </a:p>
      </dgm:t>
    </dgm:pt>
    <dgm:pt modelId="{03BC2244-36F1-4F1C-88C9-0A614435E57A}" type="parTrans" cxnId="{C9100399-FF98-4615-8E3A-F2C93D464DA8}">
      <dgm:prSet/>
      <dgm:spPr/>
      <dgm:t>
        <a:bodyPr/>
        <a:lstStyle/>
        <a:p>
          <a:endParaRPr lang="uk-UA"/>
        </a:p>
      </dgm:t>
    </dgm:pt>
    <dgm:pt modelId="{64D65DAC-3B92-484B-BE38-B92B37267A1E}" type="sibTrans" cxnId="{C9100399-FF98-4615-8E3A-F2C93D464DA8}">
      <dgm:prSet/>
      <dgm:spPr/>
      <dgm:t>
        <a:bodyPr/>
        <a:lstStyle/>
        <a:p>
          <a:endParaRPr lang="uk-UA"/>
        </a:p>
      </dgm:t>
    </dgm:pt>
    <dgm:pt modelId="{6D891303-FA5E-45A9-B3DE-B043CD8EF8D2}">
      <dgm:prSet/>
      <dgm:spPr/>
      <dgm:t>
        <a:bodyPr/>
        <a:lstStyle/>
        <a:p>
          <a:r>
            <a:rPr lang="ru-RU" b="0" i="0"/>
            <a:t>супроводжувалася судовим процесом у «справі СВУ».</a:t>
          </a:r>
          <a:endParaRPr lang="uk-UA"/>
        </a:p>
      </dgm:t>
    </dgm:pt>
    <dgm:pt modelId="{27DDF36A-ACC6-47F0-8F5C-70AF1797ECC9}" type="parTrans" cxnId="{2D36809D-93F4-4C9B-9C86-C9C1F9DC62B3}">
      <dgm:prSet/>
      <dgm:spPr/>
      <dgm:t>
        <a:bodyPr/>
        <a:lstStyle/>
        <a:p>
          <a:endParaRPr lang="uk-UA"/>
        </a:p>
      </dgm:t>
    </dgm:pt>
    <dgm:pt modelId="{7EC72786-3297-4978-B06A-C6E41FEACCA4}" type="sibTrans" cxnId="{2D36809D-93F4-4C9B-9C86-C9C1F9DC62B3}">
      <dgm:prSet/>
      <dgm:spPr/>
      <dgm:t>
        <a:bodyPr/>
        <a:lstStyle/>
        <a:p>
          <a:endParaRPr lang="uk-UA"/>
        </a:p>
      </dgm:t>
    </dgm:pt>
    <dgm:pt modelId="{45659B37-408C-4B1D-91E1-97C2CEE30F9C}">
      <dgm:prSet/>
      <dgm:spPr/>
      <dgm:t>
        <a:bodyPr/>
        <a:lstStyle/>
        <a:p>
          <a:r>
            <a:rPr lang="ru-RU" b="0" i="0"/>
            <a:t>стала наслідком Голодомору (1932-1933 рр.).</a:t>
          </a:r>
          <a:endParaRPr lang="uk-UA"/>
        </a:p>
      </dgm:t>
    </dgm:pt>
    <dgm:pt modelId="{FD7163C0-9F3E-49E3-B97D-67B3E0FDB7DE}" type="parTrans" cxnId="{696D6790-E84B-493A-9EBC-6197D3FEA0B7}">
      <dgm:prSet/>
      <dgm:spPr/>
      <dgm:t>
        <a:bodyPr/>
        <a:lstStyle/>
        <a:p>
          <a:endParaRPr lang="uk-UA"/>
        </a:p>
      </dgm:t>
    </dgm:pt>
    <dgm:pt modelId="{836EE148-F4A1-4F53-B83F-AD64DC62A88C}" type="sibTrans" cxnId="{696D6790-E84B-493A-9EBC-6197D3FEA0B7}">
      <dgm:prSet/>
      <dgm:spPr/>
      <dgm:t>
        <a:bodyPr/>
        <a:lstStyle/>
        <a:p>
          <a:endParaRPr lang="uk-UA"/>
        </a:p>
      </dgm:t>
    </dgm:pt>
    <dgm:pt modelId="{7785DE78-604C-458F-AD97-1078E16AFB6E}">
      <dgm:prSet/>
      <dgm:spPr/>
      <dgm:t>
        <a:bodyPr/>
        <a:lstStyle/>
        <a:p>
          <a:r>
            <a:rPr lang="ru-RU" b="0" i="0"/>
            <a:t>започаткувала «Великий терор» (1937-1938 рр.).</a:t>
          </a:r>
          <a:endParaRPr lang="uk-UA"/>
        </a:p>
      </dgm:t>
    </dgm:pt>
    <dgm:pt modelId="{67F6425F-D8C0-4A77-AB1A-9BBCA2558699}" type="parTrans" cxnId="{2FA518C0-2F33-4C35-B2D2-E7EAEC79AF35}">
      <dgm:prSet/>
      <dgm:spPr/>
      <dgm:t>
        <a:bodyPr/>
        <a:lstStyle/>
        <a:p>
          <a:endParaRPr lang="uk-UA"/>
        </a:p>
      </dgm:t>
    </dgm:pt>
    <dgm:pt modelId="{67E0119B-3DC6-467C-9F4C-1920AF6CE778}" type="sibTrans" cxnId="{2FA518C0-2F33-4C35-B2D2-E7EAEC79AF35}">
      <dgm:prSet/>
      <dgm:spPr/>
      <dgm:t>
        <a:bodyPr/>
        <a:lstStyle/>
        <a:p>
          <a:endParaRPr lang="uk-UA"/>
        </a:p>
      </dgm:t>
    </dgm:pt>
    <dgm:pt modelId="{76264B61-0F73-4BFA-A191-BF5696F417C8}" type="pres">
      <dgm:prSet presAssocID="{2EA081AE-D701-4DF2-AFA7-B377FDC49832}" presName="linear" presStyleCnt="0">
        <dgm:presLayoutVars>
          <dgm:animLvl val="lvl"/>
          <dgm:resizeHandles val="exact"/>
        </dgm:presLayoutVars>
      </dgm:prSet>
      <dgm:spPr/>
    </dgm:pt>
    <dgm:pt modelId="{3F46A398-7E3E-47F0-B91F-C712916C5AD3}" type="pres">
      <dgm:prSet presAssocID="{FA13BDBC-F882-4C2B-9F75-ADCB4FFC86E7}" presName="parentText" presStyleLbl="node1" presStyleIdx="0" presStyleCnt="4">
        <dgm:presLayoutVars>
          <dgm:chMax val="0"/>
          <dgm:bulletEnabled val="1"/>
        </dgm:presLayoutVars>
      </dgm:prSet>
      <dgm:spPr/>
    </dgm:pt>
    <dgm:pt modelId="{1334B226-D03A-4AC3-9EE8-E057D0CEF994}" type="pres">
      <dgm:prSet presAssocID="{64D65DAC-3B92-484B-BE38-B92B37267A1E}" presName="spacer" presStyleCnt="0"/>
      <dgm:spPr/>
    </dgm:pt>
    <dgm:pt modelId="{80260E07-F13C-4C4B-A6AF-3E4CFE08BF15}" type="pres">
      <dgm:prSet presAssocID="{6D891303-FA5E-45A9-B3DE-B043CD8EF8D2}" presName="parentText" presStyleLbl="node1" presStyleIdx="1" presStyleCnt="4">
        <dgm:presLayoutVars>
          <dgm:chMax val="0"/>
          <dgm:bulletEnabled val="1"/>
        </dgm:presLayoutVars>
      </dgm:prSet>
      <dgm:spPr/>
    </dgm:pt>
    <dgm:pt modelId="{66B764D3-E013-4359-9BF0-9ACC74AC1718}" type="pres">
      <dgm:prSet presAssocID="{7EC72786-3297-4978-B06A-C6E41FEACCA4}" presName="spacer" presStyleCnt="0"/>
      <dgm:spPr/>
    </dgm:pt>
    <dgm:pt modelId="{FC187323-9ECB-4301-AAEE-4DDE6834886F}" type="pres">
      <dgm:prSet presAssocID="{45659B37-408C-4B1D-91E1-97C2CEE30F9C}" presName="parentText" presStyleLbl="node1" presStyleIdx="2" presStyleCnt="4">
        <dgm:presLayoutVars>
          <dgm:chMax val="0"/>
          <dgm:bulletEnabled val="1"/>
        </dgm:presLayoutVars>
      </dgm:prSet>
      <dgm:spPr/>
    </dgm:pt>
    <dgm:pt modelId="{806CC9B9-893B-42E1-ACB7-60886E9165B3}" type="pres">
      <dgm:prSet presAssocID="{836EE148-F4A1-4F53-B83F-AD64DC62A88C}" presName="spacer" presStyleCnt="0"/>
      <dgm:spPr/>
    </dgm:pt>
    <dgm:pt modelId="{30F21333-9230-4C51-AC73-CB1CC446DF27}" type="pres">
      <dgm:prSet presAssocID="{7785DE78-604C-458F-AD97-1078E16AFB6E}" presName="parentText" presStyleLbl="node1" presStyleIdx="3" presStyleCnt="4">
        <dgm:presLayoutVars>
          <dgm:chMax val="0"/>
          <dgm:bulletEnabled val="1"/>
        </dgm:presLayoutVars>
      </dgm:prSet>
      <dgm:spPr/>
    </dgm:pt>
  </dgm:ptLst>
  <dgm:cxnLst>
    <dgm:cxn modelId="{4CC93913-1580-41DA-BA65-2C2A480C9E21}" type="presOf" srcId="{6D891303-FA5E-45A9-B3DE-B043CD8EF8D2}" destId="{80260E07-F13C-4C4B-A6AF-3E4CFE08BF15}" srcOrd="0" destOrd="0" presId="urn:microsoft.com/office/officeart/2005/8/layout/vList2"/>
    <dgm:cxn modelId="{8C0CC954-4055-406F-A4DD-2CD04AF435BC}" type="presOf" srcId="{7785DE78-604C-458F-AD97-1078E16AFB6E}" destId="{30F21333-9230-4C51-AC73-CB1CC446DF27}" srcOrd="0" destOrd="0" presId="urn:microsoft.com/office/officeart/2005/8/layout/vList2"/>
    <dgm:cxn modelId="{4522D77D-F39F-408D-A818-41242AFF860D}" type="presOf" srcId="{FA13BDBC-F882-4C2B-9F75-ADCB4FFC86E7}" destId="{3F46A398-7E3E-47F0-B91F-C712916C5AD3}" srcOrd="0" destOrd="0" presId="urn:microsoft.com/office/officeart/2005/8/layout/vList2"/>
    <dgm:cxn modelId="{C4CFB480-3281-48F5-9219-FFECDF2A0D11}" type="presOf" srcId="{2EA081AE-D701-4DF2-AFA7-B377FDC49832}" destId="{76264B61-0F73-4BFA-A191-BF5696F417C8}" srcOrd="0" destOrd="0" presId="urn:microsoft.com/office/officeart/2005/8/layout/vList2"/>
    <dgm:cxn modelId="{696D6790-E84B-493A-9EBC-6197D3FEA0B7}" srcId="{2EA081AE-D701-4DF2-AFA7-B377FDC49832}" destId="{45659B37-408C-4B1D-91E1-97C2CEE30F9C}" srcOrd="2" destOrd="0" parTransId="{FD7163C0-9F3E-49E3-B97D-67B3E0FDB7DE}" sibTransId="{836EE148-F4A1-4F53-B83F-AD64DC62A88C}"/>
    <dgm:cxn modelId="{C9100399-FF98-4615-8E3A-F2C93D464DA8}" srcId="{2EA081AE-D701-4DF2-AFA7-B377FDC49832}" destId="{FA13BDBC-F882-4C2B-9F75-ADCB4FFC86E7}" srcOrd="0" destOrd="0" parTransId="{03BC2244-36F1-4F1C-88C9-0A614435E57A}" sibTransId="{64D65DAC-3B92-484B-BE38-B92B37267A1E}"/>
    <dgm:cxn modelId="{2D36809D-93F4-4C9B-9C86-C9C1F9DC62B3}" srcId="{2EA081AE-D701-4DF2-AFA7-B377FDC49832}" destId="{6D891303-FA5E-45A9-B3DE-B043CD8EF8D2}" srcOrd="1" destOrd="0" parTransId="{27DDF36A-ACC6-47F0-8F5C-70AF1797ECC9}" sibTransId="{7EC72786-3297-4978-B06A-C6E41FEACCA4}"/>
    <dgm:cxn modelId="{2FA518C0-2F33-4C35-B2D2-E7EAEC79AF35}" srcId="{2EA081AE-D701-4DF2-AFA7-B377FDC49832}" destId="{7785DE78-604C-458F-AD97-1078E16AFB6E}" srcOrd="3" destOrd="0" parTransId="{67F6425F-D8C0-4A77-AB1A-9BBCA2558699}" sibTransId="{67E0119B-3DC6-467C-9F4C-1920AF6CE778}"/>
    <dgm:cxn modelId="{6B875BC8-3D0A-4F79-A2AD-D05EDD56137D}" type="presOf" srcId="{45659B37-408C-4B1D-91E1-97C2CEE30F9C}" destId="{FC187323-9ECB-4301-AAEE-4DDE6834886F}" srcOrd="0" destOrd="0" presId="urn:microsoft.com/office/officeart/2005/8/layout/vList2"/>
    <dgm:cxn modelId="{174C93FF-D8CB-49AE-8298-6A8B73BAD91F}" type="presParOf" srcId="{76264B61-0F73-4BFA-A191-BF5696F417C8}" destId="{3F46A398-7E3E-47F0-B91F-C712916C5AD3}" srcOrd="0" destOrd="0" presId="urn:microsoft.com/office/officeart/2005/8/layout/vList2"/>
    <dgm:cxn modelId="{D85692BC-01B3-49E3-9389-451E5177B039}" type="presParOf" srcId="{76264B61-0F73-4BFA-A191-BF5696F417C8}" destId="{1334B226-D03A-4AC3-9EE8-E057D0CEF994}" srcOrd="1" destOrd="0" presId="urn:microsoft.com/office/officeart/2005/8/layout/vList2"/>
    <dgm:cxn modelId="{86FA969B-31BF-4162-9425-64418E08954F}" type="presParOf" srcId="{76264B61-0F73-4BFA-A191-BF5696F417C8}" destId="{80260E07-F13C-4C4B-A6AF-3E4CFE08BF15}" srcOrd="2" destOrd="0" presId="urn:microsoft.com/office/officeart/2005/8/layout/vList2"/>
    <dgm:cxn modelId="{C4808B4E-643A-40B1-8CDF-C91193C626A1}" type="presParOf" srcId="{76264B61-0F73-4BFA-A191-BF5696F417C8}" destId="{66B764D3-E013-4359-9BF0-9ACC74AC1718}" srcOrd="3" destOrd="0" presId="urn:microsoft.com/office/officeart/2005/8/layout/vList2"/>
    <dgm:cxn modelId="{E5B84BED-A5C6-4C87-AE63-B3E5DFD920B2}" type="presParOf" srcId="{76264B61-0F73-4BFA-A191-BF5696F417C8}" destId="{FC187323-9ECB-4301-AAEE-4DDE6834886F}" srcOrd="4" destOrd="0" presId="urn:microsoft.com/office/officeart/2005/8/layout/vList2"/>
    <dgm:cxn modelId="{0E74D6F8-2753-49FB-B9CE-3551060C6E1C}" type="presParOf" srcId="{76264B61-0F73-4BFA-A191-BF5696F417C8}" destId="{806CC9B9-893B-42E1-ACB7-60886E9165B3}" srcOrd="5" destOrd="0" presId="urn:microsoft.com/office/officeart/2005/8/layout/vList2"/>
    <dgm:cxn modelId="{52BAB66A-162C-4F7C-BF7C-D65A1BCA6CA0}" type="presParOf" srcId="{76264B61-0F73-4BFA-A191-BF5696F417C8}" destId="{30F21333-9230-4C51-AC73-CB1CC446DF27}"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2CA4C925-5B92-49A8-B716-FC35C19F2FEF}"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EB79CC32-910A-4AF2-B211-41BE7EB9FA86}">
      <dgm:prSet/>
      <dgm:spPr/>
      <dgm:t>
        <a:bodyPr/>
        <a:lstStyle/>
        <a:p>
          <a:r>
            <a:rPr lang="uk-UA" b="0" i="0"/>
            <a:t>кооперація.</a:t>
          </a:r>
          <a:endParaRPr lang="uk-UA"/>
        </a:p>
      </dgm:t>
    </dgm:pt>
    <dgm:pt modelId="{A629108E-C207-4365-A9FE-3545E7398A07}" type="parTrans" cxnId="{E0EF1A4F-E0D7-4940-AB2A-3D42BF6CAF6F}">
      <dgm:prSet/>
      <dgm:spPr/>
      <dgm:t>
        <a:bodyPr/>
        <a:lstStyle/>
        <a:p>
          <a:endParaRPr lang="uk-UA"/>
        </a:p>
      </dgm:t>
    </dgm:pt>
    <dgm:pt modelId="{7C191759-D046-4E16-9C4F-41A9BC47E0C1}" type="sibTrans" cxnId="{E0EF1A4F-E0D7-4940-AB2A-3D42BF6CAF6F}">
      <dgm:prSet/>
      <dgm:spPr/>
      <dgm:t>
        <a:bodyPr/>
        <a:lstStyle/>
        <a:p>
          <a:endParaRPr lang="uk-UA"/>
        </a:p>
      </dgm:t>
    </dgm:pt>
    <dgm:pt modelId="{F36FC075-B71D-46B4-B2A9-D2CBEF73C3B8}">
      <dgm:prSet/>
      <dgm:spPr/>
      <dgm:t>
        <a:bodyPr/>
        <a:lstStyle/>
        <a:p>
          <a:r>
            <a:rPr lang="uk-UA" b="0" i="0"/>
            <a:t>монополізація.</a:t>
          </a:r>
          <a:endParaRPr lang="uk-UA"/>
        </a:p>
      </dgm:t>
    </dgm:pt>
    <dgm:pt modelId="{AA6AEE76-311B-44BC-A0E3-8AC466EA4996}" type="parTrans" cxnId="{0680C1B7-E4CD-40FB-9708-7A5DEC62A139}">
      <dgm:prSet/>
      <dgm:spPr/>
      <dgm:t>
        <a:bodyPr/>
        <a:lstStyle/>
        <a:p>
          <a:endParaRPr lang="uk-UA"/>
        </a:p>
      </dgm:t>
    </dgm:pt>
    <dgm:pt modelId="{1FBC1DF1-6B05-4B4E-B91D-62B6AF1C5212}" type="sibTrans" cxnId="{0680C1B7-E4CD-40FB-9708-7A5DEC62A139}">
      <dgm:prSet/>
      <dgm:spPr/>
      <dgm:t>
        <a:bodyPr/>
        <a:lstStyle/>
        <a:p>
          <a:endParaRPr lang="uk-UA"/>
        </a:p>
      </dgm:t>
    </dgm:pt>
    <dgm:pt modelId="{8F025F92-BC5C-4D20-B0F1-131216D42587}">
      <dgm:prSet/>
      <dgm:spPr/>
      <dgm:t>
        <a:bodyPr/>
        <a:lstStyle/>
        <a:p>
          <a:r>
            <a:rPr lang="uk-UA" b="0" i="0"/>
            <a:t>націоналізація.</a:t>
          </a:r>
          <a:endParaRPr lang="uk-UA"/>
        </a:p>
      </dgm:t>
    </dgm:pt>
    <dgm:pt modelId="{00BC33E2-21F6-4EAC-8737-06CD8BB81FBE}" type="parTrans" cxnId="{AB3DB396-B817-4A6F-B7D8-D7ACB38F10BB}">
      <dgm:prSet/>
      <dgm:spPr/>
      <dgm:t>
        <a:bodyPr/>
        <a:lstStyle/>
        <a:p>
          <a:endParaRPr lang="uk-UA"/>
        </a:p>
      </dgm:t>
    </dgm:pt>
    <dgm:pt modelId="{483F1FA0-D604-4298-A027-6A3E77816E55}" type="sibTrans" cxnId="{AB3DB396-B817-4A6F-B7D8-D7ACB38F10BB}">
      <dgm:prSet/>
      <dgm:spPr/>
      <dgm:t>
        <a:bodyPr/>
        <a:lstStyle/>
        <a:p>
          <a:endParaRPr lang="uk-UA"/>
        </a:p>
      </dgm:t>
    </dgm:pt>
    <dgm:pt modelId="{728C59B2-1939-47D5-B99C-20FC53E1858F}">
      <dgm:prSet/>
      <dgm:spPr/>
      <dgm:t>
        <a:bodyPr/>
        <a:lstStyle/>
        <a:p>
          <a:r>
            <a:rPr lang="uk-UA" b="0" i="0"/>
            <a:t>концентрація.</a:t>
          </a:r>
          <a:endParaRPr lang="uk-UA"/>
        </a:p>
      </dgm:t>
    </dgm:pt>
    <dgm:pt modelId="{B78E477D-A9A7-4664-AB92-C6D9737C2EE6}" type="parTrans" cxnId="{194027D9-29C8-4361-BA2C-C7B63B54F53A}">
      <dgm:prSet/>
      <dgm:spPr/>
      <dgm:t>
        <a:bodyPr/>
        <a:lstStyle/>
        <a:p>
          <a:endParaRPr lang="uk-UA"/>
        </a:p>
      </dgm:t>
    </dgm:pt>
    <dgm:pt modelId="{38558F4D-9A0F-44BA-B9F4-B3A717B6A1D7}" type="sibTrans" cxnId="{194027D9-29C8-4361-BA2C-C7B63B54F53A}">
      <dgm:prSet/>
      <dgm:spPr/>
      <dgm:t>
        <a:bodyPr/>
        <a:lstStyle/>
        <a:p>
          <a:endParaRPr lang="uk-UA"/>
        </a:p>
      </dgm:t>
    </dgm:pt>
    <dgm:pt modelId="{A15801CD-D4DF-44EE-8C80-71E811B3B3E3}" type="pres">
      <dgm:prSet presAssocID="{2CA4C925-5B92-49A8-B716-FC35C19F2FEF}" presName="linearFlow" presStyleCnt="0">
        <dgm:presLayoutVars>
          <dgm:dir/>
          <dgm:resizeHandles val="exact"/>
        </dgm:presLayoutVars>
      </dgm:prSet>
      <dgm:spPr/>
    </dgm:pt>
    <dgm:pt modelId="{6A41AC78-42D5-4293-8110-0DB1339000A6}" type="pres">
      <dgm:prSet presAssocID="{EB79CC32-910A-4AF2-B211-41BE7EB9FA86}" presName="composite" presStyleCnt="0"/>
      <dgm:spPr/>
    </dgm:pt>
    <dgm:pt modelId="{A9B35DE7-B759-47F5-9081-6B41419392F3}" type="pres">
      <dgm:prSet presAssocID="{EB79CC32-910A-4AF2-B211-41BE7EB9FA86}" presName="imgShp" presStyleLbl="fgImgPlace1" presStyleIdx="0" presStyleCnt="4"/>
      <dgm:spPr/>
    </dgm:pt>
    <dgm:pt modelId="{361A3CCD-E030-4EAC-A3B9-701791A8D740}" type="pres">
      <dgm:prSet presAssocID="{EB79CC32-910A-4AF2-B211-41BE7EB9FA86}" presName="txShp" presStyleLbl="node1" presStyleIdx="0" presStyleCnt="4">
        <dgm:presLayoutVars>
          <dgm:bulletEnabled val="1"/>
        </dgm:presLayoutVars>
      </dgm:prSet>
      <dgm:spPr/>
    </dgm:pt>
    <dgm:pt modelId="{6605CC8B-0129-46A5-93AE-144DB8183521}" type="pres">
      <dgm:prSet presAssocID="{7C191759-D046-4E16-9C4F-41A9BC47E0C1}" presName="spacing" presStyleCnt="0"/>
      <dgm:spPr/>
    </dgm:pt>
    <dgm:pt modelId="{AA618C1F-BF5B-4334-8776-C8E33A7796F6}" type="pres">
      <dgm:prSet presAssocID="{F36FC075-B71D-46B4-B2A9-D2CBEF73C3B8}" presName="composite" presStyleCnt="0"/>
      <dgm:spPr/>
    </dgm:pt>
    <dgm:pt modelId="{29B9EDF5-6C67-4F8B-BCCA-DF8DBB8487DD}" type="pres">
      <dgm:prSet presAssocID="{F36FC075-B71D-46B4-B2A9-D2CBEF73C3B8}" presName="imgShp" presStyleLbl="fgImgPlace1" presStyleIdx="1" presStyleCnt="4"/>
      <dgm:spPr/>
    </dgm:pt>
    <dgm:pt modelId="{20D51C34-18E9-4429-9C97-21838225C0A7}" type="pres">
      <dgm:prSet presAssocID="{F36FC075-B71D-46B4-B2A9-D2CBEF73C3B8}" presName="txShp" presStyleLbl="node1" presStyleIdx="1" presStyleCnt="4">
        <dgm:presLayoutVars>
          <dgm:bulletEnabled val="1"/>
        </dgm:presLayoutVars>
      </dgm:prSet>
      <dgm:spPr/>
    </dgm:pt>
    <dgm:pt modelId="{8A9FADB7-3DA3-49E6-9A17-67DF587EF6F1}" type="pres">
      <dgm:prSet presAssocID="{1FBC1DF1-6B05-4B4E-B91D-62B6AF1C5212}" presName="spacing" presStyleCnt="0"/>
      <dgm:spPr/>
    </dgm:pt>
    <dgm:pt modelId="{69DA13C0-11CB-4CBD-943F-7DF34B487917}" type="pres">
      <dgm:prSet presAssocID="{8F025F92-BC5C-4D20-B0F1-131216D42587}" presName="composite" presStyleCnt="0"/>
      <dgm:spPr/>
    </dgm:pt>
    <dgm:pt modelId="{A4D8EAAD-FE7F-471E-A1FC-C884F634E7EF}" type="pres">
      <dgm:prSet presAssocID="{8F025F92-BC5C-4D20-B0F1-131216D42587}" presName="imgShp" presStyleLbl="fgImgPlace1" presStyleIdx="2" presStyleCnt="4"/>
      <dgm:spPr/>
    </dgm:pt>
    <dgm:pt modelId="{88A0FE27-D5A3-4366-80ED-65BDAC94B1E9}" type="pres">
      <dgm:prSet presAssocID="{8F025F92-BC5C-4D20-B0F1-131216D42587}" presName="txShp" presStyleLbl="node1" presStyleIdx="2" presStyleCnt="4">
        <dgm:presLayoutVars>
          <dgm:bulletEnabled val="1"/>
        </dgm:presLayoutVars>
      </dgm:prSet>
      <dgm:spPr/>
    </dgm:pt>
    <dgm:pt modelId="{497E70A4-5844-4981-B210-D4851DD6C2A7}" type="pres">
      <dgm:prSet presAssocID="{483F1FA0-D604-4298-A027-6A3E77816E55}" presName="spacing" presStyleCnt="0"/>
      <dgm:spPr/>
    </dgm:pt>
    <dgm:pt modelId="{AEE404F7-8403-4858-AF76-7A259343ED84}" type="pres">
      <dgm:prSet presAssocID="{728C59B2-1939-47D5-B99C-20FC53E1858F}" presName="composite" presStyleCnt="0"/>
      <dgm:spPr/>
    </dgm:pt>
    <dgm:pt modelId="{23169A45-D848-4C3C-A5BE-CB437E9DFA11}" type="pres">
      <dgm:prSet presAssocID="{728C59B2-1939-47D5-B99C-20FC53E1858F}" presName="imgShp" presStyleLbl="fgImgPlace1" presStyleIdx="3" presStyleCnt="4"/>
      <dgm:spPr/>
    </dgm:pt>
    <dgm:pt modelId="{86692E09-D4AF-408C-954E-583EAF85C03E}" type="pres">
      <dgm:prSet presAssocID="{728C59B2-1939-47D5-B99C-20FC53E1858F}" presName="txShp" presStyleLbl="node1" presStyleIdx="3" presStyleCnt="4">
        <dgm:presLayoutVars>
          <dgm:bulletEnabled val="1"/>
        </dgm:presLayoutVars>
      </dgm:prSet>
      <dgm:spPr/>
    </dgm:pt>
  </dgm:ptLst>
  <dgm:cxnLst>
    <dgm:cxn modelId="{5220F637-4388-437E-B5E0-1B4F91D09923}" type="presOf" srcId="{728C59B2-1939-47D5-B99C-20FC53E1858F}" destId="{86692E09-D4AF-408C-954E-583EAF85C03E}" srcOrd="0" destOrd="0" presId="urn:microsoft.com/office/officeart/2005/8/layout/vList3"/>
    <dgm:cxn modelId="{1835B142-4BCD-40DD-9B01-1C10CC99E832}" type="presOf" srcId="{8F025F92-BC5C-4D20-B0F1-131216D42587}" destId="{88A0FE27-D5A3-4366-80ED-65BDAC94B1E9}" srcOrd="0" destOrd="0" presId="urn:microsoft.com/office/officeart/2005/8/layout/vList3"/>
    <dgm:cxn modelId="{D2C50D65-9BBE-48C1-8CDB-9C22EAFDD151}" type="presOf" srcId="{F36FC075-B71D-46B4-B2A9-D2CBEF73C3B8}" destId="{20D51C34-18E9-4429-9C97-21838225C0A7}" srcOrd="0" destOrd="0" presId="urn:microsoft.com/office/officeart/2005/8/layout/vList3"/>
    <dgm:cxn modelId="{E0EF1A4F-E0D7-4940-AB2A-3D42BF6CAF6F}" srcId="{2CA4C925-5B92-49A8-B716-FC35C19F2FEF}" destId="{EB79CC32-910A-4AF2-B211-41BE7EB9FA86}" srcOrd="0" destOrd="0" parTransId="{A629108E-C207-4365-A9FE-3545E7398A07}" sibTransId="{7C191759-D046-4E16-9C4F-41A9BC47E0C1}"/>
    <dgm:cxn modelId="{AB3DB396-B817-4A6F-B7D8-D7ACB38F10BB}" srcId="{2CA4C925-5B92-49A8-B716-FC35C19F2FEF}" destId="{8F025F92-BC5C-4D20-B0F1-131216D42587}" srcOrd="2" destOrd="0" parTransId="{00BC33E2-21F6-4EAC-8737-06CD8BB81FBE}" sibTransId="{483F1FA0-D604-4298-A027-6A3E77816E55}"/>
    <dgm:cxn modelId="{0680C1B7-E4CD-40FB-9708-7A5DEC62A139}" srcId="{2CA4C925-5B92-49A8-B716-FC35C19F2FEF}" destId="{F36FC075-B71D-46B4-B2A9-D2CBEF73C3B8}" srcOrd="1" destOrd="0" parTransId="{AA6AEE76-311B-44BC-A0E3-8AC466EA4996}" sibTransId="{1FBC1DF1-6B05-4B4E-B91D-62B6AF1C5212}"/>
    <dgm:cxn modelId="{194027D9-29C8-4361-BA2C-C7B63B54F53A}" srcId="{2CA4C925-5B92-49A8-B716-FC35C19F2FEF}" destId="{728C59B2-1939-47D5-B99C-20FC53E1858F}" srcOrd="3" destOrd="0" parTransId="{B78E477D-A9A7-4664-AB92-C6D9737C2EE6}" sibTransId="{38558F4D-9A0F-44BA-B9F4-B3A717B6A1D7}"/>
    <dgm:cxn modelId="{E71AC0DF-5818-4DAC-8041-BDC5256206B0}" type="presOf" srcId="{2CA4C925-5B92-49A8-B716-FC35C19F2FEF}" destId="{A15801CD-D4DF-44EE-8C80-71E811B3B3E3}" srcOrd="0" destOrd="0" presId="urn:microsoft.com/office/officeart/2005/8/layout/vList3"/>
    <dgm:cxn modelId="{CFA225F8-8654-47B5-B666-B57EEC64B414}" type="presOf" srcId="{EB79CC32-910A-4AF2-B211-41BE7EB9FA86}" destId="{361A3CCD-E030-4EAC-A3B9-701791A8D740}" srcOrd="0" destOrd="0" presId="urn:microsoft.com/office/officeart/2005/8/layout/vList3"/>
    <dgm:cxn modelId="{2F8E7DA6-71C4-46A3-ABB0-B68DEABC1E43}" type="presParOf" srcId="{A15801CD-D4DF-44EE-8C80-71E811B3B3E3}" destId="{6A41AC78-42D5-4293-8110-0DB1339000A6}" srcOrd="0" destOrd="0" presId="urn:microsoft.com/office/officeart/2005/8/layout/vList3"/>
    <dgm:cxn modelId="{39A16A25-B769-4821-B00E-960AB24B2FE4}" type="presParOf" srcId="{6A41AC78-42D5-4293-8110-0DB1339000A6}" destId="{A9B35DE7-B759-47F5-9081-6B41419392F3}" srcOrd="0" destOrd="0" presId="urn:microsoft.com/office/officeart/2005/8/layout/vList3"/>
    <dgm:cxn modelId="{7E7E56A7-F3BD-44EA-A1D2-CA6C3297E1C6}" type="presParOf" srcId="{6A41AC78-42D5-4293-8110-0DB1339000A6}" destId="{361A3CCD-E030-4EAC-A3B9-701791A8D740}" srcOrd="1" destOrd="0" presId="urn:microsoft.com/office/officeart/2005/8/layout/vList3"/>
    <dgm:cxn modelId="{C4673E5F-8954-484C-A58D-B9033E2536B8}" type="presParOf" srcId="{A15801CD-D4DF-44EE-8C80-71E811B3B3E3}" destId="{6605CC8B-0129-46A5-93AE-144DB8183521}" srcOrd="1" destOrd="0" presId="urn:microsoft.com/office/officeart/2005/8/layout/vList3"/>
    <dgm:cxn modelId="{81778DF1-923D-469F-8B2D-FAB319DA7885}" type="presParOf" srcId="{A15801CD-D4DF-44EE-8C80-71E811B3B3E3}" destId="{AA618C1F-BF5B-4334-8776-C8E33A7796F6}" srcOrd="2" destOrd="0" presId="urn:microsoft.com/office/officeart/2005/8/layout/vList3"/>
    <dgm:cxn modelId="{3E9970A0-5931-44CC-B5A0-5B6CD3D0E506}" type="presParOf" srcId="{AA618C1F-BF5B-4334-8776-C8E33A7796F6}" destId="{29B9EDF5-6C67-4F8B-BCCA-DF8DBB8487DD}" srcOrd="0" destOrd="0" presId="urn:microsoft.com/office/officeart/2005/8/layout/vList3"/>
    <dgm:cxn modelId="{8F0E16E0-3B57-451E-9352-3CAE6CC864E8}" type="presParOf" srcId="{AA618C1F-BF5B-4334-8776-C8E33A7796F6}" destId="{20D51C34-18E9-4429-9C97-21838225C0A7}" srcOrd="1" destOrd="0" presId="urn:microsoft.com/office/officeart/2005/8/layout/vList3"/>
    <dgm:cxn modelId="{DF1650F4-DB67-48D3-BF06-1928E232423F}" type="presParOf" srcId="{A15801CD-D4DF-44EE-8C80-71E811B3B3E3}" destId="{8A9FADB7-3DA3-49E6-9A17-67DF587EF6F1}" srcOrd="3" destOrd="0" presId="urn:microsoft.com/office/officeart/2005/8/layout/vList3"/>
    <dgm:cxn modelId="{81CFFC79-5661-4C29-9574-608125A4BDAA}" type="presParOf" srcId="{A15801CD-D4DF-44EE-8C80-71E811B3B3E3}" destId="{69DA13C0-11CB-4CBD-943F-7DF34B487917}" srcOrd="4" destOrd="0" presId="urn:microsoft.com/office/officeart/2005/8/layout/vList3"/>
    <dgm:cxn modelId="{F2B06C2D-1899-4E55-82EE-7B9013089566}" type="presParOf" srcId="{69DA13C0-11CB-4CBD-943F-7DF34B487917}" destId="{A4D8EAAD-FE7F-471E-A1FC-C884F634E7EF}" srcOrd="0" destOrd="0" presId="urn:microsoft.com/office/officeart/2005/8/layout/vList3"/>
    <dgm:cxn modelId="{1F212AB4-7AEE-4513-B54B-CE9102946561}" type="presParOf" srcId="{69DA13C0-11CB-4CBD-943F-7DF34B487917}" destId="{88A0FE27-D5A3-4366-80ED-65BDAC94B1E9}" srcOrd="1" destOrd="0" presId="urn:microsoft.com/office/officeart/2005/8/layout/vList3"/>
    <dgm:cxn modelId="{7613EA72-6103-4D81-8BC2-0958E9A0C90A}" type="presParOf" srcId="{A15801CD-D4DF-44EE-8C80-71E811B3B3E3}" destId="{497E70A4-5844-4981-B210-D4851DD6C2A7}" srcOrd="5" destOrd="0" presId="urn:microsoft.com/office/officeart/2005/8/layout/vList3"/>
    <dgm:cxn modelId="{2EE53F1E-0815-4A7F-A7F9-CFA50F30FE9A}" type="presParOf" srcId="{A15801CD-D4DF-44EE-8C80-71E811B3B3E3}" destId="{AEE404F7-8403-4858-AF76-7A259343ED84}" srcOrd="6" destOrd="0" presId="urn:microsoft.com/office/officeart/2005/8/layout/vList3"/>
    <dgm:cxn modelId="{5EF70A60-C165-477B-8E84-5B99CAFF3175}" type="presParOf" srcId="{AEE404F7-8403-4858-AF76-7A259343ED84}" destId="{23169A45-D848-4C3C-A5BE-CB437E9DFA11}" srcOrd="0" destOrd="0" presId="urn:microsoft.com/office/officeart/2005/8/layout/vList3"/>
    <dgm:cxn modelId="{AD8CEFA1-B9E0-461F-95B3-400268526299}" type="presParOf" srcId="{AEE404F7-8403-4858-AF76-7A259343ED84}" destId="{86692E09-D4AF-408C-954E-583EAF85C03E}"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45476AF5-45E9-42B8-9B9C-593EEB31454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BEE97B3A-A65E-4D65-94FB-3914E7F378FD}">
      <dgm:prSet/>
      <dgm:spPr/>
      <dgm:t>
        <a:bodyPr/>
        <a:lstStyle/>
        <a:p>
          <a:r>
            <a:rPr lang="uk-UA" b="0" i="0"/>
            <a:t>поширення різних форм кооперації</a:t>
          </a:r>
          <a:endParaRPr lang="uk-UA"/>
        </a:p>
      </dgm:t>
    </dgm:pt>
    <dgm:pt modelId="{ADBC9F9A-1DDD-4789-A95E-C3C4E39D9DC7}" type="parTrans" cxnId="{A956A617-0CE7-4634-A664-3B90F09A4F2D}">
      <dgm:prSet/>
      <dgm:spPr/>
      <dgm:t>
        <a:bodyPr/>
        <a:lstStyle/>
        <a:p>
          <a:endParaRPr lang="uk-UA"/>
        </a:p>
      </dgm:t>
    </dgm:pt>
    <dgm:pt modelId="{EBCEE357-F98D-4C80-916B-0DC0C2488A21}" type="sibTrans" cxnId="{A956A617-0CE7-4634-A664-3B90F09A4F2D}">
      <dgm:prSet/>
      <dgm:spPr/>
      <dgm:t>
        <a:bodyPr/>
        <a:lstStyle/>
        <a:p>
          <a:endParaRPr lang="uk-UA"/>
        </a:p>
      </dgm:t>
    </dgm:pt>
    <dgm:pt modelId="{AC9570B8-3BD6-41A5-AEA0-6AA002CBB7F5}">
      <dgm:prSet/>
      <dgm:spPr/>
      <dgm:t>
        <a:bodyPr/>
        <a:lstStyle/>
        <a:p>
          <a:r>
            <a:rPr lang="uk-UA" b="0" i="0"/>
            <a:t>запровадження продрозверстки</a:t>
          </a:r>
          <a:endParaRPr lang="uk-UA"/>
        </a:p>
      </dgm:t>
    </dgm:pt>
    <dgm:pt modelId="{033C3D69-25A1-47A2-A684-BB9085F39D23}" type="parTrans" cxnId="{B7902CF5-157B-4DCB-90F9-9CA52C562F18}">
      <dgm:prSet/>
      <dgm:spPr/>
      <dgm:t>
        <a:bodyPr/>
        <a:lstStyle/>
        <a:p>
          <a:endParaRPr lang="uk-UA"/>
        </a:p>
      </dgm:t>
    </dgm:pt>
    <dgm:pt modelId="{8519745C-3948-4C8C-B8C7-4A3C660DE6D7}" type="sibTrans" cxnId="{B7902CF5-157B-4DCB-90F9-9CA52C562F18}">
      <dgm:prSet/>
      <dgm:spPr/>
      <dgm:t>
        <a:bodyPr/>
        <a:lstStyle/>
        <a:p>
          <a:endParaRPr lang="uk-UA"/>
        </a:p>
      </dgm:t>
    </dgm:pt>
    <dgm:pt modelId="{A5DF5FA4-F1E5-421E-AD2F-8561DB2E9520}">
      <dgm:prSet/>
      <dgm:spPr/>
      <dgm:t>
        <a:bodyPr/>
        <a:lstStyle/>
        <a:p>
          <a:r>
            <a:rPr lang="uk-UA" b="0" i="0"/>
            <a:t>мілітаризація праці</a:t>
          </a:r>
          <a:endParaRPr lang="uk-UA"/>
        </a:p>
      </dgm:t>
    </dgm:pt>
    <dgm:pt modelId="{A3FED499-7336-49FE-9CA2-2DFB25B1D58E}" type="parTrans" cxnId="{D3A78EB4-2F97-4ECA-ACF1-E1ED88D93920}">
      <dgm:prSet/>
      <dgm:spPr/>
      <dgm:t>
        <a:bodyPr/>
        <a:lstStyle/>
        <a:p>
          <a:endParaRPr lang="uk-UA"/>
        </a:p>
      </dgm:t>
    </dgm:pt>
    <dgm:pt modelId="{51B32493-118D-497E-8116-A03EC089C538}" type="sibTrans" cxnId="{D3A78EB4-2F97-4ECA-ACF1-E1ED88D93920}">
      <dgm:prSet/>
      <dgm:spPr/>
      <dgm:t>
        <a:bodyPr/>
        <a:lstStyle/>
        <a:p>
          <a:endParaRPr lang="uk-UA"/>
        </a:p>
      </dgm:t>
    </dgm:pt>
    <dgm:pt modelId="{F26B8E62-C128-4D6B-B43B-A1B485718B5D}">
      <dgm:prSet/>
      <dgm:spPr/>
      <dgm:t>
        <a:bodyPr/>
        <a:lstStyle/>
        <a:p>
          <a:r>
            <a:rPr lang="uk-UA" b="0" i="0"/>
            <a:t>відновлення кредитно-банківської системи</a:t>
          </a:r>
          <a:endParaRPr lang="uk-UA"/>
        </a:p>
      </dgm:t>
    </dgm:pt>
    <dgm:pt modelId="{B099CA1F-8E46-4CD2-99AB-3E116FFE461B}" type="parTrans" cxnId="{6CB9D873-DC0A-404D-98FC-C66B472822D1}">
      <dgm:prSet/>
      <dgm:spPr/>
      <dgm:t>
        <a:bodyPr/>
        <a:lstStyle/>
        <a:p>
          <a:endParaRPr lang="uk-UA"/>
        </a:p>
      </dgm:t>
    </dgm:pt>
    <dgm:pt modelId="{DDBF0F80-F4BF-4029-B280-65018EA1B428}" type="sibTrans" cxnId="{6CB9D873-DC0A-404D-98FC-C66B472822D1}">
      <dgm:prSet/>
      <dgm:spPr/>
      <dgm:t>
        <a:bodyPr/>
        <a:lstStyle/>
        <a:p>
          <a:endParaRPr lang="uk-UA"/>
        </a:p>
      </dgm:t>
    </dgm:pt>
    <dgm:pt modelId="{BAE7F8C0-5AE2-4BA7-B340-E2DEE366B546}" type="pres">
      <dgm:prSet presAssocID="{45476AF5-45E9-42B8-9B9C-593EEB314544}" presName="linear" presStyleCnt="0">
        <dgm:presLayoutVars>
          <dgm:animLvl val="lvl"/>
          <dgm:resizeHandles val="exact"/>
        </dgm:presLayoutVars>
      </dgm:prSet>
      <dgm:spPr/>
    </dgm:pt>
    <dgm:pt modelId="{37A6BEEA-4B65-4085-AEAF-DC5B9B21878B}" type="pres">
      <dgm:prSet presAssocID="{BEE97B3A-A65E-4D65-94FB-3914E7F378FD}" presName="parentText" presStyleLbl="node1" presStyleIdx="0" presStyleCnt="4">
        <dgm:presLayoutVars>
          <dgm:chMax val="0"/>
          <dgm:bulletEnabled val="1"/>
        </dgm:presLayoutVars>
      </dgm:prSet>
      <dgm:spPr/>
    </dgm:pt>
    <dgm:pt modelId="{0784F08A-3DD6-451C-8D46-080D662FC1E7}" type="pres">
      <dgm:prSet presAssocID="{EBCEE357-F98D-4C80-916B-0DC0C2488A21}" presName="spacer" presStyleCnt="0"/>
      <dgm:spPr/>
    </dgm:pt>
    <dgm:pt modelId="{CD15253F-157D-42FD-9AF4-D392BA7E9A2C}" type="pres">
      <dgm:prSet presAssocID="{AC9570B8-3BD6-41A5-AEA0-6AA002CBB7F5}" presName="parentText" presStyleLbl="node1" presStyleIdx="1" presStyleCnt="4">
        <dgm:presLayoutVars>
          <dgm:chMax val="0"/>
          <dgm:bulletEnabled val="1"/>
        </dgm:presLayoutVars>
      </dgm:prSet>
      <dgm:spPr/>
    </dgm:pt>
    <dgm:pt modelId="{78439877-214F-48B6-A333-7D8664118050}" type="pres">
      <dgm:prSet presAssocID="{8519745C-3948-4C8C-B8C7-4A3C660DE6D7}" presName="spacer" presStyleCnt="0"/>
      <dgm:spPr/>
    </dgm:pt>
    <dgm:pt modelId="{EB597F53-8CE8-4F5D-8D5D-C3E75CB43E46}" type="pres">
      <dgm:prSet presAssocID="{A5DF5FA4-F1E5-421E-AD2F-8561DB2E9520}" presName="parentText" presStyleLbl="node1" presStyleIdx="2" presStyleCnt="4">
        <dgm:presLayoutVars>
          <dgm:chMax val="0"/>
          <dgm:bulletEnabled val="1"/>
        </dgm:presLayoutVars>
      </dgm:prSet>
      <dgm:spPr/>
    </dgm:pt>
    <dgm:pt modelId="{4561F9F7-947E-4110-ACB0-A8C2D389FA09}" type="pres">
      <dgm:prSet presAssocID="{51B32493-118D-497E-8116-A03EC089C538}" presName="spacer" presStyleCnt="0"/>
      <dgm:spPr/>
    </dgm:pt>
    <dgm:pt modelId="{1439BF96-1E0F-4F63-9D64-9F479E1EDE36}" type="pres">
      <dgm:prSet presAssocID="{F26B8E62-C128-4D6B-B43B-A1B485718B5D}" presName="parentText" presStyleLbl="node1" presStyleIdx="3" presStyleCnt="4">
        <dgm:presLayoutVars>
          <dgm:chMax val="0"/>
          <dgm:bulletEnabled val="1"/>
        </dgm:presLayoutVars>
      </dgm:prSet>
      <dgm:spPr/>
    </dgm:pt>
  </dgm:ptLst>
  <dgm:cxnLst>
    <dgm:cxn modelId="{A956A617-0CE7-4634-A664-3B90F09A4F2D}" srcId="{45476AF5-45E9-42B8-9B9C-593EEB314544}" destId="{BEE97B3A-A65E-4D65-94FB-3914E7F378FD}" srcOrd="0" destOrd="0" parTransId="{ADBC9F9A-1DDD-4789-A95E-C3C4E39D9DC7}" sibTransId="{EBCEE357-F98D-4C80-916B-0DC0C2488A21}"/>
    <dgm:cxn modelId="{696DEE29-A457-40F3-BE3F-35FF25388E99}" type="presOf" srcId="{45476AF5-45E9-42B8-9B9C-593EEB314544}" destId="{BAE7F8C0-5AE2-4BA7-B340-E2DEE366B546}" srcOrd="0" destOrd="0" presId="urn:microsoft.com/office/officeart/2005/8/layout/vList2"/>
    <dgm:cxn modelId="{9DA23237-17A1-4F78-A03A-3E20ACBB94E8}" type="presOf" srcId="{A5DF5FA4-F1E5-421E-AD2F-8561DB2E9520}" destId="{EB597F53-8CE8-4F5D-8D5D-C3E75CB43E46}" srcOrd="0" destOrd="0" presId="urn:microsoft.com/office/officeart/2005/8/layout/vList2"/>
    <dgm:cxn modelId="{6CB9D873-DC0A-404D-98FC-C66B472822D1}" srcId="{45476AF5-45E9-42B8-9B9C-593EEB314544}" destId="{F26B8E62-C128-4D6B-B43B-A1B485718B5D}" srcOrd="3" destOrd="0" parTransId="{B099CA1F-8E46-4CD2-99AB-3E116FFE461B}" sibTransId="{DDBF0F80-F4BF-4029-B280-65018EA1B428}"/>
    <dgm:cxn modelId="{52014878-456E-44FE-AAB5-6EBD65FB82CD}" type="presOf" srcId="{F26B8E62-C128-4D6B-B43B-A1B485718B5D}" destId="{1439BF96-1E0F-4F63-9D64-9F479E1EDE36}" srcOrd="0" destOrd="0" presId="urn:microsoft.com/office/officeart/2005/8/layout/vList2"/>
    <dgm:cxn modelId="{D3A78EB4-2F97-4ECA-ACF1-E1ED88D93920}" srcId="{45476AF5-45E9-42B8-9B9C-593EEB314544}" destId="{A5DF5FA4-F1E5-421E-AD2F-8561DB2E9520}" srcOrd="2" destOrd="0" parTransId="{A3FED499-7336-49FE-9CA2-2DFB25B1D58E}" sibTransId="{51B32493-118D-497E-8116-A03EC089C538}"/>
    <dgm:cxn modelId="{FDCE5FD2-EC08-45C9-BEEF-59B1EA12AC5F}" type="presOf" srcId="{BEE97B3A-A65E-4D65-94FB-3914E7F378FD}" destId="{37A6BEEA-4B65-4085-AEAF-DC5B9B21878B}" srcOrd="0" destOrd="0" presId="urn:microsoft.com/office/officeart/2005/8/layout/vList2"/>
    <dgm:cxn modelId="{A24D8ADC-B5B6-4311-9955-8D72EE95000E}" type="presOf" srcId="{AC9570B8-3BD6-41A5-AEA0-6AA002CBB7F5}" destId="{CD15253F-157D-42FD-9AF4-D392BA7E9A2C}" srcOrd="0" destOrd="0" presId="urn:microsoft.com/office/officeart/2005/8/layout/vList2"/>
    <dgm:cxn modelId="{B7902CF5-157B-4DCB-90F9-9CA52C562F18}" srcId="{45476AF5-45E9-42B8-9B9C-593EEB314544}" destId="{AC9570B8-3BD6-41A5-AEA0-6AA002CBB7F5}" srcOrd="1" destOrd="0" parTransId="{033C3D69-25A1-47A2-A684-BB9085F39D23}" sibTransId="{8519745C-3948-4C8C-B8C7-4A3C660DE6D7}"/>
    <dgm:cxn modelId="{99EF3026-89BD-4818-8A8E-97FDC9D147E0}" type="presParOf" srcId="{BAE7F8C0-5AE2-4BA7-B340-E2DEE366B546}" destId="{37A6BEEA-4B65-4085-AEAF-DC5B9B21878B}" srcOrd="0" destOrd="0" presId="urn:microsoft.com/office/officeart/2005/8/layout/vList2"/>
    <dgm:cxn modelId="{0C748A2E-6414-434E-B4AA-0E93E69615E2}" type="presParOf" srcId="{BAE7F8C0-5AE2-4BA7-B340-E2DEE366B546}" destId="{0784F08A-3DD6-451C-8D46-080D662FC1E7}" srcOrd="1" destOrd="0" presId="urn:microsoft.com/office/officeart/2005/8/layout/vList2"/>
    <dgm:cxn modelId="{F8EAF45A-74AF-44AD-8C48-88548D41AFC0}" type="presParOf" srcId="{BAE7F8C0-5AE2-4BA7-B340-E2DEE366B546}" destId="{CD15253F-157D-42FD-9AF4-D392BA7E9A2C}" srcOrd="2" destOrd="0" presId="urn:microsoft.com/office/officeart/2005/8/layout/vList2"/>
    <dgm:cxn modelId="{52594874-F528-41EF-9C0F-CB96236029BA}" type="presParOf" srcId="{BAE7F8C0-5AE2-4BA7-B340-E2DEE366B546}" destId="{78439877-214F-48B6-A333-7D8664118050}" srcOrd="3" destOrd="0" presId="urn:microsoft.com/office/officeart/2005/8/layout/vList2"/>
    <dgm:cxn modelId="{35836D77-1522-4524-90D0-E28D859F4E17}" type="presParOf" srcId="{BAE7F8C0-5AE2-4BA7-B340-E2DEE366B546}" destId="{EB597F53-8CE8-4F5D-8D5D-C3E75CB43E46}" srcOrd="4" destOrd="0" presId="urn:microsoft.com/office/officeart/2005/8/layout/vList2"/>
    <dgm:cxn modelId="{E4CEAF83-8C39-4079-93EB-9A38DEBE34EF}" type="presParOf" srcId="{BAE7F8C0-5AE2-4BA7-B340-E2DEE366B546}" destId="{4561F9F7-947E-4110-ACB0-A8C2D389FA09}" srcOrd="5" destOrd="0" presId="urn:microsoft.com/office/officeart/2005/8/layout/vList2"/>
    <dgm:cxn modelId="{F62425A6-CC6C-40BC-8BF5-CD36DDA825C2}" type="presParOf" srcId="{BAE7F8C0-5AE2-4BA7-B340-E2DEE366B546}" destId="{1439BF96-1E0F-4F63-9D64-9F479E1EDE36}"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20551032-14FD-47AA-AB5B-781C020EB94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3CD7BAC-BBA5-4B50-ABB0-7CC101E7A3B7}">
      <dgm:prSet/>
      <dgm:spPr/>
      <dgm:t>
        <a:bodyPr/>
        <a:lstStyle/>
        <a:p>
          <a:r>
            <a:rPr lang="uk-UA" b="0" i="0"/>
            <a:t>збереження державної монополії зовнішньої торгівлі</a:t>
          </a:r>
          <a:endParaRPr lang="uk-UA"/>
        </a:p>
      </dgm:t>
    </dgm:pt>
    <dgm:pt modelId="{10A26E07-E0DB-4333-8C6B-82D7E3FF5D21}" type="parTrans" cxnId="{70E36BC6-3809-4C97-8E1B-D08B112982FD}">
      <dgm:prSet/>
      <dgm:spPr/>
      <dgm:t>
        <a:bodyPr/>
        <a:lstStyle/>
        <a:p>
          <a:endParaRPr lang="uk-UA"/>
        </a:p>
      </dgm:t>
    </dgm:pt>
    <dgm:pt modelId="{441D82F5-1F72-48C6-B585-00A7E46CB7F5}" type="sibTrans" cxnId="{70E36BC6-3809-4C97-8E1B-D08B112982FD}">
      <dgm:prSet/>
      <dgm:spPr/>
      <dgm:t>
        <a:bodyPr/>
        <a:lstStyle/>
        <a:p>
          <a:endParaRPr lang="uk-UA"/>
        </a:p>
      </dgm:t>
    </dgm:pt>
    <dgm:pt modelId="{3FFEB540-8FFC-4297-B3D9-6D8DBA2E9AB1}">
      <dgm:prSet/>
      <dgm:spPr/>
      <dgm:t>
        <a:bodyPr/>
        <a:lstStyle/>
        <a:p>
          <a:r>
            <a:rPr lang="uk-UA" b="0" i="0"/>
            <a:t>розпуск колгоспів і радгоспів</a:t>
          </a:r>
          <a:endParaRPr lang="uk-UA"/>
        </a:p>
      </dgm:t>
    </dgm:pt>
    <dgm:pt modelId="{E3A2958C-24B0-4DC1-A533-D7287260D6B9}" type="parTrans" cxnId="{A96609F3-6AD0-406E-8A26-ED0EEA7BC825}">
      <dgm:prSet/>
      <dgm:spPr/>
      <dgm:t>
        <a:bodyPr/>
        <a:lstStyle/>
        <a:p>
          <a:endParaRPr lang="uk-UA"/>
        </a:p>
      </dgm:t>
    </dgm:pt>
    <dgm:pt modelId="{2D14985C-E4C1-4A6B-A5BA-DA79A1EA595A}" type="sibTrans" cxnId="{A96609F3-6AD0-406E-8A26-ED0EEA7BC825}">
      <dgm:prSet/>
      <dgm:spPr/>
      <dgm:t>
        <a:bodyPr/>
        <a:lstStyle/>
        <a:p>
          <a:endParaRPr lang="uk-UA"/>
        </a:p>
      </dgm:t>
    </dgm:pt>
    <dgm:pt modelId="{C36236D4-E055-4D00-AD40-98090D915B29}">
      <dgm:prSet/>
      <dgm:spPr/>
      <dgm:t>
        <a:bodyPr/>
        <a:lstStyle/>
        <a:p>
          <a:r>
            <a:rPr lang="uk-UA" b="0" i="0"/>
            <a:t>денаціоналізація важкої промисловості</a:t>
          </a:r>
          <a:endParaRPr lang="uk-UA"/>
        </a:p>
      </dgm:t>
    </dgm:pt>
    <dgm:pt modelId="{2F50BC63-973F-4472-8876-D0ED75DDD9B2}" type="parTrans" cxnId="{E49A19B6-83B7-427E-AA66-D75B72A54887}">
      <dgm:prSet/>
      <dgm:spPr/>
      <dgm:t>
        <a:bodyPr/>
        <a:lstStyle/>
        <a:p>
          <a:endParaRPr lang="uk-UA"/>
        </a:p>
      </dgm:t>
    </dgm:pt>
    <dgm:pt modelId="{646948E3-981D-464E-8359-A4F5190F27B9}" type="sibTrans" cxnId="{E49A19B6-83B7-427E-AA66-D75B72A54887}">
      <dgm:prSet/>
      <dgm:spPr/>
      <dgm:t>
        <a:bodyPr/>
        <a:lstStyle/>
        <a:p>
          <a:endParaRPr lang="uk-UA"/>
        </a:p>
      </dgm:t>
    </dgm:pt>
    <dgm:pt modelId="{8F16E351-E454-49FA-A512-B6C1CC3E1258}" type="pres">
      <dgm:prSet presAssocID="{20551032-14FD-47AA-AB5B-781C020EB94B}" presName="linear" presStyleCnt="0">
        <dgm:presLayoutVars>
          <dgm:animLvl val="lvl"/>
          <dgm:resizeHandles val="exact"/>
        </dgm:presLayoutVars>
      </dgm:prSet>
      <dgm:spPr/>
    </dgm:pt>
    <dgm:pt modelId="{EA46AB11-3961-43C6-82EA-C4AF7F6031A5}" type="pres">
      <dgm:prSet presAssocID="{63CD7BAC-BBA5-4B50-ABB0-7CC101E7A3B7}" presName="parentText" presStyleLbl="node1" presStyleIdx="0" presStyleCnt="3">
        <dgm:presLayoutVars>
          <dgm:chMax val="0"/>
          <dgm:bulletEnabled val="1"/>
        </dgm:presLayoutVars>
      </dgm:prSet>
      <dgm:spPr/>
    </dgm:pt>
    <dgm:pt modelId="{52B20BB7-7C6D-4722-9C46-3DDD8F359097}" type="pres">
      <dgm:prSet presAssocID="{441D82F5-1F72-48C6-B585-00A7E46CB7F5}" presName="spacer" presStyleCnt="0"/>
      <dgm:spPr/>
    </dgm:pt>
    <dgm:pt modelId="{FA18FFEB-7506-4D17-BCAE-730361E7412A}" type="pres">
      <dgm:prSet presAssocID="{3FFEB540-8FFC-4297-B3D9-6D8DBA2E9AB1}" presName="parentText" presStyleLbl="node1" presStyleIdx="1" presStyleCnt="3">
        <dgm:presLayoutVars>
          <dgm:chMax val="0"/>
          <dgm:bulletEnabled val="1"/>
        </dgm:presLayoutVars>
      </dgm:prSet>
      <dgm:spPr/>
    </dgm:pt>
    <dgm:pt modelId="{1FCEA42D-3428-4153-B0AA-A0418CC57097}" type="pres">
      <dgm:prSet presAssocID="{2D14985C-E4C1-4A6B-A5BA-DA79A1EA595A}" presName="spacer" presStyleCnt="0"/>
      <dgm:spPr/>
    </dgm:pt>
    <dgm:pt modelId="{DDB4A96C-ED1A-44AA-8835-69AEF2587730}" type="pres">
      <dgm:prSet presAssocID="{C36236D4-E055-4D00-AD40-98090D915B29}" presName="parentText" presStyleLbl="node1" presStyleIdx="2" presStyleCnt="3">
        <dgm:presLayoutVars>
          <dgm:chMax val="0"/>
          <dgm:bulletEnabled val="1"/>
        </dgm:presLayoutVars>
      </dgm:prSet>
      <dgm:spPr/>
    </dgm:pt>
  </dgm:ptLst>
  <dgm:cxnLst>
    <dgm:cxn modelId="{3C3A1518-77AB-41F8-A1D0-7E6B80E9838D}" type="presOf" srcId="{3FFEB540-8FFC-4297-B3D9-6D8DBA2E9AB1}" destId="{FA18FFEB-7506-4D17-BCAE-730361E7412A}" srcOrd="0" destOrd="0" presId="urn:microsoft.com/office/officeart/2005/8/layout/vList2"/>
    <dgm:cxn modelId="{9A3A8B5D-8671-4A4A-97E1-23F2DA391283}" type="presOf" srcId="{C36236D4-E055-4D00-AD40-98090D915B29}" destId="{DDB4A96C-ED1A-44AA-8835-69AEF2587730}" srcOrd="0" destOrd="0" presId="urn:microsoft.com/office/officeart/2005/8/layout/vList2"/>
    <dgm:cxn modelId="{3652F66C-1142-4343-9AAF-84B260F5B17A}" type="presOf" srcId="{63CD7BAC-BBA5-4B50-ABB0-7CC101E7A3B7}" destId="{EA46AB11-3961-43C6-82EA-C4AF7F6031A5}" srcOrd="0" destOrd="0" presId="urn:microsoft.com/office/officeart/2005/8/layout/vList2"/>
    <dgm:cxn modelId="{2A33FE57-2667-4ED2-83F7-B45ADB5716AB}" type="presOf" srcId="{20551032-14FD-47AA-AB5B-781C020EB94B}" destId="{8F16E351-E454-49FA-A512-B6C1CC3E1258}" srcOrd="0" destOrd="0" presId="urn:microsoft.com/office/officeart/2005/8/layout/vList2"/>
    <dgm:cxn modelId="{E49A19B6-83B7-427E-AA66-D75B72A54887}" srcId="{20551032-14FD-47AA-AB5B-781C020EB94B}" destId="{C36236D4-E055-4D00-AD40-98090D915B29}" srcOrd="2" destOrd="0" parTransId="{2F50BC63-973F-4472-8876-D0ED75DDD9B2}" sibTransId="{646948E3-981D-464E-8359-A4F5190F27B9}"/>
    <dgm:cxn modelId="{70E36BC6-3809-4C97-8E1B-D08B112982FD}" srcId="{20551032-14FD-47AA-AB5B-781C020EB94B}" destId="{63CD7BAC-BBA5-4B50-ABB0-7CC101E7A3B7}" srcOrd="0" destOrd="0" parTransId="{10A26E07-E0DB-4333-8C6B-82D7E3FF5D21}" sibTransId="{441D82F5-1F72-48C6-B585-00A7E46CB7F5}"/>
    <dgm:cxn modelId="{A96609F3-6AD0-406E-8A26-ED0EEA7BC825}" srcId="{20551032-14FD-47AA-AB5B-781C020EB94B}" destId="{3FFEB540-8FFC-4297-B3D9-6D8DBA2E9AB1}" srcOrd="1" destOrd="0" parTransId="{E3A2958C-24B0-4DC1-A533-D7287260D6B9}" sibTransId="{2D14985C-E4C1-4A6B-A5BA-DA79A1EA595A}"/>
    <dgm:cxn modelId="{14E04207-DBCB-43D0-885C-BFFE80855330}" type="presParOf" srcId="{8F16E351-E454-49FA-A512-B6C1CC3E1258}" destId="{EA46AB11-3961-43C6-82EA-C4AF7F6031A5}" srcOrd="0" destOrd="0" presId="urn:microsoft.com/office/officeart/2005/8/layout/vList2"/>
    <dgm:cxn modelId="{26215AFC-442B-43FD-9839-00966EFAE923}" type="presParOf" srcId="{8F16E351-E454-49FA-A512-B6C1CC3E1258}" destId="{52B20BB7-7C6D-4722-9C46-3DDD8F359097}" srcOrd="1" destOrd="0" presId="urn:microsoft.com/office/officeart/2005/8/layout/vList2"/>
    <dgm:cxn modelId="{DF9346E0-445C-4D0C-9BAD-AA49668C4B7C}" type="presParOf" srcId="{8F16E351-E454-49FA-A512-B6C1CC3E1258}" destId="{FA18FFEB-7506-4D17-BCAE-730361E7412A}" srcOrd="2" destOrd="0" presId="urn:microsoft.com/office/officeart/2005/8/layout/vList2"/>
    <dgm:cxn modelId="{7C41B893-2E3A-4DFB-81F0-3113B5E8FCF8}" type="presParOf" srcId="{8F16E351-E454-49FA-A512-B6C1CC3E1258}" destId="{1FCEA42D-3428-4153-B0AA-A0418CC57097}" srcOrd="3" destOrd="0" presId="urn:microsoft.com/office/officeart/2005/8/layout/vList2"/>
    <dgm:cxn modelId="{9CA86A81-D851-4FA7-84D6-E36BCE758A5C}" type="presParOf" srcId="{8F16E351-E454-49FA-A512-B6C1CC3E1258}" destId="{DDB4A96C-ED1A-44AA-8835-69AEF2587730}" srcOrd="4"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1F02518D-B444-4DAF-88A3-026D19838B4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5038AC5D-2B9E-4882-9644-A5AA168266BA}">
      <dgm:prSet/>
      <dgm:spPr/>
      <dgm:t>
        <a:bodyPr/>
        <a:lstStyle/>
        <a:p>
          <a:r>
            <a:rPr lang="uk-UA" b="0" i="0"/>
            <a:t>проголошення курсу на індустріалізацію</a:t>
          </a:r>
          <a:endParaRPr lang="uk-UA"/>
        </a:p>
      </dgm:t>
    </dgm:pt>
    <dgm:pt modelId="{8B15D0E3-0A60-446D-B091-3E0A41475864}" type="parTrans" cxnId="{165D5C3F-6731-4049-8E45-9D1AF8E8459C}">
      <dgm:prSet/>
      <dgm:spPr/>
      <dgm:t>
        <a:bodyPr/>
        <a:lstStyle/>
        <a:p>
          <a:endParaRPr lang="uk-UA"/>
        </a:p>
      </dgm:t>
    </dgm:pt>
    <dgm:pt modelId="{8E7E2E81-6BD3-4B82-9219-ED2BF0986DC2}" type="sibTrans" cxnId="{165D5C3F-6731-4049-8E45-9D1AF8E8459C}">
      <dgm:prSet/>
      <dgm:spPr/>
      <dgm:t>
        <a:bodyPr/>
        <a:lstStyle/>
        <a:p>
          <a:endParaRPr lang="uk-UA"/>
        </a:p>
      </dgm:t>
    </dgm:pt>
    <dgm:pt modelId="{60A2B0B2-6E5B-447F-B7B4-B6D3EDC376C9}">
      <dgm:prSet/>
      <dgm:spPr/>
      <dgm:t>
        <a:bodyPr/>
        <a:lstStyle/>
        <a:p>
          <a:r>
            <a:rPr lang="uk-UA" b="0" i="0"/>
            <a:t>входження УСРР до складу СРСР</a:t>
          </a:r>
          <a:endParaRPr lang="uk-UA"/>
        </a:p>
      </dgm:t>
    </dgm:pt>
    <dgm:pt modelId="{847E4E4C-B1AE-416D-930A-1C53830B8BD0}" type="parTrans" cxnId="{1C19DE07-F5F1-4879-8A21-5559358FDFD5}">
      <dgm:prSet/>
      <dgm:spPr/>
      <dgm:t>
        <a:bodyPr/>
        <a:lstStyle/>
        <a:p>
          <a:endParaRPr lang="uk-UA"/>
        </a:p>
      </dgm:t>
    </dgm:pt>
    <dgm:pt modelId="{ABA12E4A-6A07-4E99-ACCF-FCC920417492}" type="sibTrans" cxnId="{1C19DE07-F5F1-4879-8A21-5559358FDFD5}">
      <dgm:prSet/>
      <dgm:spPr/>
      <dgm:t>
        <a:bodyPr/>
        <a:lstStyle/>
        <a:p>
          <a:endParaRPr lang="uk-UA"/>
        </a:p>
      </dgm:t>
    </dgm:pt>
    <dgm:pt modelId="{09883D4A-8767-432E-A3E4-42B32688AA44}">
      <dgm:prSet/>
      <dgm:spPr/>
      <dgm:t>
        <a:bodyPr/>
        <a:lstStyle/>
        <a:p>
          <a:r>
            <a:rPr lang="uk-UA" b="0" i="0"/>
            <a:t>утворення Української автокефальної православної церкви</a:t>
          </a:r>
          <a:endParaRPr lang="uk-UA"/>
        </a:p>
      </dgm:t>
    </dgm:pt>
    <dgm:pt modelId="{7E3415B4-2B03-4B9E-8992-9AECBDAC4F71}" type="parTrans" cxnId="{F1D9EB2C-076E-45C0-9DD6-1A69EB709E3A}">
      <dgm:prSet/>
      <dgm:spPr/>
      <dgm:t>
        <a:bodyPr/>
        <a:lstStyle/>
        <a:p>
          <a:endParaRPr lang="uk-UA"/>
        </a:p>
      </dgm:t>
    </dgm:pt>
    <dgm:pt modelId="{3B24EA54-ACE0-4D7B-9BFE-97AB334E6556}" type="sibTrans" cxnId="{F1D9EB2C-076E-45C0-9DD6-1A69EB709E3A}">
      <dgm:prSet/>
      <dgm:spPr/>
      <dgm:t>
        <a:bodyPr/>
        <a:lstStyle/>
        <a:p>
          <a:endParaRPr lang="uk-UA"/>
        </a:p>
      </dgm:t>
    </dgm:pt>
    <dgm:pt modelId="{CBCA0E1D-AF10-4C4D-AF64-54DA1B258F8A}">
      <dgm:prSet/>
      <dgm:spPr/>
      <dgm:t>
        <a:bodyPr/>
        <a:lstStyle/>
        <a:p>
          <a:r>
            <a:rPr lang="uk-UA" b="0" i="0"/>
            <a:t>початок політики «коренізації» в УСРР</a:t>
          </a:r>
          <a:endParaRPr lang="uk-UA"/>
        </a:p>
      </dgm:t>
    </dgm:pt>
    <dgm:pt modelId="{76897A63-2836-4D29-AD38-BF944DD67D2E}" type="parTrans" cxnId="{94D5200C-4553-4B7B-9E1E-A33D2AF12BE0}">
      <dgm:prSet/>
      <dgm:spPr/>
      <dgm:t>
        <a:bodyPr/>
        <a:lstStyle/>
        <a:p>
          <a:endParaRPr lang="uk-UA"/>
        </a:p>
      </dgm:t>
    </dgm:pt>
    <dgm:pt modelId="{DD0FA261-EF70-42BA-BB1B-D94A1B6DAE25}" type="sibTrans" cxnId="{94D5200C-4553-4B7B-9E1E-A33D2AF12BE0}">
      <dgm:prSet/>
      <dgm:spPr/>
      <dgm:t>
        <a:bodyPr/>
        <a:lstStyle/>
        <a:p>
          <a:endParaRPr lang="uk-UA"/>
        </a:p>
      </dgm:t>
    </dgm:pt>
    <dgm:pt modelId="{36140F41-E1B3-4F8E-8FD7-F073EDEB1188}" type="pres">
      <dgm:prSet presAssocID="{1F02518D-B444-4DAF-88A3-026D19838B45}" presName="linear" presStyleCnt="0">
        <dgm:presLayoutVars>
          <dgm:animLvl val="lvl"/>
          <dgm:resizeHandles val="exact"/>
        </dgm:presLayoutVars>
      </dgm:prSet>
      <dgm:spPr/>
    </dgm:pt>
    <dgm:pt modelId="{ED445915-F068-4C44-A967-ED210B40FE72}" type="pres">
      <dgm:prSet presAssocID="{5038AC5D-2B9E-4882-9644-A5AA168266BA}" presName="parentText" presStyleLbl="node1" presStyleIdx="0" presStyleCnt="4">
        <dgm:presLayoutVars>
          <dgm:chMax val="0"/>
          <dgm:bulletEnabled val="1"/>
        </dgm:presLayoutVars>
      </dgm:prSet>
      <dgm:spPr/>
    </dgm:pt>
    <dgm:pt modelId="{E6F3D0FD-0025-4995-AC59-22AE10FA9DA3}" type="pres">
      <dgm:prSet presAssocID="{8E7E2E81-6BD3-4B82-9219-ED2BF0986DC2}" presName="spacer" presStyleCnt="0"/>
      <dgm:spPr/>
    </dgm:pt>
    <dgm:pt modelId="{2D7BF1A4-1888-4EC5-9538-5FCDEB138CE7}" type="pres">
      <dgm:prSet presAssocID="{60A2B0B2-6E5B-447F-B7B4-B6D3EDC376C9}" presName="parentText" presStyleLbl="node1" presStyleIdx="1" presStyleCnt="4">
        <dgm:presLayoutVars>
          <dgm:chMax val="0"/>
          <dgm:bulletEnabled val="1"/>
        </dgm:presLayoutVars>
      </dgm:prSet>
      <dgm:spPr/>
    </dgm:pt>
    <dgm:pt modelId="{B3FCFE14-3A6C-45DE-9830-24A636BCD2F7}" type="pres">
      <dgm:prSet presAssocID="{ABA12E4A-6A07-4E99-ACCF-FCC920417492}" presName="spacer" presStyleCnt="0"/>
      <dgm:spPr/>
    </dgm:pt>
    <dgm:pt modelId="{ECA90E33-9040-4BB5-915F-79CB175A0948}" type="pres">
      <dgm:prSet presAssocID="{09883D4A-8767-432E-A3E4-42B32688AA44}" presName="parentText" presStyleLbl="node1" presStyleIdx="2" presStyleCnt="4">
        <dgm:presLayoutVars>
          <dgm:chMax val="0"/>
          <dgm:bulletEnabled val="1"/>
        </dgm:presLayoutVars>
      </dgm:prSet>
      <dgm:spPr/>
    </dgm:pt>
    <dgm:pt modelId="{3D0EDA71-4FD0-4AF4-A505-129D6D01E94B}" type="pres">
      <dgm:prSet presAssocID="{3B24EA54-ACE0-4D7B-9BFE-97AB334E6556}" presName="spacer" presStyleCnt="0"/>
      <dgm:spPr/>
    </dgm:pt>
    <dgm:pt modelId="{363408AB-EEE6-4A94-BB63-E29A57F584F2}" type="pres">
      <dgm:prSet presAssocID="{CBCA0E1D-AF10-4C4D-AF64-54DA1B258F8A}" presName="parentText" presStyleLbl="node1" presStyleIdx="3" presStyleCnt="4">
        <dgm:presLayoutVars>
          <dgm:chMax val="0"/>
          <dgm:bulletEnabled val="1"/>
        </dgm:presLayoutVars>
      </dgm:prSet>
      <dgm:spPr/>
    </dgm:pt>
  </dgm:ptLst>
  <dgm:cxnLst>
    <dgm:cxn modelId="{1C19DE07-F5F1-4879-8A21-5559358FDFD5}" srcId="{1F02518D-B444-4DAF-88A3-026D19838B45}" destId="{60A2B0B2-6E5B-447F-B7B4-B6D3EDC376C9}" srcOrd="1" destOrd="0" parTransId="{847E4E4C-B1AE-416D-930A-1C53830B8BD0}" sibTransId="{ABA12E4A-6A07-4E99-ACCF-FCC920417492}"/>
    <dgm:cxn modelId="{94D5200C-4553-4B7B-9E1E-A33D2AF12BE0}" srcId="{1F02518D-B444-4DAF-88A3-026D19838B45}" destId="{CBCA0E1D-AF10-4C4D-AF64-54DA1B258F8A}" srcOrd="3" destOrd="0" parTransId="{76897A63-2836-4D29-AD38-BF944DD67D2E}" sibTransId="{DD0FA261-EF70-42BA-BB1B-D94A1B6DAE25}"/>
    <dgm:cxn modelId="{F1D9EB2C-076E-45C0-9DD6-1A69EB709E3A}" srcId="{1F02518D-B444-4DAF-88A3-026D19838B45}" destId="{09883D4A-8767-432E-A3E4-42B32688AA44}" srcOrd="2" destOrd="0" parTransId="{7E3415B4-2B03-4B9E-8992-9AECBDAC4F71}" sibTransId="{3B24EA54-ACE0-4D7B-9BFE-97AB334E6556}"/>
    <dgm:cxn modelId="{165D5C3F-6731-4049-8E45-9D1AF8E8459C}" srcId="{1F02518D-B444-4DAF-88A3-026D19838B45}" destId="{5038AC5D-2B9E-4882-9644-A5AA168266BA}" srcOrd="0" destOrd="0" parTransId="{8B15D0E3-0A60-446D-B091-3E0A41475864}" sibTransId="{8E7E2E81-6BD3-4B82-9219-ED2BF0986DC2}"/>
    <dgm:cxn modelId="{DB327653-D928-4B8E-B619-715E16F5E8F6}" type="presOf" srcId="{1F02518D-B444-4DAF-88A3-026D19838B45}" destId="{36140F41-E1B3-4F8E-8FD7-F073EDEB1188}" srcOrd="0" destOrd="0" presId="urn:microsoft.com/office/officeart/2005/8/layout/vList2"/>
    <dgm:cxn modelId="{81C162F5-E84C-4C10-9E59-8FD20177799B}" type="presOf" srcId="{09883D4A-8767-432E-A3E4-42B32688AA44}" destId="{ECA90E33-9040-4BB5-915F-79CB175A0948}" srcOrd="0" destOrd="0" presId="urn:microsoft.com/office/officeart/2005/8/layout/vList2"/>
    <dgm:cxn modelId="{9C7E4BF7-EFDF-4EAA-ACE2-7EFBFEACC05D}" type="presOf" srcId="{5038AC5D-2B9E-4882-9644-A5AA168266BA}" destId="{ED445915-F068-4C44-A967-ED210B40FE72}" srcOrd="0" destOrd="0" presId="urn:microsoft.com/office/officeart/2005/8/layout/vList2"/>
    <dgm:cxn modelId="{357E7DF7-3D8C-4D24-9259-323E16E3D522}" type="presOf" srcId="{CBCA0E1D-AF10-4C4D-AF64-54DA1B258F8A}" destId="{363408AB-EEE6-4A94-BB63-E29A57F584F2}" srcOrd="0" destOrd="0" presId="urn:microsoft.com/office/officeart/2005/8/layout/vList2"/>
    <dgm:cxn modelId="{7BBAD4FD-8354-4A0A-A749-2EEA6A303F25}" type="presOf" srcId="{60A2B0B2-6E5B-447F-B7B4-B6D3EDC376C9}" destId="{2D7BF1A4-1888-4EC5-9538-5FCDEB138CE7}" srcOrd="0" destOrd="0" presId="urn:microsoft.com/office/officeart/2005/8/layout/vList2"/>
    <dgm:cxn modelId="{A80EE719-E9D8-4459-9C3E-922812445716}" type="presParOf" srcId="{36140F41-E1B3-4F8E-8FD7-F073EDEB1188}" destId="{ED445915-F068-4C44-A967-ED210B40FE72}" srcOrd="0" destOrd="0" presId="urn:microsoft.com/office/officeart/2005/8/layout/vList2"/>
    <dgm:cxn modelId="{19E473C5-E7CE-47F8-87C2-56F7B2624C4D}" type="presParOf" srcId="{36140F41-E1B3-4F8E-8FD7-F073EDEB1188}" destId="{E6F3D0FD-0025-4995-AC59-22AE10FA9DA3}" srcOrd="1" destOrd="0" presId="urn:microsoft.com/office/officeart/2005/8/layout/vList2"/>
    <dgm:cxn modelId="{9FB9C6D1-B630-4207-BC99-FEEFBF56E10D}" type="presParOf" srcId="{36140F41-E1B3-4F8E-8FD7-F073EDEB1188}" destId="{2D7BF1A4-1888-4EC5-9538-5FCDEB138CE7}" srcOrd="2" destOrd="0" presId="urn:microsoft.com/office/officeart/2005/8/layout/vList2"/>
    <dgm:cxn modelId="{E44A70DD-FAB0-4ECB-9A62-DD2905566D5E}" type="presParOf" srcId="{36140F41-E1B3-4F8E-8FD7-F073EDEB1188}" destId="{B3FCFE14-3A6C-45DE-9830-24A636BCD2F7}" srcOrd="3" destOrd="0" presId="urn:microsoft.com/office/officeart/2005/8/layout/vList2"/>
    <dgm:cxn modelId="{5EFAA350-05DA-4898-9859-6B20CF0CB1D8}" type="presParOf" srcId="{36140F41-E1B3-4F8E-8FD7-F073EDEB1188}" destId="{ECA90E33-9040-4BB5-915F-79CB175A0948}" srcOrd="4" destOrd="0" presId="urn:microsoft.com/office/officeart/2005/8/layout/vList2"/>
    <dgm:cxn modelId="{D0A92818-345C-4C76-9F6D-60D4B35660F5}" type="presParOf" srcId="{36140F41-E1B3-4F8E-8FD7-F073EDEB1188}" destId="{3D0EDA71-4FD0-4AF4-A505-129D6D01E94B}" srcOrd="5" destOrd="0" presId="urn:microsoft.com/office/officeart/2005/8/layout/vList2"/>
    <dgm:cxn modelId="{8A8A1F80-7FEC-4153-BD8C-5AC4D044CB31}" type="presParOf" srcId="{36140F41-E1B3-4F8E-8FD7-F073EDEB1188}" destId="{363408AB-EEE6-4A94-BB63-E29A57F584F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48007A79-C1E0-4C00-8056-DA567AA0170F}"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0EA3C8AA-27E0-4F2E-8852-DF4D98B0995C}">
      <dgm:prSet/>
      <dgm:spPr/>
      <dgm:t>
        <a:bodyPr/>
        <a:lstStyle/>
        <a:p>
          <a:r>
            <a:rPr lang="ru-RU" b="0" i="0"/>
            <a:t>1921 р.</a:t>
          </a:r>
          <a:endParaRPr lang="uk-UA"/>
        </a:p>
      </dgm:t>
    </dgm:pt>
    <dgm:pt modelId="{B3991D98-0E99-4C02-9CEB-9C25534A9120}" type="parTrans" cxnId="{D16AD2C5-5957-4E9D-A98B-ABC30E1E7366}">
      <dgm:prSet/>
      <dgm:spPr/>
      <dgm:t>
        <a:bodyPr/>
        <a:lstStyle/>
        <a:p>
          <a:endParaRPr lang="uk-UA"/>
        </a:p>
      </dgm:t>
    </dgm:pt>
    <dgm:pt modelId="{BABEC8CB-67F2-4BED-AAF9-CA8D47529C9D}" type="sibTrans" cxnId="{D16AD2C5-5957-4E9D-A98B-ABC30E1E7366}">
      <dgm:prSet/>
      <dgm:spPr/>
      <dgm:t>
        <a:bodyPr/>
        <a:lstStyle/>
        <a:p>
          <a:endParaRPr lang="uk-UA"/>
        </a:p>
      </dgm:t>
    </dgm:pt>
    <dgm:pt modelId="{6EEB779F-E382-4CDE-A53A-276F1CE66962}">
      <dgm:prSet/>
      <dgm:spPr/>
      <dgm:t>
        <a:bodyPr/>
        <a:lstStyle/>
        <a:p>
          <a:r>
            <a:rPr lang="ru-RU" b="0" i="0"/>
            <a:t>1922 р.</a:t>
          </a:r>
          <a:endParaRPr lang="uk-UA"/>
        </a:p>
      </dgm:t>
    </dgm:pt>
    <dgm:pt modelId="{4A32D8CC-306E-428C-9A8D-AB21959D0AAC}" type="parTrans" cxnId="{AF0CF67D-F6D2-4DE9-8555-F4CF8FD8ED7B}">
      <dgm:prSet/>
      <dgm:spPr/>
      <dgm:t>
        <a:bodyPr/>
        <a:lstStyle/>
        <a:p>
          <a:endParaRPr lang="uk-UA"/>
        </a:p>
      </dgm:t>
    </dgm:pt>
    <dgm:pt modelId="{EDEFED78-4376-42B9-AFA6-CF548604E7C0}" type="sibTrans" cxnId="{AF0CF67D-F6D2-4DE9-8555-F4CF8FD8ED7B}">
      <dgm:prSet/>
      <dgm:spPr/>
      <dgm:t>
        <a:bodyPr/>
        <a:lstStyle/>
        <a:p>
          <a:endParaRPr lang="uk-UA"/>
        </a:p>
      </dgm:t>
    </dgm:pt>
    <dgm:pt modelId="{300F2B0A-8F12-4439-A44D-458E52AAF426}">
      <dgm:prSet/>
      <dgm:spPr/>
      <dgm:t>
        <a:bodyPr/>
        <a:lstStyle/>
        <a:p>
          <a:r>
            <a:rPr lang="ru-RU" b="0" i="0"/>
            <a:t>1923 р.</a:t>
          </a:r>
          <a:endParaRPr lang="uk-UA"/>
        </a:p>
      </dgm:t>
    </dgm:pt>
    <dgm:pt modelId="{7F7895DC-722E-44AD-A5E8-7586FF03DC7B}" type="parTrans" cxnId="{6A42049F-331A-4C29-AE2F-7A02289D6F5E}">
      <dgm:prSet/>
      <dgm:spPr/>
      <dgm:t>
        <a:bodyPr/>
        <a:lstStyle/>
        <a:p>
          <a:endParaRPr lang="uk-UA"/>
        </a:p>
      </dgm:t>
    </dgm:pt>
    <dgm:pt modelId="{FA055ACA-4EE9-48A6-926A-8AB26B33B94F}" type="sibTrans" cxnId="{6A42049F-331A-4C29-AE2F-7A02289D6F5E}">
      <dgm:prSet/>
      <dgm:spPr/>
      <dgm:t>
        <a:bodyPr/>
        <a:lstStyle/>
        <a:p>
          <a:endParaRPr lang="uk-UA"/>
        </a:p>
      </dgm:t>
    </dgm:pt>
    <dgm:pt modelId="{C9343918-AD65-4AB4-8FB0-43DAFD79E888}">
      <dgm:prSet/>
      <dgm:spPr/>
      <dgm:t>
        <a:bodyPr/>
        <a:lstStyle/>
        <a:p>
          <a:r>
            <a:rPr lang="ru-RU" b="0" i="0"/>
            <a:t>1925 р.</a:t>
          </a:r>
          <a:endParaRPr lang="uk-UA"/>
        </a:p>
      </dgm:t>
    </dgm:pt>
    <dgm:pt modelId="{825CC8CB-0CC4-428F-99E8-44BDA46CB1C7}" type="parTrans" cxnId="{22EE5404-0BBF-4D82-B955-B50981038BDD}">
      <dgm:prSet/>
      <dgm:spPr/>
      <dgm:t>
        <a:bodyPr/>
        <a:lstStyle/>
        <a:p>
          <a:endParaRPr lang="uk-UA"/>
        </a:p>
      </dgm:t>
    </dgm:pt>
    <dgm:pt modelId="{4258BB74-5CD3-4D88-B5F9-3B34B7EF40B5}" type="sibTrans" cxnId="{22EE5404-0BBF-4D82-B955-B50981038BDD}">
      <dgm:prSet/>
      <dgm:spPr/>
      <dgm:t>
        <a:bodyPr/>
        <a:lstStyle/>
        <a:p>
          <a:endParaRPr lang="uk-UA"/>
        </a:p>
      </dgm:t>
    </dgm:pt>
    <dgm:pt modelId="{21F03136-469D-45CB-8F8D-BD3653996842}">
      <dgm:prSet/>
      <dgm:spPr/>
      <dgm:t>
        <a:bodyPr/>
        <a:lstStyle/>
        <a:p>
          <a:r>
            <a:rPr lang="ru-RU" b="0" i="0"/>
            <a:t>1928 р.</a:t>
          </a:r>
          <a:endParaRPr lang="uk-UA"/>
        </a:p>
      </dgm:t>
    </dgm:pt>
    <dgm:pt modelId="{32772663-3287-423E-B163-30B5E8B77536}" type="parTrans" cxnId="{4642CCA2-70F8-4602-B872-70395DE3D00C}">
      <dgm:prSet/>
      <dgm:spPr/>
      <dgm:t>
        <a:bodyPr/>
        <a:lstStyle/>
        <a:p>
          <a:endParaRPr lang="uk-UA"/>
        </a:p>
      </dgm:t>
    </dgm:pt>
    <dgm:pt modelId="{3723144B-6295-4372-A031-D7F2E3D4D88D}" type="sibTrans" cxnId="{4642CCA2-70F8-4602-B872-70395DE3D00C}">
      <dgm:prSet/>
      <dgm:spPr/>
      <dgm:t>
        <a:bodyPr/>
        <a:lstStyle/>
        <a:p>
          <a:endParaRPr lang="uk-UA"/>
        </a:p>
      </dgm:t>
    </dgm:pt>
    <dgm:pt modelId="{CF29CCF5-2F2F-43BB-A987-09ED0B5A89F4}" type="pres">
      <dgm:prSet presAssocID="{48007A79-C1E0-4C00-8056-DA567AA0170F}" presName="linearFlow" presStyleCnt="0">
        <dgm:presLayoutVars>
          <dgm:dir/>
          <dgm:resizeHandles val="exact"/>
        </dgm:presLayoutVars>
      </dgm:prSet>
      <dgm:spPr/>
    </dgm:pt>
    <dgm:pt modelId="{D09EBE02-8B38-45C6-AB52-38D8D7EC0315}" type="pres">
      <dgm:prSet presAssocID="{0EA3C8AA-27E0-4F2E-8852-DF4D98B0995C}" presName="composite" presStyleCnt="0"/>
      <dgm:spPr/>
    </dgm:pt>
    <dgm:pt modelId="{03B64449-DF2F-4100-92BC-752018C36A0A}" type="pres">
      <dgm:prSet presAssocID="{0EA3C8AA-27E0-4F2E-8852-DF4D98B0995C}" presName="imgShp" presStyleLbl="fgImgPlace1" presStyleIdx="0" presStyleCnt="5"/>
      <dgm:spPr/>
    </dgm:pt>
    <dgm:pt modelId="{31CDD608-1C6C-498A-B8B0-F531999F1640}" type="pres">
      <dgm:prSet presAssocID="{0EA3C8AA-27E0-4F2E-8852-DF4D98B0995C}" presName="txShp" presStyleLbl="node1" presStyleIdx="0" presStyleCnt="5">
        <dgm:presLayoutVars>
          <dgm:bulletEnabled val="1"/>
        </dgm:presLayoutVars>
      </dgm:prSet>
      <dgm:spPr/>
    </dgm:pt>
    <dgm:pt modelId="{31ACA0BC-C0F4-4A2E-B83C-A3CA8AF7F22D}" type="pres">
      <dgm:prSet presAssocID="{BABEC8CB-67F2-4BED-AAF9-CA8D47529C9D}" presName="spacing" presStyleCnt="0"/>
      <dgm:spPr/>
    </dgm:pt>
    <dgm:pt modelId="{4F59227A-35CE-49F8-82C3-3ADF309E16F2}" type="pres">
      <dgm:prSet presAssocID="{6EEB779F-E382-4CDE-A53A-276F1CE66962}" presName="composite" presStyleCnt="0"/>
      <dgm:spPr/>
    </dgm:pt>
    <dgm:pt modelId="{3A45EEC2-6286-42DA-ABED-F7192E4E3166}" type="pres">
      <dgm:prSet presAssocID="{6EEB779F-E382-4CDE-A53A-276F1CE66962}" presName="imgShp" presStyleLbl="fgImgPlace1" presStyleIdx="1" presStyleCnt="5"/>
      <dgm:spPr/>
    </dgm:pt>
    <dgm:pt modelId="{0B529DEA-9436-46EE-B423-B7C77B54C46C}" type="pres">
      <dgm:prSet presAssocID="{6EEB779F-E382-4CDE-A53A-276F1CE66962}" presName="txShp" presStyleLbl="node1" presStyleIdx="1" presStyleCnt="5">
        <dgm:presLayoutVars>
          <dgm:bulletEnabled val="1"/>
        </dgm:presLayoutVars>
      </dgm:prSet>
      <dgm:spPr/>
    </dgm:pt>
    <dgm:pt modelId="{4F74E935-14ED-4185-99EE-505C3E36D9A0}" type="pres">
      <dgm:prSet presAssocID="{EDEFED78-4376-42B9-AFA6-CF548604E7C0}" presName="spacing" presStyleCnt="0"/>
      <dgm:spPr/>
    </dgm:pt>
    <dgm:pt modelId="{FCBEEF3B-83A7-479D-B59D-F5A35EB62AE7}" type="pres">
      <dgm:prSet presAssocID="{300F2B0A-8F12-4439-A44D-458E52AAF426}" presName="composite" presStyleCnt="0"/>
      <dgm:spPr/>
    </dgm:pt>
    <dgm:pt modelId="{16FD07DF-C4E1-4BB0-ADF6-2913BF8273F9}" type="pres">
      <dgm:prSet presAssocID="{300F2B0A-8F12-4439-A44D-458E52AAF426}" presName="imgShp" presStyleLbl="fgImgPlace1" presStyleIdx="2" presStyleCnt="5"/>
      <dgm:spPr/>
    </dgm:pt>
    <dgm:pt modelId="{2BF772AE-11AB-481F-98A0-FA7C1D6CFCDC}" type="pres">
      <dgm:prSet presAssocID="{300F2B0A-8F12-4439-A44D-458E52AAF426}" presName="txShp" presStyleLbl="node1" presStyleIdx="2" presStyleCnt="5">
        <dgm:presLayoutVars>
          <dgm:bulletEnabled val="1"/>
        </dgm:presLayoutVars>
      </dgm:prSet>
      <dgm:spPr/>
    </dgm:pt>
    <dgm:pt modelId="{EEBA5CCE-0BEF-45CE-808F-1B5858EE9C29}" type="pres">
      <dgm:prSet presAssocID="{FA055ACA-4EE9-48A6-926A-8AB26B33B94F}" presName="spacing" presStyleCnt="0"/>
      <dgm:spPr/>
    </dgm:pt>
    <dgm:pt modelId="{B4F654FD-A99A-42B5-ACE1-875A084963F9}" type="pres">
      <dgm:prSet presAssocID="{C9343918-AD65-4AB4-8FB0-43DAFD79E888}" presName="composite" presStyleCnt="0"/>
      <dgm:spPr/>
    </dgm:pt>
    <dgm:pt modelId="{8905D011-6A18-40CD-AEA7-EB9E4FFB984F}" type="pres">
      <dgm:prSet presAssocID="{C9343918-AD65-4AB4-8FB0-43DAFD79E888}" presName="imgShp" presStyleLbl="fgImgPlace1" presStyleIdx="3" presStyleCnt="5"/>
      <dgm:spPr/>
    </dgm:pt>
    <dgm:pt modelId="{4D1C3ACA-562B-4472-BD48-8F369AF95438}" type="pres">
      <dgm:prSet presAssocID="{C9343918-AD65-4AB4-8FB0-43DAFD79E888}" presName="txShp" presStyleLbl="node1" presStyleIdx="3" presStyleCnt="5">
        <dgm:presLayoutVars>
          <dgm:bulletEnabled val="1"/>
        </dgm:presLayoutVars>
      </dgm:prSet>
      <dgm:spPr/>
    </dgm:pt>
    <dgm:pt modelId="{0DB834F0-7286-46D6-9E23-39AE0E791A23}" type="pres">
      <dgm:prSet presAssocID="{4258BB74-5CD3-4D88-B5F9-3B34B7EF40B5}" presName="spacing" presStyleCnt="0"/>
      <dgm:spPr/>
    </dgm:pt>
    <dgm:pt modelId="{B893D310-E64D-4BA6-967F-E4F229128E61}" type="pres">
      <dgm:prSet presAssocID="{21F03136-469D-45CB-8F8D-BD3653996842}" presName="composite" presStyleCnt="0"/>
      <dgm:spPr/>
    </dgm:pt>
    <dgm:pt modelId="{5CB43A2B-9665-4725-98D5-C05910938290}" type="pres">
      <dgm:prSet presAssocID="{21F03136-469D-45CB-8F8D-BD3653996842}" presName="imgShp" presStyleLbl="fgImgPlace1" presStyleIdx="4" presStyleCnt="5"/>
      <dgm:spPr/>
    </dgm:pt>
    <dgm:pt modelId="{13FB90BD-6FB4-4C15-B2A6-F61B3F3533D0}" type="pres">
      <dgm:prSet presAssocID="{21F03136-469D-45CB-8F8D-BD3653996842}" presName="txShp" presStyleLbl="node1" presStyleIdx="4" presStyleCnt="5">
        <dgm:presLayoutVars>
          <dgm:bulletEnabled val="1"/>
        </dgm:presLayoutVars>
      </dgm:prSet>
      <dgm:spPr/>
    </dgm:pt>
  </dgm:ptLst>
  <dgm:cxnLst>
    <dgm:cxn modelId="{22EE5404-0BBF-4D82-B955-B50981038BDD}" srcId="{48007A79-C1E0-4C00-8056-DA567AA0170F}" destId="{C9343918-AD65-4AB4-8FB0-43DAFD79E888}" srcOrd="3" destOrd="0" parTransId="{825CC8CB-0CC4-428F-99E8-44BDA46CB1C7}" sibTransId="{4258BB74-5CD3-4D88-B5F9-3B34B7EF40B5}"/>
    <dgm:cxn modelId="{EFD08531-DF68-468A-A074-5A37C9791379}" type="presOf" srcId="{6EEB779F-E382-4CDE-A53A-276F1CE66962}" destId="{0B529DEA-9436-46EE-B423-B7C77B54C46C}" srcOrd="0" destOrd="0" presId="urn:microsoft.com/office/officeart/2005/8/layout/vList3"/>
    <dgm:cxn modelId="{68DBDA73-1A2A-4F3F-B581-FB988CEEC9D0}" type="presOf" srcId="{300F2B0A-8F12-4439-A44D-458E52AAF426}" destId="{2BF772AE-11AB-481F-98A0-FA7C1D6CFCDC}" srcOrd="0" destOrd="0" presId="urn:microsoft.com/office/officeart/2005/8/layout/vList3"/>
    <dgm:cxn modelId="{EC482F78-3B5C-4138-80CE-9B6DAB323BFB}" type="presOf" srcId="{C9343918-AD65-4AB4-8FB0-43DAFD79E888}" destId="{4D1C3ACA-562B-4472-BD48-8F369AF95438}" srcOrd="0" destOrd="0" presId="urn:microsoft.com/office/officeart/2005/8/layout/vList3"/>
    <dgm:cxn modelId="{AF0CF67D-F6D2-4DE9-8555-F4CF8FD8ED7B}" srcId="{48007A79-C1E0-4C00-8056-DA567AA0170F}" destId="{6EEB779F-E382-4CDE-A53A-276F1CE66962}" srcOrd="1" destOrd="0" parTransId="{4A32D8CC-306E-428C-9A8D-AB21959D0AAC}" sibTransId="{EDEFED78-4376-42B9-AFA6-CF548604E7C0}"/>
    <dgm:cxn modelId="{8A6C4382-2F41-462D-9635-4FCA988284D4}" type="presOf" srcId="{21F03136-469D-45CB-8F8D-BD3653996842}" destId="{13FB90BD-6FB4-4C15-B2A6-F61B3F3533D0}" srcOrd="0" destOrd="0" presId="urn:microsoft.com/office/officeart/2005/8/layout/vList3"/>
    <dgm:cxn modelId="{FD376686-7628-4294-BEFB-9538E158D0F5}" type="presOf" srcId="{0EA3C8AA-27E0-4F2E-8852-DF4D98B0995C}" destId="{31CDD608-1C6C-498A-B8B0-F531999F1640}" srcOrd="0" destOrd="0" presId="urn:microsoft.com/office/officeart/2005/8/layout/vList3"/>
    <dgm:cxn modelId="{6A42049F-331A-4C29-AE2F-7A02289D6F5E}" srcId="{48007A79-C1E0-4C00-8056-DA567AA0170F}" destId="{300F2B0A-8F12-4439-A44D-458E52AAF426}" srcOrd="2" destOrd="0" parTransId="{7F7895DC-722E-44AD-A5E8-7586FF03DC7B}" sibTransId="{FA055ACA-4EE9-48A6-926A-8AB26B33B94F}"/>
    <dgm:cxn modelId="{4642CCA2-70F8-4602-B872-70395DE3D00C}" srcId="{48007A79-C1E0-4C00-8056-DA567AA0170F}" destId="{21F03136-469D-45CB-8F8D-BD3653996842}" srcOrd="4" destOrd="0" parTransId="{32772663-3287-423E-B163-30B5E8B77536}" sibTransId="{3723144B-6295-4372-A031-D7F2E3D4D88D}"/>
    <dgm:cxn modelId="{7F9078B2-3A5A-481F-BFC9-3BC2ED3F71A6}" type="presOf" srcId="{48007A79-C1E0-4C00-8056-DA567AA0170F}" destId="{CF29CCF5-2F2F-43BB-A987-09ED0B5A89F4}" srcOrd="0" destOrd="0" presId="urn:microsoft.com/office/officeart/2005/8/layout/vList3"/>
    <dgm:cxn modelId="{D16AD2C5-5957-4E9D-A98B-ABC30E1E7366}" srcId="{48007A79-C1E0-4C00-8056-DA567AA0170F}" destId="{0EA3C8AA-27E0-4F2E-8852-DF4D98B0995C}" srcOrd="0" destOrd="0" parTransId="{B3991D98-0E99-4C02-9CEB-9C25534A9120}" sibTransId="{BABEC8CB-67F2-4BED-AAF9-CA8D47529C9D}"/>
    <dgm:cxn modelId="{104731C6-B7E1-438A-9796-8C183F438F6C}" type="presParOf" srcId="{CF29CCF5-2F2F-43BB-A987-09ED0B5A89F4}" destId="{D09EBE02-8B38-45C6-AB52-38D8D7EC0315}" srcOrd="0" destOrd="0" presId="urn:microsoft.com/office/officeart/2005/8/layout/vList3"/>
    <dgm:cxn modelId="{79BD8DDB-B357-4C4E-80AB-0A9541BD2EC7}" type="presParOf" srcId="{D09EBE02-8B38-45C6-AB52-38D8D7EC0315}" destId="{03B64449-DF2F-4100-92BC-752018C36A0A}" srcOrd="0" destOrd="0" presId="urn:microsoft.com/office/officeart/2005/8/layout/vList3"/>
    <dgm:cxn modelId="{91264A6E-59A8-441B-8E36-5BA3BC686684}" type="presParOf" srcId="{D09EBE02-8B38-45C6-AB52-38D8D7EC0315}" destId="{31CDD608-1C6C-498A-B8B0-F531999F1640}" srcOrd="1" destOrd="0" presId="urn:microsoft.com/office/officeart/2005/8/layout/vList3"/>
    <dgm:cxn modelId="{AC77DD3E-396D-499E-AACD-52CEB5A77443}" type="presParOf" srcId="{CF29CCF5-2F2F-43BB-A987-09ED0B5A89F4}" destId="{31ACA0BC-C0F4-4A2E-B83C-A3CA8AF7F22D}" srcOrd="1" destOrd="0" presId="urn:microsoft.com/office/officeart/2005/8/layout/vList3"/>
    <dgm:cxn modelId="{5D00964F-AC29-4413-B3CF-68CB167B3866}" type="presParOf" srcId="{CF29CCF5-2F2F-43BB-A987-09ED0B5A89F4}" destId="{4F59227A-35CE-49F8-82C3-3ADF309E16F2}" srcOrd="2" destOrd="0" presId="urn:microsoft.com/office/officeart/2005/8/layout/vList3"/>
    <dgm:cxn modelId="{576316F8-EF26-4302-955E-779056C314B0}" type="presParOf" srcId="{4F59227A-35CE-49F8-82C3-3ADF309E16F2}" destId="{3A45EEC2-6286-42DA-ABED-F7192E4E3166}" srcOrd="0" destOrd="0" presId="urn:microsoft.com/office/officeart/2005/8/layout/vList3"/>
    <dgm:cxn modelId="{601A9420-4CD4-46FD-A4A2-AFAAAA27FF33}" type="presParOf" srcId="{4F59227A-35CE-49F8-82C3-3ADF309E16F2}" destId="{0B529DEA-9436-46EE-B423-B7C77B54C46C}" srcOrd="1" destOrd="0" presId="urn:microsoft.com/office/officeart/2005/8/layout/vList3"/>
    <dgm:cxn modelId="{606CE79E-5EC9-4500-A88C-2E5A921FD6A8}" type="presParOf" srcId="{CF29CCF5-2F2F-43BB-A987-09ED0B5A89F4}" destId="{4F74E935-14ED-4185-99EE-505C3E36D9A0}" srcOrd="3" destOrd="0" presId="urn:microsoft.com/office/officeart/2005/8/layout/vList3"/>
    <dgm:cxn modelId="{D75DF761-2E17-408C-B803-0CDEB6747C3D}" type="presParOf" srcId="{CF29CCF5-2F2F-43BB-A987-09ED0B5A89F4}" destId="{FCBEEF3B-83A7-479D-B59D-F5A35EB62AE7}" srcOrd="4" destOrd="0" presId="urn:microsoft.com/office/officeart/2005/8/layout/vList3"/>
    <dgm:cxn modelId="{1A223CA3-C286-40FD-9159-53B6E5E65412}" type="presParOf" srcId="{FCBEEF3B-83A7-479D-B59D-F5A35EB62AE7}" destId="{16FD07DF-C4E1-4BB0-ADF6-2913BF8273F9}" srcOrd="0" destOrd="0" presId="urn:microsoft.com/office/officeart/2005/8/layout/vList3"/>
    <dgm:cxn modelId="{C1800807-51E8-43AB-8A21-8F9E43A6C82E}" type="presParOf" srcId="{FCBEEF3B-83A7-479D-B59D-F5A35EB62AE7}" destId="{2BF772AE-11AB-481F-98A0-FA7C1D6CFCDC}" srcOrd="1" destOrd="0" presId="urn:microsoft.com/office/officeart/2005/8/layout/vList3"/>
    <dgm:cxn modelId="{E317E477-F2E4-4272-93E5-2683451083D7}" type="presParOf" srcId="{CF29CCF5-2F2F-43BB-A987-09ED0B5A89F4}" destId="{EEBA5CCE-0BEF-45CE-808F-1B5858EE9C29}" srcOrd="5" destOrd="0" presId="urn:microsoft.com/office/officeart/2005/8/layout/vList3"/>
    <dgm:cxn modelId="{4736854C-4D0B-408A-AF05-9EBD0767C503}" type="presParOf" srcId="{CF29CCF5-2F2F-43BB-A987-09ED0B5A89F4}" destId="{B4F654FD-A99A-42B5-ACE1-875A084963F9}" srcOrd="6" destOrd="0" presId="urn:microsoft.com/office/officeart/2005/8/layout/vList3"/>
    <dgm:cxn modelId="{5BF03DE0-C7E0-4BD7-95EA-5D6A0BB7D03C}" type="presParOf" srcId="{B4F654FD-A99A-42B5-ACE1-875A084963F9}" destId="{8905D011-6A18-40CD-AEA7-EB9E4FFB984F}" srcOrd="0" destOrd="0" presId="urn:microsoft.com/office/officeart/2005/8/layout/vList3"/>
    <dgm:cxn modelId="{4D180473-C1A5-4477-A14A-F66321A2DA6F}" type="presParOf" srcId="{B4F654FD-A99A-42B5-ACE1-875A084963F9}" destId="{4D1C3ACA-562B-4472-BD48-8F369AF95438}" srcOrd="1" destOrd="0" presId="urn:microsoft.com/office/officeart/2005/8/layout/vList3"/>
    <dgm:cxn modelId="{C883D425-FAB6-4BCE-95CD-8C522FADE751}" type="presParOf" srcId="{CF29CCF5-2F2F-43BB-A987-09ED0B5A89F4}" destId="{0DB834F0-7286-46D6-9E23-39AE0E791A23}" srcOrd="7" destOrd="0" presId="urn:microsoft.com/office/officeart/2005/8/layout/vList3"/>
    <dgm:cxn modelId="{E9922BAB-85A8-4978-B657-57BADED39CED}" type="presParOf" srcId="{CF29CCF5-2F2F-43BB-A987-09ED0B5A89F4}" destId="{B893D310-E64D-4BA6-967F-E4F229128E61}" srcOrd="8" destOrd="0" presId="urn:microsoft.com/office/officeart/2005/8/layout/vList3"/>
    <dgm:cxn modelId="{C944746A-6154-41AE-B4DD-BB2E9A9A4CB6}" type="presParOf" srcId="{B893D310-E64D-4BA6-967F-E4F229128E61}" destId="{5CB43A2B-9665-4725-98D5-C05910938290}" srcOrd="0" destOrd="0" presId="urn:microsoft.com/office/officeart/2005/8/layout/vList3"/>
    <dgm:cxn modelId="{84E0031C-F017-4F3E-A580-1300C825D7B8}" type="presParOf" srcId="{B893D310-E64D-4BA6-967F-E4F229128E61}" destId="{13FB90BD-6FB4-4C15-B2A6-F61B3F3533D0}" srcOrd="1" destOrd="0" presId="urn:microsoft.com/office/officeart/2005/8/layout/vList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61D13745-0AF4-492C-8641-92A4F28217B4}"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163DB54F-A7ED-4C23-950A-B7401B2A9847}">
      <dgm:prSet/>
      <dgm:spPr/>
      <dgm:t>
        <a:bodyPr/>
        <a:lstStyle/>
        <a:p>
          <a:r>
            <a:rPr lang="uk-UA" b="0" i="0"/>
            <a:t>розгортання форсованої індустріалізації</a:t>
          </a:r>
          <a:endParaRPr lang="uk-UA"/>
        </a:p>
      </dgm:t>
    </dgm:pt>
    <dgm:pt modelId="{A2301516-80F0-438D-92BF-12185CD171F2}" type="parTrans" cxnId="{D5A17F9D-990A-4D68-9936-B4BD16BC425F}">
      <dgm:prSet/>
      <dgm:spPr/>
      <dgm:t>
        <a:bodyPr/>
        <a:lstStyle/>
        <a:p>
          <a:endParaRPr lang="uk-UA"/>
        </a:p>
      </dgm:t>
    </dgm:pt>
    <dgm:pt modelId="{8222DFA0-9049-4238-8E46-617A3CEB5A56}" type="sibTrans" cxnId="{D5A17F9D-990A-4D68-9936-B4BD16BC425F}">
      <dgm:prSet/>
      <dgm:spPr/>
      <dgm:t>
        <a:bodyPr/>
        <a:lstStyle/>
        <a:p>
          <a:endParaRPr lang="uk-UA"/>
        </a:p>
      </dgm:t>
    </dgm:pt>
    <dgm:pt modelId="{B683C458-3582-4186-90CB-0C161A8458F9}">
      <dgm:prSet/>
      <dgm:spPr/>
      <dgm:t>
        <a:bodyPr/>
        <a:lstStyle/>
        <a:p>
          <a:r>
            <a:rPr lang="uk-UA" b="0" i="0"/>
            <a:t>згортання «Великого терору»</a:t>
          </a:r>
          <a:endParaRPr lang="uk-UA"/>
        </a:p>
      </dgm:t>
    </dgm:pt>
    <dgm:pt modelId="{1905FD7E-25BC-41C9-9E48-7C181F7675BF}" type="parTrans" cxnId="{46A39DAF-6311-41D6-8EE9-7A16371D9C9D}">
      <dgm:prSet/>
      <dgm:spPr/>
      <dgm:t>
        <a:bodyPr/>
        <a:lstStyle/>
        <a:p>
          <a:endParaRPr lang="uk-UA"/>
        </a:p>
      </dgm:t>
    </dgm:pt>
    <dgm:pt modelId="{78BC1657-03E9-4ABE-9BD9-F036697BF45F}" type="sibTrans" cxnId="{46A39DAF-6311-41D6-8EE9-7A16371D9C9D}">
      <dgm:prSet/>
      <dgm:spPr/>
      <dgm:t>
        <a:bodyPr/>
        <a:lstStyle/>
        <a:p>
          <a:endParaRPr lang="uk-UA"/>
        </a:p>
      </dgm:t>
    </dgm:pt>
    <dgm:pt modelId="{3E0FE12C-6025-48AA-A648-72CD994CDEF9}">
      <dgm:prSet/>
      <dgm:spPr/>
      <dgm:t>
        <a:bodyPr/>
        <a:lstStyle/>
        <a:p>
          <a:r>
            <a:rPr lang="uk-UA" b="0" i="0"/>
            <a:t>припинення існування уряду УНР</a:t>
          </a:r>
          <a:endParaRPr lang="uk-UA"/>
        </a:p>
      </dgm:t>
    </dgm:pt>
    <dgm:pt modelId="{004BB395-36A6-4D2B-B8C8-92EDC8F613DC}" type="parTrans" cxnId="{CB73EFE9-C615-41E8-82AD-4BC3EF8072C8}">
      <dgm:prSet/>
      <dgm:spPr/>
      <dgm:t>
        <a:bodyPr/>
        <a:lstStyle/>
        <a:p>
          <a:endParaRPr lang="uk-UA"/>
        </a:p>
      </dgm:t>
    </dgm:pt>
    <dgm:pt modelId="{E9BDBAD2-6B0F-47DD-96FA-A68BD0CC2231}" type="sibTrans" cxnId="{CB73EFE9-C615-41E8-82AD-4BC3EF8072C8}">
      <dgm:prSet/>
      <dgm:spPr/>
      <dgm:t>
        <a:bodyPr/>
        <a:lstStyle/>
        <a:p>
          <a:endParaRPr lang="uk-UA"/>
        </a:p>
      </dgm:t>
    </dgm:pt>
    <dgm:pt modelId="{CD070135-A62C-4631-8E25-EA72828792C0}">
      <dgm:prSet/>
      <dgm:spPr/>
      <dgm:t>
        <a:bodyPr/>
        <a:lstStyle/>
        <a:p>
          <a:r>
            <a:rPr lang="uk-UA" b="0" i="0"/>
            <a:t>масовий голод у республіці</a:t>
          </a:r>
          <a:endParaRPr lang="uk-UA"/>
        </a:p>
      </dgm:t>
    </dgm:pt>
    <dgm:pt modelId="{9FC86844-68C7-466E-BD89-3A559F6740E5}" type="parTrans" cxnId="{2318ADCE-5A7B-495F-8F0C-76072F1B4990}">
      <dgm:prSet/>
      <dgm:spPr/>
      <dgm:t>
        <a:bodyPr/>
        <a:lstStyle/>
        <a:p>
          <a:endParaRPr lang="uk-UA"/>
        </a:p>
      </dgm:t>
    </dgm:pt>
    <dgm:pt modelId="{A1B2BD3A-DFE9-445F-A229-3065F8D64A10}" type="sibTrans" cxnId="{2318ADCE-5A7B-495F-8F0C-76072F1B4990}">
      <dgm:prSet/>
      <dgm:spPr/>
      <dgm:t>
        <a:bodyPr/>
        <a:lstStyle/>
        <a:p>
          <a:endParaRPr lang="uk-UA"/>
        </a:p>
      </dgm:t>
    </dgm:pt>
    <dgm:pt modelId="{5125CDD6-09F9-4ADA-BFD4-854CE2765A4A}" type="pres">
      <dgm:prSet presAssocID="{61D13745-0AF4-492C-8641-92A4F28217B4}" presName="linear" presStyleCnt="0">
        <dgm:presLayoutVars>
          <dgm:animLvl val="lvl"/>
          <dgm:resizeHandles val="exact"/>
        </dgm:presLayoutVars>
      </dgm:prSet>
      <dgm:spPr/>
    </dgm:pt>
    <dgm:pt modelId="{6ED3D436-0649-4534-8C15-75F26A2E6B78}" type="pres">
      <dgm:prSet presAssocID="{163DB54F-A7ED-4C23-950A-B7401B2A9847}" presName="parentText" presStyleLbl="node1" presStyleIdx="0" presStyleCnt="4">
        <dgm:presLayoutVars>
          <dgm:chMax val="0"/>
          <dgm:bulletEnabled val="1"/>
        </dgm:presLayoutVars>
      </dgm:prSet>
      <dgm:spPr/>
    </dgm:pt>
    <dgm:pt modelId="{DEEB2F8E-4DAB-495A-9C4C-8F792D7EE61B}" type="pres">
      <dgm:prSet presAssocID="{8222DFA0-9049-4238-8E46-617A3CEB5A56}" presName="spacer" presStyleCnt="0"/>
      <dgm:spPr/>
    </dgm:pt>
    <dgm:pt modelId="{089F5044-B4C6-46E0-94A2-C1F6045139B8}" type="pres">
      <dgm:prSet presAssocID="{B683C458-3582-4186-90CB-0C161A8458F9}" presName="parentText" presStyleLbl="node1" presStyleIdx="1" presStyleCnt="4">
        <dgm:presLayoutVars>
          <dgm:chMax val="0"/>
          <dgm:bulletEnabled val="1"/>
        </dgm:presLayoutVars>
      </dgm:prSet>
      <dgm:spPr/>
    </dgm:pt>
    <dgm:pt modelId="{A9E4A8BD-C7DA-43B6-8FA8-438F37C0AD6A}" type="pres">
      <dgm:prSet presAssocID="{78BC1657-03E9-4ABE-9BD9-F036697BF45F}" presName="spacer" presStyleCnt="0"/>
      <dgm:spPr/>
    </dgm:pt>
    <dgm:pt modelId="{6130BFF0-25B3-4484-B9B9-3FDFE52D6F49}" type="pres">
      <dgm:prSet presAssocID="{3E0FE12C-6025-48AA-A648-72CD994CDEF9}" presName="parentText" presStyleLbl="node1" presStyleIdx="2" presStyleCnt="4">
        <dgm:presLayoutVars>
          <dgm:chMax val="0"/>
          <dgm:bulletEnabled val="1"/>
        </dgm:presLayoutVars>
      </dgm:prSet>
      <dgm:spPr/>
    </dgm:pt>
    <dgm:pt modelId="{8087F7A6-D0FC-4EBE-9CDC-363B9D32F9F3}" type="pres">
      <dgm:prSet presAssocID="{E9BDBAD2-6B0F-47DD-96FA-A68BD0CC2231}" presName="spacer" presStyleCnt="0"/>
      <dgm:spPr/>
    </dgm:pt>
    <dgm:pt modelId="{825DE67B-4E81-47BE-99FB-4C50DCD9E488}" type="pres">
      <dgm:prSet presAssocID="{CD070135-A62C-4631-8E25-EA72828792C0}" presName="parentText" presStyleLbl="node1" presStyleIdx="3" presStyleCnt="4">
        <dgm:presLayoutVars>
          <dgm:chMax val="0"/>
          <dgm:bulletEnabled val="1"/>
        </dgm:presLayoutVars>
      </dgm:prSet>
      <dgm:spPr/>
    </dgm:pt>
  </dgm:ptLst>
  <dgm:cxnLst>
    <dgm:cxn modelId="{466BDB94-8A1B-4685-8CED-348728477439}" type="presOf" srcId="{163DB54F-A7ED-4C23-950A-B7401B2A9847}" destId="{6ED3D436-0649-4534-8C15-75F26A2E6B78}" srcOrd="0" destOrd="0" presId="urn:microsoft.com/office/officeart/2005/8/layout/vList2"/>
    <dgm:cxn modelId="{09E5C998-68E5-4A41-AD4E-E2542D47FF66}" type="presOf" srcId="{3E0FE12C-6025-48AA-A648-72CD994CDEF9}" destId="{6130BFF0-25B3-4484-B9B9-3FDFE52D6F49}" srcOrd="0" destOrd="0" presId="urn:microsoft.com/office/officeart/2005/8/layout/vList2"/>
    <dgm:cxn modelId="{D5A17F9D-990A-4D68-9936-B4BD16BC425F}" srcId="{61D13745-0AF4-492C-8641-92A4F28217B4}" destId="{163DB54F-A7ED-4C23-950A-B7401B2A9847}" srcOrd="0" destOrd="0" parTransId="{A2301516-80F0-438D-92BF-12185CD171F2}" sibTransId="{8222DFA0-9049-4238-8E46-617A3CEB5A56}"/>
    <dgm:cxn modelId="{46A39DAF-6311-41D6-8EE9-7A16371D9C9D}" srcId="{61D13745-0AF4-492C-8641-92A4F28217B4}" destId="{B683C458-3582-4186-90CB-0C161A8458F9}" srcOrd="1" destOrd="0" parTransId="{1905FD7E-25BC-41C9-9E48-7C181F7675BF}" sibTransId="{78BC1657-03E9-4ABE-9BD9-F036697BF45F}"/>
    <dgm:cxn modelId="{66FDF9C0-920A-4289-82C9-489E65EF48AF}" type="presOf" srcId="{B683C458-3582-4186-90CB-0C161A8458F9}" destId="{089F5044-B4C6-46E0-94A2-C1F6045139B8}" srcOrd="0" destOrd="0" presId="urn:microsoft.com/office/officeart/2005/8/layout/vList2"/>
    <dgm:cxn modelId="{DFA510C2-DA98-4A00-88BF-FBB9A28D6CC7}" type="presOf" srcId="{CD070135-A62C-4631-8E25-EA72828792C0}" destId="{825DE67B-4E81-47BE-99FB-4C50DCD9E488}" srcOrd="0" destOrd="0" presId="urn:microsoft.com/office/officeart/2005/8/layout/vList2"/>
    <dgm:cxn modelId="{2318ADCE-5A7B-495F-8F0C-76072F1B4990}" srcId="{61D13745-0AF4-492C-8641-92A4F28217B4}" destId="{CD070135-A62C-4631-8E25-EA72828792C0}" srcOrd="3" destOrd="0" parTransId="{9FC86844-68C7-466E-BD89-3A559F6740E5}" sibTransId="{A1B2BD3A-DFE9-445F-A229-3065F8D64A10}"/>
    <dgm:cxn modelId="{D1BF36DA-D54E-48D1-A8FF-182759A39687}" type="presOf" srcId="{61D13745-0AF4-492C-8641-92A4F28217B4}" destId="{5125CDD6-09F9-4ADA-BFD4-854CE2765A4A}" srcOrd="0" destOrd="0" presId="urn:microsoft.com/office/officeart/2005/8/layout/vList2"/>
    <dgm:cxn modelId="{CB73EFE9-C615-41E8-82AD-4BC3EF8072C8}" srcId="{61D13745-0AF4-492C-8641-92A4F28217B4}" destId="{3E0FE12C-6025-48AA-A648-72CD994CDEF9}" srcOrd="2" destOrd="0" parTransId="{004BB395-36A6-4D2B-B8C8-92EDC8F613DC}" sibTransId="{E9BDBAD2-6B0F-47DD-96FA-A68BD0CC2231}"/>
    <dgm:cxn modelId="{7D65DDAE-287F-487E-8FDF-0A0139634FED}" type="presParOf" srcId="{5125CDD6-09F9-4ADA-BFD4-854CE2765A4A}" destId="{6ED3D436-0649-4534-8C15-75F26A2E6B78}" srcOrd="0" destOrd="0" presId="urn:microsoft.com/office/officeart/2005/8/layout/vList2"/>
    <dgm:cxn modelId="{7F280C66-5082-4230-AA14-85A7001F7D19}" type="presParOf" srcId="{5125CDD6-09F9-4ADA-BFD4-854CE2765A4A}" destId="{DEEB2F8E-4DAB-495A-9C4C-8F792D7EE61B}" srcOrd="1" destOrd="0" presId="urn:microsoft.com/office/officeart/2005/8/layout/vList2"/>
    <dgm:cxn modelId="{FF0CD9D3-7634-4BE8-B806-7F413EF35E4D}" type="presParOf" srcId="{5125CDD6-09F9-4ADA-BFD4-854CE2765A4A}" destId="{089F5044-B4C6-46E0-94A2-C1F6045139B8}" srcOrd="2" destOrd="0" presId="urn:microsoft.com/office/officeart/2005/8/layout/vList2"/>
    <dgm:cxn modelId="{D13315C2-11D6-4C41-A6AD-9FF3BE7E37C1}" type="presParOf" srcId="{5125CDD6-09F9-4ADA-BFD4-854CE2765A4A}" destId="{A9E4A8BD-C7DA-43B6-8FA8-438F37C0AD6A}" srcOrd="3" destOrd="0" presId="urn:microsoft.com/office/officeart/2005/8/layout/vList2"/>
    <dgm:cxn modelId="{62449E50-DD5C-40E1-8B50-43A5C815E285}" type="presParOf" srcId="{5125CDD6-09F9-4ADA-BFD4-854CE2765A4A}" destId="{6130BFF0-25B3-4484-B9B9-3FDFE52D6F49}" srcOrd="4" destOrd="0" presId="urn:microsoft.com/office/officeart/2005/8/layout/vList2"/>
    <dgm:cxn modelId="{060E86F5-D2D9-460D-9FA7-8251A9460C58}" type="presParOf" srcId="{5125CDD6-09F9-4ADA-BFD4-854CE2765A4A}" destId="{8087F7A6-D0FC-4EBE-9CDC-363B9D32F9F3}" srcOrd="5" destOrd="0" presId="urn:microsoft.com/office/officeart/2005/8/layout/vList2"/>
    <dgm:cxn modelId="{80B1B2BF-3C70-4209-9622-1B7AFAAA0C66}" type="presParOf" srcId="{5125CDD6-09F9-4ADA-BFD4-854CE2765A4A}" destId="{825DE67B-4E81-47BE-99FB-4C50DCD9E488}"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0E987FD2-EBA3-41DA-955D-606C76E484B0}"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B9D0304C-0B7E-45C1-A4A3-BC7D390E8145}">
      <dgm:prSet/>
      <dgm:spPr/>
      <dgm:t>
        <a:bodyPr/>
        <a:lstStyle/>
        <a:p>
          <a:r>
            <a:rPr lang="ru-RU" b="0" i="0"/>
            <a:t>Микола Хвильовий</a:t>
          </a:r>
          <a:endParaRPr lang="uk-UA"/>
        </a:p>
      </dgm:t>
    </dgm:pt>
    <dgm:pt modelId="{CD04A956-A7E6-40A8-A648-AAD56D9B0100}" type="parTrans" cxnId="{4A7C332F-0B3D-4F29-906B-95CE92B7A44B}">
      <dgm:prSet/>
      <dgm:spPr/>
      <dgm:t>
        <a:bodyPr/>
        <a:lstStyle/>
        <a:p>
          <a:endParaRPr lang="uk-UA"/>
        </a:p>
      </dgm:t>
    </dgm:pt>
    <dgm:pt modelId="{77884439-5C4D-4937-9340-36DC3F470C7A}" type="sibTrans" cxnId="{4A7C332F-0B3D-4F29-906B-95CE92B7A44B}">
      <dgm:prSet/>
      <dgm:spPr/>
      <dgm:t>
        <a:bodyPr/>
        <a:lstStyle/>
        <a:p>
          <a:endParaRPr lang="uk-UA"/>
        </a:p>
      </dgm:t>
    </dgm:pt>
    <dgm:pt modelId="{5BE33391-CAFD-4BE2-B58F-443F6D104B5B}">
      <dgm:prSet/>
      <dgm:spPr/>
      <dgm:t>
        <a:bodyPr/>
        <a:lstStyle/>
        <a:p>
          <a:r>
            <a:rPr lang="ru-RU" b="0" i="0"/>
            <a:t>Василь Липківський</a:t>
          </a:r>
          <a:endParaRPr lang="uk-UA"/>
        </a:p>
      </dgm:t>
    </dgm:pt>
    <dgm:pt modelId="{478D63EE-A2CC-4131-8F40-FCCA23D01B87}" type="parTrans" cxnId="{0150578E-4E54-4E3B-BB09-9022A465BC46}">
      <dgm:prSet/>
      <dgm:spPr/>
      <dgm:t>
        <a:bodyPr/>
        <a:lstStyle/>
        <a:p>
          <a:endParaRPr lang="uk-UA"/>
        </a:p>
      </dgm:t>
    </dgm:pt>
    <dgm:pt modelId="{04B572E7-F053-436E-96D4-CBDFC4269B81}" type="sibTrans" cxnId="{0150578E-4E54-4E3B-BB09-9022A465BC46}">
      <dgm:prSet/>
      <dgm:spPr/>
      <dgm:t>
        <a:bodyPr/>
        <a:lstStyle/>
        <a:p>
          <a:endParaRPr lang="uk-UA"/>
        </a:p>
      </dgm:t>
    </dgm:pt>
    <dgm:pt modelId="{67EDE040-23FB-4C13-A33A-58AF82E70E28}">
      <dgm:prSet/>
      <dgm:spPr/>
      <dgm:t>
        <a:bodyPr/>
        <a:lstStyle/>
        <a:p>
          <a:r>
            <a:rPr lang="ru-RU" b="0" i="0"/>
            <a:t>Лесь Курбас</a:t>
          </a:r>
          <a:endParaRPr lang="uk-UA"/>
        </a:p>
      </dgm:t>
    </dgm:pt>
    <dgm:pt modelId="{E48463B2-7EC8-494B-A814-D3D38819181E}" type="parTrans" cxnId="{4C197CC9-4B56-4845-A40A-174C323FE3DC}">
      <dgm:prSet/>
      <dgm:spPr/>
      <dgm:t>
        <a:bodyPr/>
        <a:lstStyle/>
        <a:p>
          <a:endParaRPr lang="uk-UA"/>
        </a:p>
      </dgm:t>
    </dgm:pt>
    <dgm:pt modelId="{96F12193-F5AE-4AAB-AD22-79C168CAF135}" type="sibTrans" cxnId="{4C197CC9-4B56-4845-A40A-174C323FE3DC}">
      <dgm:prSet/>
      <dgm:spPr/>
      <dgm:t>
        <a:bodyPr/>
        <a:lstStyle/>
        <a:p>
          <a:endParaRPr lang="uk-UA"/>
        </a:p>
      </dgm:t>
    </dgm:pt>
    <dgm:pt modelId="{8BB02147-A17F-42A3-8260-81AA981D1432}">
      <dgm:prSet/>
      <dgm:spPr/>
      <dgm:t>
        <a:bodyPr/>
        <a:lstStyle/>
        <a:p>
          <a:r>
            <a:rPr lang="ru-RU" b="0" i="0"/>
            <a:t>Олександр Шумський</a:t>
          </a:r>
          <a:endParaRPr lang="uk-UA"/>
        </a:p>
      </dgm:t>
    </dgm:pt>
    <dgm:pt modelId="{C38BFB63-49CF-40E8-AC6E-F93AC5F37B34}" type="parTrans" cxnId="{0CAD030F-6C6F-4B49-B3AD-8CD844B8B6FE}">
      <dgm:prSet/>
      <dgm:spPr/>
      <dgm:t>
        <a:bodyPr/>
        <a:lstStyle/>
        <a:p>
          <a:endParaRPr lang="uk-UA"/>
        </a:p>
      </dgm:t>
    </dgm:pt>
    <dgm:pt modelId="{3C3CA0C9-A461-411B-BB53-BEC8C9D8E4C1}" type="sibTrans" cxnId="{0CAD030F-6C6F-4B49-B3AD-8CD844B8B6FE}">
      <dgm:prSet/>
      <dgm:spPr/>
      <dgm:t>
        <a:bodyPr/>
        <a:lstStyle/>
        <a:p>
          <a:endParaRPr lang="uk-UA"/>
        </a:p>
      </dgm:t>
    </dgm:pt>
    <dgm:pt modelId="{CE0CEA03-55C0-422F-AF2D-A71C3D099A3C}" type="pres">
      <dgm:prSet presAssocID="{0E987FD2-EBA3-41DA-955D-606C76E484B0}" presName="linearFlow" presStyleCnt="0">
        <dgm:presLayoutVars>
          <dgm:dir/>
          <dgm:resizeHandles val="exact"/>
        </dgm:presLayoutVars>
      </dgm:prSet>
      <dgm:spPr/>
    </dgm:pt>
    <dgm:pt modelId="{3B74640B-E6B0-44D1-A501-387C8FB8DFD6}" type="pres">
      <dgm:prSet presAssocID="{B9D0304C-0B7E-45C1-A4A3-BC7D390E8145}" presName="composite" presStyleCnt="0"/>
      <dgm:spPr/>
    </dgm:pt>
    <dgm:pt modelId="{A08100E0-F3A1-4E42-8FB6-9494C1C0ED43}" type="pres">
      <dgm:prSet presAssocID="{B9D0304C-0B7E-45C1-A4A3-BC7D390E8145}" presName="imgShp" presStyleLbl="fgImgPlace1" presStyleIdx="0" presStyleCnt="4"/>
      <dgm:spPr/>
    </dgm:pt>
    <dgm:pt modelId="{03E4156C-5CED-497F-87A8-BCBD3E8CA900}" type="pres">
      <dgm:prSet presAssocID="{B9D0304C-0B7E-45C1-A4A3-BC7D390E8145}" presName="txShp" presStyleLbl="node1" presStyleIdx="0" presStyleCnt="4">
        <dgm:presLayoutVars>
          <dgm:bulletEnabled val="1"/>
        </dgm:presLayoutVars>
      </dgm:prSet>
      <dgm:spPr/>
    </dgm:pt>
    <dgm:pt modelId="{FBA6F81A-F256-4654-AC44-0820AEEF9086}" type="pres">
      <dgm:prSet presAssocID="{77884439-5C4D-4937-9340-36DC3F470C7A}" presName="spacing" presStyleCnt="0"/>
      <dgm:spPr/>
    </dgm:pt>
    <dgm:pt modelId="{F679EB81-B813-407C-94B4-6241A2727D27}" type="pres">
      <dgm:prSet presAssocID="{5BE33391-CAFD-4BE2-B58F-443F6D104B5B}" presName="composite" presStyleCnt="0"/>
      <dgm:spPr/>
    </dgm:pt>
    <dgm:pt modelId="{58A91D15-7EB5-4DC2-9A33-D4214CEF34D0}" type="pres">
      <dgm:prSet presAssocID="{5BE33391-CAFD-4BE2-B58F-443F6D104B5B}" presName="imgShp" presStyleLbl="fgImgPlace1" presStyleIdx="1" presStyleCnt="4"/>
      <dgm:spPr/>
    </dgm:pt>
    <dgm:pt modelId="{5F375FF9-25DA-4B3D-BFB8-012F8A7E1AB0}" type="pres">
      <dgm:prSet presAssocID="{5BE33391-CAFD-4BE2-B58F-443F6D104B5B}" presName="txShp" presStyleLbl="node1" presStyleIdx="1" presStyleCnt="4">
        <dgm:presLayoutVars>
          <dgm:bulletEnabled val="1"/>
        </dgm:presLayoutVars>
      </dgm:prSet>
      <dgm:spPr/>
    </dgm:pt>
    <dgm:pt modelId="{39609690-C7B5-4052-93A9-175F88E67E76}" type="pres">
      <dgm:prSet presAssocID="{04B572E7-F053-436E-96D4-CBDFC4269B81}" presName="spacing" presStyleCnt="0"/>
      <dgm:spPr/>
    </dgm:pt>
    <dgm:pt modelId="{FAA71FB1-490B-49E9-B2AA-2DA2415616F4}" type="pres">
      <dgm:prSet presAssocID="{67EDE040-23FB-4C13-A33A-58AF82E70E28}" presName="composite" presStyleCnt="0"/>
      <dgm:spPr/>
    </dgm:pt>
    <dgm:pt modelId="{C2D4D51F-66BD-45DC-8E27-8CB14649D880}" type="pres">
      <dgm:prSet presAssocID="{67EDE040-23FB-4C13-A33A-58AF82E70E28}" presName="imgShp" presStyleLbl="fgImgPlace1" presStyleIdx="2" presStyleCnt="4"/>
      <dgm:spPr/>
    </dgm:pt>
    <dgm:pt modelId="{0E2B187F-3732-4999-BAA7-73B0C80DD7A5}" type="pres">
      <dgm:prSet presAssocID="{67EDE040-23FB-4C13-A33A-58AF82E70E28}" presName="txShp" presStyleLbl="node1" presStyleIdx="2" presStyleCnt="4">
        <dgm:presLayoutVars>
          <dgm:bulletEnabled val="1"/>
        </dgm:presLayoutVars>
      </dgm:prSet>
      <dgm:spPr/>
    </dgm:pt>
    <dgm:pt modelId="{2B8782E1-D722-40EA-9135-CAB7C984BE77}" type="pres">
      <dgm:prSet presAssocID="{96F12193-F5AE-4AAB-AD22-79C168CAF135}" presName="spacing" presStyleCnt="0"/>
      <dgm:spPr/>
    </dgm:pt>
    <dgm:pt modelId="{797B113A-76EA-45AD-AB2D-BB7FB8B92800}" type="pres">
      <dgm:prSet presAssocID="{8BB02147-A17F-42A3-8260-81AA981D1432}" presName="composite" presStyleCnt="0"/>
      <dgm:spPr/>
    </dgm:pt>
    <dgm:pt modelId="{F2930982-129B-4D34-BD03-60DA7889497A}" type="pres">
      <dgm:prSet presAssocID="{8BB02147-A17F-42A3-8260-81AA981D1432}" presName="imgShp" presStyleLbl="fgImgPlace1" presStyleIdx="3" presStyleCnt="4"/>
      <dgm:spPr/>
    </dgm:pt>
    <dgm:pt modelId="{5AA2AE24-8078-4027-B3D7-38E5BDCDD329}" type="pres">
      <dgm:prSet presAssocID="{8BB02147-A17F-42A3-8260-81AA981D1432}" presName="txShp" presStyleLbl="node1" presStyleIdx="3" presStyleCnt="4">
        <dgm:presLayoutVars>
          <dgm:bulletEnabled val="1"/>
        </dgm:presLayoutVars>
      </dgm:prSet>
      <dgm:spPr/>
    </dgm:pt>
  </dgm:ptLst>
  <dgm:cxnLst>
    <dgm:cxn modelId="{0CAD030F-6C6F-4B49-B3AD-8CD844B8B6FE}" srcId="{0E987FD2-EBA3-41DA-955D-606C76E484B0}" destId="{8BB02147-A17F-42A3-8260-81AA981D1432}" srcOrd="3" destOrd="0" parTransId="{C38BFB63-49CF-40E8-AC6E-F93AC5F37B34}" sibTransId="{3C3CA0C9-A461-411B-BB53-BEC8C9D8E4C1}"/>
    <dgm:cxn modelId="{4A7C332F-0B3D-4F29-906B-95CE92B7A44B}" srcId="{0E987FD2-EBA3-41DA-955D-606C76E484B0}" destId="{B9D0304C-0B7E-45C1-A4A3-BC7D390E8145}" srcOrd="0" destOrd="0" parTransId="{CD04A956-A7E6-40A8-A648-AAD56D9B0100}" sibTransId="{77884439-5C4D-4937-9340-36DC3F470C7A}"/>
    <dgm:cxn modelId="{61C13765-8515-4FAB-807B-EA6D6F8F3545}" type="presOf" srcId="{8BB02147-A17F-42A3-8260-81AA981D1432}" destId="{5AA2AE24-8078-4027-B3D7-38E5BDCDD329}" srcOrd="0" destOrd="0" presId="urn:microsoft.com/office/officeart/2005/8/layout/vList3"/>
    <dgm:cxn modelId="{0150578E-4E54-4E3B-BB09-9022A465BC46}" srcId="{0E987FD2-EBA3-41DA-955D-606C76E484B0}" destId="{5BE33391-CAFD-4BE2-B58F-443F6D104B5B}" srcOrd="1" destOrd="0" parTransId="{478D63EE-A2CC-4131-8F40-FCCA23D01B87}" sibTransId="{04B572E7-F053-436E-96D4-CBDFC4269B81}"/>
    <dgm:cxn modelId="{1747E597-6EEF-4552-8705-56C737010CDB}" type="presOf" srcId="{0E987FD2-EBA3-41DA-955D-606C76E484B0}" destId="{CE0CEA03-55C0-422F-AF2D-A71C3D099A3C}" srcOrd="0" destOrd="0" presId="urn:microsoft.com/office/officeart/2005/8/layout/vList3"/>
    <dgm:cxn modelId="{4C197CC9-4B56-4845-A40A-174C323FE3DC}" srcId="{0E987FD2-EBA3-41DA-955D-606C76E484B0}" destId="{67EDE040-23FB-4C13-A33A-58AF82E70E28}" srcOrd="2" destOrd="0" parTransId="{E48463B2-7EC8-494B-A814-D3D38819181E}" sibTransId="{96F12193-F5AE-4AAB-AD22-79C168CAF135}"/>
    <dgm:cxn modelId="{A5FE06D9-F05E-4F91-AD3A-63D8A845F7E7}" type="presOf" srcId="{B9D0304C-0B7E-45C1-A4A3-BC7D390E8145}" destId="{03E4156C-5CED-497F-87A8-BCBD3E8CA900}" srcOrd="0" destOrd="0" presId="urn:microsoft.com/office/officeart/2005/8/layout/vList3"/>
    <dgm:cxn modelId="{4DF1A4F1-C5F2-40F3-BB86-042837B9833F}" type="presOf" srcId="{5BE33391-CAFD-4BE2-B58F-443F6D104B5B}" destId="{5F375FF9-25DA-4B3D-BFB8-012F8A7E1AB0}" srcOrd="0" destOrd="0" presId="urn:microsoft.com/office/officeart/2005/8/layout/vList3"/>
    <dgm:cxn modelId="{08588DFB-3682-4FA0-ADAE-F9EEE4522ECC}" type="presOf" srcId="{67EDE040-23FB-4C13-A33A-58AF82E70E28}" destId="{0E2B187F-3732-4999-BAA7-73B0C80DD7A5}" srcOrd="0" destOrd="0" presId="urn:microsoft.com/office/officeart/2005/8/layout/vList3"/>
    <dgm:cxn modelId="{8F396EF4-CF4A-4FFC-A4AA-CA1A6AEC9ECE}" type="presParOf" srcId="{CE0CEA03-55C0-422F-AF2D-A71C3D099A3C}" destId="{3B74640B-E6B0-44D1-A501-387C8FB8DFD6}" srcOrd="0" destOrd="0" presId="urn:microsoft.com/office/officeart/2005/8/layout/vList3"/>
    <dgm:cxn modelId="{F3BD32AE-FAF7-455F-99A4-7F8C90ED3E9F}" type="presParOf" srcId="{3B74640B-E6B0-44D1-A501-387C8FB8DFD6}" destId="{A08100E0-F3A1-4E42-8FB6-9494C1C0ED43}" srcOrd="0" destOrd="0" presId="urn:microsoft.com/office/officeart/2005/8/layout/vList3"/>
    <dgm:cxn modelId="{49E02C3E-48D5-4B47-AACA-97EE0B5F0C33}" type="presParOf" srcId="{3B74640B-E6B0-44D1-A501-387C8FB8DFD6}" destId="{03E4156C-5CED-497F-87A8-BCBD3E8CA900}" srcOrd="1" destOrd="0" presId="urn:microsoft.com/office/officeart/2005/8/layout/vList3"/>
    <dgm:cxn modelId="{38D28213-5EB1-4C96-A6D0-BE6F215DA895}" type="presParOf" srcId="{CE0CEA03-55C0-422F-AF2D-A71C3D099A3C}" destId="{FBA6F81A-F256-4654-AC44-0820AEEF9086}" srcOrd="1" destOrd="0" presId="urn:microsoft.com/office/officeart/2005/8/layout/vList3"/>
    <dgm:cxn modelId="{7E937333-4143-4716-B7A5-BB19EAD50185}" type="presParOf" srcId="{CE0CEA03-55C0-422F-AF2D-A71C3D099A3C}" destId="{F679EB81-B813-407C-94B4-6241A2727D27}" srcOrd="2" destOrd="0" presId="urn:microsoft.com/office/officeart/2005/8/layout/vList3"/>
    <dgm:cxn modelId="{ECF5C42C-353E-4698-A09E-094F375260CF}" type="presParOf" srcId="{F679EB81-B813-407C-94B4-6241A2727D27}" destId="{58A91D15-7EB5-4DC2-9A33-D4214CEF34D0}" srcOrd="0" destOrd="0" presId="urn:microsoft.com/office/officeart/2005/8/layout/vList3"/>
    <dgm:cxn modelId="{653C0196-62BA-4048-8900-9D2EF9FE3F21}" type="presParOf" srcId="{F679EB81-B813-407C-94B4-6241A2727D27}" destId="{5F375FF9-25DA-4B3D-BFB8-012F8A7E1AB0}" srcOrd="1" destOrd="0" presId="urn:microsoft.com/office/officeart/2005/8/layout/vList3"/>
    <dgm:cxn modelId="{CD6B5DC5-30B8-42E4-B9B2-A812AAF4DCDD}" type="presParOf" srcId="{CE0CEA03-55C0-422F-AF2D-A71C3D099A3C}" destId="{39609690-C7B5-4052-93A9-175F88E67E76}" srcOrd="3" destOrd="0" presId="urn:microsoft.com/office/officeart/2005/8/layout/vList3"/>
    <dgm:cxn modelId="{E527E03F-A7EC-4F12-9B1E-D17A8D5C344B}" type="presParOf" srcId="{CE0CEA03-55C0-422F-AF2D-A71C3D099A3C}" destId="{FAA71FB1-490B-49E9-B2AA-2DA2415616F4}" srcOrd="4" destOrd="0" presId="urn:microsoft.com/office/officeart/2005/8/layout/vList3"/>
    <dgm:cxn modelId="{7FAA9C1F-A1D0-4D10-AA69-1CCA3A8079DE}" type="presParOf" srcId="{FAA71FB1-490B-49E9-B2AA-2DA2415616F4}" destId="{C2D4D51F-66BD-45DC-8E27-8CB14649D880}" srcOrd="0" destOrd="0" presId="urn:microsoft.com/office/officeart/2005/8/layout/vList3"/>
    <dgm:cxn modelId="{D7183E3F-C7D7-4747-ADF0-BD39E3AA01CA}" type="presParOf" srcId="{FAA71FB1-490B-49E9-B2AA-2DA2415616F4}" destId="{0E2B187F-3732-4999-BAA7-73B0C80DD7A5}" srcOrd="1" destOrd="0" presId="urn:microsoft.com/office/officeart/2005/8/layout/vList3"/>
    <dgm:cxn modelId="{D59BDEEE-3EFE-4F19-966A-E61C18EA8175}" type="presParOf" srcId="{CE0CEA03-55C0-422F-AF2D-A71C3D099A3C}" destId="{2B8782E1-D722-40EA-9135-CAB7C984BE77}" srcOrd="5" destOrd="0" presId="urn:microsoft.com/office/officeart/2005/8/layout/vList3"/>
    <dgm:cxn modelId="{BB08CD2C-42A6-4FBF-9CA3-0E6E53F7C60F}" type="presParOf" srcId="{CE0CEA03-55C0-422F-AF2D-A71C3D099A3C}" destId="{797B113A-76EA-45AD-AB2D-BB7FB8B92800}" srcOrd="6" destOrd="0" presId="urn:microsoft.com/office/officeart/2005/8/layout/vList3"/>
    <dgm:cxn modelId="{6546B90F-3628-4013-B683-356CBA70EA97}" type="presParOf" srcId="{797B113A-76EA-45AD-AB2D-BB7FB8B92800}" destId="{F2930982-129B-4D34-BD03-60DA7889497A}" srcOrd="0" destOrd="0" presId="urn:microsoft.com/office/officeart/2005/8/layout/vList3"/>
    <dgm:cxn modelId="{869DB3DA-E845-48E4-9BF7-B47EDACE0A1E}" type="presParOf" srcId="{797B113A-76EA-45AD-AB2D-BB7FB8B92800}" destId="{5AA2AE24-8078-4027-B3D7-38E5BDCDD329}"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0D055E60-71F3-426B-A1E6-AE405F670A1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2842646-2401-4205-99AA-389B75929D62}">
      <dgm:prSet/>
      <dgm:spPr/>
      <dgm:t>
        <a:bodyPr/>
        <a:lstStyle/>
        <a:p>
          <a:r>
            <a:rPr lang="uk-UA" b="0" i="0"/>
            <a:t>модерний театр, мистецьке об'єднання «Березіль»</a:t>
          </a:r>
          <a:endParaRPr lang="uk-UA"/>
        </a:p>
      </dgm:t>
    </dgm:pt>
    <dgm:pt modelId="{032098BB-5D46-400E-965E-B1B3FD20F163}" type="parTrans" cxnId="{7DDAB591-73DA-40DA-99C8-53ABA581C217}">
      <dgm:prSet/>
      <dgm:spPr/>
      <dgm:t>
        <a:bodyPr/>
        <a:lstStyle/>
        <a:p>
          <a:endParaRPr lang="uk-UA"/>
        </a:p>
      </dgm:t>
    </dgm:pt>
    <dgm:pt modelId="{911A4679-ED48-4E45-8742-E3BD6D8E991A}" type="sibTrans" cxnId="{7DDAB591-73DA-40DA-99C8-53ABA581C217}">
      <dgm:prSet/>
      <dgm:spPr/>
      <dgm:t>
        <a:bodyPr/>
        <a:lstStyle/>
        <a:p>
          <a:endParaRPr lang="uk-UA"/>
        </a:p>
      </dgm:t>
    </dgm:pt>
    <dgm:pt modelId="{28664BBE-B275-47D2-A3BC-BF82E502C357}">
      <dgm:prSet/>
      <dgm:spPr/>
      <dgm:t>
        <a:bodyPr/>
        <a:lstStyle/>
        <a:p>
          <a:r>
            <a:rPr lang="uk-UA" b="0" i="0"/>
            <a:t>церковний собор, Українська автокефальна православна церква</a:t>
          </a:r>
          <a:endParaRPr lang="uk-UA"/>
        </a:p>
      </dgm:t>
    </dgm:pt>
    <dgm:pt modelId="{1CD7B6A6-F3E3-4E51-933A-4BEC0DAE6187}" type="parTrans" cxnId="{47970C48-BB2B-4CB4-A960-D6FF0FB5D0A1}">
      <dgm:prSet/>
      <dgm:spPr/>
      <dgm:t>
        <a:bodyPr/>
        <a:lstStyle/>
        <a:p>
          <a:endParaRPr lang="uk-UA"/>
        </a:p>
      </dgm:t>
    </dgm:pt>
    <dgm:pt modelId="{FFF171BE-4F5C-4498-B64B-1FFF4BB70C79}" type="sibTrans" cxnId="{47970C48-BB2B-4CB4-A960-D6FF0FB5D0A1}">
      <dgm:prSet/>
      <dgm:spPr/>
      <dgm:t>
        <a:bodyPr/>
        <a:lstStyle/>
        <a:p>
          <a:endParaRPr lang="uk-UA"/>
        </a:p>
      </dgm:t>
    </dgm:pt>
    <dgm:pt modelId="{FAB33E6A-6940-4473-91F5-B262C573D6D8}">
      <dgm:prSet/>
      <dgm:spPr/>
      <dgm:t>
        <a:bodyPr/>
        <a:lstStyle/>
        <a:p>
          <a:r>
            <a:rPr lang="uk-UA" b="0" i="0"/>
            <a:t>українізація, наркомат освіти УСРР</a:t>
          </a:r>
          <a:endParaRPr lang="uk-UA"/>
        </a:p>
      </dgm:t>
    </dgm:pt>
    <dgm:pt modelId="{1E932532-C758-4F60-944D-4E85DF0F7ACC}" type="parTrans" cxnId="{EAFF2AA3-4682-4037-B33F-9781BF8E84B2}">
      <dgm:prSet/>
      <dgm:spPr/>
      <dgm:t>
        <a:bodyPr/>
        <a:lstStyle/>
        <a:p>
          <a:endParaRPr lang="uk-UA"/>
        </a:p>
      </dgm:t>
    </dgm:pt>
    <dgm:pt modelId="{54DA0CBF-FD1A-4466-8B1C-3FC74FDD241B}" type="sibTrans" cxnId="{EAFF2AA3-4682-4037-B33F-9781BF8E84B2}">
      <dgm:prSet/>
      <dgm:spPr/>
      <dgm:t>
        <a:bodyPr/>
        <a:lstStyle/>
        <a:p>
          <a:endParaRPr lang="uk-UA"/>
        </a:p>
      </dgm:t>
    </dgm:pt>
    <dgm:pt modelId="{D59F2058-1977-458B-9B90-240954F8F784}">
      <dgm:prSet/>
      <dgm:spPr/>
      <dgm:t>
        <a:bodyPr/>
        <a:lstStyle/>
        <a:p>
          <a:r>
            <a:rPr lang="uk-UA" b="0" i="0"/>
            <a:t>літературна дискусія, ВАПЛІТЕ</a:t>
          </a:r>
          <a:endParaRPr lang="uk-UA"/>
        </a:p>
      </dgm:t>
    </dgm:pt>
    <dgm:pt modelId="{FC9D2A72-93D2-4C8A-9E8E-0C92C16521D6}" type="parTrans" cxnId="{5918357E-6FB3-4804-B181-E39650278D7E}">
      <dgm:prSet/>
      <dgm:spPr/>
      <dgm:t>
        <a:bodyPr/>
        <a:lstStyle/>
        <a:p>
          <a:endParaRPr lang="uk-UA"/>
        </a:p>
      </dgm:t>
    </dgm:pt>
    <dgm:pt modelId="{C4A43FAA-67E2-4B04-A870-5D32B4FE781E}" type="sibTrans" cxnId="{5918357E-6FB3-4804-B181-E39650278D7E}">
      <dgm:prSet/>
      <dgm:spPr/>
      <dgm:t>
        <a:bodyPr/>
        <a:lstStyle/>
        <a:p>
          <a:endParaRPr lang="uk-UA"/>
        </a:p>
      </dgm:t>
    </dgm:pt>
    <dgm:pt modelId="{1E5777F9-1718-461B-9E70-D382EF8797CC}">
      <dgm:prSet/>
      <dgm:spPr/>
      <dgm:t>
        <a:bodyPr/>
        <a:lstStyle/>
        <a:p>
          <a:r>
            <a:rPr lang="uk-UA" b="0" i="0"/>
            <a:t>спілка «Гарт», кінематограф</a:t>
          </a:r>
          <a:endParaRPr lang="uk-UA"/>
        </a:p>
      </dgm:t>
    </dgm:pt>
    <dgm:pt modelId="{4924EC57-A417-4A44-A702-8A130C2D521D}" type="parTrans" cxnId="{86AB5D36-7E1B-4385-B2F8-A29DAD4014FF}">
      <dgm:prSet/>
      <dgm:spPr/>
      <dgm:t>
        <a:bodyPr/>
        <a:lstStyle/>
        <a:p>
          <a:endParaRPr lang="uk-UA"/>
        </a:p>
      </dgm:t>
    </dgm:pt>
    <dgm:pt modelId="{12F3C7E1-51D9-4A02-983B-5408B67CF59C}" type="sibTrans" cxnId="{86AB5D36-7E1B-4385-B2F8-A29DAD4014FF}">
      <dgm:prSet/>
      <dgm:spPr/>
      <dgm:t>
        <a:bodyPr/>
        <a:lstStyle/>
        <a:p>
          <a:endParaRPr lang="uk-UA"/>
        </a:p>
      </dgm:t>
    </dgm:pt>
    <dgm:pt modelId="{9E854C58-AA94-42C2-B0A1-9D4CEAF47695}" type="pres">
      <dgm:prSet presAssocID="{0D055E60-71F3-426B-A1E6-AE405F670A1A}" presName="linear" presStyleCnt="0">
        <dgm:presLayoutVars>
          <dgm:animLvl val="lvl"/>
          <dgm:resizeHandles val="exact"/>
        </dgm:presLayoutVars>
      </dgm:prSet>
      <dgm:spPr/>
    </dgm:pt>
    <dgm:pt modelId="{93E1E9AA-813C-4F1E-8560-AC69CC92E56A}" type="pres">
      <dgm:prSet presAssocID="{62842646-2401-4205-99AA-389B75929D62}" presName="parentText" presStyleLbl="node1" presStyleIdx="0" presStyleCnt="5">
        <dgm:presLayoutVars>
          <dgm:chMax val="0"/>
          <dgm:bulletEnabled val="1"/>
        </dgm:presLayoutVars>
      </dgm:prSet>
      <dgm:spPr/>
    </dgm:pt>
    <dgm:pt modelId="{CCA3AE13-49DF-4D81-8143-85978BA3521B}" type="pres">
      <dgm:prSet presAssocID="{911A4679-ED48-4E45-8742-E3BD6D8E991A}" presName="spacer" presStyleCnt="0"/>
      <dgm:spPr/>
    </dgm:pt>
    <dgm:pt modelId="{D9B67C22-F8E5-44EF-B659-6297710EA1C2}" type="pres">
      <dgm:prSet presAssocID="{28664BBE-B275-47D2-A3BC-BF82E502C357}" presName="parentText" presStyleLbl="node1" presStyleIdx="1" presStyleCnt="5">
        <dgm:presLayoutVars>
          <dgm:chMax val="0"/>
          <dgm:bulletEnabled val="1"/>
        </dgm:presLayoutVars>
      </dgm:prSet>
      <dgm:spPr/>
    </dgm:pt>
    <dgm:pt modelId="{5BE40B3D-1BE3-4BD8-A355-1798C2B451AD}" type="pres">
      <dgm:prSet presAssocID="{FFF171BE-4F5C-4498-B64B-1FFF4BB70C79}" presName="spacer" presStyleCnt="0"/>
      <dgm:spPr/>
    </dgm:pt>
    <dgm:pt modelId="{E07D9693-1CE7-4366-A97A-DB317D3C082B}" type="pres">
      <dgm:prSet presAssocID="{FAB33E6A-6940-4473-91F5-B262C573D6D8}" presName="parentText" presStyleLbl="node1" presStyleIdx="2" presStyleCnt="5">
        <dgm:presLayoutVars>
          <dgm:chMax val="0"/>
          <dgm:bulletEnabled val="1"/>
        </dgm:presLayoutVars>
      </dgm:prSet>
      <dgm:spPr/>
    </dgm:pt>
    <dgm:pt modelId="{70B8B701-3497-42DB-9777-E63D4BE9A1B0}" type="pres">
      <dgm:prSet presAssocID="{54DA0CBF-FD1A-4466-8B1C-3FC74FDD241B}" presName="spacer" presStyleCnt="0"/>
      <dgm:spPr/>
    </dgm:pt>
    <dgm:pt modelId="{3A6004CE-2865-44FB-A616-151505A1E35C}" type="pres">
      <dgm:prSet presAssocID="{D59F2058-1977-458B-9B90-240954F8F784}" presName="parentText" presStyleLbl="node1" presStyleIdx="3" presStyleCnt="5">
        <dgm:presLayoutVars>
          <dgm:chMax val="0"/>
          <dgm:bulletEnabled val="1"/>
        </dgm:presLayoutVars>
      </dgm:prSet>
      <dgm:spPr/>
    </dgm:pt>
    <dgm:pt modelId="{1EF5965C-7738-4D66-B20F-4ABD801253C4}" type="pres">
      <dgm:prSet presAssocID="{C4A43FAA-67E2-4B04-A870-5D32B4FE781E}" presName="spacer" presStyleCnt="0"/>
      <dgm:spPr/>
    </dgm:pt>
    <dgm:pt modelId="{F91CA193-F9A1-4A19-9D8C-29B836FF35C2}" type="pres">
      <dgm:prSet presAssocID="{1E5777F9-1718-461B-9E70-D382EF8797CC}" presName="parentText" presStyleLbl="node1" presStyleIdx="4" presStyleCnt="5">
        <dgm:presLayoutVars>
          <dgm:chMax val="0"/>
          <dgm:bulletEnabled val="1"/>
        </dgm:presLayoutVars>
      </dgm:prSet>
      <dgm:spPr/>
    </dgm:pt>
  </dgm:ptLst>
  <dgm:cxnLst>
    <dgm:cxn modelId="{9915BC1F-B432-4E50-BA1B-EF819BF73C48}" type="presOf" srcId="{FAB33E6A-6940-4473-91F5-B262C573D6D8}" destId="{E07D9693-1CE7-4366-A97A-DB317D3C082B}" srcOrd="0" destOrd="0" presId="urn:microsoft.com/office/officeart/2005/8/layout/vList2"/>
    <dgm:cxn modelId="{43662B20-67D7-4BBE-8B54-E20AFB957994}" type="presOf" srcId="{62842646-2401-4205-99AA-389B75929D62}" destId="{93E1E9AA-813C-4F1E-8560-AC69CC92E56A}" srcOrd="0" destOrd="0" presId="urn:microsoft.com/office/officeart/2005/8/layout/vList2"/>
    <dgm:cxn modelId="{86AB5D36-7E1B-4385-B2F8-A29DAD4014FF}" srcId="{0D055E60-71F3-426B-A1E6-AE405F670A1A}" destId="{1E5777F9-1718-461B-9E70-D382EF8797CC}" srcOrd="4" destOrd="0" parTransId="{4924EC57-A417-4A44-A702-8A130C2D521D}" sibTransId="{12F3C7E1-51D9-4A02-983B-5408B67CF59C}"/>
    <dgm:cxn modelId="{47970C48-BB2B-4CB4-A960-D6FF0FB5D0A1}" srcId="{0D055E60-71F3-426B-A1E6-AE405F670A1A}" destId="{28664BBE-B275-47D2-A3BC-BF82E502C357}" srcOrd="1" destOrd="0" parTransId="{1CD7B6A6-F3E3-4E51-933A-4BEC0DAE6187}" sibTransId="{FFF171BE-4F5C-4498-B64B-1FFF4BB70C79}"/>
    <dgm:cxn modelId="{7F6DDD59-3EA5-402F-B72C-6DFAA180621A}" type="presOf" srcId="{D59F2058-1977-458B-9B90-240954F8F784}" destId="{3A6004CE-2865-44FB-A616-151505A1E35C}" srcOrd="0" destOrd="0" presId="urn:microsoft.com/office/officeart/2005/8/layout/vList2"/>
    <dgm:cxn modelId="{5918357E-6FB3-4804-B181-E39650278D7E}" srcId="{0D055E60-71F3-426B-A1E6-AE405F670A1A}" destId="{D59F2058-1977-458B-9B90-240954F8F784}" srcOrd="3" destOrd="0" parTransId="{FC9D2A72-93D2-4C8A-9E8E-0C92C16521D6}" sibTransId="{C4A43FAA-67E2-4B04-A870-5D32B4FE781E}"/>
    <dgm:cxn modelId="{7DDAB591-73DA-40DA-99C8-53ABA581C217}" srcId="{0D055E60-71F3-426B-A1E6-AE405F670A1A}" destId="{62842646-2401-4205-99AA-389B75929D62}" srcOrd="0" destOrd="0" parTransId="{032098BB-5D46-400E-965E-B1B3FD20F163}" sibTransId="{911A4679-ED48-4E45-8742-E3BD6D8E991A}"/>
    <dgm:cxn modelId="{3EA4F999-0E6B-4A46-A273-664F71D8C39C}" type="presOf" srcId="{28664BBE-B275-47D2-A3BC-BF82E502C357}" destId="{D9B67C22-F8E5-44EF-B659-6297710EA1C2}" srcOrd="0" destOrd="0" presId="urn:microsoft.com/office/officeart/2005/8/layout/vList2"/>
    <dgm:cxn modelId="{EAFF2AA3-4682-4037-B33F-9781BF8E84B2}" srcId="{0D055E60-71F3-426B-A1E6-AE405F670A1A}" destId="{FAB33E6A-6940-4473-91F5-B262C573D6D8}" srcOrd="2" destOrd="0" parTransId="{1E932532-C758-4F60-944D-4E85DF0F7ACC}" sibTransId="{54DA0CBF-FD1A-4466-8B1C-3FC74FDD241B}"/>
    <dgm:cxn modelId="{D5566CC3-A142-4E19-A1FE-FA31B601B260}" type="presOf" srcId="{0D055E60-71F3-426B-A1E6-AE405F670A1A}" destId="{9E854C58-AA94-42C2-B0A1-9D4CEAF47695}" srcOrd="0" destOrd="0" presId="urn:microsoft.com/office/officeart/2005/8/layout/vList2"/>
    <dgm:cxn modelId="{D4F716FA-FFCE-4A94-90CE-FDE4B8CAD7C6}" type="presOf" srcId="{1E5777F9-1718-461B-9E70-D382EF8797CC}" destId="{F91CA193-F9A1-4A19-9D8C-29B836FF35C2}" srcOrd="0" destOrd="0" presId="urn:microsoft.com/office/officeart/2005/8/layout/vList2"/>
    <dgm:cxn modelId="{89D86CA6-45BB-4640-923F-9AD46C878745}" type="presParOf" srcId="{9E854C58-AA94-42C2-B0A1-9D4CEAF47695}" destId="{93E1E9AA-813C-4F1E-8560-AC69CC92E56A}" srcOrd="0" destOrd="0" presId="urn:microsoft.com/office/officeart/2005/8/layout/vList2"/>
    <dgm:cxn modelId="{35AAF7C8-730A-4779-A6FC-8905C4AD2771}" type="presParOf" srcId="{9E854C58-AA94-42C2-B0A1-9D4CEAF47695}" destId="{CCA3AE13-49DF-4D81-8143-85978BA3521B}" srcOrd="1" destOrd="0" presId="urn:microsoft.com/office/officeart/2005/8/layout/vList2"/>
    <dgm:cxn modelId="{EBDDEDBA-4B57-416B-90E8-E7C2F9221FE8}" type="presParOf" srcId="{9E854C58-AA94-42C2-B0A1-9D4CEAF47695}" destId="{D9B67C22-F8E5-44EF-B659-6297710EA1C2}" srcOrd="2" destOrd="0" presId="urn:microsoft.com/office/officeart/2005/8/layout/vList2"/>
    <dgm:cxn modelId="{E8314C3F-3C33-4828-8413-CB5ECF1CB23C}" type="presParOf" srcId="{9E854C58-AA94-42C2-B0A1-9D4CEAF47695}" destId="{5BE40B3D-1BE3-4BD8-A355-1798C2B451AD}" srcOrd="3" destOrd="0" presId="urn:microsoft.com/office/officeart/2005/8/layout/vList2"/>
    <dgm:cxn modelId="{DBAE499D-64D7-4883-9307-D69323004ADA}" type="presParOf" srcId="{9E854C58-AA94-42C2-B0A1-9D4CEAF47695}" destId="{E07D9693-1CE7-4366-A97A-DB317D3C082B}" srcOrd="4" destOrd="0" presId="urn:microsoft.com/office/officeart/2005/8/layout/vList2"/>
    <dgm:cxn modelId="{B6166D2C-F955-4406-B0F5-C33C72A5F58C}" type="presParOf" srcId="{9E854C58-AA94-42C2-B0A1-9D4CEAF47695}" destId="{70B8B701-3497-42DB-9777-E63D4BE9A1B0}" srcOrd="5" destOrd="0" presId="urn:microsoft.com/office/officeart/2005/8/layout/vList2"/>
    <dgm:cxn modelId="{646AA274-C3D9-428A-B63A-00AD954BC1D9}" type="presParOf" srcId="{9E854C58-AA94-42C2-B0A1-9D4CEAF47695}" destId="{3A6004CE-2865-44FB-A616-151505A1E35C}" srcOrd="6" destOrd="0" presId="urn:microsoft.com/office/officeart/2005/8/layout/vList2"/>
    <dgm:cxn modelId="{9F70593C-FA67-45C4-98E4-E04399B7932E}" type="presParOf" srcId="{9E854C58-AA94-42C2-B0A1-9D4CEAF47695}" destId="{1EF5965C-7738-4D66-B20F-4ABD801253C4}" srcOrd="7" destOrd="0" presId="urn:microsoft.com/office/officeart/2005/8/layout/vList2"/>
    <dgm:cxn modelId="{B4926813-8D76-4569-B66E-3D3FF8C35A22}" type="presParOf" srcId="{9E854C58-AA94-42C2-B0A1-9D4CEAF47695}" destId="{F91CA193-F9A1-4A19-9D8C-29B836FF35C2}"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30487F98-4E25-4F27-B76D-F44C15D92089}"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uk-UA"/>
        </a:p>
      </dgm:t>
    </dgm:pt>
    <dgm:pt modelId="{01D7AD2C-A8E8-4624-8CC9-57BD6A164A68}">
      <dgm:prSet/>
      <dgm:spPr/>
      <dgm:t>
        <a:bodyPr/>
        <a:lstStyle/>
        <a:p>
          <a:r>
            <a:rPr lang="uk-UA" b="0" i="0"/>
            <a:t>1</a:t>
          </a:r>
          <a:endParaRPr lang="uk-UA"/>
        </a:p>
      </dgm:t>
    </dgm:pt>
    <dgm:pt modelId="{69B42E31-AE62-4A9C-82E4-B95ABF3C854A}" type="parTrans" cxnId="{BB8096E8-9A8C-4C40-A83B-7E50739E23AF}">
      <dgm:prSet/>
      <dgm:spPr/>
      <dgm:t>
        <a:bodyPr/>
        <a:lstStyle/>
        <a:p>
          <a:endParaRPr lang="uk-UA"/>
        </a:p>
      </dgm:t>
    </dgm:pt>
    <dgm:pt modelId="{748FD8A5-A7B1-4D0C-9872-2CC19AB27A49}" type="sibTrans" cxnId="{BB8096E8-9A8C-4C40-A83B-7E50739E23AF}">
      <dgm:prSet/>
      <dgm:spPr/>
      <dgm:t>
        <a:bodyPr/>
        <a:lstStyle/>
        <a:p>
          <a:endParaRPr lang="uk-UA"/>
        </a:p>
      </dgm:t>
    </dgm:pt>
    <dgm:pt modelId="{1DEF9DDF-C7C5-4674-9A51-856705A76973}">
      <dgm:prSet/>
      <dgm:spPr/>
      <dgm:t>
        <a:bodyPr/>
        <a:lstStyle/>
        <a:p>
          <a:r>
            <a:rPr lang="uk-UA" b="0" i="0"/>
            <a:t>2</a:t>
          </a:r>
          <a:endParaRPr lang="uk-UA"/>
        </a:p>
      </dgm:t>
    </dgm:pt>
    <dgm:pt modelId="{4A0E7A07-6AC8-4AA9-B8AC-F6C6FC60316D}" type="parTrans" cxnId="{A0038FCC-0626-4DB8-AC5B-94F4F284FF88}">
      <dgm:prSet/>
      <dgm:spPr/>
      <dgm:t>
        <a:bodyPr/>
        <a:lstStyle/>
        <a:p>
          <a:endParaRPr lang="uk-UA"/>
        </a:p>
      </dgm:t>
    </dgm:pt>
    <dgm:pt modelId="{4AE711B6-B588-4F52-88B9-161026EB170D}" type="sibTrans" cxnId="{A0038FCC-0626-4DB8-AC5B-94F4F284FF88}">
      <dgm:prSet/>
      <dgm:spPr/>
      <dgm:t>
        <a:bodyPr/>
        <a:lstStyle/>
        <a:p>
          <a:endParaRPr lang="uk-UA"/>
        </a:p>
      </dgm:t>
    </dgm:pt>
    <dgm:pt modelId="{D868EED3-D5AC-44C9-B443-1E7CCA7FDC0F}">
      <dgm:prSet/>
      <dgm:spPr/>
      <dgm:t>
        <a:bodyPr/>
        <a:lstStyle/>
        <a:p>
          <a:r>
            <a:rPr lang="uk-UA" b="0" i="0"/>
            <a:t>3</a:t>
          </a:r>
          <a:endParaRPr lang="uk-UA"/>
        </a:p>
      </dgm:t>
    </dgm:pt>
    <dgm:pt modelId="{64FC1012-7ECA-4FE5-960E-0D410FA9A511}" type="parTrans" cxnId="{8F24C5C0-51C2-40FB-AAC8-D8C86DAF4215}">
      <dgm:prSet/>
      <dgm:spPr/>
      <dgm:t>
        <a:bodyPr/>
        <a:lstStyle/>
        <a:p>
          <a:endParaRPr lang="uk-UA"/>
        </a:p>
      </dgm:t>
    </dgm:pt>
    <dgm:pt modelId="{4800D4B4-7D7A-4E46-B0A1-EE021064AF88}" type="sibTrans" cxnId="{8F24C5C0-51C2-40FB-AAC8-D8C86DAF4215}">
      <dgm:prSet/>
      <dgm:spPr/>
      <dgm:t>
        <a:bodyPr/>
        <a:lstStyle/>
        <a:p>
          <a:endParaRPr lang="uk-UA"/>
        </a:p>
      </dgm:t>
    </dgm:pt>
    <dgm:pt modelId="{E726C87B-5719-4EDE-84EA-445D5B12D394}">
      <dgm:prSet/>
      <dgm:spPr/>
      <dgm:t>
        <a:bodyPr/>
        <a:lstStyle/>
        <a:p>
          <a:r>
            <a:rPr lang="uk-UA" b="0" i="0"/>
            <a:t>4</a:t>
          </a:r>
          <a:endParaRPr lang="uk-UA"/>
        </a:p>
      </dgm:t>
    </dgm:pt>
    <dgm:pt modelId="{0CE5E15D-C039-46D3-92AA-DB5C09EAA9F4}" type="parTrans" cxnId="{AC6CC2E0-3A25-4684-AB35-BCDB3F4736E7}">
      <dgm:prSet/>
      <dgm:spPr/>
      <dgm:t>
        <a:bodyPr/>
        <a:lstStyle/>
        <a:p>
          <a:endParaRPr lang="uk-UA"/>
        </a:p>
      </dgm:t>
    </dgm:pt>
    <dgm:pt modelId="{798044D1-B974-406A-BAA2-8F7C50342E90}" type="sibTrans" cxnId="{AC6CC2E0-3A25-4684-AB35-BCDB3F4736E7}">
      <dgm:prSet/>
      <dgm:spPr/>
      <dgm:t>
        <a:bodyPr/>
        <a:lstStyle/>
        <a:p>
          <a:endParaRPr lang="uk-UA"/>
        </a:p>
      </dgm:t>
    </dgm:pt>
    <dgm:pt modelId="{3909B01F-D10E-43A1-BB7E-A405AA48474A}" type="pres">
      <dgm:prSet presAssocID="{30487F98-4E25-4F27-B76D-F44C15D92089}" presName="matrix" presStyleCnt="0">
        <dgm:presLayoutVars>
          <dgm:chMax val="1"/>
          <dgm:dir/>
          <dgm:resizeHandles val="exact"/>
        </dgm:presLayoutVars>
      </dgm:prSet>
      <dgm:spPr/>
    </dgm:pt>
    <dgm:pt modelId="{446F549E-F247-4FAA-92DA-D371FBE7FDAB}" type="pres">
      <dgm:prSet presAssocID="{30487F98-4E25-4F27-B76D-F44C15D92089}" presName="diamond" presStyleLbl="bgShp" presStyleIdx="0" presStyleCnt="1"/>
      <dgm:spPr/>
    </dgm:pt>
    <dgm:pt modelId="{1DC817FD-CF96-4018-8EC6-34EFF3422B46}" type="pres">
      <dgm:prSet presAssocID="{30487F98-4E25-4F27-B76D-F44C15D92089}" presName="quad1" presStyleLbl="node1" presStyleIdx="0" presStyleCnt="4">
        <dgm:presLayoutVars>
          <dgm:chMax val="0"/>
          <dgm:chPref val="0"/>
          <dgm:bulletEnabled val="1"/>
        </dgm:presLayoutVars>
      </dgm:prSet>
      <dgm:spPr/>
    </dgm:pt>
    <dgm:pt modelId="{5ABDDC9A-D843-4BFD-8F07-80500E8D8677}" type="pres">
      <dgm:prSet presAssocID="{30487F98-4E25-4F27-B76D-F44C15D92089}" presName="quad2" presStyleLbl="node1" presStyleIdx="1" presStyleCnt="4">
        <dgm:presLayoutVars>
          <dgm:chMax val="0"/>
          <dgm:chPref val="0"/>
          <dgm:bulletEnabled val="1"/>
        </dgm:presLayoutVars>
      </dgm:prSet>
      <dgm:spPr/>
    </dgm:pt>
    <dgm:pt modelId="{5CC5F6B9-C21D-4CC7-9F5F-CF98C2460F13}" type="pres">
      <dgm:prSet presAssocID="{30487F98-4E25-4F27-B76D-F44C15D92089}" presName="quad3" presStyleLbl="node1" presStyleIdx="2" presStyleCnt="4">
        <dgm:presLayoutVars>
          <dgm:chMax val="0"/>
          <dgm:chPref val="0"/>
          <dgm:bulletEnabled val="1"/>
        </dgm:presLayoutVars>
      </dgm:prSet>
      <dgm:spPr/>
    </dgm:pt>
    <dgm:pt modelId="{FFB1FFB8-E844-4BB0-8239-9878E384FB9A}" type="pres">
      <dgm:prSet presAssocID="{30487F98-4E25-4F27-B76D-F44C15D92089}" presName="quad4" presStyleLbl="node1" presStyleIdx="3" presStyleCnt="4">
        <dgm:presLayoutVars>
          <dgm:chMax val="0"/>
          <dgm:chPref val="0"/>
          <dgm:bulletEnabled val="1"/>
        </dgm:presLayoutVars>
      </dgm:prSet>
      <dgm:spPr/>
    </dgm:pt>
  </dgm:ptLst>
  <dgm:cxnLst>
    <dgm:cxn modelId="{1CB75126-7BAB-4E1C-AB3B-57A850F42E7F}" type="presOf" srcId="{30487F98-4E25-4F27-B76D-F44C15D92089}" destId="{3909B01F-D10E-43A1-BB7E-A405AA48474A}" srcOrd="0" destOrd="0" presId="urn:microsoft.com/office/officeart/2005/8/layout/matrix3"/>
    <dgm:cxn modelId="{153E872C-5809-4A96-89AE-F0DD82EF6A59}" type="presOf" srcId="{E726C87B-5719-4EDE-84EA-445D5B12D394}" destId="{FFB1FFB8-E844-4BB0-8239-9878E384FB9A}" srcOrd="0" destOrd="0" presId="urn:microsoft.com/office/officeart/2005/8/layout/matrix3"/>
    <dgm:cxn modelId="{436FE52C-7D11-46C7-BD6A-A977384ACE57}" type="presOf" srcId="{1DEF9DDF-C7C5-4674-9A51-856705A76973}" destId="{5ABDDC9A-D843-4BFD-8F07-80500E8D8677}" srcOrd="0" destOrd="0" presId="urn:microsoft.com/office/officeart/2005/8/layout/matrix3"/>
    <dgm:cxn modelId="{8E66C467-0E9F-4C6A-949C-336F5B58BDFA}" type="presOf" srcId="{01D7AD2C-A8E8-4624-8CC9-57BD6A164A68}" destId="{1DC817FD-CF96-4018-8EC6-34EFF3422B46}" srcOrd="0" destOrd="0" presId="urn:microsoft.com/office/officeart/2005/8/layout/matrix3"/>
    <dgm:cxn modelId="{8F24C5C0-51C2-40FB-AAC8-D8C86DAF4215}" srcId="{30487F98-4E25-4F27-B76D-F44C15D92089}" destId="{D868EED3-D5AC-44C9-B443-1E7CCA7FDC0F}" srcOrd="2" destOrd="0" parTransId="{64FC1012-7ECA-4FE5-960E-0D410FA9A511}" sibTransId="{4800D4B4-7D7A-4E46-B0A1-EE021064AF88}"/>
    <dgm:cxn modelId="{A0038FCC-0626-4DB8-AC5B-94F4F284FF88}" srcId="{30487F98-4E25-4F27-B76D-F44C15D92089}" destId="{1DEF9DDF-C7C5-4674-9A51-856705A76973}" srcOrd="1" destOrd="0" parTransId="{4A0E7A07-6AC8-4AA9-B8AC-F6C6FC60316D}" sibTransId="{4AE711B6-B588-4F52-88B9-161026EB170D}"/>
    <dgm:cxn modelId="{79B7D5DA-568B-42BA-ACA9-2DC091FB8D2C}" type="presOf" srcId="{D868EED3-D5AC-44C9-B443-1E7CCA7FDC0F}" destId="{5CC5F6B9-C21D-4CC7-9F5F-CF98C2460F13}" srcOrd="0" destOrd="0" presId="urn:microsoft.com/office/officeart/2005/8/layout/matrix3"/>
    <dgm:cxn modelId="{AC6CC2E0-3A25-4684-AB35-BCDB3F4736E7}" srcId="{30487F98-4E25-4F27-B76D-F44C15D92089}" destId="{E726C87B-5719-4EDE-84EA-445D5B12D394}" srcOrd="3" destOrd="0" parTransId="{0CE5E15D-C039-46D3-92AA-DB5C09EAA9F4}" sibTransId="{798044D1-B974-406A-BAA2-8F7C50342E90}"/>
    <dgm:cxn modelId="{BB8096E8-9A8C-4C40-A83B-7E50739E23AF}" srcId="{30487F98-4E25-4F27-B76D-F44C15D92089}" destId="{01D7AD2C-A8E8-4624-8CC9-57BD6A164A68}" srcOrd="0" destOrd="0" parTransId="{69B42E31-AE62-4A9C-82E4-B95ABF3C854A}" sibTransId="{748FD8A5-A7B1-4D0C-9872-2CC19AB27A49}"/>
    <dgm:cxn modelId="{48A08C69-234C-4C43-8B01-278FE773096B}" type="presParOf" srcId="{3909B01F-D10E-43A1-BB7E-A405AA48474A}" destId="{446F549E-F247-4FAA-92DA-D371FBE7FDAB}" srcOrd="0" destOrd="0" presId="urn:microsoft.com/office/officeart/2005/8/layout/matrix3"/>
    <dgm:cxn modelId="{F729B6DD-D8BC-4F09-A66B-57E9A5C2B025}" type="presParOf" srcId="{3909B01F-D10E-43A1-BB7E-A405AA48474A}" destId="{1DC817FD-CF96-4018-8EC6-34EFF3422B46}" srcOrd="1" destOrd="0" presId="urn:microsoft.com/office/officeart/2005/8/layout/matrix3"/>
    <dgm:cxn modelId="{72D29503-5723-4502-92CB-F5C449AAEF54}" type="presParOf" srcId="{3909B01F-D10E-43A1-BB7E-A405AA48474A}" destId="{5ABDDC9A-D843-4BFD-8F07-80500E8D8677}" srcOrd="2" destOrd="0" presId="urn:microsoft.com/office/officeart/2005/8/layout/matrix3"/>
    <dgm:cxn modelId="{ECB5EBC7-6508-44FD-B9EC-960093EFB772}" type="presParOf" srcId="{3909B01F-D10E-43A1-BB7E-A405AA48474A}" destId="{5CC5F6B9-C21D-4CC7-9F5F-CF98C2460F13}" srcOrd="3" destOrd="0" presId="urn:microsoft.com/office/officeart/2005/8/layout/matrix3"/>
    <dgm:cxn modelId="{C790DFF0-2EC8-46AA-A8EF-EF71265697A5}" type="presParOf" srcId="{3909B01F-D10E-43A1-BB7E-A405AA48474A}" destId="{FFB1FFB8-E844-4BB0-8239-9878E384FB9A}"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13B8CF3C-E835-4539-BA83-C52DB683829A}"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FCF0461E-2525-41EF-8AFF-4E67998956D2}">
      <dgm:prSet/>
      <dgm:spPr/>
      <dgm:t>
        <a:bodyPr/>
        <a:lstStyle/>
        <a:p>
          <a:r>
            <a:rPr lang="ru-RU" b="0" i="0"/>
            <a:t>С. Петлюра.</a:t>
          </a:r>
          <a:endParaRPr lang="uk-UA"/>
        </a:p>
      </dgm:t>
    </dgm:pt>
    <dgm:pt modelId="{A94AF50E-A7EC-467D-9F5D-6D31D1EF7088}" type="parTrans" cxnId="{72838E4C-2343-4318-BB61-26783B90501F}">
      <dgm:prSet/>
      <dgm:spPr/>
      <dgm:t>
        <a:bodyPr/>
        <a:lstStyle/>
        <a:p>
          <a:endParaRPr lang="uk-UA"/>
        </a:p>
      </dgm:t>
    </dgm:pt>
    <dgm:pt modelId="{578B3012-96B4-4AF2-9338-44BBECD25B1E}" type="sibTrans" cxnId="{72838E4C-2343-4318-BB61-26783B90501F}">
      <dgm:prSet/>
      <dgm:spPr/>
      <dgm:t>
        <a:bodyPr/>
        <a:lstStyle/>
        <a:p>
          <a:endParaRPr lang="uk-UA"/>
        </a:p>
      </dgm:t>
    </dgm:pt>
    <dgm:pt modelId="{54AAEDC0-0554-4CCC-87B4-C71BF55CDBCA}">
      <dgm:prSet/>
      <dgm:spPr/>
      <dgm:t>
        <a:bodyPr/>
        <a:lstStyle/>
        <a:p>
          <a:r>
            <a:rPr lang="ru-RU" b="0" i="0"/>
            <a:t>Х. Раковський.</a:t>
          </a:r>
          <a:endParaRPr lang="uk-UA"/>
        </a:p>
      </dgm:t>
    </dgm:pt>
    <dgm:pt modelId="{370174AD-E13D-4255-9769-364AD8E29405}" type="parTrans" cxnId="{F8324BC1-E891-4008-87A8-EC6D0133D5AD}">
      <dgm:prSet/>
      <dgm:spPr/>
      <dgm:t>
        <a:bodyPr/>
        <a:lstStyle/>
        <a:p>
          <a:endParaRPr lang="uk-UA"/>
        </a:p>
      </dgm:t>
    </dgm:pt>
    <dgm:pt modelId="{CF2381F7-995D-4B6F-B639-EE34E3E32C63}" type="sibTrans" cxnId="{F8324BC1-E891-4008-87A8-EC6D0133D5AD}">
      <dgm:prSet/>
      <dgm:spPr/>
      <dgm:t>
        <a:bodyPr/>
        <a:lstStyle/>
        <a:p>
          <a:endParaRPr lang="uk-UA"/>
        </a:p>
      </dgm:t>
    </dgm:pt>
    <dgm:pt modelId="{66DD9C9B-3E21-4016-A82F-853F277B0C7A}">
      <dgm:prSet/>
      <dgm:spPr/>
      <dgm:t>
        <a:bodyPr/>
        <a:lstStyle/>
        <a:p>
          <a:r>
            <a:rPr lang="ru-RU" b="0" i="0"/>
            <a:t>Є. Петрушевич.</a:t>
          </a:r>
          <a:endParaRPr lang="uk-UA"/>
        </a:p>
      </dgm:t>
    </dgm:pt>
    <dgm:pt modelId="{07700BA1-EDB1-4D0D-99CE-163096C04871}" type="parTrans" cxnId="{FAA23967-0E7F-431C-A95A-320F645CB5A0}">
      <dgm:prSet/>
      <dgm:spPr/>
      <dgm:t>
        <a:bodyPr/>
        <a:lstStyle/>
        <a:p>
          <a:endParaRPr lang="uk-UA"/>
        </a:p>
      </dgm:t>
    </dgm:pt>
    <dgm:pt modelId="{0833F950-3749-4AC8-AF10-82C657143453}" type="sibTrans" cxnId="{FAA23967-0E7F-431C-A95A-320F645CB5A0}">
      <dgm:prSet/>
      <dgm:spPr/>
      <dgm:t>
        <a:bodyPr/>
        <a:lstStyle/>
        <a:p>
          <a:endParaRPr lang="uk-UA"/>
        </a:p>
      </dgm:t>
    </dgm:pt>
    <dgm:pt modelId="{0D5DCCFC-14B5-43B9-A102-4DFD8D23730F}">
      <dgm:prSet/>
      <dgm:spPr/>
      <dgm:t>
        <a:bodyPr/>
        <a:lstStyle/>
        <a:p>
          <a:r>
            <a:rPr lang="ru-RU" b="0" i="0"/>
            <a:t>М. Грушевський.</a:t>
          </a:r>
          <a:endParaRPr lang="uk-UA"/>
        </a:p>
      </dgm:t>
    </dgm:pt>
    <dgm:pt modelId="{2D7C0DB6-A7DF-41B8-8707-3CE14952757E}" type="parTrans" cxnId="{D00B3725-7F7C-465F-877E-13AD883D5E99}">
      <dgm:prSet/>
      <dgm:spPr/>
      <dgm:t>
        <a:bodyPr/>
        <a:lstStyle/>
        <a:p>
          <a:endParaRPr lang="uk-UA"/>
        </a:p>
      </dgm:t>
    </dgm:pt>
    <dgm:pt modelId="{18033B2F-5027-44C7-8F8B-137C521753C6}" type="sibTrans" cxnId="{D00B3725-7F7C-465F-877E-13AD883D5E99}">
      <dgm:prSet/>
      <dgm:spPr/>
      <dgm:t>
        <a:bodyPr/>
        <a:lstStyle/>
        <a:p>
          <a:endParaRPr lang="uk-UA"/>
        </a:p>
      </dgm:t>
    </dgm:pt>
    <dgm:pt modelId="{BC3FBD12-10F7-4E0A-B697-64059E795413}" type="pres">
      <dgm:prSet presAssocID="{13B8CF3C-E835-4539-BA83-C52DB683829A}" presName="linearFlow" presStyleCnt="0">
        <dgm:presLayoutVars>
          <dgm:dir/>
          <dgm:resizeHandles val="exact"/>
        </dgm:presLayoutVars>
      </dgm:prSet>
      <dgm:spPr/>
    </dgm:pt>
    <dgm:pt modelId="{45E6F965-59F7-4A35-A157-FE968EC7FABA}" type="pres">
      <dgm:prSet presAssocID="{FCF0461E-2525-41EF-8AFF-4E67998956D2}" presName="composite" presStyleCnt="0"/>
      <dgm:spPr/>
    </dgm:pt>
    <dgm:pt modelId="{ABDFC35E-F5C2-4269-B2D1-B315A61EE7F4}" type="pres">
      <dgm:prSet presAssocID="{FCF0461E-2525-41EF-8AFF-4E67998956D2}" presName="imgShp" presStyleLbl="fgImgPlace1" presStyleIdx="0" presStyleCnt="4"/>
      <dgm:spPr/>
    </dgm:pt>
    <dgm:pt modelId="{C21FE74D-0EC8-4A62-9226-C88D3ABFD131}" type="pres">
      <dgm:prSet presAssocID="{FCF0461E-2525-41EF-8AFF-4E67998956D2}" presName="txShp" presStyleLbl="node1" presStyleIdx="0" presStyleCnt="4">
        <dgm:presLayoutVars>
          <dgm:bulletEnabled val="1"/>
        </dgm:presLayoutVars>
      </dgm:prSet>
      <dgm:spPr/>
    </dgm:pt>
    <dgm:pt modelId="{FB6432F1-A8D0-4264-9BBC-96171090E064}" type="pres">
      <dgm:prSet presAssocID="{578B3012-96B4-4AF2-9338-44BBECD25B1E}" presName="spacing" presStyleCnt="0"/>
      <dgm:spPr/>
    </dgm:pt>
    <dgm:pt modelId="{F3605DB0-6767-478F-8EEA-A47358D6CEEF}" type="pres">
      <dgm:prSet presAssocID="{54AAEDC0-0554-4CCC-87B4-C71BF55CDBCA}" presName="composite" presStyleCnt="0"/>
      <dgm:spPr/>
    </dgm:pt>
    <dgm:pt modelId="{5F49807B-A5F1-4BCA-9E00-645257B40C04}" type="pres">
      <dgm:prSet presAssocID="{54AAEDC0-0554-4CCC-87B4-C71BF55CDBCA}" presName="imgShp" presStyleLbl="fgImgPlace1" presStyleIdx="1" presStyleCnt="4"/>
      <dgm:spPr/>
    </dgm:pt>
    <dgm:pt modelId="{D8AF1347-0B23-4C14-9109-5CE24D62679E}" type="pres">
      <dgm:prSet presAssocID="{54AAEDC0-0554-4CCC-87B4-C71BF55CDBCA}" presName="txShp" presStyleLbl="node1" presStyleIdx="1" presStyleCnt="4">
        <dgm:presLayoutVars>
          <dgm:bulletEnabled val="1"/>
        </dgm:presLayoutVars>
      </dgm:prSet>
      <dgm:spPr/>
    </dgm:pt>
    <dgm:pt modelId="{C6FD6D92-9FC3-43A4-A715-03BCA625C73D}" type="pres">
      <dgm:prSet presAssocID="{CF2381F7-995D-4B6F-B639-EE34E3E32C63}" presName="spacing" presStyleCnt="0"/>
      <dgm:spPr/>
    </dgm:pt>
    <dgm:pt modelId="{B1E2C9D2-4D0F-48B7-8A70-41468DA1005E}" type="pres">
      <dgm:prSet presAssocID="{66DD9C9B-3E21-4016-A82F-853F277B0C7A}" presName="composite" presStyleCnt="0"/>
      <dgm:spPr/>
    </dgm:pt>
    <dgm:pt modelId="{7285364A-2753-4500-BBCA-8C39FB2CFBFE}" type="pres">
      <dgm:prSet presAssocID="{66DD9C9B-3E21-4016-A82F-853F277B0C7A}" presName="imgShp" presStyleLbl="fgImgPlace1" presStyleIdx="2" presStyleCnt="4"/>
      <dgm:spPr/>
    </dgm:pt>
    <dgm:pt modelId="{A0844538-2C08-4461-960C-9C082AD33C58}" type="pres">
      <dgm:prSet presAssocID="{66DD9C9B-3E21-4016-A82F-853F277B0C7A}" presName="txShp" presStyleLbl="node1" presStyleIdx="2" presStyleCnt="4">
        <dgm:presLayoutVars>
          <dgm:bulletEnabled val="1"/>
        </dgm:presLayoutVars>
      </dgm:prSet>
      <dgm:spPr/>
    </dgm:pt>
    <dgm:pt modelId="{563C0A72-6B89-4ED2-9578-120EAC40EDB7}" type="pres">
      <dgm:prSet presAssocID="{0833F950-3749-4AC8-AF10-82C657143453}" presName="spacing" presStyleCnt="0"/>
      <dgm:spPr/>
    </dgm:pt>
    <dgm:pt modelId="{70AD6D59-7CD6-4D0A-9D39-2D329EDD3CCB}" type="pres">
      <dgm:prSet presAssocID="{0D5DCCFC-14B5-43B9-A102-4DFD8D23730F}" presName="composite" presStyleCnt="0"/>
      <dgm:spPr/>
    </dgm:pt>
    <dgm:pt modelId="{7E6F3CC8-7A4D-4F09-9C7E-E287AEF8AC94}" type="pres">
      <dgm:prSet presAssocID="{0D5DCCFC-14B5-43B9-A102-4DFD8D23730F}" presName="imgShp" presStyleLbl="fgImgPlace1" presStyleIdx="3" presStyleCnt="4"/>
      <dgm:spPr/>
    </dgm:pt>
    <dgm:pt modelId="{C3142A42-890C-4A29-B8B5-2DD95FBF92A0}" type="pres">
      <dgm:prSet presAssocID="{0D5DCCFC-14B5-43B9-A102-4DFD8D23730F}" presName="txShp" presStyleLbl="node1" presStyleIdx="3" presStyleCnt="4">
        <dgm:presLayoutVars>
          <dgm:bulletEnabled val="1"/>
        </dgm:presLayoutVars>
      </dgm:prSet>
      <dgm:spPr/>
    </dgm:pt>
  </dgm:ptLst>
  <dgm:cxnLst>
    <dgm:cxn modelId="{83ED2D07-6DC3-4789-91E5-D4C8F9FCF64C}" type="presOf" srcId="{FCF0461E-2525-41EF-8AFF-4E67998956D2}" destId="{C21FE74D-0EC8-4A62-9226-C88D3ABFD131}" srcOrd="0" destOrd="0" presId="urn:microsoft.com/office/officeart/2005/8/layout/vList3"/>
    <dgm:cxn modelId="{D021CB09-554D-4CC8-9F82-9511E6158E6D}" type="presOf" srcId="{54AAEDC0-0554-4CCC-87B4-C71BF55CDBCA}" destId="{D8AF1347-0B23-4C14-9109-5CE24D62679E}" srcOrd="0" destOrd="0" presId="urn:microsoft.com/office/officeart/2005/8/layout/vList3"/>
    <dgm:cxn modelId="{D00B3725-7F7C-465F-877E-13AD883D5E99}" srcId="{13B8CF3C-E835-4539-BA83-C52DB683829A}" destId="{0D5DCCFC-14B5-43B9-A102-4DFD8D23730F}" srcOrd="3" destOrd="0" parTransId="{2D7C0DB6-A7DF-41B8-8707-3CE14952757E}" sibTransId="{18033B2F-5027-44C7-8F8B-137C521753C6}"/>
    <dgm:cxn modelId="{FAA23967-0E7F-431C-A95A-320F645CB5A0}" srcId="{13B8CF3C-E835-4539-BA83-C52DB683829A}" destId="{66DD9C9B-3E21-4016-A82F-853F277B0C7A}" srcOrd="2" destOrd="0" parTransId="{07700BA1-EDB1-4D0D-99CE-163096C04871}" sibTransId="{0833F950-3749-4AC8-AF10-82C657143453}"/>
    <dgm:cxn modelId="{D0630A4B-C6E0-4331-AF9F-418F84320847}" type="presOf" srcId="{0D5DCCFC-14B5-43B9-A102-4DFD8D23730F}" destId="{C3142A42-890C-4A29-B8B5-2DD95FBF92A0}" srcOrd="0" destOrd="0" presId="urn:microsoft.com/office/officeart/2005/8/layout/vList3"/>
    <dgm:cxn modelId="{72838E4C-2343-4318-BB61-26783B90501F}" srcId="{13B8CF3C-E835-4539-BA83-C52DB683829A}" destId="{FCF0461E-2525-41EF-8AFF-4E67998956D2}" srcOrd="0" destOrd="0" parTransId="{A94AF50E-A7EC-467D-9F5D-6D31D1EF7088}" sibTransId="{578B3012-96B4-4AF2-9338-44BBECD25B1E}"/>
    <dgm:cxn modelId="{1E55F74D-7764-4729-BD51-A58DB60601B3}" type="presOf" srcId="{66DD9C9B-3E21-4016-A82F-853F277B0C7A}" destId="{A0844538-2C08-4461-960C-9C082AD33C58}" srcOrd="0" destOrd="0" presId="urn:microsoft.com/office/officeart/2005/8/layout/vList3"/>
    <dgm:cxn modelId="{EB5F229E-F48D-4A6C-9887-68AECC31D753}" type="presOf" srcId="{13B8CF3C-E835-4539-BA83-C52DB683829A}" destId="{BC3FBD12-10F7-4E0A-B697-64059E795413}" srcOrd="0" destOrd="0" presId="urn:microsoft.com/office/officeart/2005/8/layout/vList3"/>
    <dgm:cxn modelId="{F8324BC1-E891-4008-87A8-EC6D0133D5AD}" srcId="{13B8CF3C-E835-4539-BA83-C52DB683829A}" destId="{54AAEDC0-0554-4CCC-87B4-C71BF55CDBCA}" srcOrd="1" destOrd="0" parTransId="{370174AD-E13D-4255-9769-364AD8E29405}" sibTransId="{CF2381F7-995D-4B6F-B639-EE34E3E32C63}"/>
    <dgm:cxn modelId="{2E80D3BF-4100-4239-A9C4-A3E264CFDB8E}" type="presParOf" srcId="{BC3FBD12-10F7-4E0A-B697-64059E795413}" destId="{45E6F965-59F7-4A35-A157-FE968EC7FABA}" srcOrd="0" destOrd="0" presId="urn:microsoft.com/office/officeart/2005/8/layout/vList3"/>
    <dgm:cxn modelId="{9915440E-99A2-4A90-B287-1CC37A8725D8}" type="presParOf" srcId="{45E6F965-59F7-4A35-A157-FE968EC7FABA}" destId="{ABDFC35E-F5C2-4269-B2D1-B315A61EE7F4}" srcOrd="0" destOrd="0" presId="urn:microsoft.com/office/officeart/2005/8/layout/vList3"/>
    <dgm:cxn modelId="{89AF0C70-6BD1-4D30-8502-856F23526758}" type="presParOf" srcId="{45E6F965-59F7-4A35-A157-FE968EC7FABA}" destId="{C21FE74D-0EC8-4A62-9226-C88D3ABFD131}" srcOrd="1" destOrd="0" presId="urn:microsoft.com/office/officeart/2005/8/layout/vList3"/>
    <dgm:cxn modelId="{C95CEBC2-D3B2-4807-9904-39C3D0063D46}" type="presParOf" srcId="{BC3FBD12-10F7-4E0A-B697-64059E795413}" destId="{FB6432F1-A8D0-4264-9BBC-96171090E064}" srcOrd="1" destOrd="0" presId="urn:microsoft.com/office/officeart/2005/8/layout/vList3"/>
    <dgm:cxn modelId="{59D5BA3C-C187-413D-96BE-64E797FEEB50}" type="presParOf" srcId="{BC3FBD12-10F7-4E0A-B697-64059E795413}" destId="{F3605DB0-6767-478F-8EEA-A47358D6CEEF}" srcOrd="2" destOrd="0" presId="urn:microsoft.com/office/officeart/2005/8/layout/vList3"/>
    <dgm:cxn modelId="{8609D792-2D31-4681-BBAF-A907F04974E0}" type="presParOf" srcId="{F3605DB0-6767-478F-8EEA-A47358D6CEEF}" destId="{5F49807B-A5F1-4BCA-9E00-645257B40C04}" srcOrd="0" destOrd="0" presId="urn:microsoft.com/office/officeart/2005/8/layout/vList3"/>
    <dgm:cxn modelId="{24E3E301-95A2-4154-AB94-B200DD5A4850}" type="presParOf" srcId="{F3605DB0-6767-478F-8EEA-A47358D6CEEF}" destId="{D8AF1347-0B23-4C14-9109-5CE24D62679E}" srcOrd="1" destOrd="0" presId="urn:microsoft.com/office/officeart/2005/8/layout/vList3"/>
    <dgm:cxn modelId="{3BF774EB-31AA-407C-9EE5-5F3EB6653BA9}" type="presParOf" srcId="{BC3FBD12-10F7-4E0A-B697-64059E795413}" destId="{C6FD6D92-9FC3-43A4-A715-03BCA625C73D}" srcOrd="3" destOrd="0" presId="urn:microsoft.com/office/officeart/2005/8/layout/vList3"/>
    <dgm:cxn modelId="{24719573-654E-43E4-954A-E52120C23069}" type="presParOf" srcId="{BC3FBD12-10F7-4E0A-B697-64059E795413}" destId="{B1E2C9D2-4D0F-48B7-8A70-41468DA1005E}" srcOrd="4" destOrd="0" presId="urn:microsoft.com/office/officeart/2005/8/layout/vList3"/>
    <dgm:cxn modelId="{52BBAC46-73C0-4C20-A096-A3736ACEF875}" type="presParOf" srcId="{B1E2C9D2-4D0F-48B7-8A70-41468DA1005E}" destId="{7285364A-2753-4500-BBCA-8C39FB2CFBFE}" srcOrd="0" destOrd="0" presId="urn:microsoft.com/office/officeart/2005/8/layout/vList3"/>
    <dgm:cxn modelId="{C5E87616-B90A-432E-B700-060C4111002F}" type="presParOf" srcId="{B1E2C9D2-4D0F-48B7-8A70-41468DA1005E}" destId="{A0844538-2C08-4461-960C-9C082AD33C58}" srcOrd="1" destOrd="0" presId="urn:microsoft.com/office/officeart/2005/8/layout/vList3"/>
    <dgm:cxn modelId="{7F03F25E-932A-4B70-B603-EAB72F956414}" type="presParOf" srcId="{BC3FBD12-10F7-4E0A-B697-64059E795413}" destId="{563C0A72-6B89-4ED2-9578-120EAC40EDB7}" srcOrd="5" destOrd="0" presId="urn:microsoft.com/office/officeart/2005/8/layout/vList3"/>
    <dgm:cxn modelId="{7938157E-1F66-459B-81D8-524B6FACCB93}" type="presParOf" srcId="{BC3FBD12-10F7-4E0A-B697-64059E795413}" destId="{70AD6D59-7CD6-4D0A-9D39-2D329EDD3CCB}" srcOrd="6" destOrd="0" presId="urn:microsoft.com/office/officeart/2005/8/layout/vList3"/>
    <dgm:cxn modelId="{04C0483B-C28C-4BA3-9101-31E66D615DA4}" type="presParOf" srcId="{70AD6D59-7CD6-4D0A-9D39-2D329EDD3CCB}" destId="{7E6F3CC8-7A4D-4F09-9C7E-E287AEF8AC94}" srcOrd="0" destOrd="0" presId="urn:microsoft.com/office/officeart/2005/8/layout/vList3"/>
    <dgm:cxn modelId="{B7EA9C7B-8C4F-46BD-B9D5-71B5154637E1}" type="presParOf" srcId="{70AD6D59-7CD6-4D0A-9D39-2D329EDD3CCB}" destId="{C3142A42-890C-4A29-B8B5-2DD95FBF92A0}"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9E6F781E-31A7-4D99-A9B7-C000A35FA3F0}" type="doc">
      <dgm:prSet loTypeId="urn:microsoft.com/office/officeart/2005/8/layout/venn1" loCatId="relationship" qsTypeId="urn:microsoft.com/office/officeart/2005/8/quickstyle/simple1" qsCatId="simple" csTypeId="urn:microsoft.com/office/officeart/2005/8/colors/accent1_2" csCatId="accent1"/>
      <dgm:spPr/>
      <dgm:t>
        <a:bodyPr/>
        <a:lstStyle/>
        <a:p>
          <a:endParaRPr lang="uk-UA"/>
        </a:p>
      </dgm:t>
    </dgm:pt>
    <dgm:pt modelId="{9E7C8B7A-05F3-4734-953C-029521CD6B52}">
      <dgm:prSet/>
      <dgm:spPr/>
      <dgm:t>
        <a:bodyPr/>
        <a:lstStyle/>
        <a:p>
          <a:r>
            <a:rPr lang="uk-UA" b="0" i="0"/>
            <a:t>1</a:t>
          </a:r>
          <a:endParaRPr lang="uk-UA"/>
        </a:p>
      </dgm:t>
    </dgm:pt>
    <dgm:pt modelId="{35083286-6420-45A4-A241-233B976D5082}" type="parTrans" cxnId="{01EEF2D6-A9E6-483F-AF66-8C5BD14F181F}">
      <dgm:prSet/>
      <dgm:spPr/>
      <dgm:t>
        <a:bodyPr/>
        <a:lstStyle/>
        <a:p>
          <a:endParaRPr lang="uk-UA"/>
        </a:p>
      </dgm:t>
    </dgm:pt>
    <dgm:pt modelId="{A409BDAE-0C8E-4716-A0CB-AEB331EA03F4}" type="sibTrans" cxnId="{01EEF2D6-A9E6-483F-AF66-8C5BD14F181F}">
      <dgm:prSet/>
      <dgm:spPr/>
      <dgm:t>
        <a:bodyPr/>
        <a:lstStyle/>
        <a:p>
          <a:endParaRPr lang="uk-UA"/>
        </a:p>
      </dgm:t>
    </dgm:pt>
    <dgm:pt modelId="{F194B85D-11F4-4912-8560-F78BAB45769B}">
      <dgm:prSet/>
      <dgm:spPr/>
      <dgm:t>
        <a:bodyPr/>
        <a:lstStyle/>
        <a:p>
          <a:r>
            <a:rPr lang="uk-UA" b="0" i="0"/>
            <a:t>2</a:t>
          </a:r>
          <a:endParaRPr lang="uk-UA"/>
        </a:p>
      </dgm:t>
    </dgm:pt>
    <dgm:pt modelId="{944E1546-35B4-4C05-B201-27C28B4601F5}" type="parTrans" cxnId="{2ABF5203-9A6A-4D6A-8A54-72D58B6F0C94}">
      <dgm:prSet/>
      <dgm:spPr/>
      <dgm:t>
        <a:bodyPr/>
        <a:lstStyle/>
        <a:p>
          <a:endParaRPr lang="uk-UA"/>
        </a:p>
      </dgm:t>
    </dgm:pt>
    <dgm:pt modelId="{5965A335-485C-4906-914B-ADD845936E86}" type="sibTrans" cxnId="{2ABF5203-9A6A-4D6A-8A54-72D58B6F0C94}">
      <dgm:prSet/>
      <dgm:spPr/>
      <dgm:t>
        <a:bodyPr/>
        <a:lstStyle/>
        <a:p>
          <a:endParaRPr lang="uk-UA"/>
        </a:p>
      </dgm:t>
    </dgm:pt>
    <dgm:pt modelId="{431136F0-78F9-4830-B4EA-6EFD1CA14DA1}">
      <dgm:prSet/>
      <dgm:spPr/>
      <dgm:t>
        <a:bodyPr/>
        <a:lstStyle/>
        <a:p>
          <a:r>
            <a:rPr lang="uk-UA" b="0" i="0"/>
            <a:t>3</a:t>
          </a:r>
          <a:endParaRPr lang="uk-UA"/>
        </a:p>
      </dgm:t>
    </dgm:pt>
    <dgm:pt modelId="{9D334EE8-92DC-4011-8097-D27BF08B4B5C}" type="parTrans" cxnId="{CF35C6A8-F1B9-4492-8684-B72194E85139}">
      <dgm:prSet/>
      <dgm:spPr/>
      <dgm:t>
        <a:bodyPr/>
        <a:lstStyle/>
        <a:p>
          <a:endParaRPr lang="uk-UA"/>
        </a:p>
      </dgm:t>
    </dgm:pt>
    <dgm:pt modelId="{B18F55C0-8666-41D7-B242-C61023620A40}" type="sibTrans" cxnId="{CF35C6A8-F1B9-4492-8684-B72194E85139}">
      <dgm:prSet/>
      <dgm:spPr/>
      <dgm:t>
        <a:bodyPr/>
        <a:lstStyle/>
        <a:p>
          <a:endParaRPr lang="uk-UA"/>
        </a:p>
      </dgm:t>
    </dgm:pt>
    <dgm:pt modelId="{5DEDA484-17D1-4459-8AC5-3843E9A0FC40}">
      <dgm:prSet/>
      <dgm:spPr/>
      <dgm:t>
        <a:bodyPr/>
        <a:lstStyle/>
        <a:p>
          <a:r>
            <a:rPr lang="uk-UA" b="0" i="0"/>
            <a:t>4</a:t>
          </a:r>
          <a:endParaRPr lang="uk-UA"/>
        </a:p>
      </dgm:t>
    </dgm:pt>
    <dgm:pt modelId="{9C2AC95A-6ECA-4B9C-A5F5-E9D475899591}" type="parTrans" cxnId="{94F7A133-4DE1-4834-B2B1-E357A17AFA5C}">
      <dgm:prSet/>
      <dgm:spPr/>
      <dgm:t>
        <a:bodyPr/>
        <a:lstStyle/>
        <a:p>
          <a:endParaRPr lang="uk-UA"/>
        </a:p>
      </dgm:t>
    </dgm:pt>
    <dgm:pt modelId="{7278F7B4-A770-4DEF-9311-10D3D17BCBF3}" type="sibTrans" cxnId="{94F7A133-4DE1-4834-B2B1-E357A17AFA5C}">
      <dgm:prSet/>
      <dgm:spPr/>
      <dgm:t>
        <a:bodyPr/>
        <a:lstStyle/>
        <a:p>
          <a:endParaRPr lang="uk-UA"/>
        </a:p>
      </dgm:t>
    </dgm:pt>
    <dgm:pt modelId="{6BB337F2-1BFF-412D-8A49-DD76F3105404}" type="pres">
      <dgm:prSet presAssocID="{9E6F781E-31A7-4D99-A9B7-C000A35FA3F0}" presName="compositeShape" presStyleCnt="0">
        <dgm:presLayoutVars>
          <dgm:chMax val="7"/>
          <dgm:dir/>
          <dgm:resizeHandles val="exact"/>
        </dgm:presLayoutVars>
      </dgm:prSet>
      <dgm:spPr/>
    </dgm:pt>
    <dgm:pt modelId="{D1BD052A-0541-4BF1-BAD0-7F160AD0F6AB}" type="pres">
      <dgm:prSet presAssocID="{9E7C8B7A-05F3-4734-953C-029521CD6B52}" presName="circ1" presStyleLbl="vennNode1" presStyleIdx="0" presStyleCnt="4"/>
      <dgm:spPr/>
    </dgm:pt>
    <dgm:pt modelId="{A54063A1-6844-4A49-9B69-8761FDC78800}" type="pres">
      <dgm:prSet presAssocID="{9E7C8B7A-05F3-4734-953C-029521CD6B52}" presName="circ1Tx" presStyleLbl="revTx" presStyleIdx="0" presStyleCnt="0">
        <dgm:presLayoutVars>
          <dgm:chMax val="0"/>
          <dgm:chPref val="0"/>
          <dgm:bulletEnabled val="1"/>
        </dgm:presLayoutVars>
      </dgm:prSet>
      <dgm:spPr/>
    </dgm:pt>
    <dgm:pt modelId="{C23026A7-B279-418E-8619-02B6828963F3}" type="pres">
      <dgm:prSet presAssocID="{F194B85D-11F4-4912-8560-F78BAB45769B}" presName="circ2" presStyleLbl="vennNode1" presStyleIdx="1" presStyleCnt="4"/>
      <dgm:spPr/>
    </dgm:pt>
    <dgm:pt modelId="{DB12208A-908C-48A6-A1FF-5945945719ED}" type="pres">
      <dgm:prSet presAssocID="{F194B85D-11F4-4912-8560-F78BAB45769B}" presName="circ2Tx" presStyleLbl="revTx" presStyleIdx="0" presStyleCnt="0">
        <dgm:presLayoutVars>
          <dgm:chMax val="0"/>
          <dgm:chPref val="0"/>
          <dgm:bulletEnabled val="1"/>
        </dgm:presLayoutVars>
      </dgm:prSet>
      <dgm:spPr/>
    </dgm:pt>
    <dgm:pt modelId="{492A6871-123C-4612-A4E3-36B1F23F8C0F}" type="pres">
      <dgm:prSet presAssocID="{431136F0-78F9-4830-B4EA-6EFD1CA14DA1}" presName="circ3" presStyleLbl="vennNode1" presStyleIdx="2" presStyleCnt="4"/>
      <dgm:spPr/>
    </dgm:pt>
    <dgm:pt modelId="{00BCF7F4-7116-48C6-A4DD-580C3A0EF04D}" type="pres">
      <dgm:prSet presAssocID="{431136F0-78F9-4830-B4EA-6EFD1CA14DA1}" presName="circ3Tx" presStyleLbl="revTx" presStyleIdx="0" presStyleCnt="0">
        <dgm:presLayoutVars>
          <dgm:chMax val="0"/>
          <dgm:chPref val="0"/>
          <dgm:bulletEnabled val="1"/>
        </dgm:presLayoutVars>
      </dgm:prSet>
      <dgm:spPr/>
    </dgm:pt>
    <dgm:pt modelId="{8B01B38C-84AC-4B7C-A348-E8C7E5FAAC11}" type="pres">
      <dgm:prSet presAssocID="{5DEDA484-17D1-4459-8AC5-3843E9A0FC40}" presName="circ4" presStyleLbl="vennNode1" presStyleIdx="3" presStyleCnt="4"/>
      <dgm:spPr/>
    </dgm:pt>
    <dgm:pt modelId="{991957F1-8BFC-4411-A3A6-D6B6AB9813A4}" type="pres">
      <dgm:prSet presAssocID="{5DEDA484-17D1-4459-8AC5-3843E9A0FC40}" presName="circ4Tx" presStyleLbl="revTx" presStyleIdx="0" presStyleCnt="0">
        <dgm:presLayoutVars>
          <dgm:chMax val="0"/>
          <dgm:chPref val="0"/>
          <dgm:bulletEnabled val="1"/>
        </dgm:presLayoutVars>
      </dgm:prSet>
      <dgm:spPr/>
    </dgm:pt>
  </dgm:ptLst>
  <dgm:cxnLst>
    <dgm:cxn modelId="{2ABF5203-9A6A-4D6A-8A54-72D58B6F0C94}" srcId="{9E6F781E-31A7-4D99-A9B7-C000A35FA3F0}" destId="{F194B85D-11F4-4912-8560-F78BAB45769B}" srcOrd="1" destOrd="0" parTransId="{944E1546-35B4-4C05-B201-27C28B4601F5}" sibTransId="{5965A335-485C-4906-914B-ADD845936E86}"/>
    <dgm:cxn modelId="{69A20415-2C26-4ABC-A513-631387B32053}" type="presOf" srcId="{5DEDA484-17D1-4459-8AC5-3843E9A0FC40}" destId="{8B01B38C-84AC-4B7C-A348-E8C7E5FAAC11}" srcOrd="0" destOrd="0" presId="urn:microsoft.com/office/officeart/2005/8/layout/venn1"/>
    <dgm:cxn modelId="{8CA5DE2D-273B-4870-8935-B34E8A320C37}" type="presOf" srcId="{5DEDA484-17D1-4459-8AC5-3843E9A0FC40}" destId="{991957F1-8BFC-4411-A3A6-D6B6AB9813A4}" srcOrd="1" destOrd="0" presId="urn:microsoft.com/office/officeart/2005/8/layout/venn1"/>
    <dgm:cxn modelId="{94F7A133-4DE1-4834-B2B1-E357A17AFA5C}" srcId="{9E6F781E-31A7-4D99-A9B7-C000A35FA3F0}" destId="{5DEDA484-17D1-4459-8AC5-3843E9A0FC40}" srcOrd="3" destOrd="0" parTransId="{9C2AC95A-6ECA-4B9C-A5F5-E9D475899591}" sibTransId="{7278F7B4-A770-4DEF-9311-10D3D17BCBF3}"/>
    <dgm:cxn modelId="{1982E035-E0FA-436C-97EE-506DD25D2D13}" type="presOf" srcId="{F194B85D-11F4-4912-8560-F78BAB45769B}" destId="{DB12208A-908C-48A6-A1FF-5945945719ED}" srcOrd="1" destOrd="0" presId="urn:microsoft.com/office/officeart/2005/8/layout/venn1"/>
    <dgm:cxn modelId="{534D7B67-CE98-4838-AA48-F54AF5539F7F}" type="presOf" srcId="{9E7C8B7A-05F3-4734-953C-029521CD6B52}" destId="{D1BD052A-0541-4BF1-BAD0-7F160AD0F6AB}" srcOrd="0" destOrd="0" presId="urn:microsoft.com/office/officeart/2005/8/layout/venn1"/>
    <dgm:cxn modelId="{CBC10095-F478-4BB4-9F41-BA7D6A97426B}" type="presOf" srcId="{F194B85D-11F4-4912-8560-F78BAB45769B}" destId="{C23026A7-B279-418E-8619-02B6828963F3}" srcOrd="0" destOrd="0" presId="urn:microsoft.com/office/officeart/2005/8/layout/venn1"/>
    <dgm:cxn modelId="{C63B589D-95AB-4B8A-8C47-9E68415C9292}" type="presOf" srcId="{9E7C8B7A-05F3-4734-953C-029521CD6B52}" destId="{A54063A1-6844-4A49-9B69-8761FDC78800}" srcOrd="1" destOrd="0" presId="urn:microsoft.com/office/officeart/2005/8/layout/venn1"/>
    <dgm:cxn modelId="{CF35C6A8-F1B9-4492-8684-B72194E85139}" srcId="{9E6F781E-31A7-4D99-A9B7-C000A35FA3F0}" destId="{431136F0-78F9-4830-B4EA-6EFD1CA14DA1}" srcOrd="2" destOrd="0" parTransId="{9D334EE8-92DC-4011-8097-D27BF08B4B5C}" sibTransId="{B18F55C0-8666-41D7-B242-C61023620A40}"/>
    <dgm:cxn modelId="{258C15BA-C977-409E-AA5D-3ED1FA8536EC}" type="presOf" srcId="{9E6F781E-31A7-4D99-A9B7-C000A35FA3F0}" destId="{6BB337F2-1BFF-412D-8A49-DD76F3105404}" srcOrd="0" destOrd="0" presId="urn:microsoft.com/office/officeart/2005/8/layout/venn1"/>
    <dgm:cxn modelId="{BA6F06C2-6FA9-4CEC-B54B-C7D19004DF46}" type="presOf" srcId="{431136F0-78F9-4830-B4EA-6EFD1CA14DA1}" destId="{492A6871-123C-4612-A4E3-36B1F23F8C0F}" srcOrd="0" destOrd="0" presId="urn:microsoft.com/office/officeart/2005/8/layout/venn1"/>
    <dgm:cxn modelId="{B0B2A3C6-6184-430D-AF28-203A965F06E8}" type="presOf" srcId="{431136F0-78F9-4830-B4EA-6EFD1CA14DA1}" destId="{00BCF7F4-7116-48C6-A4DD-580C3A0EF04D}" srcOrd="1" destOrd="0" presId="urn:microsoft.com/office/officeart/2005/8/layout/venn1"/>
    <dgm:cxn modelId="{01EEF2D6-A9E6-483F-AF66-8C5BD14F181F}" srcId="{9E6F781E-31A7-4D99-A9B7-C000A35FA3F0}" destId="{9E7C8B7A-05F3-4734-953C-029521CD6B52}" srcOrd="0" destOrd="0" parTransId="{35083286-6420-45A4-A241-233B976D5082}" sibTransId="{A409BDAE-0C8E-4716-A0CB-AEB331EA03F4}"/>
    <dgm:cxn modelId="{C1FAC5E8-C915-4DB1-B693-AAF4805C7DCD}" type="presParOf" srcId="{6BB337F2-1BFF-412D-8A49-DD76F3105404}" destId="{D1BD052A-0541-4BF1-BAD0-7F160AD0F6AB}" srcOrd="0" destOrd="0" presId="urn:microsoft.com/office/officeart/2005/8/layout/venn1"/>
    <dgm:cxn modelId="{44692186-9D05-40F0-B909-950E449EAF7D}" type="presParOf" srcId="{6BB337F2-1BFF-412D-8A49-DD76F3105404}" destId="{A54063A1-6844-4A49-9B69-8761FDC78800}" srcOrd="1" destOrd="0" presId="urn:microsoft.com/office/officeart/2005/8/layout/venn1"/>
    <dgm:cxn modelId="{EAD395F4-4BF0-4D5B-B6F1-917CB4B4DFFD}" type="presParOf" srcId="{6BB337F2-1BFF-412D-8A49-DD76F3105404}" destId="{C23026A7-B279-418E-8619-02B6828963F3}" srcOrd="2" destOrd="0" presId="urn:microsoft.com/office/officeart/2005/8/layout/venn1"/>
    <dgm:cxn modelId="{0EC31CE5-EDAF-4367-9D78-B967E74BF823}" type="presParOf" srcId="{6BB337F2-1BFF-412D-8A49-DD76F3105404}" destId="{DB12208A-908C-48A6-A1FF-5945945719ED}" srcOrd="3" destOrd="0" presId="urn:microsoft.com/office/officeart/2005/8/layout/venn1"/>
    <dgm:cxn modelId="{31FEE057-37D1-4D57-A78A-A0323FF921E9}" type="presParOf" srcId="{6BB337F2-1BFF-412D-8A49-DD76F3105404}" destId="{492A6871-123C-4612-A4E3-36B1F23F8C0F}" srcOrd="4" destOrd="0" presId="urn:microsoft.com/office/officeart/2005/8/layout/venn1"/>
    <dgm:cxn modelId="{60C0F737-5C9D-4FB4-A149-75BA8C9194CA}" type="presParOf" srcId="{6BB337F2-1BFF-412D-8A49-DD76F3105404}" destId="{00BCF7F4-7116-48C6-A4DD-580C3A0EF04D}" srcOrd="5" destOrd="0" presId="urn:microsoft.com/office/officeart/2005/8/layout/venn1"/>
    <dgm:cxn modelId="{C2867DAD-8DC3-49DB-86B9-34C7DF1970E2}" type="presParOf" srcId="{6BB337F2-1BFF-412D-8A49-DD76F3105404}" destId="{8B01B38C-84AC-4B7C-A348-E8C7E5FAAC11}" srcOrd="6" destOrd="0" presId="urn:microsoft.com/office/officeart/2005/8/layout/venn1"/>
    <dgm:cxn modelId="{C040BC92-5B0E-4E29-BDA6-BF385145DB73}" type="presParOf" srcId="{6BB337F2-1BFF-412D-8A49-DD76F3105404}" destId="{991957F1-8BFC-4411-A3A6-D6B6AB9813A4}" srcOrd="7"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62544F89-8352-45FC-9B48-509B1950A93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8AA00884-A82A-4CF1-893F-ECF8A0A5F8FC}">
      <dgm:prSet/>
      <dgm:spPr/>
      <dgm:t>
        <a:bodyPr/>
        <a:lstStyle/>
        <a:p>
          <a:r>
            <a:rPr lang="uk-UA" b="0" i="0"/>
            <a:t>Української Народної Республіки доби Центральної Ради.</a:t>
          </a:r>
          <a:endParaRPr lang="uk-UA"/>
        </a:p>
      </dgm:t>
    </dgm:pt>
    <dgm:pt modelId="{C3C6B947-8313-4114-AA95-5288F8FD8108}" type="parTrans" cxnId="{4CAAA04C-A443-4631-B199-A5792B53DCC7}">
      <dgm:prSet/>
      <dgm:spPr/>
      <dgm:t>
        <a:bodyPr/>
        <a:lstStyle/>
        <a:p>
          <a:endParaRPr lang="uk-UA"/>
        </a:p>
      </dgm:t>
    </dgm:pt>
    <dgm:pt modelId="{ECAD856E-30F6-46AD-8073-41B5909D065A}" type="sibTrans" cxnId="{4CAAA04C-A443-4631-B199-A5792B53DCC7}">
      <dgm:prSet/>
      <dgm:spPr/>
      <dgm:t>
        <a:bodyPr/>
        <a:lstStyle/>
        <a:p>
          <a:endParaRPr lang="uk-UA"/>
        </a:p>
      </dgm:t>
    </dgm:pt>
    <dgm:pt modelId="{9846A5C6-53C4-49ED-8164-114CCD9FFEC3}">
      <dgm:prSet/>
      <dgm:spPr/>
      <dgm:t>
        <a:bodyPr/>
        <a:lstStyle/>
        <a:p>
          <a:r>
            <a:rPr lang="uk-UA" b="0" i="0"/>
            <a:t>Української Держави гетьмана П. Скоропадського.</a:t>
          </a:r>
          <a:endParaRPr lang="uk-UA"/>
        </a:p>
      </dgm:t>
    </dgm:pt>
    <dgm:pt modelId="{5C37AF23-82AA-493E-8446-7E2AF51A3931}" type="parTrans" cxnId="{01CA0269-DCB1-401E-8C86-04DAC522DAA6}">
      <dgm:prSet/>
      <dgm:spPr/>
      <dgm:t>
        <a:bodyPr/>
        <a:lstStyle/>
        <a:p>
          <a:endParaRPr lang="uk-UA"/>
        </a:p>
      </dgm:t>
    </dgm:pt>
    <dgm:pt modelId="{4CE26539-DD20-44FB-84BE-469B08DCAC1E}" type="sibTrans" cxnId="{01CA0269-DCB1-401E-8C86-04DAC522DAA6}">
      <dgm:prSet/>
      <dgm:spPr/>
      <dgm:t>
        <a:bodyPr/>
        <a:lstStyle/>
        <a:p>
          <a:endParaRPr lang="uk-UA"/>
        </a:p>
      </dgm:t>
    </dgm:pt>
    <dgm:pt modelId="{5CC02C86-45D5-4FE8-A9CC-35105A94EC4B}">
      <dgm:prSet/>
      <dgm:spPr/>
      <dgm:t>
        <a:bodyPr/>
        <a:lstStyle/>
        <a:p>
          <a:r>
            <a:rPr lang="uk-UA" b="0" i="0"/>
            <a:t>Української Народної Республіки доби Директорії.</a:t>
          </a:r>
          <a:endParaRPr lang="uk-UA"/>
        </a:p>
      </dgm:t>
    </dgm:pt>
    <dgm:pt modelId="{0E01071D-2191-419C-8EC4-A3407E8B45C8}" type="parTrans" cxnId="{093A1AEE-B7AA-4456-8C22-EA0D12C2494B}">
      <dgm:prSet/>
      <dgm:spPr/>
      <dgm:t>
        <a:bodyPr/>
        <a:lstStyle/>
        <a:p>
          <a:endParaRPr lang="uk-UA"/>
        </a:p>
      </dgm:t>
    </dgm:pt>
    <dgm:pt modelId="{53ECA052-68A0-4BA7-87E7-E5735EC7FA9B}" type="sibTrans" cxnId="{093A1AEE-B7AA-4456-8C22-EA0D12C2494B}">
      <dgm:prSet/>
      <dgm:spPr/>
      <dgm:t>
        <a:bodyPr/>
        <a:lstStyle/>
        <a:p>
          <a:endParaRPr lang="uk-UA"/>
        </a:p>
      </dgm:t>
    </dgm:pt>
    <dgm:pt modelId="{71D8BD1B-EB90-4A94-95BB-0C60907117A6}">
      <dgm:prSet/>
      <dgm:spPr/>
      <dgm:t>
        <a:bodyPr/>
        <a:lstStyle/>
        <a:p>
          <a:r>
            <a:rPr lang="uk-UA" b="0" i="0"/>
            <a:t>Української Соціалістичної Радянської Республіки.</a:t>
          </a:r>
          <a:endParaRPr lang="uk-UA"/>
        </a:p>
      </dgm:t>
    </dgm:pt>
    <dgm:pt modelId="{C74F073C-C9B2-4351-B7C3-FAA988C12A7C}" type="parTrans" cxnId="{C75513FE-51F5-4C11-A847-77A0140FE89A}">
      <dgm:prSet/>
      <dgm:spPr/>
      <dgm:t>
        <a:bodyPr/>
        <a:lstStyle/>
        <a:p>
          <a:endParaRPr lang="uk-UA"/>
        </a:p>
      </dgm:t>
    </dgm:pt>
    <dgm:pt modelId="{21E8998A-52EE-49DF-9B5B-7B3427FB2073}" type="sibTrans" cxnId="{C75513FE-51F5-4C11-A847-77A0140FE89A}">
      <dgm:prSet/>
      <dgm:spPr/>
      <dgm:t>
        <a:bodyPr/>
        <a:lstStyle/>
        <a:p>
          <a:endParaRPr lang="uk-UA"/>
        </a:p>
      </dgm:t>
    </dgm:pt>
    <dgm:pt modelId="{4FB1F35B-6CFA-425C-992D-131A4BA3EFEC}" type="pres">
      <dgm:prSet presAssocID="{62544F89-8352-45FC-9B48-509B1950A930}" presName="linear" presStyleCnt="0">
        <dgm:presLayoutVars>
          <dgm:animLvl val="lvl"/>
          <dgm:resizeHandles val="exact"/>
        </dgm:presLayoutVars>
      </dgm:prSet>
      <dgm:spPr/>
    </dgm:pt>
    <dgm:pt modelId="{9D1F6F44-339A-44B0-8C1E-55BABD13FC7F}" type="pres">
      <dgm:prSet presAssocID="{8AA00884-A82A-4CF1-893F-ECF8A0A5F8FC}" presName="parentText" presStyleLbl="node1" presStyleIdx="0" presStyleCnt="4">
        <dgm:presLayoutVars>
          <dgm:chMax val="0"/>
          <dgm:bulletEnabled val="1"/>
        </dgm:presLayoutVars>
      </dgm:prSet>
      <dgm:spPr/>
    </dgm:pt>
    <dgm:pt modelId="{9F059FAF-3218-48C4-8381-F560512745B0}" type="pres">
      <dgm:prSet presAssocID="{ECAD856E-30F6-46AD-8073-41B5909D065A}" presName="spacer" presStyleCnt="0"/>
      <dgm:spPr/>
    </dgm:pt>
    <dgm:pt modelId="{51C2D997-D981-465E-AD41-D603EB40DB1C}" type="pres">
      <dgm:prSet presAssocID="{9846A5C6-53C4-49ED-8164-114CCD9FFEC3}" presName="parentText" presStyleLbl="node1" presStyleIdx="1" presStyleCnt="4">
        <dgm:presLayoutVars>
          <dgm:chMax val="0"/>
          <dgm:bulletEnabled val="1"/>
        </dgm:presLayoutVars>
      </dgm:prSet>
      <dgm:spPr/>
    </dgm:pt>
    <dgm:pt modelId="{01E8712B-2914-4807-8984-7DEC8874A378}" type="pres">
      <dgm:prSet presAssocID="{4CE26539-DD20-44FB-84BE-469B08DCAC1E}" presName="spacer" presStyleCnt="0"/>
      <dgm:spPr/>
    </dgm:pt>
    <dgm:pt modelId="{0118BAFC-0CFF-4553-A714-7FA946438F07}" type="pres">
      <dgm:prSet presAssocID="{5CC02C86-45D5-4FE8-A9CC-35105A94EC4B}" presName="parentText" presStyleLbl="node1" presStyleIdx="2" presStyleCnt="4">
        <dgm:presLayoutVars>
          <dgm:chMax val="0"/>
          <dgm:bulletEnabled val="1"/>
        </dgm:presLayoutVars>
      </dgm:prSet>
      <dgm:spPr/>
    </dgm:pt>
    <dgm:pt modelId="{1D4A9CC9-C4B5-4F41-B204-FC5322EF885D}" type="pres">
      <dgm:prSet presAssocID="{53ECA052-68A0-4BA7-87E7-E5735EC7FA9B}" presName="spacer" presStyleCnt="0"/>
      <dgm:spPr/>
    </dgm:pt>
    <dgm:pt modelId="{A9812468-B80B-4078-BC3B-01239A929C04}" type="pres">
      <dgm:prSet presAssocID="{71D8BD1B-EB90-4A94-95BB-0C60907117A6}" presName="parentText" presStyleLbl="node1" presStyleIdx="3" presStyleCnt="4">
        <dgm:presLayoutVars>
          <dgm:chMax val="0"/>
          <dgm:bulletEnabled val="1"/>
        </dgm:presLayoutVars>
      </dgm:prSet>
      <dgm:spPr/>
    </dgm:pt>
  </dgm:ptLst>
  <dgm:cxnLst>
    <dgm:cxn modelId="{10B78524-39B9-42FD-95FB-034FCD37D408}" type="presOf" srcId="{62544F89-8352-45FC-9B48-509B1950A930}" destId="{4FB1F35B-6CFA-425C-992D-131A4BA3EFEC}" srcOrd="0" destOrd="0" presId="urn:microsoft.com/office/officeart/2005/8/layout/vList2"/>
    <dgm:cxn modelId="{05FEE72F-12EE-4292-9A2C-DBD16A319344}" type="presOf" srcId="{71D8BD1B-EB90-4A94-95BB-0C60907117A6}" destId="{A9812468-B80B-4078-BC3B-01239A929C04}" srcOrd="0" destOrd="0" presId="urn:microsoft.com/office/officeart/2005/8/layout/vList2"/>
    <dgm:cxn modelId="{01CA0269-DCB1-401E-8C86-04DAC522DAA6}" srcId="{62544F89-8352-45FC-9B48-509B1950A930}" destId="{9846A5C6-53C4-49ED-8164-114CCD9FFEC3}" srcOrd="1" destOrd="0" parTransId="{5C37AF23-82AA-493E-8446-7E2AF51A3931}" sibTransId="{4CE26539-DD20-44FB-84BE-469B08DCAC1E}"/>
    <dgm:cxn modelId="{4CAAA04C-A443-4631-B199-A5792B53DCC7}" srcId="{62544F89-8352-45FC-9B48-509B1950A930}" destId="{8AA00884-A82A-4CF1-893F-ECF8A0A5F8FC}" srcOrd="0" destOrd="0" parTransId="{C3C6B947-8313-4114-AA95-5288F8FD8108}" sibTransId="{ECAD856E-30F6-46AD-8073-41B5909D065A}"/>
    <dgm:cxn modelId="{DFF28EB1-8B7C-4C53-A75E-05E183AE6889}" type="presOf" srcId="{5CC02C86-45D5-4FE8-A9CC-35105A94EC4B}" destId="{0118BAFC-0CFF-4553-A714-7FA946438F07}" srcOrd="0" destOrd="0" presId="urn:microsoft.com/office/officeart/2005/8/layout/vList2"/>
    <dgm:cxn modelId="{3900CCE2-1C76-4EEF-923E-7A0FEDC498BD}" type="presOf" srcId="{8AA00884-A82A-4CF1-893F-ECF8A0A5F8FC}" destId="{9D1F6F44-339A-44B0-8C1E-55BABD13FC7F}" srcOrd="0" destOrd="0" presId="urn:microsoft.com/office/officeart/2005/8/layout/vList2"/>
    <dgm:cxn modelId="{093A1AEE-B7AA-4456-8C22-EA0D12C2494B}" srcId="{62544F89-8352-45FC-9B48-509B1950A930}" destId="{5CC02C86-45D5-4FE8-A9CC-35105A94EC4B}" srcOrd="2" destOrd="0" parTransId="{0E01071D-2191-419C-8EC4-A3407E8B45C8}" sibTransId="{53ECA052-68A0-4BA7-87E7-E5735EC7FA9B}"/>
    <dgm:cxn modelId="{7823B4F9-2530-4777-9E54-975F354EEDB8}" type="presOf" srcId="{9846A5C6-53C4-49ED-8164-114CCD9FFEC3}" destId="{51C2D997-D981-465E-AD41-D603EB40DB1C}" srcOrd="0" destOrd="0" presId="urn:microsoft.com/office/officeart/2005/8/layout/vList2"/>
    <dgm:cxn modelId="{C75513FE-51F5-4C11-A847-77A0140FE89A}" srcId="{62544F89-8352-45FC-9B48-509B1950A930}" destId="{71D8BD1B-EB90-4A94-95BB-0C60907117A6}" srcOrd="3" destOrd="0" parTransId="{C74F073C-C9B2-4351-B7C3-FAA988C12A7C}" sibTransId="{21E8998A-52EE-49DF-9B5B-7B3427FB2073}"/>
    <dgm:cxn modelId="{9040962B-E5AD-4593-BD7B-E0A590E4386D}" type="presParOf" srcId="{4FB1F35B-6CFA-425C-992D-131A4BA3EFEC}" destId="{9D1F6F44-339A-44B0-8C1E-55BABD13FC7F}" srcOrd="0" destOrd="0" presId="urn:microsoft.com/office/officeart/2005/8/layout/vList2"/>
    <dgm:cxn modelId="{FCD7540D-DF37-4F85-9523-FC2973463CFC}" type="presParOf" srcId="{4FB1F35B-6CFA-425C-992D-131A4BA3EFEC}" destId="{9F059FAF-3218-48C4-8381-F560512745B0}" srcOrd="1" destOrd="0" presId="urn:microsoft.com/office/officeart/2005/8/layout/vList2"/>
    <dgm:cxn modelId="{AA32E6BC-FD23-4CE5-B066-4687DA1160F3}" type="presParOf" srcId="{4FB1F35B-6CFA-425C-992D-131A4BA3EFEC}" destId="{51C2D997-D981-465E-AD41-D603EB40DB1C}" srcOrd="2" destOrd="0" presId="urn:microsoft.com/office/officeart/2005/8/layout/vList2"/>
    <dgm:cxn modelId="{18F0392A-7137-465B-90C0-F74B449D482F}" type="presParOf" srcId="{4FB1F35B-6CFA-425C-992D-131A4BA3EFEC}" destId="{01E8712B-2914-4807-8984-7DEC8874A378}" srcOrd="3" destOrd="0" presId="urn:microsoft.com/office/officeart/2005/8/layout/vList2"/>
    <dgm:cxn modelId="{523B09E1-9A43-4FEB-8DE7-78EDB81D93F7}" type="presParOf" srcId="{4FB1F35B-6CFA-425C-992D-131A4BA3EFEC}" destId="{0118BAFC-0CFF-4553-A714-7FA946438F07}" srcOrd="4" destOrd="0" presId="urn:microsoft.com/office/officeart/2005/8/layout/vList2"/>
    <dgm:cxn modelId="{42B55703-437E-4E28-B89E-918232F4CF87}" type="presParOf" srcId="{4FB1F35B-6CFA-425C-992D-131A4BA3EFEC}" destId="{1D4A9CC9-C4B5-4F41-B204-FC5322EF885D}" srcOrd="5" destOrd="0" presId="urn:microsoft.com/office/officeart/2005/8/layout/vList2"/>
    <dgm:cxn modelId="{9BCE161A-9DDE-473A-97D6-237B8C468D4A}" type="presParOf" srcId="{4FB1F35B-6CFA-425C-992D-131A4BA3EFEC}" destId="{A9812468-B80B-4078-BC3B-01239A929C04}"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B8D84314-2BDB-41BB-8E31-EE821FDB5118}" type="doc">
      <dgm:prSet loTypeId="urn:microsoft.com/office/officeart/2005/8/layout/vList3" loCatId="list" qsTypeId="urn:microsoft.com/office/officeart/2005/8/quickstyle/simple1" qsCatId="simple" csTypeId="urn:microsoft.com/office/officeart/2005/8/colors/accent1_2" csCatId="accent1"/>
      <dgm:spPr/>
      <dgm:t>
        <a:bodyPr/>
        <a:lstStyle/>
        <a:p>
          <a:endParaRPr lang="uk-UA"/>
        </a:p>
      </dgm:t>
    </dgm:pt>
    <dgm:pt modelId="{45E54208-9D7D-42BD-9A20-BFA4081AFD1E}">
      <dgm:prSet/>
      <dgm:spPr/>
      <dgm:t>
        <a:bodyPr/>
        <a:lstStyle/>
        <a:p>
          <a:r>
            <a:rPr lang="ru-RU" b="0" i="0"/>
            <a:t>Рада народних комісарів</a:t>
          </a:r>
          <a:endParaRPr lang="uk-UA"/>
        </a:p>
      </dgm:t>
    </dgm:pt>
    <dgm:pt modelId="{55A8CC5B-6D63-49F1-9ECF-D13AC102930A}" type="parTrans" cxnId="{AA659B12-1EDC-4D93-8CF7-01B6A4F08503}">
      <dgm:prSet/>
      <dgm:spPr/>
      <dgm:t>
        <a:bodyPr/>
        <a:lstStyle/>
        <a:p>
          <a:endParaRPr lang="uk-UA"/>
        </a:p>
      </dgm:t>
    </dgm:pt>
    <dgm:pt modelId="{2FCB8993-887E-4ACA-B675-DADF12F6F798}" type="sibTrans" cxnId="{AA659B12-1EDC-4D93-8CF7-01B6A4F08503}">
      <dgm:prSet/>
      <dgm:spPr/>
      <dgm:t>
        <a:bodyPr/>
        <a:lstStyle/>
        <a:p>
          <a:endParaRPr lang="uk-UA"/>
        </a:p>
      </dgm:t>
    </dgm:pt>
    <dgm:pt modelId="{33CA99FE-28FC-4CC5-9E50-AEB6202CC8ED}">
      <dgm:prSet/>
      <dgm:spPr/>
      <dgm:t>
        <a:bodyPr/>
        <a:lstStyle/>
        <a:p>
          <a:r>
            <a:rPr lang="ru-RU" b="0" i="0"/>
            <a:t>Генеральний секретаріат</a:t>
          </a:r>
          <a:endParaRPr lang="uk-UA"/>
        </a:p>
      </dgm:t>
    </dgm:pt>
    <dgm:pt modelId="{B0940FDD-3F49-4E74-A311-821318B76D23}" type="parTrans" cxnId="{2583C922-64E9-43E4-A387-12EBACDF6709}">
      <dgm:prSet/>
      <dgm:spPr/>
      <dgm:t>
        <a:bodyPr/>
        <a:lstStyle/>
        <a:p>
          <a:endParaRPr lang="uk-UA"/>
        </a:p>
      </dgm:t>
    </dgm:pt>
    <dgm:pt modelId="{70C059E6-FC19-4038-965E-41C17C291BE4}" type="sibTrans" cxnId="{2583C922-64E9-43E4-A387-12EBACDF6709}">
      <dgm:prSet/>
      <dgm:spPr/>
      <dgm:t>
        <a:bodyPr/>
        <a:lstStyle/>
        <a:p>
          <a:endParaRPr lang="uk-UA"/>
        </a:p>
      </dgm:t>
    </dgm:pt>
    <dgm:pt modelId="{D771C3DD-CEF6-44B0-9F31-C86FA7674CE6}">
      <dgm:prSet/>
      <dgm:spPr/>
      <dgm:t>
        <a:bodyPr/>
        <a:lstStyle/>
        <a:p>
          <a:r>
            <a:rPr lang="ru-RU" b="0" i="0"/>
            <a:t>Державний секретаріат</a:t>
          </a:r>
          <a:endParaRPr lang="uk-UA"/>
        </a:p>
      </dgm:t>
    </dgm:pt>
    <dgm:pt modelId="{ED5CCA23-4B93-4F38-8807-08D1909A841B}" type="parTrans" cxnId="{BB91EC68-5F16-4ADE-9D27-65CCD74BB71D}">
      <dgm:prSet/>
      <dgm:spPr/>
      <dgm:t>
        <a:bodyPr/>
        <a:lstStyle/>
        <a:p>
          <a:endParaRPr lang="uk-UA"/>
        </a:p>
      </dgm:t>
    </dgm:pt>
    <dgm:pt modelId="{666151CD-FB54-4A35-A94A-7BC2240BE9F0}" type="sibTrans" cxnId="{BB91EC68-5F16-4ADE-9D27-65CCD74BB71D}">
      <dgm:prSet/>
      <dgm:spPr/>
      <dgm:t>
        <a:bodyPr/>
        <a:lstStyle/>
        <a:p>
          <a:endParaRPr lang="uk-UA"/>
        </a:p>
      </dgm:t>
    </dgm:pt>
    <dgm:pt modelId="{D43DE716-B0D0-4252-82F4-1545B617C73C}">
      <dgm:prSet/>
      <dgm:spPr/>
      <dgm:t>
        <a:bodyPr/>
        <a:lstStyle/>
        <a:p>
          <a:r>
            <a:rPr lang="ru-RU" b="0" i="0"/>
            <a:t>Рада міністрів</a:t>
          </a:r>
          <a:endParaRPr lang="uk-UA"/>
        </a:p>
      </dgm:t>
    </dgm:pt>
    <dgm:pt modelId="{6905F0C0-A3AE-4E38-84F1-D46BDEDC52EB}" type="parTrans" cxnId="{DD388AE1-49A4-48DA-9FA5-9BC0E82336EF}">
      <dgm:prSet/>
      <dgm:spPr/>
      <dgm:t>
        <a:bodyPr/>
        <a:lstStyle/>
        <a:p>
          <a:endParaRPr lang="uk-UA"/>
        </a:p>
      </dgm:t>
    </dgm:pt>
    <dgm:pt modelId="{11D47AF4-9EF5-4C8E-AA68-B1428B493251}" type="sibTrans" cxnId="{DD388AE1-49A4-48DA-9FA5-9BC0E82336EF}">
      <dgm:prSet/>
      <dgm:spPr/>
      <dgm:t>
        <a:bodyPr/>
        <a:lstStyle/>
        <a:p>
          <a:endParaRPr lang="uk-UA"/>
        </a:p>
      </dgm:t>
    </dgm:pt>
    <dgm:pt modelId="{782DBCF4-9085-4962-801F-8A58472C68BA}" type="pres">
      <dgm:prSet presAssocID="{B8D84314-2BDB-41BB-8E31-EE821FDB5118}" presName="linearFlow" presStyleCnt="0">
        <dgm:presLayoutVars>
          <dgm:dir/>
          <dgm:resizeHandles val="exact"/>
        </dgm:presLayoutVars>
      </dgm:prSet>
      <dgm:spPr/>
    </dgm:pt>
    <dgm:pt modelId="{BA6F6FFB-D57D-4F61-9442-7E73A6EC5305}" type="pres">
      <dgm:prSet presAssocID="{45E54208-9D7D-42BD-9A20-BFA4081AFD1E}" presName="composite" presStyleCnt="0"/>
      <dgm:spPr/>
    </dgm:pt>
    <dgm:pt modelId="{3549BDD9-6336-4CB9-A9D7-B9E0825311DD}" type="pres">
      <dgm:prSet presAssocID="{45E54208-9D7D-42BD-9A20-BFA4081AFD1E}" presName="imgShp" presStyleLbl="fgImgPlace1" presStyleIdx="0" presStyleCnt="4"/>
      <dgm:spPr/>
    </dgm:pt>
    <dgm:pt modelId="{A94ED4F7-07EC-4229-B7D4-D2E89F52B3BD}" type="pres">
      <dgm:prSet presAssocID="{45E54208-9D7D-42BD-9A20-BFA4081AFD1E}" presName="txShp" presStyleLbl="node1" presStyleIdx="0" presStyleCnt="4">
        <dgm:presLayoutVars>
          <dgm:bulletEnabled val="1"/>
        </dgm:presLayoutVars>
      </dgm:prSet>
      <dgm:spPr/>
    </dgm:pt>
    <dgm:pt modelId="{06C65DF1-27A6-4096-B3C5-F0829F97C882}" type="pres">
      <dgm:prSet presAssocID="{2FCB8993-887E-4ACA-B675-DADF12F6F798}" presName="spacing" presStyleCnt="0"/>
      <dgm:spPr/>
    </dgm:pt>
    <dgm:pt modelId="{E33A8086-3543-44CF-9F1B-DBF84069B944}" type="pres">
      <dgm:prSet presAssocID="{33CA99FE-28FC-4CC5-9E50-AEB6202CC8ED}" presName="composite" presStyleCnt="0"/>
      <dgm:spPr/>
    </dgm:pt>
    <dgm:pt modelId="{7707E17A-F03B-45DF-8725-208E9DEF4C61}" type="pres">
      <dgm:prSet presAssocID="{33CA99FE-28FC-4CC5-9E50-AEB6202CC8ED}" presName="imgShp" presStyleLbl="fgImgPlace1" presStyleIdx="1" presStyleCnt="4"/>
      <dgm:spPr/>
    </dgm:pt>
    <dgm:pt modelId="{6B29CE40-8D84-4319-9AA9-3F3DA129B00F}" type="pres">
      <dgm:prSet presAssocID="{33CA99FE-28FC-4CC5-9E50-AEB6202CC8ED}" presName="txShp" presStyleLbl="node1" presStyleIdx="1" presStyleCnt="4">
        <dgm:presLayoutVars>
          <dgm:bulletEnabled val="1"/>
        </dgm:presLayoutVars>
      </dgm:prSet>
      <dgm:spPr/>
    </dgm:pt>
    <dgm:pt modelId="{717448EC-0AE1-4D40-B562-702E267AC5F6}" type="pres">
      <dgm:prSet presAssocID="{70C059E6-FC19-4038-965E-41C17C291BE4}" presName="spacing" presStyleCnt="0"/>
      <dgm:spPr/>
    </dgm:pt>
    <dgm:pt modelId="{CBF6738F-2BF2-4F4E-BD89-E6528B33DDFD}" type="pres">
      <dgm:prSet presAssocID="{D771C3DD-CEF6-44B0-9F31-C86FA7674CE6}" presName="composite" presStyleCnt="0"/>
      <dgm:spPr/>
    </dgm:pt>
    <dgm:pt modelId="{18C75091-FEED-4928-86C9-4306399CD085}" type="pres">
      <dgm:prSet presAssocID="{D771C3DD-CEF6-44B0-9F31-C86FA7674CE6}" presName="imgShp" presStyleLbl="fgImgPlace1" presStyleIdx="2" presStyleCnt="4"/>
      <dgm:spPr/>
    </dgm:pt>
    <dgm:pt modelId="{F1F76A1B-D122-4B9C-ACE1-FED078938D19}" type="pres">
      <dgm:prSet presAssocID="{D771C3DD-CEF6-44B0-9F31-C86FA7674CE6}" presName="txShp" presStyleLbl="node1" presStyleIdx="2" presStyleCnt="4">
        <dgm:presLayoutVars>
          <dgm:bulletEnabled val="1"/>
        </dgm:presLayoutVars>
      </dgm:prSet>
      <dgm:spPr/>
    </dgm:pt>
    <dgm:pt modelId="{B92DED59-9094-4616-98C2-0CB9C53B6F36}" type="pres">
      <dgm:prSet presAssocID="{666151CD-FB54-4A35-A94A-7BC2240BE9F0}" presName="spacing" presStyleCnt="0"/>
      <dgm:spPr/>
    </dgm:pt>
    <dgm:pt modelId="{7A08134E-64A4-4B21-B0FD-2E82979F8026}" type="pres">
      <dgm:prSet presAssocID="{D43DE716-B0D0-4252-82F4-1545B617C73C}" presName="composite" presStyleCnt="0"/>
      <dgm:spPr/>
    </dgm:pt>
    <dgm:pt modelId="{94576192-E9B1-495D-BE27-984C24EE8F84}" type="pres">
      <dgm:prSet presAssocID="{D43DE716-B0D0-4252-82F4-1545B617C73C}" presName="imgShp" presStyleLbl="fgImgPlace1" presStyleIdx="3" presStyleCnt="4"/>
      <dgm:spPr/>
    </dgm:pt>
    <dgm:pt modelId="{0355819E-54EB-460E-A48F-488D2FDA9086}" type="pres">
      <dgm:prSet presAssocID="{D43DE716-B0D0-4252-82F4-1545B617C73C}" presName="txShp" presStyleLbl="node1" presStyleIdx="3" presStyleCnt="4">
        <dgm:presLayoutVars>
          <dgm:bulletEnabled val="1"/>
        </dgm:presLayoutVars>
      </dgm:prSet>
      <dgm:spPr/>
    </dgm:pt>
  </dgm:ptLst>
  <dgm:cxnLst>
    <dgm:cxn modelId="{AA659B12-1EDC-4D93-8CF7-01B6A4F08503}" srcId="{B8D84314-2BDB-41BB-8E31-EE821FDB5118}" destId="{45E54208-9D7D-42BD-9A20-BFA4081AFD1E}" srcOrd="0" destOrd="0" parTransId="{55A8CC5B-6D63-49F1-9ECF-D13AC102930A}" sibTransId="{2FCB8993-887E-4ACA-B675-DADF12F6F798}"/>
    <dgm:cxn modelId="{2583C922-64E9-43E4-A387-12EBACDF6709}" srcId="{B8D84314-2BDB-41BB-8E31-EE821FDB5118}" destId="{33CA99FE-28FC-4CC5-9E50-AEB6202CC8ED}" srcOrd="1" destOrd="0" parTransId="{B0940FDD-3F49-4E74-A311-821318B76D23}" sibTransId="{70C059E6-FC19-4038-965E-41C17C291BE4}"/>
    <dgm:cxn modelId="{BB91EC68-5F16-4ADE-9D27-65CCD74BB71D}" srcId="{B8D84314-2BDB-41BB-8E31-EE821FDB5118}" destId="{D771C3DD-CEF6-44B0-9F31-C86FA7674CE6}" srcOrd="2" destOrd="0" parTransId="{ED5CCA23-4B93-4F38-8807-08D1909A841B}" sibTransId="{666151CD-FB54-4A35-A94A-7BC2240BE9F0}"/>
    <dgm:cxn modelId="{0898416C-6C4A-4F67-A341-636123FD0857}" type="presOf" srcId="{45E54208-9D7D-42BD-9A20-BFA4081AFD1E}" destId="{A94ED4F7-07EC-4229-B7D4-D2E89F52B3BD}" srcOrd="0" destOrd="0" presId="urn:microsoft.com/office/officeart/2005/8/layout/vList3"/>
    <dgm:cxn modelId="{EE342657-BBB6-4129-A186-2D18F1D179EE}" type="presOf" srcId="{33CA99FE-28FC-4CC5-9E50-AEB6202CC8ED}" destId="{6B29CE40-8D84-4319-9AA9-3F3DA129B00F}" srcOrd="0" destOrd="0" presId="urn:microsoft.com/office/officeart/2005/8/layout/vList3"/>
    <dgm:cxn modelId="{C5679478-3317-4C7B-A62C-8C13BB69A23B}" type="presOf" srcId="{D43DE716-B0D0-4252-82F4-1545B617C73C}" destId="{0355819E-54EB-460E-A48F-488D2FDA9086}" srcOrd="0" destOrd="0" presId="urn:microsoft.com/office/officeart/2005/8/layout/vList3"/>
    <dgm:cxn modelId="{DD388AE1-49A4-48DA-9FA5-9BC0E82336EF}" srcId="{B8D84314-2BDB-41BB-8E31-EE821FDB5118}" destId="{D43DE716-B0D0-4252-82F4-1545B617C73C}" srcOrd="3" destOrd="0" parTransId="{6905F0C0-A3AE-4E38-84F1-D46BDEDC52EB}" sibTransId="{11D47AF4-9EF5-4C8E-AA68-B1428B493251}"/>
    <dgm:cxn modelId="{F20A1BEC-1D76-48D1-BC6A-5A30CF13C01B}" type="presOf" srcId="{B8D84314-2BDB-41BB-8E31-EE821FDB5118}" destId="{782DBCF4-9085-4962-801F-8A58472C68BA}" srcOrd="0" destOrd="0" presId="urn:microsoft.com/office/officeart/2005/8/layout/vList3"/>
    <dgm:cxn modelId="{2AEFC2FB-98D9-4417-A1BA-6F80B5486755}" type="presOf" srcId="{D771C3DD-CEF6-44B0-9F31-C86FA7674CE6}" destId="{F1F76A1B-D122-4B9C-ACE1-FED078938D19}" srcOrd="0" destOrd="0" presId="urn:microsoft.com/office/officeart/2005/8/layout/vList3"/>
    <dgm:cxn modelId="{EA184DFF-2853-4FA8-B0A1-3052ECAFB013}" type="presParOf" srcId="{782DBCF4-9085-4962-801F-8A58472C68BA}" destId="{BA6F6FFB-D57D-4F61-9442-7E73A6EC5305}" srcOrd="0" destOrd="0" presId="urn:microsoft.com/office/officeart/2005/8/layout/vList3"/>
    <dgm:cxn modelId="{49C49F26-7D97-4290-BD49-2181A2080F8B}" type="presParOf" srcId="{BA6F6FFB-D57D-4F61-9442-7E73A6EC5305}" destId="{3549BDD9-6336-4CB9-A9D7-B9E0825311DD}" srcOrd="0" destOrd="0" presId="urn:microsoft.com/office/officeart/2005/8/layout/vList3"/>
    <dgm:cxn modelId="{CF88046C-8C2B-4786-97C5-E21C7DFC853E}" type="presParOf" srcId="{BA6F6FFB-D57D-4F61-9442-7E73A6EC5305}" destId="{A94ED4F7-07EC-4229-B7D4-D2E89F52B3BD}" srcOrd="1" destOrd="0" presId="urn:microsoft.com/office/officeart/2005/8/layout/vList3"/>
    <dgm:cxn modelId="{DA4B1403-0662-4B70-B435-72BCD6E66C43}" type="presParOf" srcId="{782DBCF4-9085-4962-801F-8A58472C68BA}" destId="{06C65DF1-27A6-4096-B3C5-F0829F97C882}" srcOrd="1" destOrd="0" presId="urn:microsoft.com/office/officeart/2005/8/layout/vList3"/>
    <dgm:cxn modelId="{74815841-A84C-439C-895A-7DD5D651C2B6}" type="presParOf" srcId="{782DBCF4-9085-4962-801F-8A58472C68BA}" destId="{E33A8086-3543-44CF-9F1B-DBF84069B944}" srcOrd="2" destOrd="0" presId="urn:microsoft.com/office/officeart/2005/8/layout/vList3"/>
    <dgm:cxn modelId="{A94912FF-7A91-4BB7-9B8F-7D29252000C0}" type="presParOf" srcId="{E33A8086-3543-44CF-9F1B-DBF84069B944}" destId="{7707E17A-F03B-45DF-8725-208E9DEF4C61}" srcOrd="0" destOrd="0" presId="urn:microsoft.com/office/officeart/2005/8/layout/vList3"/>
    <dgm:cxn modelId="{744D2032-2968-4869-AF59-CDCB8253099B}" type="presParOf" srcId="{E33A8086-3543-44CF-9F1B-DBF84069B944}" destId="{6B29CE40-8D84-4319-9AA9-3F3DA129B00F}" srcOrd="1" destOrd="0" presId="urn:microsoft.com/office/officeart/2005/8/layout/vList3"/>
    <dgm:cxn modelId="{83CB7D16-A4D8-432D-B896-A3D20DF1FF6F}" type="presParOf" srcId="{782DBCF4-9085-4962-801F-8A58472C68BA}" destId="{717448EC-0AE1-4D40-B562-702E267AC5F6}" srcOrd="3" destOrd="0" presId="urn:microsoft.com/office/officeart/2005/8/layout/vList3"/>
    <dgm:cxn modelId="{A85D682C-C468-4380-B4BC-E5F152AA5D21}" type="presParOf" srcId="{782DBCF4-9085-4962-801F-8A58472C68BA}" destId="{CBF6738F-2BF2-4F4E-BD89-E6528B33DDFD}" srcOrd="4" destOrd="0" presId="urn:microsoft.com/office/officeart/2005/8/layout/vList3"/>
    <dgm:cxn modelId="{FEEDF806-DEE4-4D9C-871A-E0238351EE2D}" type="presParOf" srcId="{CBF6738F-2BF2-4F4E-BD89-E6528B33DDFD}" destId="{18C75091-FEED-4928-86C9-4306399CD085}" srcOrd="0" destOrd="0" presId="urn:microsoft.com/office/officeart/2005/8/layout/vList3"/>
    <dgm:cxn modelId="{CB55A75B-A93E-43DC-AD60-EEB0EEA2347C}" type="presParOf" srcId="{CBF6738F-2BF2-4F4E-BD89-E6528B33DDFD}" destId="{F1F76A1B-D122-4B9C-ACE1-FED078938D19}" srcOrd="1" destOrd="0" presId="urn:microsoft.com/office/officeart/2005/8/layout/vList3"/>
    <dgm:cxn modelId="{CB15E2AA-1BA9-4138-833A-4FE7F5FC9EF4}" type="presParOf" srcId="{782DBCF4-9085-4962-801F-8A58472C68BA}" destId="{B92DED59-9094-4616-98C2-0CB9C53B6F36}" srcOrd="5" destOrd="0" presId="urn:microsoft.com/office/officeart/2005/8/layout/vList3"/>
    <dgm:cxn modelId="{FDC9C9B5-5F45-42B7-978A-3CCE34788593}" type="presParOf" srcId="{782DBCF4-9085-4962-801F-8A58472C68BA}" destId="{7A08134E-64A4-4B21-B0FD-2E82979F8026}" srcOrd="6" destOrd="0" presId="urn:microsoft.com/office/officeart/2005/8/layout/vList3"/>
    <dgm:cxn modelId="{B5A11401-E111-4524-8CB0-04A7D420326A}" type="presParOf" srcId="{7A08134E-64A4-4B21-B0FD-2E82979F8026}" destId="{94576192-E9B1-495D-BE27-984C24EE8F84}" srcOrd="0" destOrd="0" presId="urn:microsoft.com/office/officeart/2005/8/layout/vList3"/>
    <dgm:cxn modelId="{DCDE50E5-1C46-4F03-8CD3-E3F08428D362}" type="presParOf" srcId="{7A08134E-64A4-4B21-B0FD-2E82979F8026}" destId="{0355819E-54EB-460E-A48F-488D2FDA9086}"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66BD950A-F02E-428A-AECE-93C84AB86CAB}"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5904D21-1B5F-4C39-A211-1FE238FE4706}">
      <dgm:prSet/>
      <dgm:spPr/>
      <dgm:t>
        <a:bodyPr/>
        <a:lstStyle/>
        <a:p>
          <a:r>
            <a:rPr lang="ru-RU" b="0" i="0"/>
            <a:t>Українська Народна Республіка доби Центральної Ради</a:t>
          </a:r>
          <a:endParaRPr lang="uk-UA"/>
        </a:p>
      </dgm:t>
    </dgm:pt>
    <dgm:pt modelId="{467CA2AF-CD36-4D13-B0AE-91AB920B186F}" type="parTrans" cxnId="{D52C32C0-BD31-4063-95D0-592C0F48FEF6}">
      <dgm:prSet/>
      <dgm:spPr/>
      <dgm:t>
        <a:bodyPr/>
        <a:lstStyle/>
        <a:p>
          <a:endParaRPr lang="uk-UA"/>
        </a:p>
      </dgm:t>
    </dgm:pt>
    <dgm:pt modelId="{BCC8C2E7-E73B-472B-A211-636A46076C8C}" type="sibTrans" cxnId="{D52C32C0-BD31-4063-95D0-592C0F48FEF6}">
      <dgm:prSet/>
      <dgm:spPr/>
      <dgm:t>
        <a:bodyPr/>
        <a:lstStyle/>
        <a:p>
          <a:endParaRPr lang="uk-UA"/>
        </a:p>
      </dgm:t>
    </dgm:pt>
    <dgm:pt modelId="{D342709E-1250-4D3F-9EA7-CCDE195B486E}">
      <dgm:prSet/>
      <dgm:spPr/>
      <dgm:t>
        <a:bodyPr/>
        <a:lstStyle/>
        <a:p>
          <a:r>
            <a:rPr lang="ru-RU" b="0" i="0"/>
            <a:t>Західноукраїнська Народна Республіка</a:t>
          </a:r>
          <a:endParaRPr lang="uk-UA"/>
        </a:p>
      </dgm:t>
    </dgm:pt>
    <dgm:pt modelId="{A274B374-7070-4953-B573-3A7CF3785D52}" type="parTrans" cxnId="{C9D5F782-0196-4006-9E7F-A48B78F60730}">
      <dgm:prSet/>
      <dgm:spPr/>
      <dgm:t>
        <a:bodyPr/>
        <a:lstStyle/>
        <a:p>
          <a:endParaRPr lang="uk-UA"/>
        </a:p>
      </dgm:t>
    </dgm:pt>
    <dgm:pt modelId="{1E251E37-9CC2-4892-AA8A-94A34466FB44}" type="sibTrans" cxnId="{C9D5F782-0196-4006-9E7F-A48B78F60730}">
      <dgm:prSet/>
      <dgm:spPr/>
      <dgm:t>
        <a:bodyPr/>
        <a:lstStyle/>
        <a:p>
          <a:endParaRPr lang="uk-UA"/>
        </a:p>
      </dgm:t>
    </dgm:pt>
    <dgm:pt modelId="{9608F127-804E-439A-B398-F66A29A4455B}">
      <dgm:prSet/>
      <dgm:spPr/>
      <dgm:t>
        <a:bodyPr/>
        <a:lstStyle/>
        <a:p>
          <a:r>
            <a:rPr lang="ru-RU" b="0" i="0"/>
            <a:t>Українська Соціалістична Радянська Республіка</a:t>
          </a:r>
          <a:endParaRPr lang="uk-UA"/>
        </a:p>
      </dgm:t>
    </dgm:pt>
    <dgm:pt modelId="{0B78CBC9-1AC2-4828-BBF7-FD24A54F1953}" type="parTrans" cxnId="{04DC35C0-F5D8-4C2E-9ABB-146D094DBF5E}">
      <dgm:prSet/>
      <dgm:spPr/>
      <dgm:t>
        <a:bodyPr/>
        <a:lstStyle/>
        <a:p>
          <a:endParaRPr lang="uk-UA"/>
        </a:p>
      </dgm:t>
    </dgm:pt>
    <dgm:pt modelId="{3248DBDF-9AC9-4C39-8AF1-A198DE9E41BC}" type="sibTrans" cxnId="{04DC35C0-F5D8-4C2E-9ABB-146D094DBF5E}">
      <dgm:prSet/>
      <dgm:spPr/>
      <dgm:t>
        <a:bodyPr/>
        <a:lstStyle/>
        <a:p>
          <a:endParaRPr lang="uk-UA"/>
        </a:p>
      </dgm:t>
    </dgm:pt>
    <dgm:pt modelId="{C63D8A42-97EA-4F00-8A37-D0FDC20BA8DF}">
      <dgm:prSet/>
      <dgm:spPr/>
      <dgm:t>
        <a:bodyPr/>
        <a:lstStyle/>
        <a:p>
          <a:r>
            <a:rPr lang="ru-RU" b="0" i="0"/>
            <a:t>Українська Держава гетьмана П. Скоропадського</a:t>
          </a:r>
          <a:endParaRPr lang="uk-UA"/>
        </a:p>
      </dgm:t>
    </dgm:pt>
    <dgm:pt modelId="{71A6864D-67C7-49D2-B292-637328E9C6EF}" type="parTrans" cxnId="{413BAB14-7917-4041-90BB-030F9F66C11D}">
      <dgm:prSet/>
      <dgm:spPr/>
      <dgm:t>
        <a:bodyPr/>
        <a:lstStyle/>
        <a:p>
          <a:endParaRPr lang="uk-UA"/>
        </a:p>
      </dgm:t>
    </dgm:pt>
    <dgm:pt modelId="{20E9FA6F-8525-4DEF-A2D8-2BCF19677AD6}" type="sibTrans" cxnId="{413BAB14-7917-4041-90BB-030F9F66C11D}">
      <dgm:prSet/>
      <dgm:spPr/>
      <dgm:t>
        <a:bodyPr/>
        <a:lstStyle/>
        <a:p>
          <a:endParaRPr lang="uk-UA"/>
        </a:p>
      </dgm:t>
    </dgm:pt>
    <dgm:pt modelId="{AF924008-770F-4EE4-9D78-71F580C440D3}">
      <dgm:prSet/>
      <dgm:spPr/>
      <dgm:t>
        <a:bodyPr/>
        <a:lstStyle/>
        <a:p>
          <a:r>
            <a:rPr lang="ru-RU" b="0" i="0"/>
            <a:t>Українська Народна Республіка доби Директорії</a:t>
          </a:r>
          <a:endParaRPr lang="uk-UA"/>
        </a:p>
      </dgm:t>
    </dgm:pt>
    <dgm:pt modelId="{43128F6B-FEAA-47DC-B5BD-340BCA2F98D2}" type="parTrans" cxnId="{6AAD5D64-9DA1-4502-8AD6-921862F2E680}">
      <dgm:prSet/>
      <dgm:spPr/>
      <dgm:t>
        <a:bodyPr/>
        <a:lstStyle/>
        <a:p>
          <a:endParaRPr lang="uk-UA"/>
        </a:p>
      </dgm:t>
    </dgm:pt>
    <dgm:pt modelId="{2E7DA5C1-D94A-44AA-82AC-991FB2C900D6}" type="sibTrans" cxnId="{6AAD5D64-9DA1-4502-8AD6-921862F2E680}">
      <dgm:prSet/>
      <dgm:spPr/>
      <dgm:t>
        <a:bodyPr/>
        <a:lstStyle/>
        <a:p>
          <a:endParaRPr lang="uk-UA"/>
        </a:p>
      </dgm:t>
    </dgm:pt>
    <dgm:pt modelId="{16571968-B8ED-4B84-956D-0B5288B4FEDD}" type="pres">
      <dgm:prSet presAssocID="{66BD950A-F02E-428A-AECE-93C84AB86CAB}" presName="linear" presStyleCnt="0">
        <dgm:presLayoutVars>
          <dgm:animLvl val="lvl"/>
          <dgm:resizeHandles val="exact"/>
        </dgm:presLayoutVars>
      </dgm:prSet>
      <dgm:spPr/>
    </dgm:pt>
    <dgm:pt modelId="{8A61D10F-7EC4-40A2-BA0F-170A16F724DE}" type="pres">
      <dgm:prSet presAssocID="{65904D21-1B5F-4C39-A211-1FE238FE4706}" presName="parentText" presStyleLbl="node1" presStyleIdx="0" presStyleCnt="5">
        <dgm:presLayoutVars>
          <dgm:chMax val="0"/>
          <dgm:bulletEnabled val="1"/>
        </dgm:presLayoutVars>
      </dgm:prSet>
      <dgm:spPr/>
    </dgm:pt>
    <dgm:pt modelId="{B8AE6665-BA38-45EB-B382-8E8F37A22AC3}" type="pres">
      <dgm:prSet presAssocID="{BCC8C2E7-E73B-472B-A211-636A46076C8C}" presName="spacer" presStyleCnt="0"/>
      <dgm:spPr/>
    </dgm:pt>
    <dgm:pt modelId="{7E83C57E-24AE-4897-B882-C859628C3299}" type="pres">
      <dgm:prSet presAssocID="{D342709E-1250-4D3F-9EA7-CCDE195B486E}" presName="parentText" presStyleLbl="node1" presStyleIdx="1" presStyleCnt="5">
        <dgm:presLayoutVars>
          <dgm:chMax val="0"/>
          <dgm:bulletEnabled val="1"/>
        </dgm:presLayoutVars>
      </dgm:prSet>
      <dgm:spPr/>
    </dgm:pt>
    <dgm:pt modelId="{963C5452-C5CD-4668-BDE3-3E2DBBE71D2D}" type="pres">
      <dgm:prSet presAssocID="{1E251E37-9CC2-4892-AA8A-94A34466FB44}" presName="spacer" presStyleCnt="0"/>
      <dgm:spPr/>
    </dgm:pt>
    <dgm:pt modelId="{11F777DE-550B-4FF0-AE3D-180912DC390A}" type="pres">
      <dgm:prSet presAssocID="{9608F127-804E-439A-B398-F66A29A4455B}" presName="parentText" presStyleLbl="node1" presStyleIdx="2" presStyleCnt="5">
        <dgm:presLayoutVars>
          <dgm:chMax val="0"/>
          <dgm:bulletEnabled val="1"/>
        </dgm:presLayoutVars>
      </dgm:prSet>
      <dgm:spPr/>
    </dgm:pt>
    <dgm:pt modelId="{43306F55-0F3C-43BE-8A60-B34FE3018716}" type="pres">
      <dgm:prSet presAssocID="{3248DBDF-9AC9-4C39-8AF1-A198DE9E41BC}" presName="spacer" presStyleCnt="0"/>
      <dgm:spPr/>
    </dgm:pt>
    <dgm:pt modelId="{C3798639-9EE8-46F2-9EB3-0C35CEAE6859}" type="pres">
      <dgm:prSet presAssocID="{C63D8A42-97EA-4F00-8A37-D0FDC20BA8DF}" presName="parentText" presStyleLbl="node1" presStyleIdx="3" presStyleCnt="5">
        <dgm:presLayoutVars>
          <dgm:chMax val="0"/>
          <dgm:bulletEnabled val="1"/>
        </dgm:presLayoutVars>
      </dgm:prSet>
      <dgm:spPr/>
    </dgm:pt>
    <dgm:pt modelId="{06974330-EE02-48E7-BEE7-B3B0FE778B54}" type="pres">
      <dgm:prSet presAssocID="{20E9FA6F-8525-4DEF-A2D8-2BCF19677AD6}" presName="spacer" presStyleCnt="0"/>
      <dgm:spPr/>
    </dgm:pt>
    <dgm:pt modelId="{DB6AE6AB-B07F-4CC6-BDFD-AFC24F7F84A9}" type="pres">
      <dgm:prSet presAssocID="{AF924008-770F-4EE4-9D78-71F580C440D3}" presName="parentText" presStyleLbl="node1" presStyleIdx="4" presStyleCnt="5">
        <dgm:presLayoutVars>
          <dgm:chMax val="0"/>
          <dgm:bulletEnabled val="1"/>
        </dgm:presLayoutVars>
      </dgm:prSet>
      <dgm:spPr/>
    </dgm:pt>
  </dgm:ptLst>
  <dgm:cxnLst>
    <dgm:cxn modelId="{413BAB14-7917-4041-90BB-030F9F66C11D}" srcId="{66BD950A-F02E-428A-AECE-93C84AB86CAB}" destId="{C63D8A42-97EA-4F00-8A37-D0FDC20BA8DF}" srcOrd="3" destOrd="0" parTransId="{71A6864D-67C7-49D2-B292-637328E9C6EF}" sibTransId="{20E9FA6F-8525-4DEF-A2D8-2BCF19677AD6}"/>
    <dgm:cxn modelId="{E6484034-04AE-45E4-887A-9267925B75DD}" type="presOf" srcId="{9608F127-804E-439A-B398-F66A29A4455B}" destId="{11F777DE-550B-4FF0-AE3D-180912DC390A}" srcOrd="0" destOrd="0" presId="urn:microsoft.com/office/officeart/2005/8/layout/vList2"/>
    <dgm:cxn modelId="{9529D037-48BE-46E5-9203-6B6DE35B6CB5}" type="presOf" srcId="{66BD950A-F02E-428A-AECE-93C84AB86CAB}" destId="{16571968-B8ED-4B84-956D-0B5288B4FEDD}" srcOrd="0" destOrd="0" presId="urn:microsoft.com/office/officeart/2005/8/layout/vList2"/>
    <dgm:cxn modelId="{69EBBA40-225A-4EEB-A6C9-7ABEF4651F40}" type="presOf" srcId="{AF924008-770F-4EE4-9D78-71F580C440D3}" destId="{DB6AE6AB-B07F-4CC6-BDFD-AFC24F7F84A9}" srcOrd="0" destOrd="0" presId="urn:microsoft.com/office/officeart/2005/8/layout/vList2"/>
    <dgm:cxn modelId="{6AAD5D64-9DA1-4502-8AD6-921862F2E680}" srcId="{66BD950A-F02E-428A-AECE-93C84AB86CAB}" destId="{AF924008-770F-4EE4-9D78-71F580C440D3}" srcOrd="4" destOrd="0" parTransId="{43128F6B-FEAA-47DC-B5BD-340BCA2F98D2}" sibTransId="{2E7DA5C1-D94A-44AA-82AC-991FB2C900D6}"/>
    <dgm:cxn modelId="{C9D5F782-0196-4006-9E7F-A48B78F60730}" srcId="{66BD950A-F02E-428A-AECE-93C84AB86CAB}" destId="{D342709E-1250-4D3F-9EA7-CCDE195B486E}" srcOrd="1" destOrd="0" parTransId="{A274B374-7070-4953-B573-3A7CF3785D52}" sibTransId="{1E251E37-9CC2-4892-AA8A-94A34466FB44}"/>
    <dgm:cxn modelId="{88F4D19B-B6E8-493E-89D1-7D4AC1EC15ED}" type="presOf" srcId="{C63D8A42-97EA-4F00-8A37-D0FDC20BA8DF}" destId="{C3798639-9EE8-46F2-9EB3-0C35CEAE6859}" srcOrd="0" destOrd="0" presId="urn:microsoft.com/office/officeart/2005/8/layout/vList2"/>
    <dgm:cxn modelId="{A7A585BA-CD45-4785-9C3D-2C5D76134D59}" type="presOf" srcId="{D342709E-1250-4D3F-9EA7-CCDE195B486E}" destId="{7E83C57E-24AE-4897-B882-C859628C3299}" srcOrd="0" destOrd="0" presId="urn:microsoft.com/office/officeart/2005/8/layout/vList2"/>
    <dgm:cxn modelId="{D52C32C0-BD31-4063-95D0-592C0F48FEF6}" srcId="{66BD950A-F02E-428A-AECE-93C84AB86CAB}" destId="{65904D21-1B5F-4C39-A211-1FE238FE4706}" srcOrd="0" destOrd="0" parTransId="{467CA2AF-CD36-4D13-B0AE-91AB920B186F}" sibTransId="{BCC8C2E7-E73B-472B-A211-636A46076C8C}"/>
    <dgm:cxn modelId="{04DC35C0-F5D8-4C2E-9ABB-146D094DBF5E}" srcId="{66BD950A-F02E-428A-AECE-93C84AB86CAB}" destId="{9608F127-804E-439A-B398-F66A29A4455B}" srcOrd="2" destOrd="0" parTransId="{0B78CBC9-1AC2-4828-BBF7-FD24A54F1953}" sibTransId="{3248DBDF-9AC9-4C39-8AF1-A198DE9E41BC}"/>
    <dgm:cxn modelId="{609AD0EA-441F-4E49-81AB-DF049A9F4CD8}" type="presOf" srcId="{65904D21-1B5F-4C39-A211-1FE238FE4706}" destId="{8A61D10F-7EC4-40A2-BA0F-170A16F724DE}" srcOrd="0" destOrd="0" presId="urn:microsoft.com/office/officeart/2005/8/layout/vList2"/>
    <dgm:cxn modelId="{CC2FACF5-8CC3-4E0E-9B7D-8A17AA08068B}" type="presParOf" srcId="{16571968-B8ED-4B84-956D-0B5288B4FEDD}" destId="{8A61D10F-7EC4-40A2-BA0F-170A16F724DE}" srcOrd="0" destOrd="0" presId="urn:microsoft.com/office/officeart/2005/8/layout/vList2"/>
    <dgm:cxn modelId="{B24B1939-80AF-42C7-B9A0-7B40AEA0D4BB}" type="presParOf" srcId="{16571968-B8ED-4B84-956D-0B5288B4FEDD}" destId="{B8AE6665-BA38-45EB-B382-8E8F37A22AC3}" srcOrd="1" destOrd="0" presId="urn:microsoft.com/office/officeart/2005/8/layout/vList2"/>
    <dgm:cxn modelId="{274B2107-F2AE-4409-B24B-90AD12C9E996}" type="presParOf" srcId="{16571968-B8ED-4B84-956D-0B5288B4FEDD}" destId="{7E83C57E-24AE-4897-B882-C859628C3299}" srcOrd="2" destOrd="0" presId="urn:microsoft.com/office/officeart/2005/8/layout/vList2"/>
    <dgm:cxn modelId="{4C76BE04-51A7-497C-A353-9417280B8FFC}" type="presParOf" srcId="{16571968-B8ED-4B84-956D-0B5288B4FEDD}" destId="{963C5452-C5CD-4668-BDE3-3E2DBBE71D2D}" srcOrd="3" destOrd="0" presId="urn:microsoft.com/office/officeart/2005/8/layout/vList2"/>
    <dgm:cxn modelId="{D3378699-E831-4044-BFEF-984C5D9DC730}" type="presParOf" srcId="{16571968-B8ED-4B84-956D-0B5288B4FEDD}" destId="{11F777DE-550B-4FF0-AE3D-180912DC390A}" srcOrd="4" destOrd="0" presId="urn:microsoft.com/office/officeart/2005/8/layout/vList2"/>
    <dgm:cxn modelId="{FE2BE46C-B2FB-4B23-8CD7-25B2475ADBF0}" type="presParOf" srcId="{16571968-B8ED-4B84-956D-0B5288B4FEDD}" destId="{43306F55-0F3C-43BE-8A60-B34FE3018716}" srcOrd="5" destOrd="0" presId="urn:microsoft.com/office/officeart/2005/8/layout/vList2"/>
    <dgm:cxn modelId="{87F192EE-86A1-43A8-9999-AEEC79E6D3D7}" type="presParOf" srcId="{16571968-B8ED-4B84-956D-0B5288B4FEDD}" destId="{C3798639-9EE8-46F2-9EB3-0C35CEAE6859}" srcOrd="6" destOrd="0" presId="urn:microsoft.com/office/officeart/2005/8/layout/vList2"/>
    <dgm:cxn modelId="{72EA5B0A-B2D5-4980-BF90-81976BDFC1C8}" type="presParOf" srcId="{16571968-B8ED-4B84-956D-0B5288B4FEDD}" destId="{06974330-EE02-48E7-BEE7-B3B0FE778B54}" srcOrd="7" destOrd="0" presId="urn:microsoft.com/office/officeart/2005/8/layout/vList2"/>
    <dgm:cxn modelId="{0125DDA4-6F72-401D-8643-398471AEAD24}" type="presParOf" srcId="{16571968-B8ED-4B84-956D-0B5288B4FEDD}" destId="{DB6AE6AB-B07F-4CC6-BDFD-AFC24F7F84A9}"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653C3022-CC71-4F32-ADCF-0F2906469F26}"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6EB068BB-3282-4466-B7A4-73E725219C82}">
      <dgm:prSet/>
      <dgm:spPr/>
      <dgm:t>
        <a:bodyPr/>
        <a:lstStyle/>
        <a:p>
          <a:r>
            <a:rPr lang="uk-UA" b="0" i="1"/>
            <a:t>«Обидві договірні сторони... визнають незалежність України і Білорусії, а також погоджуються і постановляють… кордон між Росією, Білоруссю та Україною, з одного боку, та Польщею, з другого, становить лінія... вздовж річки Збруч, до впадання її в річку Дністер…»</a:t>
          </a:r>
          <a:endParaRPr lang="uk-UA"/>
        </a:p>
      </dgm:t>
    </dgm:pt>
    <dgm:pt modelId="{EAA46174-4D72-4007-83BB-D094FC7AD31F}" type="parTrans" cxnId="{A1359109-1863-46B8-8693-1E82033B8C4D}">
      <dgm:prSet/>
      <dgm:spPr/>
      <dgm:t>
        <a:bodyPr/>
        <a:lstStyle/>
        <a:p>
          <a:endParaRPr lang="uk-UA"/>
        </a:p>
      </dgm:t>
    </dgm:pt>
    <dgm:pt modelId="{8D18A23C-E756-4D2E-89D2-F4BB46D4D52E}" type="sibTrans" cxnId="{A1359109-1863-46B8-8693-1E82033B8C4D}">
      <dgm:prSet/>
      <dgm:spPr/>
      <dgm:t>
        <a:bodyPr/>
        <a:lstStyle/>
        <a:p>
          <a:endParaRPr lang="uk-UA"/>
        </a:p>
      </dgm:t>
    </dgm:pt>
    <dgm:pt modelId="{0D428EED-E123-4BFC-8A97-77D3A247E6F6}">
      <dgm:prSet/>
      <dgm:spPr/>
      <dgm:t>
        <a:bodyPr/>
        <a:lstStyle/>
        <a:p>
          <a:r>
            <a:rPr lang="uk-UA" b="0" i="1" dirty="0"/>
            <a:t>«Однині воєдино зливаються століттям </a:t>
          </a:r>
          <a:r>
            <a:rPr lang="uk-UA" b="0" i="1" dirty="0" err="1"/>
            <a:t>одірвані</a:t>
          </a:r>
          <a:r>
            <a:rPr lang="uk-UA" b="0" i="1" dirty="0"/>
            <a:t> одна від одної частини єдиної України – Західноукраїнська Народна Республіка (Галичина, Буковина й Угорська Україна) і Наддніпрянська велика Україна…»</a:t>
          </a:r>
          <a:endParaRPr lang="uk-UA" dirty="0"/>
        </a:p>
      </dgm:t>
    </dgm:pt>
    <dgm:pt modelId="{B2E0CCFD-5617-48B2-AF4D-9BBF58E2BEF2}" type="parTrans" cxnId="{8B5E04E5-50DE-46DE-9D65-F0E28502E148}">
      <dgm:prSet/>
      <dgm:spPr/>
      <dgm:t>
        <a:bodyPr/>
        <a:lstStyle/>
        <a:p>
          <a:endParaRPr lang="uk-UA"/>
        </a:p>
      </dgm:t>
    </dgm:pt>
    <dgm:pt modelId="{B9787872-9D90-46A6-8020-A8EE893ECDD2}" type="sibTrans" cxnId="{8B5E04E5-50DE-46DE-9D65-F0E28502E148}">
      <dgm:prSet/>
      <dgm:spPr/>
      <dgm:t>
        <a:bodyPr/>
        <a:lstStyle/>
        <a:p>
          <a:endParaRPr lang="uk-UA"/>
        </a:p>
      </dgm:t>
    </dgm:pt>
    <dgm:pt modelId="{C22DB443-25C1-401C-A2BF-BE18505F7CB7}" type="pres">
      <dgm:prSet presAssocID="{653C3022-CC71-4F32-ADCF-0F2906469F26}" presName="linear" presStyleCnt="0">
        <dgm:presLayoutVars>
          <dgm:animLvl val="lvl"/>
          <dgm:resizeHandles val="exact"/>
        </dgm:presLayoutVars>
      </dgm:prSet>
      <dgm:spPr/>
    </dgm:pt>
    <dgm:pt modelId="{463B7A09-42B0-419E-9587-D89733809E8D}" type="pres">
      <dgm:prSet presAssocID="{6EB068BB-3282-4466-B7A4-73E725219C82}" presName="parentText" presStyleLbl="node1" presStyleIdx="0" presStyleCnt="2">
        <dgm:presLayoutVars>
          <dgm:chMax val="0"/>
          <dgm:bulletEnabled val="1"/>
        </dgm:presLayoutVars>
      </dgm:prSet>
      <dgm:spPr/>
    </dgm:pt>
    <dgm:pt modelId="{63CE6EA5-6CD3-4D7A-9638-D1EA55B2D872}" type="pres">
      <dgm:prSet presAssocID="{8D18A23C-E756-4D2E-89D2-F4BB46D4D52E}" presName="spacer" presStyleCnt="0"/>
      <dgm:spPr/>
    </dgm:pt>
    <dgm:pt modelId="{DF00DD90-177C-4CB4-A211-09735980A14B}" type="pres">
      <dgm:prSet presAssocID="{0D428EED-E123-4BFC-8A97-77D3A247E6F6}" presName="parentText" presStyleLbl="node1" presStyleIdx="1" presStyleCnt="2">
        <dgm:presLayoutVars>
          <dgm:chMax val="0"/>
          <dgm:bulletEnabled val="1"/>
        </dgm:presLayoutVars>
      </dgm:prSet>
      <dgm:spPr/>
    </dgm:pt>
  </dgm:ptLst>
  <dgm:cxnLst>
    <dgm:cxn modelId="{A1359109-1863-46B8-8693-1E82033B8C4D}" srcId="{653C3022-CC71-4F32-ADCF-0F2906469F26}" destId="{6EB068BB-3282-4466-B7A4-73E725219C82}" srcOrd="0" destOrd="0" parTransId="{EAA46174-4D72-4007-83BB-D094FC7AD31F}" sibTransId="{8D18A23C-E756-4D2E-89D2-F4BB46D4D52E}"/>
    <dgm:cxn modelId="{218F110B-42AB-4255-B948-0EF805228040}" type="presOf" srcId="{653C3022-CC71-4F32-ADCF-0F2906469F26}" destId="{C22DB443-25C1-401C-A2BF-BE18505F7CB7}" srcOrd="0" destOrd="0" presId="urn:microsoft.com/office/officeart/2005/8/layout/vList2"/>
    <dgm:cxn modelId="{144F7924-32CF-4A1C-B824-15216A61D6B8}" type="presOf" srcId="{6EB068BB-3282-4466-B7A4-73E725219C82}" destId="{463B7A09-42B0-419E-9587-D89733809E8D}" srcOrd="0" destOrd="0" presId="urn:microsoft.com/office/officeart/2005/8/layout/vList2"/>
    <dgm:cxn modelId="{1D8E3D9C-D5BD-49FF-A97E-BF6FD0448447}" type="presOf" srcId="{0D428EED-E123-4BFC-8A97-77D3A247E6F6}" destId="{DF00DD90-177C-4CB4-A211-09735980A14B}" srcOrd="0" destOrd="0" presId="urn:microsoft.com/office/officeart/2005/8/layout/vList2"/>
    <dgm:cxn modelId="{8B5E04E5-50DE-46DE-9D65-F0E28502E148}" srcId="{653C3022-CC71-4F32-ADCF-0F2906469F26}" destId="{0D428EED-E123-4BFC-8A97-77D3A247E6F6}" srcOrd="1" destOrd="0" parTransId="{B2E0CCFD-5617-48B2-AF4D-9BBF58E2BEF2}" sibTransId="{B9787872-9D90-46A6-8020-A8EE893ECDD2}"/>
    <dgm:cxn modelId="{AF7707CE-8AE6-4780-B477-B0A108B71F5A}" type="presParOf" srcId="{C22DB443-25C1-401C-A2BF-BE18505F7CB7}" destId="{463B7A09-42B0-419E-9587-D89733809E8D}" srcOrd="0" destOrd="0" presId="urn:microsoft.com/office/officeart/2005/8/layout/vList2"/>
    <dgm:cxn modelId="{079F7434-C563-4AED-B7E8-D9495A4CF6FD}" type="presParOf" srcId="{C22DB443-25C1-401C-A2BF-BE18505F7CB7}" destId="{63CE6EA5-6CD3-4D7A-9638-D1EA55B2D872}" srcOrd="1" destOrd="0" presId="urn:microsoft.com/office/officeart/2005/8/layout/vList2"/>
    <dgm:cxn modelId="{614FF363-2FFF-49F1-81BB-B9D5F3CED7DA}" type="presParOf" srcId="{C22DB443-25C1-401C-A2BF-BE18505F7CB7}" destId="{DF00DD90-177C-4CB4-A211-09735980A14B}"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7BA72154-C34E-4A5E-BB1E-D8E59EEC1AC2}"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C8669162-D359-4E2B-B94D-F2993B23BE55}">
      <dgm:prSet/>
      <dgm:spPr/>
      <dgm:t>
        <a:bodyPr/>
        <a:lstStyle/>
        <a:p>
          <a:r>
            <a:rPr lang="uk-UA" b="0" i="1" dirty="0"/>
            <a:t>«Польські та українські війська діють як війська союзні… Від початку спільних дій проти більшовиків Український уряд зобов’язується постачати продукти польській армії… Командування польськими військами зобов’язується постачати українським військам зброю та амуніцію…»</a:t>
          </a:r>
          <a:endParaRPr lang="uk-UA" dirty="0"/>
        </a:p>
      </dgm:t>
    </dgm:pt>
    <dgm:pt modelId="{9AFFDF08-5F12-4424-B74B-9B30B22BBB3B}" type="parTrans" cxnId="{D4FC9F26-37A1-4117-A1C2-5798342731B3}">
      <dgm:prSet/>
      <dgm:spPr/>
      <dgm:t>
        <a:bodyPr/>
        <a:lstStyle/>
        <a:p>
          <a:endParaRPr lang="uk-UA"/>
        </a:p>
      </dgm:t>
    </dgm:pt>
    <dgm:pt modelId="{C1BD1D26-CD9C-46B8-A1CB-64A02F3E3AFE}" type="sibTrans" cxnId="{D4FC9F26-37A1-4117-A1C2-5798342731B3}">
      <dgm:prSet/>
      <dgm:spPr/>
      <dgm:t>
        <a:bodyPr/>
        <a:lstStyle/>
        <a:p>
          <a:endParaRPr lang="uk-UA"/>
        </a:p>
      </dgm:t>
    </dgm:pt>
    <dgm:pt modelId="{3EC63EE2-0F57-427B-B218-E8488A4A9275}">
      <dgm:prSet/>
      <dgm:spPr/>
      <dgm:t>
        <a:bodyPr/>
        <a:lstStyle/>
        <a:p>
          <a:r>
            <a:rPr lang="uk-UA" b="0" i="1"/>
            <a:t>«Хай буде Україна вільною. Не одділяючись від усієї Росії, не розриваючи з державою Російською, хай народ український на своїй землі має право сам порядкувати своїм життям...»</a:t>
          </a:r>
          <a:endParaRPr lang="uk-UA"/>
        </a:p>
      </dgm:t>
    </dgm:pt>
    <dgm:pt modelId="{4FA08DB3-AE64-47BA-9690-95E843EF53EB}" type="parTrans" cxnId="{0AC21D84-C26F-48B3-B90E-076EB64EB2ED}">
      <dgm:prSet/>
      <dgm:spPr/>
      <dgm:t>
        <a:bodyPr/>
        <a:lstStyle/>
        <a:p>
          <a:endParaRPr lang="uk-UA"/>
        </a:p>
      </dgm:t>
    </dgm:pt>
    <dgm:pt modelId="{4933C3B3-C7C8-4AD4-976F-0E14A4625345}" type="sibTrans" cxnId="{0AC21D84-C26F-48B3-B90E-076EB64EB2ED}">
      <dgm:prSet/>
      <dgm:spPr/>
      <dgm:t>
        <a:bodyPr/>
        <a:lstStyle/>
        <a:p>
          <a:endParaRPr lang="uk-UA"/>
        </a:p>
      </dgm:t>
    </dgm:pt>
    <dgm:pt modelId="{7C565A70-D1B4-4702-9342-5F3CCD726E5C}" type="pres">
      <dgm:prSet presAssocID="{7BA72154-C34E-4A5E-BB1E-D8E59EEC1AC2}" presName="linear" presStyleCnt="0">
        <dgm:presLayoutVars>
          <dgm:animLvl val="lvl"/>
          <dgm:resizeHandles val="exact"/>
        </dgm:presLayoutVars>
      </dgm:prSet>
      <dgm:spPr/>
    </dgm:pt>
    <dgm:pt modelId="{D06B46E3-905C-4CE9-BD55-75A12B1486F6}" type="pres">
      <dgm:prSet presAssocID="{C8669162-D359-4E2B-B94D-F2993B23BE55}" presName="parentText" presStyleLbl="node1" presStyleIdx="0" presStyleCnt="2">
        <dgm:presLayoutVars>
          <dgm:chMax val="0"/>
          <dgm:bulletEnabled val="1"/>
        </dgm:presLayoutVars>
      </dgm:prSet>
      <dgm:spPr/>
    </dgm:pt>
    <dgm:pt modelId="{E13454D0-FBCA-4095-B4EF-3A434368364D}" type="pres">
      <dgm:prSet presAssocID="{C1BD1D26-CD9C-46B8-A1CB-64A02F3E3AFE}" presName="spacer" presStyleCnt="0"/>
      <dgm:spPr/>
    </dgm:pt>
    <dgm:pt modelId="{E5629F91-20A2-4480-9D0B-00A1E8B237F6}" type="pres">
      <dgm:prSet presAssocID="{3EC63EE2-0F57-427B-B218-E8488A4A9275}" presName="parentText" presStyleLbl="node1" presStyleIdx="1" presStyleCnt="2">
        <dgm:presLayoutVars>
          <dgm:chMax val="0"/>
          <dgm:bulletEnabled val="1"/>
        </dgm:presLayoutVars>
      </dgm:prSet>
      <dgm:spPr/>
    </dgm:pt>
  </dgm:ptLst>
  <dgm:cxnLst>
    <dgm:cxn modelId="{D4FC9F26-37A1-4117-A1C2-5798342731B3}" srcId="{7BA72154-C34E-4A5E-BB1E-D8E59EEC1AC2}" destId="{C8669162-D359-4E2B-B94D-F2993B23BE55}" srcOrd="0" destOrd="0" parTransId="{9AFFDF08-5F12-4424-B74B-9B30B22BBB3B}" sibTransId="{C1BD1D26-CD9C-46B8-A1CB-64A02F3E3AFE}"/>
    <dgm:cxn modelId="{9B06EE45-9295-4900-95AC-C955C31EE0DE}" type="presOf" srcId="{C8669162-D359-4E2B-B94D-F2993B23BE55}" destId="{D06B46E3-905C-4CE9-BD55-75A12B1486F6}" srcOrd="0" destOrd="0" presId="urn:microsoft.com/office/officeart/2005/8/layout/vList2"/>
    <dgm:cxn modelId="{0AC21D84-C26F-48B3-B90E-076EB64EB2ED}" srcId="{7BA72154-C34E-4A5E-BB1E-D8E59EEC1AC2}" destId="{3EC63EE2-0F57-427B-B218-E8488A4A9275}" srcOrd="1" destOrd="0" parTransId="{4FA08DB3-AE64-47BA-9690-95E843EF53EB}" sibTransId="{4933C3B3-C7C8-4AD4-976F-0E14A4625345}"/>
    <dgm:cxn modelId="{FC36DAB4-62A3-4A13-B20A-0B5C4562E667}" type="presOf" srcId="{7BA72154-C34E-4A5E-BB1E-D8E59EEC1AC2}" destId="{7C565A70-D1B4-4702-9342-5F3CCD726E5C}" srcOrd="0" destOrd="0" presId="urn:microsoft.com/office/officeart/2005/8/layout/vList2"/>
    <dgm:cxn modelId="{CDA6C5B6-0B5A-473D-BD6A-0805D297E436}" type="presOf" srcId="{3EC63EE2-0F57-427B-B218-E8488A4A9275}" destId="{E5629F91-20A2-4480-9D0B-00A1E8B237F6}" srcOrd="0" destOrd="0" presId="urn:microsoft.com/office/officeart/2005/8/layout/vList2"/>
    <dgm:cxn modelId="{7F546C2C-90F4-4BDE-9E9D-08D6E29DA98D}" type="presParOf" srcId="{7C565A70-D1B4-4702-9342-5F3CCD726E5C}" destId="{D06B46E3-905C-4CE9-BD55-75A12B1486F6}" srcOrd="0" destOrd="0" presId="urn:microsoft.com/office/officeart/2005/8/layout/vList2"/>
    <dgm:cxn modelId="{E6D76C2B-62A4-4704-B561-F273104E2DBB}" type="presParOf" srcId="{7C565A70-D1B4-4702-9342-5F3CCD726E5C}" destId="{E13454D0-FBCA-4095-B4EF-3A434368364D}" srcOrd="1" destOrd="0" presId="urn:microsoft.com/office/officeart/2005/8/layout/vList2"/>
    <dgm:cxn modelId="{0CE2E018-24DA-4F88-9DB8-F4657CEFBB63}" type="presParOf" srcId="{7C565A70-D1B4-4702-9342-5F3CCD726E5C}" destId="{E5629F91-20A2-4480-9D0B-00A1E8B237F6}" srcOrd="2"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96304B6B-AD16-47B5-9025-826B92625BB0}" type="doc">
      <dgm:prSet loTypeId="urn:microsoft.com/office/officeart/2005/8/layout/hProcess9" loCatId="process" qsTypeId="urn:microsoft.com/office/officeart/2005/8/quickstyle/simple1" qsCatId="simple" csTypeId="urn:microsoft.com/office/officeart/2005/8/colors/accent1_1" csCatId="accent1"/>
      <dgm:spPr/>
      <dgm:t>
        <a:bodyPr/>
        <a:lstStyle/>
        <a:p>
          <a:endParaRPr lang="uk-UA"/>
        </a:p>
      </dgm:t>
    </dgm:pt>
    <dgm:pt modelId="{B02FEC46-AAA2-4FB7-A6FC-7D1E64733603}">
      <dgm:prSet/>
      <dgm:spPr/>
      <dgm:t>
        <a:bodyPr/>
        <a:lstStyle/>
        <a:p>
          <a:r>
            <a:rPr lang="ru-RU" b="0" i="0"/>
            <a:t>1917 р.</a:t>
          </a:r>
          <a:endParaRPr lang="uk-UA"/>
        </a:p>
      </dgm:t>
    </dgm:pt>
    <dgm:pt modelId="{41262A3D-6FA2-4BDE-9F76-79DDEE59B14B}" type="parTrans" cxnId="{9D69512A-707B-4540-B964-42161A475299}">
      <dgm:prSet/>
      <dgm:spPr/>
      <dgm:t>
        <a:bodyPr/>
        <a:lstStyle/>
        <a:p>
          <a:endParaRPr lang="uk-UA"/>
        </a:p>
      </dgm:t>
    </dgm:pt>
    <dgm:pt modelId="{608CA00B-0098-469F-A465-FCA49A8A6C11}" type="sibTrans" cxnId="{9D69512A-707B-4540-B964-42161A475299}">
      <dgm:prSet/>
      <dgm:spPr/>
      <dgm:t>
        <a:bodyPr/>
        <a:lstStyle/>
        <a:p>
          <a:endParaRPr lang="uk-UA"/>
        </a:p>
      </dgm:t>
    </dgm:pt>
    <dgm:pt modelId="{6D67F977-2AC6-47E3-B658-0CC123EE3CB3}">
      <dgm:prSet/>
      <dgm:spPr/>
      <dgm:t>
        <a:bodyPr/>
        <a:lstStyle/>
        <a:p>
          <a:r>
            <a:rPr lang="ru-RU" b="0" i="0"/>
            <a:t>1918 р.</a:t>
          </a:r>
          <a:endParaRPr lang="uk-UA"/>
        </a:p>
      </dgm:t>
    </dgm:pt>
    <dgm:pt modelId="{8AB59845-8D48-4F0A-9A93-C6F2B354D479}" type="parTrans" cxnId="{B1A0ADD9-F9B0-41C0-9AAC-7CE8C7AFE21C}">
      <dgm:prSet/>
      <dgm:spPr/>
      <dgm:t>
        <a:bodyPr/>
        <a:lstStyle/>
        <a:p>
          <a:endParaRPr lang="uk-UA"/>
        </a:p>
      </dgm:t>
    </dgm:pt>
    <dgm:pt modelId="{869F51FF-0047-4D3B-A3B4-88F42FD77ECF}" type="sibTrans" cxnId="{B1A0ADD9-F9B0-41C0-9AAC-7CE8C7AFE21C}">
      <dgm:prSet/>
      <dgm:spPr/>
      <dgm:t>
        <a:bodyPr/>
        <a:lstStyle/>
        <a:p>
          <a:endParaRPr lang="uk-UA"/>
        </a:p>
      </dgm:t>
    </dgm:pt>
    <dgm:pt modelId="{BBD2A15E-E490-4D9E-8060-6D0E40AAC6D1}">
      <dgm:prSet/>
      <dgm:spPr/>
      <dgm:t>
        <a:bodyPr/>
        <a:lstStyle/>
        <a:p>
          <a:r>
            <a:rPr lang="ru-RU" b="0" i="0"/>
            <a:t>1919 р.</a:t>
          </a:r>
          <a:endParaRPr lang="uk-UA"/>
        </a:p>
      </dgm:t>
    </dgm:pt>
    <dgm:pt modelId="{4D66EE63-0327-49C2-9F6F-E506A01790E1}" type="parTrans" cxnId="{E6EEE417-9420-441E-AB72-E9D5FA28E19F}">
      <dgm:prSet/>
      <dgm:spPr/>
      <dgm:t>
        <a:bodyPr/>
        <a:lstStyle/>
        <a:p>
          <a:endParaRPr lang="uk-UA"/>
        </a:p>
      </dgm:t>
    </dgm:pt>
    <dgm:pt modelId="{C08FBDFD-4C59-4E24-A075-DA9BF679E6CD}" type="sibTrans" cxnId="{E6EEE417-9420-441E-AB72-E9D5FA28E19F}">
      <dgm:prSet/>
      <dgm:spPr/>
      <dgm:t>
        <a:bodyPr/>
        <a:lstStyle/>
        <a:p>
          <a:endParaRPr lang="uk-UA"/>
        </a:p>
      </dgm:t>
    </dgm:pt>
    <dgm:pt modelId="{7DCD4D7E-C689-4D22-B3F3-93F5F5FCBE15}">
      <dgm:prSet/>
      <dgm:spPr/>
      <dgm:t>
        <a:bodyPr/>
        <a:lstStyle/>
        <a:p>
          <a:r>
            <a:rPr lang="ru-RU" b="0" i="0"/>
            <a:t>1920 р.</a:t>
          </a:r>
          <a:endParaRPr lang="uk-UA"/>
        </a:p>
      </dgm:t>
    </dgm:pt>
    <dgm:pt modelId="{C767AD00-2089-4FC8-975E-04AF8B5D76DA}" type="parTrans" cxnId="{9B7994EC-56D9-4536-96D0-26E688863B25}">
      <dgm:prSet/>
      <dgm:spPr/>
      <dgm:t>
        <a:bodyPr/>
        <a:lstStyle/>
        <a:p>
          <a:endParaRPr lang="uk-UA"/>
        </a:p>
      </dgm:t>
    </dgm:pt>
    <dgm:pt modelId="{ECA22CCA-4A76-4CBC-9806-6D82BF3A32CA}" type="sibTrans" cxnId="{9B7994EC-56D9-4536-96D0-26E688863B25}">
      <dgm:prSet/>
      <dgm:spPr/>
      <dgm:t>
        <a:bodyPr/>
        <a:lstStyle/>
        <a:p>
          <a:endParaRPr lang="uk-UA"/>
        </a:p>
      </dgm:t>
    </dgm:pt>
    <dgm:pt modelId="{DFE82E9E-BA17-49F9-B60C-D9ECEFA4CB62}">
      <dgm:prSet/>
      <dgm:spPr/>
      <dgm:t>
        <a:bodyPr/>
        <a:lstStyle/>
        <a:p>
          <a:r>
            <a:rPr lang="ru-RU" b="0" i="0"/>
            <a:t>1921 р</a:t>
          </a:r>
          <a:endParaRPr lang="uk-UA"/>
        </a:p>
      </dgm:t>
    </dgm:pt>
    <dgm:pt modelId="{672A9DD7-469A-48E4-AFE6-6F167BCBB399}" type="parTrans" cxnId="{45CF91AF-4A6B-46F2-95F9-44B34CC09301}">
      <dgm:prSet/>
      <dgm:spPr/>
      <dgm:t>
        <a:bodyPr/>
        <a:lstStyle/>
        <a:p>
          <a:endParaRPr lang="uk-UA"/>
        </a:p>
      </dgm:t>
    </dgm:pt>
    <dgm:pt modelId="{ECDA7FF5-F25B-44A6-91D8-EA801E893ADF}" type="sibTrans" cxnId="{45CF91AF-4A6B-46F2-95F9-44B34CC09301}">
      <dgm:prSet/>
      <dgm:spPr/>
      <dgm:t>
        <a:bodyPr/>
        <a:lstStyle/>
        <a:p>
          <a:endParaRPr lang="uk-UA"/>
        </a:p>
      </dgm:t>
    </dgm:pt>
    <dgm:pt modelId="{48719636-3375-47C1-9BC1-E0F546ED3A70}" type="pres">
      <dgm:prSet presAssocID="{96304B6B-AD16-47B5-9025-826B92625BB0}" presName="CompostProcess" presStyleCnt="0">
        <dgm:presLayoutVars>
          <dgm:dir/>
          <dgm:resizeHandles val="exact"/>
        </dgm:presLayoutVars>
      </dgm:prSet>
      <dgm:spPr/>
    </dgm:pt>
    <dgm:pt modelId="{4C836994-E347-4A81-9235-95096989E0DF}" type="pres">
      <dgm:prSet presAssocID="{96304B6B-AD16-47B5-9025-826B92625BB0}" presName="arrow" presStyleLbl="bgShp" presStyleIdx="0" presStyleCnt="1"/>
      <dgm:spPr/>
    </dgm:pt>
    <dgm:pt modelId="{1EB98A6B-B0D8-485F-85FF-0BFBE263458C}" type="pres">
      <dgm:prSet presAssocID="{96304B6B-AD16-47B5-9025-826B92625BB0}" presName="linearProcess" presStyleCnt="0"/>
      <dgm:spPr/>
    </dgm:pt>
    <dgm:pt modelId="{6B8B317A-3CCA-4E15-9366-3DF22E689B53}" type="pres">
      <dgm:prSet presAssocID="{B02FEC46-AAA2-4FB7-A6FC-7D1E64733603}" presName="textNode" presStyleLbl="node1" presStyleIdx="0" presStyleCnt="5">
        <dgm:presLayoutVars>
          <dgm:bulletEnabled val="1"/>
        </dgm:presLayoutVars>
      </dgm:prSet>
      <dgm:spPr/>
    </dgm:pt>
    <dgm:pt modelId="{37163A58-40D2-45C2-BABB-E18D4881D626}" type="pres">
      <dgm:prSet presAssocID="{608CA00B-0098-469F-A465-FCA49A8A6C11}" presName="sibTrans" presStyleCnt="0"/>
      <dgm:spPr/>
    </dgm:pt>
    <dgm:pt modelId="{C7279D73-49B8-4003-A225-0B9D0B20C9F9}" type="pres">
      <dgm:prSet presAssocID="{6D67F977-2AC6-47E3-B658-0CC123EE3CB3}" presName="textNode" presStyleLbl="node1" presStyleIdx="1" presStyleCnt="5">
        <dgm:presLayoutVars>
          <dgm:bulletEnabled val="1"/>
        </dgm:presLayoutVars>
      </dgm:prSet>
      <dgm:spPr/>
    </dgm:pt>
    <dgm:pt modelId="{7BCFBD98-51C0-4C09-9BBE-D08ECC64FA06}" type="pres">
      <dgm:prSet presAssocID="{869F51FF-0047-4D3B-A3B4-88F42FD77ECF}" presName="sibTrans" presStyleCnt="0"/>
      <dgm:spPr/>
    </dgm:pt>
    <dgm:pt modelId="{4C06AC60-20D4-4713-BB0E-C06E5390A1F3}" type="pres">
      <dgm:prSet presAssocID="{BBD2A15E-E490-4D9E-8060-6D0E40AAC6D1}" presName="textNode" presStyleLbl="node1" presStyleIdx="2" presStyleCnt="5">
        <dgm:presLayoutVars>
          <dgm:bulletEnabled val="1"/>
        </dgm:presLayoutVars>
      </dgm:prSet>
      <dgm:spPr/>
    </dgm:pt>
    <dgm:pt modelId="{731620C5-A56B-4BC2-8360-EE9835246D07}" type="pres">
      <dgm:prSet presAssocID="{C08FBDFD-4C59-4E24-A075-DA9BF679E6CD}" presName="sibTrans" presStyleCnt="0"/>
      <dgm:spPr/>
    </dgm:pt>
    <dgm:pt modelId="{EE9FC594-C7EE-4BB9-BF1E-88994D233E15}" type="pres">
      <dgm:prSet presAssocID="{7DCD4D7E-C689-4D22-B3F3-93F5F5FCBE15}" presName="textNode" presStyleLbl="node1" presStyleIdx="3" presStyleCnt="5">
        <dgm:presLayoutVars>
          <dgm:bulletEnabled val="1"/>
        </dgm:presLayoutVars>
      </dgm:prSet>
      <dgm:spPr/>
    </dgm:pt>
    <dgm:pt modelId="{0827B161-6BF1-45BE-82CD-3D3ABD280C9A}" type="pres">
      <dgm:prSet presAssocID="{ECA22CCA-4A76-4CBC-9806-6D82BF3A32CA}" presName="sibTrans" presStyleCnt="0"/>
      <dgm:spPr/>
    </dgm:pt>
    <dgm:pt modelId="{C8C721D1-AC95-4F6B-86C7-1B5BD00FA2FF}" type="pres">
      <dgm:prSet presAssocID="{DFE82E9E-BA17-49F9-B60C-D9ECEFA4CB62}" presName="textNode" presStyleLbl="node1" presStyleIdx="4" presStyleCnt="5">
        <dgm:presLayoutVars>
          <dgm:bulletEnabled val="1"/>
        </dgm:presLayoutVars>
      </dgm:prSet>
      <dgm:spPr/>
    </dgm:pt>
  </dgm:ptLst>
  <dgm:cxnLst>
    <dgm:cxn modelId="{E6EEE417-9420-441E-AB72-E9D5FA28E19F}" srcId="{96304B6B-AD16-47B5-9025-826B92625BB0}" destId="{BBD2A15E-E490-4D9E-8060-6D0E40AAC6D1}" srcOrd="2" destOrd="0" parTransId="{4D66EE63-0327-49C2-9F6F-E506A01790E1}" sibTransId="{C08FBDFD-4C59-4E24-A075-DA9BF679E6CD}"/>
    <dgm:cxn modelId="{B01AF019-DF72-462B-9B93-10FA21FFAA49}" type="presOf" srcId="{B02FEC46-AAA2-4FB7-A6FC-7D1E64733603}" destId="{6B8B317A-3CCA-4E15-9366-3DF22E689B53}" srcOrd="0" destOrd="0" presId="urn:microsoft.com/office/officeart/2005/8/layout/hProcess9"/>
    <dgm:cxn modelId="{D77F1E26-3268-4A21-BCB5-76E60228A088}" type="presOf" srcId="{7DCD4D7E-C689-4D22-B3F3-93F5F5FCBE15}" destId="{EE9FC594-C7EE-4BB9-BF1E-88994D233E15}" srcOrd="0" destOrd="0" presId="urn:microsoft.com/office/officeart/2005/8/layout/hProcess9"/>
    <dgm:cxn modelId="{9D69512A-707B-4540-B964-42161A475299}" srcId="{96304B6B-AD16-47B5-9025-826B92625BB0}" destId="{B02FEC46-AAA2-4FB7-A6FC-7D1E64733603}" srcOrd="0" destOrd="0" parTransId="{41262A3D-6FA2-4BDE-9F76-79DDEE59B14B}" sibTransId="{608CA00B-0098-469F-A465-FCA49A8A6C11}"/>
    <dgm:cxn modelId="{11D27151-AB06-40B5-8091-2FDC017127BA}" type="presOf" srcId="{96304B6B-AD16-47B5-9025-826B92625BB0}" destId="{48719636-3375-47C1-9BC1-E0F546ED3A70}" srcOrd="0" destOrd="0" presId="urn:microsoft.com/office/officeart/2005/8/layout/hProcess9"/>
    <dgm:cxn modelId="{4118C695-B9CA-4418-8DDC-F8F99CC37BA4}" type="presOf" srcId="{BBD2A15E-E490-4D9E-8060-6D0E40AAC6D1}" destId="{4C06AC60-20D4-4713-BB0E-C06E5390A1F3}" srcOrd="0" destOrd="0" presId="urn:microsoft.com/office/officeart/2005/8/layout/hProcess9"/>
    <dgm:cxn modelId="{45CF91AF-4A6B-46F2-95F9-44B34CC09301}" srcId="{96304B6B-AD16-47B5-9025-826B92625BB0}" destId="{DFE82E9E-BA17-49F9-B60C-D9ECEFA4CB62}" srcOrd="4" destOrd="0" parTransId="{672A9DD7-469A-48E4-AFE6-6F167BCBB399}" sibTransId="{ECDA7FF5-F25B-44A6-91D8-EA801E893ADF}"/>
    <dgm:cxn modelId="{4C4996B8-08AE-4A93-8122-6445DF7C8909}" type="presOf" srcId="{DFE82E9E-BA17-49F9-B60C-D9ECEFA4CB62}" destId="{C8C721D1-AC95-4F6B-86C7-1B5BD00FA2FF}" srcOrd="0" destOrd="0" presId="urn:microsoft.com/office/officeart/2005/8/layout/hProcess9"/>
    <dgm:cxn modelId="{B1A0ADD9-F9B0-41C0-9AAC-7CE8C7AFE21C}" srcId="{96304B6B-AD16-47B5-9025-826B92625BB0}" destId="{6D67F977-2AC6-47E3-B658-0CC123EE3CB3}" srcOrd="1" destOrd="0" parTransId="{8AB59845-8D48-4F0A-9A93-C6F2B354D479}" sibTransId="{869F51FF-0047-4D3B-A3B4-88F42FD77ECF}"/>
    <dgm:cxn modelId="{816808DF-89B6-4553-AAA3-C97120419232}" type="presOf" srcId="{6D67F977-2AC6-47E3-B658-0CC123EE3CB3}" destId="{C7279D73-49B8-4003-A225-0B9D0B20C9F9}" srcOrd="0" destOrd="0" presId="urn:microsoft.com/office/officeart/2005/8/layout/hProcess9"/>
    <dgm:cxn modelId="{9B7994EC-56D9-4536-96D0-26E688863B25}" srcId="{96304B6B-AD16-47B5-9025-826B92625BB0}" destId="{7DCD4D7E-C689-4D22-B3F3-93F5F5FCBE15}" srcOrd="3" destOrd="0" parTransId="{C767AD00-2089-4FC8-975E-04AF8B5D76DA}" sibTransId="{ECA22CCA-4A76-4CBC-9806-6D82BF3A32CA}"/>
    <dgm:cxn modelId="{C74646E0-96D5-4E73-83F2-DB6C1DD6B4E6}" type="presParOf" srcId="{48719636-3375-47C1-9BC1-E0F546ED3A70}" destId="{4C836994-E347-4A81-9235-95096989E0DF}" srcOrd="0" destOrd="0" presId="urn:microsoft.com/office/officeart/2005/8/layout/hProcess9"/>
    <dgm:cxn modelId="{8F2CD55B-4229-43E2-BE6E-87A1BDF7CDB5}" type="presParOf" srcId="{48719636-3375-47C1-9BC1-E0F546ED3A70}" destId="{1EB98A6B-B0D8-485F-85FF-0BFBE263458C}" srcOrd="1" destOrd="0" presId="urn:microsoft.com/office/officeart/2005/8/layout/hProcess9"/>
    <dgm:cxn modelId="{ECB77556-384D-446C-810C-2795C5B9EA0E}" type="presParOf" srcId="{1EB98A6B-B0D8-485F-85FF-0BFBE263458C}" destId="{6B8B317A-3CCA-4E15-9366-3DF22E689B53}" srcOrd="0" destOrd="0" presId="urn:microsoft.com/office/officeart/2005/8/layout/hProcess9"/>
    <dgm:cxn modelId="{726B369A-25F9-4C3A-8A35-E3D8666B8DCE}" type="presParOf" srcId="{1EB98A6B-B0D8-485F-85FF-0BFBE263458C}" destId="{37163A58-40D2-45C2-BABB-E18D4881D626}" srcOrd="1" destOrd="0" presId="urn:microsoft.com/office/officeart/2005/8/layout/hProcess9"/>
    <dgm:cxn modelId="{B8A615BA-C242-4100-BE6B-EB93CB0532A8}" type="presParOf" srcId="{1EB98A6B-B0D8-485F-85FF-0BFBE263458C}" destId="{C7279D73-49B8-4003-A225-0B9D0B20C9F9}" srcOrd="2" destOrd="0" presId="urn:microsoft.com/office/officeart/2005/8/layout/hProcess9"/>
    <dgm:cxn modelId="{CFC2A6F1-798A-457D-BF5F-DD12FFBAFC6F}" type="presParOf" srcId="{1EB98A6B-B0D8-485F-85FF-0BFBE263458C}" destId="{7BCFBD98-51C0-4C09-9BBE-D08ECC64FA06}" srcOrd="3" destOrd="0" presId="urn:microsoft.com/office/officeart/2005/8/layout/hProcess9"/>
    <dgm:cxn modelId="{C8CC86A4-6DB6-4E39-8E74-1D17B3E90B9E}" type="presParOf" srcId="{1EB98A6B-B0D8-485F-85FF-0BFBE263458C}" destId="{4C06AC60-20D4-4713-BB0E-C06E5390A1F3}" srcOrd="4" destOrd="0" presId="urn:microsoft.com/office/officeart/2005/8/layout/hProcess9"/>
    <dgm:cxn modelId="{31F4F63A-325D-409F-8881-13900F7928CE}" type="presParOf" srcId="{1EB98A6B-B0D8-485F-85FF-0BFBE263458C}" destId="{731620C5-A56B-4BC2-8360-EE9835246D07}" srcOrd="5" destOrd="0" presId="urn:microsoft.com/office/officeart/2005/8/layout/hProcess9"/>
    <dgm:cxn modelId="{D0202DB8-ADB0-42A9-9CAD-F5AED52BFEB3}" type="presParOf" srcId="{1EB98A6B-B0D8-485F-85FF-0BFBE263458C}" destId="{EE9FC594-C7EE-4BB9-BF1E-88994D233E15}" srcOrd="6" destOrd="0" presId="urn:microsoft.com/office/officeart/2005/8/layout/hProcess9"/>
    <dgm:cxn modelId="{113FF84C-CB33-4A76-8B9A-88098ED48B4C}" type="presParOf" srcId="{1EB98A6B-B0D8-485F-85FF-0BFBE263458C}" destId="{0827B161-6BF1-45BE-82CD-3D3ABD280C9A}" srcOrd="7" destOrd="0" presId="urn:microsoft.com/office/officeart/2005/8/layout/hProcess9"/>
    <dgm:cxn modelId="{DF6C07A7-0E5F-4409-9903-EC2AFC59F0EF}" type="presParOf" srcId="{1EB98A6B-B0D8-485F-85FF-0BFBE263458C}" destId="{C8C721D1-AC95-4F6B-86C7-1B5BD00FA2FF}" srcOrd="8" destOrd="0" presId="urn:microsoft.com/office/officeart/2005/8/layout/hProcess9"/>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465876C4-BDB9-46A1-90C0-81C9BDEB0A5F}"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7AB4A4BA-B52A-4D43-9133-CF3FACD6F798}">
      <dgm:prSet/>
      <dgm:spPr/>
      <dgm:t>
        <a:bodyPr/>
        <a:lstStyle/>
        <a:p>
          <a:r>
            <a:rPr lang="uk-UA" b="0" i="0"/>
            <a:t>згортання «Великого терору».</a:t>
          </a:r>
          <a:endParaRPr lang="uk-UA"/>
        </a:p>
      </dgm:t>
    </dgm:pt>
    <dgm:pt modelId="{FE4CF5E9-F319-491E-8400-CEF314F63082}" type="parTrans" cxnId="{82BB2FE8-9668-4177-847F-3633782EB4BE}">
      <dgm:prSet/>
      <dgm:spPr/>
      <dgm:t>
        <a:bodyPr/>
        <a:lstStyle/>
        <a:p>
          <a:endParaRPr lang="uk-UA"/>
        </a:p>
      </dgm:t>
    </dgm:pt>
    <dgm:pt modelId="{0DD999E7-91F3-4B7E-A74A-6971A8C7CE07}" type="sibTrans" cxnId="{82BB2FE8-9668-4177-847F-3633782EB4BE}">
      <dgm:prSet/>
      <dgm:spPr/>
      <dgm:t>
        <a:bodyPr/>
        <a:lstStyle/>
        <a:p>
          <a:endParaRPr lang="uk-UA"/>
        </a:p>
      </dgm:t>
    </dgm:pt>
    <dgm:pt modelId="{913D5D61-61F6-4EB8-8451-DA4D104E885D}">
      <dgm:prSet/>
      <dgm:spPr/>
      <dgm:t>
        <a:bodyPr/>
        <a:lstStyle/>
        <a:p>
          <a:r>
            <a:rPr lang="uk-UA" b="0" i="0"/>
            <a:t>завершення форсованої індустріалізації.</a:t>
          </a:r>
          <a:endParaRPr lang="uk-UA"/>
        </a:p>
      </dgm:t>
    </dgm:pt>
    <dgm:pt modelId="{75578622-22E4-46B6-9B44-F9E372D6BE2E}" type="parTrans" cxnId="{9899A07D-E0CC-4B7D-9688-30894256F455}">
      <dgm:prSet/>
      <dgm:spPr/>
      <dgm:t>
        <a:bodyPr/>
        <a:lstStyle/>
        <a:p>
          <a:endParaRPr lang="uk-UA"/>
        </a:p>
      </dgm:t>
    </dgm:pt>
    <dgm:pt modelId="{413A5E39-3856-43B5-BF1B-75E358D95B33}" type="sibTrans" cxnId="{9899A07D-E0CC-4B7D-9688-30894256F455}">
      <dgm:prSet/>
      <dgm:spPr/>
      <dgm:t>
        <a:bodyPr/>
        <a:lstStyle/>
        <a:p>
          <a:endParaRPr lang="uk-UA"/>
        </a:p>
      </dgm:t>
    </dgm:pt>
    <dgm:pt modelId="{A9BF0890-628F-48B2-8510-17DFDA032258}">
      <dgm:prSet/>
      <dgm:spPr/>
      <dgm:t>
        <a:bodyPr/>
        <a:lstStyle/>
        <a:p>
          <a:r>
            <a:rPr lang="uk-UA" b="0" i="0"/>
            <a:t>досягнення республікою економічної незалежності.</a:t>
          </a:r>
          <a:endParaRPr lang="uk-UA"/>
        </a:p>
      </dgm:t>
    </dgm:pt>
    <dgm:pt modelId="{F9F561FB-9D9C-4DB8-8EC5-1E43160BC520}" type="parTrans" cxnId="{22D11511-DB60-4312-96C3-CF3968773242}">
      <dgm:prSet/>
      <dgm:spPr/>
      <dgm:t>
        <a:bodyPr/>
        <a:lstStyle/>
        <a:p>
          <a:endParaRPr lang="uk-UA"/>
        </a:p>
      </dgm:t>
    </dgm:pt>
    <dgm:pt modelId="{B4DCEC70-975C-46A2-94E0-7FF54FF47249}" type="sibTrans" cxnId="{22D11511-DB60-4312-96C3-CF3968773242}">
      <dgm:prSet/>
      <dgm:spPr/>
      <dgm:t>
        <a:bodyPr/>
        <a:lstStyle/>
        <a:p>
          <a:endParaRPr lang="uk-UA"/>
        </a:p>
      </dgm:t>
    </dgm:pt>
    <dgm:pt modelId="{B33F7818-45EE-4B6C-BC36-3A5B9ECDAB25}">
      <dgm:prSet/>
      <dgm:spPr/>
      <dgm:t>
        <a:bodyPr/>
        <a:lstStyle/>
        <a:p>
          <a:r>
            <a:rPr lang="uk-UA" b="0" i="0"/>
            <a:t>згасання антирадянського селянського повстанського руху</a:t>
          </a:r>
          <a:endParaRPr lang="uk-UA"/>
        </a:p>
      </dgm:t>
    </dgm:pt>
    <dgm:pt modelId="{381BA19E-5E71-4A80-9C60-F3FC614EB3C5}" type="parTrans" cxnId="{B247FE70-7DAC-4502-8F18-F973852B9C4B}">
      <dgm:prSet/>
      <dgm:spPr/>
      <dgm:t>
        <a:bodyPr/>
        <a:lstStyle/>
        <a:p>
          <a:endParaRPr lang="uk-UA"/>
        </a:p>
      </dgm:t>
    </dgm:pt>
    <dgm:pt modelId="{90BE0096-C772-4A5B-8F2D-28AF669C975B}" type="sibTrans" cxnId="{B247FE70-7DAC-4502-8F18-F973852B9C4B}">
      <dgm:prSet/>
      <dgm:spPr/>
      <dgm:t>
        <a:bodyPr/>
        <a:lstStyle/>
        <a:p>
          <a:endParaRPr lang="uk-UA"/>
        </a:p>
      </dgm:t>
    </dgm:pt>
    <dgm:pt modelId="{B132372C-8AA7-40BA-B6D7-E366FBD739A2}" type="pres">
      <dgm:prSet presAssocID="{465876C4-BDB9-46A1-90C0-81C9BDEB0A5F}" presName="linear" presStyleCnt="0">
        <dgm:presLayoutVars>
          <dgm:animLvl val="lvl"/>
          <dgm:resizeHandles val="exact"/>
        </dgm:presLayoutVars>
      </dgm:prSet>
      <dgm:spPr/>
    </dgm:pt>
    <dgm:pt modelId="{333B45A4-C35E-4D87-A74C-7EC13288DADA}" type="pres">
      <dgm:prSet presAssocID="{7AB4A4BA-B52A-4D43-9133-CF3FACD6F798}" presName="parentText" presStyleLbl="node1" presStyleIdx="0" presStyleCnt="4">
        <dgm:presLayoutVars>
          <dgm:chMax val="0"/>
          <dgm:bulletEnabled val="1"/>
        </dgm:presLayoutVars>
      </dgm:prSet>
      <dgm:spPr/>
    </dgm:pt>
    <dgm:pt modelId="{9783F89A-7C03-4861-A700-DAB6B251F47C}" type="pres">
      <dgm:prSet presAssocID="{0DD999E7-91F3-4B7E-A74A-6971A8C7CE07}" presName="spacer" presStyleCnt="0"/>
      <dgm:spPr/>
    </dgm:pt>
    <dgm:pt modelId="{502505DD-39F5-4A22-ABFE-DAB3A1EA3884}" type="pres">
      <dgm:prSet presAssocID="{913D5D61-61F6-4EB8-8451-DA4D104E885D}" presName="parentText" presStyleLbl="node1" presStyleIdx="1" presStyleCnt="4">
        <dgm:presLayoutVars>
          <dgm:chMax val="0"/>
          <dgm:bulletEnabled val="1"/>
        </dgm:presLayoutVars>
      </dgm:prSet>
      <dgm:spPr/>
    </dgm:pt>
    <dgm:pt modelId="{7AF2F1C6-5FFE-4FDE-B25A-1BFFD8E1D137}" type="pres">
      <dgm:prSet presAssocID="{413A5E39-3856-43B5-BF1B-75E358D95B33}" presName="spacer" presStyleCnt="0"/>
      <dgm:spPr/>
    </dgm:pt>
    <dgm:pt modelId="{89A51753-CDA2-4031-A0CF-3259313F9822}" type="pres">
      <dgm:prSet presAssocID="{A9BF0890-628F-48B2-8510-17DFDA032258}" presName="parentText" presStyleLbl="node1" presStyleIdx="2" presStyleCnt="4">
        <dgm:presLayoutVars>
          <dgm:chMax val="0"/>
          <dgm:bulletEnabled val="1"/>
        </dgm:presLayoutVars>
      </dgm:prSet>
      <dgm:spPr/>
    </dgm:pt>
    <dgm:pt modelId="{993F7E89-04C1-4128-84CF-CE531F6AE076}" type="pres">
      <dgm:prSet presAssocID="{B4DCEC70-975C-46A2-94E0-7FF54FF47249}" presName="spacer" presStyleCnt="0"/>
      <dgm:spPr/>
    </dgm:pt>
    <dgm:pt modelId="{F369E04A-92F0-4312-821F-53F3F5AF5929}" type="pres">
      <dgm:prSet presAssocID="{B33F7818-45EE-4B6C-BC36-3A5B9ECDAB25}" presName="parentText" presStyleLbl="node1" presStyleIdx="3" presStyleCnt="4">
        <dgm:presLayoutVars>
          <dgm:chMax val="0"/>
          <dgm:bulletEnabled val="1"/>
        </dgm:presLayoutVars>
      </dgm:prSet>
      <dgm:spPr/>
    </dgm:pt>
  </dgm:ptLst>
  <dgm:cxnLst>
    <dgm:cxn modelId="{22D11511-DB60-4312-96C3-CF3968773242}" srcId="{465876C4-BDB9-46A1-90C0-81C9BDEB0A5F}" destId="{A9BF0890-628F-48B2-8510-17DFDA032258}" srcOrd="2" destOrd="0" parTransId="{F9F561FB-9D9C-4DB8-8EC5-1E43160BC520}" sibTransId="{B4DCEC70-975C-46A2-94E0-7FF54FF47249}"/>
    <dgm:cxn modelId="{D25A1B16-159C-4938-B7FD-A0C326C1F615}" type="presOf" srcId="{913D5D61-61F6-4EB8-8451-DA4D104E885D}" destId="{502505DD-39F5-4A22-ABFE-DAB3A1EA3884}" srcOrd="0" destOrd="0" presId="urn:microsoft.com/office/officeart/2005/8/layout/vList2"/>
    <dgm:cxn modelId="{5D7BCE5D-DA65-413C-81EF-609CF51E76B6}" type="presOf" srcId="{465876C4-BDB9-46A1-90C0-81C9BDEB0A5F}" destId="{B132372C-8AA7-40BA-B6D7-E366FBD739A2}" srcOrd="0" destOrd="0" presId="urn:microsoft.com/office/officeart/2005/8/layout/vList2"/>
    <dgm:cxn modelId="{B247FE70-7DAC-4502-8F18-F973852B9C4B}" srcId="{465876C4-BDB9-46A1-90C0-81C9BDEB0A5F}" destId="{B33F7818-45EE-4B6C-BC36-3A5B9ECDAB25}" srcOrd="3" destOrd="0" parTransId="{381BA19E-5E71-4A80-9C60-F3FC614EB3C5}" sibTransId="{90BE0096-C772-4A5B-8F2D-28AF669C975B}"/>
    <dgm:cxn modelId="{9899A07D-E0CC-4B7D-9688-30894256F455}" srcId="{465876C4-BDB9-46A1-90C0-81C9BDEB0A5F}" destId="{913D5D61-61F6-4EB8-8451-DA4D104E885D}" srcOrd="1" destOrd="0" parTransId="{75578622-22E4-46B6-9B44-F9E372D6BE2E}" sibTransId="{413A5E39-3856-43B5-BF1B-75E358D95B33}"/>
    <dgm:cxn modelId="{EB009C98-8E34-4B45-93BB-13E54F6D9853}" type="presOf" srcId="{A9BF0890-628F-48B2-8510-17DFDA032258}" destId="{89A51753-CDA2-4031-A0CF-3259313F9822}" srcOrd="0" destOrd="0" presId="urn:microsoft.com/office/officeart/2005/8/layout/vList2"/>
    <dgm:cxn modelId="{58A4D2C7-89DF-4ACF-82B8-B65CB8224B06}" type="presOf" srcId="{B33F7818-45EE-4B6C-BC36-3A5B9ECDAB25}" destId="{F369E04A-92F0-4312-821F-53F3F5AF5929}" srcOrd="0" destOrd="0" presId="urn:microsoft.com/office/officeart/2005/8/layout/vList2"/>
    <dgm:cxn modelId="{82BB2FE8-9668-4177-847F-3633782EB4BE}" srcId="{465876C4-BDB9-46A1-90C0-81C9BDEB0A5F}" destId="{7AB4A4BA-B52A-4D43-9133-CF3FACD6F798}" srcOrd="0" destOrd="0" parTransId="{FE4CF5E9-F319-491E-8400-CEF314F63082}" sibTransId="{0DD999E7-91F3-4B7E-A74A-6971A8C7CE07}"/>
    <dgm:cxn modelId="{938152F2-099B-42D0-A7F4-2D5231D825A9}" type="presOf" srcId="{7AB4A4BA-B52A-4D43-9133-CF3FACD6F798}" destId="{333B45A4-C35E-4D87-A74C-7EC13288DADA}" srcOrd="0" destOrd="0" presId="urn:microsoft.com/office/officeart/2005/8/layout/vList2"/>
    <dgm:cxn modelId="{DFAA15F8-0124-49CE-8F10-02365CDE1A2F}" type="presParOf" srcId="{B132372C-8AA7-40BA-B6D7-E366FBD739A2}" destId="{333B45A4-C35E-4D87-A74C-7EC13288DADA}" srcOrd="0" destOrd="0" presId="urn:microsoft.com/office/officeart/2005/8/layout/vList2"/>
    <dgm:cxn modelId="{E48CE991-5801-4A30-ADD5-F8FE7941EDE5}" type="presParOf" srcId="{B132372C-8AA7-40BA-B6D7-E366FBD739A2}" destId="{9783F89A-7C03-4861-A700-DAB6B251F47C}" srcOrd="1" destOrd="0" presId="urn:microsoft.com/office/officeart/2005/8/layout/vList2"/>
    <dgm:cxn modelId="{4F8BF197-F08A-4777-98ED-798EA7F97917}" type="presParOf" srcId="{B132372C-8AA7-40BA-B6D7-E366FBD739A2}" destId="{502505DD-39F5-4A22-ABFE-DAB3A1EA3884}" srcOrd="2" destOrd="0" presId="urn:microsoft.com/office/officeart/2005/8/layout/vList2"/>
    <dgm:cxn modelId="{6464C74A-83C1-4FF7-B01D-7337D909FE94}" type="presParOf" srcId="{B132372C-8AA7-40BA-B6D7-E366FBD739A2}" destId="{7AF2F1C6-5FFE-4FDE-B25A-1BFFD8E1D137}" srcOrd="3" destOrd="0" presId="urn:microsoft.com/office/officeart/2005/8/layout/vList2"/>
    <dgm:cxn modelId="{D205D0B9-64A4-47B5-BA49-0E692B2FC912}" type="presParOf" srcId="{B132372C-8AA7-40BA-B6D7-E366FBD739A2}" destId="{89A51753-CDA2-4031-A0CF-3259313F9822}" srcOrd="4" destOrd="0" presId="urn:microsoft.com/office/officeart/2005/8/layout/vList2"/>
    <dgm:cxn modelId="{0F8C8A94-CE89-41EB-B91A-F6C19926D761}" type="presParOf" srcId="{B132372C-8AA7-40BA-B6D7-E366FBD739A2}" destId="{993F7E89-04C1-4128-84CF-CE531F6AE076}" srcOrd="5" destOrd="0" presId="urn:microsoft.com/office/officeart/2005/8/layout/vList2"/>
    <dgm:cxn modelId="{CF704658-D4F4-4AFD-9D7B-CF0101C191F4}" type="presParOf" srcId="{B132372C-8AA7-40BA-B6D7-E366FBD739A2}" destId="{F369E04A-92F0-4312-821F-53F3F5AF5929}"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45407666-696E-4954-9F12-1CA3F4ED934A}"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FDD4ECA4-8703-4AAC-8E38-82FC6B2F0825}">
      <dgm:prSet/>
      <dgm:spPr/>
      <dgm:t>
        <a:bodyPr/>
        <a:lstStyle/>
        <a:p>
          <a:r>
            <a:rPr lang="uk-UA" b="0" i="0"/>
            <a:t>початок Великої депресії – світової економічної кризи</a:t>
          </a:r>
          <a:endParaRPr lang="uk-UA"/>
        </a:p>
      </dgm:t>
    </dgm:pt>
    <dgm:pt modelId="{B5A77B69-DA46-4116-A89F-F3FF75A220ED}" type="parTrans" cxnId="{24EC2778-B069-47F1-8690-444727F2C236}">
      <dgm:prSet/>
      <dgm:spPr/>
      <dgm:t>
        <a:bodyPr/>
        <a:lstStyle/>
        <a:p>
          <a:endParaRPr lang="uk-UA"/>
        </a:p>
      </dgm:t>
    </dgm:pt>
    <dgm:pt modelId="{4FA27A3E-9159-42E8-B2EB-D74726DF18ED}" type="sibTrans" cxnId="{24EC2778-B069-47F1-8690-444727F2C236}">
      <dgm:prSet/>
      <dgm:spPr/>
      <dgm:t>
        <a:bodyPr/>
        <a:lstStyle/>
        <a:p>
          <a:endParaRPr lang="uk-UA"/>
        </a:p>
      </dgm:t>
    </dgm:pt>
    <dgm:pt modelId="{68671820-DB26-448C-93A9-67F7DD08C4D1}">
      <dgm:prSet/>
      <dgm:spPr/>
      <dgm:t>
        <a:bodyPr/>
        <a:lstStyle/>
        <a:p>
          <a:r>
            <a:rPr lang="uk-UA" b="0" i="0"/>
            <a:t>поширення голоду на більшій частині території України</a:t>
          </a:r>
          <a:endParaRPr lang="uk-UA"/>
        </a:p>
      </dgm:t>
    </dgm:pt>
    <dgm:pt modelId="{EBE5B77E-5DE2-4012-9186-D2B58056F10D}" type="parTrans" cxnId="{4938D494-60E1-430E-AB2D-C6BB121F0BF2}">
      <dgm:prSet/>
      <dgm:spPr/>
      <dgm:t>
        <a:bodyPr/>
        <a:lstStyle/>
        <a:p>
          <a:endParaRPr lang="uk-UA"/>
        </a:p>
      </dgm:t>
    </dgm:pt>
    <dgm:pt modelId="{9229ED52-3502-4EAA-A5BE-8D6DF83BC40E}" type="sibTrans" cxnId="{4938D494-60E1-430E-AB2D-C6BB121F0BF2}">
      <dgm:prSet/>
      <dgm:spPr/>
      <dgm:t>
        <a:bodyPr/>
        <a:lstStyle/>
        <a:p>
          <a:endParaRPr lang="uk-UA"/>
        </a:p>
      </dgm:t>
    </dgm:pt>
    <dgm:pt modelId="{72152545-2F36-4D71-9D1D-54D4E7B3361C}">
      <dgm:prSet/>
      <dgm:spPr/>
      <dgm:t>
        <a:bodyPr/>
        <a:lstStyle/>
        <a:p>
          <a:r>
            <a:rPr lang="uk-UA" b="0" i="0"/>
            <a:t>перемога соціалістичних революцій в країнах Європи</a:t>
          </a:r>
          <a:endParaRPr lang="uk-UA"/>
        </a:p>
      </dgm:t>
    </dgm:pt>
    <dgm:pt modelId="{450CFCFA-2E79-4B7E-B5DB-3425128CC293}" type="parTrans" cxnId="{CB9C5BC4-E221-4F0A-AD90-5283B5AD53A7}">
      <dgm:prSet/>
      <dgm:spPr/>
      <dgm:t>
        <a:bodyPr/>
        <a:lstStyle/>
        <a:p>
          <a:endParaRPr lang="uk-UA"/>
        </a:p>
      </dgm:t>
    </dgm:pt>
    <dgm:pt modelId="{0C42E894-A7D7-4FBA-90D3-BD6B65796F35}" type="sibTrans" cxnId="{CB9C5BC4-E221-4F0A-AD90-5283B5AD53A7}">
      <dgm:prSet/>
      <dgm:spPr/>
      <dgm:t>
        <a:bodyPr/>
        <a:lstStyle/>
        <a:p>
          <a:endParaRPr lang="uk-UA"/>
        </a:p>
      </dgm:t>
    </dgm:pt>
    <dgm:pt modelId="{A10084A8-C254-425C-A9C6-69220A9FD329}">
      <dgm:prSet/>
      <dgm:spPr/>
      <dgm:t>
        <a:bodyPr/>
        <a:lstStyle/>
        <a:p>
          <a:r>
            <a:rPr lang="uk-UA" b="0" i="0"/>
            <a:t>піднесення масового селянського повстанського руху</a:t>
          </a:r>
          <a:endParaRPr lang="uk-UA"/>
        </a:p>
      </dgm:t>
    </dgm:pt>
    <dgm:pt modelId="{80502DE2-658E-4CF2-8D8D-E619B5C36E6D}" type="parTrans" cxnId="{24C21C1D-39F6-4415-8294-229877B05CFB}">
      <dgm:prSet/>
      <dgm:spPr/>
      <dgm:t>
        <a:bodyPr/>
        <a:lstStyle/>
        <a:p>
          <a:endParaRPr lang="uk-UA"/>
        </a:p>
      </dgm:t>
    </dgm:pt>
    <dgm:pt modelId="{D9F9E1DE-B481-487A-9F03-A16E9CB1A69B}" type="sibTrans" cxnId="{24C21C1D-39F6-4415-8294-229877B05CFB}">
      <dgm:prSet/>
      <dgm:spPr/>
      <dgm:t>
        <a:bodyPr/>
        <a:lstStyle/>
        <a:p>
          <a:endParaRPr lang="uk-UA"/>
        </a:p>
      </dgm:t>
    </dgm:pt>
    <dgm:pt modelId="{4BC86968-1767-4E68-AC59-D615E7F189CA}" type="pres">
      <dgm:prSet presAssocID="{45407666-696E-4954-9F12-1CA3F4ED934A}" presName="linear" presStyleCnt="0">
        <dgm:presLayoutVars>
          <dgm:animLvl val="lvl"/>
          <dgm:resizeHandles val="exact"/>
        </dgm:presLayoutVars>
      </dgm:prSet>
      <dgm:spPr/>
    </dgm:pt>
    <dgm:pt modelId="{1D44383D-2E14-4B81-8D9D-7705DC13BB17}" type="pres">
      <dgm:prSet presAssocID="{FDD4ECA4-8703-4AAC-8E38-82FC6B2F0825}" presName="parentText" presStyleLbl="node1" presStyleIdx="0" presStyleCnt="4">
        <dgm:presLayoutVars>
          <dgm:chMax val="0"/>
          <dgm:bulletEnabled val="1"/>
        </dgm:presLayoutVars>
      </dgm:prSet>
      <dgm:spPr/>
    </dgm:pt>
    <dgm:pt modelId="{12754FA0-D4EB-4C2A-8A6F-FD6B941E7DF1}" type="pres">
      <dgm:prSet presAssocID="{4FA27A3E-9159-42E8-B2EB-D74726DF18ED}" presName="spacer" presStyleCnt="0"/>
      <dgm:spPr/>
    </dgm:pt>
    <dgm:pt modelId="{D85AABCC-9419-4ECD-B534-DD22938C4154}" type="pres">
      <dgm:prSet presAssocID="{68671820-DB26-448C-93A9-67F7DD08C4D1}" presName="parentText" presStyleLbl="node1" presStyleIdx="1" presStyleCnt="4">
        <dgm:presLayoutVars>
          <dgm:chMax val="0"/>
          <dgm:bulletEnabled val="1"/>
        </dgm:presLayoutVars>
      </dgm:prSet>
      <dgm:spPr/>
    </dgm:pt>
    <dgm:pt modelId="{C254A8F5-9CCE-4D02-9418-D0DF175AA492}" type="pres">
      <dgm:prSet presAssocID="{9229ED52-3502-4EAA-A5BE-8D6DF83BC40E}" presName="spacer" presStyleCnt="0"/>
      <dgm:spPr/>
    </dgm:pt>
    <dgm:pt modelId="{4E52AF3B-E135-42F5-B31A-B9BFC36CEB27}" type="pres">
      <dgm:prSet presAssocID="{72152545-2F36-4D71-9D1D-54D4E7B3361C}" presName="parentText" presStyleLbl="node1" presStyleIdx="2" presStyleCnt="4">
        <dgm:presLayoutVars>
          <dgm:chMax val="0"/>
          <dgm:bulletEnabled val="1"/>
        </dgm:presLayoutVars>
      </dgm:prSet>
      <dgm:spPr/>
    </dgm:pt>
    <dgm:pt modelId="{9CD44CA8-CABE-4AC5-82B0-849FEBBF42FA}" type="pres">
      <dgm:prSet presAssocID="{0C42E894-A7D7-4FBA-90D3-BD6B65796F35}" presName="spacer" presStyleCnt="0"/>
      <dgm:spPr/>
    </dgm:pt>
    <dgm:pt modelId="{394A4580-3111-4677-B73D-F24BFC2D24FE}" type="pres">
      <dgm:prSet presAssocID="{A10084A8-C254-425C-A9C6-69220A9FD329}" presName="parentText" presStyleLbl="node1" presStyleIdx="3" presStyleCnt="4">
        <dgm:presLayoutVars>
          <dgm:chMax val="0"/>
          <dgm:bulletEnabled val="1"/>
        </dgm:presLayoutVars>
      </dgm:prSet>
      <dgm:spPr/>
    </dgm:pt>
  </dgm:ptLst>
  <dgm:cxnLst>
    <dgm:cxn modelId="{24C21C1D-39F6-4415-8294-229877B05CFB}" srcId="{45407666-696E-4954-9F12-1CA3F4ED934A}" destId="{A10084A8-C254-425C-A9C6-69220A9FD329}" srcOrd="3" destOrd="0" parTransId="{80502DE2-658E-4CF2-8D8D-E619B5C36E6D}" sibTransId="{D9F9E1DE-B481-487A-9F03-A16E9CB1A69B}"/>
    <dgm:cxn modelId="{81B7C068-0519-4CEC-85A6-EB4CC0218491}" type="presOf" srcId="{68671820-DB26-448C-93A9-67F7DD08C4D1}" destId="{D85AABCC-9419-4ECD-B534-DD22938C4154}" srcOrd="0" destOrd="0" presId="urn:microsoft.com/office/officeart/2005/8/layout/vList2"/>
    <dgm:cxn modelId="{FEB1B06C-338D-4484-A177-343972A5043D}" type="presOf" srcId="{FDD4ECA4-8703-4AAC-8E38-82FC6B2F0825}" destId="{1D44383D-2E14-4B81-8D9D-7705DC13BB17}" srcOrd="0" destOrd="0" presId="urn:microsoft.com/office/officeart/2005/8/layout/vList2"/>
    <dgm:cxn modelId="{24EC2778-B069-47F1-8690-444727F2C236}" srcId="{45407666-696E-4954-9F12-1CA3F4ED934A}" destId="{FDD4ECA4-8703-4AAC-8E38-82FC6B2F0825}" srcOrd="0" destOrd="0" parTransId="{B5A77B69-DA46-4116-A89F-F3FF75A220ED}" sibTransId="{4FA27A3E-9159-42E8-B2EB-D74726DF18ED}"/>
    <dgm:cxn modelId="{9A1D9393-3831-4961-AC4D-D0D7DAE88916}" type="presOf" srcId="{45407666-696E-4954-9F12-1CA3F4ED934A}" destId="{4BC86968-1767-4E68-AC59-D615E7F189CA}" srcOrd="0" destOrd="0" presId="urn:microsoft.com/office/officeart/2005/8/layout/vList2"/>
    <dgm:cxn modelId="{4938D494-60E1-430E-AB2D-C6BB121F0BF2}" srcId="{45407666-696E-4954-9F12-1CA3F4ED934A}" destId="{68671820-DB26-448C-93A9-67F7DD08C4D1}" srcOrd="1" destOrd="0" parTransId="{EBE5B77E-5DE2-4012-9186-D2B58056F10D}" sibTransId="{9229ED52-3502-4EAA-A5BE-8D6DF83BC40E}"/>
    <dgm:cxn modelId="{F9EFDEA4-9920-4B63-9BD4-11676DFECB2A}" type="presOf" srcId="{A10084A8-C254-425C-A9C6-69220A9FD329}" destId="{394A4580-3111-4677-B73D-F24BFC2D24FE}" srcOrd="0" destOrd="0" presId="urn:microsoft.com/office/officeart/2005/8/layout/vList2"/>
    <dgm:cxn modelId="{CB9C5BC4-E221-4F0A-AD90-5283B5AD53A7}" srcId="{45407666-696E-4954-9F12-1CA3F4ED934A}" destId="{72152545-2F36-4D71-9D1D-54D4E7B3361C}" srcOrd="2" destOrd="0" parTransId="{450CFCFA-2E79-4B7E-B5DB-3425128CC293}" sibTransId="{0C42E894-A7D7-4FBA-90D3-BD6B65796F35}"/>
    <dgm:cxn modelId="{17A5C5E2-C5A1-4F13-B669-4FA0FD997D64}" type="presOf" srcId="{72152545-2F36-4D71-9D1D-54D4E7B3361C}" destId="{4E52AF3B-E135-42F5-B31A-B9BFC36CEB27}" srcOrd="0" destOrd="0" presId="urn:microsoft.com/office/officeart/2005/8/layout/vList2"/>
    <dgm:cxn modelId="{C8F03A5E-73EC-4251-9FDD-CC5D2BB8B382}" type="presParOf" srcId="{4BC86968-1767-4E68-AC59-D615E7F189CA}" destId="{1D44383D-2E14-4B81-8D9D-7705DC13BB17}" srcOrd="0" destOrd="0" presId="urn:microsoft.com/office/officeart/2005/8/layout/vList2"/>
    <dgm:cxn modelId="{10A48876-22DC-4D8D-B41B-339765DE6A9F}" type="presParOf" srcId="{4BC86968-1767-4E68-AC59-D615E7F189CA}" destId="{12754FA0-D4EB-4C2A-8A6F-FD6B941E7DF1}" srcOrd="1" destOrd="0" presId="urn:microsoft.com/office/officeart/2005/8/layout/vList2"/>
    <dgm:cxn modelId="{99B22D2D-86CB-4AC0-AF57-D8452BF92AE6}" type="presParOf" srcId="{4BC86968-1767-4E68-AC59-D615E7F189CA}" destId="{D85AABCC-9419-4ECD-B534-DD22938C4154}" srcOrd="2" destOrd="0" presId="urn:microsoft.com/office/officeart/2005/8/layout/vList2"/>
    <dgm:cxn modelId="{84DAE4E7-7FFC-4DC0-8DDC-CA128104771B}" type="presParOf" srcId="{4BC86968-1767-4E68-AC59-D615E7F189CA}" destId="{C254A8F5-9CCE-4D02-9418-D0DF175AA492}" srcOrd="3" destOrd="0" presId="urn:microsoft.com/office/officeart/2005/8/layout/vList2"/>
    <dgm:cxn modelId="{CA0DC012-6AA2-4107-90B9-D983EBF7D1E3}" type="presParOf" srcId="{4BC86968-1767-4E68-AC59-D615E7F189CA}" destId="{4E52AF3B-E135-42F5-B31A-B9BFC36CEB27}" srcOrd="4" destOrd="0" presId="urn:microsoft.com/office/officeart/2005/8/layout/vList2"/>
    <dgm:cxn modelId="{E7B1F66F-B300-412E-A605-A2D05ADED7F2}" type="presParOf" srcId="{4BC86968-1767-4E68-AC59-D615E7F189CA}" destId="{9CD44CA8-CABE-4AC5-82B0-849FEBBF42FA}" srcOrd="5" destOrd="0" presId="urn:microsoft.com/office/officeart/2005/8/layout/vList2"/>
    <dgm:cxn modelId="{D821AEF3-2751-41FC-AAB9-9541EFDA9C1E}" type="presParOf" srcId="{4BC86968-1767-4E68-AC59-D615E7F189CA}" destId="{394A4580-3111-4677-B73D-F24BFC2D24FE}"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6EDB8D2C-7EBA-4398-BA43-9EDF68C8ABB8}"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uk-UA"/>
        </a:p>
      </dgm:t>
    </dgm:pt>
    <dgm:pt modelId="{4A204419-1B8A-4FEB-8E1B-0D649253CDBE}">
      <dgm:prSet/>
      <dgm:spPr/>
      <dgm:t>
        <a:bodyPr/>
        <a:lstStyle/>
        <a:p>
          <a:r>
            <a:rPr lang="uk-UA" b="0" i="0"/>
            <a:t>створення МТС для технічного обслуговування селянських господарств.</a:t>
          </a:r>
          <a:endParaRPr lang="uk-UA"/>
        </a:p>
      </dgm:t>
    </dgm:pt>
    <dgm:pt modelId="{FAC9EE4C-1ADF-4E63-96F3-DA8575FCEEFF}" type="parTrans" cxnId="{72365463-427E-43EB-A94A-665A3689D6E5}">
      <dgm:prSet/>
      <dgm:spPr/>
      <dgm:t>
        <a:bodyPr/>
        <a:lstStyle/>
        <a:p>
          <a:endParaRPr lang="uk-UA"/>
        </a:p>
      </dgm:t>
    </dgm:pt>
    <dgm:pt modelId="{711BA023-A688-44F9-8955-1CBECB3F1A60}" type="sibTrans" cxnId="{72365463-427E-43EB-A94A-665A3689D6E5}">
      <dgm:prSet/>
      <dgm:spPr/>
      <dgm:t>
        <a:bodyPr/>
        <a:lstStyle/>
        <a:p>
          <a:endParaRPr lang="uk-UA"/>
        </a:p>
      </dgm:t>
    </dgm:pt>
    <dgm:pt modelId="{0ED28453-6656-49F6-9CEF-3509F87C3995}">
      <dgm:prSet/>
      <dgm:spPr/>
      <dgm:t>
        <a:bodyPr/>
        <a:lstStyle/>
        <a:p>
          <a:r>
            <a:rPr lang="uk-UA" b="0" i="0"/>
            <a:t>упровадження продрозверстки на всю сільськогосподарську продукцію.</a:t>
          </a:r>
          <a:endParaRPr lang="uk-UA"/>
        </a:p>
      </dgm:t>
    </dgm:pt>
    <dgm:pt modelId="{28C3D7C2-AC9F-43FF-AB35-E132E48EA94C}" type="parTrans" cxnId="{D5B4A5D2-CAE2-4275-8148-EAAC468D4536}">
      <dgm:prSet/>
      <dgm:spPr/>
      <dgm:t>
        <a:bodyPr/>
        <a:lstStyle/>
        <a:p>
          <a:endParaRPr lang="uk-UA"/>
        </a:p>
      </dgm:t>
    </dgm:pt>
    <dgm:pt modelId="{0EC0D9FD-25ED-477F-8AC7-0382F72FFAA3}" type="sibTrans" cxnId="{D5B4A5D2-CAE2-4275-8148-EAAC468D4536}">
      <dgm:prSet/>
      <dgm:spPr/>
      <dgm:t>
        <a:bodyPr/>
        <a:lstStyle/>
        <a:p>
          <a:endParaRPr lang="uk-UA"/>
        </a:p>
      </dgm:t>
    </dgm:pt>
    <dgm:pt modelId="{0A42930E-44E8-4CF1-894F-5C1ABEB06CE0}">
      <dgm:prSet/>
      <dgm:spPr/>
      <dgm:t>
        <a:bodyPr/>
        <a:lstStyle/>
        <a:p>
          <a:r>
            <a:rPr lang="uk-UA" b="0" i="0"/>
            <a:t>сприяння розвиткові сільськогосподарської та споживчої кооперації.</a:t>
          </a:r>
          <a:endParaRPr lang="uk-UA"/>
        </a:p>
      </dgm:t>
    </dgm:pt>
    <dgm:pt modelId="{4D5ADF72-DE9C-4FA9-911B-A868AF4126B4}" type="parTrans" cxnId="{2EA809DD-383B-47DF-B3B8-4C2BC70B11D4}">
      <dgm:prSet/>
      <dgm:spPr/>
      <dgm:t>
        <a:bodyPr/>
        <a:lstStyle/>
        <a:p>
          <a:endParaRPr lang="uk-UA"/>
        </a:p>
      </dgm:t>
    </dgm:pt>
    <dgm:pt modelId="{5081FD7D-25E5-4DE1-9D2D-1874243013FD}" type="sibTrans" cxnId="{2EA809DD-383B-47DF-B3B8-4C2BC70B11D4}">
      <dgm:prSet/>
      <dgm:spPr/>
      <dgm:t>
        <a:bodyPr/>
        <a:lstStyle/>
        <a:p>
          <a:endParaRPr lang="uk-UA"/>
        </a:p>
      </dgm:t>
    </dgm:pt>
    <dgm:pt modelId="{492603F9-5613-4AD0-B227-96E11C2E0E7D}">
      <dgm:prSet/>
      <dgm:spPr/>
      <dgm:t>
        <a:bodyPr/>
        <a:lstStyle/>
        <a:p>
          <a:r>
            <a:rPr lang="uk-UA" b="0" i="0"/>
            <a:t>об’єднання всіх бідняцько-середняцьких господарств у колгоспи.</a:t>
          </a:r>
          <a:endParaRPr lang="uk-UA"/>
        </a:p>
      </dgm:t>
    </dgm:pt>
    <dgm:pt modelId="{94A35F2E-10B8-4CC3-A070-C2E33871C017}" type="parTrans" cxnId="{48FF1B25-4F3B-4981-93F9-4B0A8E5F1BE8}">
      <dgm:prSet/>
      <dgm:spPr/>
      <dgm:t>
        <a:bodyPr/>
        <a:lstStyle/>
        <a:p>
          <a:endParaRPr lang="uk-UA"/>
        </a:p>
      </dgm:t>
    </dgm:pt>
    <dgm:pt modelId="{8B6B43C0-3ED9-4829-B340-61137B0A3DEA}" type="sibTrans" cxnId="{48FF1B25-4F3B-4981-93F9-4B0A8E5F1BE8}">
      <dgm:prSet/>
      <dgm:spPr/>
      <dgm:t>
        <a:bodyPr/>
        <a:lstStyle/>
        <a:p>
          <a:endParaRPr lang="uk-UA"/>
        </a:p>
      </dgm:t>
    </dgm:pt>
    <dgm:pt modelId="{8B2CD8F5-1B5E-4A49-ACCA-92A573CEE4FD}" type="pres">
      <dgm:prSet presAssocID="{6EDB8D2C-7EBA-4398-BA43-9EDF68C8ABB8}" presName="linear" presStyleCnt="0">
        <dgm:presLayoutVars>
          <dgm:animLvl val="lvl"/>
          <dgm:resizeHandles val="exact"/>
        </dgm:presLayoutVars>
      </dgm:prSet>
      <dgm:spPr/>
    </dgm:pt>
    <dgm:pt modelId="{3C4E2F63-540A-401B-98D2-89003A39570C}" type="pres">
      <dgm:prSet presAssocID="{4A204419-1B8A-4FEB-8E1B-0D649253CDBE}" presName="parentText" presStyleLbl="node1" presStyleIdx="0" presStyleCnt="4">
        <dgm:presLayoutVars>
          <dgm:chMax val="0"/>
          <dgm:bulletEnabled val="1"/>
        </dgm:presLayoutVars>
      </dgm:prSet>
      <dgm:spPr/>
    </dgm:pt>
    <dgm:pt modelId="{6DD14FCC-5635-43BC-99AB-6AC2921F4174}" type="pres">
      <dgm:prSet presAssocID="{711BA023-A688-44F9-8955-1CBECB3F1A60}" presName="spacer" presStyleCnt="0"/>
      <dgm:spPr/>
    </dgm:pt>
    <dgm:pt modelId="{8EF70626-026C-4316-BAE4-6D781206EEB7}" type="pres">
      <dgm:prSet presAssocID="{0ED28453-6656-49F6-9CEF-3509F87C3995}" presName="parentText" presStyleLbl="node1" presStyleIdx="1" presStyleCnt="4">
        <dgm:presLayoutVars>
          <dgm:chMax val="0"/>
          <dgm:bulletEnabled val="1"/>
        </dgm:presLayoutVars>
      </dgm:prSet>
      <dgm:spPr/>
    </dgm:pt>
    <dgm:pt modelId="{9B3C7D79-5D25-45A3-90D3-8F86A3A58CB9}" type="pres">
      <dgm:prSet presAssocID="{0EC0D9FD-25ED-477F-8AC7-0382F72FFAA3}" presName="spacer" presStyleCnt="0"/>
      <dgm:spPr/>
    </dgm:pt>
    <dgm:pt modelId="{D95D4935-DAE0-4905-AB68-F11E69A0C396}" type="pres">
      <dgm:prSet presAssocID="{0A42930E-44E8-4CF1-894F-5C1ABEB06CE0}" presName="parentText" presStyleLbl="node1" presStyleIdx="2" presStyleCnt="4">
        <dgm:presLayoutVars>
          <dgm:chMax val="0"/>
          <dgm:bulletEnabled val="1"/>
        </dgm:presLayoutVars>
      </dgm:prSet>
      <dgm:spPr/>
    </dgm:pt>
    <dgm:pt modelId="{B4FB3D62-20E5-47F9-BC37-DC0472C6321E}" type="pres">
      <dgm:prSet presAssocID="{5081FD7D-25E5-4DE1-9D2D-1874243013FD}" presName="spacer" presStyleCnt="0"/>
      <dgm:spPr/>
    </dgm:pt>
    <dgm:pt modelId="{E283C89C-9D3E-4D14-98E2-141F409DFB42}" type="pres">
      <dgm:prSet presAssocID="{492603F9-5613-4AD0-B227-96E11C2E0E7D}" presName="parentText" presStyleLbl="node1" presStyleIdx="3" presStyleCnt="4">
        <dgm:presLayoutVars>
          <dgm:chMax val="0"/>
          <dgm:bulletEnabled val="1"/>
        </dgm:presLayoutVars>
      </dgm:prSet>
      <dgm:spPr/>
    </dgm:pt>
  </dgm:ptLst>
  <dgm:cxnLst>
    <dgm:cxn modelId="{48FF1B25-4F3B-4981-93F9-4B0A8E5F1BE8}" srcId="{6EDB8D2C-7EBA-4398-BA43-9EDF68C8ABB8}" destId="{492603F9-5613-4AD0-B227-96E11C2E0E7D}" srcOrd="3" destOrd="0" parTransId="{94A35F2E-10B8-4CC3-A070-C2E33871C017}" sibTransId="{8B6B43C0-3ED9-4829-B340-61137B0A3DEA}"/>
    <dgm:cxn modelId="{72365463-427E-43EB-A94A-665A3689D6E5}" srcId="{6EDB8D2C-7EBA-4398-BA43-9EDF68C8ABB8}" destId="{4A204419-1B8A-4FEB-8E1B-0D649253CDBE}" srcOrd="0" destOrd="0" parTransId="{FAC9EE4C-1ADF-4E63-96F3-DA8575FCEEFF}" sibTransId="{711BA023-A688-44F9-8955-1CBECB3F1A60}"/>
    <dgm:cxn modelId="{BD63484D-216F-4490-9A57-902EC4D2C604}" type="presOf" srcId="{6EDB8D2C-7EBA-4398-BA43-9EDF68C8ABB8}" destId="{8B2CD8F5-1B5E-4A49-ACCA-92A573CEE4FD}" srcOrd="0" destOrd="0" presId="urn:microsoft.com/office/officeart/2005/8/layout/vList2"/>
    <dgm:cxn modelId="{5168D17A-6DF7-4BD7-8889-4CC23A0ED912}" type="presOf" srcId="{4A204419-1B8A-4FEB-8E1B-0D649253CDBE}" destId="{3C4E2F63-540A-401B-98D2-89003A39570C}" srcOrd="0" destOrd="0" presId="urn:microsoft.com/office/officeart/2005/8/layout/vList2"/>
    <dgm:cxn modelId="{55042E98-861F-416C-9D8F-57F1E27785E3}" type="presOf" srcId="{492603F9-5613-4AD0-B227-96E11C2E0E7D}" destId="{E283C89C-9D3E-4D14-98E2-141F409DFB42}" srcOrd="0" destOrd="0" presId="urn:microsoft.com/office/officeart/2005/8/layout/vList2"/>
    <dgm:cxn modelId="{162678BF-2265-4DEA-BD2C-4AEB6E1BB7E6}" type="presOf" srcId="{0ED28453-6656-49F6-9CEF-3509F87C3995}" destId="{8EF70626-026C-4316-BAE4-6D781206EEB7}" srcOrd="0" destOrd="0" presId="urn:microsoft.com/office/officeart/2005/8/layout/vList2"/>
    <dgm:cxn modelId="{D5B4A5D2-CAE2-4275-8148-EAAC468D4536}" srcId="{6EDB8D2C-7EBA-4398-BA43-9EDF68C8ABB8}" destId="{0ED28453-6656-49F6-9CEF-3509F87C3995}" srcOrd="1" destOrd="0" parTransId="{28C3D7C2-AC9F-43FF-AB35-E132E48EA94C}" sibTransId="{0EC0D9FD-25ED-477F-8AC7-0382F72FFAA3}"/>
    <dgm:cxn modelId="{2EA809DD-383B-47DF-B3B8-4C2BC70B11D4}" srcId="{6EDB8D2C-7EBA-4398-BA43-9EDF68C8ABB8}" destId="{0A42930E-44E8-4CF1-894F-5C1ABEB06CE0}" srcOrd="2" destOrd="0" parTransId="{4D5ADF72-DE9C-4FA9-911B-A868AF4126B4}" sibTransId="{5081FD7D-25E5-4DE1-9D2D-1874243013FD}"/>
    <dgm:cxn modelId="{98DF7BEF-8255-4E7E-86C0-D228FE9C729E}" type="presOf" srcId="{0A42930E-44E8-4CF1-894F-5C1ABEB06CE0}" destId="{D95D4935-DAE0-4905-AB68-F11E69A0C396}" srcOrd="0" destOrd="0" presId="urn:microsoft.com/office/officeart/2005/8/layout/vList2"/>
    <dgm:cxn modelId="{4CEB2A2D-75AC-4F0D-9983-CA38CB79A1C1}" type="presParOf" srcId="{8B2CD8F5-1B5E-4A49-ACCA-92A573CEE4FD}" destId="{3C4E2F63-540A-401B-98D2-89003A39570C}" srcOrd="0" destOrd="0" presId="urn:microsoft.com/office/officeart/2005/8/layout/vList2"/>
    <dgm:cxn modelId="{970B98DC-74DA-44B7-B621-D80647E8EE64}" type="presParOf" srcId="{8B2CD8F5-1B5E-4A49-ACCA-92A573CEE4FD}" destId="{6DD14FCC-5635-43BC-99AB-6AC2921F4174}" srcOrd="1" destOrd="0" presId="urn:microsoft.com/office/officeart/2005/8/layout/vList2"/>
    <dgm:cxn modelId="{447F1465-2FA3-452A-80D7-F494C6B60DF5}" type="presParOf" srcId="{8B2CD8F5-1B5E-4A49-ACCA-92A573CEE4FD}" destId="{8EF70626-026C-4316-BAE4-6D781206EEB7}" srcOrd="2" destOrd="0" presId="urn:microsoft.com/office/officeart/2005/8/layout/vList2"/>
    <dgm:cxn modelId="{D090410F-DD17-4226-B33E-D7A72D5C9A23}" type="presParOf" srcId="{8B2CD8F5-1B5E-4A49-ACCA-92A573CEE4FD}" destId="{9B3C7D79-5D25-45A3-90D3-8F86A3A58CB9}" srcOrd="3" destOrd="0" presId="urn:microsoft.com/office/officeart/2005/8/layout/vList2"/>
    <dgm:cxn modelId="{7C640705-9151-4D0C-B430-778146FF019C}" type="presParOf" srcId="{8B2CD8F5-1B5E-4A49-ACCA-92A573CEE4FD}" destId="{D95D4935-DAE0-4905-AB68-F11E69A0C396}" srcOrd="4" destOrd="0" presId="urn:microsoft.com/office/officeart/2005/8/layout/vList2"/>
    <dgm:cxn modelId="{2CCFCFA0-31AA-46ED-BA77-A939904ADDD4}" type="presParOf" srcId="{8B2CD8F5-1B5E-4A49-ACCA-92A573CEE4FD}" destId="{B4FB3D62-20E5-47F9-BC37-DC0472C6321E}" srcOrd="5" destOrd="0" presId="urn:microsoft.com/office/officeart/2005/8/layout/vList2"/>
    <dgm:cxn modelId="{0B680A32-A036-4FE1-B7D0-FF52B858F85B}" type="presParOf" srcId="{8B2CD8F5-1B5E-4A49-ACCA-92A573CEE4FD}" destId="{E283C89C-9D3E-4D14-98E2-141F409DFB4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DC2E08-E9F4-4FA3-A8A6-97EF8137204F}">
      <dsp:nvSpPr>
        <dsp:cNvPr id="0" name=""/>
        <dsp:cNvSpPr/>
      </dsp:nvSpPr>
      <dsp:spPr>
        <a:xfrm>
          <a:off x="0" y="254849"/>
          <a:ext cx="4876800" cy="59962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«воєнного комунізму».</a:t>
          </a:r>
          <a:endParaRPr lang="uk-UA" sz="2500" kern="1200"/>
        </a:p>
      </dsp:txBody>
      <dsp:txXfrm>
        <a:off x="29271" y="284120"/>
        <a:ext cx="4818258" cy="541083"/>
      </dsp:txXfrm>
    </dsp:sp>
    <dsp:sp modelId="{215F3B7A-1F15-49E6-B5CF-B71E318D65B6}">
      <dsp:nvSpPr>
        <dsp:cNvPr id="0" name=""/>
        <dsp:cNvSpPr/>
      </dsp:nvSpPr>
      <dsp:spPr>
        <a:xfrm>
          <a:off x="0" y="926475"/>
          <a:ext cx="4876800" cy="59962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форсованої індустріалізації.</a:t>
          </a:r>
          <a:endParaRPr lang="uk-UA" sz="2500" kern="1200"/>
        </a:p>
      </dsp:txBody>
      <dsp:txXfrm>
        <a:off x="29271" y="955746"/>
        <a:ext cx="4818258" cy="541083"/>
      </dsp:txXfrm>
    </dsp:sp>
    <dsp:sp modelId="{841E5E78-0CD1-4661-9A17-0289882E87E4}">
      <dsp:nvSpPr>
        <dsp:cNvPr id="0" name=""/>
        <dsp:cNvSpPr/>
      </dsp:nvSpPr>
      <dsp:spPr>
        <a:xfrm>
          <a:off x="0" y="1598100"/>
          <a:ext cx="4876800" cy="59962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суцільної колективізації.</a:t>
          </a:r>
          <a:endParaRPr lang="uk-UA" sz="2500" kern="1200"/>
        </a:p>
      </dsp:txBody>
      <dsp:txXfrm>
        <a:off x="29271" y="1627371"/>
        <a:ext cx="4818258" cy="541083"/>
      </dsp:txXfrm>
    </dsp:sp>
    <dsp:sp modelId="{BE734726-F072-43E7-A834-6E6B39029AE4}">
      <dsp:nvSpPr>
        <dsp:cNvPr id="0" name=""/>
        <dsp:cNvSpPr/>
      </dsp:nvSpPr>
      <dsp:spPr>
        <a:xfrm>
          <a:off x="0" y="2269725"/>
          <a:ext cx="4876800" cy="59962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uk-UA" sz="2500" b="0" i="0" kern="1200"/>
            <a:t>«коренізації».</a:t>
          </a:r>
          <a:endParaRPr lang="uk-UA" sz="2500" kern="1200"/>
        </a:p>
      </dsp:txBody>
      <dsp:txXfrm>
        <a:off x="29271" y="2298996"/>
        <a:ext cx="4818258" cy="54108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93A43C9-7C5C-4FCC-B7B2-AB4271ADA4BA}">
      <dsp:nvSpPr>
        <dsp:cNvPr id="0" name=""/>
        <dsp:cNvSpPr/>
      </dsp:nvSpPr>
      <dsp:spPr>
        <a:xfrm rot="10800000">
          <a:off x="976407" y="0"/>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95250" rIns="177800" bIns="95250" numCol="1" spcCol="1270" anchor="ctr" anchorCtr="0">
          <a:noAutofit/>
        </a:bodyPr>
        <a:lstStyle/>
        <a:p>
          <a:pPr marL="0" lvl="0" indent="0" algn="ctr" defTabSz="1111250">
            <a:lnSpc>
              <a:spcPct val="90000"/>
            </a:lnSpc>
            <a:spcBef>
              <a:spcPct val="0"/>
            </a:spcBef>
            <a:spcAft>
              <a:spcPct val="35000"/>
            </a:spcAft>
            <a:buNone/>
          </a:pPr>
          <a:r>
            <a:rPr lang="ru-RU" sz="2500" b="0" i="0" kern="1200"/>
            <a:t>М. Волобуєв</a:t>
          </a:r>
          <a:endParaRPr lang="uk-UA" sz="2500" kern="1200"/>
        </a:p>
      </dsp:txBody>
      <dsp:txXfrm rot="10800000">
        <a:off x="1135951" y="0"/>
        <a:ext cx="3083528" cy="638175"/>
      </dsp:txXfrm>
    </dsp:sp>
    <dsp:sp modelId="{37862695-8BA0-4E48-8663-4D53DA471D0A}">
      <dsp:nvSpPr>
        <dsp:cNvPr id="0" name=""/>
        <dsp:cNvSpPr/>
      </dsp:nvSpPr>
      <dsp:spPr>
        <a:xfrm>
          <a:off x="657320" y="0"/>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046BE14-2F8B-4EE7-B149-CCE3104D4F6E}">
      <dsp:nvSpPr>
        <dsp:cNvPr id="0" name=""/>
        <dsp:cNvSpPr/>
      </dsp:nvSpPr>
      <dsp:spPr>
        <a:xfrm rot="10800000">
          <a:off x="976407" y="828674"/>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95250" rIns="177800" bIns="95250" numCol="1" spcCol="1270" anchor="ctr" anchorCtr="0">
          <a:noAutofit/>
        </a:bodyPr>
        <a:lstStyle/>
        <a:p>
          <a:pPr marL="0" lvl="0" indent="0" algn="ctr" defTabSz="1111250">
            <a:lnSpc>
              <a:spcPct val="90000"/>
            </a:lnSpc>
            <a:spcBef>
              <a:spcPct val="0"/>
            </a:spcBef>
            <a:spcAft>
              <a:spcPct val="35000"/>
            </a:spcAft>
            <a:buNone/>
          </a:pPr>
          <a:r>
            <a:rPr lang="ru-RU" sz="2500" b="0" i="0" kern="1200"/>
            <a:t>Л. Курбас</a:t>
          </a:r>
          <a:endParaRPr lang="uk-UA" sz="2500" kern="1200"/>
        </a:p>
      </dsp:txBody>
      <dsp:txXfrm rot="10800000">
        <a:off x="1135951" y="828674"/>
        <a:ext cx="3083528" cy="638175"/>
      </dsp:txXfrm>
    </dsp:sp>
    <dsp:sp modelId="{F9A606A0-F167-4DFD-825D-95FE257EF016}">
      <dsp:nvSpPr>
        <dsp:cNvPr id="0" name=""/>
        <dsp:cNvSpPr/>
      </dsp:nvSpPr>
      <dsp:spPr>
        <a:xfrm>
          <a:off x="657320" y="828674"/>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42A8F08-A211-45AD-86F2-5F2EE138FF4A}">
      <dsp:nvSpPr>
        <dsp:cNvPr id="0" name=""/>
        <dsp:cNvSpPr/>
      </dsp:nvSpPr>
      <dsp:spPr>
        <a:xfrm rot="10800000">
          <a:off x="976407" y="1657349"/>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95250" rIns="177800" bIns="95250" numCol="1" spcCol="1270" anchor="ctr" anchorCtr="0">
          <a:noAutofit/>
        </a:bodyPr>
        <a:lstStyle/>
        <a:p>
          <a:pPr marL="0" lvl="0" indent="0" algn="ctr" defTabSz="1111250">
            <a:lnSpc>
              <a:spcPct val="90000"/>
            </a:lnSpc>
            <a:spcBef>
              <a:spcPct val="0"/>
            </a:spcBef>
            <a:spcAft>
              <a:spcPct val="35000"/>
            </a:spcAft>
            <a:buNone/>
          </a:pPr>
          <a:r>
            <a:rPr lang="ru-RU" sz="2500" b="0" i="0" kern="1200"/>
            <a:t>О. Шумський</a:t>
          </a:r>
          <a:endParaRPr lang="uk-UA" sz="2500" kern="1200"/>
        </a:p>
      </dsp:txBody>
      <dsp:txXfrm rot="10800000">
        <a:off x="1135951" y="1657349"/>
        <a:ext cx="3083528" cy="638175"/>
      </dsp:txXfrm>
    </dsp:sp>
    <dsp:sp modelId="{F7EDDD3D-5EEE-4E73-ACF0-1E2450268DB5}">
      <dsp:nvSpPr>
        <dsp:cNvPr id="0" name=""/>
        <dsp:cNvSpPr/>
      </dsp:nvSpPr>
      <dsp:spPr>
        <a:xfrm>
          <a:off x="657320" y="1657349"/>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56C9326-0CBE-4F81-A372-AA3DE28F823E}">
      <dsp:nvSpPr>
        <dsp:cNvPr id="0" name=""/>
        <dsp:cNvSpPr/>
      </dsp:nvSpPr>
      <dsp:spPr>
        <a:xfrm rot="10800000">
          <a:off x="976407" y="2486025"/>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95250" rIns="177800" bIns="95250" numCol="1" spcCol="1270" anchor="ctr" anchorCtr="0">
          <a:noAutofit/>
        </a:bodyPr>
        <a:lstStyle/>
        <a:p>
          <a:pPr marL="0" lvl="0" indent="0" algn="ctr" defTabSz="1111250">
            <a:lnSpc>
              <a:spcPct val="90000"/>
            </a:lnSpc>
            <a:spcBef>
              <a:spcPct val="0"/>
            </a:spcBef>
            <a:spcAft>
              <a:spcPct val="35000"/>
            </a:spcAft>
            <a:buNone/>
          </a:pPr>
          <a:r>
            <a:rPr lang="ru-RU" sz="2500" b="0" i="0" kern="1200"/>
            <a:t>В. Липківський</a:t>
          </a:r>
          <a:endParaRPr lang="uk-UA" sz="2500" kern="1200"/>
        </a:p>
      </dsp:txBody>
      <dsp:txXfrm rot="10800000">
        <a:off x="1135951" y="2486025"/>
        <a:ext cx="3083528" cy="638175"/>
      </dsp:txXfrm>
    </dsp:sp>
    <dsp:sp modelId="{8C697526-BDEB-4E93-8C99-CA215EE213BF}">
      <dsp:nvSpPr>
        <dsp:cNvPr id="0" name=""/>
        <dsp:cNvSpPr/>
      </dsp:nvSpPr>
      <dsp:spPr>
        <a:xfrm>
          <a:off x="657320" y="2486025"/>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E813AD-C85A-4994-8488-1C2FD584F053}">
      <dsp:nvSpPr>
        <dsp:cNvPr id="0" name=""/>
        <dsp:cNvSpPr/>
      </dsp:nvSpPr>
      <dsp:spPr>
        <a:xfrm>
          <a:off x="0" y="502"/>
          <a:ext cx="48768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5DE8972-19A2-4B12-B878-88F2BF0EFD8D}">
      <dsp:nvSpPr>
        <dsp:cNvPr id="0" name=""/>
        <dsp:cNvSpPr/>
      </dsp:nvSpPr>
      <dsp:spPr>
        <a:xfrm>
          <a:off x="0" y="502"/>
          <a:ext cx="4876800" cy="823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uk-UA" sz="1600" b="0" i="0" kern="1200"/>
            <a:t>радянський політичний діяч, нарком освіти УСРР, активний провідник політики «українізації»</a:t>
          </a:r>
          <a:endParaRPr lang="uk-UA" sz="1600" kern="1200"/>
        </a:p>
      </dsp:txBody>
      <dsp:txXfrm>
        <a:off x="0" y="502"/>
        <a:ext cx="4876800" cy="823867"/>
      </dsp:txXfrm>
    </dsp:sp>
    <dsp:sp modelId="{9F89CCCE-1FE6-41F3-AE48-987C67FA453F}">
      <dsp:nvSpPr>
        <dsp:cNvPr id="0" name=""/>
        <dsp:cNvSpPr/>
      </dsp:nvSpPr>
      <dsp:spPr>
        <a:xfrm>
          <a:off x="0" y="824370"/>
          <a:ext cx="48768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06C9206-5B2A-431A-BA86-B07AC9F2684C}">
      <dsp:nvSpPr>
        <dsp:cNvPr id="0" name=""/>
        <dsp:cNvSpPr/>
      </dsp:nvSpPr>
      <dsp:spPr>
        <a:xfrm>
          <a:off x="0" y="824370"/>
          <a:ext cx="4876800" cy="823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uk-UA" sz="1600" b="0" i="0" kern="1200"/>
            <a:t>церковний та освітній діяч, історик, перший митрополит Української автокефальної православної церкви</a:t>
          </a:r>
          <a:endParaRPr lang="uk-UA" sz="1600" kern="1200"/>
        </a:p>
      </dsp:txBody>
      <dsp:txXfrm>
        <a:off x="0" y="824370"/>
        <a:ext cx="4876800" cy="823867"/>
      </dsp:txXfrm>
    </dsp:sp>
    <dsp:sp modelId="{5C8B9902-10A8-4B78-992B-664FAE5F2D4D}">
      <dsp:nvSpPr>
        <dsp:cNvPr id="0" name=""/>
        <dsp:cNvSpPr/>
      </dsp:nvSpPr>
      <dsp:spPr>
        <a:xfrm>
          <a:off x="0" y="1648237"/>
          <a:ext cx="48768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839A30C-F291-47E7-8896-F957CA52689B}">
      <dsp:nvSpPr>
        <dsp:cNvPr id="0" name=""/>
        <dsp:cNvSpPr/>
      </dsp:nvSpPr>
      <dsp:spPr>
        <a:xfrm>
          <a:off x="0" y="1648237"/>
          <a:ext cx="4876800" cy="823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uk-UA" sz="1600" b="0" i="0" kern="1200"/>
            <a:t>актор, режисер, новатор українського театру, керівник мистецького об’єднання «Березіль»</a:t>
          </a:r>
          <a:endParaRPr lang="uk-UA" sz="1600" kern="1200"/>
        </a:p>
      </dsp:txBody>
      <dsp:txXfrm>
        <a:off x="0" y="1648237"/>
        <a:ext cx="4876800" cy="823867"/>
      </dsp:txXfrm>
    </dsp:sp>
    <dsp:sp modelId="{45565846-09CB-4177-9DA4-63B6DF01CEDE}">
      <dsp:nvSpPr>
        <dsp:cNvPr id="0" name=""/>
        <dsp:cNvSpPr/>
      </dsp:nvSpPr>
      <dsp:spPr>
        <a:xfrm>
          <a:off x="0" y="2472104"/>
          <a:ext cx="48768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E83724-00D6-42A7-BC84-162D0B2EC0C2}">
      <dsp:nvSpPr>
        <dsp:cNvPr id="0" name=""/>
        <dsp:cNvSpPr/>
      </dsp:nvSpPr>
      <dsp:spPr>
        <a:xfrm>
          <a:off x="0" y="2472104"/>
          <a:ext cx="4876800" cy="823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uk-UA" sz="1600" b="0" i="0" kern="1200"/>
            <a:t>український прозаїк, поет, публіцист, засновник літературних організацій – «Гарт» (1923), «Урбіно» (1924), «ВАПЛІТЕ» (1926)</a:t>
          </a:r>
          <a:endParaRPr lang="uk-UA" sz="1600" kern="1200"/>
        </a:p>
      </dsp:txBody>
      <dsp:txXfrm>
        <a:off x="0" y="2472104"/>
        <a:ext cx="4876800" cy="823867"/>
      </dsp:txXfrm>
    </dsp:sp>
    <dsp:sp modelId="{4F25B5B3-DC54-408B-8886-AD8D510A0C8B}">
      <dsp:nvSpPr>
        <dsp:cNvPr id="0" name=""/>
        <dsp:cNvSpPr/>
      </dsp:nvSpPr>
      <dsp:spPr>
        <a:xfrm>
          <a:off x="0" y="3295971"/>
          <a:ext cx="48768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448E4F-502C-4561-B30B-5A1663A8F7C1}">
      <dsp:nvSpPr>
        <dsp:cNvPr id="0" name=""/>
        <dsp:cNvSpPr/>
      </dsp:nvSpPr>
      <dsp:spPr>
        <a:xfrm>
          <a:off x="0" y="3295971"/>
          <a:ext cx="4876800" cy="8238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uk-UA" sz="1600" b="0" i="0" kern="1200"/>
            <a:t>український економіст 1920-х років, автор концепції економічної самодостатності УСРР</a:t>
          </a:r>
          <a:endParaRPr lang="uk-UA" sz="1600" kern="1200"/>
        </a:p>
      </dsp:txBody>
      <dsp:txXfrm>
        <a:off x="0" y="3295971"/>
        <a:ext cx="4876800" cy="82386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6AAD12-961F-47C0-B032-98043E8D3C3F}">
      <dsp:nvSpPr>
        <dsp:cNvPr id="0" name=""/>
        <dsp:cNvSpPr/>
      </dsp:nvSpPr>
      <dsp:spPr>
        <a:xfrm rot="10800000">
          <a:off x="976407" y="0"/>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72390" rIns="135128" bIns="72390" numCol="1" spcCol="1270" anchor="ctr" anchorCtr="0">
          <a:noAutofit/>
        </a:bodyPr>
        <a:lstStyle/>
        <a:p>
          <a:pPr marL="0" lvl="0" indent="0" algn="ctr" defTabSz="844550">
            <a:lnSpc>
              <a:spcPct val="90000"/>
            </a:lnSpc>
            <a:spcBef>
              <a:spcPct val="0"/>
            </a:spcBef>
            <a:spcAft>
              <a:spcPct val="35000"/>
            </a:spcAft>
            <a:buNone/>
          </a:pPr>
          <a:r>
            <a:rPr lang="ru-RU" sz="1900" b="0" i="0" kern="1200"/>
            <a:t>С. Петлюра</a:t>
          </a:r>
          <a:endParaRPr lang="uk-UA" sz="1900" kern="1200"/>
        </a:p>
      </dsp:txBody>
      <dsp:txXfrm rot="10800000">
        <a:off x="1135951" y="0"/>
        <a:ext cx="3083528" cy="638175"/>
      </dsp:txXfrm>
    </dsp:sp>
    <dsp:sp modelId="{6D715F61-CA1E-4920-9F03-3A8D9E152185}">
      <dsp:nvSpPr>
        <dsp:cNvPr id="0" name=""/>
        <dsp:cNvSpPr/>
      </dsp:nvSpPr>
      <dsp:spPr>
        <a:xfrm>
          <a:off x="657320" y="0"/>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B9DBD7F-2034-47E0-9167-A20BCC7994F0}">
      <dsp:nvSpPr>
        <dsp:cNvPr id="0" name=""/>
        <dsp:cNvSpPr/>
      </dsp:nvSpPr>
      <dsp:spPr>
        <a:xfrm rot="10800000">
          <a:off x="976407" y="828675"/>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72390" rIns="135128" bIns="72390" numCol="1" spcCol="1270" anchor="ctr" anchorCtr="0">
          <a:noAutofit/>
        </a:bodyPr>
        <a:lstStyle/>
        <a:p>
          <a:pPr marL="0" lvl="0" indent="0" algn="ctr" defTabSz="844550">
            <a:lnSpc>
              <a:spcPct val="90000"/>
            </a:lnSpc>
            <a:spcBef>
              <a:spcPct val="0"/>
            </a:spcBef>
            <a:spcAft>
              <a:spcPct val="35000"/>
            </a:spcAft>
            <a:buNone/>
          </a:pPr>
          <a:r>
            <a:rPr lang="ru-RU" sz="1900" b="0" i="0" kern="1200"/>
            <a:t>П. Скоропадський</a:t>
          </a:r>
          <a:endParaRPr lang="uk-UA" sz="1900" kern="1200"/>
        </a:p>
      </dsp:txBody>
      <dsp:txXfrm rot="10800000">
        <a:off x="1135951" y="828675"/>
        <a:ext cx="3083528" cy="638175"/>
      </dsp:txXfrm>
    </dsp:sp>
    <dsp:sp modelId="{B22CF1E7-986B-48A5-ADF4-53DD2A6FC086}">
      <dsp:nvSpPr>
        <dsp:cNvPr id="0" name=""/>
        <dsp:cNvSpPr/>
      </dsp:nvSpPr>
      <dsp:spPr>
        <a:xfrm>
          <a:off x="657320" y="828675"/>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6F29AC6-A952-4340-A81A-9FAAC4973B42}">
      <dsp:nvSpPr>
        <dsp:cNvPr id="0" name=""/>
        <dsp:cNvSpPr/>
      </dsp:nvSpPr>
      <dsp:spPr>
        <a:xfrm rot="10800000">
          <a:off x="976407" y="1657350"/>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72390" rIns="135128" bIns="72390" numCol="1" spcCol="1270" anchor="ctr" anchorCtr="0">
          <a:noAutofit/>
        </a:bodyPr>
        <a:lstStyle/>
        <a:p>
          <a:pPr marL="0" lvl="0" indent="0" algn="ctr" defTabSz="844550">
            <a:lnSpc>
              <a:spcPct val="90000"/>
            </a:lnSpc>
            <a:spcBef>
              <a:spcPct val="0"/>
            </a:spcBef>
            <a:spcAft>
              <a:spcPct val="35000"/>
            </a:spcAft>
            <a:buNone/>
          </a:pPr>
          <a:r>
            <a:rPr lang="ru-RU" sz="1900" b="0" i="0" kern="1200"/>
            <a:t>Х. Раковський</a:t>
          </a:r>
          <a:endParaRPr lang="uk-UA" sz="1900" kern="1200"/>
        </a:p>
      </dsp:txBody>
      <dsp:txXfrm rot="10800000">
        <a:off x="1135951" y="1657350"/>
        <a:ext cx="3083528" cy="638175"/>
      </dsp:txXfrm>
    </dsp:sp>
    <dsp:sp modelId="{556CF2A8-F0BC-4B28-8E24-916A781CAB76}">
      <dsp:nvSpPr>
        <dsp:cNvPr id="0" name=""/>
        <dsp:cNvSpPr/>
      </dsp:nvSpPr>
      <dsp:spPr>
        <a:xfrm>
          <a:off x="657320" y="1657350"/>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ADEAA52-E734-46D8-8633-7F578AB1474F}">
      <dsp:nvSpPr>
        <dsp:cNvPr id="0" name=""/>
        <dsp:cNvSpPr/>
      </dsp:nvSpPr>
      <dsp:spPr>
        <a:xfrm rot="10800000">
          <a:off x="976407" y="2486025"/>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72390" rIns="135128" bIns="72390" numCol="1" spcCol="1270" anchor="ctr" anchorCtr="0">
          <a:noAutofit/>
        </a:bodyPr>
        <a:lstStyle/>
        <a:p>
          <a:pPr marL="0" lvl="0" indent="0" algn="ctr" defTabSz="844550">
            <a:lnSpc>
              <a:spcPct val="90000"/>
            </a:lnSpc>
            <a:spcBef>
              <a:spcPct val="0"/>
            </a:spcBef>
            <a:spcAft>
              <a:spcPct val="35000"/>
            </a:spcAft>
            <a:buNone/>
          </a:pPr>
          <a:r>
            <a:rPr lang="ru-RU" sz="1900" b="0" i="0" kern="1200"/>
            <a:t>Є. Петрушевич</a:t>
          </a:r>
          <a:endParaRPr lang="uk-UA" sz="1900" kern="1200"/>
        </a:p>
      </dsp:txBody>
      <dsp:txXfrm rot="10800000">
        <a:off x="1135951" y="2486025"/>
        <a:ext cx="3083528" cy="638175"/>
      </dsp:txXfrm>
    </dsp:sp>
    <dsp:sp modelId="{16789824-3FD9-4DAA-9593-23BC6C2EA569}">
      <dsp:nvSpPr>
        <dsp:cNvPr id="0" name=""/>
        <dsp:cNvSpPr/>
      </dsp:nvSpPr>
      <dsp:spPr>
        <a:xfrm>
          <a:off x="657320" y="2486025"/>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E746B0-BA60-4306-BE20-DF438364B4D3}">
      <dsp:nvSpPr>
        <dsp:cNvPr id="0" name=""/>
        <dsp:cNvSpPr/>
      </dsp:nvSpPr>
      <dsp:spPr>
        <a:xfrm>
          <a:off x="0" y="381"/>
          <a:ext cx="48768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45AB96-F336-4151-A6F5-ECB446675F54}">
      <dsp:nvSpPr>
        <dsp:cNvPr id="0" name=""/>
        <dsp:cNvSpPr/>
      </dsp:nvSpPr>
      <dsp:spPr>
        <a:xfrm>
          <a:off x="0" y="381"/>
          <a:ext cx="4876800" cy="624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ru-RU" sz="1900" b="0" i="0" kern="1200"/>
            <a:t>створення Холодноярської республіки</a:t>
          </a:r>
          <a:endParaRPr lang="uk-UA" sz="1900" kern="1200"/>
        </a:p>
      </dsp:txBody>
      <dsp:txXfrm>
        <a:off x="0" y="381"/>
        <a:ext cx="4876800" cy="624687"/>
      </dsp:txXfrm>
    </dsp:sp>
    <dsp:sp modelId="{6374E84A-65B0-494A-A60F-BEC9F8271281}">
      <dsp:nvSpPr>
        <dsp:cNvPr id="0" name=""/>
        <dsp:cNvSpPr/>
      </dsp:nvSpPr>
      <dsp:spPr>
        <a:xfrm>
          <a:off x="0" y="625068"/>
          <a:ext cx="48768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31CFE49-6758-4DCE-8EA2-5AA4927EF2E2}">
      <dsp:nvSpPr>
        <dsp:cNvPr id="0" name=""/>
        <dsp:cNvSpPr/>
      </dsp:nvSpPr>
      <dsp:spPr>
        <a:xfrm>
          <a:off x="0" y="625068"/>
          <a:ext cx="4876800" cy="624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ru-RU" sz="1900" b="0" i="0" kern="1200"/>
            <a:t>проголошення ЗУНР</a:t>
          </a:r>
          <a:endParaRPr lang="uk-UA" sz="1900" kern="1200"/>
        </a:p>
      </dsp:txBody>
      <dsp:txXfrm>
        <a:off x="0" y="625068"/>
        <a:ext cx="4876800" cy="624687"/>
      </dsp:txXfrm>
    </dsp:sp>
    <dsp:sp modelId="{F10943B1-29CC-4D75-B13C-7B335AE7C635}">
      <dsp:nvSpPr>
        <dsp:cNvPr id="0" name=""/>
        <dsp:cNvSpPr/>
      </dsp:nvSpPr>
      <dsp:spPr>
        <a:xfrm>
          <a:off x="0" y="1249756"/>
          <a:ext cx="48768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ACE646-12FA-4F78-9838-8A6E1AAC0ADD}">
      <dsp:nvSpPr>
        <dsp:cNvPr id="0" name=""/>
        <dsp:cNvSpPr/>
      </dsp:nvSpPr>
      <dsp:spPr>
        <a:xfrm>
          <a:off x="0" y="1249756"/>
          <a:ext cx="4876800" cy="624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ru-RU" sz="1900" b="0" i="0" kern="1200"/>
            <a:t>ухвалення Конституції УСРР</a:t>
          </a:r>
          <a:endParaRPr lang="uk-UA" sz="1900" kern="1200"/>
        </a:p>
      </dsp:txBody>
      <dsp:txXfrm>
        <a:off x="0" y="1249756"/>
        <a:ext cx="4876800" cy="624687"/>
      </dsp:txXfrm>
    </dsp:sp>
    <dsp:sp modelId="{3A2ADE75-B720-4488-B225-E417F1148FFE}">
      <dsp:nvSpPr>
        <dsp:cNvPr id="0" name=""/>
        <dsp:cNvSpPr/>
      </dsp:nvSpPr>
      <dsp:spPr>
        <a:xfrm>
          <a:off x="0" y="1874443"/>
          <a:ext cx="48768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CCC7A13-90F0-4CF5-99E2-DC14834FDE61}">
      <dsp:nvSpPr>
        <dsp:cNvPr id="0" name=""/>
        <dsp:cNvSpPr/>
      </dsp:nvSpPr>
      <dsp:spPr>
        <a:xfrm>
          <a:off x="0" y="1874443"/>
          <a:ext cx="4876800" cy="624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ru-RU" sz="1900" b="0" i="0" kern="1200"/>
            <a:t>підписання Варшавської угоди</a:t>
          </a:r>
          <a:endParaRPr lang="uk-UA" sz="1900" kern="1200"/>
        </a:p>
      </dsp:txBody>
      <dsp:txXfrm>
        <a:off x="0" y="1874443"/>
        <a:ext cx="4876800" cy="624687"/>
      </dsp:txXfrm>
    </dsp:sp>
    <dsp:sp modelId="{4CAEF975-B871-4044-8DB0-98DA65F76962}">
      <dsp:nvSpPr>
        <dsp:cNvPr id="0" name=""/>
        <dsp:cNvSpPr/>
      </dsp:nvSpPr>
      <dsp:spPr>
        <a:xfrm>
          <a:off x="0" y="2499131"/>
          <a:ext cx="4876800" cy="0"/>
        </a:xfrm>
        <a:prstGeom prst="line">
          <a:avLst/>
        </a:prstGeom>
        <a:solidFill>
          <a:schemeClr val="accen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A00BFE3-2DC2-4F49-AAFD-7BEAFACC711B}">
      <dsp:nvSpPr>
        <dsp:cNvPr id="0" name=""/>
        <dsp:cNvSpPr/>
      </dsp:nvSpPr>
      <dsp:spPr>
        <a:xfrm>
          <a:off x="0" y="2499131"/>
          <a:ext cx="4876800" cy="6246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ru-RU" sz="1900" b="0" i="0" kern="1200"/>
            <a:t>гетьманський переворот</a:t>
          </a:r>
          <a:endParaRPr lang="uk-UA" sz="1900" kern="1200"/>
        </a:p>
      </dsp:txBody>
      <dsp:txXfrm>
        <a:off x="0" y="2499131"/>
        <a:ext cx="4876800" cy="62468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293203-9605-49CD-98E8-2881F1C7A6C7}">
      <dsp:nvSpPr>
        <dsp:cNvPr id="0" name=""/>
        <dsp:cNvSpPr/>
      </dsp:nvSpPr>
      <dsp:spPr>
        <a:xfrm rot="10800000">
          <a:off x="976407" y="0"/>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72390" rIns="135128" bIns="72390" numCol="1" spcCol="1270" anchor="ctr" anchorCtr="0">
          <a:noAutofit/>
        </a:bodyPr>
        <a:lstStyle/>
        <a:p>
          <a:pPr marL="0" lvl="0" indent="0" algn="ctr" defTabSz="844550">
            <a:lnSpc>
              <a:spcPct val="90000"/>
            </a:lnSpc>
            <a:spcBef>
              <a:spcPct val="0"/>
            </a:spcBef>
            <a:spcAft>
              <a:spcPct val="35000"/>
            </a:spcAft>
            <a:buNone/>
          </a:pPr>
          <a:r>
            <a:rPr lang="ru-RU" sz="1900" b="0" i="0" kern="1200"/>
            <a:t>В. Липківський</a:t>
          </a:r>
          <a:endParaRPr lang="uk-UA" sz="1900" kern="1200"/>
        </a:p>
      </dsp:txBody>
      <dsp:txXfrm rot="10800000">
        <a:off x="1135951" y="0"/>
        <a:ext cx="3083528" cy="638175"/>
      </dsp:txXfrm>
    </dsp:sp>
    <dsp:sp modelId="{AE98AEAB-CCAB-42C4-9A88-BC35B102F5ED}">
      <dsp:nvSpPr>
        <dsp:cNvPr id="0" name=""/>
        <dsp:cNvSpPr/>
      </dsp:nvSpPr>
      <dsp:spPr>
        <a:xfrm>
          <a:off x="657320" y="0"/>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2D04F65-3FFB-4AE7-96B6-B6FDC21806FC}">
      <dsp:nvSpPr>
        <dsp:cNvPr id="0" name=""/>
        <dsp:cNvSpPr/>
      </dsp:nvSpPr>
      <dsp:spPr>
        <a:xfrm rot="10800000">
          <a:off x="976407" y="828675"/>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72390" rIns="135128" bIns="72390" numCol="1" spcCol="1270" anchor="ctr" anchorCtr="0">
          <a:noAutofit/>
        </a:bodyPr>
        <a:lstStyle/>
        <a:p>
          <a:pPr marL="0" lvl="0" indent="0" algn="ctr" defTabSz="844550">
            <a:lnSpc>
              <a:spcPct val="90000"/>
            </a:lnSpc>
            <a:spcBef>
              <a:spcPct val="0"/>
            </a:spcBef>
            <a:spcAft>
              <a:spcPct val="35000"/>
            </a:spcAft>
            <a:buNone/>
          </a:pPr>
          <a:r>
            <a:rPr lang="ru-RU" sz="1900" b="0" i="0" kern="1200"/>
            <a:t>П. Скоропадський</a:t>
          </a:r>
          <a:endParaRPr lang="uk-UA" sz="1900" kern="1200"/>
        </a:p>
      </dsp:txBody>
      <dsp:txXfrm rot="10800000">
        <a:off x="1135951" y="828675"/>
        <a:ext cx="3083528" cy="638175"/>
      </dsp:txXfrm>
    </dsp:sp>
    <dsp:sp modelId="{48DAAA57-0A87-4475-985F-91723C7E6A44}">
      <dsp:nvSpPr>
        <dsp:cNvPr id="0" name=""/>
        <dsp:cNvSpPr/>
      </dsp:nvSpPr>
      <dsp:spPr>
        <a:xfrm>
          <a:off x="657320" y="828675"/>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1D3B49C-669F-467B-AE4B-363569462B1D}">
      <dsp:nvSpPr>
        <dsp:cNvPr id="0" name=""/>
        <dsp:cNvSpPr/>
      </dsp:nvSpPr>
      <dsp:spPr>
        <a:xfrm rot="10800000">
          <a:off x="976407" y="1657350"/>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72390" rIns="135128" bIns="72390" numCol="1" spcCol="1270" anchor="ctr" anchorCtr="0">
          <a:noAutofit/>
        </a:bodyPr>
        <a:lstStyle/>
        <a:p>
          <a:pPr marL="0" lvl="0" indent="0" algn="ctr" defTabSz="844550">
            <a:lnSpc>
              <a:spcPct val="90000"/>
            </a:lnSpc>
            <a:spcBef>
              <a:spcPct val="0"/>
            </a:spcBef>
            <a:spcAft>
              <a:spcPct val="35000"/>
            </a:spcAft>
            <a:buNone/>
          </a:pPr>
          <a:r>
            <a:rPr lang="ru-RU" sz="1900" b="0" i="0" kern="1200"/>
            <a:t>М. Грушевський</a:t>
          </a:r>
          <a:endParaRPr lang="uk-UA" sz="1900" kern="1200"/>
        </a:p>
      </dsp:txBody>
      <dsp:txXfrm rot="10800000">
        <a:off x="1135951" y="1657350"/>
        <a:ext cx="3083528" cy="638175"/>
      </dsp:txXfrm>
    </dsp:sp>
    <dsp:sp modelId="{C4C1E32F-37F5-4A37-8D4B-AA2A9EED7863}">
      <dsp:nvSpPr>
        <dsp:cNvPr id="0" name=""/>
        <dsp:cNvSpPr/>
      </dsp:nvSpPr>
      <dsp:spPr>
        <a:xfrm>
          <a:off x="657320" y="1657350"/>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FA3502B-4199-48FA-A767-1001FA0A681E}">
      <dsp:nvSpPr>
        <dsp:cNvPr id="0" name=""/>
        <dsp:cNvSpPr/>
      </dsp:nvSpPr>
      <dsp:spPr>
        <a:xfrm rot="10800000">
          <a:off x="976407" y="2486025"/>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72390" rIns="135128" bIns="72390" numCol="1" spcCol="1270" anchor="ctr" anchorCtr="0">
          <a:noAutofit/>
        </a:bodyPr>
        <a:lstStyle/>
        <a:p>
          <a:pPr marL="0" lvl="0" indent="0" algn="ctr" defTabSz="844550">
            <a:lnSpc>
              <a:spcPct val="90000"/>
            </a:lnSpc>
            <a:spcBef>
              <a:spcPct val="0"/>
            </a:spcBef>
            <a:spcAft>
              <a:spcPct val="35000"/>
            </a:spcAft>
            <a:buNone/>
          </a:pPr>
          <a:r>
            <a:rPr lang="ru-RU" sz="1900" b="0" i="0" kern="1200"/>
            <a:t>С. Петлюр</a:t>
          </a:r>
          <a:endParaRPr lang="uk-UA" sz="1900" kern="1200"/>
        </a:p>
      </dsp:txBody>
      <dsp:txXfrm rot="10800000">
        <a:off x="1135951" y="2486025"/>
        <a:ext cx="3083528" cy="638175"/>
      </dsp:txXfrm>
    </dsp:sp>
    <dsp:sp modelId="{E83BF96A-AD53-4B9C-90A2-7C38C1DA7614}">
      <dsp:nvSpPr>
        <dsp:cNvPr id="0" name=""/>
        <dsp:cNvSpPr/>
      </dsp:nvSpPr>
      <dsp:spPr>
        <a:xfrm>
          <a:off x="657320" y="2486025"/>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9B8CBB-64D6-4B8D-A9FE-4E03CC424212}">
      <dsp:nvSpPr>
        <dsp:cNvPr id="0" name=""/>
        <dsp:cNvSpPr/>
      </dsp:nvSpPr>
      <dsp:spPr>
        <a:xfrm>
          <a:off x="0" y="89160"/>
          <a:ext cx="4876800" cy="556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скликання Українського національного конгресу (з’їзду)</a:t>
          </a:r>
          <a:endParaRPr lang="uk-UA" sz="1400" kern="1200"/>
        </a:p>
      </dsp:txBody>
      <dsp:txXfrm>
        <a:off x="27187" y="116347"/>
        <a:ext cx="4822426" cy="502546"/>
      </dsp:txXfrm>
    </dsp:sp>
    <dsp:sp modelId="{081B5AC9-5B0A-40FE-ADA5-A36893FC8613}">
      <dsp:nvSpPr>
        <dsp:cNvPr id="0" name=""/>
        <dsp:cNvSpPr/>
      </dsp:nvSpPr>
      <dsp:spPr>
        <a:xfrm>
          <a:off x="0" y="686400"/>
          <a:ext cx="4876800" cy="556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укладення Варшавської угоди</a:t>
          </a:r>
          <a:endParaRPr lang="uk-UA" sz="1400" kern="1200"/>
        </a:p>
      </dsp:txBody>
      <dsp:txXfrm>
        <a:off x="27187" y="713587"/>
        <a:ext cx="4822426" cy="502546"/>
      </dsp:txXfrm>
    </dsp:sp>
    <dsp:sp modelId="{536EEE3E-6A37-4955-B859-CDCA4394B480}">
      <dsp:nvSpPr>
        <dsp:cNvPr id="0" name=""/>
        <dsp:cNvSpPr/>
      </dsp:nvSpPr>
      <dsp:spPr>
        <a:xfrm>
          <a:off x="0" y="1283640"/>
          <a:ext cx="4876800" cy="556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заснування Української академії наук</a:t>
          </a:r>
          <a:endParaRPr lang="uk-UA" sz="1400" kern="1200"/>
        </a:p>
      </dsp:txBody>
      <dsp:txXfrm>
        <a:off x="27187" y="1310827"/>
        <a:ext cx="4822426" cy="502546"/>
      </dsp:txXfrm>
    </dsp:sp>
    <dsp:sp modelId="{7404529C-24BA-4D4E-87D5-60A73DE80CD1}">
      <dsp:nvSpPr>
        <dsp:cNvPr id="0" name=""/>
        <dsp:cNvSpPr/>
      </dsp:nvSpPr>
      <dsp:spPr>
        <a:xfrm>
          <a:off x="0" y="1880880"/>
          <a:ext cx="4876800" cy="556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проголошення Української автокефальної православної церкви</a:t>
          </a:r>
          <a:endParaRPr lang="uk-UA" sz="1400" kern="1200"/>
        </a:p>
      </dsp:txBody>
      <dsp:txXfrm>
        <a:off x="27187" y="1908067"/>
        <a:ext cx="4822426" cy="502546"/>
      </dsp:txXfrm>
    </dsp:sp>
    <dsp:sp modelId="{9EA9A830-3FBC-460E-BD3A-1945F9DCDA99}">
      <dsp:nvSpPr>
        <dsp:cNvPr id="0" name=""/>
        <dsp:cNvSpPr/>
      </dsp:nvSpPr>
      <dsp:spPr>
        <a:xfrm>
          <a:off x="0" y="2478120"/>
          <a:ext cx="4876800" cy="556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запровадження нової економічної політики</a:t>
          </a:r>
          <a:endParaRPr lang="uk-UA" sz="1400" kern="1200"/>
        </a:p>
      </dsp:txBody>
      <dsp:txXfrm>
        <a:off x="27187" y="2505307"/>
        <a:ext cx="4822426" cy="50254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F6BCABB-05D5-4581-AC4E-36B359B18B16}">
      <dsp:nvSpPr>
        <dsp:cNvPr id="0" name=""/>
        <dsp:cNvSpPr/>
      </dsp:nvSpPr>
      <dsp:spPr>
        <a:xfrm rot="5400000">
          <a:off x="2354968" y="-134204"/>
          <a:ext cx="2499360" cy="3392609"/>
        </a:xfrm>
        <a:prstGeom prst="round2SameRect">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uk-UA" sz="1600" b="0" i="0" kern="1200"/>
            <a:t>Першої світової війни (1914–1918 рр.).</a:t>
          </a:r>
          <a:endParaRPr lang="uk-UA" sz="1600" kern="1200"/>
        </a:p>
        <a:p>
          <a:pPr marL="171450" lvl="1" indent="-171450" algn="l" defTabSz="711200">
            <a:lnSpc>
              <a:spcPct val="90000"/>
            </a:lnSpc>
            <a:spcBef>
              <a:spcPct val="0"/>
            </a:spcBef>
            <a:spcAft>
              <a:spcPct val="15000"/>
            </a:spcAft>
            <a:buChar char="•"/>
          </a:pPr>
          <a:r>
            <a:rPr lang="uk-UA" sz="1600" b="0" i="0" kern="1200"/>
            <a:t>масового голоду (1921–1923 рр.).</a:t>
          </a:r>
          <a:endParaRPr lang="uk-UA" sz="1600" kern="1200"/>
        </a:p>
        <a:p>
          <a:pPr marL="171450" lvl="1" indent="-171450" algn="l" defTabSz="711200">
            <a:lnSpc>
              <a:spcPct val="90000"/>
            </a:lnSpc>
            <a:spcBef>
              <a:spcPct val="0"/>
            </a:spcBef>
            <a:spcAft>
              <a:spcPct val="15000"/>
            </a:spcAft>
            <a:buChar char="•"/>
          </a:pPr>
          <a:r>
            <a:rPr lang="uk-UA" sz="1600" b="0" i="0" kern="1200"/>
            <a:t>акції «пацифікації» (1930 р.).</a:t>
          </a:r>
          <a:endParaRPr lang="uk-UA" sz="1600" kern="1200"/>
        </a:p>
        <a:p>
          <a:pPr marL="171450" lvl="1" indent="-171450" algn="l" defTabSz="711200">
            <a:lnSpc>
              <a:spcPct val="90000"/>
            </a:lnSpc>
            <a:spcBef>
              <a:spcPct val="0"/>
            </a:spcBef>
            <a:spcAft>
              <a:spcPct val="15000"/>
            </a:spcAft>
            <a:buChar char="•"/>
          </a:pPr>
          <a:r>
            <a:rPr lang="uk-UA" sz="1600" b="0" i="0" kern="1200"/>
            <a:t>насильницької колективізації (1929–1937 рр.).</a:t>
          </a:r>
          <a:endParaRPr lang="uk-UA" sz="1600" kern="1200"/>
        </a:p>
      </dsp:txBody>
      <dsp:txXfrm rot="-5400000">
        <a:off x="1908344" y="434429"/>
        <a:ext cx="3270600" cy="2255342"/>
      </dsp:txXfrm>
    </dsp:sp>
    <dsp:sp modelId="{D5E5DF5C-EA42-4E6C-9400-059C5353A229}">
      <dsp:nvSpPr>
        <dsp:cNvPr id="0" name=""/>
        <dsp:cNvSpPr/>
      </dsp:nvSpPr>
      <dsp:spPr>
        <a:xfrm>
          <a:off x="0" y="0"/>
          <a:ext cx="1908343" cy="31242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41910" rIns="83820" bIns="41910" numCol="1" spcCol="1270" anchor="ctr" anchorCtr="0">
          <a:noAutofit/>
        </a:bodyPr>
        <a:lstStyle/>
        <a:p>
          <a:pPr marL="0" lvl="0" indent="0" algn="ctr" defTabSz="977900">
            <a:lnSpc>
              <a:spcPct val="90000"/>
            </a:lnSpc>
            <a:spcBef>
              <a:spcPct val="0"/>
            </a:spcBef>
            <a:spcAft>
              <a:spcPct val="35000"/>
            </a:spcAft>
            <a:buNone/>
          </a:pPr>
          <a:r>
            <a:rPr lang="ru-RU" sz="2200" b="0" i="0" kern="1200"/>
            <a:t>Автор художніми засобами відобразив трагізм подій</a:t>
          </a:r>
          <a:endParaRPr lang="uk-UA" sz="2200" kern="1200"/>
        </a:p>
      </dsp:txBody>
      <dsp:txXfrm>
        <a:off x="93158" y="93158"/>
        <a:ext cx="1722027" cy="293788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398C4A-A45E-4EB7-8318-082363A2B3A9}">
      <dsp:nvSpPr>
        <dsp:cNvPr id="0" name=""/>
        <dsp:cNvSpPr/>
      </dsp:nvSpPr>
      <dsp:spPr>
        <a:xfrm rot="10800000">
          <a:off x="976407" y="0"/>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83820" rIns="156464" bIns="83820" numCol="1" spcCol="1270" anchor="ctr" anchorCtr="0">
          <a:noAutofit/>
        </a:bodyPr>
        <a:lstStyle/>
        <a:p>
          <a:pPr marL="0" lvl="0" indent="0" algn="ctr" defTabSz="977900">
            <a:lnSpc>
              <a:spcPct val="90000"/>
            </a:lnSpc>
            <a:spcBef>
              <a:spcPct val="0"/>
            </a:spcBef>
            <a:spcAft>
              <a:spcPct val="35000"/>
            </a:spcAft>
            <a:buNone/>
          </a:pPr>
          <a:r>
            <a:rPr lang="ru-RU" sz="2200" b="0" i="0" kern="1200"/>
            <a:t>Й. Сліпого.</a:t>
          </a:r>
          <a:endParaRPr lang="uk-UA" sz="2200" kern="1200"/>
        </a:p>
      </dsp:txBody>
      <dsp:txXfrm rot="10800000">
        <a:off x="1135951" y="0"/>
        <a:ext cx="3083528" cy="638175"/>
      </dsp:txXfrm>
    </dsp:sp>
    <dsp:sp modelId="{11690090-D5C6-433D-9EFA-50EA1311AEA9}">
      <dsp:nvSpPr>
        <dsp:cNvPr id="0" name=""/>
        <dsp:cNvSpPr/>
      </dsp:nvSpPr>
      <dsp:spPr>
        <a:xfrm>
          <a:off x="657320" y="0"/>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F9BE4F3-6030-4540-AAE1-73665FD7D871}">
      <dsp:nvSpPr>
        <dsp:cNvPr id="0" name=""/>
        <dsp:cNvSpPr/>
      </dsp:nvSpPr>
      <dsp:spPr>
        <a:xfrm rot="10800000">
          <a:off x="976407" y="828674"/>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83820" rIns="156464" bIns="83820" numCol="1" spcCol="1270" anchor="ctr" anchorCtr="0">
          <a:noAutofit/>
        </a:bodyPr>
        <a:lstStyle/>
        <a:p>
          <a:pPr marL="0" lvl="0" indent="0" algn="ctr" defTabSz="977900">
            <a:lnSpc>
              <a:spcPct val="90000"/>
            </a:lnSpc>
            <a:spcBef>
              <a:spcPct val="0"/>
            </a:spcBef>
            <a:spcAft>
              <a:spcPct val="35000"/>
            </a:spcAft>
            <a:buNone/>
          </a:pPr>
          <a:r>
            <a:rPr lang="ru-RU" sz="2200" b="0" i="0" kern="1200"/>
            <a:t>С. Скрипника.</a:t>
          </a:r>
          <a:endParaRPr lang="uk-UA" sz="2200" kern="1200"/>
        </a:p>
      </dsp:txBody>
      <dsp:txXfrm rot="10800000">
        <a:off x="1135951" y="828674"/>
        <a:ext cx="3083528" cy="638175"/>
      </dsp:txXfrm>
    </dsp:sp>
    <dsp:sp modelId="{CC979CF2-5F45-4CE4-8EFB-2F3BF95E17AD}">
      <dsp:nvSpPr>
        <dsp:cNvPr id="0" name=""/>
        <dsp:cNvSpPr/>
      </dsp:nvSpPr>
      <dsp:spPr>
        <a:xfrm>
          <a:off x="657320" y="828674"/>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643C09D-0227-495A-90CB-D8EEEE0B06AF}">
      <dsp:nvSpPr>
        <dsp:cNvPr id="0" name=""/>
        <dsp:cNvSpPr/>
      </dsp:nvSpPr>
      <dsp:spPr>
        <a:xfrm rot="10800000">
          <a:off x="976407" y="1657349"/>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83820" rIns="156464" bIns="83820" numCol="1" spcCol="1270" anchor="ctr" anchorCtr="0">
          <a:noAutofit/>
        </a:bodyPr>
        <a:lstStyle/>
        <a:p>
          <a:pPr marL="0" lvl="0" indent="0" algn="ctr" defTabSz="977900">
            <a:lnSpc>
              <a:spcPct val="90000"/>
            </a:lnSpc>
            <a:spcBef>
              <a:spcPct val="0"/>
            </a:spcBef>
            <a:spcAft>
              <a:spcPct val="35000"/>
            </a:spcAft>
            <a:buNone/>
          </a:pPr>
          <a:r>
            <a:rPr lang="ru-RU" sz="2200" b="0" i="0" kern="1200"/>
            <a:t>В. Липківського.</a:t>
          </a:r>
          <a:endParaRPr lang="uk-UA" sz="2200" kern="1200"/>
        </a:p>
      </dsp:txBody>
      <dsp:txXfrm rot="10800000">
        <a:off x="1135951" y="1657349"/>
        <a:ext cx="3083528" cy="638175"/>
      </dsp:txXfrm>
    </dsp:sp>
    <dsp:sp modelId="{CC2F9FDC-AD27-49D5-8EB0-495E95C7E3F8}">
      <dsp:nvSpPr>
        <dsp:cNvPr id="0" name=""/>
        <dsp:cNvSpPr/>
      </dsp:nvSpPr>
      <dsp:spPr>
        <a:xfrm>
          <a:off x="657320" y="1657349"/>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2D24E07-84FD-4297-B249-A6A18AE9FD0B}">
      <dsp:nvSpPr>
        <dsp:cNvPr id="0" name=""/>
        <dsp:cNvSpPr/>
      </dsp:nvSpPr>
      <dsp:spPr>
        <a:xfrm rot="10800000">
          <a:off x="976407" y="2486025"/>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83820" rIns="156464" bIns="83820" numCol="1" spcCol="1270" anchor="ctr" anchorCtr="0">
          <a:noAutofit/>
        </a:bodyPr>
        <a:lstStyle/>
        <a:p>
          <a:pPr marL="0" lvl="0" indent="0" algn="ctr" defTabSz="977900">
            <a:lnSpc>
              <a:spcPct val="90000"/>
            </a:lnSpc>
            <a:spcBef>
              <a:spcPct val="0"/>
            </a:spcBef>
            <a:spcAft>
              <a:spcPct val="35000"/>
            </a:spcAft>
            <a:buNone/>
          </a:pPr>
          <a:r>
            <a:rPr lang="ru-RU" sz="2200" b="0" i="0" kern="1200"/>
            <a:t>А. Шептицького.</a:t>
          </a:r>
          <a:endParaRPr lang="uk-UA" sz="2200" kern="1200"/>
        </a:p>
      </dsp:txBody>
      <dsp:txXfrm rot="10800000">
        <a:off x="1135951" y="2486025"/>
        <a:ext cx="3083528" cy="638175"/>
      </dsp:txXfrm>
    </dsp:sp>
    <dsp:sp modelId="{820596D7-075A-4D68-B4C3-2BA1AB684FAE}">
      <dsp:nvSpPr>
        <dsp:cNvPr id="0" name=""/>
        <dsp:cNvSpPr/>
      </dsp:nvSpPr>
      <dsp:spPr>
        <a:xfrm>
          <a:off x="657320" y="2486025"/>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C2F993-F5B2-44B9-B9F4-E97AC8F28879}">
      <dsp:nvSpPr>
        <dsp:cNvPr id="0" name=""/>
        <dsp:cNvSpPr/>
      </dsp:nvSpPr>
      <dsp:spPr>
        <a:xfrm>
          <a:off x="0" y="97979"/>
          <a:ext cx="4876800" cy="67158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a:t>Василь Липківський.</a:t>
          </a:r>
          <a:endParaRPr lang="uk-UA" sz="2800" kern="1200"/>
        </a:p>
      </dsp:txBody>
      <dsp:txXfrm>
        <a:off x="32784" y="130763"/>
        <a:ext cx="4811232" cy="606012"/>
      </dsp:txXfrm>
    </dsp:sp>
    <dsp:sp modelId="{2A570020-FDFA-41B8-B62B-2628D20C6935}">
      <dsp:nvSpPr>
        <dsp:cNvPr id="0" name=""/>
        <dsp:cNvSpPr/>
      </dsp:nvSpPr>
      <dsp:spPr>
        <a:xfrm>
          <a:off x="0" y="850200"/>
          <a:ext cx="4876800" cy="67158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a:t>Сергій Єфремов.</a:t>
          </a:r>
          <a:endParaRPr lang="uk-UA" sz="2800" kern="1200"/>
        </a:p>
      </dsp:txBody>
      <dsp:txXfrm>
        <a:off x="32784" y="882984"/>
        <a:ext cx="4811232" cy="606012"/>
      </dsp:txXfrm>
    </dsp:sp>
    <dsp:sp modelId="{ED4A946D-D26B-42BA-B571-446F57A142D1}">
      <dsp:nvSpPr>
        <dsp:cNvPr id="0" name=""/>
        <dsp:cNvSpPr/>
      </dsp:nvSpPr>
      <dsp:spPr>
        <a:xfrm>
          <a:off x="0" y="1602420"/>
          <a:ext cx="4876800" cy="67158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a:t>Петро Болбочан.</a:t>
          </a:r>
          <a:endParaRPr lang="uk-UA" sz="2800" kern="1200"/>
        </a:p>
      </dsp:txBody>
      <dsp:txXfrm>
        <a:off x="32784" y="1635204"/>
        <a:ext cx="4811232" cy="606012"/>
      </dsp:txXfrm>
    </dsp:sp>
    <dsp:sp modelId="{122355D6-7847-4D2A-877B-2AB12E70A64E}">
      <dsp:nvSpPr>
        <dsp:cNvPr id="0" name=""/>
        <dsp:cNvSpPr/>
      </dsp:nvSpPr>
      <dsp:spPr>
        <a:xfrm>
          <a:off x="0" y="2354640"/>
          <a:ext cx="4876800" cy="67158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ru-RU" sz="2800" b="0" i="0" kern="1200"/>
            <a:t>Володимир Вернадський</a:t>
          </a:r>
          <a:endParaRPr lang="uk-UA" sz="2800" kern="1200"/>
        </a:p>
      </dsp:txBody>
      <dsp:txXfrm>
        <a:off x="32784" y="2387424"/>
        <a:ext cx="4811232" cy="606012"/>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11766E-9269-4257-9581-4D03C3B8FF44}">
      <dsp:nvSpPr>
        <dsp:cNvPr id="0" name=""/>
        <dsp:cNvSpPr/>
      </dsp:nvSpPr>
      <dsp:spPr>
        <a:xfrm>
          <a:off x="0" y="5226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толерантним ставленням до релігійних вірувань українців.</a:t>
          </a:r>
          <a:endParaRPr lang="uk-UA" sz="1800" kern="1200"/>
        </a:p>
      </dsp:txBody>
      <dsp:txXfrm>
        <a:off x="34954" y="87214"/>
        <a:ext cx="4806892" cy="646132"/>
      </dsp:txXfrm>
    </dsp:sp>
    <dsp:sp modelId="{10EA1914-0D4E-4357-ADFD-BB4C387A942F}">
      <dsp:nvSpPr>
        <dsp:cNvPr id="0" name=""/>
        <dsp:cNvSpPr/>
      </dsp:nvSpPr>
      <dsp:spPr>
        <a:xfrm>
          <a:off x="0" y="82014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використанням церкви в поширенні комуністичних ідей.</a:t>
          </a:r>
          <a:endParaRPr lang="uk-UA" sz="1800" kern="1200"/>
        </a:p>
      </dsp:txBody>
      <dsp:txXfrm>
        <a:off x="34954" y="855094"/>
        <a:ext cx="4806892" cy="646132"/>
      </dsp:txXfrm>
    </dsp:sp>
    <dsp:sp modelId="{D0114498-15BE-4E45-9C22-63E5BD4F45F0}">
      <dsp:nvSpPr>
        <dsp:cNvPr id="0" name=""/>
        <dsp:cNvSpPr/>
      </dsp:nvSpPr>
      <dsp:spPr>
        <a:xfrm>
          <a:off x="0" y="158802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сприянням розвитку релігійної свідомості як основи народного життя.</a:t>
          </a:r>
          <a:endParaRPr lang="uk-UA" sz="1800" kern="1200"/>
        </a:p>
      </dsp:txBody>
      <dsp:txXfrm>
        <a:off x="34954" y="1622974"/>
        <a:ext cx="4806892" cy="646132"/>
      </dsp:txXfrm>
    </dsp:sp>
    <dsp:sp modelId="{8AC8BF2B-9CA8-4F85-9A40-7C03176FAD91}">
      <dsp:nvSpPr>
        <dsp:cNvPr id="0" name=""/>
        <dsp:cNvSpPr/>
      </dsp:nvSpPr>
      <dsp:spPr>
        <a:xfrm>
          <a:off x="0" y="235590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намаганням послабити та розколоти Російську православну церкву</a:t>
          </a:r>
          <a:endParaRPr lang="uk-UA" sz="1800" kern="1200"/>
        </a:p>
      </dsp:txBody>
      <dsp:txXfrm>
        <a:off x="34954" y="2390854"/>
        <a:ext cx="4806892" cy="646132"/>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709A0A-4EDD-4845-B6E4-9A14334C1B87}">
      <dsp:nvSpPr>
        <dsp:cNvPr id="0" name=""/>
        <dsp:cNvSpPr/>
      </dsp:nvSpPr>
      <dsp:spPr>
        <a:xfrm>
          <a:off x="0" y="45689"/>
          <a:ext cx="4876800" cy="69556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ru-RU" sz="2900" b="0" i="0" kern="1200"/>
            <a:t>П. Саксаганський.</a:t>
          </a:r>
          <a:endParaRPr lang="uk-UA" sz="2900" kern="1200"/>
        </a:p>
      </dsp:txBody>
      <dsp:txXfrm>
        <a:off x="33955" y="79644"/>
        <a:ext cx="4808890" cy="627655"/>
      </dsp:txXfrm>
    </dsp:sp>
    <dsp:sp modelId="{71804629-A554-49F8-818A-A833ECC4EFCB}">
      <dsp:nvSpPr>
        <dsp:cNvPr id="0" name=""/>
        <dsp:cNvSpPr/>
      </dsp:nvSpPr>
      <dsp:spPr>
        <a:xfrm>
          <a:off x="0" y="824774"/>
          <a:ext cx="4876800" cy="69556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ru-RU" sz="2900" b="0" i="0" kern="1200"/>
            <a:t>А. Бучма.</a:t>
          </a:r>
          <a:endParaRPr lang="uk-UA" sz="2900" kern="1200"/>
        </a:p>
      </dsp:txBody>
      <dsp:txXfrm>
        <a:off x="33955" y="858729"/>
        <a:ext cx="4808890" cy="627655"/>
      </dsp:txXfrm>
    </dsp:sp>
    <dsp:sp modelId="{F97AD359-5CE1-4D92-8247-28F8E4D63C33}">
      <dsp:nvSpPr>
        <dsp:cNvPr id="0" name=""/>
        <dsp:cNvSpPr/>
      </dsp:nvSpPr>
      <dsp:spPr>
        <a:xfrm>
          <a:off x="0" y="1603859"/>
          <a:ext cx="4876800" cy="69556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ru-RU" sz="2900" b="0" i="0" kern="1200"/>
            <a:t>Л. Курбас.</a:t>
          </a:r>
          <a:endParaRPr lang="uk-UA" sz="2900" kern="1200"/>
        </a:p>
      </dsp:txBody>
      <dsp:txXfrm>
        <a:off x="33955" y="1637814"/>
        <a:ext cx="4808890" cy="627655"/>
      </dsp:txXfrm>
    </dsp:sp>
    <dsp:sp modelId="{19246474-3A9E-41C1-9A22-91B6BA3A6856}">
      <dsp:nvSpPr>
        <dsp:cNvPr id="0" name=""/>
        <dsp:cNvSpPr/>
      </dsp:nvSpPr>
      <dsp:spPr>
        <a:xfrm>
          <a:off x="0" y="2382945"/>
          <a:ext cx="4876800" cy="69556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ru-RU" sz="2900" b="0" i="0" kern="1200"/>
            <a:t>О. Сердюк.</a:t>
          </a:r>
          <a:endParaRPr lang="uk-UA" sz="2900" kern="1200"/>
        </a:p>
      </dsp:txBody>
      <dsp:txXfrm>
        <a:off x="33955" y="2416900"/>
        <a:ext cx="4808890" cy="62765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634455-D34C-4668-8358-8DEB58E2EEDE}">
      <dsp:nvSpPr>
        <dsp:cNvPr id="0" name=""/>
        <dsp:cNvSpPr/>
      </dsp:nvSpPr>
      <dsp:spPr>
        <a:xfrm>
          <a:off x="0" y="241800"/>
          <a:ext cx="4876800" cy="12987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1" kern="1200"/>
            <a:t>«…необхідно відзначити, що Волинська і Київська губернії беруться як приклади найбільш успішного проведення політики українізації, а Донецька – як найбільш відстала в цьому відношенні губернія…»</a:t>
          </a:r>
          <a:endParaRPr lang="uk-UA" sz="1500" kern="1200"/>
        </a:p>
      </dsp:txBody>
      <dsp:txXfrm>
        <a:off x="63397" y="305197"/>
        <a:ext cx="4750006" cy="1171906"/>
      </dsp:txXfrm>
    </dsp:sp>
    <dsp:sp modelId="{BD8D99DE-D343-4660-8269-041401A56CC6}">
      <dsp:nvSpPr>
        <dsp:cNvPr id="0" name=""/>
        <dsp:cNvSpPr/>
      </dsp:nvSpPr>
      <dsp:spPr>
        <a:xfrm>
          <a:off x="0" y="1583700"/>
          <a:ext cx="4876800" cy="12987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uk-UA" sz="1500" b="0" i="1" kern="1200"/>
            <a:t>«…кінець малоросійському епігонству і провінційності, українське мистецтво прилучається до світового, і, в першу чергу, до західноєвропейського; Українське мистецтво … започатковує нове велике культурне коло…»</a:t>
          </a:r>
          <a:endParaRPr lang="uk-UA" sz="1500" kern="1200"/>
        </a:p>
      </dsp:txBody>
      <dsp:txXfrm>
        <a:off x="63397" y="1647097"/>
        <a:ext cx="4750006" cy="117190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1D3AEF-3050-4BF4-9050-ED6164E1C04C}">
      <dsp:nvSpPr>
        <dsp:cNvPr id="0" name=""/>
        <dsp:cNvSpPr/>
      </dsp:nvSpPr>
      <dsp:spPr>
        <a:xfrm>
          <a:off x="0" y="241799"/>
          <a:ext cx="4876800" cy="12987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u-RU" sz="1500" b="0" i="1" kern="1200"/>
            <a:t>«…мені здається, що переклад повісті “Мати” на українську говірку не потрібен. Мене дуже дивує той факт, що люди […] прагнуть зробити говірку мовою, пригноблюють тих великоросів, які є меншиною в області цієї говірки…»</a:t>
          </a:r>
          <a:endParaRPr lang="uk-UA" sz="1500" kern="1200"/>
        </a:p>
      </dsp:txBody>
      <dsp:txXfrm>
        <a:off x="63397" y="305196"/>
        <a:ext cx="4750006" cy="1171906"/>
      </dsp:txXfrm>
    </dsp:sp>
    <dsp:sp modelId="{D69123D8-582F-4107-991F-88D11948EEDA}">
      <dsp:nvSpPr>
        <dsp:cNvPr id="0" name=""/>
        <dsp:cNvSpPr/>
      </dsp:nvSpPr>
      <dsp:spPr>
        <a:xfrm>
          <a:off x="0" y="1583700"/>
          <a:ext cx="4876800" cy="129870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ru-RU" sz="1500" b="0" i="1" kern="1200"/>
            <a:t>«…на Україні […] культура міста є російська, а культура села – українська. Поставити собі завдання активно українізувати партію, це значить стати на точку зору нижчої культури села, порівняно з вищою культурою міста…»</a:t>
          </a:r>
          <a:endParaRPr lang="uk-UA" sz="1500" kern="1200"/>
        </a:p>
      </dsp:txBody>
      <dsp:txXfrm>
        <a:off x="63397" y="1647097"/>
        <a:ext cx="4750006" cy="117190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7E3DA4-F4B0-43DD-A8ED-1A27D3F7048E}">
      <dsp:nvSpPr>
        <dsp:cNvPr id="0" name=""/>
        <dsp:cNvSpPr/>
      </dsp:nvSpPr>
      <dsp:spPr>
        <a:xfrm>
          <a:off x="0" y="45689"/>
          <a:ext cx="4876800" cy="69556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ru-RU" sz="2900" b="0" i="0" kern="1200"/>
            <a:t>М. Хвильового</a:t>
          </a:r>
          <a:endParaRPr lang="uk-UA" sz="2900" kern="1200"/>
        </a:p>
      </dsp:txBody>
      <dsp:txXfrm>
        <a:off x="33955" y="79644"/>
        <a:ext cx="4808890" cy="627655"/>
      </dsp:txXfrm>
    </dsp:sp>
    <dsp:sp modelId="{5ECEE27F-391E-4818-99D2-EE8CAADE38F1}">
      <dsp:nvSpPr>
        <dsp:cNvPr id="0" name=""/>
        <dsp:cNvSpPr/>
      </dsp:nvSpPr>
      <dsp:spPr>
        <a:xfrm>
          <a:off x="0" y="824774"/>
          <a:ext cx="4876800" cy="69556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ru-RU" sz="2900" b="0" i="0" kern="1200"/>
            <a:t>М. Волобуєва</a:t>
          </a:r>
          <a:endParaRPr lang="uk-UA" sz="2900" kern="1200"/>
        </a:p>
      </dsp:txBody>
      <dsp:txXfrm>
        <a:off x="33955" y="858729"/>
        <a:ext cx="4808890" cy="627655"/>
      </dsp:txXfrm>
    </dsp:sp>
    <dsp:sp modelId="{3B08EB93-95E3-4A63-B566-C5B5A188391A}">
      <dsp:nvSpPr>
        <dsp:cNvPr id="0" name=""/>
        <dsp:cNvSpPr/>
      </dsp:nvSpPr>
      <dsp:spPr>
        <a:xfrm>
          <a:off x="0" y="1603859"/>
          <a:ext cx="4876800" cy="69556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ru-RU" sz="2900" b="0" i="0" kern="1200"/>
            <a:t>М. Бойчука</a:t>
          </a:r>
          <a:endParaRPr lang="uk-UA" sz="2900" kern="1200"/>
        </a:p>
      </dsp:txBody>
      <dsp:txXfrm>
        <a:off x="33955" y="1637814"/>
        <a:ext cx="4808890" cy="627655"/>
      </dsp:txXfrm>
    </dsp:sp>
    <dsp:sp modelId="{92B1BEB4-6F03-4D3F-A30A-5F440330CA3C}">
      <dsp:nvSpPr>
        <dsp:cNvPr id="0" name=""/>
        <dsp:cNvSpPr/>
      </dsp:nvSpPr>
      <dsp:spPr>
        <a:xfrm>
          <a:off x="0" y="2382945"/>
          <a:ext cx="4876800" cy="69556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ru-RU" sz="2900" b="0" i="0" kern="1200"/>
            <a:t>М. Скрипника</a:t>
          </a:r>
          <a:endParaRPr lang="uk-UA" sz="2900" kern="1200"/>
        </a:p>
      </dsp:txBody>
      <dsp:txXfrm>
        <a:off x="33955" y="2416900"/>
        <a:ext cx="4808890" cy="627655"/>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DE35D8-511B-4374-9103-18D3C3ECADB3}">
      <dsp:nvSpPr>
        <dsp:cNvPr id="0" name=""/>
        <dsp:cNvSpPr/>
      </dsp:nvSpPr>
      <dsp:spPr>
        <a:xfrm>
          <a:off x="0" y="307140"/>
          <a:ext cx="4876800" cy="57563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uk-UA" sz="2400" b="0" i="0" kern="1200"/>
            <a:t>«воєнного комунізму».</a:t>
          </a:r>
          <a:endParaRPr lang="uk-UA" sz="2400" kern="1200"/>
        </a:p>
      </dsp:txBody>
      <dsp:txXfrm>
        <a:off x="28100" y="335240"/>
        <a:ext cx="4820600" cy="519439"/>
      </dsp:txXfrm>
    </dsp:sp>
    <dsp:sp modelId="{3E96433A-9983-41EA-8DFD-97DC107BEB62}">
      <dsp:nvSpPr>
        <dsp:cNvPr id="0" name=""/>
        <dsp:cNvSpPr/>
      </dsp:nvSpPr>
      <dsp:spPr>
        <a:xfrm>
          <a:off x="0" y="951900"/>
          <a:ext cx="4876800" cy="57563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uk-UA" sz="2400" b="0" i="0" kern="1200"/>
            <a:t>«суцільної колективізації».</a:t>
          </a:r>
          <a:endParaRPr lang="uk-UA" sz="2400" kern="1200"/>
        </a:p>
      </dsp:txBody>
      <dsp:txXfrm>
        <a:off x="28100" y="980000"/>
        <a:ext cx="4820600" cy="519439"/>
      </dsp:txXfrm>
    </dsp:sp>
    <dsp:sp modelId="{8C09648C-EE90-42C7-804E-7A6456AC3935}">
      <dsp:nvSpPr>
        <dsp:cNvPr id="0" name=""/>
        <dsp:cNvSpPr/>
      </dsp:nvSpPr>
      <dsp:spPr>
        <a:xfrm>
          <a:off x="0" y="1596660"/>
          <a:ext cx="4876800" cy="57563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uk-UA" sz="2400" b="0" i="0" kern="1200"/>
            <a:t>«форсованої індустріалізації».</a:t>
          </a:r>
          <a:endParaRPr lang="uk-UA" sz="2400" kern="1200"/>
        </a:p>
      </dsp:txBody>
      <dsp:txXfrm>
        <a:off x="28100" y="1624760"/>
        <a:ext cx="4820600" cy="519439"/>
      </dsp:txXfrm>
    </dsp:sp>
    <dsp:sp modelId="{D4C86459-5F8A-4DA8-9CB2-F24165FDE719}">
      <dsp:nvSpPr>
        <dsp:cNvPr id="0" name=""/>
        <dsp:cNvSpPr/>
      </dsp:nvSpPr>
      <dsp:spPr>
        <a:xfrm>
          <a:off x="0" y="2241420"/>
          <a:ext cx="4876800" cy="57563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uk-UA" sz="2400" b="0" i="0" kern="1200"/>
            <a:t>«нової економічної політики».</a:t>
          </a:r>
          <a:endParaRPr lang="uk-UA" sz="2400" kern="1200"/>
        </a:p>
      </dsp:txBody>
      <dsp:txXfrm>
        <a:off x="28100" y="2269520"/>
        <a:ext cx="4820600" cy="519439"/>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E78107-79BC-4467-933F-F04E9ED1EAB4}">
      <dsp:nvSpPr>
        <dsp:cNvPr id="0" name=""/>
        <dsp:cNvSpPr/>
      </dsp:nvSpPr>
      <dsp:spPr>
        <a:xfrm>
          <a:off x="0" y="202559"/>
          <a:ext cx="4876800" cy="62361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ru-RU" sz="2600" b="0" i="0" kern="1200"/>
            <a:t>«воєнного комунізму».</a:t>
          </a:r>
          <a:endParaRPr lang="uk-UA" sz="2600" kern="1200"/>
        </a:p>
      </dsp:txBody>
      <dsp:txXfrm>
        <a:off x="30442" y="233001"/>
        <a:ext cx="4815916" cy="562726"/>
      </dsp:txXfrm>
    </dsp:sp>
    <dsp:sp modelId="{A3F7A8A4-0742-4573-91EC-EB5107B91EDC}">
      <dsp:nvSpPr>
        <dsp:cNvPr id="0" name=""/>
        <dsp:cNvSpPr/>
      </dsp:nvSpPr>
      <dsp:spPr>
        <a:xfrm>
          <a:off x="0" y="901050"/>
          <a:ext cx="4876800" cy="62361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ru-RU" sz="2600" b="0" i="0" kern="1200"/>
            <a:t>нової економічної політики.</a:t>
          </a:r>
          <a:endParaRPr lang="uk-UA" sz="2600" kern="1200"/>
        </a:p>
      </dsp:txBody>
      <dsp:txXfrm>
        <a:off x="30442" y="931492"/>
        <a:ext cx="4815916" cy="562726"/>
      </dsp:txXfrm>
    </dsp:sp>
    <dsp:sp modelId="{1461AD6F-AA2B-481A-91C1-EA5E7620EEA0}">
      <dsp:nvSpPr>
        <dsp:cNvPr id="0" name=""/>
        <dsp:cNvSpPr/>
      </dsp:nvSpPr>
      <dsp:spPr>
        <a:xfrm>
          <a:off x="0" y="1599540"/>
          <a:ext cx="4876800" cy="62361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ru-RU" sz="2600" b="0" i="0" kern="1200"/>
            <a:t>«Великого перелому».</a:t>
          </a:r>
          <a:endParaRPr lang="uk-UA" sz="2600" kern="1200"/>
        </a:p>
      </dsp:txBody>
      <dsp:txXfrm>
        <a:off x="30442" y="1629982"/>
        <a:ext cx="4815916" cy="562726"/>
      </dsp:txXfrm>
    </dsp:sp>
    <dsp:sp modelId="{D318D0DD-BD5B-4568-9184-AA9CAE0CC6E3}">
      <dsp:nvSpPr>
        <dsp:cNvPr id="0" name=""/>
        <dsp:cNvSpPr/>
      </dsp:nvSpPr>
      <dsp:spPr>
        <a:xfrm>
          <a:off x="0" y="2298030"/>
          <a:ext cx="4876800" cy="62361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ru-RU" sz="2600" b="0" i="0" kern="1200"/>
            <a:t>«Великого терору»</a:t>
          </a:r>
          <a:endParaRPr lang="uk-UA" sz="2600" kern="1200"/>
        </a:p>
      </dsp:txBody>
      <dsp:txXfrm>
        <a:off x="30442" y="2328472"/>
        <a:ext cx="4815916" cy="562726"/>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844608-3A34-44EE-9CF2-BF38990D2C69}">
      <dsp:nvSpPr>
        <dsp:cNvPr id="0" name=""/>
        <dsp:cNvSpPr/>
      </dsp:nvSpPr>
      <dsp:spPr>
        <a:xfrm>
          <a:off x="0" y="5226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масовій утечі селян із місць постійного проживання.</a:t>
          </a:r>
          <a:endParaRPr lang="uk-UA" sz="1800" kern="1200"/>
        </a:p>
      </dsp:txBody>
      <dsp:txXfrm>
        <a:off x="34954" y="87214"/>
        <a:ext cx="4806892" cy="646132"/>
      </dsp:txXfrm>
    </dsp:sp>
    <dsp:sp modelId="{583F6979-4C28-4FF1-AEDE-C37DA88D785C}">
      <dsp:nvSpPr>
        <dsp:cNvPr id="0" name=""/>
        <dsp:cNvSpPr/>
      </dsp:nvSpPr>
      <dsp:spPr>
        <a:xfrm>
          <a:off x="0" y="82014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відбудові народного господарства республіки.</a:t>
          </a:r>
          <a:endParaRPr lang="uk-UA" sz="1800" kern="1200"/>
        </a:p>
      </dsp:txBody>
      <dsp:txXfrm>
        <a:off x="34954" y="855094"/>
        <a:ext cx="4806892" cy="646132"/>
      </dsp:txXfrm>
    </dsp:sp>
    <dsp:sp modelId="{5762C2BD-0310-4494-AA5A-6FE89577B4A7}">
      <dsp:nvSpPr>
        <dsp:cNvPr id="0" name=""/>
        <dsp:cNvSpPr/>
      </dsp:nvSpPr>
      <dsp:spPr>
        <a:xfrm>
          <a:off x="0" y="158802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досягненню економічної незалежності республіки.</a:t>
          </a:r>
          <a:endParaRPr lang="uk-UA" sz="1800" kern="1200"/>
        </a:p>
      </dsp:txBody>
      <dsp:txXfrm>
        <a:off x="34954" y="1622974"/>
        <a:ext cx="4806892" cy="646132"/>
      </dsp:txXfrm>
    </dsp:sp>
    <dsp:sp modelId="{FE6C0043-0CC8-4E42-B28C-275089B58C8C}">
      <dsp:nvSpPr>
        <dsp:cNvPr id="0" name=""/>
        <dsp:cNvSpPr/>
      </dsp:nvSpPr>
      <dsp:spPr>
        <a:xfrm>
          <a:off x="0" y="235590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появі в суспільстві прошарку «нової буржуазії».</a:t>
          </a:r>
          <a:endParaRPr lang="uk-UA" sz="1800" kern="1200"/>
        </a:p>
      </dsp:txBody>
      <dsp:txXfrm>
        <a:off x="34954" y="2390854"/>
        <a:ext cx="4806892" cy="646132"/>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FD43FF-43F6-4BFC-AFE5-D4546EE5FD19}">
      <dsp:nvSpPr>
        <dsp:cNvPr id="0" name=""/>
        <dsp:cNvSpPr/>
      </dsp:nvSpPr>
      <dsp:spPr>
        <a:xfrm>
          <a:off x="0" y="248550"/>
          <a:ext cx="4876800"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здійсненню форсованої індустріалізації.</a:t>
          </a:r>
          <a:endParaRPr lang="uk-UA" sz="2100" kern="1200"/>
        </a:p>
      </dsp:txBody>
      <dsp:txXfrm>
        <a:off x="40780" y="289330"/>
        <a:ext cx="4795240" cy="753819"/>
      </dsp:txXfrm>
    </dsp:sp>
    <dsp:sp modelId="{EFA2C872-3015-4351-A93C-9AA8A3466519}">
      <dsp:nvSpPr>
        <dsp:cNvPr id="0" name=""/>
        <dsp:cNvSpPr/>
      </dsp:nvSpPr>
      <dsp:spPr>
        <a:xfrm>
          <a:off x="0" y="1144410"/>
          <a:ext cx="4876800"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ліквідації економічних стимулів розвитку виробництва.</a:t>
          </a:r>
          <a:endParaRPr lang="uk-UA" sz="2100" kern="1200"/>
        </a:p>
      </dsp:txBody>
      <dsp:txXfrm>
        <a:off x="40780" y="1185190"/>
        <a:ext cx="4795240" cy="753819"/>
      </dsp:txXfrm>
    </dsp:sp>
    <dsp:sp modelId="{8385DB70-02A4-494F-9CA6-00B1D1097DAA}">
      <dsp:nvSpPr>
        <dsp:cNvPr id="0" name=""/>
        <dsp:cNvSpPr/>
      </dsp:nvSpPr>
      <dsp:spPr>
        <a:xfrm>
          <a:off x="0" y="2040270"/>
          <a:ext cx="4876800" cy="83537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uk-UA" sz="2100" b="0" i="0" kern="1200"/>
            <a:t>згасанню антирадянського селянського повстанського руху.</a:t>
          </a:r>
          <a:endParaRPr lang="uk-UA" sz="2100" kern="1200"/>
        </a:p>
      </dsp:txBody>
      <dsp:txXfrm>
        <a:off x="40780" y="2081050"/>
        <a:ext cx="4795240" cy="753819"/>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C8DA8F-A500-4251-BF0F-00BBC9A2E52D}">
      <dsp:nvSpPr>
        <dsp:cNvPr id="0" name=""/>
        <dsp:cNvSpPr/>
      </dsp:nvSpPr>
      <dsp:spPr>
        <a:xfrm rot="10800000">
          <a:off x="976407" y="0"/>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110490" rIns="206248" bIns="110490" numCol="1" spcCol="1270" anchor="ctr" anchorCtr="0">
          <a:noAutofit/>
        </a:bodyPr>
        <a:lstStyle/>
        <a:p>
          <a:pPr marL="0" lvl="0" indent="0" algn="ctr" defTabSz="1289050">
            <a:lnSpc>
              <a:spcPct val="90000"/>
            </a:lnSpc>
            <a:spcBef>
              <a:spcPct val="0"/>
            </a:spcBef>
            <a:spcAft>
              <a:spcPct val="35000"/>
            </a:spcAft>
            <a:buNone/>
          </a:pPr>
          <a:r>
            <a:rPr lang="ru-RU" sz="2900" b="0" i="0" kern="1200"/>
            <a:t>1919 р.</a:t>
          </a:r>
          <a:endParaRPr lang="uk-UA" sz="2900" kern="1200"/>
        </a:p>
      </dsp:txBody>
      <dsp:txXfrm rot="10800000">
        <a:off x="1135951" y="0"/>
        <a:ext cx="3083528" cy="638175"/>
      </dsp:txXfrm>
    </dsp:sp>
    <dsp:sp modelId="{7BD46181-8ECC-4EC5-98CA-F3A4C8AF4276}">
      <dsp:nvSpPr>
        <dsp:cNvPr id="0" name=""/>
        <dsp:cNvSpPr/>
      </dsp:nvSpPr>
      <dsp:spPr>
        <a:xfrm>
          <a:off x="657320" y="0"/>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745A22D-A6DF-46D2-B5C4-9C3283E78B0F}">
      <dsp:nvSpPr>
        <dsp:cNvPr id="0" name=""/>
        <dsp:cNvSpPr/>
      </dsp:nvSpPr>
      <dsp:spPr>
        <a:xfrm rot="10800000">
          <a:off x="976407" y="828674"/>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110490" rIns="206248" bIns="110490" numCol="1" spcCol="1270" anchor="ctr" anchorCtr="0">
          <a:noAutofit/>
        </a:bodyPr>
        <a:lstStyle/>
        <a:p>
          <a:pPr marL="0" lvl="0" indent="0" algn="ctr" defTabSz="1289050">
            <a:lnSpc>
              <a:spcPct val="90000"/>
            </a:lnSpc>
            <a:spcBef>
              <a:spcPct val="0"/>
            </a:spcBef>
            <a:spcAft>
              <a:spcPct val="35000"/>
            </a:spcAft>
            <a:buNone/>
          </a:pPr>
          <a:r>
            <a:rPr lang="ru-RU" sz="2900" b="0" i="0" kern="1200"/>
            <a:t>1921 р.</a:t>
          </a:r>
          <a:endParaRPr lang="uk-UA" sz="2900" kern="1200"/>
        </a:p>
      </dsp:txBody>
      <dsp:txXfrm rot="10800000">
        <a:off x="1135951" y="828674"/>
        <a:ext cx="3083528" cy="638175"/>
      </dsp:txXfrm>
    </dsp:sp>
    <dsp:sp modelId="{A3215E94-2F8B-4B89-93BC-511660661581}">
      <dsp:nvSpPr>
        <dsp:cNvPr id="0" name=""/>
        <dsp:cNvSpPr/>
      </dsp:nvSpPr>
      <dsp:spPr>
        <a:xfrm>
          <a:off x="657320" y="828674"/>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A160113-3504-4447-8F63-8A464C40C744}">
      <dsp:nvSpPr>
        <dsp:cNvPr id="0" name=""/>
        <dsp:cNvSpPr/>
      </dsp:nvSpPr>
      <dsp:spPr>
        <a:xfrm rot="10800000">
          <a:off x="976407" y="1657349"/>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110490" rIns="206248" bIns="110490" numCol="1" spcCol="1270" anchor="ctr" anchorCtr="0">
          <a:noAutofit/>
        </a:bodyPr>
        <a:lstStyle/>
        <a:p>
          <a:pPr marL="0" lvl="0" indent="0" algn="ctr" defTabSz="1289050">
            <a:lnSpc>
              <a:spcPct val="90000"/>
            </a:lnSpc>
            <a:spcBef>
              <a:spcPct val="0"/>
            </a:spcBef>
            <a:spcAft>
              <a:spcPct val="35000"/>
            </a:spcAft>
            <a:buNone/>
          </a:pPr>
          <a:r>
            <a:rPr lang="ru-RU" sz="2900" b="0" i="0" kern="1200"/>
            <a:t>1927 р.</a:t>
          </a:r>
          <a:endParaRPr lang="uk-UA" sz="2900" kern="1200"/>
        </a:p>
      </dsp:txBody>
      <dsp:txXfrm rot="10800000">
        <a:off x="1135951" y="1657349"/>
        <a:ext cx="3083528" cy="638175"/>
      </dsp:txXfrm>
    </dsp:sp>
    <dsp:sp modelId="{46042E56-D525-4156-BF04-992DFB75119D}">
      <dsp:nvSpPr>
        <dsp:cNvPr id="0" name=""/>
        <dsp:cNvSpPr/>
      </dsp:nvSpPr>
      <dsp:spPr>
        <a:xfrm>
          <a:off x="657320" y="1657349"/>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8BC670A-1CEB-42D3-8928-9E8168F0A1AA}">
      <dsp:nvSpPr>
        <dsp:cNvPr id="0" name=""/>
        <dsp:cNvSpPr/>
      </dsp:nvSpPr>
      <dsp:spPr>
        <a:xfrm rot="10800000">
          <a:off x="976407" y="2486025"/>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110490" rIns="206248" bIns="110490" numCol="1" spcCol="1270" anchor="ctr" anchorCtr="0">
          <a:noAutofit/>
        </a:bodyPr>
        <a:lstStyle/>
        <a:p>
          <a:pPr marL="0" lvl="0" indent="0" algn="ctr" defTabSz="1289050">
            <a:lnSpc>
              <a:spcPct val="90000"/>
            </a:lnSpc>
            <a:spcBef>
              <a:spcPct val="0"/>
            </a:spcBef>
            <a:spcAft>
              <a:spcPct val="35000"/>
            </a:spcAft>
            <a:buNone/>
          </a:pPr>
          <a:r>
            <a:rPr lang="ru-RU" sz="2900" b="0" i="0" kern="1200"/>
            <a:t>1932 р.</a:t>
          </a:r>
          <a:endParaRPr lang="uk-UA" sz="2900" kern="1200"/>
        </a:p>
      </dsp:txBody>
      <dsp:txXfrm rot="10800000">
        <a:off x="1135951" y="2486025"/>
        <a:ext cx="3083528" cy="638175"/>
      </dsp:txXfrm>
    </dsp:sp>
    <dsp:sp modelId="{271F5593-A8BD-4897-8D8B-7F768708C5D5}">
      <dsp:nvSpPr>
        <dsp:cNvPr id="0" name=""/>
        <dsp:cNvSpPr/>
      </dsp:nvSpPr>
      <dsp:spPr>
        <a:xfrm>
          <a:off x="657320" y="2486025"/>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550D6E-4CF9-4110-9EDD-7D2B4FB75264}">
      <dsp:nvSpPr>
        <dsp:cNvPr id="0" name=""/>
        <dsp:cNvSpPr/>
      </dsp:nvSpPr>
      <dsp:spPr>
        <a:xfrm rot="10800000">
          <a:off x="976407" y="0"/>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64770" rIns="120904" bIns="64770" numCol="1" spcCol="1270" anchor="ctr" anchorCtr="0">
          <a:noAutofit/>
        </a:bodyPr>
        <a:lstStyle/>
        <a:p>
          <a:pPr marL="0" lvl="0" indent="0" algn="ctr" defTabSz="755650">
            <a:lnSpc>
              <a:spcPct val="90000"/>
            </a:lnSpc>
            <a:spcBef>
              <a:spcPct val="0"/>
            </a:spcBef>
            <a:spcAft>
              <a:spcPct val="35000"/>
            </a:spcAft>
            <a:buNone/>
          </a:pPr>
          <a:r>
            <a:rPr lang="ru-RU" sz="1700" b="0" i="0" kern="1200"/>
            <a:t>запровадження політики «коренізації»</a:t>
          </a:r>
          <a:endParaRPr lang="uk-UA" sz="1700" kern="1200"/>
        </a:p>
      </dsp:txBody>
      <dsp:txXfrm rot="10800000">
        <a:off x="1135951" y="0"/>
        <a:ext cx="3083528" cy="638175"/>
      </dsp:txXfrm>
    </dsp:sp>
    <dsp:sp modelId="{F170FF5C-76B9-45C7-A7B3-4E58D5F395EF}">
      <dsp:nvSpPr>
        <dsp:cNvPr id="0" name=""/>
        <dsp:cNvSpPr/>
      </dsp:nvSpPr>
      <dsp:spPr>
        <a:xfrm>
          <a:off x="657320" y="0"/>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9A066C7-6BE4-494E-A986-86F799FD3976}">
      <dsp:nvSpPr>
        <dsp:cNvPr id="0" name=""/>
        <dsp:cNvSpPr/>
      </dsp:nvSpPr>
      <dsp:spPr>
        <a:xfrm rot="10800000">
          <a:off x="976407" y="828675"/>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64770" rIns="120904" bIns="64770" numCol="1" spcCol="1270" anchor="ctr" anchorCtr="0">
          <a:noAutofit/>
        </a:bodyPr>
        <a:lstStyle/>
        <a:p>
          <a:pPr marL="0" lvl="0" indent="0" algn="ctr" defTabSz="755650">
            <a:lnSpc>
              <a:spcPct val="90000"/>
            </a:lnSpc>
            <a:spcBef>
              <a:spcPct val="0"/>
            </a:spcBef>
            <a:spcAft>
              <a:spcPct val="35000"/>
            </a:spcAft>
            <a:buNone/>
          </a:pPr>
          <a:r>
            <a:rPr lang="ru-RU" sz="1700" b="0" i="0" kern="1200"/>
            <a:t>започаткування нової економічної політики</a:t>
          </a:r>
          <a:endParaRPr lang="uk-UA" sz="1700" kern="1200"/>
        </a:p>
      </dsp:txBody>
      <dsp:txXfrm rot="10800000">
        <a:off x="1135951" y="828675"/>
        <a:ext cx="3083528" cy="638175"/>
      </dsp:txXfrm>
    </dsp:sp>
    <dsp:sp modelId="{EBC25A43-CE46-4A6E-98CD-D02C5D94A32F}">
      <dsp:nvSpPr>
        <dsp:cNvPr id="0" name=""/>
        <dsp:cNvSpPr/>
      </dsp:nvSpPr>
      <dsp:spPr>
        <a:xfrm>
          <a:off x="657320" y="828675"/>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2861F91-162B-41E6-BFAA-CA884391A9BE}">
      <dsp:nvSpPr>
        <dsp:cNvPr id="0" name=""/>
        <dsp:cNvSpPr/>
      </dsp:nvSpPr>
      <dsp:spPr>
        <a:xfrm rot="10800000">
          <a:off x="976407" y="1657350"/>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64770" rIns="120904" bIns="64770" numCol="1" spcCol="1270" anchor="ctr" anchorCtr="0">
          <a:noAutofit/>
        </a:bodyPr>
        <a:lstStyle/>
        <a:p>
          <a:pPr marL="0" lvl="0" indent="0" algn="ctr" defTabSz="755650">
            <a:lnSpc>
              <a:spcPct val="90000"/>
            </a:lnSpc>
            <a:spcBef>
              <a:spcPct val="0"/>
            </a:spcBef>
            <a:spcAft>
              <a:spcPct val="35000"/>
            </a:spcAft>
            <a:buNone/>
          </a:pPr>
          <a:r>
            <a:rPr lang="ru-RU" sz="1700" b="0" i="0" kern="1200"/>
            <a:t>створення СРСР</a:t>
          </a:r>
          <a:endParaRPr lang="uk-UA" sz="1700" kern="1200"/>
        </a:p>
      </dsp:txBody>
      <dsp:txXfrm rot="10800000">
        <a:off x="1135951" y="1657350"/>
        <a:ext cx="3083528" cy="638175"/>
      </dsp:txXfrm>
    </dsp:sp>
    <dsp:sp modelId="{52ED05C4-D72A-4FB2-9314-FAC4C88E5E1E}">
      <dsp:nvSpPr>
        <dsp:cNvPr id="0" name=""/>
        <dsp:cNvSpPr/>
      </dsp:nvSpPr>
      <dsp:spPr>
        <a:xfrm>
          <a:off x="657320" y="1657350"/>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ABFBFBF-62B9-4682-84D7-434CF4C3AB17}">
      <dsp:nvSpPr>
        <dsp:cNvPr id="0" name=""/>
        <dsp:cNvSpPr/>
      </dsp:nvSpPr>
      <dsp:spPr>
        <a:xfrm rot="10800000">
          <a:off x="976407" y="2486025"/>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64770" rIns="120904" bIns="64770" numCol="1" spcCol="1270" anchor="ctr" anchorCtr="0">
          <a:noAutofit/>
        </a:bodyPr>
        <a:lstStyle/>
        <a:p>
          <a:pPr marL="0" lvl="0" indent="0" algn="ctr" defTabSz="755650">
            <a:lnSpc>
              <a:spcPct val="90000"/>
            </a:lnSpc>
            <a:spcBef>
              <a:spcPct val="0"/>
            </a:spcBef>
            <a:spcAft>
              <a:spcPct val="35000"/>
            </a:spcAft>
            <a:buNone/>
          </a:pPr>
          <a:r>
            <a:rPr lang="ru-RU" sz="1700" b="0" i="0" kern="1200"/>
            <a:t>початок насильницької колективізац</a:t>
          </a:r>
          <a:endParaRPr lang="uk-UA" sz="1700" kern="1200"/>
        </a:p>
      </dsp:txBody>
      <dsp:txXfrm rot="10800000">
        <a:off x="1135951" y="2486025"/>
        <a:ext cx="3083528" cy="638175"/>
      </dsp:txXfrm>
    </dsp:sp>
    <dsp:sp modelId="{2F7474D3-54FC-4D36-9146-477DECC57DC4}">
      <dsp:nvSpPr>
        <dsp:cNvPr id="0" name=""/>
        <dsp:cNvSpPr/>
      </dsp:nvSpPr>
      <dsp:spPr>
        <a:xfrm>
          <a:off x="657320" y="2486025"/>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7D248C-B03D-4C32-9C67-2B0DEA4C0018}">
      <dsp:nvSpPr>
        <dsp:cNvPr id="0" name=""/>
        <dsp:cNvSpPr/>
      </dsp:nvSpPr>
      <dsp:spPr>
        <a:xfrm>
          <a:off x="0" y="91079"/>
          <a:ext cx="4876800" cy="5561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розгортання спротиву селянства</a:t>
          </a:r>
          <a:endParaRPr lang="uk-UA" sz="1400" kern="1200"/>
        </a:p>
      </dsp:txBody>
      <dsp:txXfrm>
        <a:off x="27149" y="118228"/>
        <a:ext cx="4822502" cy="501854"/>
      </dsp:txXfrm>
    </dsp:sp>
    <dsp:sp modelId="{CF65AE36-0675-45F8-B84E-95CB808C2E82}">
      <dsp:nvSpPr>
        <dsp:cNvPr id="0" name=""/>
        <dsp:cNvSpPr/>
      </dsp:nvSpPr>
      <dsp:spPr>
        <a:xfrm>
          <a:off x="0" y="687551"/>
          <a:ext cx="4876800" cy="5561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обмеження державного суверенітету УСРР</a:t>
          </a:r>
          <a:endParaRPr lang="uk-UA" sz="1400" kern="1200"/>
        </a:p>
      </dsp:txBody>
      <dsp:txXfrm>
        <a:off x="27149" y="714700"/>
        <a:ext cx="4822502" cy="501854"/>
      </dsp:txXfrm>
    </dsp:sp>
    <dsp:sp modelId="{90613CA4-FE79-4E9C-9743-E52B1704CFBB}">
      <dsp:nvSpPr>
        <dsp:cNvPr id="0" name=""/>
        <dsp:cNvSpPr/>
      </dsp:nvSpPr>
      <dsp:spPr>
        <a:xfrm>
          <a:off x="0" y="1284023"/>
          <a:ext cx="4876800" cy="5561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упровадження продподатку</a:t>
          </a:r>
          <a:endParaRPr lang="uk-UA" sz="1400" kern="1200"/>
        </a:p>
      </dsp:txBody>
      <dsp:txXfrm>
        <a:off x="27149" y="1311172"/>
        <a:ext cx="4822502" cy="501854"/>
      </dsp:txXfrm>
    </dsp:sp>
    <dsp:sp modelId="{4B5A53EE-38FD-45DA-8917-3CC0B20CD072}">
      <dsp:nvSpPr>
        <dsp:cNvPr id="0" name=""/>
        <dsp:cNvSpPr/>
      </dsp:nvSpPr>
      <dsp:spPr>
        <a:xfrm>
          <a:off x="0" y="1880496"/>
          <a:ext cx="4876800" cy="5561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широка українізація багатьох сторін життя суспільства</a:t>
          </a:r>
          <a:endParaRPr lang="uk-UA" sz="1400" kern="1200"/>
        </a:p>
      </dsp:txBody>
      <dsp:txXfrm>
        <a:off x="27149" y="1907645"/>
        <a:ext cx="4822502" cy="501854"/>
      </dsp:txXfrm>
    </dsp:sp>
    <dsp:sp modelId="{F84D42A5-7F64-4067-8D65-E060B10D3629}">
      <dsp:nvSpPr>
        <dsp:cNvPr id="0" name=""/>
        <dsp:cNvSpPr/>
      </dsp:nvSpPr>
      <dsp:spPr>
        <a:xfrm>
          <a:off x="0" y="2476968"/>
          <a:ext cx="4876800" cy="5561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uk-UA" sz="1400" b="0" i="0" kern="1200"/>
            <a:t>поширення стахановського руху</a:t>
          </a:r>
          <a:endParaRPr lang="uk-UA" sz="1400" kern="1200"/>
        </a:p>
      </dsp:txBody>
      <dsp:txXfrm>
        <a:off x="27149" y="2504117"/>
        <a:ext cx="4822502" cy="501854"/>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E9E6EC-3B61-4DB4-9422-7ACFD4FCBD5C}">
      <dsp:nvSpPr>
        <dsp:cNvPr id="0" name=""/>
        <dsp:cNvSpPr/>
      </dsp:nvSpPr>
      <dsp:spPr>
        <a:xfrm>
          <a:off x="-3531063" y="-542762"/>
          <a:ext cx="4209724" cy="4209724"/>
        </a:xfrm>
        <a:prstGeom prst="blockArc">
          <a:avLst>
            <a:gd name="adj1" fmla="val 18900000"/>
            <a:gd name="adj2" fmla="val 2700000"/>
            <a:gd name="adj3" fmla="val 513"/>
          </a:avLst>
        </a:prstGeom>
        <a:noFill/>
        <a:ln w="19050" cap="rnd"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A4F4FCF-4E28-4C11-9936-21AB3ED4A1D0}">
      <dsp:nvSpPr>
        <dsp:cNvPr id="0" name=""/>
        <dsp:cNvSpPr/>
      </dsp:nvSpPr>
      <dsp:spPr>
        <a:xfrm>
          <a:off x="355805" y="240188"/>
          <a:ext cx="4480651" cy="480626"/>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498" tIns="50800" rIns="50800" bIns="50800" numCol="1" spcCol="1270" anchor="ctr" anchorCtr="0">
          <a:noAutofit/>
        </a:bodyPr>
        <a:lstStyle/>
        <a:p>
          <a:pPr marL="0" lvl="0" indent="0" algn="l" defTabSz="889000">
            <a:lnSpc>
              <a:spcPct val="90000"/>
            </a:lnSpc>
            <a:spcBef>
              <a:spcPct val="0"/>
            </a:spcBef>
            <a:spcAft>
              <a:spcPct val="35000"/>
            </a:spcAft>
            <a:buNone/>
          </a:pPr>
          <a:r>
            <a:rPr lang="uk-UA" sz="2000" b="0" i="0" kern="1200"/>
            <a:t>«коренізації».</a:t>
          </a:r>
          <a:endParaRPr lang="uk-UA" sz="2000" kern="1200"/>
        </a:p>
      </dsp:txBody>
      <dsp:txXfrm>
        <a:off x="355805" y="240188"/>
        <a:ext cx="4480651" cy="480626"/>
      </dsp:txXfrm>
    </dsp:sp>
    <dsp:sp modelId="{6EF50D3C-C001-4CAC-8E60-563FC05926B5}">
      <dsp:nvSpPr>
        <dsp:cNvPr id="0" name=""/>
        <dsp:cNvSpPr/>
      </dsp:nvSpPr>
      <dsp:spPr>
        <a:xfrm>
          <a:off x="55413" y="180110"/>
          <a:ext cx="600783" cy="600783"/>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90C83E7-CADC-460D-B17E-3BA0D91FE34C}">
      <dsp:nvSpPr>
        <dsp:cNvPr id="0" name=""/>
        <dsp:cNvSpPr/>
      </dsp:nvSpPr>
      <dsp:spPr>
        <a:xfrm>
          <a:off x="631359" y="961253"/>
          <a:ext cx="4205097" cy="480626"/>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498" tIns="50800" rIns="50800" bIns="50800" numCol="1" spcCol="1270" anchor="ctr" anchorCtr="0">
          <a:noAutofit/>
        </a:bodyPr>
        <a:lstStyle/>
        <a:p>
          <a:pPr marL="0" lvl="0" indent="0" algn="l" defTabSz="889000">
            <a:lnSpc>
              <a:spcPct val="90000"/>
            </a:lnSpc>
            <a:spcBef>
              <a:spcPct val="0"/>
            </a:spcBef>
            <a:spcAft>
              <a:spcPct val="35000"/>
            </a:spcAft>
            <a:buNone/>
          </a:pPr>
          <a:r>
            <a:rPr lang="uk-UA" sz="2000" b="0" i="0" kern="1200"/>
            <a:t>«воєнного комунізму».</a:t>
          </a:r>
          <a:endParaRPr lang="uk-UA" sz="2000" kern="1200"/>
        </a:p>
      </dsp:txBody>
      <dsp:txXfrm>
        <a:off x="631359" y="961253"/>
        <a:ext cx="4205097" cy="480626"/>
      </dsp:txXfrm>
    </dsp:sp>
    <dsp:sp modelId="{04016A8E-056C-456B-B2F2-82BAFDEA1A8F}">
      <dsp:nvSpPr>
        <dsp:cNvPr id="0" name=""/>
        <dsp:cNvSpPr/>
      </dsp:nvSpPr>
      <dsp:spPr>
        <a:xfrm>
          <a:off x="330967" y="901175"/>
          <a:ext cx="600783" cy="600783"/>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7F28277-E9FE-4705-8B08-19DE884A40DA}">
      <dsp:nvSpPr>
        <dsp:cNvPr id="0" name=""/>
        <dsp:cNvSpPr/>
      </dsp:nvSpPr>
      <dsp:spPr>
        <a:xfrm>
          <a:off x="631359" y="1682319"/>
          <a:ext cx="4205097" cy="480626"/>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498" tIns="50800" rIns="50800" bIns="50800" numCol="1" spcCol="1270" anchor="ctr" anchorCtr="0">
          <a:noAutofit/>
        </a:bodyPr>
        <a:lstStyle/>
        <a:p>
          <a:pPr marL="0" lvl="0" indent="0" algn="l" defTabSz="889000">
            <a:lnSpc>
              <a:spcPct val="90000"/>
            </a:lnSpc>
            <a:spcBef>
              <a:spcPct val="0"/>
            </a:spcBef>
            <a:spcAft>
              <a:spcPct val="35000"/>
            </a:spcAft>
            <a:buNone/>
          </a:pPr>
          <a:r>
            <a:rPr lang="uk-UA" sz="2000" b="0" i="0" kern="1200"/>
            <a:t>«колективізації».</a:t>
          </a:r>
          <a:endParaRPr lang="uk-UA" sz="2000" kern="1200"/>
        </a:p>
      </dsp:txBody>
      <dsp:txXfrm>
        <a:off x="631359" y="1682319"/>
        <a:ext cx="4205097" cy="480626"/>
      </dsp:txXfrm>
    </dsp:sp>
    <dsp:sp modelId="{0BFE87FC-4808-4E20-B350-03E7BCF34958}">
      <dsp:nvSpPr>
        <dsp:cNvPr id="0" name=""/>
        <dsp:cNvSpPr/>
      </dsp:nvSpPr>
      <dsp:spPr>
        <a:xfrm>
          <a:off x="330967" y="1622240"/>
          <a:ext cx="600783" cy="600783"/>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0B28869-A266-45B8-8143-C4C7B7A065D4}">
      <dsp:nvSpPr>
        <dsp:cNvPr id="0" name=""/>
        <dsp:cNvSpPr/>
      </dsp:nvSpPr>
      <dsp:spPr>
        <a:xfrm>
          <a:off x="355805" y="2403384"/>
          <a:ext cx="4480651" cy="480626"/>
        </a:xfrm>
        <a:prstGeom prst="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498" tIns="50800" rIns="50800" bIns="50800" numCol="1" spcCol="1270" anchor="ctr" anchorCtr="0">
          <a:noAutofit/>
        </a:bodyPr>
        <a:lstStyle/>
        <a:p>
          <a:pPr marL="0" lvl="0" indent="0" algn="l" defTabSz="889000">
            <a:lnSpc>
              <a:spcPct val="90000"/>
            </a:lnSpc>
            <a:spcBef>
              <a:spcPct val="0"/>
            </a:spcBef>
            <a:spcAft>
              <a:spcPct val="35000"/>
            </a:spcAft>
            <a:buNone/>
          </a:pPr>
          <a:r>
            <a:rPr lang="uk-UA" sz="2000" b="0" i="0" kern="1200"/>
            <a:t>«форсованої індустріалізації».</a:t>
          </a:r>
          <a:endParaRPr lang="uk-UA" sz="2000" kern="1200"/>
        </a:p>
      </dsp:txBody>
      <dsp:txXfrm>
        <a:off x="355805" y="2403384"/>
        <a:ext cx="4480651" cy="480626"/>
      </dsp:txXfrm>
    </dsp:sp>
    <dsp:sp modelId="{4A63B3D1-62BB-4D86-9892-4A7F9B0381F1}">
      <dsp:nvSpPr>
        <dsp:cNvPr id="0" name=""/>
        <dsp:cNvSpPr/>
      </dsp:nvSpPr>
      <dsp:spPr>
        <a:xfrm>
          <a:off x="55413" y="2343306"/>
          <a:ext cx="600783" cy="600783"/>
        </a:xfrm>
        <a:prstGeom prst="ellipse">
          <a:avLst/>
        </a:prstGeom>
        <a:solidFill>
          <a:schemeClr val="lt1">
            <a:hueOff val="0"/>
            <a:satOff val="0"/>
            <a:lumOff val="0"/>
            <a:alphaOff val="0"/>
          </a:schemeClr>
        </a:solidFill>
        <a:ln w="19050"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B63AF0-1D43-42A1-A827-7953E5D6215B}">
      <dsp:nvSpPr>
        <dsp:cNvPr id="0" name=""/>
        <dsp:cNvSpPr/>
      </dsp:nvSpPr>
      <dsp:spPr>
        <a:xfrm>
          <a:off x="0" y="136139"/>
          <a:ext cx="4876800" cy="6762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законодавчо закріплено за українською мовою статус державної.</a:t>
          </a:r>
          <a:endParaRPr lang="uk-UA" sz="1700" kern="1200"/>
        </a:p>
      </dsp:txBody>
      <dsp:txXfrm>
        <a:off x="33012" y="169151"/>
        <a:ext cx="4810776" cy="610236"/>
      </dsp:txXfrm>
    </dsp:sp>
    <dsp:sp modelId="{1D4824A5-3B23-49CB-A508-9171158769EC}">
      <dsp:nvSpPr>
        <dsp:cNvPr id="0" name=""/>
        <dsp:cNvSpPr/>
      </dsp:nvSpPr>
      <dsp:spPr>
        <a:xfrm>
          <a:off x="0" y="861360"/>
          <a:ext cx="4876800" cy="6762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реорганізовано національні адміністративні райони у звичайні райони.</a:t>
          </a:r>
          <a:endParaRPr lang="uk-UA" sz="1700" kern="1200"/>
        </a:p>
      </dsp:txBody>
      <dsp:txXfrm>
        <a:off x="33012" y="894372"/>
        <a:ext cx="4810776" cy="610236"/>
      </dsp:txXfrm>
    </dsp:sp>
    <dsp:sp modelId="{451B3DB4-DC68-4DB4-81AD-968186E5412D}">
      <dsp:nvSpPr>
        <dsp:cNvPr id="0" name=""/>
        <dsp:cNvSpPr/>
      </dsp:nvSpPr>
      <dsp:spPr>
        <a:xfrm>
          <a:off x="0" y="1586580"/>
          <a:ext cx="4876800" cy="6762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розширено повноваження республіки у сфері зовнішньої політики.</a:t>
          </a:r>
          <a:endParaRPr lang="uk-UA" sz="1700" kern="1200"/>
        </a:p>
      </dsp:txBody>
      <dsp:txXfrm>
        <a:off x="33012" y="1619592"/>
        <a:ext cx="4810776" cy="610236"/>
      </dsp:txXfrm>
    </dsp:sp>
    <dsp:sp modelId="{3BCAD40F-3F80-463D-A3DA-3B4D9DE97B03}">
      <dsp:nvSpPr>
        <dsp:cNvPr id="0" name=""/>
        <dsp:cNvSpPr/>
      </dsp:nvSpPr>
      <dsp:spPr>
        <a:xfrm>
          <a:off x="0" y="2311800"/>
          <a:ext cx="4876800" cy="6762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збільшено частку українців серед керівних кадрів партійного та державного апарату.</a:t>
          </a:r>
          <a:endParaRPr lang="uk-UA" sz="1700" kern="1200"/>
        </a:p>
      </dsp:txBody>
      <dsp:txXfrm>
        <a:off x="33012" y="2344812"/>
        <a:ext cx="4810776" cy="610236"/>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1D072B-B35A-4E78-84DF-56FCBEE479DE}">
      <dsp:nvSpPr>
        <dsp:cNvPr id="0" name=""/>
        <dsp:cNvSpPr/>
      </dsp:nvSpPr>
      <dsp:spPr>
        <a:xfrm>
          <a:off x="0" y="45689"/>
          <a:ext cx="4876800" cy="69556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ru-RU" sz="2900" b="0" i="0" kern="1200"/>
            <a:t>культурної революції.</a:t>
          </a:r>
          <a:endParaRPr lang="uk-UA" sz="2900" kern="1200"/>
        </a:p>
      </dsp:txBody>
      <dsp:txXfrm>
        <a:off x="33955" y="79644"/>
        <a:ext cx="4808890" cy="627655"/>
      </dsp:txXfrm>
    </dsp:sp>
    <dsp:sp modelId="{2EDA5DCB-0264-4D74-8FEF-689A9CF9E4B2}">
      <dsp:nvSpPr>
        <dsp:cNvPr id="0" name=""/>
        <dsp:cNvSpPr/>
      </dsp:nvSpPr>
      <dsp:spPr>
        <a:xfrm>
          <a:off x="0" y="824774"/>
          <a:ext cx="4876800" cy="69556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ru-RU" sz="2900" b="0" i="0" kern="1200"/>
            <a:t>«Великого терору».</a:t>
          </a:r>
          <a:endParaRPr lang="uk-UA" sz="2900" kern="1200"/>
        </a:p>
      </dsp:txBody>
      <dsp:txXfrm>
        <a:off x="33955" y="858729"/>
        <a:ext cx="4808890" cy="627655"/>
      </dsp:txXfrm>
    </dsp:sp>
    <dsp:sp modelId="{F915F563-4DF0-4A53-84E9-CE6D5A45B1BF}">
      <dsp:nvSpPr>
        <dsp:cNvPr id="0" name=""/>
        <dsp:cNvSpPr/>
      </dsp:nvSpPr>
      <dsp:spPr>
        <a:xfrm>
          <a:off x="0" y="1603859"/>
          <a:ext cx="4876800" cy="69556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ru-RU" sz="2900" b="0" i="0" kern="1200"/>
            <a:t>Голодомору.</a:t>
          </a:r>
          <a:endParaRPr lang="uk-UA" sz="2900" kern="1200"/>
        </a:p>
      </dsp:txBody>
      <dsp:txXfrm>
        <a:off x="33955" y="1637814"/>
        <a:ext cx="4808890" cy="627655"/>
      </dsp:txXfrm>
    </dsp:sp>
    <dsp:sp modelId="{AC54EA86-FE21-4488-97C2-F49FF8C1A688}">
      <dsp:nvSpPr>
        <dsp:cNvPr id="0" name=""/>
        <dsp:cNvSpPr/>
      </dsp:nvSpPr>
      <dsp:spPr>
        <a:xfrm>
          <a:off x="0" y="2382945"/>
          <a:ext cx="4876800" cy="69556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ru-RU" sz="2900" b="0" i="0" kern="1200"/>
            <a:t>політики «коренізації».</a:t>
          </a:r>
          <a:endParaRPr lang="uk-UA" sz="2900" kern="1200"/>
        </a:p>
      </dsp:txBody>
      <dsp:txXfrm>
        <a:off x="33955" y="2416900"/>
        <a:ext cx="4808890" cy="627655"/>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B5662B-D7AC-49BF-A54D-94EE7A4EE016}">
      <dsp:nvSpPr>
        <dsp:cNvPr id="0" name=""/>
        <dsp:cNvSpPr/>
      </dsp:nvSpPr>
      <dsp:spPr>
        <a:xfrm>
          <a:off x="0" y="150269"/>
          <a:ext cx="4876800" cy="64759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ru-RU" sz="2700" b="0" i="0" kern="1200"/>
            <a:t>нова економічна політика</a:t>
          </a:r>
          <a:endParaRPr lang="uk-UA" sz="2700" kern="1200"/>
        </a:p>
      </dsp:txBody>
      <dsp:txXfrm>
        <a:off x="31613" y="181882"/>
        <a:ext cx="4813574" cy="584369"/>
      </dsp:txXfrm>
    </dsp:sp>
    <dsp:sp modelId="{A5DE4DAB-008D-495D-80AF-C12488FED877}">
      <dsp:nvSpPr>
        <dsp:cNvPr id="0" name=""/>
        <dsp:cNvSpPr/>
      </dsp:nvSpPr>
      <dsp:spPr>
        <a:xfrm>
          <a:off x="0" y="875624"/>
          <a:ext cx="4876800" cy="64759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ru-RU" sz="2700" b="0" i="0" kern="1200"/>
            <a:t>«воєнний комунізм»</a:t>
          </a:r>
          <a:endParaRPr lang="uk-UA" sz="2700" kern="1200"/>
        </a:p>
      </dsp:txBody>
      <dsp:txXfrm>
        <a:off x="31613" y="907237"/>
        <a:ext cx="4813574" cy="584369"/>
      </dsp:txXfrm>
    </dsp:sp>
    <dsp:sp modelId="{3961818A-4AC1-4353-A3EE-D70EC1971979}">
      <dsp:nvSpPr>
        <dsp:cNvPr id="0" name=""/>
        <dsp:cNvSpPr/>
      </dsp:nvSpPr>
      <dsp:spPr>
        <a:xfrm>
          <a:off x="0" y="1600979"/>
          <a:ext cx="4876800" cy="64759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ru-RU" sz="2700" b="0" i="0" kern="1200"/>
            <a:t>«червоний терор»</a:t>
          </a:r>
          <a:endParaRPr lang="uk-UA" sz="2700" kern="1200"/>
        </a:p>
      </dsp:txBody>
      <dsp:txXfrm>
        <a:off x="31613" y="1632592"/>
        <a:ext cx="4813574" cy="584369"/>
      </dsp:txXfrm>
    </dsp:sp>
    <dsp:sp modelId="{4C932D75-89D3-4450-84E9-55DA46DC0D2D}">
      <dsp:nvSpPr>
        <dsp:cNvPr id="0" name=""/>
        <dsp:cNvSpPr/>
      </dsp:nvSpPr>
      <dsp:spPr>
        <a:xfrm>
          <a:off x="0" y="2326335"/>
          <a:ext cx="4876800" cy="647595"/>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ru-RU" sz="2700" b="0" i="0" kern="1200"/>
            <a:t>«коренізація»</a:t>
          </a:r>
          <a:endParaRPr lang="uk-UA" sz="2700" kern="1200"/>
        </a:p>
      </dsp:txBody>
      <dsp:txXfrm>
        <a:off x="31613" y="2357948"/>
        <a:ext cx="4813574" cy="584369"/>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D1AF26-2797-40EB-8FA4-588021C20CC5}">
      <dsp:nvSpPr>
        <dsp:cNvPr id="0" name=""/>
        <dsp:cNvSpPr/>
      </dsp:nvSpPr>
      <dsp:spPr>
        <a:xfrm>
          <a:off x="0" y="5226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подолати масову неписьменність дорослого населення країни.</a:t>
          </a:r>
          <a:endParaRPr lang="uk-UA" sz="1800" kern="1200"/>
        </a:p>
      </dsp:txBody>
      <dsp:txXfrm>
        <a:off x="34954" y="87214"/>
        <a:ext cx="4806892" cy="646132"/>
      </dsp:txXfrm>
    </dsp:sp>
    <dsp:sp modelId="{8BD34AAC-DBC3-4E92-B0E2-99B5F20D5F45}">
      <dsp:nvSpPr>
        <dsp:cNvPr id="0" name=""/>
        <dsp:cNvSpPr/>
      </dsp:nvSpPr>
      <dsp:spPr>
        <a:xfrm>
          <a:off x="0" y="82014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остаточно утвердити радянську владу в національних республіках.</a:t>
          </a:r>
          <a:endParaRPr lang="uk-UA" sz="1800" kern="1200"/>
        </a:p>
      </dsp:txBody>
      <dsp:txXfrm>
        <a:off x="34954" y="855094"/>
        <a:ext cx="4806892" cy="646132"/>
      </dsp:txXfrm>
    </dsp:sp>
    <dsp:sp modelId="{B57FBC1D-E56D-4B7F-886B-F89128C7D161}">
      <dsp:nvSpPr>
        <dsp:cNvPr id="0" name=""/>
        <dsp:cNvSpPr/>
      </dsp:nvSpPr>
      <dsp:spPr>
        <a:xfrm>
          <a:off x="0" y="158802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знищити «буржуазно-націоналістичну», антирадянську інтелігенцію.</a:t>
          </a:r>
          <a:endParaRPr lang="uk-UA" sz="1800" kern="1200"/>
        </a:p>
      </dsp:txBody>
      <dsp:txXfrm>
        <a:off x="34954" y="1622974"/>
        <a:ext cx="4806892" cy="646132"/>
      </dsp:txXfrm>
    </dsp:sp>
    <dsp:sp modelId="{2E9C7C7A-96B1-4F0A-BE5F-A906A1632523}">
      <dsp:nvSpPr>
        <dsp:cNvPr id="0" name=""/>
        <dsp:cNvSpPr/>
      </dsp:nvSpPr>
      <dsp:spPr>
        <a:xfrm>
          <a:off x="0" y="235590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налагодити культурне співробітництво з країнами Заходу.</a:t>
          </a:r>
          <a:endParaRPr lang="uk-UA" sz="1800" kern="1200"/>
        </a:p>
      </dsp:txBody>
      <dsp:txXfrm>
        <a:off x="34954" y="2390854"/>
        <a:ext cx="4806892" cy="646132"/>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46253F7-86BD-4B05-9948-4E307FCA59E7}">
      <dsp:nvSpPr>
        <dsp:cNvPr id="0" name=""/>
        <dsp:cNvSpPr/>
      </dsp:nvSpPr>
      <dsp:spPr>
        <a:xfrm>
          <a:off x="0" y="5226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продемонструвати світові високий рівень освіченості суспільства</a:t>
          </a:r>
          <a:endParaRPr lang="uk-UA" sz="1800" kern="1200"/>
        </a:p>
      </dsp:txBody>
      <dsp:txXfrm>
        <a:off x="34954" y="87214"/>
        <a:ext cx="4806892" cy="646132"/>
      </dsp:txXfrm>
    </dsp:sp>
    <dsp:sp modelId="{2C8528F7-0EC2-4945-B5D3-F1F9A3B8A4DD}">
      <dsp:nvSpPr>
        <dsp:cNvPr id="0" name=""/>
        <dsp:cNvSpPr/>
      </dsp:nvSpPr>
      <dsp:spPr>
        <a:xfrm>
          <a:off x="0" y="82014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залучити широкі верстви населення до здійснення процесу українізації</a:t>
          </a:r>
          <a:endParaRPr lang="uk-UA" sz="1800" kern="1200"/>
        </a:p>
      </dsp:txBody>
      <dsp:txXfrm>
        <a:off x="34954" y="855094"/>
        <a:ext cx="4806892" cy="646132"/>
      </dsp:txXfrm>
    </dsp:sp>
    <dsp:sp modelId="{2F055784-8CB9-4320-8FCB-70D1A7AB6D49}">
      <dsp:nvSpPr>
        <dsp:cNvPr id="0" name=""/>
        <dsp:cNvSpPr/>
      </dsp:nvSpPr>
      <dsp:spPr>
        <a:xfrm>
          <a:off x="0" y="158802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переконати суспільство в необхідності подолання неписьменності</a:t>
          </a:r>
          <a:endParaRPr lang="uk-UA" sz="1800" kern="1200"/>
        </a:p>
      </dsp:txBody>
      <dsp:txXfrm>
        <a:off x="34954" y="1622974"/>
        <a:ext cx="4806892" cy="646132"/>
      </dsp:txXfrm>
    </dsp:sp>
    <dsp:sp modelId="{6B87D95D-A000-4307-A8CF-1873F70BF010}">
      <dsp:nvSpPr>
        <dsp:cNvPr id="0" name=""/>
        <dsp:cNvSpPr/>
      </dsp:nvSpPr>
      <dsp:spPr>
        <a:xfrm>
          <a:off x="0" y="235590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виховати в трудящих шанобливе ставлення до книжок</a:t>
          </a:r>
          <a:endParaRPr lang="uk-UA" sz="1800" kern="1200"/>
        </a:p>
      </dsp:txBody>
      <dsp:txXfrm>
        <a:off x="34954" y="2390854"/>
        <a:ext cx="4806892" cy="646132"/>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55BCA0-6D2A-4FBE-A8BA-7BB2F288BB5C}">
      <dsp:nvSpPr>
        <dsp:cNvPr id="0" name=""/>
        <dsp:cNvSpPr/>
      </dsp:nvSpPr>
      <dsp:spPr>
        <a:xfrm>
          <a:off x="0" y="136140"/>
          <a:ext cx="4876800" cy="6762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дозвіл на використання найманої робочої сили</a:t>
          </a:r>
          <a:endParaRPr lang="uk-UA" sz="1700" kern="1200"/>
        </a:p>
      </dsp:txBody>
      <dsp:txXfrm>
        <a:off x="33012" y="169152"/>
        <a:ext cx="4810776" cy="610236"/>
      </dsp:txXfrm>
    </dsp:sp>
    <dsp:sp modelId="{6A91C339-71A6-4833-8168-3EBFD13E294D}">
      <dsp:nvSpPr>
        <dsp:cNvPr id="0" name=""/>
        <dsp:cNvSpPr/>
      </dsp:nvSpPr>
      <dsp:spPr>
        <a:xfrm>
          <a:off x="0" y="861360"/>
          <a:ext cx="4876800" cy="6762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створення агроміст із розгалуженою переробною інфраструктурою</a:t>
          </a:r>
          <a:endParaRPr lang="uk-UA" sz="1700" kern="1200"/>
        </a:p>
      </dsp:txBody>
      <dsp:txXfrm>
        <a:off x="33012" y="894372"/>
        <a:ext cx="4810776" cy="610236"/>
      </dsp:txXfrm>
    </dsp:sp>
    <dsp:sp modelId="{7DDDF6FC-5260-4C1C-AC3D-888EC14C6840}">
      <dsp:nvSpPr>
        <dsp:cNvPr id="0" name=""/>
        <dsp:cNvSpPr/>
      </dsp:nvSpPr>
      <dsp:spPr>
        <a:xfrm>
          <a:off x="0" y="1586580"/>
          <a:ext cx="4876800" cy="6762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розвиток мережі сільськогосподарських кооперативів і споживчих товариств</a:t>
          </a:r>
          <a:endParaRPr lang="uk-UA" sz="1700" kern="1200"/>
        </a:p>
      </dsp:txBody>
      <dsp:txXfrm>
        <a:off x="33012" y="1619592"/>
        <a:ext cx="4810776" cy="610236"/>
      </dsp:txXfrm>
    </dsp:sp>
    <dsp:sp modelId="{A915AA01-4ED8-40B5-AF57-344F023CC6B2}">
      <dsp:nvSpPr>
        <dsp:cNvPr id="0" name=""/>
        <dsp:cNvSpPr/>
      </dsp:nvSpPr>
      <dsp:spPr>
        <a:xfrm>
          <a:off x="0" y="2311800"/>
          <a:ext cx="4876800" cy="6762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упровадження продрозкладки на всю сільськогосподарську продукцію</a:t>
          </a:r>
          <a:endParaRPr lang="uk-UA" sz="1700" kern="1200"/>
        </a:p>
      </dsp:txBody>
      <dsp:txXfrm>
        <a:off x="33012" y="2344812"/>
        <a:ext cx="4810776" cy="610236"/>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C81561-1BB4-43E0-9547-54360D0BA52A}">
      <dsp:nvSpPr>
        <dsp:cNvPr id="0" name=""/>
        <dsp:cNvSpPr/>
      </dsp:nvSpPr>
      <dsp:spPr>
        <a:xfrm>
          <a:off x="0" y="43620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звільнення від сплати податків господарств незаможних селян</a:t>
          </a:r>
          <a:endParaRPr lang="uk-UA" sz="1800" kern="1200"/>
        </a:p>
      </dsp:txBody>
      <dsp:txXfrm>
        <a:off x="34954" y="471154"/>
        <a:ext cx="4806892" cy="646132"/>
      </dsp:txXfrm>
    </dsp:sp>
    <dsp:sp modelId="{C6D9EF20-0DF1-468C-91D0-4E1F6C3D63E2}">
      <dsp:nvSpPr>
        <dsp:cNvPr id="0" name=""/>
        <dsp:cNvSpPr/>
      </dsp:nvSpPr>
      <dsp:spPr>
        <a:xfrm>
          <a:off x="0" y="120408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створення мережі МТС для технічного обслуговування селянських господарств</a:t>
          </a:r>
          <a:endParaRPr lang="uk-UA" sz="1800" kern="1200"/>
        </a:p>
      </dsp:txBody>
      <dsp:txXfrm>
        <a:off x="34954" y="1239034"/>
        <a:ext cx="4806892" cy="646132"/>
      </dsp:txXfrm>
    </dsp:sp>
    <dsp:sp modelId="{D7E1F785-09F2-4945-8107-0D6CBDF1BC78}">
      <dsp:nvSpPr>
        <dsp:cNvPr id="0" name=""/>
        <dsp:cNvSpPr/>
      </dsp:nvSpPr>
      <dsp:spPr>
        <a:xfrm>
          <a:off x="0" y="197196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поширення стахановського руху в сільському господарстві</a:t>
          </a:r>
          <a:endParaRPr lang="uk-UA" sz="1800" kern="1200"/>
        </a:p>
      </dsp:txBody>
      <dsp:txXfrm>
        <a:off x="34954" y="2006914"/>
        <a:ext cx="4806892" cy="646132"/>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E78046-220D-49D3-BC91-3CF22E3BCABC}">
      <dsp:nvSpPr>
        <dsp:cNvPr id="0" name=""/>
        <dsp:cNvSpPr/>
      </dsp:nvSpPr>
      <dsp:spPr>
        <a:xfrm>
          <a:off x="0" y="5226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скасування плати за житло й комунальні послуги</a:t>
          </a:r>
          <a:endParaRPr lang="uk-UA" sz="1800" kern="1200"/>
        </a:p>
      </dsp:txBody>
      <dsp:txXfrm>
        <a:off x="34954" y="87214"/>
        <a:ext cx="4806892" cy="646132"/>
      </dsp:txXfrm>
    </dsp:sp>
    <dsp:sp modelId="{099414D7-B157-4E2A-AFC0-E39BD266E097}">
      <dsp:nvSpPr>
        <dsp:cNvPr id="0" name=""/>
        <dsp:cNvSpPr/>
      </dsp:nvSpPr>
      <dsp:spPr>
        <a:xfrm>
          <a:off x="0" y="82014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здійснення насильницької суцільної колективізації</a:t>
          </a:r>
          <a:endParaRPr lang="uk-UA" sz="1800" kern="1200"/>
        </a:p>
      </dsp:txBody>
      <dsp:txXfrm>
        <a:off x="34954" y="855094"/>
        <a:ext cx="4806892" cy="646132"/>
      </dsp:txXfrm>
    </dsp:sp>
    <dsp:sp modelId="{A04D6F9E-11DE-4637-895E-77FEF084CD63}">
      <dsp:nvSpPr>
        <dsp:cNvPr id="0" name=""/>
        <dsp:cNvSpPr/>
      </dsp:nvSpPr>
      <dsp:spPr>
        <a:xfrm>
          <a:off x="0" y="158802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уведення карткової системи розподілу продуктів</a:t>
          </a:r>
          <a:endParaRPr lang="uk-UA" sz="1800" kern="1200"/>
        </a:p>
      </dsp:txBody>
      <dsp:txXfrm>
        <a:off x="34954" y="1622974"/>
        <a:ext cx="4806892" cy="646132"/>
      </dsp:txXfrm>
    </dsp:sp>
    <dsp:sp modelId="{D203B2BF-3570-471C-B354-A0EC04E9449D}">
      <dsp:nvSpPr>
        <dsp:cNvPr id="0" name=""/>
        <dsp:cNvSpPr/>
      </dsp:nvSpPr>
      <dsp:spPr>
        <a:xfrm>
          <a:off x="0" y="235590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надання селянам права на продаж власної сільгосппродукції</a:t>
          </a:r>
          <a:endParaRPr lang="uk-UA" sz="1800" kern="1200"/>
        </a:p>
      </dsp:txBody>
      <dsp:txXfrm>
        <a:off x="34954" y="2390854"/>
        <a:ext cx="4806892" cy="646132"/>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5014FF-0496-4248-88F3-5E7AC291A8EC}">
      <dsp:nvSpPr>
        <dsp:cNvPr id="0" name=""/>
        <dsp:cNvSpPr/>
      </dsp:nvSpPr>
      <dsp:spPr>
        <a:xfrm>
          <a:off x="0" y="5226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УНР за часів Української Центральної Ради.</a:t>
          </a:r>
          <a:endParaRPr lang="uk-UA" sz="1800" kern="1200"/>
        </a:p>
      </dsp:txBody>
      <dsp:txXfrm>
        <a:off x="34954" y="87214"/>
        <a:ext cx="4806892" cy="646132"/>
      </dsp:txXfrm>
    </dsp:sp>
    <dsp:sp modelId="{15DBBFBE-68EA-41F8-97CD-E6D3575487FA}">
      <dsp:nvSpPr>
        <dsp:cNvPr id="0" name=""/>
        <dsp:cNvSpPr/>
      </dsp:nvSpPr>
      <dsp:spPr>
        <a:xfrm>
          <a:off x="0" y="82014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Української Держави гетьмана П. Скоропадського.</a:t>
          </a:r>
          <a:endParaRPr lang="uk-UA" sz="1800" kern="1200"/>
        </a:p>
      </dsp:txBody>
      <dsp:txXfrm>
        <a:off x="34954" y="855094"/>
        <a:ext cx="4806892" cy="646132"/>
      </dsp:txXfrm>
    </dsp:sp>
    <dsp:sp modelId="{989A28ED-1690-4ECC-A1A0-F9FE0F953597}">
      <dsp:nvSpPr>
        <dsp:cNvPr id="0" name=""/>
        <dsp:cNvSpPr/>
      </dsp:nvSpPr>
      <dsp:spPr>
        <a:xfrm>
          <a:off x="0" y="158802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Української СРР за часів «воєнного комунізму».</a:t>
          </a:r>
          <a:endParaRPr lang="uk-UA" sz="1800" kern="1200"/>
        </a:p>
      </dsp:txBody>
      <dsp:txXfrm>
        <a:off x="34954" y="1622974"/>
        <a:ext cx="4806892" cy="646132"/>
      </dsp:txXfrm>
    </dsp:sp>
    <dsp:sp modelId="{5CEE10FD-FDDD-4C02-B457-7D1090BBBBA2}">
      <dsp:nvSpPr>
        <dsp:cNvPr id="0" name=""/>
        <dsp:cNvSpPr/>
      </dsp:nvSpPr>
      <dsp:spPr>
        <a:xfrm>
          <a:off x="0" y="235590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нової економічної політики в Українській СРР</a:t>
          </a:r>
          <a:endParaRPr lang="uk-UA" sz="1800" kern="1200"/>
        </a:p>
      </dsp:txBody>
      <dsp:txXfrm>
        <a:off x="34954" y="2390854"/>
        <a:ext cx="4806892" cy="646132"/>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46A398-7E3E-47F0-B91F-C712916C5AD3}">
      <dsp:nvSpPr>
        <dsp:cNvPr id="0" name=""/>
        <dsp:cNvSpPr/>
      </dsp:nvSpPr>
      <dsp:spPr>
        <a:xfrm>
          <a:off x="0" y="5226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відбувалася в період нової економічної політики.</a:t>
          </a:r>
          <a:endParaRPr lang="uk-UA" sz="1800" kern="1200"/>
        </a:p>
      </dsp:txBody>
      <dsp:txXfrm>
        <a:off x="34954" y="87214"/>
        <a:ext cx="4806892" cy="646132"/>
      </dsp:txXfrm>
    </dsp:sp>
    <dsp:sp modelId="{80260E07-F13C-4C4B-A6AF-3E4CFE08BF15}">
      <dsp:nvSpPr>
        <dsp:cNvPr id="0" name=""/>
        <dsp:cNvSpPr/>
      </dsp:nvSpPr>
      <dsp:spPr>
        <a:xfrm>
          <a:off x="0" y="82014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супроводжувалася судовим процесом у «справі СВУ».</a:t>
          </a:r>
          <a:endParaRPr lang="uk-UA" sz="1800" kern="1200"/>
        </a:p>
      </dsp:txBody>
      <dsp:txXfrm>
        <a:off x="34954" y="855094"/>
        <a:ext cx="4806892" cy="646132"/>
      </dsp:txXfrm>
    </dsp:sp>
    <dsp:sp modelId="{FC187323-9ECB-4301-AAEE-4DDE6834886F}">
      <dsp:nvSpPr>
        <dsp:cNvPr id="0" name=""/>
        <dsp:cNvSpPr/>
      </dsp:nvSpPr>
      <dsp:spPr>
        <a:xfrm>
          <a:off x="0" y="158802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стала наслідком Голодомору (1932-1933 рр.).</a:t>
          </a:r>
          <a:endParaRPr lang="uk-UA" sz="1800" kern="1200"/>
        </a:p>
      </dsp:txBody>
      <dsp:txXfrm>
        <a:off x="34954" y="1622974"/>
        <a:ext cx="4806892" cy="646132"/>
      </dsp:txXfrm>
    </dsp:sp>
    <dsp:sp modelId="{30F21333-9230-4C51-AC73-CB1CC446DF27}">
      <dsp:nvSpPr>
        <dsp:cNvPr id="0" name=""/>
        <dsp:cNvSpPr/>
      </dsp:nvSpPr>
      <dsp:spPr>
        <a:xfrm>
          <a:off x="0" y="235590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ru-RU" sz="1800" b="0" i="0" kern="1200"/>
            <a:t>започаткувала «Великий терор» (1937-1938 рр.).</a:t>
          </a:r>
          <a:endParaRPr lang="uk-UA" sz="1800" kern="1200"/>
        </a:p>
      </dsp:txBody>
      <dsp:txXfrm>
        <a:off x="34954" y="2390854"/>
        <a:ext cx="4806892" cy="646132"/>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1A3CCD-E030-4EAC-A3B9-701791A8D740}">
      <dsp:nvSpPr>
        <dsp:cNvPr id="0" name=""/>
        <dsp:cNvSpPr/>
      </dsp:nvSpPr>
      <dsp:spPr>
        <a:xfrm rot="10800000">
          <a:off x="976407" y="0"/>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76200" rIns="142240" bIns="76200" numCol="1" spcCol="1270" anchor="ctr" anchorCtr="0">
          <a:noAutofit/>
        </a:bodyPr>
        <a:lstStyle/>
        <a:p>
          <a:pPr marL="0" lvl="0" indent="0" algn="ctr" defTabSz="889000">
            <a:lnSpc>
              <a:spcPct val="90000"/>
            </a:lnSpc>
            <a:spcBef>
              <a:spcPct val="0"/>
            </a:spcBef>
            <a:spcAft>
              <a:spcPct val="35000"/>
            </a:spcAft>
            <a:buNone/>
          </a:pPr>
          <a:r>
            <a:rPr lang="uk-UA" sz="2000" b="0" i="0" kern="1200"/>
            <a:t>кооперація.</a:t>
          </a:r>
          <a:endParaRPr lang="uk-UA" sz="2000" kern="1200"/>
        </a:p>
      </dsp:txBody>
      <dsp:txXfrm rot="10800000">
        <a:off x="1135951" y="0"/>
        <a:ext cx="3083528" cy="638175"/>
      </dsp:txXfrm>
    </dsp:sp>
    <dsp:sp modelId="{A9B35DE7-B759-47F5-9081-6B41419392F3}">
      <dsp:nvSpPr>
        <dsp:cNvPr id="0" name=""/>
        <dsp:cNvSpPr/>
      </dsp:nvSpPr>
      <dsp:spPr>
        <a:xfrm>
          <a:off x="657320" y="0"/>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0D51C34-18E9-4429-9C97-21838225C0A7}">
      <dsp:nvSpPr>
        <dsp:cNvPr id="0" name=""/>
        <dsp:cNvSpPr/>
      </dsp:nvSpPr>
      <dsp:spPr>
        <a:xfrm rot="10800000">
          <a:off x="976407" y="828674"/>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76200" rIns="142240" bIns="76200" numCol="1" spcCol="1270" anchor="ctr" anchorCtr="0">
          <a:noAutofit/>
        </a:bodyPr>
        <a:lstStyle/>
        <a:p>
          <a:pPr marL="0" lvl="0" indent="0" algn="ctr" defTabSz="889000">
            <a:lnSpc>
              <a:spcPct val="90000"/>
            </a:lnSpc>
            <a:spcBef>
              <a:spcPct val="0"/>
            </a:spcBef>
            <a:spcAft>
              <a:spcPct val="35000"/>
            </a:spcAft>
            <a:buNone/>
          </a:pPr>
          <a:r>
            <a:rPr lang="uk-UA" sz="2000" b="0" i="0" kern="1200"/>
            <a:t>монополізація.</a:t>
          </a:r>
          <a:endParaRPr lang="uk-UA" sz="2000" kern="1200"/>
        </a:p>
      </dsp:txBody>
      <dsp:txXfrm rot="10800000">
        <a:off x="1135951" y="828674"/>
        <a:ext cx="3083528" cy="638175"/>
      </dsp:txXfrm>
    </dsp:sp>
    <dsp:sp modelId="{29B9EDF5-6C67-4F8B-BCCA-DF8DBB8487DD}">
      <dsp:nvSpPr>
        <dsp:cNvPr id="0" name=""/>
        <dsp:cNvSpPr/>
      </dsp:nvSpPr>
      <dsp:spPr>
        <a:xfrm>
          <a:off x="657320" y="828674"/>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8A0FE27-D5A3-4366-80ED-65BDAC94B1E9}">
      <dsp:nvSpPr>
        <dsp:cNvPr id="0" name=""/>
        <dsp:cNvSpPr/>
      </dsp:nvSpPr>
      <dsp:spPr>
        <a:xfrm rot="10800000">
          <a:off x="976407" y="1657349"/>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76200" rIns="142240" bIns="76200" numCol="1" spcCol="1270" anchor="ctr" anchorCtr="0">
          <a:noAutofit/>
        </a:bodyPr>
        <a:lstStyle/>
        <a:p>
          <a:pPr marL="0" lvl="0" indent="0" algn="ctr" defTabSz="889000">
            <a:lnSpc>
              <a:spcPct val="90000"/>
            </a:lnSpc>
            <a:spcBef>
              <a:spcPct val="0"/>
            </a:spcBef>
            <a:spcAft>
              <a:spcPct val="35000"/>
            </a:spcAft>
            <a:buNone/>
          </a:pPr>
          <a:r>
            <a:rPr lang="uk-UA" sz="2000" b="0" i="0" kern="1200"/>
            <a:t>націоналізація.</a:t>
          </a:r>
          <a:endParaRPr lang="uk-UA" sz="2000" kern="1200"/>
        </a:p>
      </dsp:txBody>
      <dsp:txXfrm rot="10800000">
        <a:off x="1135951" y="1657349"/>
        <a:ext cx="3083528" cy="638175"/>
      </dsp:txXfrm>
    </dsp:sp>
    <dsp:sp modelId="{A4D8EAAD-FE7F-471E-A1FC-C884F634E7EF}">
      <dsp:nvSpPr>
        <dsp:cNvPr id="0" name=""/>
        <dsp:cNvSpPr/>
      </dsp:nvSpPr>
      <dsp:spPr>
        <a:xfrm>
          <a:off x="657320" y="1657349"/>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6692E09-D4AF-408C-954E-583EAF85C03E}">
      <dsp:nvSpPr>
        <dsp:cNvPr id="0" name=""/>
        <dsp:cNvSpPr/>
      </dsp:nvSpPr>
      <dsp:spPr>
        <a:xfrm rot="10800000">
          <a:off x="976407" y="2486025"/>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76200" rIns="142240" bIns="76200" numCol="1" spcCol="1270" anchor="ctr" anchorCtr="0">
          <a:noAutofit/>
        </a:bodyPr>
        <a:lstStyle/>
        <a:p>
          <a:pPr marL="0" lvl="0" indent="0" algn="ctr" defTabSz="889000">
            <a:lnSpc>
              <a:spcPct val="90000"/>
            </a:lnSpc>
            <a:spcBef>
              <a:spcPct val="0"/>
            </a:spcBef>
            <a:spcAft>
              <a:spcPct val="35000"/>
            </a:spcAft>
            <a:buNone/>
          </a:pPr>
          <a:r>
            <a:rPr lang="uk-UA" sz="2000" b="0" i="0" kern="1200"/>
            <a:t>концентрація.</a:t>
          </a:r>
          <a:endParaRPr lang="uk-UA" sz="2000" kern="1200"/>
        </a:p>
      </dsp:txBody>
      <dsp:txXfrm rot="10800000">
        <a:off x="1135951" y="2486025"/>
        <a:ext cx="3083528" cy="638175"/>
      </dsp:txXfrm>
    </dsp:sp>
    <dsp:sp modelId="{23169A45-D848-4C3C-A5BE-CB437E9DFA11}">
      <dsp:nvSpPr>
        <dsp:cNvPr id="0" name=""/>
        <dsp:cNvSpPr/>
      </dsp:nvSpPr>
      <dsp:spPr>
        <a:xfrm>
          <a:off x="657320" y="2486025"/>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7A6BEEA-4B65-4085-AEAF-DC5B9B21878B}">
      <dsp:nvSpPr>
        <dsp:cNvPr id="0" name=""/>
        <dsp:cNvSpPr/>
      </dsp:nvSpPr>
      <dsp:spPr>
        <a:xfrm>
          <a:off x="0" y="54234"/>
          <a:ext cx="4876800" cy="7150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поширення різних форм кооперації</a:t>
          </a:r>
          <a:endParaRPr lang="uk-UA" sz="1800" kern="1200"/>
        </a:p>
      </dsp:txBody>
      <dsp:txXfrm>
        <a:off x="34906" y="89140"/>
        <a:ext cx="4806988" cy="645240"/>
      </dsp:txXfrm>
    </dsp:sp>
    <dsp:sp modelId="{CD15253F-157D-42FD-9AF4-D392BA7E9A2C}">
      <dsp:nvSpPr>
        <dsp:cNvPr id="0" name=""/>
        <dsp:cNvSpPr/>
      </dsp:nvSpPr>
      <dsp:spPr>
        <a:xfrm>
          <a:off x="0" y="821127"/>
          <a:ext cx="4876800" cy="7150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запровадження продрозверстки</a:t>
          </a:r>
          <a:endParaRPr lang="uk-UA" sz="1800" kern="1200"/>
        </a:p>
      </dsp:txBody>
      <dsp:txXfrm>
        <a:off x="34906" y="856033"/>
        <a:ext cx="4806988" cy="645240"/>
      </dsp:txXfrm>
    </dsp:sp>
    <dsp:sp modelId="{EB597F53-8CE8-4F5D-8D5D-C3E75CB43E46}">
      <dsp:nvSpPr>
        <dsp:cNvPr id="0" name=""/>
        <dsp:cNvSpPr/>
      </dsp:nvSpPr>
      <dsp:spPr>
        <a:xfrm>
          <a:off x="0" y="1588020"/>
          <a:ext cx="4876800" cy="7150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мілітаризація праці</a:t>
          </a:r>
          <a:endParaRPr lang="uk-UA" sz="1800" kern="1200"/>
        </a:p>
      </dsp:txBody>
      <dsp:txXfrm>
        <a:off x="34906" y="1622926"/>
        <a:ext cx="4806988" cy="645240"/>
      </dsp:txXfrm>
    </dsp:sp>
    <dsp:sp modelId="{1439BF96-1E0F-4F63-9D64-9F479E1EDE36}">
      <dsp:nvSpPr>
        <dsp:cNvPr id="0" name=""/>
        <dsp:cNvSpPr/>
      </dsp:nvSpPr>
      <dsp:spPr>
        <a:xfrm>
          <a:off x="0" y="2354913"/>
          <a:ext cx="4876800" cy="7150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відновлення кредитно-банківської системи</a:t>
          </a:r>
          <a:endParaRPr lang="uk-UA" sz="1800" kern="1200"/>
        </a:p>
      </dsp:txBody>
      <dsp:txXfrm>
        <a:off x="34906" y="2389819"/>
        <a:ext cx="4806988" cy="645240"/>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46AB11-3961-43C6-82EA-C4AF7F6031A5}">
      <dsp:nvSpPr>
        <dsp:cNvPr id="0" name=""/>
        <dsp:cNvSpPr/>
      </dsp:nvSpPr>
      <dsp:spPr>
        <a:xfrm>
          <a:off x="0" y="60900"/>
          <a:ext cx="4876800" cy="95471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uk-UA" sz="2400" b="0" i="0" kern="1200"/>
            <a:t>збереження державної монополії зовнішньої торгівлі</a:t>
          </a:r>
          <a:endParaRPr lang="uk-UA" sz="2400" kern="1200"/>
        </a:p>
      </dsp:txBody>
      <dsp:txXfrm>
        <a:off x="46606" y="107506"/>
        <a:ext cx="4783588" cy="861507"/>
      </dsp:txXfrm>
    </dsp:sp>
    <dsp:sp modelId="{FA18FFEB-7506-4D17-BCAE-730361E7412A}">
      <dsp:nvSpPr>
        <dsp:cNvPr id="0" name=""/>
        <dsp:cNvSpPr/>
      </dsp:nvSpPr>
      <dsp:spPr>
        <a:xfrm>
          <a:off x="0" y="1084740"/>
          <a:ext cx="4876800" cy="95471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uk-UA" sz="2400" b="0" i="0" kern="1200"/>
            <a:t>розпуск колгоспів і радгоспів</a:t>
          </a:r>
          <a:endParaRPr lang="uk-UA" sz="2400" kern="1200"/>
        </a:p>
      </dsp:txBody>
      <dsp:txXfrm>
        <a:off x="46606" y="1131346"/>
        <a:ext cx="4783588" cy="861507"/>
      </dsp:txXfrm>
    </dsp:sp>
    <dsp:sp modelId="{DDB4A96C-ED1A-44AA-8835-69AEF2587730}">
      <dsp:nvSpPr>
        <dsp:cNvPr id="0" name=""/>
        <dsp:cNvSpPr/>
      </dsp:nvSpPr>
      <dsp:spPr>
        <a:xfrm>
          <a:off x="0" y="2108580"/>
          <a:ext cx="4876800" cy="954719"/>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uk-UA" sz="2400" b="0" i="0" kern="1200"/>
            <a:t>денаціоналізація важкої промисловості</a:t>
          </a:r>
          <a:endParaRPr lang="uk-UA" sz="2400" kern="1200"/>
        </a:p>
      </dsp:txBody>
      <dsp:txXfrm>
        <a:off x="46606" y="2155186"/>
        <a:ext cx="4783588" cy="861507"/>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445915-F068-4C44-A967-ED210B40FE72}">
      <dsp:nvSpPr>
        <dsp:cNvPr id="0" name=""/>
        <dsp:cNvSpPr/>
      </dsp:nvSpPr>
      <dsp:spPr>
        <a:xfrm>
          <a:off x="0" y="5226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проголошення курсу на індустріалізацію</a:t>
          </a:r>
          <a:endParaRPr lang="uk-UA" sz="1800" kern="1200"/>
        </a:p>
      </dsp:txBody>
      <dsp:txXfrm>
        <a:off x="34954" y="87214"/>
        <a:ext cx="4806892" cy="646132"/>
      </dsp:txXfrm>
    </dsp:sp>
    <dsp:sp modelId="{2D7BF1A4-1888-4EC5-9538-5FCDEB138CE7}">
      <dsp:nvSpPr>
        <dsp:cNvPr id="0" name=""/>
        <dsp:cNvSpPr/>
      </dsp:nvSpPr>
      <dsp:spPr>
        <a:xfrm>
          <a:off x="0" y="82014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входження УСРР до складу СРСР</a:t>
          </a:r>
          <a:endParaRPr lang="uk-UA" sz="1800" kern="1200"/>
        </a:p>
      </dsp:txBody>
      <dsp:txXfrm>
        <a:off x="34954" y="855094"/>
        <a:ext cx="4806892" cy="646132"/>
      </dsp:txXfrm>
    </dsp:sp>
    <dsp:sp modelId="{ECA90E33-9040-4BB5-915F-79CB175A0948}">
      <dsp:nvSpPr>
        <dsp:cNvPr id="0" name=""/>
        <dsp:cNvSpPr/>
      </dsp:nvSpPr>
      <dsp:spPr>
        <a:xfrm>
          <a:off x="0" y="158802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утворення Української автокефальної православної церкви</a:t>
          </a:r>
          <a:endParaRPr lang="uk-UA" sz="1800" kern="1200"/>
        </a:p>
      </dsp:txBody>
      <dsp:txXfrm>
        <a:off x="34954" y="1622974"/>
        <a:ext cx="4806892" cy="646132"/>
      </dsp:txXfrm>
    </dsp:sp>
    <dsp:sp modelId="{363408AB-EEE6-4A94-BB63-E29A57F584F2}">
      <dsp:nvSpPr>
        <dsp:cNvPr id="0" name=""/>
        <dsp:cNvSpPr/>
      </dsp:nvSpPr>
      <dsp:spPr>
        <a:xfrm>
          <a:off x="0" y="235590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початок політики «коренізації» в УСРР</a:t>
          </a:r>
          <a:endParaRPr lang="uk-UA" sz="1800" kern="1200"/>
        </a:p>
      </dsp:txBody>
      <dsp:txXfrm>
        <a:off x="34954" y="2390854"/>
        <a:ext cx="4806892" cy="646132"/>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CDD608-1C6C-498A-B8B0-F531999F1640}">
      <dsp:nvSpPr>
        <dsp:cNvPr id="0" name=""/>
        <dsp:cNvSpPr/>
      </dsp:nvSpPr>
      <dsp:spPr>
        <a:xfrm rot="10800000">
          <a:off x="942903" y="714"/>
          <a:ext cx="3243072" cy="504158"/>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320" tIns="87630" rIns="163576" bIns="87630" numCol="1" spcCol="1270" anchor="ctr" anchorCtr="0">
          <a:noAutofit/>
        </a:bodyPr>
        <a:lstStyle/>
        <a:p>
          <a:pPr marL="0" lvl="0" indent="0" algn="ctr" defTabSz="1022350">
            <a:lnSpc>
              <a:spcPct val="90000"/>
            </a:lnSpc>
            <a:spcBef>
              <a:spcPct val="0"/>
            </a:spcBef>
            <a:spcAft>
              <a:spcPct val="35000"/>
            </a:spcAft>
            <a:buNone/>
          </a:pPr>
          <a:r>
            <a:rPr lang="ru-RU" sz="2300" b="0" i="0" kern="1200"/>
            <a:t>1921 р.</a:t>
          </a:r>
          <a:endParaRPr lang="uk-UA" sz="2300" kern="1200"/>
        </a:p>
      </dsp:txBody>
      <dsp:txXfrm rot="10800000">
        <a:off x="1068942" y="714"/>
        <a:ext cx="3117033" cy="504158"/>
      </dsp:txXfrm>
    </dsp:sp>
    <dsp:sp modelId="{03B64449-DF2F-4100-92BC-752018C36A0A}">
      <dsp:nvSpPr>
        <dsp:cNvPr id="0" name=""/>
        <dsp:cNvSpPr/>
      </dsp:nvSpPr>
      <dsp:spPr>
        <a:xfrm>
          <a:off x="690824" y="714"/>
          <a:ext cx="504158" cy="504158"/>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B529DEA-9436-46EE-B423-B7C77B54C46C}">
      <dsp:nvSpPr>
        <dsp:cNvPr id="0" name=""/>
        <dsp:cNvSpPr/>
      </dsp:nvSpPr>
      <dsp:spPr>
        <a:xfrm rot="10800000">
          <a:off x="942903" y="655367"/>
          <a:ext cx="3243072" cy="504158"/>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320" tIns="87630" rIns="163576" bIns="87630" numCol="1" spcCol="1270" anchor="ctr" anchorCtr="0">
          <a:noAutofit/>
        </a:bodyPr>
        <a:lstStyle/>
        <a:p>
          <a:pPr marL="0" lvl="0" indent="0" algn="ctr" defTabSz="1022350">
            <a:lnSpc>
              <a:spcPct val="90000"/>
            </a:lnSpc>
            <a:spcBef>
              <a:spcPct val="0"/>
            </a:spcBef>
            <a:spcAft>
              <a:spcPct val="35000"/>
            </a:spcAft>
            <a:buNone/>
          </a:pPr>
          <a:r>
            <a:rPr lang="ru-RU" sz="2300" b="0" i="0" kern="1200"/>
            <a:t>1922 р.</a:t>
          </a:r>
          <a:endParaRPr lang="uk-UA" sz="2300" kern="1200"/>
        </a:p>
      </dsp:txBody>
      <dsp:txXfrm rot="10800000">
        <a:off x="1068942" y="655367"/>
        <a:ext cx="3117033" cy="504158"/>
      </dsp:txXfrm>
    </dsp:sp>
    <dsp:sp modelId="{3A45EEC2-6286-42DA-ABED-F7192E4E3166}">
      <dsp:nvSpPr>
        <dsp:cNvPr id="0" name=""/>
        <dsp:cNvSpPr/>
      </dsp:nvSpPr>
      <dsp:spPr>
        <a:xfrm>
          <a:off x="690824" y="655367"/>
          <a:ext cx="504158" cy="504158"/>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2BF772AE-11AB-481F-98A0-FA7C1D6CFCDC}">
      <dsp:nvSpPr>
        <dsp:cNvPr id="0" name=""/>
        <dsp:cNvSpPr/>
      </dsp:nvSpPr>
      <dsp:spPr>
        <a:xfrm rot="10800000">
          <a:off x="942903" y="1310020"/>
          <a:ext cx="3243072" cy="504158"/>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320" tIns="87630" rIns="163576" bIns="87630" numCol="1" spcCol="1270" anchor="ctr" anchorCtr="0">
          <a:noAutofit/>
        </a:bodyPr>
        <a:lstStyle/>
        <a:p>
          <a:pPr marL="0" lvl="0" indent="0" algn="ctr" defTabSz="1022350">
            <a:lnSpc>
              <a:spcPct val="90000"/>
            </a:lnSpc>
            <a:spcBef>
              <a:spcPct val="0"/>
            </a:spcBef>
            <a:spcAft>
              <a:spcPct val="35000"/>
            </a:spcAft>
            <a:buNone/>
          </a:pPr>
          <a:r>
            <a:rPr lang="ru-RU" sz="2300" b="0" i="0" kern="1200"/>
            <a:t>1923 р.</a:t>
          </a:r>
          <a:endParaRPr lang="uk-UA" sz="2300" kern="1200"/>
        </a:p>
      </dsp:txBody>
      <dsp:txXfrm rot="10800000">
        <a:off x="1068942" y="1310020"/>
        <a:ext cx="3117033" cy="504158"/>
      </dsp:txXfrm>
    </dsp:sp>
    <dsp:sp modelId="{16FD07DF-C4E1-4BB0-ADF6-2913BF8273F9}">
      <dsp:nvSpPr>
        <dsp:cNvPr id="0" name=""/>
        <dsp:cNvSpPr/>
      </dsp:nvSpPr>
      <dsp:spPr>
        <a:xfrm>
          <a:off x="690824" y="1310020"/>
          <a:ext cx="504158" cy="504158"/>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D1C3ACA-562B-4472-BD48-8F369AF95438}">
      <dsp:nvSpPr>
        <dsp:cNvPr id="0" name=""/>
        <dsp:cNvSpPr/>
      </dsp:nvSpPr>
      <dsp:spPr>
        <a:xfrm rot="10800000">
          <a:off x="942903" y="1964674"/>
          <a:ext cx="3243072" cy="504158"/>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320" tIns="87630" rIns="163576" bIns="87630" numCol="1" spcCol="1270" anchor="ctr" anchorCtr="0">
          <a:noAutofit/>
        </a:bodyPr>
        <a:lstStyle/>
        <a:p>
          <a:pPr marL="0" lvl="0" indent="0" algn="ctr" defTabSz="1022350">
            <a:lnSpc>
              <a:spcPct val="90000"/>
            </a:lnSpc>
            <a:spcBef>
              <a:spcPct val="0"/>
            </a:spcBef>
            <a:spcAft>
              <a:spcPct val="35000"/>
            </a:spcAft>
            <a:buNone/>
          </a:pPr>
          <a:r>
            <a:rPr lang="ru-RU" sz="2300" b="0" i="0" kern="1200"/>
            <a:t>1925 р.</a:t>
          </a:r>
          <a:endParaRPr lang="uk-UA" sz="2300" kern="1200"/>
        </a:p>
      </dsp:txBody>
      <dsp:txXfrm rot="10800000">
        <a:off x="1068942" y="1964674"/>
        <a:ext cx="3117033" cy="504158"/>
      </dsp:txXfrm>
    </dsp:sp>
    <dsp:sp modelId="{8905D011-6A18-40CD-AEA7-EB9E4FFB984F}">
      <dsp:nvSpPr>
        <dsp:cNvPr id="0" name=""/>
        <dsp:cNvSpPr/>
      </dsp:nvSpPr>
      <dsp:spPr>
        <a:xfrm>
          <a:off x="690824" y="1964674"/>
          <a:ext cx="504158" cy="504158"/>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13FB90BD-6FB4-4C15-B2A6-F61B3F3533D0}">
      <dsp:nvSpPr>
        <dsp:cNvPr id="0" name=""/>
        <dsp:cNvSpPr/>
      </dsp:nvSpPr>
      <dsp:spPr>
        <a:xfrm rot="10800000">
          <a:off x="942903" y="2619327"/>
          <a:ext cx="3243072" cy="504158"/>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2320" tIns="87630" rIns="163576" bIns="87630" numCol="1" spcCol="1270" anchor="ctr" anchorCtr="0">
          <a:noAutofit/>
        </a:bodyPr>
        <a:lstStyle/>
        <a:p>
          <a:pPr marL="0" lvl="0" indent="0" algn="ctr" defTabSz="1022350">
            <a:lnSpc>
              <a:spcPct val="90000"/>
            </a:lnSpc>
            <a:spcBef>
              <a:spcPct val="0"/>
            </a:spcBef>
            <a:spcAft>
              <a:spcPct val="35000"/>
            </a:spcAft>
            <a:buNone/>
          </a:pPr>
          <a:r>
            <a:rPr lang="ru-RU" sz="2300" b="0" i="0" kern="1200"/>
            <a:t>1928 р.</a:t>
          </a:r>
          <a:endParaRPr lang="uk-UA" sz="2300" kern="1200"/>
        </a:p>
      </dsp:txBody>
      <dsp:txXfrm rot="10800000">
        <a:off x="1068942" y="2619327"/>
        <a:ext cx="3117033" cy="504158"/>
      </dsp:txXfrm>
    </dsp:sp>
    <dsp:sp modelId="{5CB43A2B-9665-4725-98D5-C05910938290}">
      <dsp:nvSpPr>
        <dsp:cNvPr id="0" name=""/>
        <dsp:cNvSpPr/>
      </dsp:nvSpPr>
      <dsp:spPr>
        <a:xfrm>
          <a:off x="690824" y="2619327"/>
          <a:ext cx="504158" cy="504158"/>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D3D436-0649-4534-8C15-75F26A2E6B78}">
      <dsp:nvSpPr>
        <dsp:cNvPr id="0" name=""/>
        <dsp:cNvSpPr/>
      </dsp:nvSpPr>
      <dsp:spPr>
        <a:xfrm>
          <a:off x="0" y="5226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розгортання форсованої індустріалізації</a:t>
          </a:r>
          <a:endParaRPr lang="uk-UA" sz="1800" kern="1200"/>
        </a:p>
      </dsp:txBody>
      <dsp:txXfrm>
        <a:off x="34954" y="87214"/>
        <a:ext cx="4806892" cy="646132"/>
      </dsp:txXfrm>
    </dsp:sp>
    <dsp:sp modelId="{089F5044-B4C6-46E0-94A2-C1F6045139B8}">
      <dsp:nvSpPr>
        <dsp:cNvPr id="0" name=""/>
        <dsp:cNvSpPr/>
      </dsp:nvSpPr>
      <dsp:spPr>
        <a:xfrm>
          <a:off x="0" y="82014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згортання «Великого терору»</a:t>
          </a:r>
          <a:endParaRPr lang="uk-UA" sz="1800" kern="1200"/>
        </a:p>
      </dsp:txBody>
      <dsp:txXfrm>
        <a:off x="34954" y="855094"/>
        <a:ext cx="4806892" cy="646132"/>
      </dsp:txXfrm>
    </dsp:sp>
    <dsp:sp modelId="{6130BFF0-25B3-4484-B9B9-3FDFE52D6F49}">
      <dsp:nvSpPr>
        <dsp:cNvPr id="0" name=""/>
        <dsp:cNvSpPr/>
      </dsp:nvSpPr>
      <dsp:spPr>
        <a:xfrm>
          <a:off x="0" y="158802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припинення існування уряду УНР</a:t>
          </a:r>
          <a:endParaRPr lang="uk-UA" sz="1800" kern="1200"/>
        </a:p>
      </dsp:txBody>
      <dsp:txXfrm>
        <a:off x="34954" y="1622974"/>
        <a:ext cx="4806892" cy="646132"/>
      </dsp:txXfrm>
    </dsp:sp>
    <dsp:sp modelId="{825DE67B-4E81-47BE-99FB-4C50DCD9E488}">
      <dsp:nvSpPr>
        <dsp:cNvPr id="0" name=""/>
        <dsp:cNvSpPr/>
      </dsp:nvSpPr>
      <dsp:spPr>
        <a:xfrm>
          <a:off x="0" y="235590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масовий голод у республіці</a:t>
          </a:r>
          <a:endParaRPr lang="uk-UA" sz="1800" kern="1200"/>
        </a:p>
      </dsp:txBody>
      <dsp:txXfrm>
        <a:off x="34954" y="2390854"/>
        <a:ext cx="4806892" cy="646132"/>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E4156C-5CED-497F-87A8-BCBD3E8CA900}">
      <dsp:nvSpPr>
        <dsp:cNvPr id="0" name=""/>
        <dsp:cNvSpPr/>
      </dsp:nvSpPr>
      <dsp:spPr>
        <a:xfrm rot="10800000">
          <a:off x="976407" y="0"/>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68580" rIns="128016" bIns="68580" numCol="1" spcCol="1270" anchor="ctr" anchorCtr="0">
          <a:noAutofit/>
        </a:bodyPr>
        <a:lstStyle/>
        <a:p>
          <a:pPr marL="0" lvl="0" indent="0" algn="ctr" defTabSz="800100">
            <a:lnSpc>
              <a:spcPct val="90000"/>
            </a:lnSpc>
            <a:spcBef>
              <a:spcPct val="0"/>
            </a:spcBef>
            <a:spcAft>
              <a:spcPct val="35000"/>
            </a:spcAft>
            <a:buNone/>
          </a:pPr>
          <a:r>
            <a:rPr lang="ru-RU" sz="1800" b="0" i="0" kern="1200"/>
            <a:t>Микола Хвильовий</a:t>
          </a:r>
          <a:endParaRPr lang="uk-UA" sz="1800" kern="1200"/>
        </a:p>
      </dsp:txBody>
      <dsp:txXfrm rot="10800000">
        <a:off x="1135951" y="0"/>
        <a:ext cx="3083528" cy="638175"/>
      </dsp:txXfrm>
    </dsp:sp>
    <dsp:sp modelId="{A08100E0-F3A1-4E42-8FB6-9494C1C0ED43}">
      <dsp:nvSpPr>
        <dsp:cNvPr id="0" name=""/>
        <dsp:cNvSpPr/>
      </dsp:nvSpPr>
      <dsp:spPr>
        <a:xfrm>
          <a:off x="657320" y="0"/>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F375FF9-25DA-4B3D-BFB8-012F8A7E1AB0}">
      <dsp:nvSpPr>
        <dsp:cNvPr id="0" name=""/>
        <dsp:cNvSpPr/>
      </dsp:nvSpPr>
      <dsp:spPr>
        <a:xfrm rot="10800000">
          <a:off x="976407" y="828675"/>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68580" rIns="128016" bIns="68580" numCol="1" spcCol="1270" anchor="ctr" anchorCtr="0">
          <a:noAutofit/>
        </a:bodyPr>
        <a:lstStyle/>
        <a:p>
          <a:pPr marL="0" lvl="0" indent="0" algn="ctr" defTabSz="800100">
            <a:lnSpc>
              <a:spcPct val="90000"/>
            </a:lnSpc>
            <a:spcBef>
              <a:spcPct val="0"/>
            </a:spcBef>
            <a:spcAft>
              <a:spcPct val="35000"/>
            </a:spcAft>
            <a:buNone/>
          </a:pPr>
          <a:r>
            <a:rPr lang="ru-RU" sz="1800" b="0" i="0" kern="1200"/>
            <a:t>Василь Липківський</a:t>
          </a:r>
          <a:endParaRPr lang="uk-UA" sz="1800" kern="1200"/>
        </a:p>
      </dsp:txBody>
      <dsp:txXfrm rot="10800000">
        <a:off x="1135951" y="828675"/>
        <a:ext cx="3083528" cy="638175"/>
      </dsp:txXfrm>
    </dsp:sp>
    <dsp:sp modelId="{58A91D15-7EB5-4DC2-9A33-D4214CEF34D0}">
      <dsp:nvSpPr>
        <dsp:cNvPr id="0" name=""/>
        <dsp:cNvSpPr/>
      </dsp:nvSpPr>
      <dsp:spPr>
        <a:xfrm>
          <a:off x="657320" y="828675"/>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E2B187F-3732-4999-BAA7-73B0C80DD7A5}">
      <dsp:nvSpPr>
        <dsp:cNvPr id="0" name=""/>
        <dsp:cNvSpPr/>
      </dsp:nvSpPr>
      <dsp:spPr>
        <a:xfrm rot="10800000">
          <a:off x="976407" y="1657350"/>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68580" rIns="128016" bIns="68580" numCol="1" spcCol="1270" anchor="ctr" anchorCtr="0">
          <a:noAutofit/>
        </a:bodyPr>
        <a:lstStyle/>
        <a:p>
          <a:pPr marL="0" lvl="0" indent="0" algn="ctr" defTabSz="800100">
            <a:lnSpc>
              <a:spcPct val="90000"/>
            </a:lnSpc>
            <a:spcBef>
              <a:spcPct val="0"/>
            </a:spcBef>
            <a:spcAft>
              <a:spcPct val="35000"/>
            </a:spcAft>
            <a:buNone/>
          </a:pPr>
          <a:r>
            <a:rPr lang="ru-RU" sz="1800" b="0" i="0" kern="1200"/>
            <a:t>Лесь Курбас</a:t>
          </a:r>
          <a:endParaRPr lang="uk-UA" sz="1800" kern="1200"/>
        </a:p>
      </dsp:txBody>
      <dsp:txXfrm rot="10800000">
        <a:off x="1135951" y="1657350"/>
        <a:ext cx="3083528" cy="638175"/>
      </dsp:txXfrm>
    </dsp:sp>
    <dsp:sp modelId="{C2D4D51F-66BD-45DC-8E27-8CB14649D880}">
      <dsp:nvSpPr>
        <dsp:cNvPr id="0" name=""/>
        <dsp:cNvSpPr/>
      </dsp:nvSpPr>
      <dsp:spPr>
        <a:xfrm>
          <a:off x="657320" y="1657350"/>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AA2AE24-8078-4027-B3D7-38E5BDCDD329}">
      <dsp:nvSpPr>
        <dsp:cNvPr id="0" name=""/>
        <dsp:cNvSpPr/>
      </dsp:nvSpPr>
      <dsp:spPr>
        <a:xfrm rot="10800000">
          <a:off x="976407" y="2486025"/>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68580" rIns="128016" bIns="68580" numCol="1" spcCol="1270" anchor="ctr" anchorCtr="0">
          <a:noAutofit/>
        </a:bodyPr>
        <a:lstStyle/>
        <a:p>
          <a:pPr marL="0" lvl="0" indent="0" algn="ctr" defTabSz="800100">
            <a:lnSpc>
              <a:spcPct val="90000"/>
            </a:lnSpc>
            <a:spcBef>
              <a:spcPct val="0"/>
            </a:spcBef>
            <a:spcAft>
              <a:spcPct val="35000"/>
            </a:spcAft>
            <a:buNone/>
          </a:pPr>
          <a:r>
            <a:rPr lang="ru-RU" sz="1800" b="0" i="0" kern="1200"/>
            <a:t>Олександр Шумський</a:t>
          </a:r>
          <a:endParaRPr lang="uk-UA" sz="1800" kern="1200"/>
        </a:p>
      </dsp:txBody>
      <dsp:txXfrm rot="10800000">
        <a:off x="1135951" y="2486025"/>
        <a:ext cx="3083528" cy="638175"/>
      </dsp:txXfrm>
    </dsp:sp>
    <dsp:sp modelId="{F2930982-129B-4D34-BD03-60DA7889497A}">
      <dsp:nvSpPr>
        <dsp:cNvPr id="0" name=""/>
        <dsp:cNvSpPr/>
      </dsp:nvSpPr>
      <dsp:spPr>
        <a:xfrm>
          <a:off x="657320" y="2486025"/>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E1E9AA-813C-4F1E-8560-AC69CC92E56A}">
      <dsp:nvSpPr>
        <dsp:cNvPr id="0" name=""/>
        <dsp:cNvSpPr/>
      </dsp:nvSpPr>
      <dsp:spPr>
        <a:xfrm>
          <a:off x="0" y="2130"/>
          <a:ext cx="4876800" cy="6762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модерний театр, мистецьке об'єднання «Березіль»</a:t>
          </a:r>
          <a:endParaRPr lang="uk-UA" sz="1700" kern="1200"/>
        </a:p>
      </dsp:txBody>
      <dsp:txXfrm>
        <a:off x="33012" y="35142"/>
        <a:ext cx="4810776" cy="610236"/>
      </dsp:txXfrm>
    </dsp:sp>
    <dsp:sp modelId="{D9B67C22-F8E5-44EF-B659-6297710EA1C2}">
      <dsp:nvSpPr>
        <dsp:cNvPr id="0" name=""/>
        <dsp:cNvSpPr/>
      </dsp:nvSpPr>
      <dsp:spPr>
        <a:xfrm>
          <a:off x="0" y="727350"/>
          <a:ext cx="4876800" cy="6762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церковний собор, Українська автокефальна православна церква</a:t>
          </a:r>
          <a:endParaRPr lang="uk-UA" sz="1700" kern="1200"/>
        </a:p>
      </dsp:txBody>
      <dsp:txXfrm>
        <a:off x="33012" y="760362"/>
        <a:ext cx="4810776" cy="610236"/>
      </dsp:txXfrm>
    </dsp:sp>
    <dsp:sp modelId="{E07D9693-1CE7-4366-A97A-DB317D3C082B}">
      <dsp:nvSpPr>
        <dsp:cNvPr id="0" name=""/>
        <dsp:cNvSpPr/>
      </dsp:nvSpPr>
      <dsp:spPr>
        <a:xfrm>
          <a:off x="0" y="1452570"/>
          <a:ext cx="4876800" cy="6762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українізація, наркомат освіти УСРР</a:t>
          </a:r>
          <a:endParaRPr lang="uk-UA" sz="1700" kern="1200"/>
        </a:p>
      </dsp:txBody>
      <dsp:txXfrm>
        <a:off x="33012" y="1485582"/>
        <a:ext cx="4810776" cy="610236"/>
      </dsp:txXfrm>
    </dsp:sp>
    <dsp:sp modelId="{3A6004CE-2865-44FB-A616-151505A1E35C}">
      <dsp:nvSpPr>
        <dsp:cNvPr id="0" name=""/>
        <dsp:cNvSpPr/>
      </dsp:nvSpPr>
      <dsp:spPr>
        <a:xfrm>
          <a:off x="0" y="2177790"/>
          <a:ext cx="4876800" cy="6762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літературна дискусія, ВАПЛІТЕ</a:t>
          </a:r>
          <a:endParaRPr lang="uk-UA" sz="1700" kern="1200"/>
        </a:p>
      </dsp:txBody>
      <dsp:txXfrm>
        <a:off x="33012" y="2210802"/>
        <a:ext cx="4810776" cy="610236"/>
      </dsp:txXfrm>
    </dsp:sp>
    <dsp:sp modelId="{F91CA193-F9A1-4A19-9D8C-29B836FF35C2}">
      <dsp:nvSpPr>
        <dsp:cNvPr id="0" name=""/>
        <dsp:cNvSpPr/>
      </dsp:nvSpPr>
      <dsp:spPr>
        <a:xfrm>
          <a:off x="0" y="2903010"/>
          <a:ext cx="4876800" cy="6762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0" kern="1200"/>
            <a:t>спілка «Гарт», кінематограф</a:t>
          </a:r>
          <a:endParaRPr lang="uk-UA" sz="1700" kern="1200"/>
        </a:p>
      </dsp:txBody>
      <dsp:txXfrm>
        <a:off x="33012" y="2936022"/>
        <a:ext cx="4810776" cy="610236"/>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6F549E-F247-4FAA-92DA-D371FBE7FDAB}">
      <dsp:nvSpPr>
        <dsp:cNvPr id="0" name=""/>
        <dsp:cNvSpPr/>
      </dsp:nvSpPr>
      <dsp:spPr>
        <a:xfrm>
          <a:off x="876300" y="0"/>
          <a:ext cx="3124200" cy="3124200"/>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C817FD-CF96-4018-8EC6-34EFF3422B46}">
      <dsp:nvSpPr>
        <dsp:cNvPr id="0" name=""/>
        <dsp:cNvSpPr/>
      </dsp:nvSpPr>
      <dsp:spPr>
        <a:xfrm>
          <a:off x="1173099" y="296799"/>
          <a:ext cx="1218438" cy="121843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190500" rIns="190500" bIns="190500" numCol="1" spcCol="1270" anchor="ctr" anchorCtr="0">
          <a:noAutofit/>
        </a:bodyPr>
        <a:lstStyle/>
        <a:p>
          <a:pPr marL="0" lvl="0" indent="0" algn="ctr" defTabSz="2222500">
            <a:lnSpc>
              <a:spcPct val="90000"/>
            </a:lnSpc>
            <a:spcBef>
              <a:spcPct val="0"/>
            </a:spcBef>
            <a:spcAft>
              <a:spcPct val="35000"/>
            </a:spcAft>
            <a:buNone/>
          </a:pPr>
          <a:r>
            <a:rPr lang="uk-UA" sz="5000" b="0" i="0" kern="1200"/>
            <a:t>1</a:t>
          </a:r>
          <a:endParaRPr lang="uk-UA" sz="5000" kern="1200"/>
        </a:p>
      </dsp:txBody>
      <dsp:txXfrm>
        <a:off x="1232578" y="356278"/>
        <a:ext cx="1099480" cy="1099480"/>
      </dsp:txXfrm>
    </dsp:sp>
    <dsp:sp modelId="{5ABDDC9A-D843-4BFD-8F07-80500E8D8677}">
      <dsp:nvSpPr>
        <dsp:cNvPr id="0" name=""/>
        <dsp:cNvSpPr/>
      </dsp:nvSpPr>
      <dsp:spPr>
        <a:xfrm>
          <a:off x="2485263" y="296799"/>
          <a:ext cx="1218438" cy="121843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190500" rIns="190500" bIns="190500" numCol="1" spcCol="1270" anchor="ctr" anchorCtr="0">
          <a:noAutofit/>
        </a:bodyPr>
        <a:lstStyle/>
        <a:p>
          <a:pPr marL="0" lvl="0" indent="0" algn="ctr" defTabSz="2222500">
            <a:lnSpc>
              <a:spcPct val="90000"/>
            </a:lnSpc>
            <a:spcBef>
              <a:spcPct val="0"/>
            </a:spcBef>
            <a:spcAft>
              <a:spcPct val="35000"/>
            </a:spcAft>
            <a:buNone/>
          </a:pPr>
          <a:r>
            <a:rPr lang="uk-UA" sz="5000" b="0" i="0" kern="1200"/>
            <a:t>2</a:t>
          </a:r>
          <a:endParaRPr lang="uk-UA" sz="5000" kern="1200"/>
        </a:p>
      </dsp:txBody>
      <dsp:txXfrm>
        <a:off x="2544742" y="356278"/>
        <a:ext cx="1099480" cy="1099480"/>
      </dsp:txXfrm>
    </dsp:sp>
    <dsp:sp modelId="{5CC5F6B9-C21D-4CC7-9F5F-CF98C2460F13}">
      <dsp:nvSpPr>
        <dsp:cNvPr id="0" name=""/>
        <dsp:cNvSpPr/>
      </dsp:nvSpPr>
      <dsp:spPr>
        <a:xfrm>
          <a:off x="1173099" y="1608963"/>
          <a:ext cx="1218438" cy="121843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190500" rIns="190500" bIns="190500" numCol="1" spcCol="1270" anchor="ctr" anchorCtr="0">
          <a:noAutofit/>
        </a:bodyPr>
        <a:lstStyle/>
        <a:p>
          <a:pPr marL="0" lvl="0" indent="0" algn="ctr" defTabSz="2222500">
            <a:lnSpc>
              <a:spcPct val="90000"/>
            </a:lnSpc>
            <a:spcBef>
              <a:spcPct val="0"/>
            </a:spcBef>
            <a:spcAft>
              <a:spcPct val="35000"/>
            </a:spcAft>
            <a:buNone/>
          </a:pPr>
          <a:r>
            <a:rPr lang="uk-UA" sz="5000" b="0" i="0" kern="1200"/>
            <a:t>3</a:t>
          </a:r>
          <a:endParaRPr lang="uk-UA" sz="5000" kern="1200"/>
        </a:p>
      </dsp:txBody>
      <dsp:txXfrm>
        <a:off x="1232578" y="1668442"/>
        <a:ext cx="1099480" cy="1099480"/>
      </dsp:txXfrm>
    </dsp:sp>
    <dsp:sp modelId="{FFB1FFB8-E844-4BB0-8239-9878E384FB9A}">
      <dsp:nvSpPr>
        <dsp:cNvPr id="0" name=""/>
        <dsp:cNvSpPr/>
      </dsp:nvSpPr>
      <dsp:spPr>
        <a:xfrm>
          <a:off x="2485263" y="1608963"/>
          <a:ext cx="1218438" cy="1218438"/>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90500" tIns="190500" rIns="190500" bIns="190500" numCol="1" spcCol="1270" anchor="ctr" anchorCtr="0">
          <a:noAutofit/>
        </a:bodyPr>
        <a:lstStyle/>
        <a:p>
          <a:pPr marL="0" lvl="0" indent="0" algn="ctr" defTabSz="2222500">
            <a:lnSpc>
              <a:spcPct val="90000"/>
            </a:lnSpc>
            <a:spcBef>
              <a:spcPct val="0"/>
            </a:spcBef>
            <a:spcAft>
              <a:spcPct val="35000"/>
            </a:spcAft>
            <a:buNone/>
          </a:pPr>
          <a:r>
            <a:rPr lang="uk-UA" sz="5000" b="0" i="0" kern="1200"/>
            <a:t>4</a:t>
          </a:r>
          <a:endParaRPr lang="uk-UA" sz="5000" kern="1200"/>
        </a:p>
      </dsp:txBody>
      <dsp:txXfrm>
        <a:off x="2544742" y="1668442"/>
        <a:ext cx="1099480" cy="1099480"/>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1FE74D-0EC8-4A62-9226-C88D3ABFD131}">
      <dsp:nvSpPr>
        <dsp:cNvPr id="0" name=""/>
        <dsp:cNvSpPr/>
      </dsp:nvSpPr>
      <dsp:spPr>
        <a:xfrm rot="10800000">
          <a:off x="976407" y="0"/>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83820" rIns="156464" bIns="83820" numCol="1" spcCol="1270" anchor="ctr" anchorCtr="0">
          <a:noAutofit/>
        </a:bodyPr>
        <a:lstStyle/>
        <a:p>
          <a:pPr marL="0" lvl="0" indent="0" algn="ctr" defTabSz="977900">
            <a:lnSpc>
              <a:spcPct val="90000"/>
            </a:lnSpc>
            <a:spcBef>
              <a:spcPct val="0"/>
            </a:spcBef>
            <a:spcAft>
              <a:spcPct val="35000"/>
            </a:spcAft>
            <a:buNone/>
          </a:pPr>
          <a:r>
            <a:rPr lang="ru-RU" sz="2200" b="0" i="0" kern="1200"/>
            <a:t>С. Петлюра.</a:t>
          </a:r>
          <a:endParaRPr lang="uk-UA" sz="2200" kern="1200"/>
        </a:p>
      </dsp:txBody>
      <dsp:txXfrm rot="10800000">
        <a:off x="1135951" y="0"/>
        <a:ext cx="3083528" cy="638175"/>
      </dsp:txXfrm>
    </dsp:sp>
    <dsp:sp modelId="{ABDFC35E-F5C2-4269-B2D1-B315A61EE7F4}">
      <dsp:nvSpPr>
        <dsp:cNvPr id="0" name=""/>
        <dsp:cNvSpPr/>
      </dsp:nvSpPr>
      <dsp:spPr>
        <a:xfrm>
          <a:off x="657320" y="0"/>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8AF1347-0B23-4C14-9109-5CE24D62679E}">
      <dsp:nvSpPr>
        <dsp:cNvPr id="0" name=""/>
        <dsp:cNvSpPr/>
      </dsp:nvSpPr>
      <dsp:spPr>
        <a:xfrm rot="10800000">
          <a:off x="976407" y="828674"/>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83820" rIns="156464" bIns="83820" numCol="1" spcCol="1270" anchor="ctr" anchorCtr="0">
          <a:noAutofit/>
        </a:bodyPr>
        <a:lstStyle/>
        <a:p>
          <a:pPr marL="0" lvl="0" indent="0" algn="ctr" defTabSz="977900">
            <a:lnSpc>
              <a:spcPct val="90000"/>
            </a:lnSpc>
            <a:spcBef>
              <a:spcPct val="0"/>
            </a:spcBef>
            <a:spcAft>
              <a:spcPct val="35000"/>
            </a:spcAft>
            <a:buNone/>
          </a:pPr>
          <a:r>
            <a:rPr lang="ru-RU" sz="2200" b="0" i="0" kern="1200"/>
            <a:t>Х. Раковський.</a:t>
          </a:r>
          <a:endParaRPr lang="uk-UA" sz="2200" kern="1200"/>
        </a:p>
      </dsp:txBody>
      <dsp:txXfrm rot="10800000">
        <a:off x="1135951" y="828674"/>
        <a:ext cx="3083528" cy="638175"/>
      </dsp:txXfrm>
    </dsp:sp>
    <dsp:sp modelId="{5F49807B-A5F1-4BCA-9E00-645257B40C04}">
      <dsp:nvSpPr>
        <dsp:cNvPr id="0" name=""/>
        <dsp:cNvSpPr/>
      </dsp:nvSpPr>
      <dsp:spPr>
        <a:xfrm>
          <a:off x="657320" y="828674"/>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0844538-2C08-4461-960C-9C082AD33C58}">
      <dsp:nvSpPr>
        <dsp:cNvPr id="0" name=""/>
        <dsp:cNvSpPr/>
      </dsp:nvSpPr>
      <dsp:spPr>
        <a:xfrm rot="10800000">
          <a:off x="976407" y="1657349"/>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83820" rIns="156464" bIns="83820" numCol="1" spcCol="1270" anchor="ctr" anchorCtr="0">
          <a:noAutofit/>
        </a:bodyPr>
        <a:lstStyle/>
        <a:p>
          <a:pPr marL="0" lvl="0" indent="0" algn="ctr" defTabSz="977900">
            <a:lnSpc>
              <a:spcPct val="90000"/>
            </a:lnSpc>
            <a:spcBef>
              <a:spcPct val="0"/>
            </a:spcBef>
            <a:spcAft>
              <a:spcPct val="35000"/>
            </a:spcAft>
            <a:buNone/>
          </a:pPr>
          <a:r>
            <a:rPr lang="ru-RU" sz="2200" b="0" i="0" kern="1200"/>
            <a:t>Є. Петрушевич.</a:t>
          </a:r>
          <a:endParaRPr lang="uk-UA" sz="2200" kern="1200"/>
        </a:p>
      </dsp:txBody>
      <dsp:txXfrm rot="10800000">
        <a:off x="1135951" y="1657349"/>
        <a:ext cx="3083528" cy="638175"/>
      </dsp:txXfrm>
    </dsp:sp>
    <dsp:sp modelId="{7285364A-2753-4500-BBCA-8C39FB2CFBFE}">
      <dsp:nvSpPr>
        <dsp:cNvPr id="0" name=""/>
        <dsp:cNvSpPr/>
      </dsp:nvSpPr>
      <dsp:spPr>
        <a:xfrm>
          <a:off x="657320" y="1657349"/>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3142A42-890C-4A29-B8B5-2DD95FBF92A0}">
      <dsp:nvSpPr>
        <dsp:cNvPr id="0" name=""/>
        <dsp:cNvSpPr/>
      </dsp:nvSpPr>
      <dsp:spPr>
        <a:xfrm rot="10800000">
          <a:off x="976407" y="2486025"/>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83820" rIns="156464" bIns="83820" numCol="1" spcCol="1270" anchor="ctr" anchorCtr="0">
          <a:noAutofit/>
        </a:bodyPr>
        <a:lstStyle/>
        <a:p>
          <a:pPr marL="0" lvl="0" indent="0" algn="ctr" defTabSz="977900">
            <a:lnSpc>
              <a:spcPct val="90000"/>
            </a:lnSpc>
            <a:spcBef>
              <a:spcPct val="0"/>
            </a:spcBef>
            <a:spcAft>
              <a:spcPct val="35000"/>
            </a:spcAft>
            <a:buNone/>
          </a:pPr>
          <a:r>
            <a:rPr lang="ru-RU" sz="2200" b="0" i="0" kern="1200"/>
            <a:t>М. Грушевський.</a:t>
          </a:r>
          <a:endParaRPr lang="uk-UA" sz="2200" kern="1200"/>
        </a:p>
      </dsp:txBody>
      <dsp:txXfrm rot="10800000">
        <a:off x="1135951" y="2486025"/>
        <a:ext cx="3083528" cy="638175"/>
      </dsp:txXfrm>
    </dsp:sp>
    <dsp:sp modelId="{7E6F3CC8-7A4D-4F09-9C7E-E287AEF8AC94}">
      <dsp:nvSpPr>
        <dsp:cNvPr id="0" name=""/>
        <dsp:cNvSpPr/>
      </dsp:nvSpPr>
      <dsp:spPr>
        <a:xfrm>
          <a:off x="657320" y="2486025"/>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BD052A-0541-4BF1-BAD0-7F160AD0F6AB}">
      <dsp:nvSpPr>
        <dsp:cNvPr id="0" name=""/>
        <dsp:cNvSpPr/>
      </dsp:nvSpPr>
      <dsp:spPr>
        <a:xfrm>
          <a:off x="1626108" y="31241"/>
          <a:ext cx="1624584" cy="1624584"/>
        </a:xfrm>
        <a:prstGeom prst="ellipse">
          <a:avLst/>
        </a:prstGeom>
        <a:solidFill>
          <a:schemeClr val="accent1">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r>
            <a:rPr lang="uk-UA" sz="3600" b="0" i="0" kern="1200"/>
            <a:t>1</a:t>
          </a:r>
          <a:endParaRPr lang="uk-UA" sz="3600" kern="1200"/>
        </a:p>
      </dsp:txBody>
      <dsp:txXfrm>
        <a:off x="1813560" y="249935"/>
        <a:ext cx="1249680" cy="515493"/>
      </dsp:txXfrm>
    </dsp:sp>
    <dsp:sp modelId="{C23026A7-B279-418E-8619-02B6828963F3}">
      <dsp:nvSpPr>
        <dsp:cNvPr id="0" name=""/>
        <dsp:cNvSpPr/>
      </dsp:nvSpPr>
      <dsp:spPr>
        <a:xfrm>
          <a:off x="2344674" y="749807"/>
          <a:ext cx="1624584" cy="1624584"/>
        </a:xfrm>
        <a:prstGeom prst="ellipse">
          <a:avLst/>
        </a:prstGeom>
        <a:solidFill>
          <a:schemeClr val="accent1">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r>
            <a:rPr lang="uk-UA" sz="3600" b="0" i="0" kern="1200"/>
            <a:t>2</a:t>
          </a:r>
          <a:endParaRPr lang="uk-UA" sz="3600" kern="1200"/>
        </a:p>
      </dsp:txBody>
      <dsp:txXfrm>
        <a:off x="3219450" y="937260"/>
        <a:ext cx="624840" cy="1249680"/>
      </dsp:txXfrm>
    </dsp:sp>
    <dsp:sp modelId="{492A6871-123C-4612-A4E3-36B1F23F8C0F}">
      <dsp:nvSpPr>
        <dsp:cNvPr id="0" name=""/>
        <dsp:cNvSpPr/>
      </dsp:nvSpPr>
      <dsp:spPr>
        <a:xfrm>
          <a:off x="1626108" y="1468374"/>
          <a:ext cx="1624584" cy="1624584"/>
        </a:xfrm>
        <a:prstGeom prst="ellipse">
          <a:avLst/>
        </a:prstGeom>
        <a:solidFill>
          <a:schemeClr val="accent1">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r>
            <a:rPr lang="uk-UA" sz="3600" b="0" i="0" kern="1200"/>
            <a:t>3</a:t>
          </a:r>
          <a:endParaRPr lang="uk-UA" sz="3600" kern="1200"/>
        </a:p>
      </dsp:txBody>
      <dsp:txXfrm>
        <a:off x="1813560" y="2358771"/>
        <a:ext cx="1249680" cy="515493"/>
      </dsp:txXfrm>
    </dsp:sp>
    <dsp:sp modelId="{8B01B38C-84AC-4B7C-A348-E8C7E5FAAC11}">
      <dsp:nvSpPr>
        <dsp:cNvPr id="0" name=""/>
        <dsp:cNvSpPr/>
      </dsp:nvSpPr>
      <dsp:spPr>
        <a:xfrm>
          <a:off x="907542" y="749807"/>
          <a:ext cx="1624584" cy="1624584"/>
        </a:xfrm>
        <a:prstGeom prst="ellipse">
          <a:avLst/>
        </a:prstGeom>
        <a:solidFill>
          <a:schemeClr val="accent1">
            <a:alpha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600200">
            <a:lnSpc>
              <a:spcPct val="90000"/>
            </a:lnSpc>
            <a:spcBef>
              <a:spcPct val="0"/>
            </a:spcBef>
            <a:spcAft>
              <a:spcPct val="35000"/>
            </a:spcAft>
            <a:buNone/>
          </a:pPr>
          <a:r>
            <a:rPr lang="uk-UA" sz="3600" b="0" i="0" kern="1200"/>
            <a:t>4</a:t>
          </a:r>
          <a:endParaRPr lang="uk-UA" sz="3600" kern="1200"/>
        </a:p>
      </dsp:txBody>
      <dsp:txXfrm>
        <a:off x="1032510" y="937260"/>
        <a:ext cx="624840" cy="1249680"/>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1F6F44-339A-44B0-8C1E-55BABD13FC7F}">
      <dsp:nvSpPr>
        <dsp:cNvPr id="0" name=""/>
        <dsp:cNvSpPr/>
      </dsp:nvSpPr>
      <dsp:spPr>
        <a:xfrm>
          <a:off x="0" y="5226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Української Народної Республіки доби Центральної Ради.</a:t>
          </a:r>
          <a:endParaRPr lang="uk-UA" sz="1800" kern="1200"/>
        </a:p>
      </dsp:txBody>
      <dsp:txXfrm>
        <a:off x="34954" y="87214"/>
        <a:ext cx="4806892" cy="646132"/>
      </dsp:txXfrm>
    </dsp:sp>
    <dsp:sp modelId="{51C2D997-D981-465E-AD41-D603EB40DB1C}">
      <dsp:nvSpPr>
        <dsp:cNvPr id="0" name=""/>
        <dsp:cNvSpPr/>
      </dsp:nvSpPr>
      <dsp:spPr>
        <a:xfrm>
          <a:off x="0" y="82014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Української Держави гетьмана П. Скоропадського.</a:t>
          </a:r>
          <a:endParaRPr lang="uk-UA" sz="1800" kern="1200"/>
        </a:p>
      </dsp:txBody>
      <dsp:txXfrm>
        <a:off x="34954" y="855094"/>
        <a:ext cx="4806892" cy="646132"/>
      </dsp:txXfrm>
    </dsp:sp>
    <dsp:sp modelId="{0118BAFC-0CFF-4553-A714-7FA946438F07}">
      <dsp:nvSpPr>
        <dsp:cNvPr id="0" name=""/>
        <dsp:cNvSpPr/>
      </dsp:nvSpPr>
      <dsp:spPr>
        <a:xfrm>
          <a:off x="0" y="158802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Української Народної Республіки доби Директорії.</a:t>
          </a:r>
          <a:endParaRPr lang="uk-UA" sz="1800" kern="1200"/>
        </a:p>
      </dsp:txBody>
      <dsp:txXfrm>
        <a:off x="34954" y="1622974"/>
        <a:ext cx="4806892" cy="646132"/>
      </dsp:txXfrm>
    </dsp:sp>
    <dsp:sp modelId="{A9812468-B80B-4078-BC3B-01239A929C04}">
      <dsp:nvSpPr>
        <dsp:cNvPr id="0" name=""/>
        <dsp:cNvSpPr/>
      </dsp:nvSpPr>
      <dsp:spPr>
        <a:xfrm>
          <a:off x="0" y="235590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Української Соціалістичної Радянської Республіки.</a:t>
          </a:r>
          <a:endParaRPr lang="uk-UA" sz="1800" kern="1200"/>
        </a:p>
      </dsp:txBody>
      <dsp:txXfrm>
        <a:off x="34954" y="2390854"/>
        <a:ext cx="4806892" cy="646132"/>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94ED4F7-07EC-4229-B7D4-D2E89F52B3BD}">
      <dsp:nvSpPr>
        <dsp:cNvPr id="0" name=""/>
        <dsp:cNvSpPr/>
      </dsp:nvSpPr>
      <dsp:spPr>
        <a:xfrm rot="10800000">
          <a:off x="976407" y="0"/>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64770" rIns="120904" bIns="64770" numCol="1" spcCol="1270" anchor="ctr" anchorCtr="0">
          <a:noAutofit/>
        </a:bodyPr>
        <a:lstStyle/>
        <a:p>
          <a:pPr marL="0" lvl="0" indent="0" algn="ctr" defTabSz="755650">
            <a:lnSpc>
              <a:spcPct val="90000"/>
            </a:lnSpc>
            <a:spcBef>
              <a:spcPct val="0"/>
            </a:spcBef>
            <a:spcAft>
              <a:spcPct val="35000"/>
            </a:spcAft>
            <a:buNone/>
          </a:pPr>
          <a:r>
            <a:rPr lang="ru-RU" sz="1700" b="0" i="0" kern="1200"/>
            <a:t>Рада народних комісарів</a:t>
          </a:r>
          <a:endParaRPr lang="uk-UA" sz="1700" kern="1200"/>
        </a:p>
      </dsp:txBody>
      <dsp:txXfrm rot="10800000">
        <a:off x="1135951" y="0"/>
        <a:ext cx="3083528" cy="638175"/>
      </dsp:txXfrm>
    </dsp:sp>
    <dsp:sp modelId="{3549BDD9-6336-4CB9-A9D7-B9E0825311DD}">
      <dsp:nvSpPr>
        <dsp:cNvPr id="0" name=""/>
        <dsp:cNvSpPr/>
      </dsp:nvSpPr>
      <dsp:spPr>
        <a:xfrm>
          <a:off x="657320" y="0"/>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B29CE40-8D84-4319-9AA9-3F3DA129B00F}">
      <dsp:nvSpPr>
        <dsp:cNvPr id="0" name=""/>
        <dsp:cNvSpPr/>
      </dsp:nvSpPr>
      <dsp:spPr>
        <a:xfrm rot="10800000">
          <a:off x="976407" y="828675"/>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64770" rIns="120904" bIns="64770" numCol="1" spcCol="1270" anchor="ctr" anchorCtr="0">
          <a:noAutofit/>
        </a:bodyPr>
        <a:lstStyle/>
        <a:p>
          <a:pPr marL="0" lvl="0" indent="0" algn="ctr" defTabSz="755650">
            <a:lnSpc>
              <a:spcPct val="90000"/>
            </a:lnSpc>
            <a:spcBef>
              <a:spcPct val="0"/>
            </a:spcBef>
            <a:spcAft>
              <a:spcPct val="35000"/>
            </a:spcAft>
            <a:buNone/>
          </a:pPr>
          <a:r>
            <a:rPr lang="ru-RU" sz="1700" b="0" i="0" kern="1200"/>
            <a:t>Генеральний секретаріат</a:t>
          </a:r>
          <a:endParaRPr lang="uk-UA" sz="1700" kern="1200"/>
        </a:p>
      </dsp:txBody>
      <dsp:txXfrm rot="10800000">
        <a:off x="1135951" y="828675"/>
        <a:ext cx="3083528" cy="638175"/>
      </dsp:txXfrm>
    </dsp:sp>
    <dsp:sp modelId="{7707E17A-F03B-45DF-8725-208E9DEF4C61}">
      <dsp:nvSpPr>
        <dsp:cNvPr id="0" name=""/>
        <dsp:cNvSpPr/>
      </dsp:nvSpPr>
      <dsp:spPr>
        <a:xfrm>
          <a:off x="657320" y="828675"/>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1F76A1B-D122-4B9C-ACE1-FED078938D19}">
      <dsp:nvSpPr>
        <dsp:cNvPr id="0" name=""/>
        <dsp:cNvSpPr/>
      </dsp:nvSpPr>
      <dsp:spPr>
        <a:xfrm rot="10800000">
          <a:off x="976407" y="1657350"/>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64770" rIns="120904" bIns="64770" numCol="1" spcCol="1270" anchor="ctr" anchorCtr="0">
          <a:noAutofit/>
        </a:bodyPr>
        <a:lstStyle/>
        <a:p>
          <a:pPr marL="0" lvl="0" indent="0" algn="ctr" defTabSz="755650">
            <a:lnSpc>
              <a:spcPct val="90000"/>
            </a:lnSpc>
            <a:spcBef>
              <a:spcPct val="0"/>
            </a:spcBef>
            <a:spcAft>
              <a:spcPct val="35000"/>
            </a:spcAft>
            <a:buNone/>
          </a:pPr>
          <a:r>
            <a:rPr lang="ru-RU" sz="1700" b="0" i="0" kern="1200"/>
            <a:t>Державний секретаріат</a:t>
          </a:r>
          <a:endParaRPr lang="uk-UA" sz="1700" kern="1200"/>
        </a:p>
      </dsp:txBody>
      <dsp:txXfrm rot="10800000">
        <a:off x="1135951" y="1657350"/>
        <a:ext cx="3083528" cy="638175"/>
      </dsp:txXfrm>
    </dsp:sp>
    <dsp:sp modelId="{18C75091-FEED-4928-86C9-4306399CD085}">
      <dsp:nvSpPr>
        <dsp:cNvPr id="0" name=""/>
        <dsp:cNvSpPr/>
      </dsp:nvSpPr>
      <dsp:spPr>
        <a:xfrm>
          <a:off x="657320" y="1657350"/>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355819E-54EB-460E-A48F-488D2FDA9086}">
      <dsp:nvSpPr>
        <dsp:cNvPr id="0" name=""/>
        <dsp:cNvSpPr/>
      </dsp:nvSpPr>
      <dsp:spPr>
        <a:xfrm rot="10800000">
          <a:off x="976407" y="2486025"/>
          <a:ext cx="3243072" cy="638175"/>
        </a:xfrm>
        <a:prstGeom prst="homePlate">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81417" tIns="64770" rIns="120904" bIns="64770" numCol="1" spcCol="1270" anchor="ctr" anchorCtr="0">
          <a:noAutofit/>
        </a:bodyPr>
        <a:lstStyle/>
        <a:p>
          <a:pPr marL="0" lvl="0" indent="0" algn="ctr" defTabSz="755650">
            <a:lnSpc>
              <a:spcPct val="90000"/>
            </a:lnSpc>
            <a:spcBef>
              <a:spcPct val="0"/>
            </a:spcBef>
            <a:spcAft>
              <a:spcPct val="35000"/>
            </a:spcAft>
            <a:buNone/>
          </a:pPr>
          <a:r>
            <a:rPr lang="ru-RU" sz="1700" b="0" i="0" kern="1200"/>
            <a:t>Рада міністрів</a:t>
          </a:r>
          <a:endParaRPr lang="uk-UA" sz="1700" kern="1200"/>
        </a:p>
      </dsp:txBody>
      <dsp:txXfrm rot="10800000">
        <a:off x="1135951" y="2486025"/>
        <a:ext cx="3083528" cy="638175"/>
      </dsp:txXfrm>
    </dsp:sp>
    <dsp:sp modelId="{94576192-E9B1-495D-BE27-984C24EE8F84}">
      <dsp:nvSpPr>
        <dsp:cNvPr id="0" name=""/>
        <dsp:cNvSpPr/>
      </dsp:nvSpPr>
      <dsp:spPr>
        <a:xfrm>
          <a:off x="657320" y="2486025"/>
          <a:ext cx="638175" cy="638175"/>
        </a:xfrm>
        <a:prstGeom prst="ellipse">
          <a:avLst/>
        </a:prstGeom>
        <a:solidFill>
          <a:schemeClr val="accent1">
            <a:tint val="50000"/>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A61D10F-7EC4-40A2-BA0F-170A16F724DE}">
      <dsp:nvSpPr>
        <dsp:cNvPr id="0" name=""/>
        <dsp:cNvSpPr/>
      </dsp:nvSpPr>
      <dsp:spPr>
        <a:xfrm>
          <a:off x="0" y="89160"/>
          <a:ext cx="4876800" cy="556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b="0" i="0" kern="1200"/>
            <a:t>Українська Народна Республіка доби Центральної Ради</a:t>
          </a:r>
          <a:endParaRPr lang="uk-UA" sz="1400" kern="1200"/>
        </a:p>
      </dsp:txBody>
      <dsp:txXfrm>
        <a:off x="27187" y="116347"/>
        <a:ext cx="4822426" cy="502546"/>
      </dsp:txXfrm>
    </dsp:sp>
    <dsp:sp modelId="{7E83C57E-24AE-4897-B882-C859628C3299}">
      <dsp:nvSpPr>
        <dsp:cNvPr id="0" name=""/>
        <dsp:cNvSpPr/>
      </dsp:nvSpPr>
      <dsp:spPr>
        <a:xfrm>
          <a:off x="0" y="686400"/>
          <a:ext cx="4876800" cy="556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b="0" i="0" kern="1200"/>
            <a:t>Західноукраїнська Народна Республіка</a:t>
          </a:r>
          <a:endParaRPr lang="uk-UA" sz="1400" kern="1200"/>
        </a:p>
      </dsp:txBody>
      <dsp:txXfrm>
        <a:off x="27187" y="713587"/>
        <a:ext cx="4822426" cy="502546"/>
      </dsp:txXfrm>
    </dsp:sp>
    <dsp:sp modelId="{11F777DE-550B-4FF0-AE3D-180912DC390A}">
      <dsp:nvSpPr>
        <dsp:cNvPr id="0" name=""/>
        <dsp:cNvSpPr/>
      </dsp:nvSpPr>
      <dsp:spPr>
        <a:xfrm>
          <a:off x="0" y="1283640"/>
          <a:ext cx="4876800" cy="556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b="0" i="0" kern="1200"/>
            <a:t>Українська Соціалістична Радянська Республіка</a:t>
          </a:r>
          <a:endParaRPr lang="uk-UA" sz="1400" kern="1200"/>
        </a:p>
      </dsp:txBody>
      <dsp:txXfrm>
        <a:off x="27187" y="1310827"/>
        <a:ext cx="4822426" cy="502546"/>
      </dsp:txXfrm>
    </dsp:sp>
    <dsp:sp modelId="{C3798639-9EE8-46F2-9EB3-0C35CEAE6859}">
      <dsp:nvSpPr>
        <dsp:cNvPr id="0" name=""/>
        <dsp:cNvSpPr/>
      </dsp:nvSpPr>
      <dsp:spPr>
        <a:xfrm>
          <a:off x="0" y="1880880"/>
          <a:ext cx="4876800" cy="556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b="0" i="0" kern="1200"/>
            <a:t>Українська Держава гетьмана П. Скоропадського</a:t>
          </a:r>
          <a:endParaRPr lang="uk-UA" sz="1400" kern="1200"/>
        </a:p>
      </dsp:txBody>
      <dsp:txXfrm>
        <a:off x="27187" y="1908067"/>
        <a:ext cx="4822426" cy="502546"/>
      </dsp:txXfrm>
    </dsp:sp>
    <dsp:sp modelId="{DB6AE6AB-B07F-4CC6-BDFD-AFC24F7F84A9}">
      <dsp:nvSpPr>
        <dsp:cNvPr id="0" name=""/>
        <dsp:cNvSpPr/>
      </dsp:nvSpPr>
      <dsp:spPr>
        <a:xfrm>
          <a:off x="0" y="2478120"/>
          <a:ext cx="4876800" cy="55692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ru-RU" sz="1400" b="0" i="0" kern="1200"/>
            <a:t>Українська Народна Республіка доби Директорії</a:t>
          </a:r>
          <a:endParaRPr lang="uk-UA" sz="1400" kern="1200"/>
        </a:p>
      </dsp:txBody>
      <dsp:txXfrm>
        <a:off x="27187" y="2505307"/>
        <a:ext cx="4822426" cy="502546"/>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3B7A09-42B0-419E-9587-D89733809E8D}">
      <dsp:nvSpPr>
        <dsp:cNvPr id="0" name=""/>
        <dsp:cNvSpPr/>
      </dsp:nvSpPr>
      <dsp:spPr>
        <a:xfrm>
          <a:off x="0" y="299487"/>
          <a:ext cx="4355869" cy="19094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1" kern="1200"/>
            <a:t>«Обидві договірні сторони... визнають незалежність України і Білорусії, а також погоджуються і постановляють… кордон між Росією, Білоруссю та Україною, з одного боку, та Польщею, з другого, становить лінія... вздовж річки Збруч, до впадання її в річку Дністер…»</a:t>
          </a:r>
          <a:endParaRPr lang="uk-UA" sz="1600" kern="1200"/>
        </a:p>
      </dsp:txBody>
      <dsp:txXfrm>
        <a:off x="93211" y="392698"/>
        <a:ext cx="4169447" cy="1723018"/>
      </dsp:txXfrm>
    </dsp:sp>
    <dsp:sp modelId="{DF00DD90-177C-4CB4-A211-09735980A14B}">
      <dsp:nvSpPr>
        <dsp:cNvPr id="0" name=""/>
        <dsp:cNvSpPr/>
      </dsp:nvSpPr>
      <dsp:spPr>
        <a:xfrm>
          <a:off x="0" y="2255007"/>
          <a:ext cx="4355869" cy="19094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1" kern="1200" dirty="0"/>
            <a:t>«Однині воєдино зливаються століттям </a:t>
          </a:r>
          <a:r>
            <a:rPr lang="uk-UA" sz="1600" b="0" i="1" kern="1200" dirty="0" err="1"/>
            <a:t>одірвані</a:t>
          </a:r>
          <a:r>
            <a:rPr lang="uk-UA" sz="1600" b="0" i="1" kern="1200" dirty="0"/>
            <a:t> одна від одної частини єдиної України – Західноукраїнська Народна Республіка (Галичина, Буковина й Угорська Україна) і Наддніпрянська велика Україна…»</a:t>
          </a:r>
          <a:endParaRPr lang="uk-UA" sz="1600" kern="1200" dirty="0"/>
        </a:p>
      </dsp:txBody>
      <dsp:txXfrm>
        <a:off x="93211" y="2348218"/>
        <a:ext cx="4169447" cy="1723018"/>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6B46E3-905C-4CE9-BD55-75A12B1486F6}">
      <dsp:nvSpPr>
        <dsp:cNvPr id="0" name=""/>
        <dsp:cNvSpPr/>
      </dsp:nvSpPr>
      <dsp:spPr>
        <a:xfrm>
          <a:off x="0" y="65759"/>
          <a:ext cx="7539440" cy="14718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1" kern="1200" dirty="0"/>
            <a:t>«Польські та українські війська діють як війська союзні… Від початку спільних дій проти більшовиків Український уряд зобов’язується постачати продукти польській армії… Командування польськими військами зобов’язується постачати українським військам зброю та амуніцію…»</a:t>
          </a:r>
          <a:endParaRPr lang="uk-UA" sz="1700" kern="1200" dirty="0"/>
        </a:p>
      </dsp:txBody>
      <dsp:txXfrm>
        <a:off x="71850" y="137609"/>
        <a:ext cx="7395740" cy="1328160"/>
      </dsp:txXfrm>
    </dsp:sp>
    <dsp:sp modelId="{E5629F91-20A2-4480-9D0B-00A1E8B237F6}">
      <dsp:nvSpPr>
        <dsp:cNvPr id="0" name=""/>
        <dsp:cNvSpPr/>
      </dsp:nvSpPr>
      <dsp:spPr>
        <a:xfrm>
          <a:off x="0" y="1586580"/>
          <a:ext cx="7539440" cy="147186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uk-UA" sz="1700" b="0" i="1" kern="1200"/>
            <a:t>«Хай буде Україна вільною. Не одділяючись від усієї Росії, не розриваючи з державою Російською, хай народ український на своїй землі має право сам порядкувати своїм життям...»</a:t>
          </a:r>
          <a:endParaRPr lang="uk-UA" sz="1700" kern="1200"/>
        </a:p>
      </dsp:txBody>
      <dsp:txXfrm>
        <a:off x="71850" y="1658430"/>
        <a:ext cx="7395740" cy="1328160"/>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836994-E347-4A81-9235-95096989E0DF}">
      <dsp:nvSpPr>
        <dsp:cNvPr id="0" name=""/>
        <dsp:cNvSpPr/>
      </dsp:nvSpPr>
      <dsp:spPr>
        <a:xfrm>
          <a:off x="521015" y="0"/>
          <a:ext cx="5904841" cy="225171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8B317A-3CCA-4E15-9366-3DF22E689B53}">
      <dsp:nvSpPr>
        <dsp:cNvPr id="0" name=""/>
        <dsp:cNvSpPr/>
      </dsp:nvSpPr>
      <dsp:spPr>
        <a:xfrm>
          <a:off x="4250" y="675512"/>
          <a:ext cx="1284285" cy="900684"/>
        </a:xfrm>
        <a:prstGeom prst="roundRect">
          <a:avLst/>
        </a:prstGeom>
        <a:solidFill>
          <a:schemeClr val="lt1">
            <a:hueOff val="0"/>
            <a:satOff val="0"/>
            <a:lumOff val="0"/>
            <a:alphaOff val="0"/>
          </a:schemeClr>
        </a:solidFill>
        <a:ln w="19050"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ru-RU" sz="2300" b="0" i="0" kern="1200"/>
            <a:t>1917 р.</a:t>
          </a:r>
          <a:endParaRPr lang="uk-UA" sz="2300" kern="1200"/>
        </a:p>
      </dsp:txBody>
      <dsp:txXfrm>
        <a:off x="48218" y="719480"/>
        <a:ext cx="1196349" cy="812748"/>
      </dsp:txXfrm>
    </dsp:sp>
    <dsp:sp modelId="{C7279D73-49B8-4003-A225-0B9D0B20C9F9}">
      <dsp:nvSpPr>
        <dsp:cNvPr id="0" name=""/>
        <dsp:cNvSpPr/>
      </dsp:nvSpPr>
      <dsp:spPr>
        <a:xfrm>
          <a:off x="1417772" y="675512"/>
          <a:ext cx="1284285" cy="900684"/>
        </a:xfrm>
        <a:prstGeom prst="roundRect">
          <a:avLst/>
        </a:prstGeom>
        <a:solidFill>
          <a:schemeClr val="lt1">
            <a:hueOff val="0"/>
            <a:satOff val="0"/>
            <a:lumOff val="0"/>
            <a:alphaOff val="0"/>
          </a:schemeClr>
        </a:solidFill>
        <a:ln w="19050"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ru-RU" sz="2300" b="0" i="0" kern="1200"/>
            <a:t>1918 р.</a:t>
          </a:r>
          <a:endParaRPr lang="uk-UA" sz="2300" kern="1200"/>
        </a:p>
      </dsp:txBody>
      <dsp:txXfrm>
        <a:off x="1461740" y="719480"/>
        <a:ext cx="1196349" cy="812748"/>
      </dsp:txXfrm>
    </dsp:sp>
    <dsp:sp modelId="{4C06AC60-20D4-4713-BB0E-C06E5390A1F3}">
      <dsp:nvSpPr>
        <dsp:cNvPr id="0" name=""/>
        <dsp:cNvSpPr/>
      </dsp:nvSpPr>
      <dsp:spPr>
        <a:xfrm>
          <a:off x="2831293" y="675512"/>
          <a:ext cx="1284285" cy="900684"/>
        </a:xfrm>
        <a:prstGeom prst="roundRect">
          <a:avLst/>
        </a:prstGeom>
        <a:solidFill>
          <a:schemeClr val="lt1">
            <a:hueOff val="0"/>
            <a:satOff val="0"/>
            <a:lumOff val="0"/>
            <a:alphaOff val="0"/>
          </a:schemeClr>
        </a:solidFill>
        <a:ln w="19050"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ru-RU" sz="2300" b="0" i="0" kern="1200"/>
            <a:t>1919 р.</a:t>
          </a:r>
          <a:endParaRPr lang="uk-UA" sz="2300" kern="1200"/>
        </a:p>
      </dsp:txBody>
      <dsp:txXfrm>
        <a:off x="2875261" y="719480"/>
        <a:ext cx="1196349" cy="812748"/>
      </dsp:txXfrm>
    </dsp:sp>
    <dsp:sp modelId="{EE9FC594-C7EE-4BB9-BF1E-88994D233E15}">
      <dsp:nvSpPr>
        <dsp:cNvPr id="0" name=""/>
        <dsp:cNvSpPr/>
      </dsp:nvSpPr>
      <dsp:spPr>
        <a:xfrm>
          <a:off x="4244814" y="675512"/>
          <a:ext cx="1284285" cy="900684"/>
        </a:xfrm>
        <a:prstGeom prst="roundRect">
          <a:avLst/>
        </a:prstGeom>
        <a:solidFill>
          <a:schemeClr val="lt1">
            <a:hueOff val="0"/>
            <a:satOff val="0"/>
            <a:lumOff val="0"/>
            <a:alphaOff val="0"/>
          </a:schemeClr>
        </a:solidFill>
        <a:ln w="19050"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ru-RU" sz="2300" b="0" i="0" kern="1200"/>
            <a:t>1920 р.</a:t>
          </a:r>
          <a:endParaRPr lang="uk-UA" sz="2300" kern="1200"/>
        </a:p>
      </dsp:txBody>
      <dsp:txXfrm>
        <a:off x="4288782" y="719480"/>
        <a:ext cx="1196349" cy="812748"/>
      </dsp:txXfrm>
    </dsp:sp>
    <dsp:sp modelId="{C8C721D1-AC95-4F6B-86C7-1B5BD00FA2FF}">
      <dsp:nvSpPr>
        <dsp:cNvPr id="0" name=""/>
        <dsp:cNvSpPr/>
      </dsp:nvSpPr>
      <dsp:spPr>
        <a:xfrm>
          <a:off x="5658336" y="675512"/>
          <a:ext cx="1284285" cy="900684"/>
        </a:xfrm>
        <a:prstGeom prst="roundRect">
          <a:avLst/>
        </a:prstGeom>
        <a:solidFill>
          <a:schemeClr val="lt1">
            <a:hueOff val="0"/>
            <a:satOff val="0"/>
            <a:lumOff val="0"/>
            <a:alphaOff val="0"/>
          </a:schemeClr>
        </a:solidFill>
        <a:ln w="19050" cap="rnd" cmpd="sng" algn="ctr">
          <a:solidFill>
            <a:schemeClr val="accen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ctr" defTabSz="1022350">
            <a:lnSpc>
              <a:spcPct val="90000"/>
            </a:lnSpc>
            <a:spcBef>
              <a:spcPct val="0"/>
            </a:spcBef>
            <a:spcAft>
              <a:spcPct val="35000"/>
            </a:spcAft>
            <a:buNone/>
          </a:pPr>
          <a:r>
            <a:rPr lang="ru-RU" sz="2300" b="0" i="0" kern="1200"/>
            <a:t>1921 р</a:t>
          </a:r>
          <a:endParaRPr lang="uk-UA" sz="2300" kern="1200"/>
        </a:p>
      </dsp:txBody>
      <dsp:txXfrm>
        <a:off x="5702304" y="719480"/>
        <a:ext cx="1196349" cy="812748"/>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3B45A4-C35E-4D87-A74C-7EC13288DADA}">
      <dsp:nvSpPr>
        <dsp:cNvPr id="0" name=""/>
        <dsp:cNvSpPr/>
      </dsp:nvSpPr>
      <dsp:spPr>
        <a:xfrm>
          <a:off x="0" y="54234"/>
          <a:ext cx="4876800" cy="7150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згортання «Великого терору».</a:t>
          </a:r>
          <a:endParaRPr lang="uk-UA" sz="1800" kern="1200"/>
        </a:p>
      </dsp:txBody>
      <dsp:txXfrm>
        <a:off x="34906" y="89140"/>
        <a:ext cx="4806988" cy="645240"/>
      </dsp:txXfrm>
    </dsp:sp>
    <dsp:sp modelId="{502505DD-39F5-4A22-ABFE-DAB3A1EA3884}">
      <dsp:nvSpPr>
        <dsp:cNvPr id="0" name=""/>
        <dsp:cNvSpPr/>
      </dsp:nvSpPr>
      <dsp:spPr>
        <a:xfrm>
          <a:off x="0" y="821127"/>
          <a:ext cx="4876800" cy="7150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завершення форсованої індустріалізації.</a:t>
          </a:r>
          <a:endParaRPr lang="uk-UA" sz="1800" kern="1200"/>
        </a:p>
      </dsp:txBody>
      <dsp:txXfrm>
        <a:off x="34906" y="856033"/>
        <a:ext cx="4806988" cy="645240"/>
      </dsp:txXfrm>
    </dsp:sp>
    <dsp:sp modelId="{89A51753-CDA2-4031-A0CF-3259313F9822}">
      <dsp:nvSpPr>
        <dsp:cNvPr id="0" name=""/>
        <dsp:cNvSpPr/>
      </dsp:nvSpPr>
      <dsp:spPr>
        <a:xfrm>
          <a:off x="0" y="1588020"/>
          <a:ext cx="4876800" cy="7150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досягнення республікою економічної незалежності.</a:t>
          </a:r>
          <a:endParaRPr lang="uk-UA" sz="1800" kern="1200"/>
        </a:p>
      </dsp:txBody>
      <dsp:txXfrm>
        <a:off x="34906" y="1622926"/>
        <a:ext cx="4806988" cy="645240"/>
      </dsp:txXfrm>
    </dsp:sp>
    <dsp:sp modelId="{F369E04A-92F0-4312-821F-53F3F5AF5929}">
      <dsp:nvSpPr>
        <dsp:cNvPr id="0" name=""/>
        <dsp:cNvSpPr/>
      </dsp:nvSpPr>
      <dsp:spPr>
        <a:xfrm>
          <a:off x="0" y="2354912"/>
          <a:ext cx="4876800" cy="715052"/>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згасання антирадянського селянського повстанського руху</a:t>
          </a:r>
          <a:endParaRPr lang="uk-UA" sz="1800" kern="1200"/>
        </a:p>
      </dsp:txBody>
      <dsp:txXfrm>
        <a:off x="34906" y="2389818"/>
        <a:ext cx="4806988" cy="645240"/>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44383D-2E14-4B81-8D9D-7705DC13BB17}">
      <dsp:nvSpPr>
        <dsp:cNvPr id="0" name=""/>
        <dsp:cNvSpPr/>
      </dsp:nvSpPr>
      <dsp:spPr>
        <a:xfrm>
          <a:off x="0" y="5226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початок Великої депресії – світової економічної кризи</a:t>
          </a:r>
          <a:endParaRPr lang="uk-UA" sz="1800" kern="1200"/>
        </a:p>
      </dsp:txBody>
      <dsp:txXfrm>
        <a:off x="34954" y="87214"/>
        <a:ext cx="4806892" cy="646132"/>
      </dsp:txXfrm>
    </dsp:sp>
    <dsp:sp modelId="{D85AABCC-9419-4ECD-B534-DD22938C4154}">
      <dsp:nvSpPr>
        <dsp:cNvPr id="0" name=""/>
        <dsp:cNvSpPr/>
      </dsp:nvSpPr>
      <dsp:spPr>
        <a:xfrm>
          <a:off x="0" y="82014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поширення голоду на більшій частині території України</a:t>
          </a:r>
          <a:endParaRPr lang="uk-UA" sz="1800" kern="1200"/>
        </a:p>
      </dsp:txBody>
      <dsp:txXfrm>
        <a:off x="34954" y="855094"/>
        <a:ext cx="4806892" cy="646132"/>
      </dsp:txXfrm>
    </dsp:sp>
    <dsp:sp modelId="{4E52AF3B-E135-42F5-B31A-B9BFC36CEB27}">
      <dsp:nvSpPr>
        <dsp:cNvPr id="0" name=""/>
        <dsp:cNvSpPr/>
      </dsp:nvSpPr>
      <dsp:spPr>
        <a:xfrm>
          <a:off x="0" y="158802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перемога соціалістичних революцій в країнах Європи</a:t>
          </a:r>
          <a:endParaRPr lang="uk-UA" sz="1800" kern="1200"/>
        </a:p>
      </dsp:txBody>
      <dsp:txXfrm>
        <a:off x="34954" y="1622974"/>
        <a:ext cx="4806892" cy="646132"/>
      </dsp:txXfrm>
    </dsp:sp>
    <dsp:sp modelId="{394A4580-3111-4677-B73D-F24BFC2D24FE}">
      <dsp:nvSpPr>
        <dsp:cNvPr id="0" name=""/>
        <dsp:cNvSpPr/>
      </dsp:nvSpPr>
      <dsp:spPr>
        <a:xfrm>
          <a:off x="0" y="2355900"/>
          <a:ext cx="4876800" cy="71604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uk-UA" sz="1800" b="0" i="0" kern="1200"/>
            <a:t>піднесення масового селянського повстанського руху</a:t>
          </a:r>
          <a:endParaRPr lang="uk-UA" sz="1800" kern="1200"/>
        </a:p>
      </dsp:txBody>
      <dsp:txXfrm>
        <a:off x="34954" y="2390854"/>
        <a:ext cx="4806892" cy="646132"/>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4E2F63-540A-401B-98D2-89003A39570C}">
      <dsp:nvSpPr>
        <dsp:cNvPr id="0" name=""/>
        <dsp:cNvSpPr/>
      </dsp:nvSpPr>
      <dsp:spPr>
        <a:xfrm>
          <a:off x="0" y="220019"/>
          <a:ext cx="4876800" cy="63648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a:t>створення МТС для технічного обслуговування селянських господарств.</a:t>
          </a:r>
          <a:endParaRPr lang="uk-UA" sz="1600" kern="1200"/>
        </a:p>
      </dsp:txBody>
      <dsp:txXfrm>
        <a:off x="31070" y="251089"/>
        <a:ext cx="4814660" cy="574340"/>
      </dsp:txXfrm>
    </dsp:sp>
    <dsp:sp modelId="{8EF70626-026C-4316-BAE4-6D781206EEB7}">
      <dsp:nvSpPr>
        <dsp:cNvPr id="0" name=""/>
        <dsp:cNvSpPr/>
      </dsp:nvSpPr>
      <dsp:spPr>
        <a:xfrm>
          <a:off x="0" y="902580"/>
          <a:ext cx="4876800" cy="63648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a:t>упровадження продрозверстки на всю сільськогосподарську продукцію.</a:t>
          </a:r>
          <a:endParaRPr lang="uk-UA" sz="1600" kern="1200"/>
        </a:p>
      </dsp:txBody>
      <dsp:txXfrm>
        <a:off x="31070" y="933650"/>
        <a:ext cx="4814660" cy="574340"/>
      </dsp:txXfrm>
    </dsp:sp>
    <dsp:sp modelId="{D95D4935-DAE0-4905-AB68-F11E69A0C396}">
      <dsp:nvSpPr>
        <dsp:cNvPr id="0" name=""/>
        <dsp:cNvSpPr/>
      </dsp:nvSpPr>
      <dsp:spPr>
        <a:xfrm>
          <a:off x="0" y="1585140"/>
          <a:ext cx="4876800" cy="63648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a:t>сприяння розвиткові сільськогосподарської та споживчої кооперації.</a:t>
          </a:r>
          <a:endParaRPr lang="uk-UA" sz="1600" kern="1200"/>
        </a:p>
      </dsp:txBody>
      <dsp:txXfrm>
        <a:off x="31070" y="1616210"/>
        <a:ext cx="4814660" cy="574340"/>
      </dsp:txXfrm>
    </dsp:sp>
    <dsp:sp modelId="{E283C89C-9D3E-4D14-98E2-141F409DFB42}">
      <dsp:nvSpPr>
        <dsp:cNvPr id="0" name=""/>
        <dsp:cNvSpPr/>
      </dsp:nvSpPr>
      <dsp:spPr>
        <a:xfrm>
          <a:off x="0" y="2267700"/>
          <a:ext cx="4876800" cy="636480"/>
        </a:xfrm>
        <a:prstGeom prst="roundRect">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uk-UA" sz="1600" b="0" i="0" kern="1200"/>
            <a:t>об’єднання всіх бідняцько-середняцьких господарств у колгоспи.</a:t>
          </a:r>
          <a:endParaRPr lang="uk-UA" sz="1600" kern="1200"/>
        </a:p>
      </dsp:txBody>
      <dsp:txXfrm>
        <a:off x="31070" y="2298770"/>
        <a:ext cx="4814660" cy="57434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3.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2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8.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2.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4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4.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4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6.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0.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и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uk-UA"/>
              <a:t>Клацніть, щоб редагувати стиль зразка заголовка</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uk-UA"/>
              <a:t>Клацніть, щоб редагувати стиль зразка підзаголовка</a:t>
            </a:r>
            <a:endParaRPr lang="en-US" dirty="0"/>
          </a:p>
        </p:txBody>
      </p:sp>
      <p:sp>
        <p:nvSpPr>
          <p:cNvPr id="4" name="Date Placeholder 3"/>
          <p:cNvSpPr>
            <a:spLocks noGrp="1"/>
          </p:cNvSpPr>
          <p:nvPr>
            <p:ph type="dt" sz="half" idx="10"/>
          </p:nvPr>
        </p:nvSpPr>
        <p:spPr/>
        <p:txBody>
          <a:bodyPr/>
          <a:lstStyle/>
          <a:p>
            <a:fld id="{438BC337-6657-4E1C-847B-8081B51A3042}" type="datetimeFigureOut">
              <a:rPr lang="uk-UA" smtClean="0"/>
              <a:t>08.02.2025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1807FD8B-EDC3-4CC5-9A7D-16D98449A46E}" type="slidenum">
              <a:rPr lang="uk-UA" smtClean="0"/>
              <a:t>‹№›</a:t>
            </a:fld>
            <a:endParaRPr lang="uk-UA"/>
          </a:p>
        </p:txBody>
      </p:sp>
    </p:spTree>
    <p:extLst>
      <p:ext uri="{BB962C8B-B14F-4D97-AF65-F5344CB8AC3E}">
        <p14:creationId xmlns:p14="http://schemas.microsoft.com/office/powerpoint/2010/main" val="3749578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Назва та вмі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p:txBody>
          <a:bodyPr anchor="ct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438BC337-6657-4E1C-847B-8081B51A3042}" type="datetimeFigureOut">
              <a:rPr lang="uk-UA" smtClean="0"/>
              <a:t>08.02.2025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1807FD8B-EDC3-4CC5-9A7D-16D98449A46E}" type="slidenum">
              <a:rPr lang="uk-UA" smtClean="0"/>
              <a:t>‹№›</a:t>
            </a:fld>
            <a:endParaRPr lang="uk-UA"/>
          </a:p>
        </p:txBody>
      </p:sp>
    </p:spTree>
    <p:extLst>
      <p:ext uri="{BB962C8B-B14F-4D97-AF65-F5344CB8AC3E}">
        <p14:creationId xmlns:p14="http://schemas.microsoft.com/office/powerpoint/2010/main" val="2099757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Назва розділу">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p:txBody>
          <a:bodyPr/>
          <a:lstStyle/>
          <a:p>
            <a:fld id="{438BC337-6657-4E1C-847B-8081B51A3042}" type="datetimeFigureOut">
              <a:rPr lang="uk-UA" smtClean="0"/>
              <a:t>08.02.2025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1807FD8B-EDC3-4CC5-9A7D-16D98449A46E}" type="slidenum">
              <a:rPr lang="uk-UA" smtClean="0"/>
              <a:t>‹№›</a:t>
            </a:fld>
            <a:endParaRPr lang="uk-UA"/>
          </a:p>
        </p:txBody>
      </p:sp>
    </p:spTree>
    <p:extLst>
      <p:ext uri="{BB962C8B-B14F-4D97-AF65-F5344CB8AC3E}">
        <p14:creationId xmlns:p14="http://schemas.microsoft.com/office/powerpoint/2010/main" val="22333759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Date Placeholder 4"/>
          <p:cNvSpPr>
            <a:spLocks noGrp="1"/>
          </p:cNvSpPr>
          <p:nvPr>
            <p:ph type="dt" sz="half" idx="10"/>
          </p:nvPr>
        </p:nvSpPr>
        <p:spPr/>
        <p:txBody>
          <a:bodyPr/>
          <a:lstStyle/>
          <a:p>
            <a:fld id="{438BC337-6657-4E1C-847B-8081B51A3042}" type="datetimeFigureOut">
              <a:rPr lang="uk-UA" smtClean="0"/>
              <a:t>08.02.2025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1807FD8B-EDC3-4CC5-9A7D-16D98449A46E}" type="slidenum">
              <a:rPr lang="uk-UA" smtClean="0"/>
              <a:t>‹№›</a:t>
            </a:fld>
            <a:endParaRPr lang="uk-UA"/>
          </a:p>
        </p:txBody>
      </p:sp>
    </p:spTree>
    <p:extLst>
      <p:ext uri="{BB962C8B-B14F-4D97-AF65-F5344CB8AC3E}">
        <p14:creationId xmlns:p14="http://schemas.microsoft.com/office/powerpoint/2010/main" val="2651948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7" name="Date Placeholder 6"/>
          <p:cNvSpPr>
            <a:spLocks noGrp="1"/>
          </p:cNvSpPr>
          <p:nvPr>
            <p:ph type="dt" sz="half" idx="10"/>
          </p:nvPr>
        </p:nvSpPr>
        <p:spPr/>
        <p:txBody>
          <a:bodyPr/>
          <a:lstStyle/>
          <a:p>
            <a:fld id="{438BC337-6657-4E1C-847B-8081B51A3042}" type="datetimeFigureOut">
              <a:rPr lang="uk-UA" smtClean="0"/>
              <a:t>08.02.2025</a:t>
            </a:fld>
            <a:endParaRPr lang="uk-UA"/>
          </a:p>
        </p:txBody>
      </p:sp>
      <p:sp>
        <p:nvSpPr>
          <p:cNvPr id="8" name="Footer Placeholder 7"/>
          <p:cNvSpPr>
            <a:spLocks noGrp="1"/>
          </p:cNvSpPr>
          <p:nvPr>
            <p:ph type="ftr" sz="quarter" idx="11"/>
          </p:nvPr>
        </p:nvSpPr>
        <p:spPr/>
        <p:txBody>
          <a:bodyPr/>
          <a:lstStyle/>
          <a:p>
            <a:endParaRPr lang="uk-UA"/>
          </a:p>
        </p:txBody>
      </p:sp>
      <p:sp>
        <p:nvSpPr>
          <p:cNvPr id="9" name="Slide Number Placeholder 8"/>
          <p:cNvSpPr>
            <a:spLocks noGrp="1"/>
          </p:cNvSpPr>
          <p:nvPr>
            <p:ph type="sldNum" sz="quarter" idx="12"/>
          </p:nvPr>
        </p:nvSpPr>
        <p:spPr/>
        <p:txBody>
          <a:bodyPr/>
          <a:lstStyle/>
          <a:p>
            <a:fld id="{1807FD8B-EDC3-4CC5-9A7D-16D98449A46E}" type="slidenum">
              <a:rPr lang="uk-UA" smtClean="0"/>
              <a:t>‹№›</a:t>
            </a:fld>
            <a:endParaRPr lang="uk-UA"/>
          </a:p>
        </p:txBody>
      </p:sp>
    </p:spTree>
    <p:extLst>
      <p:ext uri="{BB962C8B-B14F-4D97-AF65-F5344CB8AC3E}">
        <p14:creationId xmlns:p14="http://schemas.microsoft.com/office/powerpoint/2010/main" val="1104937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Лише заголовок">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uk-UA"/>
              <a:t>Клацніть, щоб редагувати стиль зразка заголовка</a:t>
            </a:r>
            <a:endParaRPr lang="en-US" dirty="0"/>
          </a:p>
        </p:txBody>
      </p:sp>
      <p:sp>
        <p:nvSpPr>
          <p:cNvPr id="3" name="Date Placeholder 2"/>
          <p:cNvSpPr>
            <a:spLocks noGrp="1"/>
          </p:cNvSpPr>
          <p:nvPr>
            <p:ph type="dt" sz="half" idx="10"/>
          </p:nvPr>
        </p:nvSpPr>
        <p:spPr/>
        <p:txBody>
          <a:bodyPr/>
          <a:lstStyle/>
          <a:p>
            <a:fld id="{438BC337-6657-4E1C-847B-8081B51A3042}" type="datetimeFigureOut">
              <a:rPr lang="uk-UA" smtClean="0"/>
              <a:t>08.02.2025</a:t>
            </a:fld>
            <a:endParaRPr lang="uk-UA"/>
          </a:p>
        </p:txBody>
      </p:sp>
      <p:sp>
        <p:nvSpPr>
          <p:cNvPr id="4" name="Footer Placeholder 3"/>
          <p:cNvSpPr>
            <a:spLocks noGrp="1"/>
          </p:cNvSpPr>
          <p:nvPr>
            <p:ph type="ftr" sz="quarter" idx="11"/>
          </p:nvPr>
        </p:nvSpPr>
        <p:spPr/>
        <p:txBody>
          <a:bodyPr/>
          <a:lstStyle/>
          <a:p>
            <a:endParaRPr lang="uk-UA"/>
          </a:p>
        </p:txBody>
      </p:sp>
      <p:sp>
        <p:nvSpPr>
          <p:cNvPr id="5" name="Slide Number Placeholder 4"/>
          <p:cNvSpPr>
            <a:spLocks noGrp="1"/>
          </p:cNvSpPr>
          <p:nvPr>
            <p:ph type="sldNum" sz="quarter" idx="12"/>
          </p:nvPr>
        </p:nvSpPr>
        <p:spPr/>
        <p:txBody>
          <a:bodyPr/>
          <a:lstStyle/>
          <a:p>
            <a:fld id="{1807FD8B-EDC3-4CC5-9A7D-16D98449A46E}" type="slidenum">
              <a:rPr lang="uk-UA" smtClean="0"/>
              <a:t>‹№›</a:t>
            </a:fld>
            <a:endParaRPr lang="uk-UA"/>
          </a:p>
        </p:txBody>
      </p:sp>
    </p:spTree>
    <p:extLst>
      <p:ext uri="{BB962C8B-B14F-4D97-AF65-F5344CB8AC3E}">
        <p14:creationId xmlns:p14="http://schemas.microsoft.com/office/powerpoint/2010/main" val="2043619783"/>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38BC337-6657-4E1C-847B-8081B51A3042}" type="datetimeFigureOut">
              <a:rPr lang="uk-UA" smtClean="0"/>
              <a:t>08.02.2025</a:t>
            </a:fld>
            <a:endParaRPr lang="uk-UA"/>
          </a:p>
        </p:txBody>
      </p:sp>
      <p:sp>
        <p:nvSpPr>
          <p:cNvPr id="3" name="Footer Placeholder 2"/>
          <p:cNvSpPr>
            <a:spLocks noGrp="1"/>
          </p:cNvSpPr>
          <p:nvPr>
            <p:ph type="ftr" sz="quarter" idx="11"/>
          </p:nvPr>
        </p:nvSpPr>
        <p:spPr/>
        <p:txBody>
          <a:bodyPr/>
          <a:lstStyle/>
          <a:p>
            <a:endParaRPr lang="uk-UA"/>
          </a:p>
        </p:txBody>
      </p:sp>
      <p:sp>
        <p:nvSpPr>
          <p:cNvPr id="4" name="Slide Number Placeholder 3"/>
          <p:cNvSpPr>
            <a:spLocks noGrp="1"/>
          </p:cNvSpPr>
          <p:nvPr>
            <p:ph type="sldNum" sz="quarter" idx="12"/>
          </p:nvPr>
        </p:nvSpPr>
        <p:spPr/>
        <p:txBody>
          <a:bodyPr/>
          <a:lstStyle/>
          <a:p>
            <a:fld id="{1807FD8B-EDC3-4CC5-9A7D-16D98449A46E}" type="slidenum">
              <a:rPr lang="uk-UA" smtClean="0"/>
              <a:t>‹№›</a:t>
            </a:fld>
            <a:endParaRPr lang="uk-UA"/>
          </a:p>
        </p:txBody>
      </p:sp>
    </p:spTree>
    <p:extLst>
      <p:ext uri="{BB962C8B-B14F-4D97-AF65-F5344CB8AC3E}">
        <p14:creationId xmlns:p14="http://schemas.microsoft.com/office/powerpoint/2010/main" val="727558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Вміст і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uk-UA"/>
              <a:t>Клацніть, щоб редагувати стиль зразка заголовка</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438BC337-6657-4E1C-847B-8081B51A3042}" type="datetimeFigureOut">
              <a:rPr lang="uk-UA" smtClean="0"/>
              <a:t>08.02.2025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1807FD8B-EDC3-4CC5-9A7D-16D98449A46E}" type="slidenum">
              <a:rPr lang="uk-UA" smtClean="0"/>
              <a:t>‹№›</a:t>
            </a:fld>
            <a:endParaRPr lang="uk-UA"/>
          </a:p>
        </p:txBody>
      </p:sp>
    </p:spTree>
    <p:extLst>
      <p:ext uri="{BB962C8B-B14F-4D97-AF65-F5344CB8AC3E}">
        <p14:creationId xmlns:p14="http://schemas.microsoft.com/office/powerpoint/2010/main" val="3964714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і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uk-UA"/>
              <a:t>Клацніть, щоб редагувати стиль зразка заголовка</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a:xfrm>
            <a:off x="6399212" y="5883275"/>
            <a:ext cx="914400" cy="365125"/>
          </a:xfrm>
        </p:spPr>
        <p:txBody>
          <a:bodyPr/>
          <a:lstStyle/>
          <a:p>
            <a:fld id="{438BC337-6657-4E1C-847B-8081B51A3042}" type="datetimeFigureOut">
              <a:rPr lang="uk-UA" smtClean="0"/>
              <a:t>08.02.2025</a:t>
            </a:fld>
            <a:endParaRPr lang="uk-UA"/>
          </a:p>
        </p:txBody>
      </p:sp>
      <p:sp>
        <p:nvSpPr>
          <p:cNvPr id="6" name="Footer Placeholder 5"/>
          <p:cNvSpPr>
            <a:spLocks noGrp="1"/>
          </p:cNvSpPr>
          <p:nvPr>
            <p:ph type="ftr" sz="quarter" idx="11"/>
          </p:nvPr>
        </p:nvSpPr>
        <p:spPr>
          <a:xfrm>
            <a:off x="1141412" y="5883275"/>
            <a:ext cx="5105400" cy="365125"/>
          </a:xfrm>
        </p:spPr>
        <p:txBody>
          <a:bodyPr/>
          <a:lstStyle/>
          <a:p>
            <a:endParaRPr lang="uk-UA"/>
          </a:p>
        </p:txBody>
      </p:sp>
      <p:sp>
        <p:nvSpPr>
          <p:cNvPr id="7" name="Slide Number Placeholder 6"/>
          <p:cNvSpPr>
            <a:spLocks noGrp="1"/>
          </p:cNvSpPr>
          <p:nvPr>
            <p:ph type="sldNum" sz="quarter" idx="12"/>
          </p:nvPr>
        </p:nvSpPr>
        <p:spPr>
          <a:xfrm>
            <a:off x="10742612" y="5883275"/>
            <a:ext cx="322567" cy="365125"/>
          </a:xfrm>
        </p:spPr>
        <p:txBody>
          <a:bodyPr/>
          <a:lstStyle/>
          <a:p>
            <a:fld id="{1807FD8B-EDC3-4CC5-9A7D-16D98449A46E}" type="slidenum">
              <a:rPr lang="uk-UA" smtClean="0"/>
              <a:t>‹№›</a:t>
            </a:fld>
            <a:endParaRPr lang="uk-UA"/>
          </a:p>
        </p:txBody>
      </p:sp>
    </p:spTree>
    <p:extLst>
      <p:ext uri="{BB962C8B-B14F-4D97-AF65-F5344CB8AC3E}">
        <p14:creationId xmlns:p14="http://schemas.microsoft.com/office/powerpoint/2010/main" val="25617452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 фотографія з підписом">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uk-UA"/>
              <a:t>Клацніть, щоб редагувати стиль зразка заголовка</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uk-UA"/>
              <a:t>Клацніть піктограму, щоб додати зображення</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uk-UA"/>
              <a:t>Клацніть, щоб відредагувати стилі зразків тексту</a:t>
            </a:r>
          </a:p>
        </p:txBody>
      </p:sp>
      <p:sp>
        <p:nvSpPr>
          <p:cNvPr id="5" name="Date Placeholder 4"/>
          <p:cNvSpPr>
            <a:spLocks noGrp="1"/>
          </p:cNvSpPr>
          <p:nvPr>
            <p:ph type="dt" sz="half" idx="10"/>
          </p:nvPr>
        </p:nvSpPr>
        <p:spPr/>
        <p:txBody>
          <a:bodyPr/>
          <a:lstStyle/>
          <a:p>
            <a:fld id="{438BC337-6657-4E1C-847B-8081B51A3042}" type="datetimeFigureOut">
              <a:rPr lang="uk-UA" smtClean="0"/>
              <a:t>08.02.2025</a:t>
            </a:fld>
            <a:endParaRPr lang="uk-UA"/>
          </a:p>
        </p:txBody>
      </p:sp>
      <p:sp>
        <p:nvSpPr>
          <p:cNvPr id="6" name="Footer Placeholder 5"/>
          <p:cNvSpPr>
            <a:spLocks noGrp="1"/>
          </p:cNvSpPr>
          <p:nvPr>
            <p:ph type="ftr" sz="quarter" idx="11"/>
          </p:nvPr>
        </p:nvSpPr>
        <p:spPr/>
        <p:txBody>
          <a:bodyPr/>
          <a:lstStyle/>
          <a:p>
            <a:endParaRPr lang="uk-UA"/>
          </a:p>
        </p:txBody>
      </p:sp>
      <p:sp>
        <p:nvSpPr>
          <p:cNvPr id="7" name="Slide Number Placeholder 6"/>
          <p:cNvSpPr>
            <a:spLocks noGrp="1"/>
          </p:cNvSpPr>
          <p:nvPr>
            <p:ph type="sldNum" sz="quarter" idx="12"/>
          </p:nvPr>
        </p:nvSpPr>
        <p:spPr/>
        <p:txBody>
          <a:bodyPr/>
          <a:lstStyle/>
          <a:p>
            <a:fld id="{1807FD8B-EDC3-4CC5-9A7D-16D98449A46E}" type="slidenum">
              <a:rPr lang="uk-UA" smtClean="0"/>
              <a:t>‹№›</a:t>
            </a:fld>
            <a:endParaRPr lang="uk-UA"/>
          </a:p>
        </p:txBody>
      </p:sp>
    </p:spTree>
    <p:extLst>
      <p:ext uri="{BB962C8B-B14F-4D97-AF65-F5344CB8AC3E}">
        <p14:creationId xmlns:p14="http://schemas.microsoft.com/office/powerpoint/2010/main" val="39097230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Назва та підпис">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p:txBody>
          <a:bodyPr/>
          <a:lstStyle/>
          <a:p>
            <a:fld id="{438BC337-6657-4E1C-847B-8081B51A3042}" type="datetimeFigureOut">
              <a:rPr lang="uk-UA" smtClean="0"/>
              <a:t>08.02.2025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1807FD8B-EDC3-4CC5-9A7D-16D98449A46E}" type="slidenum">
              <a:rPr lang="uk-UA" smtClean="0"/>
              <a:t>‹№›</a:t>
            </a:fld>
            <a:endParaRPr lang="uk-UA"/>
          </a:p>
        </p:txBody>
      </p:sp>
    </p:spTree>
    <p:extLst>
      <p:ext uri="{BB962C8B-B14F-4D97-AF65-F5344CB8AC3E}">
        <p14:creationId xmlns:p14="http://schemas.microsoft.com/office/powerpoint/2010/main" val="27336234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з підписом">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uk-UA"/>
              <a:t>Клацніть, щоб редагувати стиль зразка заголовка</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uk-UA"/>
              <a:t>Клацніть, щоб відредагувати стилі зразків тексту</a:t>
            </a:r>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p:txBody>
          <a:bodyPr/>
          <a:lstStyle/>
          <a:p>
            <a:fld id="{438BC337-6657-4E1C-847B-8081B51A3042}" type="datetimeFigureOut">
              <a:rPr lang="uk-UA" smtClean="0"/>
              <a:t>08.02.2025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1807FD8B-EDC3-4CC5-9A7D-16D98449A46E}" type="slidenum">
              <a:rPr lang="uk-UA" smtClean="0"/>
              <a:t>‹№›</a:t>
            </a:fld>
            <a:endParaRPr lang="uk-UA"/>
          </a:p>
        </p:txBody>
      </p:sp>
    </p:spTree>
    <p:extLst>
      <p:ext uri="{BB962C8B-B14F-4D97-AF65-F5344CB8AC3E}">
        <p14:creationId xmlns:p14="http://schemas.microsoft.com/office/powerpoint/2010/main" val="31753090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ка назви">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1141410" y="4777381"/>
            <a:ext cx="9906001"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p:txBody>
          <a:bodyPr/>
          <a:lstStyle/>
          <a:p>
            <a:fld id="{438BC337-6657-4E1C-847B-8081B51A3042}" type="datetimeFigureOut">
              <a:rPr lang="uk-UA" smtClean="0"/>
              <a:t>08.02.2025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1807FD8B-EDC3-4CC5-9A7D-16D98449A46E}" type="slidenum">
              <a:rPr lang="uk-UA" smtClean="0"/>
              <a:t>‹№›</a:t>
            </a:fld>
            <a:endParaRPr lang="uk-UA"/>
          </a:p>
        </p:txBody>
      </p:sp>
    </p:spTree>
    <p:extLst>
      <p:ext uri="{BB962C8B-B14F-4D97-AF65-F5344CB8AC3E}">
        <p14:creationId xmlns:p14="http://schemas.microsoft.com/office/powerpoint/2010/main" val="19198405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Картка назви цитати">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uk-UA"/>
              <a:t>Клацніть, щоб редагувати стиль зразка заголовка</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solidFill>
                  <a:schemeClr val="accent1"/>
                </a:soli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uk-UA"/>
              <a:t>Клацніть, щоб відредагувати стилі зразків тексту</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p:txBody>
          <a:bodyPr/>
          <a:lstStyle/>
          <a:p>
            <a:fld id="{438BC337-6657-4E1C-847B-8081B51A3042}" type="datetimeFigureOut">
              <a:rPr lang="uk-UA" smtClean="0"/>
              <a:t>08.02.2025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1807FD8B-EDC3-4CC5-9A7D-16D98449A46E}" type="slidenum">
              <a:rPr lang="uk-UA" smtClean="0"/>
              <a:t>‹№›</a:t>
            </a:fld>
            <a:endParaRPr lang="uk-UA"/>
          </a:p>
        </p:txBody>
      </p:sp>
    </p:spTree>
    <p:extLst>
      <p:ext uri="{BB962C8B-B14F-4D97-AF65-F5344CB8AC3E}">
        <p14:creationId xmlns:p14="http://schemas.microsoft.com/office/powerpoint/2010/main" val="29598867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Істина/хибність">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uk-UA"/>
              <a:t>Клацніть, щоб редагувати стиль зразка заголовка</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solidFill>
                  <a:schemeClr val="tx1"/>
                </a:soli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uk-UA"/>
              <a:t>Клацніть, щоб відредагувати стилі зразків тексту</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uk-UA"/>
              <a:t>Клацніть, щоб відредагувати стилі зразків тексту</a:t>
            </a:r>
          </a:p>
        </p:txBody>
      </p:sp>
      <p:sp>
        <p:nvSpPr>
          <p:cNvPr id="4" name="Date Placeholder 3"/>
          <p:cNvSpPr>
            <a:spLocks noGrp="1"/>
          </p:cNvSpPr>
          <p:nvPr>
            <p:ph type="dt" sz="half" idx="10"/>
          </p:nvPr>
        </p:nvSpPr>
        <p:spPr/>
        <p:txBody>
          <a:bodyPr/>
          <a:lstStyle/>
          <a:p>
            <a:fld id="{438BC337-6657-4E1C-847B-8081B51A3042}" type="datetimeFigureOut">
              <a:rPr lang="uk-UA" smtClean="0"/>
              <a:t>08.02.2025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1807FD8B-EDC3-4CC5-9A7D-16D98449A46E}" type="slidenum">
              <a:rPr lang="uk-UA" smtClean="0"/>
              <a:t>‹№›</a:t>
            </a:fld>
            <a:endParaRPr lang="uk-UA"/>
          </a:p>
        </p:txBody>
      </p:sp>
    </p:spTree>
    <p:extLst>
      <p:ext uri="{BB962C8B-B14F-4D97-AF65-F5344CB8AC3E}">
        <p14:creationId xmlns:p14="http://schemas.microsoft.com/office/powerpoint/2010/main" val="23599617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438BC337-6657-4E1C-847B-8081B51A3042}" type="datetimeFigureOut">
              <a:rPr lang="uk-UA" smtClean="0"/>
              <a:t>08.02.2025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1807FD8B-EDC3-4CC5-9A7D-16D98449A46E}" type="slidenum">
              <a:rPr lang="uk-UA" smtClean="0"/>
              <a:t>‹№›</a:t>
            </a:fld>
            <a:endParaRPr lang="uk-UA"/>
          </a:p>
        </p:txBody>
      </p:sp>
    </p:spTree>
    <p:extLst>
      <p:ext uri="{BB962C8B-B14F-4D97-AF65-F5344CB8AC3E}">
        <p14:creationId xmlns:p14="http://schemas.microsoft.com/office/powerpoint/2010/main" val="4492593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ий заголовок і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uk-UA"/>
              <a:t>Клацніть, щоб редагувати стиль зразка заголовка</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10"/>
          </p:nvPr>
        </p:nvSpPr>
        <p:spPr/>
        <p:txBody>
          <a:bodyPr/>
          <a:lstStyle/>
          <a:p>
            <a:fld id="{438BC337-6657-4E1C-847B-8081B51A3042}" type="datetimeFigureOut">
              <a:rPr lang="uk-UA" smtClean="0"/>
              <a:t>08.02.2025</a:t>
            </a:fld>
            <a:endParaRPr lang="uk-UA"/>
          </a:p>
        </p:txBody>
      </p:sp>
      <p:sp>
        <p:nvSpPr>
          <p:cNvPr id="5" name="Footer Placeholder 4"/>
          <p:cNvSpPr>
            <a:spLocks noGrp="1"/>
          </p:cNvSpPr>
          <p:nvPr>
            <p:ph type="ftr" sz="quarter" idx="11"/>
          </p:nvPr>
        </p:nvSpPr>
        <p:spPr/>
        <p:txBody>
          <a:bodyPr/>
          <a:lstStyle/>
          <a:p>
            <a:endParaRPr lang="uk-UA"/>
          </a:p>
        </p:txBody>
      </p:sp>
      <p:sp>
        <p:nvSpPr>
          <p:cNvPr id="6" name="Slide Number Placeholder 5"/>
          <p:cNvSpPr>
            <a:spLocks noGrp="1"/>
          </p:cNvSpPr>
          <p:nvPr>
            <p:ph type="sldNum" sz="quarter" idx="12"/>
          </p:nvPr>
        </p:nvSpPr>
        <p:spPr/>
        <p:txBody>
          <a:bodyPr/>
          <a:lstStyle/>
          <a:p>
            <a:fld id="{1807FD8B-EDC3-4CC5-9A7D-16D98449A46E}" type="slidenum">
              <a:rPr lang="uk-UA" smtClean="0"/>
              <a:t>‹№›</a:t>
            </a:fld>
            <a:endParaRPr lang="uk-UA"/>
          </a:p>
        </p:txBody>
      </p:sp>
    </p:spTree>
    <p:extLst>
      <p:ext uri="{BB962C8B-B14F-4D97-AF65-F5344CB8AC3E}">
        <p14:creationId xmlns:p14="http://schemas.microsoft.com/office/powerpoint/2010/main" val="11189735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uk-UA"/>
              <a:t>Клацніть, щоб редагувати стиль зразка заголовка</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438BC337-6657-4E1C-847B-8081B51A3042}" type="datetimeFigureOut">
              <a:rPr lang="uk-UA" smtClean="0"/>
              <a:t>08.02.2025</a:t>
            </a:fld>
            <a:endParaRPr lang="uk-UA"/>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uk-UA"/>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1807FD8B-EDC3-4CC5-9A7D-16D98449A46E}" type="slidenum">
              <a:rPr lang="uk-UA" smtClean="0"/>
              <a:t>‹№›</a:t>
            </a:fld>
            <a:endParaRPr lang="uk-UA"/>
          </a:p>
        </p:txBody>
      </p:sp>
    </p:spTree>
    <p:extLst>
      <p:ext uri="{BB962C8B-B14F-4D97-AF65-F5344CB8AC3E}">
        <p14:creationId xmlns:p14="http://schemas.microsoft.com/office/powerpoint/2010/main" val="217035701"/>
      </p:ext>
    </p:extLst>
  </p:cSld>
  <p:clrMap bg1="dk1" tx1="lt1" bg2="dk2" tx2="lt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 id="2147483780" r:id="rId12"/>
    <p:sldLayoutId id="2147483781" r:id="rId13"/>
    <p:sldLayoutId id="2147483782" r:id="rId14"/>
    <p:sldLayoutId id="2147483783" r:id="rId15"/>
    <p:sldLayoutId id="2147483784" r:id="rId16"/>
    <p:sldLayoutId id="2147483785" r:id="rId17"/>
  </p:sldLayoutIdLst>
  <p:txStyles>
    <p:titleStyle>
      <a:lvl1pPr algn="l" defTabSz="457200" rtl="0" eaLnBrk="1" latinLnBrk="0" hangingPunct="1">
        <a:spcBef>
          <a:spcPct val="0"/>
        </a:spcBef>
        <a:buNone/>
        <a:defRPr sz="3200" kern="1200" cap="all">
          <a:ln w="3175" cmpd="sng">
            <a:noFill/>
          </a:ln>
          <a:solidFill>
            <a:schemeClr val="accent1"/>
          </a:soli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00000"/>
        <a:buFont typeface="Arial"/>
        <a:buChar char="•"/>
        <a:defRPr sz="20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00000"/>
        <a:buFont typeface="Arial"/>
        <a:buChar char="•"/>
        <a:defRPr sz="18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00000"/>
        <a:buFont typeface="Arial"/>
        <a:buChar char="•"/>
        <a:defRPr sz="16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png"/><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diagramLayout" Target="../diagrams/layout2.xml"/><Relationship Id="rId7" Type="http://schemas.openxmlformats.org/officeDocument/2006/relationships/diagramData" Target="../diagrams/data3.xml"/><Relationship Id="rId2" Type="http://schemas.openxmlformats.org/officeDocument/2006/relationships/diagramData" Target="../diagrams/data2.xml"/><Relationship Id="rId1" Type="http://schemas.openxmlformats.org/officeDocument/2006/relationships/slideLayout" Target="../slideLayouts/slideLayout4.xml"/><Relationship Id="rId6" Type="http://schemas.microsoft.com/office/2007/relationships/diagramDrawing" Target="../diagrams/drawing2.xml"/><Relationship Id="rId11" Type="http://schemas.microsoft.com/office/2007/relationships/diagramDrawing" Target="../diagrams/drawing3.xml"/><Relationship Id="rId5" Type="http://schemas.openxmlformats.org/officeDocument/2006/relationships/diagramColors" Target="../diagrams/colors2.xml"/><Relationship Id="rId10" Type="http://schemas.openxmlformats.org/officeDocument/2006/relationships/diagramColors" Target="../diagrams/colors3.xml"/><Relationship Id="rId4" Type="http://schemas.openxmlformats.org/officeDocument/2006/relationships/diagramQuickStyle" Target="../diagrams/quickStyle2.xml"/><Relationship Id="rId9"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5.xml"/><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4.xml"/><Relationship Id="rId6" Type="http://schemas.microsoft.com/office/2007/relationships/diagramDrawing" Target="../diagrams/drawing4.xml"/><Relationship Id="rId11" Type="http://schemas.microsoft.com/office/2007/relationships/diagramDrawing" Target="../diagrams/drawing5.xml"/><Relationship Id="rId5" Type="http://schemas.openxmlformats.org/officeDocument/2006/relationships/diagramColors" Target="../diagrams/colors4.xml"/><Relationship Id="rId10" Type="http://schemas.openxmlformats.org/officeDocument/2006/relationships/diagramColors" Target="../diagrams/colors5.xml"/><Relationship Id="rId4" Type="http://schemas.openxmlformats.org/officeDocument/2006/relationships/diagramQuickStyle" Target="../diagrams/quickStyle4.xml"/><Relationship Id="rId9" Type="http://schemas.openxmlformats.org/officeDocument/2006/relationships/diagramQuickStyle" Target="../diagrams/quickStyle5.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7.xml"/><Relationship Id="rId3" Type="http://schemas.openxmlformats.org/officeDocument/2006/relationships/diagramLayout" Target="../diagrams/layout6.xml"/><Relationship Id="rId7" Type="http://schemas.openxmlformats.org/officeDocument/2006/relationships/diagramData" Target="../diagrams/data7.xml"/><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11" Type="http://schemas.microsoft.com/office/2007/relationships/diagramDrawing" Target="../diagrams/drawing7.xml"/><Relationship Id="rId5" Type="http://schemas.openxmlformats.org/officeDocument/2006/relationships/diagramColors" Target="../diagrams/colors6.xml"/><Relationship Id="rId10" Type="http://schemas.openxmlformats.org/officeDocument/2006/relationships/diagramColors" Target="../diagrams/colors7.xml"/><Relationship Id="rId4" Type="http://schemas.openxmlformats.org/officeDocument/2006/relationships/diagramQuickStyle" Target="../diagrams/quickStyle6.xml"/><Relationship Id="rId9" Type="http://schemas.openxmlformats.org/officeDocument/2006/relationships/diagramQuickStyle" Target="../diagrams/quickStyle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8.xml"/><Relationship Id="rId7" Type="http://schemas.openxmlformats.org/officeDocument/2006/relationships/image" Target="../media/image3.jpeg"/><Relationship Id="rId2" Type="http://schemas.openxmlformats.org/officeDocument/2006/relationships/diagramData" Target="../diagrams/data8.xml"/><Relationship Id="rId1" Type="http://schemas.openxmlformats.org/officeDocument/2006/relationships/slideLayout" Target="../slideLayouts/slideLayout4.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4.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4.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4.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4.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2.xml.rels><?xml version="1.0" encoding="UTF-8" standalone="yes"?>
<Relationships xmlns="http://schemas.openxmlformats.org/package/2006/relationships"><Relationship Id="rId8" Type="http://schemas.openxmlformats.org/officeDocument/2006/relationships/diagramLayout" Target="../diagrams/layout14.xml"/><Relationship Id="rId3" Type="http://schemas.openxmlformats.org/officeDocument/2006/relationships/diagramLayout" Target="../diagrams/layout13.xml"/><Relationship Id="rId7" Type="http://schemas.openxmlformats.org/officeDocument/2006/relationships/diagramData" Target="../diagrams/data14.xml"/><Relationship Id="rId2" Type="http://schemas.openxmlformats.org/officeDocument/2006/relationships/diagramData" Target="../diagrams/data13.xml"/><Relationship Id="rId1" Type="http://schemas.openxmlformats.org/officeDocument/2006/relationships/slideLayout" Target="../slideLayouts/slideLayout4.xml"/><Relationship Id="rId6" Type="http://schemas.microsoft.com/office/2007/relationships/diagramDrawing" Target="../diagrams/drawing13.xml"/><Relationship Id="rId11" Type="http://schemas.microsoft.com/office/2007/relationships/diagramDrawing" Target="../diagrams/drawing14.xml"/><Relationship Id="rId5" Type="http://schemas.openxmlformats.org/officeDocument/2006/relationships/diagramColors" Target="../diagrams/colors13.xml"/><Relationship Id="rId10" Type="http://schemas.openxmlformats.org/officeDocument/2006/relationships/diagramColors" Target="../diagrams/colors14.xml"/><Relationship Id="rId4" Type="http://schemas.openxmlformats.org/officeDocument/2006/relationships/diagramQuickStyle" Target="../diagrams/quickStyle13.xml"/><Relationship Id="rId9" Type="http://schemas.openxmlformats.org/officeDocument/2006/relationships/diagramQuickStyle" Target="../diagrams/quickStyl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4.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4.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7.xml"/><Relationship Id="rId7" Type="http://schemas.openxmlformats.org/officeDocument/2006/relationships/image" Target="../media/image4.png"/><Relationship Id="rId2" Type="http://schemas.openxmlformats.org/officeDocument/2006/relationships/diagramData" Target="../diagrams/data17.xml"/><Relationship Id="rId1" Type="http://schemas.openxmlformats.org/officeDocument/2006/relationships/slideLayout" Target="../slideLayouts/slideLayout4.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18.xml.rels><?xml version="1.0" encoding="UTF-8" standalone="yes"?>
<Relationships xmlns="http://schemas.openxmlformats.org/package/2006/relationships"><Relationship Id="rId8" Type="http://schemas.openxmlformats.org/officeDocument/2006/relationships/diagramLayout" Target="../diagrams/layout19.xml"/><Relationship Id="rId3" Type="http://schemas.openxmlformats.org/officeDocument/2006/relationships/diagramLayout" Target="../diagrams/layout18.xml"/><Relationship Id="rId7" Type="http://schemas.openxmlformats.org/officeDocument/2006/relationships/diagramData" Target="../diagrams/data19.xml"/><Relationship Id="rId2" Type="http://schemas.openxmlformats.org/officeDocument/2006/relationships/diagramData" Target="../diagrams/data18.xml"/><Relationship Id="rId1" Type="http://schemas.openxmlformats.org/officeDocument/2006/relationships/slideLayout" Target="../slideLayouts/slideLayout4.xml"/><Relationship Id="rId6" Type="http://schemas.microsoft.com/office/2007/relationships/diagramDrawing" Target="../diagrams/drawing18.xml"/><Relationship Id="rId11" Type="http://schemas.microsoft.com/office/2007/relationships/diagramDrawing" Target="../diagrams/drawing19.xml"/><Relationship Id="rId5" Type="http://schemas.openxmlformats.org/officeDocument/2006/relationships/diagramColors" Target="../diagrams/colors18.xml"/><Relationship Id="rId10" Type="http://schemas.openxmlformats.org/officeDocument/2006/relationships/diagramColors" Target="../diagrams/colors19.xml"/><Relationship Id="rId4" Type="http://schemas.openxmlformats.org/officeDocument/2006/relationships/diagramQuickStyle" Target="../diagrams/quickStyle18.xml"/><Relationship Id="rId9" Type="http://schemas.openxmlformats.org/officeDocument/2006/relationships/diagramQuickStyle" Target="../diagrams/quickStyle19.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image" Target="../media/image5.jpeg"/><Relationship Id="rId1" Type="http://schemas.openxmlformats.org/officeDocument/2006/relationships/slideLayout" Target="../slideLayouts/slideLayout4.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s>
</file>

<file path=ppt/slides/_rels/slide20.xml.rels><?xml version="1.0" encoding="UTF-8" standalone="yes"?>
<Relationships xmlns="http://schemas.openxmlformats.org/package/2006/relationships"><Relationship Id="rId8" Type="http://schemas.openxmlformats.org/officeDocument/2006/relationships/diagramLayout" Target="../diagrams/layout22.xml"/><Relationship Id="rId3" Type="http://schemas.openxmlformats.org/officeDocument/2006/relationships/diagramLayout" Target="../diagrams/layout21.xml"/><Relationship Id="rId7" Type="http://schemas.openxmlformats.org/officeDocument/2006/relationships/diagramData" Target="../diagrams/data22.xml"/><Relationship Id="rId2" Type="http://schemas.openxmlformats.org/officeDocument/2006/relationships/diagramData" Target="../diagrams/data21.xml"/><Relationship Id="rId1" Type="http://schemas.openxmlformats.org/officeDocument/2006/relationships/slideLayout" Target="../slideLayouts/slideLayout4.xml"/><Relationship Id="rId6" Type="http://schemas.microsoft.com/office/2007/relationships/diagramDrawing" Target="../diagrams/drawing21.xml"/><Relationship Id="rId11" Type="http://schemas.microsoft.com/office/2007/relationships/diagramDrawing" Target="../diagrams/drawing22.xml"/><Relationship Id="rId5" Type="http://schemas.openxmlformats.org/officeDocument/2006/relationships/diagramColors" Target="../diagrams/colors21.xml"/><Relationship Id="rId10" Type="http://schemas.openxmlformats.org/officeDocument/2006/relationships/diagramColors" Target="../diagrams/colors22.xml"/><Relationship Id="rId4" Type="http://schemas.openxmlformats.org/officeDocument/2006/relationships/diagramQuickStyle" Target="../diagrams/quickStyle21.xml"/><Relationship Id="rId9" Type="http://schemas.openxmlformats.org/officeDocument/2006/relationships/diagramQuickStyle" Target="../diagrams/quickStyle2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23.xml"/><Relationship Id="rId7" Type="http://schemas.openxmlformats.org/officeDocument/2006/relationships/image" Target="../media/image6.jpeg"/><Relationship Id="rId2" Type="http://schemas.openxmlformats.org/officeDocument/2006/relationships/diagramData" Target="../diagrams/data23.xml"/><Relationship Id="rId1" Type="http://schemas.openxmlformats.org/officeDocument/2006/relationships/slideLayout" Target="../slideLayouts/slideLayout4.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4.xml"/><Relationship Id="rId2" Type="http://schemas.openxmlformats.org/officeDocument/2006/relationships/diagramData" Target="../diagrams/data24.xml"/><Relationship Id="rId1" Type="http://schemas.openxmlformats.org/officeDocument/2006/relationships/slideLayout" Target="../slideLayouts/slideLayout4.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5.xml"/><Relationship Id="rId7" Type="http://schemas.openxmlformats.org/officeDocument/2006/relationships/image" Target="../media/image7.png"/><Relationship Id="rId2" Type="http://schemas.openxmlformats.org/officeDocument/2006/relationships/diagramData" Target="../diagrams/data25.xml"/><Relationship Id="rId1" Type="http://schemas.openxmlformats.org/officeDocument/2006/relationships/slideLayout" Target="../slideLayouts/slideLayout4.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6.xml"/><Relationship Id="rId2" Type="http://schemas.openxmlformats.org/officeDocument/2006/relationships/diagramData" Target="../diagrams/data26.xml"/><Relationship Id="rId1" Type="http://schemas.openxmlformats.org/officeDocument/2006/relationships/slideLayout" Target="../slideLayouts/slideLayout4.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7.xml"/><Relationship Id="rId2" Type="http://schemas.openxmlformats.org/officeDocument/2006/relationships/diagramData" Target="../diagrams/data27.xml"/><Relationship Id="rId1" Type="http://schemas.openxmlformats.org/officeDocument/2006/relationships/slideLayout" Target="../slideLayouts/slideLayout4.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8.xml"/><Relationship Id="rId7" Type="http://schemas.openxmlformats.org/officeDocument/2006/relationships/image" Target="../media/image8.png"/><Relationship Id="rId2" Type="http://schemas.openxmlformats.org/officeDocument/2006/relationships/diagramData" Target="../diagrams/data28.xml"/><Relationship Id="rId1" Type="http://schemas.openxmlformats.org/officeDocument/2006/relationships/slideLayout" Target="../slideLayouts/slideLayout4.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27.xml.rels><?xml version="1.0" encoding="UTF-8" standalone="yes"?>
<Relationships xmlns="http://schemas.openxmlformats.org/package/2006/relationships"><Relationship Id="rId8" Type="http://schemas.openxmlformats.org/officeDocument/2006/relationships/diagramLayout" Target="../diagrams/layout30.xml"/><Relationship Id="rId3" Type="http://schemas.openxmlformats.org/officeDocument/2006/relationships/diagramLayout" Target="../diagrams/layout29.xml"/><Relationship Id="rId7" Type="http://schemas.openxmlformats.org/officeDocument/2006/relationships/diagramData" Target="../diagrams/data30.xml"/><Relationship Id="rId2" Type="http://schemas.openxmlformats.org/officeDocument/2006/relationships/diagramData" Target="../diagrams/data29.xml"/><Relationship Id="rId1" Type="http://schemas.openxmlformats.org/officeDocument/2006/relationships/slideLayout" Target="../slideLayouts/slideLayout4.xml"/><Relationship Id="rId6" Type="http://schemas.microsoft.com/office/2007/relationships/diagramDrawing" Target="../diagrams/drawing29.xml"/><Relationship Id="rId11" Type="http://schemas.microsoft.com/office/2007/relationships/diagramDrawing" Target="../diagrams/drawing30.xml"/><Relationship Id="rId5" Type="http://schemas.openxmlformats.org/officeDocument/2006/relationships/diagramColors" Target="../diagrams/colors29.xml"/><Relationship Id="rId10" Type="http://schemas.openxmlformats.org/officeDocument/2006/relationships/diagramColors" Target="../diagrams/colors30.xml"/><Relationship Id="rId4" Type="http://schemas.openxmlformats.org/officeDocument/2006/relationships/diagramQuickStyle" Target="../diagrams/quickStyle29.xml"/><Relationship Id="rId9" Type="http://schemas.openxmlformats.org/officeDocument/2006/relationships/diagramQuickStyle" Target="../diagrams/quickStyle30.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31.xml"/><Relationship Id="rId2" Type="http://schemas.openxmlformats.org/officeDocument/2006/relationships/diagramData" Target="../diagrams/data31.xml"/><Relationship Id="rId1" Type="http://schemas.openxmlformats.org/officeDocument/2006/relationships/slideLayout" Target="../slideLayouts/slideLayout4.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32.xml"/><Relationship Id="rId7" Type="http://schemas.openxmlformats.org/officeDocument/2006/relationships/image" Target="../media/image9.png"/><Relationship Id="rId2" Type="http://schemas.openxmlformats.org/officeDocument/2006/relationships/diagramData" Target="../diagrams/data32.xml"/><Relationship Id="rId1" Type="http://schemas.openxmlformats.org/officeDocument/2006/relationships/slideLayout" Target="../slideLayouts/slideLayout4.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3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33.xml"/><Relationship Id="rId2" Type="http://schemas.openxmlformats.org/officeDocument/2006/relationships/diagramData" Target="../diagrams/data33.xml"/><Relationship Id="rId1" Type="http://schemas.openxmlformats.org/officeDocument/2006/relationships/slideLayout" Target="../slideLayouts/slideLayout4.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34.xml"/><Relationship Id="rId2" Type="http://schemas.openxmlformats.org/officeDocument/2006/relationships/diagramData" Target="../diagrams/data34.xml"/><Relationship Id="rId1" Type="http://schemas.openxmlformats.org/officeDocument/2006/relationships/slideLayout" Target="../slideLayouts/slideLayout4.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33.xml.rels><?xml version="1.0" encoding="UTF-8" standalone="yes"?>
<Relationships xmlns="http://schemas.openxmlformats.org/package/2006/relationships"><Relationship Id="rId8" Type="http://schemas.openxmlformats.org/officeDocument/2006/relationships/diagramLayout" Target="../diagrams/layout36.xml"/><Relationship Id="rId3" Type="http://schemas.openxmlformats.org/officeDocument/2006/relationships/diagramLayout" Target="../diagrams/layout35.xml"/><Relationship Id="rId7" Type="http://schemas.openxmlformats.org/officeDocument/2006/relationships/diagramData" Target="../diagrams/data36.xml"/><Relationship Id="rId2" Type="http://schemas.openxmlformats.org/officeDocument/2006/relationships/diagramData" Target="../diagrams/data35.xml"/><Relationship Id="rId1" Type="http://schemas.openxmlformats.org/officeDocument/2006/relationships/slideLayout" Target="../slideLayouts/slideLayout4.xml"/><Relationship Id="rId6" Type="http://schemas.microsoft.com/office/2007/relationships/diagramDrawing" Target="../diagrams/drawing35.xml"/><Relationship Id="rId11" Type="http://schemas.microsoft.com/office/2007/relationships/diagramDrawing" Target="../diagrams/drawing36.xml"/><Relationship Id="rId5" Type="http://schemas.openxmlformats.org/officeDocument/2006/relationships/diagramColors" Target="../diagrams/colors35.xml"/><Relationship Id="rId10" Type="http://schemas.openxmlformats.org/officeDocument/2006/relationships/diagramColors" Target="../diagrams/colors36.xml"/><Relationship Id="rId4" Type="http://schemas.openxmlformats.org/officeDocument/2006/relationships/diagramQuickStyle" Target="../diagrams/quickStyle35.xml"/><Relationship Id="rId9" Type="http://schemas.openxmlformats.org/officeDocument/2006/relationships/diagramQuickStyle" Target="../diagrams/quickStyle36.xml"/></Relationships>
</file>

<file path=ppt/slides/_rels/slide34.xml.rels><?xml version="1.0" encoding="UTF-8" standalone="yes"?>
<Relationships xmlns="http://schemas.openxmlformats.org/package/2006/relationships"><Relationship Id="rId8" Type="http://schemas.openxmlformats.org/officeDocument/2006/relationships/diagramLayout" Target="../diagrams/layout38.xml"/><Relationship Id="rId3" Type="http://schemas.openxmlformats.org/officeDocument/2006/relationships/diagramLayout" Target="../diagrams/layout37.xml"/><Relationship Id="rId7" Type="http://schemas.openxmlformats.org/officeDocument/2006/relationships/diagramData" Target="../diagrams/data38.xml"/><Relationship Id="rId2" Type="http://schemas.openxmlformats.org/officeDocument/2006/relationships/diagramData" Target="../diagrams/data37.xml"/><Relationship Id="rId1" Type="http://schemas.openxmlformats.org/officeDocument/2006/relationships/slideLayout" Target="../slideLayouts/slideLayout4.xml"/><Relationship Id="rId6" Type="http://schemas.microsoft.com/office/2007/relationships/diagramDrawing" Target="../diagrams/drawing37.xml"/><Relationship Id="rId11" Type="http://schemas.microsoft.com/office/2007/relationships/diagramDrawing" Target="../diagrams/drawing38.xml"/><Relationship Id="rId5" Type="http://schemas.openxmlformats.org/officeDocument/2006/relationships/diagramColors" Target="../diagrams/colors37.xml"/><Relationship Id="rId10" Type="http://schemas.openxmlformats.org/officeDocument/2006/relationships/diagramColors" Target="../diagrams/colors38.xml"/><Relationship Id="rId4" Type="http://schemas.openxmlformats.org/officeDocument/2006/relationships/diagramQuickStyle" Target="../diagrams/quickStyle37.xml"/><Relationship Id="rId9" Type="http://schemas.openxmlformats.org/officeDocument/2006/relationships/diagramQuickStyle" Target="../diagrams/quickStyle38.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39.xml"/><Relationship Id="rId2" Type="http://schemas.openxmlformats.org/officeDocument/2006/relationships/diagramData" Target="../diagrams/data39.xml"/><Relationship Id="rId1" Type="http://schemas.openxmlformats.org/officeDocument/2006/relationships/slideLayout" Target="../slideLayouts/slideLayout4.xml"/><Relationship Id="rId6" Type="http://schemas.microsoft.com/office/2007/relationships/diagramDrawing" Target="../diagrams/drawing39.xml"/><Relationship Id="rId5" Type="http://schemas.openxmlformats.org/officeDocument/2006/relationships/diagramColors" Target="../diagrams/colors39.xml"/><Relationship Id="rId4" Type="http://schemas.openxmlformats.org/officeDocument/2006/relationships/diagramQuickStyle" Target="../diagrams/quickStyle39.xml"/></Relationships>
</file>

<file path=ppt/slides/_rels/slide36.xml.rels><?xml version="1.0" encoding="UTF-8" standalone="yes"?>
<Relationships xmlns="http://schemas.openxmlformats.org/package/2006/relationships"><Relationship Id="rId8" Type="http://schemas.openxmlformats.org/officeDocument/2006/relationships/diagramLayout" Target="../diagrams/layout41.xml"/><Relationship Id="rId3" Type="http://schemas.openxmlformats.org/officeDocument/2006/relationships/diagramLayout" Target="../diagrams/layout40.xml"/><Relationship Id="rId7" Type="http://schemas.openxmlformats.org/officeDocument/2006/relationships/diagramData" Target="../diagrams/data41.xml"/><Relationship Id="rId2" Type="http://schemas.openxmlformats.org/officeDocument/2006/relationships/diagramData" Target="../diagrams/data40.xml"/><Relationship Id="rId1" Type="http://schemas.openxmlformats.org/officeDocument/2006/relationships/slideLayout" Target="../slideLayouts/slideLayout4.xml"/><Relationship Id="rId6" Type="http://schemas.microsoft.com/office/2007/relationships/diagramDrawing" Target="../diagrams/drawing40.xml"/><Relationship Id="rId11" Type="http://schemas.microsoft.com/office/2007/relationships/diagramDrawing" Target="../diagrams/drawing41.xml"/><Relationship Id="rId5" Type="http://schemas.openxmlformats.org/officeDocument/2006/relationships/diagramColors" Target="../diagrams/colors40.xml"/><Relationship Id="rId10" Type="http://schemas.openxmlformats.org/officeDocument/2006/relationships/diagramColors" Target="../diagrams/colors41.xml"/><Relationship Id="rId4" Type="http://schemas.openxmlformats.org/officeDocument/2006/relationships/diagramQuickStyle" Target="../diagrams/quickStyle40.xml"/><Relationship Id="rId9" Type="http://schemas.openxmlformats.org/officeDocument/2006/relationships/diagramQuickStyle" Target="../diagrams/quickStyle41.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42.xml"/><Relationship Id="rId7" Type="http://schemas.openxmlformats.org/officeDocument/2006/relationships/image" Target="../media/image10.jpeg"/><Relationship Id="rId2" Type="http://schemas.openxmlformats.org/officeDocument/2006/relationships/diagramData" Target="../diagrams/data42.xml"/><Relationship Id="rId1" Type="http://schemas.openxmlformats.org/officeDocument/2006/relationships/slideLayout" Target="../slideLayouts/slideLayout4.xml"/><Relationship Id="rId6" Type="http://schemas.microsoft.com/office/2007/relationships/diagramDrawing" Target="../diagrams/drawing42.xml"/><Relationship Id="rId5" Type="http://schemas.openxmlformats.org/officeDocument/2006/relationships/diagramColors" Target="../diagrams/colors42.xml"/><Relationship Id="rId4" Type="http://schemas.openxmlformats.org/officeDocument/2006/relationships/diagramQuickStyle" Target="../diagrams/quickStyle42.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43.xml"/><Relationship Id="rId7" Type="http://schemas.openxmlformats.org/officeDocument/2006/relationships/image" Target="../media/image11.jpeg"/><Relationship Id="rId2" Type="http://schemas.openxmlformats.org/officeDocument/2006/relationships/diagramData" Target="../diagrams/data43.xml"/><Relationship Id="rId1" Type="http://schemas.openxmlformats.org/officeDocument/2006/relationships/slideLayout" Target="../slideLayouts/slideLayout4.xml"/><Relationship Id="rId6" Type="http://schemas.microsoft.com/office/2007/relationships/diagramDrawing" Target="../diagrams/drawing43.xml"/><Relationship Id="rId5" Type="http://schemas.openxmlformats.org/officeDocument/2006/relationships/diagramColors" Target="../diagrams/colors43.xml"/><Relationship Id="rId4" Type="http://schemas.openxmlformats.org/officeDocument/2006/relationships/diagramQuickStyle" Target="../diagrams/quickStyle43.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44.xml"/><Relationship Id="rId7" Type="http://schemas.openxmlformats.org/officeDocument/2006/relationships/image" Target="../media/image12.png"/><Relationship Id="rId2" Type="http://schemas.openxmlformats.org/officeDocument/2006/relationships/diagramData" Target="../diagrams/data44.xml"/><Relationship Id="rId1" Type="http://schemas.openxmlformats.org/officeDocument/2006/relationships/slideLayout" Target="../slideLayouts/slideLayout4.xml"/><Relationship Id="rId6" Type="http://schemas.microsoft.com/office/2007/relationships/diagramDrawing" Target="../diagrams/drawing44.xml"/><Relationship Id="rId5" Type="http://schemas.openxmlformats.org/officeDocument/2006/relationships/diagramColors" Target="../diagrams/colors44.xml"/><Relationship Id="rId4" Type="http://schemas.openxmlformats.org/officeDocument/2006/relationships/diagramQuickStyle" Target="../diagrams/quickStyle44.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45.xml"/><Relationship Id="rId7" Type="http://schemas.openxmlformats.org/officeDocument/2006/relationships/image" Target="../media/image13.png"/><Relationship Id="rId2" Type="http://schemas.openxmlformats.org/officeDocument/2006/relationships/diagramData" Target="../diagrams/data45.xml"/><Relationship Id="rId1" Type="http://schemas.openxmlformats.org/officeDocument/2006/relationships/slideLayout" Target="../slideLayouts/slideLayout4.xml"/><Relationship Id="rId6" Type="http://schemas.microsoft.com/office/2007/relationships/diagramDrawing" Target="../diagrams/drawing45.xml"/><Relationship Id="rId5" Type="http://schemas.openxmlformats.org/officeDocument/2006/relationships/diagramColors" Target="../diagrams/colors45.xml"/><Relationship Id="rId4" Type="http://schemas.openxmlformats.org/officeDocument/2006/relationships/diagramQuickStyle" Target="../diagrams/quickStyle45.xml"/></Relationships>
</file>

<file path=ppt/slides/_rels/slide41.xml.rels><?xml version="1.0" encoding="UTF-8" standalone="yes"?>
<Relationships xmlns="http://schemas.openxmlformats.org/package/2006/relationships"><Relationship Id="rId8" Type="http://schemas.openxmlformats.org/officeDocument/2006/relationships/diagramLayout" Target="../diagrams/layout47.xml"/><Relationship Id="rId3" Type="http://schemas.openxmlformats.org/officeDocument/2006/relationships/diagramLayout" Target="../diagrams/layout46.xml"/><Relationship Id="rId7" Type="http://schemas.openxmlformats.org/officeDocument/2006/relationships/diagramData" Target="../diagrams/data47.xml"/><Relationship Id="rId2" Type="http://schemas.openxmlformats.org/officeDocument/2006/relationships/diagramData" Target="../diagrams/data46.xml"/><Relationship Id="rId1" Type="http://schemas.openxmlformats.org/officeDocument/2006/relationships/slideLayout" Target="../slideLayouts/slideLayout4.xml"/><Relationship Id="rId6" Type="http://schemas.microsoft.com/office/2007/relationships/diagramDrawing" Target="../diagrams/drawing46.xml"/><Relationship Id="rId11" Type="http://schemas.microsoft.com/office/2007/relationships/diagramDrawing" Target="../diagrams/drawing47.xml"/><Relationship Id="rId5" Type="http://schemas.openxmlformats.org/officeDocument/2006/relationships/diagramColors" Target="../diagrams/colors46.xml"/><Relationship Id="rId10" Type="http://schemas.openxmlformats.org/officeDocument/2006/relationships/diagramColors" Target="../diagrams/colors47.xml"/><Relationship Id="rId4" Type="http://schemas.openxmlformats.org/officeDocument/2006/relationships/diagramQuickStyle" Target="../diagrams/quickStyle46.xml"/><Relationship Id="rId9" Type="http://schemas.openxmlformats.org/officeDocument/2006/relationships/diagramQuickStyle" Target="../diagrams/quickStyle47.xml"/></Relationships>
</file>

<file path=ppt/slides/_rels/slide42.xml.rels><?xml version="1.0" encoding="UTF-8" standalone="yes"?>
<Relationships xmlns="http://schemas.openxmlformats.org/package/2006/relationships"><Relationship Id="rId8" Type="http://schemas.openxmlformats.org/officeDocument/2006/relationships/diagramLayout" Target="../diagrams/layout49.xml"/><Relationship Id="rId13" Type="http://schemas.openxmlformats.org/officeDocument/2006/relationships/diagramLayout" Target="../diagrams/layout50.xml"/><Relationship Id="rId3" Type="http://schemas.openxmlformats.org/officeDocument/2006/relationships/diagramLayout" Target="../diagrams/layout48.xml"/><Relationship Id="rId7" Type="http://schemas.openxmlformats.org/officeDocument/2006/relationships/diagramData" Target="../diagrams/data49.xml"/><Relationship Id="rId12" Type="http://schemas.openxmlformats.org/officeDocument/2006/relationships/diagramData" Target="../diagrams/data50.xml"/><Relationship Id="rId2" Type="http://schemas.openxmlformats.org/officeDocument/2006/relationships/diagramData" Target="../diagrams/data48.xml"/><Relationship Id="rId16" Type="http://schemas.microsoft.com/office/2007/relationships/diagramDrawing" Target="../diagrams/drawing50.xml"/><Relationship Id="rId1" Type="http://schemas.openxmlformats.org/officeDocument/2006/relationships/slideLayout" Target="../slideLayouts/slideLayout4.xml"/><Relationship Id="rId6" Type="http://schemas.microsoft.com/office/2007/relationships/diagramDrawing" Target="../diagrams/drawing48.xml"/><Relationship Id="rId11" Type="http://schemas.microsoft.com/office/2007/relationships/diagramDrawing" Target="../diagrams/drawing49.xml"/><Relationship Id="rId5" Type="http://schemas.openxmlformats.org/officeDocument/2006/relationships/diagramColors" Target="../diagrams/colors48.xml"/><Relationship Id="rId15" Type="http://schemas.openxmlformats.org/officeDocument/2006/relationships/diagramColors" Target="../diagrams/colors50.xml"/><Relationship Id="rId10" Type="http://schemas.openxmlformats.org/officeDocument/2006/relationships/diagramColors" Target="../diagrams/colors49.xml"/><Relationship Id="rId4" Type="http://schemas.openxmlformats.org/officeDocument/2006/relationships/diagramQuickStyle" Target="../diagrams/quickStyle48.xml"/><Relationship Id="rId9" Type="http://schemas.openxmlformats.org/officeDocument/2006/relationships/diagramQuickStyle" Target="../diagrams/quickStyle49.xml"/><Relationship Id="rId14" Type="http://schemas.openxmlformats.org/officeDocument/2006/relationships/diagramQuickStyle" Target="../diagrams/quickStyle50.xml"/></Relationships>
</file>

<file path=ppt/slides/_rels/slide43.xml.rels><?xml version="1.0" encoding="UTF-8" standalone="yes"?>
<Relationships xmlns="http://schemas.openxmlformats.org/package/2006/relationships"><Relationship Id="rId3" Type="http://schemas.openxmlformats.org/officeDocument/2006/relationships/diagramLayout" Target="../diagrams/layout51.xml"/><Relationship Id="rId2" Type="http://schemas.openxmlformats.org/officeDocument/2006/relationships/diagramData" Target="../diagrams/data51.xml"/><Relationship Id="rId1" Type="http://schemas.openxmlformats.org/officeDocument/2006/relationships/slideLayout" Target="../slideLayouts/slideLayout4.xml"/><Relationship Id="rId6" Type="http://schemas.microsoft.com/office/2007/relationships/diagramDrawing" Target="../diagrams/drawing51.xml"/><Relationship Id="rId5" Type="http://schemas.openxmlformats.org/officeDocument/2006/relationships/diagramColors" Target="../diagrams/colors51.xml"/><Relationship Id="rId4" Type="http://schemas.openxmlformats.org/officeDocument/2006/relationships/diagramQuickStyle" Target="../diagrams/quickStyle51.xml"/></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52.xml"/><Relationship Id="rId2" Type="http://schemas.openxmlformats.org/officeDocument/2006/relationships/diagramData" Target="../diagrams/data52.xml"/><Relationship Id="rId1" Type="http://schemas.openxmlformats.org/officeDocument/2006/relationships/slideLayout" Target="../slideLayouts/slideLayout4.xml"/><Relationship Id="rId6" Type="http://schemas.microsoft.com/office/2007/relationships/diagramDrawing" Target="../diagrams/drawing52.xml"/><Relationship Id="rId5" Type="http://schemas.openxmlformats.org/officeDocument/2006/relationships/diagramColors" Target="../diagrams/colors52.xml"/><Relationship Id="rId4" Type="http://schemas.openxmlformats.org/officeDocument/2006/relationships/diagramQuickStyle" Target="../diagrams/quickStyle52.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53.xml"/><Relationship Id="rId2" Type="http://schemas.openxmlformats.org/officeDocument/2006/relationships/diagramData" Target="../diagrams/data53.xml"/><Relationship Id="rId1" Type="http://schemas.openxmlformats.org/officeDocument/2006/relationships/slideLayout" Target="../slideLayouts/slideLayout4.xml"/><Relationship Id="rId6" Type="http://schemas.microsoft.com/office/2007/relationships/diagramDrawing" Target="../diagrams/drawing53.xml"/><Relationship Id="rId5" Type="http://schemas.openxmlformats.org/officeDocument/2006/relationships/diagramColors" Target="../diagrams/colors53.xml"/><Relationship Id="rId4" Type="http://schemas.openxmlformats.org/officeDocument/2006/relationships/diagramQuickStyle" Target="../diagrams/quickStyle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AEBE0E0-B0E1-1B53-D22B-6CD56804E472}"/>
              </a:ext>
            </a:extLst>
          </p:cNvPr>
          <p:cNvSpPr>
            <a:spLocks noGrp="1"/>
          </p:cNvSpPr>
          <p:nvPr>
            <p:ph type="ctrTitle"/>
          </p:nvPr>
        </p:nvSpPr>
        <p:spPr/>
        <p:txBody>
          <a:bodyPr>
            <a:normAutofit/>
          </a:bodyPr>
          <a:lstStyle/>
          <a:p>
            <a:r>
              <a:rPr lang="ru-RU" dirty="0" err="1"/>
              <a:t>Встановлення</a:t>
            </a:r>
            <a:r>
              <a:rPr lang="ru-RU" dirty="0"/>
              <a:t> </a:t>
            </a:r>
            <a:r>
              <a:rPr lang="ru-RU" dirty="0" err="1"/>
              <a:t>комуністичного</a:t>
            </a:r>
            <a:r>
              <a:rPr lang="ru-RU" dirty="0"/>
              <a:t> </a:t>
            </a:r>
            <a:r>
              <a:rPr lang="ru-RU" dirty="0" err="1"/>
              <a:t>тоталітарного</a:t>
            </a:r>
            <a:r>
              <a:rPr lang="ru-RU" dirty="0"/>
              <a:t> режиму в </a:t>
            </a:r>
            <a:r>
              <a:rPr lang="ru-RU" dirty="0" err="1"/>
              <a:t>Україні</a:t>
            </a:r>
            <a:endParaRPr lang="uk-UA" dirty="0"/>
          </a:p>
        </p:txBody>
      </p:sp>
      <p:sp>
        <p:nvSpPr>
          <p:cNvPr id="3" name="Підзаголовок 2">
            <a:extLst>
              <a:ext uri="{FF2B5EF4-FFF2-40B4-BE49-F238E27FC236}">
                <a16:creationId xmlns:a16="http://schemas.microsoft.com/office/drawing/2014/main" id="{3FB6560C-433F-6737-8CF3-EB6E3B81C852}"/>
              </a:ext>
            </a:extLst>
          </p:cNvPr>
          <p:cNvSpPr>
            <a:spLocks noGrp="1"/>
          </p:cNvSpPr>
          <p:nvPr>
            <p:ph type="subTitle" idx="1"/>
          </p:nvPr>
        </p:nvSpPr>
        <p:spPr/>
        <p:txBody>
          <a:bodyPr/>
          <a:lstStyle/>
          <a:p>
            <a:r>
              <a:rPr lang="uk-UA" dirty="0"/>
              <a:t>Частина 2</a:t>
            </a:r>
          </a:p>
        </p:txBody>
      </p:sp>
    </p:spTree>
    <p:extLst>
      <p:ext uri="{BB962C8B-B14F-4D97-AF65-F5344CB8AC3E}">
        <p14:creationId xmlns:p14="http://schemas.microsoft.com/office/powerpoint/2010/main" val="3767355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69EB61D-DDC4-5789-0D03-C6390441F776}"/>
              </a:ext>
            </a:extLst>
          </p:cNvPr>
          <p:cNvSpPr>
            <a:spLocks noGrp="1"/>
          </p:cNvSpPr>
          <p:nvPr>
            <p:ph type="title"/>
          </p:nvPr>
        </p:nvSpPr>
        <p:spPr/>
        <p:txBody>
          <a:bodyPr/>
          <a:lstStyle/>
          <a:p>
            <a:r>
              <a:rPr lang="ru-RU" dirty="0"/>
              <a:t>Плакат, </a:t>
            </a:r>
            <a:r>
              <a:rPr lang="ru-RU" dirty="0" err="1"/>
              <a:t>зображений</a:t>
            </a:r>
            <a:r>
              <a:rPr lang="ru-RU" dirty="0"/>
              <a:t> на фото, є </a:t>
            </a:r>
            <a:r>
              <a:rPr lang="ru-RU" dirty="0" err="1"/>
              <a:t>пропагандистським</a:t>
            </a:r>
            <a:r>
              <a:rPr lang="ru-RU" dirty="0"/>
              <a:t> </a:t>
            </a:r>
            <a:r>
              <a:rPr lang="ru-RU" dirty="0" err="1"/>
              <a:t>складником</a:t>
            </a:r>
            <a:r>
              <a:rPr lang="ru-RU" dirty="0"/>
              <a:t> </a:t>
            </a:r>
            <a:r>
              <a:rPr lang="ru-RU" dirty="0" err="1"/>
              <a:t>реалізації</a:t>
            </a:r>
            <a:r>
              <a:rPr lang="ru-RU" dirty="0"/>
              <a:t> </a:t>
            </a:r>
            <a:r>
              <a:rPr lang="ru-RU" dirty="0" err="1"/>
              <a:t>політики</a:t>
            </a:r>
            <a:endParaRPr lang="uk-UA" dirty="0"/>
          </a:p>
        </p:txBody>
      </p:sp>
      <p:graphicFrame>
        <p:nvGraphicFramePr>
          <p:cNvPr id="6" name="Місце для вмісту 5">
            <a:extLst>
              <a:ext uri="{FF2B5EF4-FFF2-40B4-BE49-F238E27FC236}">
                <a16:creationId xmlns:a16="http://schemas.microsoft.com/office/drawing/2014/main" id="{2A823213-9B9B-8043-6BF4-3756ECDA133F}"/>
              </a:ext>
            </a:extLst>
          </p:cNvPr>
          <p:cNvGraphicFramePr>
            <a:graphicFrameLocks noGrp="1"/>
          </p:cNvGraphicFramePr>
          <p:nvPr>
            <p:ph sz="half" idx="2"/>
            <p:extLst>
              <p:ext uri="{D42A27DB-BD31-4B8C-83A1-F6EECF244321}">
                <p14:modId xmlns:p14="http://schemas.microsoft.com/office/powerpoint/2010/main" val="127667858"/>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266" name="Picture 2">
            <a:extLst>
              <a:ext uri="{FF2B5EF4-FFF2-40B4-BE49-F238E27FC236}">
                <a16:creationId xmlns:a16="http://schemas.microsoft.com/office/drawing/2014/main" id="{6869D89D-C669-5E7C-3222-721BC3236349}"/>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626915" y="2762045"/>
            <a:ext cx="3905795" cy="29341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9801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a:extLst>
              <a:ext uri="{FF2B5EF4-FFF2-40B4-BE49-F238E27FC236}">
                <a16:creationId xmlns:a16="http://schemas.microsoft.com/office/drawing/2014/main" id="{FB4A9F50-04A3-ACEF-2B64-E54299EA46B5}"/>
              </a:ext>
            </a:extLst>
          </p:cNvPr>
          <p:cNvSpPr>
            <a:spLocks noGrp="1"/>
          </p:cNvSpPr>
          <p:nvPr>
            <p:ph type="title"/>
          </p:nvPr>
        </p:nvSpPr>
        <p:spPr/>
        <p:txBody>
          <a:bodyPr/>
          <a:lstStyle/>
          <a:p>
            <a:r>
              <a:rPr lang="uk-UA" dirty="0"/>
              <a:t>Особистості</a:t>
            </a:r>
          </a:p>
        </p:txBody>
      </p:sp>
      <p:sp>
        <p:nvSpPr>
          <p:cNvPr id="5" name="Місце для тексту 4">
            <a:extLst>
              <a:ext uri="{FF2B5EF4-FFF2-40B4-BE49-F238E27FC236}">
                <a16:creationId xmlns:a16="http://schemas.microsoft.com/office/drawing/2014/main" id="{D0DFB0DE-D9F5-6667-5DAA-15ECA21E480E}"/>
              </a:ext>
            </a:extLst>
          </p:cNvPr>
          <p:cNvSpPr>
            <a:spLocks noGrp="1"/>
          </p:cNvSpPr>
          <p:nvPr>
            <p:ph type="body" idx="1"/>
          </p:nvPr>
        </p:nvSpPr>
        <p:spPr/>
        <p:txBody>
          <a:bodyPr/>
          <a:lstStyle/>
          <a:p>
            <a:endParaRPr lang="uk-UA"/>
          </a:p>
        </p:txBody>
      </p:sp>
    </p:spTree>
    <p:extLst>
      <p:ext uri="{BB962C8B-B14F-4D97-AF65-F5344CB8AC3E}">
        <p14:creationId xmlns:p14="http://schemas.microsoft.com/office/powerpoint/2010/main" val="2636991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E70379E-DE8E-3275-D7C4-170EC304ACE8}"/>
              </a:ext>
            </a:extLst>
          </p:cNvPr>
          <p:cNvSpPr>
            <a:spLocks noGrp="1"/>
          </p:cNvSpPr>
          <p:nvPr>
            <p:ph type="title"/>
          </p:nvPr>
        </p:nvSpPr>
        <p:spPr/>
        <p:txBody>
          <a:bodyPr/>
          <a:lstStyle/>
          <a:p>
            <a:r>
              <a:rPr lang="ru-RU" dirty="0" err="1"/>
              <a:t>З’ясуйте</a:t>
            </a:r>
            <a:r>
              <a:rPr lang="ru-RU" dirty="0"/>
              <a:t>, кому з </a:t>
            </a:r>
            <a:r>
              <a:rPr lang="ru-RU" dirty="0" err="1"/>
              <a:t>діячів</a:t>
            </a:r>
            <a:r>
              <a:rPr lang="ru-RU" dirty="0"/>
              <a:t> належать </a:t>
            </a:r>
            <a:r>
              <a:rPr lang="ru-RU" dirty="0" err="1"/>
              <a:t>наведені</a:t>
            </a:r>
            <a:r>
              <a:rPr lang="ru-RU" dirty="0"/>
              <a:t> </a:t>
            </a:r>
            <a:r>
              <a:rPr lang="ru-RU" dirty="0" err="1"/>
              <a:t>факти</a:t>
            </a:r>
            <a:r>
              <a:rPr lang="ru-RU" dirty="0"/>
              <a:t> </a:t>
            </a:r>
            <a:r>
              <a:rPr lang="ru-RU" dirty="0" err="1"/>
              <a:t>біографії</a:t>
            </a:r>
            <a:endParaRPr lang="uk-UA" dirty="0"/>
          </a:p>
        </p:txBody>
      </p:sp>
      <p:graphicFrame>
        <p:nvGraphicFramePr>
          <p:cNvPr id="6" name="Місце для вмісту 5">
            <a:extLst>
              <a:ext uri="{FF2B5EF4-FFF2-40B4-BE49-F238E27FC236}">
                <a16:creationId xmlns:a16="http://schemas.microsoft.com/office/drawing/2014/main" id="{3BDCB190-4831-FA1A-6C65-5A2F50BD5B49}"/>
              </a:ext>
            </a:extLst>
          </p:cNvPr>
          <p:cNvGraphicFramePr>
            <a:graphicFrameLocks noGrp="1"/>
          </p:cNvGraphicFramePr>
          <p:nvPr>
            <p:ph sz="half" idx="1"/>
            <p:extLst>
              <p:ext uri="{D42A27DB-BD31-4B8C-83A1-F6EECF244321}">
                <p14:modId xmlns:p14="http://schemas.microsoft.com/office/powerpoint/2010/main" val="3169052127"/>
              </p:ext>
            </p:extLst>
          </p:nvPr>
        </p:nvGraphicFramePr>
        <p:xfrm>
          <a:off x="1141413"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Місце для вмісту 6">
            <a:extLst>
              <a:ext uri="{FF2B5EF4-FFF2-40B4-BE49-F238E27FC236}">
                <a16:creationId xmlns:a16="http://schemas.microsoft.com/office/drawing/2014/main" id="{1ECA5A96-5308-E196-309E-32FBF16CE47E}"/>
              </a:ext>
            </a:extLst>
          </p:cNvPr>
          <p:cNvGraphicFramePr>
            <a:graphicFrameLocks noGrp="1"/>
          </p:cNvGraphicFramePr>
          <p:nvPr>
            <p:ph sz="half" idx="2"/>
            <p:extLst>
              <p:ext uri="{D42A27DB-BD31-4B8C-83A1-F6EECF244321}">
                <p14:modId xmlns:p14="http://schemas.microsoft.com/office/powerpoint/2010/main" val="3018137041"/>
              </p:ext>
            </p:extLst>
          </p:nvPr>
        </p:nvGraphicFramePr>
        <p:xfrm>
          <a:off x="6170612" y="2128058"/>
          <a:ext cx="4876800" cy="412034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437833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E64BA39-F323-7116-C41C-589AE30B918D}"/>
              </a:ext>
            </a:extLst>
          </p:cNvPr>
          <p:cNvSpPr>
            <a:spLocks noGrp="1"/>
          </p:cNvSpPr>
          <p:nvPr>
            <p:ph type="title"/>
          </p:nvPr>
        </p:nvSpPr>
        <p:spPr/>
        <p:txBody>
          <a:bodyPr/>
          <a:lstStyle/>
          <a:p>
            <a:r>
              <a:rPr lang="uk-UA" dirty="0"/>
              <a:t>Установіть відповідність між прізвищем діяча та подією, до якої він причетний.</a:t>
            </a:r>
          </a:p>
        </p:txBody>
      </p:sp>
      <p:graphicFrame>
        <p:nvGraphicFramePr>
          <p:cNvPr id="5" name="Місце для вмісту 4">
            <a:extLst>
              <a:ext uri="{FF2B5EF4-FFF2-40B4-BE49-F238E27FC236}">
                <a16:creationId xmlns:a16="http://schemas.microsoft.com/office/drawing/2014/main" id="{8749E7B2-BF7D-A3C3-1FB3-823EDF676C9F}"/>
              </a:ext>
            </a:extLst>
          </p:cNvPr>
          <p:cNvGraphicFramePr>
            <a:graphicFrameLocks noGrp="1"/>
          </p:cNvGraphicFramePr>
          <p:nvPr>
            <p:ph sz="half" idx="1"/>
            <p:extLst>
              <p:ext uri="{D42A27DB-BD31-4B8C-83A1-F6EECF244321}">
                <p14:modId xmlns:p14="http://schemas.microsoft.com/office/powerpoint/2010/main" val="1363425991"/>
              </p:ext>
            </p:extLst>
          </p:nvPr>
        </p:nvGraphicFramePr>
        <p:xfrm>
          <a:off x="1141412" y="2666999"/>
          <a:ext cx="4876800" cy="31242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9" name="Місце для вмісту 8">
            <a:extLst>
              <a:ext uri="{FF2B5EF4-FFF2-40B4-BE49-F238E27FC236}">
                <a16:creationId xmlns:a16="http://schemas.microsoft.com/office/drawing/2014/main" id="{285AFF33-0C1D-59AE-B372-FFD4CDAB8E02}"/>
              </a:ext>
            </a:extLst>
          </p:cNvPr>
          <p:cNvGraphicFramePr>
            <a:graphicFrameLocks noGrp="1"/>
          </p:cNvGraphicFramePr>
          <p:nvPr>
            <p:ph sz="half" idx="2"/>
            <p:extLst>
              <p:ext uri="{D42A27DB-BD31-4B8C-83A1-F6EECF244321}">
                <p14:modId xmlns:p14="http://schemas.microsoft.com/office/powerpoint/2010/main" val="1188144962"/>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1274556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240558D-47E8-4697-F564-F656B5839E9B}"/>
              </a:ext>
            </a:extLst>
          </p:cNvPr>
          <p:cNvSpPr>
            <a:spLocks noGrp="1"/>
          </p:cNvSpPr>
          <p:nvPr>
            <p:ph type="title"/>
          </p:nvPr>
        </p:nvSpPr>
        <p:spPr/>
        <p:txBody>
          <a:bodyPr/>
          <a:lstStyle/>
          <a:p>
            <a:r>
              <a:rPr lang="uk-UA" dirty="0" err="1"/>
              <a:t>Увідповідніть</a:t>
            </a:r>
            <a:r>
              <a:rPr lang="uk-UA" dirty="0"/>
              <a:t> ім’я історичного діяча з подією, до якої він причетний.</a:t>
            </a:r>
          </a:p>
        </p:txBody>
      </p:sp>
      <p:graphicFrame>
        <p:nvGraphicFramePr>
          <p:cNvPr id="5" name="Місце для вмісту 4">
            <a:extLst>
              <a:ext uri="{FF2B5EF4-FFF2-40B4-BE49-F238E27FC236}">
                <a16:creationId xmlns:a16="http://schemas.microsoft.com/office/drawing/2014/main" id="{E27238C4-8CAC-9AA1-2E03-930B0AB01DF0}"/>
              </a:ext>
            </a:extLst>
          </p:cNvPr>
          <p:cNvGraphicFramePr>
            <a:graphicFrameLocks noGrp="1"/>
          </p:cNvGraphicFramePr>
          <p:nvPr>
            <p:ph sz="half" idx="1"/>
            <p:extLst>
              <p:ext uri="{D42A27DB-BD31-4B8C-83A1-F6EECF244321}">
                <p14:modId xmlns:p14="http://schemas.microsoft.com/office/powerpoint/2010/main" val="1015892645"/>
              </p:ext>
            </p:extLst>
          </p:nvPr>
        </p:nvGraphicFramePr>
        <p:xfrm>
          <a:off x="1141412" y="2666999"/>
          <a:ext cx="4876800" cy="31242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89D9EA72-36A9-CE99-C0E3-3C383686B5A0}"/>
              </a:ext>
            </a:extLst>
          </p:cNvPr>
          <p:cNvGraphicFramePr>
            <a:graphicFrameLocks noGrp="1"/>
          </p:cNvGraphicFramePr>
          <p:nvPr>
            <p:ph sz="half" idx="2"/>
            <p:extLst>
              <p:ext uri="{D42A27DB-BD31-4B8C-83A1-F6EECF244321}">
                <p14:modId xmlns:p14="http://schemas.microsoft.com/office/powerpoint/2010/main" val="1566326075"/>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6052971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3E88574-A3BF-9A93-C4ED-15AA13921E58}"/>
              </a:ext>
            </a:extLst>
          </p:cNvPr>
          <p:cNvSpPr>
            <a:spLocks noGrp="1"/>
          </p:cNvSpPr>
          <p:nvPr>
            <p:ph type="title"/>
          </p:nvPr>
        </p:nvSpPr>
        <p:spPr/>
        <p:txBody>
          <a:bodyPr>
            <a:normAutofit/>
          </a:bodyPr>
          <a:lstStyle/>
          <a:p>
            <a:r>
              <a:rPr lang="ru-RU" dirty="0" err="1"/>
              <a:t>Розгляньте</a:t>
            </a:r>
            <a:r>
              <a:rPr lang="ru-RU" dirty="0"/>
              <a:t> </a:t>
            </a:r>
            <a:r>
              <a:rPr lang="ru-RU" dirty="0" err="1"/>
              <a:t>репродукцію</a:t>
            </a:r>
            <a:r>
              <a:rPr lang="ru-RU" dirty="0"/>
              <a:t> триптиха Ф. </a:t>
            </a:r>
            <a:r>
              <a:rPr lang="ru-RU" dirty="0" err="1"/>
              <a:t>Кричевського</a:t>
            </a:r>
            <a:r>
              <a:rPr lang="ru-RU" dirty="0"/>
              <a:t> та </a:t>
            </a:r>
            <a:r>
              <a:rPr lang="ru-RU" dirty="0" err="1"/>
              <a:t>виконайте</a:t>
            </a:r>
            <a:r>
              <a:rPr lang="ru-RU" dirty="0"/>
              <a:t> </a:t>
            </a:r>
            <a:r>
              <a:rPr lang="ru-RU" dirty="0" err="1"/>
              <a:t>завдання</a:t>
            </a:r>
            <a:r>
              <a:rPr lang="ru-RU" dirty="0"/>
              <a:t>.</a:t>
            </a:r>
            <a:endParaRPr lang="uk-UA" dirty="0"/>
          </a:p>
        </p:txBody>
      </p:sp>
      <p:graphicFrame>
        <p:nvGraphicFramePr>
          <p:cNvPr id="5" name="Місце для вмісту 4">
            <a:extLst>
              <a:ext uri="{FF2B5EF4-FFF2-40B4-BE49-F238E27FC236}">
                <a16:creationId xmlns:a16="http://schemas.microsoft.com/office/drawing/2014/main" id="{92246E7B-1245-18C4-3EC2-C5BBA99BA92C}"/>
              </a:ext>
            </a:extLst>
          </p:cNvPr>
          <p:cNvGraphicFramePr>
            <a:graphicFrameLocks noGrp="1"/>
          </p:cNvGraphicFramePr>
          <p:nvPr>
            <p:ph sz="half" idx="2"/>
            <p:extLst>
              <p:ext uri="{D42A27DB-BD31-4B8C-83A1-F6EECF244321}">
                <p14:modId xmlns:p14="http://schemas.microsoft.com/office/powerpoint/2010/main" val="2853680534"/>
              </p:ext>
            </p:extLst>
          </p:nvPr>
        </p:nvGraphicFramePr>
        <p:xfrm>
          <a:off x="6170611" y="2667000"/>
          <a:ext cx="5300953"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2050" name="Picture 2">
            <a:extLst>
              <a:ext uri="{FF2B5EF4-FFF2-40B4-BE49-F238E27FC236}">
                <a16:creationId xmlns:a16="http://schemas.microsoft.com/office/drawing/2014/main" id="{31600823-C358-38ED-EB44-E13E5B955668}"/>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141413" y="2943398"/>
            <a:ext cx="4876800" cy="25714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064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D7CDC3-5A54-1BB1-CD39-A488EE039ED0}"/>
              </a:ext>
            </a:extLst>
          </p:cNvPr>
          <p:cNvSpPr>
            <a:spLocks noGrp="1"/>
          </p:cNvSpPr>
          <p:nvPr>
            <p:ph type="title"/>
          </p:nvPr>
        </p:nvSpPr>
        <p:spPr/>
        <p:txBody>
          <a:bodyPr/>
          <a:lstStyle/>
          <a:p>
            <a:r>
              <a:rPr lang="ru-RU" dirty="0"/>
              <a:t>Так </a:t>
            </a:r>
            <a:r>
              <a:rPr lang="ru-RU" dirty="0" err="1"/>
              <a:t>згадував</a:t>
            </a:r>
            <a:r>
              <a:rPr lang="ru-RU" dirty="0"/>
              <a:t> С. </a:t>
            </a:r>
            <a:r>
              <a:rPr lang="ru-RU" dirty="0" err="1"/>
              <a:t>Єфремов</a:t>
            </a:r>
            <a:r>
              <a:rPr lang="ru-RU" dirty="0"/>
              <a:t> про </a:t>
            </a:r>
            <a:r>
              <a:rPr lang="ru-RU" dirty="0" err="1"/>
              <a:t>приїзд</a:t>
            </a:r>
            <a:r>
              <a:rPr lang="ru-RU" dirty="0"/>
              <a:t> до </a:t>
            </a:r>
            <a:r>
              <a:rPr lang="ru-RU" dirty="0" err="1"/>
              <a:t>Києва</a:t>
            </a:r>
            <a:r>
              <a:rPr lang="ru-RU" dirty="0"/>
              <a:t> 19 вересня 1926 року митрополита</a:t>
            </a:r>
            <a:endParaRPr lang="uk-UA" dirty="0"/>
          </a:p>
        </p:txBody>
      </p:sp>
      <p:sp>
        <p:nvSpPr>
          <p:cNvPr id="3" name="Місце для вмісту 2">
            <a:extLst>
              <a:ext uri="{FF2B5EF4-FFF2-40B4-BE49-F238E27FC236}">
                <a16:creationId xmlns:a16="http://schemas.microsoft.com/office/drawing/2014/main" id="{6A0C2A12-A01E-7D8B-742F-2BFCB8AE2E29}"/>
              </a:ext>
            </a:extLst>
          </p:cNvPr>
          <p:cNvSpPr>
            <a:spLocks noGrp="1"/>
          </p:cNvSpPr>
          <p:nvPr>
            <p:ph sz="half" idx="1"/>
          </p:nvPr>
        </p:nvSpPr>
        <p:spPr/>
        <p:txBody>
          <a:bodyPr/>
          <a:lstStyle/>
          <a:p>
            <a:r>
              <a:rPr lang="ru-RU" i="1" dirty="0"/>
              <a:t>«</a:t>
            </a:r>
            <a:r>
              <a:rPr lang="ru-RU" i="1" dirty="0" err="1"/>
              <a:t>Ніде</a:t>
            </a:r>
            <a:r>
              <a:rPr lang="ru-RU" i="1" dirty="0"/>
              <a:t> на базарах та </a:t>
            </a:r>
            <a:r>
              <a:rPr lang="ru-RU" i="1" dirty="0" err="1"/>
              <a:t>квітникових</a:t>
            </a:r>
            <a:r>
              <a:rPr lang="ru-RU" i="1" dirty="0"/>
              <a:t> </a:t>
            </a:r>
            <a:r>
              <a:rPr lang="ru-RU" i="1" dirty="0" err="1"/>
              <a:t>крамницях</a:t>
            </a:r>
            <a:r>
              <a:rPr lang="ru-RU" i="1" dirty="0"/>
              <a:t> не </a:t>
            </a:r>
            <a:r>
              <a:rPr lang="ru-RU" i="1" dirty="0" err="1"/>
              <a:t>зосталося</a:t>
            </a:r>
            <a:r>
              <a:rPr lang="ru-RU" i="1" dirty="0"/>
              <a:t> </a:t>
            </a:r>
            <a:r>
              <a:rPr lang="ru-RU" i="1" dirty="0" err="1"/>
              <a:t>квіток</a:t>
            </a:r>
            <a:r>
              <a:rPr lang="ru-RU" i="1" dirty="0"/>
              <a:t> – </a:t>
            </a:r>
            <a:r>
              <a:rPr lang="ru-RU" i="1" dirty="0" err="1"/>
              <a:t>усі</a:t>
            </a:r>
            <a:r>
              <a:rPr lang="ru-RU" i="1" dirty="0"/>
              <a:t> </a:t>
            </a:r>
            <a:r>
              <a:rPr lang="ru-RU" i="1" dirty="0" err="1"/>
              <a:t>розкуплено</a:t>
            </a:r>
            <a:r>
              <a:rPr lang="ru-RU" i="1" dirty="0"/>
              <a:t> </a:t>
            </a:r>
            <a:r>
              <a:rPr lang="ru-RU" i="1" dirty="0" err="1"/>
              <a:t>задля</a:t>
            </a:r>
            <a:r>
              <a:rPr lang="ru-RU" i="1" dirty="0"/>
              <a:t> </a:t>
            </a:r>
            <a:r>
              <a:rPr lang="ru-RU" i="1" dirty="0" err="1"/>
              <a:t>привітання</a:t>
            </a:r>
            <a:r>
              <a:rPr lang="ru-RU" i="1" dirty="0"/>
              <a:t> митрополита. Коло </a:t>
            </a:r>
            <a:r>
              <a:rPr lang="ru-RU" i="1" dirty="0" err="1"/>
              <a:t>Софії</a:t>
            </a:r>
            <a:r>
              <a:rPr lang="ru-RU" i="1" dirty="0"/>
              <a:t> </a:t>
            </a:r>
            <a:r>
              <a:rPr lang="ru-RU" i="1" dirty="0" err="1"/>
              <a:t>робилося</a:t>
            </a:r>
            <a:r>
              <a:rPr lang="ru-RU" i="1" dirty="0"/>
              <a:t> </a:t>
            </a:r>
            <a:r>
              <a:rPr lang="ru-RU" i="1" dirty="0" err="1"/>
              <a:t>якесь</a:t>
            </a:r>
            <a:r>
              <a:rPr lang="ru-RU" i="1" dirty="0"/>
              <a:t> </a:t>
            </a:r>
            <a:r>
              <a:rPr lang="ru-RU" i="1" dirty="0" err="1"/>
              <a:t>столпотвореніє</a:t>
            </a:r>
            <a:r>
              <a:rPr lang="ru-RU" i="1" dirty="0"/>
              <a:t> </a:t>
            </a:r>
            <a:r>
              <a:rPr lang="ru-RU" i="1" dirty="0" err="1"/>
              <a:t>вавилонське</a:t>
            </a:r>
            <a:r>
              <a:rPr lang="ru-RU" i="1" dirty="0"/>
              <a:t>... От </a:t>
            </a:r>
            <a:r>
              <a:rPr lang="ru-RU" i="1" dirty="0" err="1"/>
              <a:t>тобі</a:t>
            </a:r>
            <a:r>
              <a:rPr lang="ru-RU" i="1" dirty="0"/>
              <a:t> й </a:t>
            </a:r>
            <a:r>
              <a:rPr lang="ru-RU" i="1" dirty="0" err="1"/>
              <a:t>боротьба</a:t>
            </a:r>
            <a:r>
              <a:rPr lang="ru-RU" i="1" dirty="0"/>
              <a:t> з </a:t>
            </a:r>
            <a:r>
              <a:rPr lang="ru-RU" i="1" dirty="0" err="1"/>
              <a:t>релігією</a:t>
            </a:r>
            <a:r>
              <a:rPr lang="ru-RU" i="1" dirty="0"/>
              <a:t>!»</a:t>
            </a:r>
            <a:endParaRPr lang="uk-UA" i="1" dirty="0"/>
          </a:p>
        </p:txBody>
      </p:sp>
      <p:graphicFrame>
        <p:nvGraphicFramePr>
          <p:cNvPr id="5" name="Місце для вмісту 4">
            <a:extLst>
              <a:ext uri="{FF2B5EF4-FFF2-40B4-BE49-F238E27FC236}">
                <a16:creationId xmlns:a16="http://schemas.microsoft.com/office/drawing/2014/main" id="{67C2867A-CCFB-BCBA-29B1-4A51C6F0FAA0}"/>
              </a:ext>
            </a:extLst>
          </p:cNvPr>
          <p:cNvGraphicFramePr>
            <a:graphicFrameLocks noGrp="1"/>
          </p:cNvGraphicFramePr>
          <p:nvPr>
            <p:ph sz="half" idx="2"/>
            <p:extLst>
              <p:ext uri="{D42A27DB-BD31-4B8C-83A1-F6EECF244321}">
                <p14:modId xmlns:p14="http://schemas.microsoft.com/office/powerpoint/2010/main" val="3561895173"/>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24368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DB6A76C-6DC5-4AB1-F685-1FB00FE89EF4}"/>
              </a:ext>
            </a:extLst>
          </p:cNvPr>
          <p:cNvSpPr>
            <a:spLocks noGrp="1"/>
          </p:cNvSpPr>
          <p:nvPr>
            <p:ph type="title"/>
          </p:nvPr>
        </p:nvSpPr>
        <p:spPr/>
        <p:txBody>
          <a:bodyPr/>
          <a:lstStyle/>
          <a:p>
            <a:r>
              <a:rPr lang="ru-RU" dirty="0" err="1"/>
              <a:t>Першим</a:t>
            </a:r>
            <a:r>
              <a:rPr lang="ru-RU" dirty="0"/>
              <a:t> митрополитом </a:t>
            </a:r>
            <a:r>
              <a:rPr lang="ru-RU" dirty="0" err="1"/>
              <a:t>Української</a:t>
            </a:r>
            <a:r>
              <a:rPr lang="ru-RU" dirty="0"/>
              <a:t> </a:t>
            </a:r>
            <a:r>
              <a:rPr lang="ru-RU" dirty="0" err="1"/>
              <a:t>автокефальної</a:t>
            </a:r>
            <a:r>
              <a:rPr lang="ru-RU" dirty="0"/>
              <a:t> </a:t>
            </a:r>
            <a:r>
              <a:rPr lang="ru-RU" dirty="0" err="1"/>
              <a:t>православної</a:t>
            </a:r>
            <a:r>
              <a:rPr lang="ru-RU" dirty="0"/>
              <a:t> церкви, </a:t>
            </a:r>
            <a:r>
              <a:rPr lang="ru-RU" dirty="0" err="1"/>
              <a:t>утвореної</a:t>
            </a:r>
            <a:r>
              <a:rPr lang="ru-RU" dirty="0"/>
              <a:t> 1921 року, став</a:t>
            </a:r>
            <a:endParaRPr lang="uk-UA" dirty="0"/>
          </a:p>
        </p:txBody>
      </p:sp>
      <p:sp>
        <p:nvSpPr>
          <p:cNvPr id="3" name="Місце для вмісту 2">
            <a:extLst>
              <a:ext uri="{FF2B5EF4-FFF2-40B4-BE49-F238E27FC236}">
                <a16:creationId xmlns:a16="http://schemas.microsoft.com/office/drawing/2014/main" id="{39A7083B-9646-317F-B6D9-7D6AE863054F}"/>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A91430BC-744B-C3FD-00AC-4F1B05F8A7BC}"/>
              </a:ext>
            </a:extLst>
          </p:cNvPr>
          <p:cNvGraphicFramePr>
            <a:graphicFrameLocks noGrp="1"/>
          </p:cNvGraphicFramePr>
          <p:nvPr>
            <p:ph sz="half" idx="2"/>
            <p:extLst>
              <p:ext uri="{D42A27DB-BD31-4B8C-83A1-F6EECF244321}">
                <p14:modId xmlns:p14="http://schemas.microsoft.com/office/powerpoint/2010/main" val="1872120188"/>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90721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F4F3017-8906-A9CA-393E-ED3D5D677814}"/>
              </a:ext>
            </a:extLst>
          </p:cNvPr>
          <p:cNvSpPr>
            <a:spLocks noGrp="1"/>
          </p:cNvSpPr>
          <p:nvPr>
            <p:ph type="title"/>
          </p:nvPr>
        </p:nvSpPr>
        <p:spPr/>
        <p:txBody>
          <a:bodyPr/>
          <a:lstStyle/>
          <a:p>
            <a:r>
              <a:rPr lang="uk-UA" dirty="0"/>
              <a:t>Підтримка радянською владою Української автокефальної православної церкви (УАПЦ) у 1920-ті рр. пояснюється</a:t>
            </a:r>
          </a:p>
        </p:txBody>
      </p:sp>
      <p:sp>
        <p:nvSpPr>
          <p:cNvPr id="3" name="Місце для вмісту 2">
            <a:extLst>
              <a:ext uri="{FF2B5EF4-FFF2-40B4-BE49-F238E27FC236}">
                <a16:creationId xmlns:a16="http://schemas.microsoft.com/office/drawing/2014/main" id="{1C00DE4D-57A1-3AD4-7058-98AA1F1ADCB9}"/>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C5D14964-DD74-8E5D-0C90-0C49EB3E26A8}"/>
              </a:ext>
            </a:extLst>
          </p:cNvPr>
          <p:cNvGraphicFramePr>
            <a:graphicFrameLocks noGrp="1"/>
          </p:cNvGraphicFramePr>
          <p:nvPr>
            <p:ph sz="half" idx="2"/>
            <p:extLst>
              <p:ext uri="{D42A27DB-BD31-4B8C-83A1-F6EECF244321}">
                <p14:modId xmlns:p14="http://schemas.microsoft.com/office/powerpoint/2010/main" val="3093852691"/>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19271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9464F1C-1D19-D5BB-8891-6665CDC66F93}"/>
              </a:ext>
            </a:extLst>
          </p:cNvPr>
          <p:cNvSpPr>
            <a:spLocks noGrp="1"/>
          </p:cNvSpPr>
          <p:nvPr>
            <p:ph type="title"/>
          </p:nvPr>
        </p:nvSpPr>
        <p:spPr/>
        <p:txBody>
          <a:bodyPr>
            <a:normAutofit/>
          </a:bodyPr>
          <a:lstStyle/>
          <a:p>
            <a:r>
              <a:rPr lang="ru-RU" dirty="0" err="1"/>
              <a:t>Режисером</a:t>
            </a:r>
            <a:r>
              <a:rPr lang="ru-RU" dirty="0"/>
              <a:t> і </a:t>
            </a:r>
            <a:r>
              <a:rPr lang="ru-RU" dirty="0" err="1"/>
              <a:t>художнім</a:t>
            </a:r>
            <a:r>
              <a:rPr lang="ru-RU" dirty="0"/>
              <a:t> </a:t>
            </a:r>
            <a:r>
              <a:rPr lang="ru-RU" dirty="0" err="1"/>
              <a:t>керівником</a:t>
            </a:r>
            <a:r>
              <a:rPr lang="ru-RU" dirty="0"/>
              <a:t> театру «</a:t>
            </a:r>
            <a:r>
              <a:rPr lang="ru-RU" dirty="0" err="1"/>
              <a:t>Березіль</a:t>
            </a:r>
            <a:r>
              <a:rPr lang="ru-RU" dirty="0"/>
              <a:t>» у 1920-х </a:t>
            </a:r>
            <a:r>
              <a:rPr lang="ru-RU" dirty="0" err="1"/>
              <a:t>рр</a:t>
            </a:r>
            <a:r>
              <a:rPr lang="ru-RU" dirty="0"/>
              <a:t>. </a:t>
            </a:r>
            <a:r>
              <a:rPr lang="ru-RU" dirty="0" err="1"/>
              <a:t>був</a:t>
            </a:r>
            <a:endParaRPr lang="uk-UA" dirty="0"/>
          </a:p>
        </p:txBody>
      </p:sp>
      <p:sp>
        <p:nvSpPr>
          <p:cNvPr id="3" name="Місце для вмісту 2">
            <a:extLst>
              <a:ext uri="{FF2B5EF4-FFF2-40B4-BE49-F238E27FC236}">
                <a16:creationId xmlns:a16="http://schemas.microsoft.com/office/drawing/2014/main" id="{C403A870-491C-EDB1-0E36-E1F5A8DD2833}"/>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AFF8B34A-EED1-4D5E-C6BB-56EC7A221E8F}"/>
              </a:ext>
            </a:extLst>
          </p:cNvPr>
          <p:cNvGraphicFramePr>
            <a:graphicFrameLocks noGrp="1"/>
          </p:cNvGraphicFramePr>
          <p:nvPr>
            <p:ph sz="half" idx="2"/>
            <p:extLst>
              <p:ext uri="{D42A27DB-BD31-4B8C-83A1-F6EECF244321}">
                <p14:modId xmlns:p14="http://schemas.microsoft.com/office/powerpoint/2010/main" val="1361347503"/>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333662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18D0595-BEDB-0775-1DFD-A1D335A6AC8D}"/>
              </a:ext>
            </a:extLst>
          </p:cNvPr>
          <p:cNvSpPr>
            <a:spLocks noGrp="1"/>
          </p:cNvSpPr>
          <p:nvPr>
            <p:ph type="title"/>
          </p:nvPr>
        </p:nvSpPr>
        <p:spPr/>
        <p:txBody>
          <a:bodyPr>
            <a:normAutofit/>
          </a:bodyPr>
          <a:lstStyle/>
          <a:p>
            <a:r>
              <a:rPr lang="ru-RU" dirty="0"/>
              <a:t>У </a:t>
            </a:r>
            <a:r>
              <a:rPr lang="ru-RU" dirty="0" err="1"/>
              <a:t>якому</a:t>
            </a:r>
            <a:r>
              <a:rPr lang="ru-RU" dirty="0"/>
              <a:t> </a:t>
            </a:r>
            <a:r>
              <a:rPr lang="ru-RU" dirty="0" err="1"/>
              <a:t>уривку</a:t>
            </a:r>
            <a:r>
              <a:rPr lang="ru-RU" dirty="0"/>
              <a:t> з </a:t>
            </a:r>
            <a:r>
              <a:rPr lang="ru-RU" dirty="0" err="1"/>
              <a:t>історичного</a:t>
            </a:r>
            <a:r>
              <a:rPr lang="ru-RU" dirty="0"/>
              <a:t> </a:t>
            </a:r>
            <a:r>
              <a:rPr lang="ru-RU" dirty="0" err="1"/>
              <a:t>джерела</a:t>
            </a:r>
            <a:r>
              <a:rPr lang="ru-RU" dirty="0"/>
              <a:t> </a:t>
            </a:r>
            <a:r>
              <a:rPr lang="ru-RU" dirty="0" err="1"/>
              <a:t>відображено</a:t>
            </a:r>
            <a:r>
              <a:rPr lang="ru-RU" dirty="0"/>
              <a:t> </a:t>
            </a:r>
            <a:r>
              <a:rPr lang="ru-RU" dirty="0" err="1"/>
              <a:t>сутність</a:t>
            </a:r>
            <a:r>
              <a:rPr lang="ru-RU" dirty="0"/>
              <a:t> </a:t>
            </a:r>
            <a:r>
              <a:rPr lang="ru-RU" dirty="0" err="1"/>
              <a:t>літературної</a:t>
            </a:r>
            <a:r>
              <a:rPr lang="ru-RU" dirty="0"/>
              <a:t> </a:t>
            </a:r>
            <a:r>
              <a:rPr lang="ru-RU" dirty="0" err="1"/>
              <a:t>дискусії</a:t>
            </a:r>
            <a:r>
              <a:rPr lang="ru-RU" dirty="0"/>
              <a:t>, </a:t>
            </a:r>
            <a:r>
              <a:rPr lang="ru-RU" dirty="0" err="1"/>
              <a:t>започаткованої</a:t>
            </a:r>
            <a:r>
              <a:rPr lang="ru-RU" dirty="0"/>
              <a:t> М. </a:t>
            </a:r>
            <a:r>
              <a:rPr lang="ru-RU" dirty="0" err="1"/>
              <a:t>Хвильовим</a:t>
            </a:r>
            <a:r>
              <a:rPr lang="ru-RU" dirty="0"/>
              <a:t>?</a:t>
            </a:r>
            <a:endParaRPr lang="uk-UA" dirty="0"/>
          </a:p>
        </p:txBody>
      </p:sp>
      <p:graphicFrame>
        <p:nvGraphicFramePr>
          <p:cNvPr id="6" name="Місце для вмісту 5">
            <a:extLst>
              <a:ext uri="{FF2B5EF4-FFF2-40B4-BE49-F238E27FC236}">
                <a16:creationId xmlns:a16="http://schemas.microsoft.com/office/drawing/2014/main" id="{D530ACEC-2CA0-D804-D704-BE08C79D7CC4}"/>
              </a:ext>
            </a:extLst>
          </p:cNvPr>
          <p:cNvGraphicFramePr>
            <a:graphicFrameLocks noGrp="1"/>
          </p:cNvGraphicFramePr>
          <p:nvPr>
            <p:ph sz="half" idx="1"/>
            <p:extLst>
              <p:ext uri="{D42A27DB-BD31-4B8C-83A1-F6EECF244321}">
                <p14:modId xmlns:p14="http://schemas.microsoft.com/office/powerpoint/2010/main" val="4234027817"/>
              </p:ext>
            </p:extLst>
          </p:nvPr>
        </p:nvGraphicFramePr>
        <p:xfrm>
          <a:off x="1141412" y="2666999"/>
          <a:ext cx="4876800" cy="31242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Місце для вмісту 4">
            <a:extLst>
              <a:ext uri="{FF2B5EF4-FFF2-40B4-BE49-F238E27FC236}">
                <a16:creationId xmlns:a16="http://schemas.microsoft.com/office/drawing/2014/main" id="{6A56935F-2AAF-05E0-C68C-7A6EDB0158AA}"/>
              </a:ext>
            </a:extLst>
          </p:cNvPr>
          <p:cNvGraphicFramePr>
            <a:graphicFrameLocks noGrp="1"/>
          </p:cNvGraphicFramePr>
          <p:nvPr>
            <p:ph sz="half" idx="2"/>
            <p:extLst>
              <p:ext uri="{D42A27DB-BD31-4B8C-83A1-F6EECF244321}">
                <p14:modId xmlns:p14="http://schemas.microsoft.com/office/powerpoint/2010/main" val="3137701013"/>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816484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Місце для вмісту 2">
            <a:extLst>
              <a:ext uri="{FF2B5EF4-FFF2-40B4-BE49-F238E27FC236}">
                <a16:creationId xmlns:a16="http://schemas.microsoft.com/office/drawing/2014/main" id="{89DCCC0D-77F1-A91B-AB32-DF2F43BCD469}"/>
              </a:ext>
            </a:extLst>
          </p:cNvPr>
          <p:cNvSpPr>
            <a:spLocks noGrp="1"/>
          </p:cNvSpPr>
          <p:nvPr>
            <p:ph sz="half" idx="1"/>
          </p:nvPr>
        </p:nvSpPr>
        <p:spPr>
          <a:xfrm>
            <a:off x="509645" y="666403"/>
            <a:ext cx="4876800" cy="5701146"/>
          </a:xfrm>
        </p:spPr>
        <p:txBody>
          <a:bodyPr>
            <a:noAutofit/>
          </a:bodyPr>
          <a:lstStyle/>
          <a:p>
            <a:r>
              <a:rPr lang="uk-UA" sz="2800" i="1" dirty="0"/>
              <a:t>Перед нами стоїть таке питання: на яку зі світових літератур взяти курс? В будь-якому випадку, не на російську. Від російської літератури, від її стихії українська поезія повинна втікати як можна швидше. Справа в тому, що російська література віками тяжіє над нами, як хазяїн положення, який привчив психіку до рабського наслідування.</a:t>
            </a:r>
          </a:p>
        </p:txBody>
      </p:sp>
      <p:sp>
        <p:nvSpPr>
          <p:cNvPr id="4" name="Місце для вмісту 3">
            <a:extLst>
              <a:ext uri="{FF2B5EF4-FFF2-40B4-BE49-F238E27FC236}">
                <a16:creationId xmlns:a16="http://schemas.microsoft.com/office/drawing/2014/main" id="{360B86E2-CECD-0DED-A515-1AFB330AF992}"/>
              </a:ext>
            </a:extLst>
          </p:cNvPr>
          <p:cNvSpPr>
            <a:spLocks noGrp="1"/>
          </p:cNvSpPr>
          <p:nvPr>
            <p:ph sz="half" idx="2"/>
          </p:nvPr>
        </p:nvSpPr>
        <p:spPr>
          <a:xfrm>
            <a:off x="6173790" y="666403"/>
            <a:ext cx="4876800" cy="5525193"/>
          </a:xfrm>
        </p:spPr>
        <p:txBody>
          <a:bodyPr>
            <a:noAutofit/>
          </a:bodyPr>
          <a:lstStyle/>
          <a:p>
            <a:pPr algn="r"/>
            <a:r>
              <a:rPr lang="uk-UA" sz="2800" i="1" dirty="0"/>
              <a:t>Українське суспільство, зміцнівши, не примириться зі своїм фактичним гегемоном — російським конкурентом. Ми повинні негайно стати на сторону молодого українського суспільства, яке втілює не лише селянина, але і робітника, і цим назавжди покінчити з контрреволюційною ідеєю створювати на Україні російську культуру.</a:t>
            </a:r>
          </a:p>
        </p:txBody>
      </p:sp>
    </p:spTree>
    <p:extLst>
      <p:ext uri="{BB962C8B-B14F-4D97-AF65-F5344CB8AC3E}">
        <p14:creationId xmlns:p14="http://schemas.microsoft.com/office/powerpoint/2010/main" val="1042851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0C2A09-A2AE-4482-BA5A-A99DCC4C36B2}"/>
              </a:ext>
            </a:extLst>
          </p:cNvPr>
          <p:cNvSpPr>
            <a:spLocks noGrp="1"/>
          </p:cNvSpPr>
          <p:nvPr>
            <p:ph type="title"/>
          </p:nvPr>
        </p:nvSpPr>
        <p:spPr>
          <a:xfrm>
            <a:off x="1143001" y="526473"/>
            <a:ext cx="9905998" cy="1905000"/>
          </a:xfrm>
        </p:spPr>
        <p:txBody>
          <a:bodyPr/>
          <a:lstStyle/>
          <a:p>
            <a:r>
              <a:rPr lang="ru-RU" dirty="0" err="1"/>
              <a:t>Чиї</a:t>
            </a:r>
            <a:r>
              <a:rPr lang="ru-RU" dirty="0"/>
              <a:t> погляди </a:t>
            </a:r>
            <a:r>
              <a:rPr lang="ru-RU" dirty="0" err="1"/>
              <a:t>відбиває</a:t>
            </a:r>
            <a:r>
              <a:rPr lang="ru-RU" dirty="0"/>
              <a:t> наведений </a:t>
            </a:r>
            <a:r>
              <a:rPr lang="ru-RU" dirty="0" err="1"/>
              <a:t>уривок</a:t>
            </a:r>
            <a:r>
              <a:rPr lang="ru-RU" dirty="0"/>
              <a:t> </a:t>
            </a:r>
            <a:r>
              <a:rPr lang="ru-RU" dirty="0" err="1"/>
              <a:t>джерела</a:t>
            </a:r>
            <a:r>
              <a:rPr lang="ru-RU" dirty="0"/>
              <a:t>?</a:t>
            </a:r>
            <a:endParaRPr lang="uk-UA" dirty="0"/>
          </a:p>
        </p:txBody>
      </p:sp>
      <p:sp>
        <p:nvSpPr>
          <p:cNvPr id="3" name="Місце для вмісту 2">
            <a:extLst>
              <a:ext uri="{FF2B5EF4-FFF2-40B4-BE49-F238E27FC236}">
                <a16:creationId xmlns:a16="http://schemas.microsoft.com/office/drawing/2014/main" id="{3102D7A6-FCBF-1F43-CBB1-9D9375B30ECB}"/>
              </a:ext>
            </a:extLst>
          </p:cNvPr>
          <p:cNvSpPr>
            <a:spLocks noGrp="1"/>
          </p:cNvSpPr>
          <p:nvPr>
            <p:ph sz="half" idx="1"/>
          </p:nvPr>
        </p:nvSpPr>
        <p:spPr/>
        <p:txBody>
          <a:bodyPr/>
          <a:lstStyle/>
          <a:p>
            <a:r>
              <a:rPr lang="uk-UA" i="1" dirty="0"/>
              <a:t>«Слід… відкинути спроби розглядати єдиний український національно-господарський терен за критерієм поділу праці в межах колишньої Росії. Треба забезпечити за українським економічним центром права й можливості дійсного керівництва всім народним господарством…»</a:t>
            </a:r>
          </a:p>
        </p:txBody>
      </p:sp>
      <p:graphicFrame>
        <p:nvGraphicFramePr>
          <p:cNvPr id="5" name="Місце для вмісту 4">
            <a:extLst>
              <a:ext uri="{FF2B5EF4-FFF2-40B4-BE49-F238E27FC236}">
                <a16:creationId xmlns:a16="http://schemas.microsoft.com/office/drawing/2014/main" id="{2C62ED1A-5DE9-D484-7B80-DDF4F2B7C1A8}"/>
              </a:ext>
            </a:extLst>
          </p:cNvPr>
          <p:cNvGraphicFramePr>
            <a:graphicFrameLocks noGrp="1"/>
          </p:cNvGraphicFramePr>
          <p:nvPr>
            <p:ph sz="half" idx="2"/>
            <p:extLst>
              <p:ext uri="{D42A27DB-BD31-4B8C-83A1-F6EECF244321}">
                <p14:modId xmlns:p14="http://schemas.microsoft.com/office/powerpoint/2010/main" val="2562400967"/>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96463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Заголовок 4">
            <a:extLst>
              <a:ext uri="{FF2B5EF4-FFF2-40B4-BE49-F238E27FC236}">
                <a16:creationId xmlns:a16="http://schemas.microsoft.com/office/drawing/2014/main" id="{2E5A5EDF-2830-6E69-D4D2-AD47D805F319}"/>
              </a:ext>
            </a:extLst>
          </p:cNvPr>
          <p:cNvSpPr>
            <a:spLocks noGrp="1"/>
          </p:cNvSpPr>
          <p:nvPr>
            <p:ph type="title"/>
          </p:nvPr>
        </p:nvSpPr>
        <p:spPr/>
        <p:txBody>
          <a:bodyPr/>
          <a:lstStyle/>
          <a:p>
            <a:r>
              <a:rPr lang="uk-UA" dirty="0"/>
              <a:t>НЕП в проявах</a:t>
            </a:r>
          </a:p>
        </p:txBody>
      </p:sp>
      <p:sp>
        <p:nvSpPr>
          <p:cNvPr id="6" name="Місце для тексту 5">
            <a:extLst>
              <a:ext uri="{FF2B5EF4-FFF2-40B4-BE49-F238E27FC236}">
                <a16:creationId xmlns:a16="http://schemas.microsoft.com/office/drawing/2014/main" id="{6EFA9A27-98E8-6ABB-FC43-2B7C55953B55}"/>
              </a:ext>
            </a:extLst>
          </p:cNvPr>
          <p:cNvSpPr>
            <a:spLocks noGrp="1"/>
          </p:cNvSpPr>
          <p:nvPr>
            <p:ph type="body" idx="1"/>
          </p:nvPr>
        </p:nvSpPr>
        <p:spPr/>
        <p:txBody>
          <a:bodyPr/>
          <a:lstStyle/>
          <a:p>
            <a:endParaRPr lang="uk-UA"/>
          </a:p>
        </p:txBody>
      </p:sp>
    </p:spTree>
    <p:extLst>
      <p:ext uri="{BB962C8B-B14F-4D97-AF65-F5344CB8AC3E}">
        <p14:creationId xmlns:p14="http://schemas.microsoft.com/office/powerpoint/2010/main" val="559560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7E0012A-BDD1-CCF1-D166-5984A6D80696}"/>
              </a:ext>
            </a:extLst>
          </p:cNvPr>
          <p:cNvSpPr>
            <a:spLocks noGrp="1"/>
          </p:cNvSpPr>
          <p:nvPr>
            <p:ph type="title"/>
          </p:nvPr>
        </p:nvSpPr>
        <p:spPr/>
        <p:txBody>
          <a:bodyPr>
            <a:normAutofit fontScale="90000"/>
          </a:bodyPr>
          <a:lstStyle/>
          <a:p>
            <a:r>
              <a:rPr lang="ru-RU" dirty="0" err="1"/>
              <a:t>Центральне</a:t>
            </a:r>
            <a:r>
              <a:rPr lang="ru-RU" dirty="0"/>
              <a:t> </a:t>
            </a:r>
            <a:r>
              <a:rPr lang="ru-RU" dirty="0" err="1"/>
              <a:t>партійно-радянське</a:t>
            </a:r>
            <a:r>
              <a:rPr lang="ru-RU" dirty="0"/>
              <a:t> </a:t>
            </a:r>
            <a:r>
              <a:rPr lang="ru-RU" dirty="0" err="1"/>
              <a:t>керівництво</a:t>
            </a:r>
            <a:r>
              <a:rPr lang="ru-RU" dirty="0"/>
              <a:t> </a:t>
            </a:r>
            <a:r>
              <a:rPr lang="ru-RU" dirty="0" err="1"/>
              <a:t>сприяло</a:t>
            </a:r>
            <a:r>
              <a:rPr lang="ru-RU" dirty="0"/>
              <a:t> </a:t>
            </a:r>
            <a:r>
              <a:rPr lang="ru-RU" dirty="0" err="1"/>
              <a:t>створенню</a:t>
            </a:r>
            <a:r>
              <a:rPr lang="ru-RU" dirty="0"/>
              <a:t> умов для </a:t>
            </a:r>
            <a:r>
              <a:rPr lang="ru-RU" dirty="0" err="1"/>
              <a:t>розвитку</a:t>
            </a:r>
            <a:r>
              <a:rPr lang="ru-RU" dirty="0"/>
              <a:t> </a:t>
            </a:r>
            <a:r>
              <a:rPr lang="ru-RU" dirty="0" err="1"/>
              <a:t>ринкових</a:t>
            </a:r>
            <a:r>
              <a:rPr lang="ru-RU" dirty="0"/>
              <a:t> </a:t>
            </a:r>
            <a:r>
              <a:rPr lang="ru-RU" dirty="0" err="1"/>
              <a:t>відносин</a:t>
            </a:r>
            <a:r>
              <a:rPr lang="ru-RU" dirty="0"/>
              <a:t> в УСРР, </a:t>
            </a:r>
            <a:r>
              <a:rPr lang="ru-RU" dirty="0" err="1"/>
              <a:t>удавшися</a:t>
            </a:r>
            <a:r>
              <a:rPr lang="ru-RU" dirty="0"/>
              <a:t> до </a:t>
            </a:r>
            <a:r>
              <a:rPr lang="ru-RU" dirty="0" err="1"/>
              <a:t>заходів</a:t>
            </a:r>
            <a:endParaRPr lang="uk-UA" dirty="0"/>
          </a:p>
        </p:txBody>
      </p:sp>
      <p:sp>
        <p:nvSpPr>
          <p:cNvPr id="3" name="Місце для вмісту 2">
            <a:extLst>
              <a:ext uri="{FF2B5EF4-FFF2-40B4-BE49-F238E27FC236}">
                <a16:creationId xmlns:a16="http://schemas.microsoft.com/office/drawing/2014/main" id="{7CCFB61C-3476-AA97-AFEF-99C9E245254E}"/>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54B9EDB7-2E89-87EC-A343-657675D4B866}"/>
              </a:ext>
            </a:extLst>
          </p:cNvPr>
          <p:cNvGraphicFramePr>
            <a:graphicFrameLocks noGrp="1"/>
          </p:cNvGraphicFramePr>
          <p:nvPr>
            <p:ph sz="half" idx="2"/>
            <p:extLst>
              <p:ext uri="{D42A27DB-BD31-4B8C-83A1-F6EECF244321}">
                <p14:modId xmlns:p14="http://schemas.microsoft.com/office/powerpoint/2010/main" val="3330326076"/>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179117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60BCA9F-FC6D-1D5F-EC7C-138785277249}"/>
              </a:ext>
            </a:extLst>
          </p:cNvPr>
          <p:cNvSpPr>
            <a:spLocks noGrp="1"/>
          </p:cNvSpPr>
          <p:nvPr>
            <p:ph type="title"/>
          </p:nvPr>
        </p:nvSpPr>
        <p:spPr/>
        <p:txBody>
          <a:bodyPr/>
          <a:lstStyle/>
          <a:p>
            <a:r>
              <a:rPr lang="ru-RU" dirty="0"/>
              <a:t>Гасла, </a:t>
            </a:r>
            <a:r>
              <a:rPr lang="ru-RU" dirty="0" err="1"/>
              <a:t>відображені</a:t>
            </a:r>
            <a:r>
              <a:rPr lang="ru-RU" dirty="0"/>
              <a:t> на </a:t>
            </a:r>
            <a:r>
              <a:rPr lang="ru-RU" dirty="0" err="1"/>
              <a:t>радянських</a:t>
            </a:r>
            <a:r>
              <a:rPr lang="ru-RU" dirty="0"/>
              <a:t> </a:t>
            </a:r>
            <a:r>
              <a:rPr lang="ru-RU" dirty="0" err="1"/>
              <a:t>агітаційних</a:t>
            </a:r>
            <a:r>
              <a:rPr lang="ru-RU" dirty="0"/>
              <a:t> плакатах, були </a:t>
            </a:r>
            <a:r>
              <a:rPr lang="ru-RU" dirty="0" err="1"/>
              <a:t>невід’ємною</a:t>
            </a:r>
            <a:r>
              <a:rPr lang="ru-RU" dirty="0"/>
              <a:t> </a:t>
            </a:r>
            <a:r>
              <a:rPr lang="ru-RU" dirty="0" err="1"/>
              <a:t>складовою</a:t>
            </a:r>
            <a:r>
              <a:rPr lang="ru-RU" dirty="0"/>
              <a:t> </a:t>
            </a:r>
            <a:r>
              <a:rPr lang="ru-RU" dirty="0" err="1"/>
              <a:t>реалізації</a:t>
            </a:r>
            <a:endParaRPr lang="uk-UA" dirty="0"/>
          </a:p>
        </p:txBody>
      </p:sp>
      <p:graphicFrame>
        <p:nvGraphicFramePr>
          <p:cNvPr id="5" name="Місце для вмісту 4">
            <a:extLst>
              <a:ext uri="{FF2B5EF4-FFF2-40B4-BE49-F238E27FC236}">
                <a16:creationId xmlns:a16="http://schemas.microsoft.com/office/drawing/2014/main" id="{164F6AFC-DF2D-A056-AFDA-DC0265B31D9D}"/>
              </a:ext>
            </a:extLst>
          </p:cNvPr>
          <p:cNvGraphicFramePr>
            <a:graphicFrameLocks noGrp="1"/>
          </p:cNvGraphicFramePr>
          <p:nvPr>
            <p:ph sz="half" idx="2"/>
            <p:extLst>
              <p:ext uri="{D42A27DB-BD31-4B8C-83A1-F6EECF244321}">
                <p14:modId xmlns:p14="http://schemas.microsoft.com/office/powerpoint/2010/main" val="778055567"/>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290" name="Picture 2">
            <a:extLst>
              <a:ext uri="{FF2B5EF4-FFF2-40B4-BE49-F238E27FC236}">
                <a16:creationId xmlns:a16="http://schemas.microsoft.com/office/drawing/2014/main" id="{9E7532BC-10C5-960D-FDC3-9DAE532CF767}"/>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178500" y="2667000"/>
            <a:ext cx="4802626"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21209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350A8D-B7AD-4B7D-222D-ED29394DC7DA}"/>
              </a:ext>
            </a:extLst>
          </p:cNvPr>
          <p:cNvSpPr>
            <a:spLocks noGrp="1"/>
          </p:cNvSpPr>
          <p:nvPr>
            <p:ph type="title"/>
          </p:nvPr>
        </p:nvSpPr>
        <p:spPr/>
        <p:txBody>
          <a:bodyPr/>
          <a:lstStyle/>
          <a:p>
            <a:r>
              <a:rPr lang="ru-RU" dirty="0" err="1"/>
              <a:t>Упровадження</a:t>
            </a:r>
            <a:r>
              <a:rPr lang="ru-RU" dirty="0"/>
              <a:t> </a:t>
            </a:r>
            <a:r>
              <a:rPr lang="ru-RU" dirty="0" err="1"/>
              <a:t>нової</a:t>
            </a:r>
            <a:r>
              <a:rPr lang="ru-RU" dirty="0"/>
              <a:t> </a:t>
            </a:r>
            <a:r>
              <a:rPr lang="ru-RU" dirty="0" err="1"/>
              <a:t>економічної</a:t>
            </a:r>
            <a:r>
              <a:rPr lang="ru-RU" dirty="0"/>
              <a:t> </a:t>
            </a:r>
            <a:r>
              <a:rPr lang="ru-RU" dirty="0" err="1"/>
              <a:t>політики</a:t>
            </a:r>
            <a:r>
              <a:rPr lang="ru-RU" dirty="0"/>
              <a:t> в УСРР </a:t>
            </a:r>
            <a:r>
              <a:rPr lang="ru-RU" dirty="0" err="1"/>
              <a:t>сприяло</a:t>
            </a:r>
            <a:endParaRPr lang="uk-UA" dirty="0"/>
          </a:p>
        </p:txBody>
      </p:sp>
      <p:graphicFrame>
        <p:nvGraphicFramePr>
          <p:cNvPr id="5" name="Місце для вмісту 4">
            <a:extLst>
              <a:ext uri="{FF2B5EF4-FFF2-40B4-BE49-F238E27FC236}">
                <a16:creationId xmlns:a16="http://schemas.microsoft.com/office/drawing/2014/main" id="{DE191BDE-2787-BCAD-903D-3B6026898BB6}"/>
              </a:ext>
            </a:extLst>
          </p:cNvPr>
          <p:cNvGraphicFramePr>
            <a:graphicFrameLocks noGrp="1"/>
          </p:cNvGraphicFramePr>
          <p:nvPr>
            <p:ph sz="half" idx="1"/>
            <p:extLst>
              <p:ext uri="{D42A27DB-BD31-4B8C-83A1-F6EECF244321}">
                <p14:modId xmlns:p14="http://schemas.microsoft.com/office/powerpoint/2010/main" val="1003027648"/>
              </p:ext>
            </p:extLst>
          </p:nvPr>
        </p:nvGraphicFramePr>
        <p:xfrm>
          <a:off x="1141413"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581E2DA1-4FAB-C7BB-ED91-463562349BD5}"/>
              </a:ext>
            </a:extLst>
          </p:cNvPr>
          <p:cNvGraphicFramePr>
            <a:graphicFrameLocks noGrp="1"/>
          </p:cNvGraphicFramePr>
          <p:nvPr>
            <p:ph sz="half" idx="2"/>
            <p:extLst>
              <p:ext uri="{D42A27DB-BD31-4B8C-83A1-F6EECF244321}">
                <p14:modId xmlns:p14="http://schemas.microsoft.com/office/powerpoint/2010/main" val="1451960854"/>
              </p:ext>
            </p:extLst>
          </p:nvPr>
        </p:nvGraphicFramePr>
        <p:xfrm>
          <a:off x="6170613" y="2667000"/>
          <a:ext cx="4876800" cy="31242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917437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423F4C-164B-17BE-C088-03CA387EC71F}"/>
              </a:ext>
            </a:extLst>
          </p:cNvPr>
          <p:cNvSpPr>
            <a:spLocks noGrp="1"/>
          </p:cNvSpPr>
          <p:nvPr>
            <p:ph type="title"/>
          </p:nvPr>
        </p:nvSpPr>
        <p:spPr/>
        <p:txBody>
          <a:bodyPr>
            <a:normAutofit/>
          </a:bodyPr>
          <a:lstStyle/>
          <a:p>
            <a:r>
              <a:rPr lang="ru-RU" dirty="0"/>
              <a:t>У </a:t>
            </a:r>
            <a:r>
              <a:rPr lang="ru-RU" dirty="0" err="1"/>
              <a:t>якому</a:t>
            </a:r>
            <a:r>
              <a:rPr lang="ru-RU" dirty="0"/>
              <a:t> </a:t>
            </a:r>
            <a:r>
              <a:rPr lang="ru-RU" dirty="0" err="1"/>
              <a:t>році</a:t>
            </a:r>
            <a:r>
              <a:rPr lang="ru-RU" dirty="0"/>
              <a:t> на </a:t>
            </a:r>
            <a:r>
              <a:rPr lang="ru-RU" dirty="0" err="1"/>
              <a:t>сторінках</a:t>
            </a:r>
            <a:r>
              <a:rPr lang="ru-RU" dirty="0"/>
              <a:t> </a:t>
            </a:r>
            <a:r>
              <a:rPr lang="ru-RU" dirty="0" err="1"/>
              <a:t>варшавської</a:t>
            </a:r>
            <a:r>
              <a:rPr lang="ru-RU" dirty="0"/>
              <a:t> </a:t>
            </a:r>
            <a:r>
              <a:rPr lang="ru-RU" dirty="0" err="1"/>
              <a:t>українськомовної</a:t>
            </a:r>
            <a:r>
              <a:rPr lang="ru-RU" dirty="0"/>
              <a:t> </a:t>
            </a:r>
            <a:r>
              <a:rPr lang="ru-RU" dirty="0" err="1"/>
              <a:t>газети</a:t>
            </a:r>
            <a:r>
              <a:rPr lang="ru-RU" dirty="0"/>
              <a:t> «</a:t>
            </a:r>
            <a:r>
              <a:rPr lang="ru-RU" dirty="0" err="1"/>
              <a:t>Українська</a:t>
            </a:r>
            <a:r>
              <a:rPr lang="ru-RU" dirty="0"/>
              <a:t> трибуна» </a:t>
            </a:r>
            <a:r>
              <a:rPr lang="ru-RU" dirty="0" err="1"/>
              <a:t>було</a:t>
            </a:r>
            <a:r>
              <a:rPr lang="ru-RU" dirty="0"/>
              <a:t> </a:t>
            </a:r>
            <a:r>
              <a:rPr lang="ru-RU" dirty="0" err="1"/>
              <a:t>вміщено</a:t>
            </a:r>
            <a:r>
              <a:rPr lang="ru-RU" dirty="0"/>
              <a:t> </a:t>
            </a:r>
            <a:r>
              <a:rPr lang="ru-RU" dirty="0" err="1"/>
              <a:t>зображену</a:t>
            </a:r>
            <a:r>
              <a:rPr lang="ru-RU" dirty="0"/>
              <a:t> карту?</a:t>
            </a:r>
            <a:endParaRPr lang="uk-UA" dirty="0"/>
          </a:p>
        </p:txBody>
      </p:sp>
      <p:pic>
        <p:nvPicPr>
          <p:cNvPr id="1026" name="Picture 2">
            <a:extLst>
              <a:ext uri="{FF2B5EF4-FFF2-40B4-BE49-F238E27FC236}">
                <a16:creationId xmlns:a16="http://schemas.microsoft.com/office/drawing/2014/main" id="{87F28605-BAF7-302C-91B8-CFC72B224E5E}"/>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2190760" y="2667000"/>
            <a:ext cx="2778105" cy="312420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Місце для вмісту 4">
            <a:extLst>
              <a:ext uri="{FF2B5EF4-FFF2-40B4-BE49-F238E27FC236}">
                <a16:creationId xmlns:a16="http://schemas.microsoft.com/office/drawing/2014/main" id="{861CB44C-1A26-4F11-1D52-B45555068451}"/>
              </a:ext>
            </a:extLst>
          </p:cNvPr>
          <p:cNvGraphicFramePr>
            <a:graphicFrameLocks noGrp="1"/>
          </p:cNvGraphicFramePr>
          <p:nvPr>
            <p:ph sz="half" idx="2"/>
            <p:extLst>
              <p:ext uri="{D42A27DB-BD31-4B8C-83A1-F6EECF244321}">
                <p14:modId xmlns:p14="http://schemas.microsoft.com/office/powerpoint/2010/main" val="2388116064"/>
              </p:ext>
            </p:extLst>
          </p:nvPr>
        </p:nvGraphicFramePr>
        <p:xfrm>
          <a:off x="6170613" y="2667000"/>
          <a:ext cx="4876800" cy="3124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041948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98E74BB-3D84-112A-BF76-6ECA73D1C375}"/>
              </a:ext>
            </a:extLst>
          </p:cNvPr>
          <p:cNvSpPr>
            <a:spLocks noGrp="1"/>
          </p:cNvSpPr>
          <p:nvPr>
            <p:ph type="title"/>
          </p:nvPr>
        </p:nvSpPr>
        <p:spPr/>
        <p:txBody>
          <a:bodyPr/>
          <a:lstStyle/>
          <a:p>
            <a:r>
              <a:rPr lang="uk-UA" dirty="0"/>
              <a:t>Установіть відповідність між подією та наслідком.</a:t>
            </a:r>
          </a:p>
        </p:txBody>
      </p:sp>
      <p:graphicFrame>
        <p:nvGraphicFramePr>
          <p:cNvPr id="5" name="Місце для вмісту 4">
            <a:extLst>
              <a:ext uri="{FF2B5EF4-FFF2-40B4-BE49-F238E27FC236}">
                <a16:creationId xmlns:a16="http://schemas.microsoft.com/office/drawing/2014/main" id="{9C32FEE3-2A13-FE8F-CE78-41713786EAB0}"/>
              </a:ext>
            </a:extLst>
          </p:cNvPr>
          <p:cNvGraphicFramePr>
            <a:graphicFrameLocks noGrp="1"/>
          </p:cNvGraphicFramePr>
          <p:nvPr>
            <p:ph sz="half" idx="1"/>
            <p:extLst>
              <p:ext uri="{D42A27DB-BD31-4B8C-83A1-F6EECF244321}">
                <p14:modId xmlns:p14="http://schemas.microsoft.com/office/powerpoint/2010/main" val="3898849849"/>
              </p:ext>
            </p:extLst>
          </p:nvPr>
        </p:nvGraphicFramePr>
        <p:xfrm>
          <a:off x="1141413"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82767A4A-B298-6C74-C392-25FB9F0B4B3D}"/>
              </a:ext>
            </a:extLst>
          </p:cNvPr>
          <p:cNvGraphicFramePr>
            <a:graphicFrameLocks noGrp="1"/>
          </p:cNvGraphicFramePr>
          <p:nvPr>
            <p:ph sz="half" idx="2"/>
            <p:extLst>
              <p:ext uri="{D42A27DB-BD31-4B8C-83A1-F6EECF244321}">
                <p14:modId xmlns:p14="http://schemas.microsoft.com/office/powerpoint/2010/main" val="3598174561"/>
              </p:ext>
            </p:extLst>
          </p:nvPr>
        </p:nvGraphicFramePr>
        <p:xfrm>
          <a:off x="6170613" y="2667000"/>
          <a:ext cx="4876800" cy="31242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2504219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A88C2A5-6A3D-62C3-AB67-23F5BAA3054E}"/>
              </a:ext>
            </a:extLst>
          </p:cNvPr>
          <p:cNvSpPr>
            <a:spLocks noGrp="1"/>
          </p:cNvSpPr>
          <p:nvPr>
            <p:ph type="title"/>
          </p:nvPr>
        </p:nvSpPr>
        <p:spPr/>
        <p:txBody>
          <a:bodyPr/>
          <a:lstStyle/>
          <a:p>
            <a:r>
              <a:rPr lang="ru-RU" dirty="0"/>
              <a:t>Документ, </a:t>
            </a:r>
            <a:r>
              <a:rPr lang="ru-RU" dirty="0" err="1"/>
              <a:t>зображений</a:t>
            </a:r>
            <a:r>
              <a:rPr lang="ru-RU" dirty="0"/>
              <a:t> на фото, </a:t>
            </a:r>
            <a:r>
              <a:rPr lang="ru-RU" dirty="0" err="1"/>
              <a:t>свідчить</a:t>
            </a:r>
            <a:r>
              <a:rPr lang="ru-RU" dirty="0"/>
              <a:t> про </a:t>
            </a:r>
            <a:r>
              <a:rPr lang="ru-RU" dirty="0" err="1"/>
              <a:t>здійснення</a:t>
            </a:r>
            <a:r>
              <a:rPr lang="ru-RU" dirty="0"/>
              <a:t> в УСРР </a:t>
            </a:r>
            <a:r>
              <a:rPr lang="ru-RU" dirty="0" err="1"/>
              <a:t>політики</a:t>
            </a:r>
            <a:endParaRPr lang="uk-UA" dirty="0"/>
          </a:p>
        </p:txBody>
      </p:sp>
      <p:graphicFrame>
        <p:nvGraphicFramePr>
          <p:cNvPr id="5" name="Місце для вмісту 4">
            <a:extLst>
              <a:ext uri="{FF2B5EF4-FFF2-40B4-BE49-F238E27FC236}">
                <a16:creationId xmlns:a16="http://schemas.microsoft.com/office/drawing/2014/main" id="{DB747536-511E-D341-40C8-B28DD633D275}"/>
              </a:ext>
            </a:extLst>
          </p:cNvPr>
          <p:cNvGraphicFramePr>
            <a:graphicFrameLocks noGrp="1"/>
          </p:cNvGraphicFramePr>
          <p:nvPr>
            <p:ph sz="half" idx="2"/>
            <p:extLst>
              <p:ext uri="{D42A27DB-BD31-4B8C-83A1-F6EECF244321}">
                <p14:modId xmlns:p14="http://schemas.microsoft.com/office/powerpoint/2010/main" val="789441697"/>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098" name="Picture 2">
            <a:extLst>
              <a:ext uri="{FF2B5EF4-FFF2-40B4-BE49-F238E27FC236}">
                <a16:creationId xmlns:a16="http://schemas.microsoft.com/office/drawing/2014/main" id="{228D32C2-A767-BD34-7A87-6F21FF583AF8}"/>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246313" y="2767012"/>
            <a:ext cx="2667000" cy="29241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18530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19A915A-755C-3DC8-F40D-7E38B7E56549}"/>
              </a:ext>
            </a:extLst>
          </p:cNvPr>
          <p:cNvSpPr>
            <a:spLocks noGrp="1"/>
          </p:cNvSpPr>
          <p:nvPr>
            <p:ph type="title"/>
          </p:nvPr>
        </p:nvSpPr>
        <p:spPr/>
        <p:txBody>
          <a:bodyPr/>
          <a:lstStyle/>
          <a:p>
            <a:r>
              <a:rPr lang="ru-RU" dirty="0"/>
              <a:t>У </a:t>
            </a:r>
            <a:r>
              <a:rPr lang="ru-RU" dirty="0" err="1"/>
              <a:t>результаті</a:t>
            </a:r>
            <a:r>
              <a:rPr lang="ru-RU" dirty="0"/>
              <a:t> </a:t>
            </a:r>
            <a:r>
              <a:rPr lang="ru-RU" dirty="0" err="1"/>
              <a:t>здійснення</a:t>
            </a:r>
            <a:r>
              <a:rPr lang="ru-RU" dirty="0"/>
              <a:t> в </a:t>
            </a:r>
            <a:r>
              <a:rPr lang="ru-RU" dirty="0" err="1"/>
              <a:t>Україні</a:t>
            </a:r>
            <a:r>
              <a:rPr lang="ru-RU" dirty="0"/>
              <a:t> в 1920 – на початку 1930-х </a:t>
            </a:r>
            <a:r>
              <a:rPr lang="ru-RU" dirty="0" err="1"/>
              <a:t>рр</a:t>
            </a:r>
            <a:r>
              <a:rPr lang="ru-RU" dirty="0"/>
              <a:t>. </a:t>
            </a:r>
            <a:r>
              <a:rPr lang="ru-RU" dirty="0" err="1"/>
              <a:t>політики</a:t>
            </a:r>
            <a:r>
              <a:rPr lang="ru-RU" dirty="0"/>
              <a:t> «</a:t>
            </a:r>
            <a:r>
              <a:rPr lang="ru-RU" dirty="0" err="1"/>
              <a:t>коренізації</a:t>
            </a:r>
            <a:r>
              <a:rPr lang="ru-RU" dirty="0"/>
              <a:t>»</a:t>
            </a:r>
            <a:endParaRPr lang="uk-UA" dirty="0"/>
          </a:p>
        </p:txBody>
      </p:sp>
      <p:sp>
        <p:nvSpPr>
          <p:cNvPr id="3" name="Місце для вмісту 2">
            <a:extLst>
              <a:ext uri="{FF2B5EF4-FFF2-40B4-BE49-F238E27FC236}">
                <a16:creationId xmlns:a16="http://schemas.microsoft.com/office/drawing/2014/main" id="{B5DFD703-B924-F449-3EA5-62DE9BE71472}"/>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8ADB074B-8ADE-3372-E3A9-F56090FC998E}"/>
              </a:ext>
            </a:extLst>
          </p:cNvPr>
          <p:cNvGraphicFramePr>
            <a:graphicFrameLocks noGrp="1"/>
          </p:cNvGraphicFramePr>
          <p:nvPr>
            <p:ph sz="half" idx="2"/>
            <p:extLst>
              <p:ext uri="{D42A27DB-BD31-4B8C-83A1-F6EECF244321}">
                <p14:modId xmlns:p14="http://schemas.microsoft.com/office/powerpoint/2010/main" val="3357141765"/>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6474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D528B6-8FB2-A9F0-B479-D8D9C998ABF4}"/>
              </a:ext>
            </a:extLst>
          </p:cNvPr>
          <p:cNvSpPr>
            <a:spLocks noGrp="1"/>
          </p:cNvSpPr>
          <p:nvPr>
            <p:ph type="title"/>
          </p:nvPr>
        </p:nvSpPr>
        <p:spPr/>
        <p:txBody>
          <a:bodyPr/>
          <a:lstStyle/>
          <a:p>
            <a:r>
              <a:rPr lang="uk-UA" dirty="0"/>
              <a:t>На діаграмі відображено наслідки</a:t>
            </a:r>
          </a:p>
        </p:txBody>
      </p:sp>
      <p:graphicFrame>
        <p:nvGraphicFramePr>
          <p:cNvPr id="5" name="Місце для вмісту 4">
            <a:extLst>
              <a:ext uri="{FF2B5EF4-FFF2-40B4-BE49-F238E27FC236}">
                <a16:creationId xmlns:a16="http://schemas.microsoft.com/office/drawing/2014/main" id="{EB8B3E89-C296-F904-437A-703294F9961F}"/>
              </a:ext>
            </a:extLst>
          </p:cNvPr>
          <p:cNvGraphicFramePr>
            <a:graphicFrameLocks noGrp="1"/>
          </p:cNvGraphicFramePr>
          <p:nvPr>
            <p:ph sz="half" idx="2"/>
            <p:extLst>
              <p:ext uri="{D42A27DB-BD31-4B8C-83A1-F6EECF244321}">
                <p14:modId xmlns:p14="http://schemas.microsoft.com/office/powerpoint/2010/main" val="2506072994"/>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170" name="Picture 2">
            <a:extLst>
              <a:ext uri="{FF2B5EF4-FFF2-40B4-BE49-F238E27FC236}">
                <a16:creationId xmlns:a16="http://schemas.microsoft.com/office/drawing/2014/main" id="{3B653EC3-C8AF-F288-1776-8CF2291C37B2}"/>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141413" y="3220677"/>
            <a:ext cx="4876800" cy="20168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45589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C5B535D-3281-7F13-85EC-DE328B81A17E}"/>
              </a:ext>
            </a:extLst>
          </p:cNvPr>
          <p:cNvSpPr>
            <a:spLocks noGrp="1"/>
          </p:cNvSpPr>
          <p:nvPr>
            <p:ph type="title"/>
          </p:nvPr>
        </p:nvSpPr>
        <p:spPr/>
        <p:txBody>
          <a:bodyPr/>
          <a:lstStyle/>
          <a:p>
            <a:r>
              <a:rPr lang="ru-RU" dirty="0"/>
              <a:t>Яка </a:t>
            </a:r>
            <a:r>
              <a:rPr lang="ru-RU" dirty="0" err="1"/>
              <a:t>політика</a:t>
            </a:r>
            <a:r>
              <a:rPr lang="ru-RU" dirty="0"/>
              <a:t>, на думку </a:t>
            </a:r>
            <a:r>
              <a:rPr lang="ru-RU" dirty="0" err="1"/>
              <a:t>вчених</a:t>
            </a:r>
            <a:r>
              <a:rPr lang="ru-RU" dirty="0"/>
              <a:t>,</a:t>
            </a:r>
            <a:endParaRPr lang="uk-UA" dirty="0"/>
          </a:p>
        </p:txBody>
      </p:sp>
      <p:sp>
        <p:nvSpPr>
          <p:cNvPr id="3" name="Місце для вмісту 2">
            <a:extLst>
              <a:ext uri="{FF2B5EF4-FFF2-40B4-BE49-F238E27FC236}">
                <a16:creationId xmlns:a16="http://schemas.microsoft.com/office/drawing/2014/main" id="{5F262897-644D-9DE9-DA29-1148FE47ADD0}"/>
              </a:ext>
            </a:extLst>
          </p:cNvPr>
          <p:cNvSpPr>
            <a:spLocks noGrp="1"/>
          </p:cNvSpPr>
          <p:nvPr>
            <p:ph sz="half" idx="1"/>
          </p:nvPr>
        </p:nvSpPr>
        <p:spPr/>
        <p:txBody>
          <a:bodyPr/>
          <a:lstStyle/>
          <a:p>
            <a:r>
              <a:rPr lang="ru-RU" i="1" dirty="0"/>
              <a:t>«...мала </a:t>
            </a:r>
            <a:r>
              <a:rPr lang="ru-RU" i="1" dirty="0" err="1"/>
              <a:t>зміцнити</a:t>
            </a:r>
            <a:r>
              <a:rPr lang="ru-RU" i="1" dirty="0"/>
              <a:t> </a:t>
            </a:r>
            <a:r>
              <a:rPr lang="ru-RU" i="1" dirty="0" err="1"/>
              <a:t>новоутворену</a:t>
            </a:r>
            <a:r>
              <a:rPr lang="ru-RU" i="1" dirty="0"/>
              <a:t> </a:t>
            </a:r>
            <a:r>
              <a:rPr lang="ru-RU" i="1" dirty="0" err="1"/>
              <a:t>державну</a:t>
            </a:r>
            <a:r>
              <a:rPr lang="ru-RU" i="1" dirty="0"/>
              <a:t> структуру – </a:t>
            </a:r>
            <a:r>
              <a:rPr lang="ru-RU" i="1" dirty="0" err="1"/>
              <a:t>Радянський</a:t>
            </a:r>
            <a:r>
              <a:rPr lang="ru-RU" i="1" dirty="0"/>
              <a:t> Союз: </a:t>
            </a:r>
            <a:r>
              <a:rPr lang="ru-RU" i="1" dirty="0" err="1"/>
              <a:t>наданням</a:t>
            </a:r>
            <a:r>
              <a:rPr lang="ru-RU" i="1" dirty="0"/>
              <a:t> прав «культурно-</a:t>
            </a:r>
            <a:r>
              <a:rPr lang="ru-RU" i="1" dirty="0" err="1"/>
              <a:t>національної</a:t>
            </a:r>
            <a:r>
              <a:rPr lang="ru-RU" i="1" dirty="0"/>
              <a:t> </a:t>
            </a:r>
            <a:r>
              <a:rPr lang="ru-RU" i="1" dirty="0" err="1"/>
              <a:t>автономії</a:t>
            </a:r>
            <a:r>
              <a:rPr lang="ru-RU" i="1" dirty="0"/>
              <a:t>», бодай </a:t>
            </a:r>
            <a:r>
              <a:rPr lang="ru-RU" i="1" dirty="0" err="1"/>
              <a:t>частково</a:t>
            </a:r>
            <a:r>
              <a:rPr lang="ru-RU" i="1" dirty="0"/>
              <a:t> </a:t>
            </a:r>
            <a:r>
              <a:rPr lang="ru-RU" i="1" dirty="0" err="1"/>
              <a:t>компенсувати</a:t>
            </a:r>
            <a:r>
              <a:rPr lang="ru-RU" i="1" dirty="0"/>
              <a:t> </a:t>
            </a:r>
            <a:r>
              <a:rPr lang="ru-RU" i="1" dirty="0" err="1"/>
              <a:t>республікам</a:t>
            </a:r>
            <a:r>
              <a:rPr lang="ru-RU" i="1" dirty="0"/>
              <a:t> </a:t>
            </a:r>
            <a:r>
              <a:rPr lang="ru-RU" i="1" dirty="0" err="1"/>
              <a:t>втрату</a:t>
            </a:r>
            <a:r>
              <a:rPr lang="ru-RU" i="1" dirty="0"/>
              <a:t> </a:t>
            </a:r>
            <a:r>
              <a:rPr lang="ru-RU" i="1" dirty="0" err="1"/>
              <a:t>політичного</a:t>
            </a:r>
            <a:r>
              <a:rPr lang="ru-RU" i="1" dirty="0"/>
              <a:t> </a:t>
            </a:r>
            <a:r>
              <a:rPr lang="ru-RU" i="1" dirty="0" err="1"/>
              <a:t>суверенітету</a:t>
            </a:r>
            <a:r>
              <a:rPr lang="ru-RU" i="1" dirty="0"/>
              <a:t>»</a:t>
            </a:r>
            <a:endParaRPr lang="uk-UA" i="1" dirty="0"/>
          </a:p>
        </p:txBody>
      </p:sp>
      <p:graphicFrame>
        <p:nvGraphicFramePr>
          <p:cNvPr id="5" name="Місце для вмісту 4">
            <a:extLst>
              <a:ext uri="{FF2B5EF4-FFF2-40B4-BE49-F238E27FC236}">
                <a16:creationId xmlns:a16="http://schemas.microsoft.com/office/drawing/2014/main" id="{F8A44578-BCA8-8CBD-2026-5A856E00E556}"/>
              </a:ext>
            </a:extLst>
          </p:cNvPr>
          <p:cNvGraphicFramePr>
            <a:graphicFrameLocks noGrp="1"/>
          </p:cNvGraphicFramePr>
          <p:nvPr>
            <p:ph sz="half" idx="2"/>
            <p:extLst>
              <p:ext uri="{D42A27DB-BD31-4B8C-83A1-F6EECF244321}">
                <p14:modId xmlns:p14="http://schemas.microsoft.com/office/powerpoint/2010/main" val="4175004801"/>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879999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187B9C4-6D20-AD79-A98E-10CD2DED07D3}"/>
              </a:ext>
            </a:extLst>
          </p:cNvPr>
          <p:cNvSpPr>
            <a:spLocks noGrp="1"/>
          </p:cNvSpPr>
          <p:nvPr>
            <p:ph type="title"/>
          </p:nvPr>
        </p:nvSpPr>
        <p:spPr/>
        <p:txBody>
          <a:bodyPr/>
          <a:lstStyle/>
          <a:p>
            <a:r>
              <a:rPr lang="ru-RU" dirty="0" err="1"/>
              <a:t>Упроваджуючи</a:t>
            </a:r>
            <a:r>
              <a:rPr lang="ru-RU" dirty="0"/>
              <a:t> на початку 1920-х </a:t>
            </a:r>
            <a:r>
              <a:rPr lang="ru-RU" dirty="0" err="1"/>
              <a:t>рр</a:t>
            </a:r>
            <a:r>
              <a:rPr lang="ru-RU" dirty="0"/>
              <a:t>. </a:t>
            </a:r>
            <a:r>
              <a:rPr lang="ru-RU" dirty="0" err="1"/>
              <a:t>політику</a:t>
            </a:r>
            <a:r>
              <a:rPr lang="ru-RU" dirty="0"/>
              <a:t> «</a:t>
            </a:r>
            <a:r>
              <a:rPr lang="ru-RU" dirty="0" err="1"/>
              <a:t>коренізації</a:t>
            </a:r>
            <a:r>
              <a:rPr lang="ru-RU" dirty="0"/>
              <a:t>», </a:t>
            </a:r>
            <a:r>
              <a:rPr lang="ru-RU" dirty="0" err="1"/>
              <a:t>партійно-радянське</a:t>
            </a:r>
            <a:r>
              <a:rPr lang="ru-RU" dirty="0"/>
              <a:t> </a:t>
            </a:r>
            <a:r>
              <a:rPr lang="ru-RU" dirty="0" err="1"/>
              <a:t>керівництво</a:t>
            </a:r>
            <a:r>
              <a:rPr lang="ru-RU" dirty="0"/>
              <a:t> СРСР мало на </a:t>
            </a:r>
            <a:r>
              <a:rPr lang="ru-RU" dirty="0" err="1"/>
              <a:t>меті</a:t>
            </a:r>
            <a:endParaRPr lang="uk-UA" dirty="0"/>
          </a:p>
        </p:txBody>
      </p:sp>
      <p:sp>
        <p:nvSpPr>
          <p:cNvPr id="3" name="Місце для вмісту 2">
            <a:extLst>
              <a:ext uri="{FF2B5EF4-FFF2-40B4-BE49-F238E27FC236}">
                <a16:creationId xmlns:a16="http://schemas.microsoft.com/office/drawing/2014/main" id="{2B54D96A-9D79-4DE1-6FE5-E108C4489908}"/>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A1869F16-1AE2-BB64-EB8C-B98452EA5C0C}"/>
              </a:ext>
            </a:extLst>
          </p:cNvPr>
          <p:cNvGraphicFramePr>
            <a:graphicFrameLocks noGrp="1"/>
          </p:cNvGraphicFramePr>
          <p:nvPr>
            <p:ph sz="half" idx="2"/>
            <p:extLst>
              <p:ext uri="{D42A27DB-BD31-4B8C-83A1-F6EECF244321}">
                <p14:modId xmlns:p14="http://schemas.microsoft.com/office/powerpoint/2010/main" val="2364595877"/>
              </p:ext>
            </p:extLst>
          </p:nvPr>
        </p:nvGraphicFramePr>
        <p:xfrm>
          <a:off x="6170613"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002091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802D7DD-9392-8BA9-FF1E-A0817F05B3A4}"/>
              </a:ext>
            </a:extLst>
          </p:cNvPr>
          <p:cNvSpPr>
            <a:spLocks noGrp="1"/>
          </p:cNvSpPr>
          <p:nvPr>
            <p:ph type="title"/>
          </p:nvPr>
        </p:nvSpPr>
        <p:spPr/>
        <p:txBody>
          <a:bodyPr>
            <a:normAutofit fontScale="90000"/>
          </a:bodyPr>
          <a:lstStyle/>
          <a:p>
            <a:r>
              <a:rPr lang="uk-UA" dirty="0"/>
              <a:t>Із якою метою партійно-радянське керівництво УСРР розповсюджувало     в 1920-х рр. зображені агітаційно-пропагандистські плакати?</a:t>
            </a:r>
          </a:p>
        </p:txBody>
      </p:sp>
      <p:graphicFrame>
        <p:nvGraphicFramePr>
          <p:cNvPr id="5" name="Місце для вмісту 4">
            <a:extLst>
              <a:ext uri="{FF2B5EF4-FFF2-40B4-BE49-F238E27FC236}">
                <a16:creationId xmlns:a16="http://schemas.microsoft.com/office/drawing/2014/main" id="{7211464B-162C-3112-5183-61DDE96EC654}"/>
              </a:ext>
            </a:extLst>
          </p:cNvPr>
          <p:cNvGraphicFramePr>
            <a:graphicFrameLocks noGrp="1"/>
          </p:cNvGraphicFramePr>
          <p:nvPr>
            <p:ph sz="half" idx="2"/>
            <p:extLst>
              <p:ext uri="{D42A27DB-BD31-4B8C-83A1-F6EECF244321}">
                <p14:modId xmlns:p14="http://schemas.microsoft.com/office/powerpoint/2010/main" val="1679917929"/>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146" name="Picture 2">
            <a:extLst>
              <a:ext uri="{FF2B5EF4-FFF2-40B4-BE49-F238E27FC236}">
                <a16:creationId xmlns:a16="http://schemas.microsoft.com/office/drawing/2014/main" id="{C8FDF820-2182-4A3B-D348-D2FC9A12DCDB}"/>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337382" y="2667000"/>
            <a:ext cx="4484861"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07840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88E6F12-18B9-7FF0-4DA8-BD2EF3BBC197}"/>
              </a:ext>
            </a:extLst>
          </p:cNvPr>
          <p:cNvSpPr>
            <a:spLocks noGrp="1"/>
          </p:cNvSpPr>
          <p:nvPr>
            <p:ph type="title"/>
          </p:nvPr>
        </p:nvSpPr>
        <p:spPr/>
        <p:txBody>
          <a:bodyPr>
            <a:normAutofit fontScale="90000"/>
          </a:bodyPr>
          <a:lstStyle/>
          <a:p>
            <a:r>
              <a:rPr lang="ru-RU" dirty="0" err="1"/>
              <a:t>Яких</a:t>
            </a:r>
            <a:r>
              <a:rPr lang="ru-RU" dirty="0"/>
              <a:t> </a:t>
            </a:r>
            <a:r>
              <a:rPr lang="ru-RU" dirty="0" err="1"/>
              <a:t>заходів</a:t>
            </a:r>
            <a:r>
              <a:rPr lang="ru-RU" dirty="0"/>
              <a:t> </a:t>
            </a:r>
            <a:r>
              <a:rPr lang="ru-RU" dirty="0" err="1"/>
              <a:t>уживало</a:t>
            </a:r>
            <a:r>
              <a:rPr lang="ru-RU" dirty="0"/>
              <a:t> </a:t>
            </a:r>
            <a:r>
              <a:rPr lang="ru-RU" dirty="0" err="1"/>
              <a:t>компартійно-радянське</a:t>
            </a:r>
            <a:r>
              <a:rPr lang="ru-RU" dirty="0"/>
              <a:t> </a:t>
            </a:r>
            <a:r>
              <a:rPr lang="ru-RU" dirty="0" err="1"/>
              <a:t>керівництво</a:t>
            </a:r>
            <a:r>
              <a:rPr lang="ru-RU" dirty="0"/>
              <a:t> УСРР у </a:t>
            </a:r>
            <a:r>
              <a:rPr lang="ru-RU" dirty="0" err="1"/>
              <a:t>галузі</a:t>
            </a:r>
            <a:r>
              <a:rPr lang="ru-RU" dirty="0"/>
              <a:t> </a:t>
            </a:r>
            <a:r>
              <a:rPr lang="ru-RU" dirty="0" err="1"/>
              <a:t>сільського</a:t>
            </a:r>
            <a:r>
              <a:rPr lang="ru-RU" dirty="0"/>
              <a:t> </a:t>
            </a:r>
            <a:r>
              <a:rPr lang="ru-RU" dirty="0" err="1"/>
              <a:t>господарства</a:t>
            </a:r>
            <a:r>
              <a:rPr lang="ru-RU" dirty="0"/>
              <a:t> </a:t>
            </a:r>
            <a:r>
              <a:rPr lang="ru-RU" dirty="0" err="1"/>
              <a:t>республіки</a:t>
            </a:r>
            <a:r>
              <a:rPr lang="ru-RU" dirty="0"/>
              <a:t> </a:t>
            </a:r>
            <a:r>
              <a:rPr lang="ru-RU" dirty="0" err="1"/>
              <a:t>впродовж</a:t>
            </a:r>
            <a:r>
              <a:rPr lang="ru-RU" dirty="0"/>
              <a:t> 1921–1928 </a:t>
            </a:r>
            <a:r>
              <a:rPr lang="ru-RU" dirty="0" err="1"/>
              <a:t>рр</a:t>
            </a:r>
            <a:r>
              <a:rPr lang="ru-RU" dirty="0"/>
              <a:t>.?</a:t>
            </a:r>
            <a:endParaRPr lang="uk-UA" dirty="0"/>
          </a:p>
        </p:txBody>
      </p:sp>
      <p:graphicFrame>
        <p:nvGraphicFramePr>
          <p:cNvPr id="5" name="Місце для вмісту 4">
            <a:extLst>
              <a:ext uri="{FF2B5EF4-FFF2-40B4-BE49-F238E27FC236}">
                <a16:creationId xmlns:a16="http://schemas.microsoft.com/office/drawing/2014/main" id="{A7C6C0A7-ACDE-F455-44EB-F225F45AA7C5}"/>
              </a:ext>
            </a:extLst>
          </p:cNvPr>
          <p:cNvGraphicFramePr>
            <a:graphicFrameLocks noGrp="1"/>
          </p:cNvGraphicFramePr>
          <p:nvPr>
            <p:ph sz="half" idx="1"/>
            <p:extLst>
              <p:ext uri="{D42A27DB-BD31-4B8C-83A1-F6EECF244321}">
                <p14:modId xmlns:p14="http://schemas.microsoft.com/office/powerpoint/2010/main" val="2499139434"/>
              </p:ext>
            </p:extLst>
          </p:nvPr>
        </p:nvGraphicFramePr>
        <p:xfrm>
          <a:off x="1141413"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EF861ECF-0CA9-5E32-B3D6-C0CE59890D89}"/>
              </a:ext>
            </a:extLst>
          </p:cNvPr>
          <p:cNvGraphicFramePr>
            <a:graphicFrameLocks noGrp="1"/>
          </p:cNvGraphicFramePr>
          <p:nvPr>
            <p:ph sz="half" idx="2"/>
            <p:extLst>
              <p:ext uri="{D42A27DB-BD31-4B8C-83A1-F6EECF244321}">
                <p14:modId xmlns:p14="http://schemas.microsoft.com/office/powerpoint/2010/main" val="1687415745"/>
              </p:ext>
            </p:extLst>
          </p:nvPr>
        </p:nvGraphicFramePr>
        <p:xfrm>
          <a:off x="6170613" y="2667000"/>
          <a:ext cx="4876800" cy="31242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5766564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F20D1D0-527B-A88C-0CE4-64A63675F67D}"/>
              </a:ext>
            </a:extLst>
          </p:cNvPr>
          <p:cNvSpPr>
            <a:spLocks noGrp="1"/>
          </p:cNvSpPr>
          <p:nvPr>
            <p:ph type="title"/>
          </p:nvPr>
        </p:nvSpPr>
        <p:spPr/>
        <p:txBody>
          <a:bodyPr/>
          <a:lstStyle/>
          <a:p>
            <a:r>
              <a:rPr lang="ru-RU" dirty="0" err="1"/>
              <a:t>Що</a:t>
            </a:r>
            <a:r>
              <a:rPr lang="ru-RU" dirty="0"/>
              <a:t> </a:t>
            </a:r>
            <a:r>
              <a:rPr lang="ru-RU" dirty="0" err="1"/>
              <a:t>було</a:t>
            </a:r>
            <a:r>
              <a:rPr lang="ru-RU" dirty="0"/>
              <a:t> </a:t>
            </a:r>
            <a:r>
              <a:rPr lang="ru-RU" dirty="0" err="1"/>
              <a:t>характерним</a:t>
            </a:r>
            <a:r>
              <a:rPr lang="ru-RU" dirty="0"/>
              <a:t> для </a:t>
            </a:r>
            <a:r>
              <a:rPr lang="ru-RU" dirty="0" err="1"/>
              <a:t>соціально-економічного</a:t>
            </a:r>
            <a:r>
              <a:rPr lang="ru-RU" dirty="0"/>
              <a:t> </a:t>
            </a:r>
            <a:r>
              <a:rPr lang="ru-RU" dirty="0" err="1"/>
              <a:t>життя</a:t>
            </a:r>
            <a:r>
              <a:rPr lang="ru-RU" dirty="0"/>
              <a:t> в УСРР </a:t>
            </a:r>
            <a:r>
              <a:rPr lang="ru-RU" dirty="0" err="1"/>
              <a:t>періоду</a:t>
            </a:r>
            <a:r>
              <a:rPr lang="ru-RU" dirty="0"/>
              <a:t> </a:t>
            </a:r>
            <a:r>
              <a:rPr lang="ru-RU" dirty="0" err="1"/>
              <a:t>нової</a:t>
            </a:r>
            <a:r>
              <a:rPr lang="ru-RU" dirty="0"/>
              <a:t> </a:t>
            </a:r>
            <a:r>
              <a:rPr lang="ru-RU" dirty="0" err="1"/>
              <a:t>економічної</a:t>
            </a:r>
            <a:r>
              <a:rPr lang="ru-RU" dirty="0"/>
              <a:t> </a:t>
            </a:r>
            <a:r>
              <a:rPr lang="ru-RU" dirty="0" err="1"/>
              <a:t>політики</a:t>
            </a:r>
            <a:r>
              <a:rPr lang="ru-RU" dirty="0"/>
              <a:t>?</a:t>
            </a:r>
            <a:endParaRPr lang="uk-UA" dirty="0"/>
          </a:p>
        </p:txBody>
      </p:sp>
      <p:sp>
        <p:nvSpPr>
          <p:cNvPr id="3" name="Місце для вмісту 2">
            <a:extLst>
              <a:ext uri="{FF2B5EF4-FFF2-40B4-BE49-F238E27FC236}">
                <a16:creationId xmlns:a16="http://schemas.microsoft.com/office/drawing/2014/main" id="{700B7B32-C411-4914-3134-F76324BF223D}"/>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6DFEDCB0-FB14-707C-AD80-D4FF4FAF1E7A}"/>
              </a:ext>
            </a:extLst>
          </p:cNvPr>
          <p:cNvGraphicFramePr>
            <a:graphicFrameLocks noGrp="1"/>
          </p:cNvGraphicFramePr>
          <p:nvPr>
            <p:ph sz="half" idx="2"/>
            <p:extLst>
              <p:ext uri="{D42A27DB-BD31-4B8C-83A1-F6EECF244321}">
                <p14:modId xmlns:p14="http://schemas.microsoft.com/office/powerpoint/2010/main" val="3123067910"/>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462727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4288233-EA77-B503-CDB5-B18E037CCA7F}"/>
              </a:ext>
            </a:extLst>
          </p:cNvPr>
          <p:cNvSpPr>
            <a:spLocks noGrp="1"/>
          </p:cNvSpPr>
          <p:nvPr>
            <p:ph type="title"/>
          </p:nvPr>
        </p:nvSpPr>
        <p:spPr/>
        <p:txBody>
          <a:bodyPr>
            <a:normAutofit/>
          </a:bodyPr>
          <a:lstStyle/>
          <a:p>
            <a:r>
              <a:rPr lang="ru-RU" dirty="0" err="1"/>
              <a:t>Таке</a:t>
            </a:r>
            <a:r>
              <a:rPr lang="ru-RU" dirty="0"/>
              <a:t> </a:t>
            </a:r>
            <a:r>
              <a:rPr lang="ru-RU" dirty="0" err="1"/>
              <a:t>співвідношення</a:t>
            </a:r>
            <a:r>
              <a:rPr lang="ru-RU" dirty="0"/>
              <a:t> </a:t>
            </a:r>
            <a:r>
              <a:rPr lang="ru-RU" dirty="0" err="1"/>
              <a:t>між</a:t>
            </a:r>
            <a:r>
              <a:rPr lang="ru-RU" dirty="0"/>
              <a:t> формами </a:t>
            </a:r>
            <a:r>
              <a:rPr lang="ru-RU" dirty="0" err="1"/>
              <a:t>власності</a:t>
            </a:r>
            <a:r>
              <a:rPr lang="ru-RU" dirty="0"/>
              <a:t> й </a:t>
            </a:r>
            <a:r>
              <a:rPr lang="ru-RU" dirty="0" err="1"/>
              <a:t>галузями</a:t>
            </a:r>
            <a:r>
              <a:rPr lang="ru-RU" dirty="0"/>
              <a:t> </a:t>
            </a:r>
            <a:r>
              <a:rPr lang="ru-RU" dirty="0" err="1"/>
              <a:t>промисловості</a:t>
            </a:r>
            <a:r>
              <a:rPr lang="ru-RU" dirty="0"/>
              <a:t> </a:t>
            </a:r>
            <a:r>
              <a:rPr lang="ru-RU" dirty="0" err="1"/>
              <a:t>характерне</a:t>
            </a:r>
            <a:r>
              <a:rPr lang="ru-RU" dirty="0"/>
              <a:t> для </a:t>
            </a:r>
            <a:r>
              <a:rPr lang="ru-RU" dirty="0" err="1"/>
              <a:t>періоду</a:t>
            </a:r>
            <a:endParaRPr lang="uk-UA" dirty="0"/>
          </a:p>
        </p:txBody>
      </p:sp>
      <p:graphicFrame>
        <p:nvGraphicFramePr>
          <p:cNvPr id="5" name="Місце для вмісту 4">
            <a:extLst>
              <a:ext uri="{FF2B5EF4-FFF2-40B4-BE49-F238E27FC236}">
                <a16:creationId xmlns:a16="http://schemas.microsoft.com/office/drawing/2014/main" id="{26592352-43A1-7991-50C7-F0BAADE11976}"/>
              </a:ext>
            </a:extLst>
          </p:cNvPr>
          <p:cNvGraphicFramePr>
            <a:graphicFrameLocks noGrp="1"/>
          </p:cNvGraphicFramePr>
          <p:nvPr>
            <p:ph sz="half" idx="2"/>
            <p:extLst>
              <p:ext uri="{D42A27DB-BD31-4B8C-83A1-F6EECF244321}">
                <p14:modId xmlns:p14="http://schemas.microsoft.com/office/powerpoint/2010/main" val="2513147836"/>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9218" name="Picture 2">
            <a:extLst>
              <a:ext uri="{FF2B5EF4-FFF2-40B4-BE49-F238E27FC236}">
                <a16:creationId xmlns:a16="http://schemas.microsoft.com/office/drawing/2014/main" id="{862758C1-38CD-D186-22E6-3961B6553FAA}"/>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141413" y="3033892"/>
            <a:ext cx="4876800" cy="2390416"/>
          </a:xfrm>
          <a:prstGeom prst="rect">
            <a:avLst/>
          </a:prstGeom>
          <a:noFill/>
          <a:extLst>
            <a:ext uri="{909E8E84-426E-40DD-AFC4-6F175D3DCCD1}">
              <a14:hiddenFill xmlns:a14="http://schemas.microsoft.com/office/drawing/2010/main">
                <a:solidFill>
                  <a:srgbClr val="FFFFFF"/>
                </a:solidFill>
              </a14:hiddenFill>
            </a:ext>
          </a:extLst>
        </p:spPr>
      </p:pic>
      <p:sp>
        <p:nvSpPr>
          <p:cNvPr id="6" name="Заголовок 1">
            <a:extLst>
              <a:ext uri="{FF2B5EF4-FFF2-40B4-BE49-F238E27FC236}">
                <a16:creationId xmlns:a16="http://schemas.microsoft.com/office/drawing/2014/main" id="{8C256437-1883-7607-8303-2564E8E734C0}"/>
              </a:ext>
            </a:extLst>
          </p:cNvPr>
          <p:cNvSpPr txBox="1">
            <a:spLocks/>
          </p:cNvSpPr>
          <p:nvPr/>
        </p:nvSpPr>
        <p:spPr>
          <a:xfrm>
            <a:off x="1065214" y="4895757"/>
            <a:ext cx="9905998" cy="1905000"/>
          </a:xfrm>
          <a:prstGeom prst="rect">
            <a:avLst/>
          </a:prstGeom>
        </p:spPr>
        <p:txBody>
          <a:bodyPr vert="horz" lIns="91440" tIns="45720" rIns="91440" bIns="45720" rtlCol="0" anchor="ctr">
            <a:normAutofit/>
          </a:bodyPr>
          <a:lstStyle>
            <a:lvl1pPr algn="l" defTabSz="457200" rtl="0" eaLnBrk="1" latinLnBrk="0" hangingPunct="1">
              <a:spcBef>
                <a:spcPct val="0"/>
              </a:spcBef>
              <a:buNone/>
              <a:defRPr sz="3200" kern="1200" cap="all">
                <a:ln w="3175" cmpd="sng">
                  <a:noFill/>
                </a:ln>
                <a:solidFill>
                  <a:schemeClr val="accent1"/>
                </a:soli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ru-RU" dirty="0" err="1">
                <a:solidFill>
                  <a:schemeClr val="tx2"/>
                </a:solidFill>
              </a:rPr>
              <a:t>Далі</a:t>
            </a:r>
            <a:r>
              <a:rPr lang="ru-RU" dirty="0">
                <a:solidFill>
                  <a:schemeClr val="tx2"/>
                </a:solidFill>
              </a:rPr>
              <a:t> </a:t>
            </a:r>
            <a:r>
              <a:rPr lang="ru-RU" dirty="0" err="1">
                <a:solidFill>
                  <a:schemeClr val="tx2"/>
                </a:solidFill>
              </a:rPr>
              <a:t>більша</a:t>
            </a:r>
            <a:endParaRPr lang="uk-UA" dirty="0">
              <a:solidFill>
                <a:schemeClr val="tx2"/>
              </a:solidFill>
            </a:endParaRPr>
          </a:p>
        </p:txBody>
      </p:sp>
    </p:spTree>
    <p:extLst>
      <p:ext uri="{BB962C8B-B14F-4D97-AF65-F5344CB8AC3E}">
        <p14:creationId xmlns:p14="http://schemas.microsoft.com/office/powerpoint/2010/main" val="19031978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a:extLst>
              <a:ext uri="{FF2B5EF4-FFF2-40B4-BE49-F238E27FC236}">
                <a16:creationId xmlns:a16="http://schemas.microsoft.com/office/drawing/2014/main" id="{C00E27E3-2B21-6FD1-A00B-6A52E78120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38496"/>
            <a:ext cx="12202127" cy="5981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67805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D9E573-40E2-B9B3-3424-4DCBDB838C94}"/>
              </a:ext>
            </a:extLst>
          </p:cNvPr>
          <p:cNvSpPr>
            <a:spLocks noGrp="1"/>
          </p:cNvSpPr>
          <p:nvPr>
            <p:ph type="title"/>
          </p:nvPr>
        </p:nvSpPr>
        <p:spPr/>
        <p:txBody>
          <a:bodyPr/>
          <a:lstStyle/>
          <a:p>
            <a:r>
              <a:rPr lang="ru-RU" dirty="0" err="1"/>
              <a:t>Ліквідація</a:t>
            </a:r>
            <a:r>
              <a:rPr lang="ru-RU" dirty="0"/>
              <a:t> </a:t>
            </a:r>
            <a:r>
              <a:rPr lang="ru-RU" dirty="0" err="1"/>
              <a:t>українських</a:t>
            </a:r>
            <a:r>
              <a:rPr lang="ru-RU" dirty="0"/>
              <a:t> </a:t>
            </a:r>
            <a:r>
              <a:rPr lang="ru-RU" dirty="0" err="1"/>
              <a:t>комуністичних</a:t>
            </a:r>
            <a:r>
              <a:rPr lang="ru-RU" dirty="0"/>
              <a:t> </a:t>
            </a:r>
            <a:r>
              <a:rPr lang="ru-RU" dirty="0" err="1"/>
              <a:t>партій</a:t>
            </a:r>
            <a:r>
              <a:rPr lang="ru-RU" dirty="0"/>
              <a:t> в УСРР</a:t>
            </a:r>
            <a:endParaRPr lang="uk-UA" dirty="0"/>
          </a:p>
        </p:txBody>
      </p:sp>
      <p:sp>
        <p:nvSpPr>
          <p:cNvPr id="3" name="Місце для вмісту 2">
            <a:extLst>
              <a:ext uri="{FF2B5EF4-FFF2-40B4-BE49-F238E27FC236}">
                <a16:creationId xmlns:a16="http://schemas.microsoft.com/office/drawing/2014/main" id="{137796CF-545E-1D48-60DD-421C31A7991E}"/>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B24015AC-6EB4-EC8C-4527-25DA072405A7}"/>
              </a:ext>
            </a:extLst>
          </p:cNvPr>
          <p:cNvGraphicFramePr>
            <a:graphicFrameLocks noGrp="1"/>
          </p:cNvGraphicFramePr>
          <p:nvPr>
            <p:ph sz="half" idx="2"/>
            <p:extLst>
              <p:ext uri="{D42A27DB-BD31-4B8C-83A1-F6EECF244321}">
                <p14:modId xmlns:p14="http://schemas.microsoft.com/office/powerpoint/2010/main" val="4140387416"/>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65336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92CDF4-9E9B-0783-A7D2-3010FD116811}"/>
              </a:ext>
            </a:extLst>
          </p:cNvPr>
          <p:cNvSpPr>
            <a:spLocks noGrp="1"/>
          </p:cNvSpPr>
          <p:nvPr>
            <p:ph type="title"/>
          </p:nvPr>
        </p:nvSpPr>
        <p:spPr/>
        <p:txBody>
          <a:bodyPr/>
          <a:lstStyle/>
          <a:p>
            <a:r>
              <a:rPr lang="ru-RU" dirty="0"/>
              <a:t>В </a:t>
            </a:r>
            <a:r>
              <a:rPr lang="ru-RU" dirty="0" err="1"/>
              <a:t>умовах</a:t>
            </a:r>
            <a:r>
              <a:rPr lang="ru-RU" dirty="0"/>
              <a:t> </a:t>
            </a:r>
            <a:r>
              <a:rPr lang="ru-RU" dirty="0" err="1"/>
              <a:t>нової</a:t>
            </a:r>
            <a:r>
              <a:rPr lang="ru-RU" dirty="0"/>
              <a:t> </a:t>
            </a:r>
            <a:r>
              <a:rPr lang="ru-RU" dirty="0" err="1"/>
              <a:t>економічної</a:t>
            </a:r>
            <a:r>
              <a:rPr lang="ru-RU" dirty="0"/>
              <a:t> </a:t>
            </a:r>
            <a:r>
              <a:rPr lang="ru-RU" dirty="0" err="1"/>
              <a:t>політики</a:t>
            </a:r>
            <a:r>
              <a:rPr lang="ru-RU" dirty="0"/>
              <a:t>, за словами В. </a:t>
            </a:r>
            <a:r>
              <a:rPr lang="ru-RU" dirty="0" err="1"/>
              <a:t>Леніна</a:t>
            </a:r>
            <a:endParaRPr lang="uk-UA" dirty="0"/>
          </a:p>
        </p:txBody>
      </p:sp>
      <p:sp>
        <p:nvSpPr>
          <p:cNvPr id="3" name="Місце для вмісту 2">
            <a:extLst>
              <a:ext uri="{FF2B5EF4-FFF2-40B4-BE49-F238E27FC236}">
                <a16:creationId xmlns:a16="http://schemas.microsoft.com/office/drawing/2014/main" id="{1B7E7457-4CA6-24B5-FF18-BADDAE6851F4}"/>
              </a:ext>
            </a:extLst>
          </p:cNvPr>
          <p:cNvSpPr>
            <a:spLocks noGrp="1"/>
          </p:cNvSpPr>
          <p:nvPr>
            <p:ph sz="half" idx="1"/>
          </p:nvPr>
        </p:nvSpPr>
        <p:spPr/>
        <p:txBody>
          <a:bodyPr/>
          <a:lstStyle/>
          <a:p>
            <a:r>
              <a:rPr lang="ru-RU" i="1" dirty="0"/>
              <a:t> «…</a:t>
            </a:r>
            <a:r>
              <a:rPr lang="ru-RU" i="1" dirty="0" err="1"/>
              <a:t>можливість</a:t>
            </a:r>
            <a:r>
              <a:rPr lang="ru-RU" i="1" dirty="0"/>
              <a:t> переходу селянства до </a:t>
            </a:r>
            <a:r>
              <a:rPr lang="ru-RU" i="1" dirty="0" err="1"/>
              <a:t>соціалізму</a:t>
            </a:r>
            <a:r>
              <a:rPr lang="ru-RU" i="1" dirty="0"/>
              <a:t> </a:t>
            </a:r>
            <a:r>
              <a:rPr lang="ru-RU" i="1" dirty="0" err="1"/>
              <a:t>більш</a:t>
            </a:r>
            <a:r>
              <a:rPr lang="ru-RU" i="1" dirty="0"/>
              <a:t> простим, легким і </a:t>
            </a:r>
            <a:r>
              <a:rPr lang="ru-RU" i="1" dirty="0" err="1"/>
              <a:t>доступним</a:t>
            </a:r>
            <a:r>
              <a:rPr lang="ru-RU" i="1" dirty="0"/>
              <a:t> для селянина шляхом»</a:t>
            </a:r>
            <a:endParaRPr lang="uk-UA" i="1" dirty="0"/>
          </a:p>
        </p:txBody>
      </p:sp>
      <p:graphicFrame>
        <p:nvGraphicFramePr>
          <p:cNvPr id="5" name="Місце для вмісту 4">
            <a:extLst>
              <a:ext uri="{FF2B5EF4-FFF2-40B4-BE49-F238E27FC236}">
                <a16:creationId xmlns:a16="http://schemas.microsoft.com/office/drawing/2014/main" id="{E438D231-358B-ACB0-756E-EEEF384B1387}"/>
              </a:ext>
            </a:extLst>
          </p:cNvPr>
          <p:cNvGraphicFramePr>
            <a:graphicFrameLocks noGrp="1"/>
          </p:cNvGraphicFramePr>
          <p:nvPr>
            <p:ph sz="half" idx="2"/>
            <p:extLst>
              <p:ext uri="{D42A27DB-BD31-4B8C-83A1-F6EECF244321}">
                <p14:modId xmlns:p14="http://schemas.microsoft.com/office/powerpoint/2010/main" val="3048988470"/>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612928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60974EC-C842-C5BB-1BE9-EC2B971A51E0}"/>
              </a:ext>
            </a:extLst>
          </p:cNvPr>
          <p:cNvSpPr>
            <a:spLocks noGrp="1"/>
          </p:cNvSpPr>
          <p:nvPr>
            <p:ph type="title"/>
          </p:nvPr>
        </p:nvSpPr>
        <p:spPr/>
        <p:txBody>
          <a:bodyPr/>
          <a:lstStyle/>
          <a:p>
            <a:r>
              <a:rPr lang="ru-RU" dirty="0" err="1"/>
              <a:t>Укажіть</a:t>
            </a:r>
            <a:r>
              <a:rPr lang="ru-RU" dirty="0"/>
              <a:t> заходи </a:t>
            </a:r>
            <a:r>
              <a:rPr lang="ru-RU" dirty="0" err="1"/>
              <a:t>непу</a:t>
            </a:r>
            <a:r>
              <a:rPr lang="ru-RU" dirty="0"/>
              <a:t> в </a:t>
            </a:r>
            <a:r>
              <a:rPr lang="ru-RU" dirty="0" err="1"/>
              <a:t>Українській</a:t>
            </a:r>
            <a:r>
              <a:rPr lang="ru-RU" dirty="0"/>
              <a:t> СРР.</a:t>
            </a:r>
            <a:endParaRPr lang="uk-UA" dirty="0"/>
          </a:p>
        </p:txBody>
      </p:sp>
      <p:graphicFrame>
        <p:nvGraphicFramePr>
          <p:cNvPr id="5" name="Місце для вмісту 4">
            <a:extLst>
              <a:ext uri="{FF2B5EF4-FFF2-40B4-BE49-F238E27FC236}">
                <a16:creationId xmlns:a16="http://schemas.microsoft.com/office/drawing/2014/main" id="{2DCD7D38-BBFA-A125-DA10-99A5A2C822CA}"/>
              </a:ext>
            </a:extLst>
          </p:cNvPr>
          <p:cNvGraphicFramePr>
            <a:graphicFrameLocks noGrp="1"/>
          </p:cNvGraphicFramePr>
          <p:nvPr>
            <p:ph sz="half" idx="1"/>
            <p:extLst>
              <p:ext uri="{D42A27DB-BD31-4B8C-83A1-F6EECF244321}">
                <p14:modId xmlns:p14="http://schemas.microsoft.com/office/powerpoint/2010/main" val="3248101682"/>
              </p:ext>
            </p:extLst>
          </p:nvPr>
        </p:nvGraphicFramePr>
        <p:xfrm>
          <a:off x="1141412" y="2666999"/>
          <a:ext cx="4876800" cy="31242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736D4B77-DE3B-3A2C-7447-1DC5088E2A09}"/>
              </a:ext>
            </a:extLst>
          </p:cNvPr>
          <p:cNvGraphicFramePr>
            <a:graphicFrameLocks noGrp="1"/>
          </p:cNvGraphicFramePr>
          <p:nvPr>
            <p:ph sz="half" idx="2"/>
            <p:extLst>
              <p:ext uri="{D42A27DB-BD31-4B8C-83A1-F6EECF244321}">
                <p14:modId xmlns:p14="http://schemas.microsoft.com/office/powerpoint/2010/main" val="2438462773"/>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6209219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4DEB55-4E06-CF42-3B97-9D1988D6701E}"/>
              </a:ext>
            </a:extLst>
          </p:cNvPr>
          <p:cNvSpPr>
            <a:spLocks noGrp="1"/>
          </p:cNvSpPr>
          <p:nvPr>
            <p:ph type="title"/>
          </p:nvPr>
        </p:nvSpPr>
        <p:spPr/>
        <p:txBody>
          <a:bodyPr/>
          <a:lstStyle/>
          <a:p>
            <a:r>
              <a:rPr lang="ru-RU" dirty="0" err="1"/>
              <a:t>Установіть</a:t>
            </a:r>
            <a:r>
              <a:rPr lang="ru-RU" dirty="0"/>
              <a:t> </a:t>
            </a:r>
            <a:r>
              <a:rPr lang="ru-RU" dirty="0" err="1"/>
              <a:t>відповідність</a:t>
            </a:r>
            <a:r>
              <a:rPr lang="ru-RU" dirty="0"/>
              <a:t> </a:t>
            </a:r>
            <a:r>
              <a:rPr lang="ru-RU" dirty="0" err="1"/>
              <a:t>між</a:t>
            </a:r>
            <a:r>
              <a:rPr lang="ru-RU" dirty="0"/>
              <a:t> </a:t>
            </a:r>
            <a:r>
              <a:rPr lang="ru-RU" dirty="0" err="1"/>
              <a:t>подією</a:t>
            </a:r>
            <a:r>
              <a:rPr lang="ru-RU" dirty="0"/>
              <a:t> та роком, коли вона </a:t>
            </a:r>
            <a:r>
              <a:rPr lang="ru-RU" dirty="0" err="1"/>
              <a:t>відбулася</a:t>
            </a:r>
            <a:r>
              <a:rPr lang="ru-RU" dirty="0"/>
              <a:t>.</a:t>
            </a:r>
            <a:endParaRPr lang="uk-UA" dirty="0"/>
          </a:p>
        </p:txBody>
      </p:sp>
      <p:graphicFrame>
        <p:nvGraphicFramePr>
          <p:cNvPr id="5" name="Місце для вмісту 4">
            <a:extLst>
              <a:ext uri="{FF2B5EF4-FFF2-40B4-BE49-F238E27FC236}">
                <a16:creationId xmlns:a16="http://schemas.microsoft.com/office/drawing/2014/main" id="{A28A13DE-718D-4F04-F531-69D37E1950CC}"/>
              </a:ext>
            </a:extLst>
          </p:cNvPr>
          <p:cNvGraphicFramePr>
            <a:graphicFrameLocks noGrp="1"/>
          </p:cNvGraphicFramePr>
          <p:nvPr>
            <p:ph sz="half" idx="1"/>
            <p:extLst>
              <p:ext uri="{D42A27DB-BD31-4B8C-83A1-F6EECF244321}">
                <p14:modId xmlns:p14="http://schemas.microsoft.com/office/powerpoint/2010/main" val="3975243920"/>
              </p:ext>
            </p:extLst>
          </p:nvPr>
        </p:nvGraphicFramePr>
        <p:xfrm>
          <a:off x="1141413"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DD4C0234-89D6-2DCD-97E8-CB8431CB0099}"/>
              </a:ext>
            </a:extLst>
          </p:cNvPr>
          <p:cNvGraphicFramePr>
            <a:graphicFrameLocks noGrp="1"/>
          </p:cNvGraphicFramePr>
          <p:nvPr>
            <p:ph sz="half" idx="2"/>
            <p:extLst>
              <p:ext uri="{D42A27DB-BD31-4B8C-83A1-F6EECF244321}">
                <p14:modId xmlns:p14="http://schemas.microsoft.com/office/powerpoint/2010/main" val="2035591662"/>
              </p:ext>
            </p:extLst>
          </p:nvPr>
        </p:nvGraphicFramePr>
        <p:xfrm>
          <a:off x="6170613" y="2667000"/>
          <a:ext cx="4876800" cy="31242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9891148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F460E78-3607-48F0-3DCA-537878111225}"/>
              </a:ext>
            </a:extLst>
          </p:cNvPr>
          <p:cNvSpPr>
            <a:spLocks noGrp="1"/>
          </p:cNvSpPr>
          <p:nvPr>
            <p:ph type="title"/>
          </p:nvPr>
        </p:nvSpPr>
        <p:spPr/>
        <p:txBody>
          <a:bodyPr>
            <a:normAutofit fontScale="90000"/>
          </a:bodyPr>
          <a:lstStyle/>
          <a:p>
            <a:r>
              <a:rPr lang="ru-RU" dirty="0" err="1"/>
              <a:t>Укажіть</a:t>
            </a:r>
            <a:r>
              <a:rPr lang="ru-RU" dirty="0"/>
              <a:t> одну з причин </a:t>
            </a:r>
            <a:r>
              <a:rPr lang="ru-RU" dirty="0" err="1"/>
              <a:t>згасання</a:t>
            </a:r>
            <a:r>
              <a:rPr lang="ru-RU" dirty="0"/>
              <a:t> </a:t>
            </a:r>
            <a:r>
              <a:rPr lang="ru-RU" dirty="0" err="1"/>
              <a:t>антирадянського</a:t>
            </a:r>
            <a:r>
              <a:rPr lang="ru-RU" dirty="0"/>
              <a:t> </a:t>
            </a:r>
            <a:r>
              <a:rPr lang="ru-RU" dirty="0" err="1"/>
              <a:t>селянського</a:t>
            </a:r>
            <a:r>
              <a:rPr lang="ru-RU" dirty="0"/>
              <a:t> </a:t>
            </a:r>
            <a:r>
              <a:rPr lang="ru-RU" dirty="0" err="1"/>
              <a:t>повстанського</a:t>
            </a:r>
            <a:r>
              <a:rPr lang="ru-RU" dirty="0"/>
              <a:t> руху в УСРР на початку 1920-х </a:t>
            </a:r>
            <a:r>
              <a:rPr lang="ru-RU" dirty="0" err="1"/>
              <a:t>рр</a:t>
            </a:r>
            <a:r>
              <a:rPr lang="ru-RU" dirty="0"/>
              <a:t>.</a:t>
            </a:r>
            <a:endParaRPr lang="uk-UA" dirty="0"/>
          </a:p>
        </p:txBody>
      </p:sp>
      <p:sp>
        <p:nvSpPr>
          <p:cNvPr id="3" name="Місце для вмісту 2">
            <a:extLst>
              <a:ext uri="{FF2B5EF4-FFF2-40B4-BE49-F238E27FC236}">
                <a16:creationId xmlns:a16="http://schemas.microsoft.com/office/drawing/2014/main" id="{D16850C4-3010-DD30-69A9-0C89165734A3}"/>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6B8F9159-4A3B-96BD-2510-B440C706D129}"/>
              </a:ext>
            </a:extLst>
          </p:cNvPr>
          <p:cNvGraphicFramePr>
            <a:graphicFrameLocks noGrp="1"/>
          </p:cNvGraphicFramePr>
          <p:nvPr>
            <p:ph sz="half" idx="2"/>
            <p:extLst>
              <p:ext uri="{D42A27DB-BD31-4B8C-83A1-F6EECF244321}">
                <p14:modId xmlns:p14="http://schemas.microsoft.com/office/powerpoint/2010/main" val="1465646796"/>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91441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71D2180-8DBD-8EA5-9438-B7B78B935D53}"/>
              </a:ext>
            </a:extLst>
          </p:cNvPr>
          <p:cNvSpPr>
            <a:spLocks noGrp="1"/>
          </p:cNvSpPr>
          <p:nvPr>
            <p:ph type="title"/>
          </p:nvPr>
        </p:nvSpPr>
        <p:spPr/>
        <p:txBody>
          <a:bodyPr/>
          <a:lstStyle/>
          <a:p>
            <a:r>
              <a:rPr lang="ru-RU" dirty="0" err="1"/>
              <a:t>Увідповідніть</a:t>
            </a:r>
            <a:r>
              <a:rPr lang="ru-RU" dirty="0"/>
              <a:t> </a:t>
            </a:r>
            <a:r>
              <a:rPr lang="ru-RU" dirty="0" err="1"/>
              <a:t>ім'я</a:t>
            </a:r>
            <a:r>
              <a:rPr lang="ru-RU" dirty="0"/>
              <a:t> </a:t>
            </a:r>
            <a:r>
              <a:rPr lang="ru-RU" dirty="0" err="1"/>
              <a:t>історичної</a:t>
            </a:r>
            <a:r>
              <a:rPr lang="ru-RU" dirty="0"/>
              <a:t> особи та </a:t>
            </a:r>
            <a:r>
              <a:rPr lang="ru-RU" dirty="0" err="1"/>
              <a:t>поняття</a:t>
            </a:r>
            <a:r>
              <a:rPr lang="ru-RU" dirty="0"/>
              <a:t>, за </a:t>
            </a:r>
            <a:r>
              <a:rPr lang="ru-RU" dirty="0" err="1"/>
              <a:t>допомогою</a:t>
            </a:r>
            <a:r>
              <a:rPr lang="ru-RU" dirty="0"/>
              <a:t> </a:t>
            </a:r>
            <a:r>
              <a:rPr lang="ru-RU" dirty="0" err="1"/>
              <a:t>яких</a:t>
            </a:r>
            <a:r>
              <a:rPr lang="ru-RU" dirty="0"/>
              <a:t> </a:t>
            </a:r>
            <a:r>
              <a:rPr lang="ru-RU" dirty="0" err="1"/>
              <a:t>можна</a:t>
            </a:r>
            <a:r>
              <a:rPr lang="ru-RU" dirty="0"/>
              <a:t> </a:t>
            </a:r>
            <a:r>
              <a:rPr lang="ru-RU" dirty="0" err="1"/>
              <a:t>схарактеризувати</a:t>
            </a:r>
            <a:r>
              <a:rPr lang="ru-RU" dirty="0"/>
              <a:t> </a:t>
            </a:r>
            <a:r>
              <a:rPr lang="ru-RU" dirty="0" err="1"/>
              <a:t>її</a:t>
            </a:r>
            <a:r>
              <a:rPr lang="ru-RU" dirty="0"/>
              <a:t> </a:t>
            </a:r>
            <a:r>
              <a:rPr lang="ru-RU" dirty="0" err="1"/>
              <a:t>діяльність</a:t>
            </a:r>
            <a:r>
              <a:rPr lang="ru-RU" dirty="0"/>
              <a:t>.</a:t>
            </a:r>
            <a:endParaRPr lang="uk-UA" dirty="0"/>
          </a:p>
        </p:txBody>
      </p:sp>
      <p:graphicFrame>
        <p:nvGraphicFramePr>
          <p:cNvPr id="5" name="Місце для вмісту 4">
            <a:extLst>
              <a:ext uri="{FF2B5EF4-FFF2-40B4-BE49-F238E27FC236}">
                <a16:creationId xmlns:a16="http://schemas.microsoft.com/office/drawing/2014/main" id="{786E89DE-3BA4-9FBD-EFE6-61C4DCEA2E84}"/>
              </a:ext>
            </a:extLst>
          </p:cNvPr>
          <p:cNvGraphicFramePr>
            <a:graphicFrameLocks noGrp="1"/>
          </p:cNvGraphicFramePr>
          <p:nvPr>
            <p:ph sz="half" idx="1"/>
            <p:extLst>
              <p:ext uri="{D42A27DB-BD31-4B8C-83A1-F6EECF244321}">
                <p14:modId xmlns:p14="http://schemas.microsoft.com/office/powerpoint/2010/main" val="2256789095"/>
              </p:ext>
            </p:extLst>
          </p:nvPr>
        </p:nvGraphicFramePr>
        <p:xfrm>
          <a:off x="1141412" y="2666999"/>
          <a:ext cx="4876800" cy="31242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6" name="Місце для вмісту 5">
            <a:extLst>
              <a:ext uri="{FF2B5EF4-FFF2-40B4-BE49-F238E27FC236}">
                <a16:creationId xmlns:a16="http://schemas.microsoft.com/office/drawing/2014/main" id="{2903FEBD-21F0-7D3B-7290-43B2C24654ED}"/>
              </a:ext>
            </a:extLst>
          </p:cNvPr>
          <p:cNvGraphicFramePr>
            <a:graphicFrameLocks noGrp="1"/>
          </p:cNvGraphicFramePr>
          <p:nvPr>
            <p:ph sz="half" idx="2"/>
            <p:extLst>
              <p:ext uri="{D42A27DB-BD31-4B8C-83A1-F6EECF244321}">
                <p14:modId xmlns:p14="http://schemas.microsoft.com/office/powerpoint/2010/main" val="3165023188"/>
              </p:ext>
            </p:extLst>
          </p:nvPr>
        </p:nvGraphicFramePr>
        <p:xfrm>
          <a:off x="6170612" y="2667000"/>
          <a:ext cx="4876800" cy="35814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87241107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81553E5-F21A-FDD7-9498-02B55A8D60A2}"/>
              </a:ext>
            </a:extLst>
          </p:cNvPr>
          <p:cNvSpPr>
            <a:spLocks noGrp="1"/>
          </p:cNvSpPr>
          <p:nvPr>
            <p:ph type="title"/>
          </p:nvPr>
        </p:nvSpPr>
        <p:spPr/>
        <p:txBody>
          <a:bodyPr/>
          <a:lstStyle/>
          <a:p>
            <a:r>
              <a:rPr lang="ru-RU" dirty="0" err="1"/>
              <a:t>Якою</a:t>
            </a:r>
            <a:r>
              <a:rPr lang="ru-RU" dirty="0"/>
              <a:t> цифрою на </a:t>
            </a:r>
            <a:r>
              <a:rPr lang="ru-RU" dirty="0" err="1"/>
              <a:t>картосхемі</a:t>
            </a:r>
            <a:r>
              <a:rPr lang="ru-RU" dirty="0"/>
              <a:t> </a:t>
            </a:r>
            <a:r>
              <a:rPr lang="ru-RU" dirty="0" err="1"/>
              <a:t>позначено</a:t>
            </a:r>
            <a:r>
              <a:rPr lang="ru-RU" dirty="0"/>
              <a:t> </a:t>
            </a:r>
            <a:r>
              <a:rPr lang="ru-RU" dirty="0" err="1"/>
              <a:t>територію</a:t>
            </a:r>
            <a:r>
              <a:rPr lang="ru-RU" dirty="0"/>
              <a:t>, </a:t>
            </a:r>
            <a:r>
              <a:rPr lang="ru-RU" dirty="0" err="1"/>
              <a:t>що</a:t>
            </a:r>
            <a:r>
              <a:rPr lang="ru-RU" dirty="0"/>
              <a:t> мала статус </a:t>
            </a:r>
            <a:r>
              <a:rPr lang="ru-RU" dirty="0" err="1"/>
              <a:t>автономії</a:t>
            </a:r>
            <a:r>
              <a:rPr lang="ru-RU" dirty="0"/>
              <a:t> в </a:t>
            </a:r>
            <a:r>
              <a:rPr lang="ru-RU" dirty="0" err="1"/>
              <a:t>складі</a:t>
            </a:r>
            <a:r>
              <a:rPr lang="ru-RU" dirty="0"/>
              <a:t> </a:t>
            </a:r>
            <a:r>
              <a:rPr lang="ru-RU" dirty="0" err="1"/>
              <a:t>Української</a:t>
            </a:r>
            <a:r>
              <a:rPr lang="ru-RU" dirty="0"/>
              <a:t> СРР?</a:t>
            </a:r>
            <a:endParaRPr lang="uk-UA" dirty="0"/>
          </a:p>
        </p:txBody>
      </p:sp>
      <p:graphicFrame>
        <p:nvGraphicFramePr>
          <p:cNvPr id="5" name="Місце для вмісту 4">
            <a:extLst>
              <a:ext uri="{FF2B5EF4-FFF2-40B4-BE49-F238E27FC236}">
                <a16:creationId xmlns:a16="http://schemas.microsoft.com/office/drawing/2014/main" id="{1AAE3E19-2890-147E-2198-5846A614A423}"/>
              </a:ext>
            </a:extLst>
          </p:cNvPr>
          <p:cNvGraphicFramePr>
            <a:graphicFrameLocks noGrp="1"/>
          </p:cNvGraphicFramePr>
          <p:nvPr>
            <p:ph sz="half" idx="2"/>
            <p:extLst>
              <p:ext uri="{D42A27DB-BD31-4B8C-83A1-F6EECF244321}">
                <p14:modId xmlns:p14="http://schemas.microsoft.com/office/powerpoint/2010/main" val="3593421238"/>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a:extLst>
              <a:ext uri="{FF2B5EF4-FFF2-40B4-BE49-F238E27FC236}">
                <a16:creationId xmlns:a16="http://schemas.microsoft.com/office/drawing/2014/main" id="{5145828B-A8B9-F300-4F02-43F93F631AA9}"/>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399217" y="2667000"/>
            <a:ext cx="4361192"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61324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FE75C1-9819-E13C-D872-67B9FF59E0B9}"/>
              </a:ext>
            </a:extLst>
          </p:cNvPr>
          <p:cNvSpPr>
            <a:spLocks noGrp="1"/>
          </p:cNvSpPr>
          <p:nvPr>
            <p:ph type="title"/>
          </p:nvPr>
        </p:nvSpPr>
        <p:spPr/>
        <p:txBody>
          <a:bodyPr/>
          <a:lstStyle/>
          <a:p>
            <a:r>
              <a:rPr lang="ru-RU" dirty="0" err="1"/>
              <a:t>Державне</a:t>
            </a:r>
            <a:r>
              <a:rPr lang="ru-RU" dirty="0"/>
              <a:t> </a:t>
            </a:r>
            <a:r>
              <a:rPr lang="ru-RU" dirty="0" err="1"/>
              <a:t>утворення</a:t>
            </a:r>
            <a:r>
              <a:rPr lang="ru-RU" dirty="0"/>
              <a:t>, </a:t>
            </a:r>
            <a:r>
              <a:rPr lang="ru-RU" dirty="0" err="1"/>
              <a:t>територію</a:t>
            </a:r>
            <a:r>
              <a:rPr lang="ru-RU" dirty="0"/>
              <a:t> </a:t>
            </a:r>
            <a:r>
              <a:rPr lang="ru-RU" dirty="0" err="1"/>
              <a:t>якого</a:t>
            </a:r>
            <a:r>
              <a:rPr lang="ru-RU" dirty="0"/>
              <a:t> </a:t>
            </a:r>
            <a:r>
              <a:rPr lang="ru-RU" dirty="0" err="1"/>
              <a:t>позначено</a:t>
            </a:r>
            <a:r>
              <a:rPr lang="ru-RU" dirty="0"/>
              <a:t> на </a:t>
            </a:r>
            <a:r>
              <a:rPr lang="ru-RU" dirty="0" err="1"/>
              <a:t>картосхемі</a:t>
            </a:r>
            <a:r>
              <a:rPr lang="ru-RU" dirty="0"/>
              <a:t> </a:t>
            </a:r>
            <a:r>
              <a:rPr lang="ru-RU" dirty="0" err="1"/>
              <a:t>штрихуванням</a:t>
            </a:r>
            <a:r>
              <a:rPr lang="ru-RU" dirty="0"/>
              <a:t>, на початку 1920-х </a:t>
            </a:r>
            <a:r>
              <a:rPr lang="ru-RU" dirty="0" err="1"/>
              <a:t>років</a:t>
            </a:r>
            <a:r>
              <a:rPr lang="ru-RU" dirty="0"/>
              <a:t> </a:t>
            </a:r>
            <a:r>
              <a:rPr lang="ru-RU" dirty="0" err="1"/>
              <a:t>очолював</a:t>
            </a:r>
            <a:endParaRPr lang="uk-UA" dirty="0"/>
          </a:p>
        </p:txBody>
      </p:sp>
      <p:graphicFrame>
        <p:nvGraphicFramePr>
          <p:cNvPr id="5" name="Місце для вмісту 4">
            <a:extLst>
              <a:ext uri="{FF2B5EF4-FFF2-40B4-BE49-F238E27FC236}">
                <a16:creationId xmlns:a16="http://schemas.microsoft.com/office/drawing/2014/main" id="{B2DD82C8-7F1F-9A07-AE38-5D823E7E4F70}"/>
              </a:ext>
            </a:extLst>
          </p:cNvPr>
          <p:cNvGraphicFramePr>
            <a:graphicFrameLocks noGrp="1"/>
          </p:cNvGraphicFramePr>
          <p:nvPr>
            <p:ph sz="half" idx="2"/>
            <p:extLst>
              <p:ext uri="{D42A27DB-BD31-4B8C-83A1-F6EECF244321}">
                <p14:modId xmlns:p14="http://schemas.microsoft.com/office/powerpoint/2010/main" val="1472743935"/>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074" name="Picture 2">
            <a:extLst>
              <a:ext uri="{FF2B5EF4-FFF2-40B4-BE49-F238E27FC236}">
                <a16:creationId xmlns:a16="http://schemas.microsoft.com/office/drawing/2014/main" id="{4569A25E-21A9-100E-0FF4-1AB0F0E04548}"/>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420439" y="2667000"/>
            <a:ext cx="4318747"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84911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F972D1-C2B3-D9C8-CD95-0735E8359C33}"/>
              </a:ext>
            </a:extLst>
          </p:cNvPr>
          <p:cNvSpPr>
            <a:spLocks noGrp="1"/>
          </p:cNvSpPr>
          <p:nvPr>
            <p:ph type="title"/>
          </p:nvPr>
        </p:nvSpPr>
        <p:spPr/>
        <p:txBody>
          <a:bodyPr/>
          <a:lstStyle/>
          <a:p>
            <a:r>
              <a:rPr lang="ru-RU" dirty="0" err="1"/>
              <a:t>Якою</a:t>
            </a:r>
            <a:r>
              <a:rPr lang="ru-RU" dirty="0"/>
              <a:t> цифрою на </a:t>
            </a:r>
            <a:r>
              <a:rPr lang="ru-RU" dirty="0" err="1"/>
              <a:t>картосхемі</a:t>
            </a:r>
            <a:r>
              <a:rPr lang="ru-RU" dirty="0"/>
              <a:t> </a:t>
            </a:r>
            <a:r>
              <a:rPr lang="ru-RU" dirty="0" err="1"/>
              <a:t>позначено</a:t>
            </a:r>
            <a:r>
              <a:rPr lang="ru-RU" dirty="0"/>
              <a:t> </a:t>
            </a:r>
            <a:r>
              <a:rPr lang="ru-RU" dirty="0" err="1"/>
              <a:t>територію</a:t>
            </a:r>
            <a:r>
              <a:rPr lang="ru-RU" dirty="0"/>
              <a:t> УСРР, </a:t>
            </a:r>
            <a:r>
              <a:rPr lang="ru-RU" dirty="0" err="1"/>
              <a:t>утрачену</a:t>
            </a:r>
            <a:r>
              <a:rPr lang="ru-RU" dirty="0"/>
              <a:t> </a:t>
            </a:r>
            <a:r>
              <a:rPr lang="ru-RU" dirty="0" err="1"/>
              <a:t>республікою</a:t>
            </a:r>
            <a:r>
              <a:rPr lang="ru-RU" dirty="0"/>
              <a:t> в 1920-ті </a:t>
            </a:r>
            <a:r>
              <a:rPr lang="ru-RU" dirty="0" err="1"/>
              <a:t>рр</a:t>
            </a:r>
            <a:r>
              <a:rPr lang="ru-RU" dirty="0"/>
              <a:t>.?</a:t>
            </a:r>
            <a:endParaRPr lang="uk-UA" dirty="0"/>
          </a:p>
        </p:txBody>
      </p:sp>
      <p:graphicFrame>
        <p:nvGraphicFramePr>
          <p:cNvPr id="5" name="Місце для вмісту 4">
            <a:extLst>
              <a:ext uri="{FF2B5EF4-FFF2-40B4-BE49-F238E27FC236}">
                <a16:creationId xmlns:a16="http://schemas.microsoft.com/office/drawing/2014/main" id="{42DF8116-1EE7-DB5D-51F2-794C1CF8CC3C}"/>
              </a:ext>
            </a:extLst>
          </p:cNvPr>
          <p:cNvGraphicFramePr>
            <a:graphicFrameLocks noGrp="1"/>
          </p:cNvGraphicFramePr>
          <p:nvPr>
            <p:ph sz="half" idx="2"/>
            <p:extLst>
              <p:ext uri="{D42A27DB-BD31-4B8C-83A1-F6EECF244321}">
                <p14:modId xmlns:p14="http://schemas.microsoft.com/office/powerpoint/2010/main" val="4102549286"/>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194" name="Picture 2">
            <a:extLst>
              <a:ext uri="{FF2B5EF4-FFF2-40B4-BE49-F238E27FC236}">
                <a16:creationId xmlns:a16="http://schemas.microsoft.com/office/drawing/2014/main" id="{87DE204B-C3A0-15B5-407B-3F370789D2A9}"/>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1412573" y="2676308"/>
            <a:ext cx="4334480" cy="3105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44142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4D05F1-C60B-04D2-75AA-A43C97B987A8}"/>
              </a:ext>
            </a:extLst>
          </p:cNvPr>
          <p:cNvSpPr>
            <a:spLocks noGrp="1"/>
          </p:cNvSpPr>
          <p:nvPr>
            <p:ph type="title"/>
          </p:nvPr>
        </p:nvSpPr>
        <p:spPr/>
        <p:txBody>
          <a:bodyPr>
            <a:normAutofit/>
          </a:bodyPr>
          <a:lstStyle/>
          <a:p>
            <a:r>
              <a:rPr lang="ru-RU" dirty="0" err="1"/>
              <a:t>Зображений</a:t>
            </a:r>
            <a:r>
              <a:rPr lang="ru-RU" dirty="0"/>
              <a:t> плакат </a:t>
            </a:r>
            <a:r>
              <a:rPr lang="ru-RU" dirty="0" err="1"/>
              <a:t>слід</a:t>
            </a:r>
            <a:r>
              <a:rPr lang="ru-RU" dirty="0"/>
              <a:t> </a:t>
            </a:r>
            <a:r>
              <a:rPr lang="ru-RU" dirty="0" err="1"/>
              <a:t>використовувати</a:t>
            </a:r>
            <a:r>
              <a:rPr lang="ru-RU" dirty="0"/>
              <a:t>, </a:t>
            </a:r>
            <a:r>
              <a:rPr lang="ru-RU" dirty="0" err="1"/>
              <a:t>характеризуючи</a:t>
            </a:r>
            <a:r>
              <a:rPr lang="ru-RU" dirty="0"/>
              <a:t> </a:t>
            </a:r>
            <a:r>
              <a:rPr lang="ru-RU" dirty="0" err="1"/>
              <a:t>політику</a:t>
            </a:r>
            <a:r>
              <a:rPr lang="ru-RU" dirty="0"/>
              <a:t> в </a:t>
            </a:r>
            <a:r>
              <a:rPr lang="ru-RU" dirty="0" err="1"/>
              <a:t>галузі</a:t>
            </a:r>
            <a:r>
              <a:rPr lang="ru-RU" dirty="0"/>
              <a:t> </a:t>
            </a:r>
            <a:r>
              <a:rPr lang="ru-RU" dirty="0" err="1"/>
              <a:t>освіти</a:t>
            </a:r>
            <a:endParaRPr lang="uk-UA" dirty="0"/>
          </a:p>
        </p:txBody>
      </p:sp>
      <p:graphicFrame>
        <p:nvGraphicFramePr>
          <p:cNvPr id="5" name="Місце для вмісту 4">
            <a:extLst>
              <a:ext uri="{FF2B5EF4-FFF2-40B4-BE49-F238E27FC236}">
                <a16:creationId xmlns:a16="http://schemas.microsoft.com/office/drawing/2014/main" id="{AEEF4C41-DDE8-FA07-6D2C-F1348F4D0863}"/>
              </a:ext>
            </a:extLst>
          </p:cNvPr>
          <p:cNvGraphicFramePr>
            <a:graphicFrameLocks noGrp="1"/>
          </p:cNvGraphicFramePr>
          <p:nvPr>
            <p:ph sz="half" idx="2"/>
            <p:extLst>
              <p:ext uri="{D42A27DB-BD31-4B8C-83A1-F6EECF244321}">
                <p14:modId xmlns:p14="http://schemas.microsoft.com/office/powerpoint/2010/main" val="2233047541"/>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122" name="Picture 2">
            <a:extLst>
              <a:ext uri="{FF2B5EF4-FFF2-40B4-BE49-F238E27FC236}">
                <a16:creationId xmlns:a16="http://schemas.microsoft.com/office/drawing/2014/main" id="{23E02262-41FD-E0EA-A473-AE030CCFAE83}"/>
              </a:ext>
            </a:extLst>
          </p:cNvPr>
          <p:cNvPicPr>
            <a:picLocks noGrp="1" noChangeAspect="1" noChangeArrowheads="1"/>
          </p:cNvPicPr>
          <p:nvPr>
            <p:ph sz="half" idx="1"/>
          </p:nvPr>
        </p:nvPicPr>
        <p:blipFill>
          <a:blip r:embed="rId7">
            <a:extLst>
              <a:ext uri="{28A0092B-C50C-407E-A947-70E740481C1C}">
                <a14:useLocalDpi xmlns:a14="http://schemas.microsoft.com/office/drawing/2010/main" val="0"/>
              </a:ext>
            </a:extLst>
          </a:blip>
          <a:srcRect/>
          <a:stretch>
            <a:fillRect/>
          </a:stretch>
        </p:blipFill>
        <p:spPr bwMode="auto">
          <a:xfrm>
            <a:off x="2467986" y="2667000"/>
            <a:ext cx="2223654"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546126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750A467-1408-E19F-21BF-7824497D6BD8}"/>
              </a:ext>
            </a:extLst>
          </p:cNvPr>
          <p:cNvSpPr>
            <a:spLocks noGrp="1"/>
          </p:cNvSpPr>
          <p:nvPr>
            <p:ph type="title"/>
          </p:nvPr>
        </p:nvSpPr>
        <p:spPr/>
        <p:txBody>
          <a:bodyPr/>
          <a:lstStyle/>
          <a:p>
            <a:r>
              <a:rPr lang="ru-RU" dirty="0" err="1"/>
              <a:t>Увідповідніть</a:t>
            </a:r>
            <a:r>
              <a:rPr lang="ru-RU" dirty="0"/>
              <a:t> </a:t>
            </a:r>
            <a:r>
              <a:rPr lang="ru-RU" dirty="0" err="1"/>
              <a:t>назву</a:t>
            </a:r>
            <a:r>
              <a:rPr lang="ru-RU" dirty="0"/>
              <a:t> </a:t>
            </a:r>
            <a:r>
              <a:rPr lang="ru-RU" dirty="0" err="1"/>
              <a:t>виконавчого</a:t>
            </a:r>
            <a:r>
              <a:rPr lang="ru-RU" dirty="0"/>
              <a:t> органу </a:t>
            </a:r>
            <a:r>
              <a:rPr lang="ru-RU" dirty="0" err="1"/>
              <a:t>влади</a:t>
            </a:r>
            <a:r>
              <a:rPr lang="ru-RU" dirty="0"/>
              <a:t> та </a:t>
            </a:r>
            <a:r>
              <a:rPr lang="ru-RU" dirty="0" err="1"/>
              <a:t>державне</a:t>
            </a:r>
            <a:r>
              <a:rPr lang="ru-RU" dirty="0"/>
              <a:t> </a:t>
            </a:r>
            <a:r>
              <a:rPr lang="ru-RU" dirty="0" err="1"/>
              <a:t>утворення</a:t>
            </a:r>
            <a:r>
              <a:rPr lang="ru-RU" dirty="0"/>
              <a:t>.</a:t>
            </a:r>
            <a:endParaRPr lang="uk-UA" dirty="0"/>
          </a:p>
        </p:txBody>
      </p:sp>
      <p:graphicFrame>
        <p:nvGraphicFramePr>
          <p:cNvPr id="6" name="Місце для вмісту 5">
            <a:extLst>
              <a:ext uri="{FF2B5EF4-FFF2-40B4-BE49-F238E27FC236}">
                <a16:creationId xmlns:a16="http://schemas.microsoft.com/office/drawing/2014/main" id="{C5ECCEAD-F54D-09ED-751B-859930780204}"/>
              </a:ext>
            </a:extLst>
          </p:cNvPr>
          <p:cNvGraphicFramePr>
            <a:graphicFrameLocks noGrp="1"/>
          </p:cNvGraphicFramePr>
          <p:nvPr>
            <p:ph sz="half" idx="1"/>
            <p:extLst>
              <p:ext uri="{D42A27DB-BD31-4B8C-83A1-F6EECF244321}">
                <p14:modId xmlns:p14="http://schemas.microsoft.com/office/powerpoint/2010/main" val="1994637607"/>
              </p:ext>
            </p:extLst>
          </p:nvPr>
        </p:nvGraphicFramePr>
        <p:xfrm>
          <a:off x="1141412" y="2666999"/>
          <a:ext cx="4876800" cy="31242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Місце для вмісту 4">
            <a:extLst>
              <a:ext uri="{FF2B5EF4-FFF2-40B4-BE49-F238E27FC236}">
                <a16:creationId xmlns:a16="http://schemas.microsoft.com/office/drawing/2014/main" id="{6FBBC921-59CE-EBA7-BA1E-E143FD3A1044}"/>
              </a:ext>
            </a:extLst>
          </p:cNvPr>
          <p:cNvGraphicFramePr>
            <a:graphicFrameLocks noGrp="1"/>
          </p:cNvGraphicFramePr>
          <p:nvPr>
            <p:ph sz="half" idx="2"/>
            <p:extLst>
              <p:ext uri="{D42A27DB-BD31-4B8C-83A1-F6EECF244321}">
                <p14:modId xmlns:p14="http://schemas.microsoft.com/office/powerpoint/2010/main" val="3530484486"/>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1406689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B079011-06B8-BE91-6831-C8E9D83CF87D}"/>
              </a:ext>
            </a:extLst>
          </p:cNvPr>
          <p:cNvSpPr>
            <a:spLocks noGrp="1"/>
          </p:cNvSpPr>
          <p:nvPr>
            <p:ph type="title"/>
          </p:nvPr>
        </p:nvSpPr>
        <p:spPr/>
        <p:txBody>
          <a:bodyPr/>
          <a:lstStyle/>
          <a:p>
            <a:r>
              <a:rPr lang="ru-RU" dirty="0" err="1"/>
              <a:t>З’ясуйте</a:t>
            </a:r>
            <a:r>
              <a:rPr lang="ru-RU" dirty="0"/>
              <a:t> </a:t>
            </a:r>
            <a:r>
              <a:rPr lang="ru-RU" dirty="0" err="1"/>
              <a:t>рік</a:t>
            </a:r>
            <a:r>
              <a:rPr lang="ru-RU" dirty="0"/>
              <a:t> </a:t>
            </a:r>
            <a:r>
              <a:rPr lang="ru-RU" dirty="0" err="1"/>
              <a:t>створення</a:t>
            </a:r>
            <a:r>
              <a:rPr lang="ru-RU" dirty="0"/>
              <a:t> </a:t>
            </a:r>
            <a:r>
              <a:rPr lang="ru-RU" dirty="0" err="1"/>
              <a:t>цитованого</a:t>
            </a:r>
            <a:r>
              <a:rPr lang="ru-RU" dirty="0"/>
              <a:t> документа.</a:t>
            </a:r>
            <a:endParaRPr lang="uk-UA" dirty="0"/>
          </a:p>
        </p:txBody>
      </p:sp>
      <p:graphicFrame>
        <p:nvGraphicFramePr>
          <p:cNvPr id="5" name="Місце для вмісту 4">
            <a:extLst>
              <a:ext uri="{FF2B5EF4-FFF2-40B4-BE49-F238E27FC236}">
                <a16:creationId xmlns:a16="http://schemas.microsoft.com/office/drawing/2014/main" id="{D7B6C81D-F3F3-AB5F-B3C7-BA5F78D38106}"/>
              </a:ext>
            </a:extLst>
          </p:cNvPr>
          <p:cNvGraphicFramePr>
            <a:graphicFrameLocks noGrp="1"/>
          </p:cNvGraphicFramePr>
          <p:nvPr>
            <p:ph sz="half" idx="1"/>
            <p:extLst>
              <p:ext uri="{D42A27DB-BD31-4B8C-83A1-F6EECF244321}">
                <p14:modId xmlns:p14="http://schemas.microsoft.com/office/powerpoint/2010/main" val="3867945939"/>
              </p:ext>
            </p:extLst>
          </p:nvPr>
        </p:nvGraphicFramePr>
        <p:xfrm>
          <a:off x="0" y="2394065"/>
          <a:ext cx="4355869" cy="44639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8" name="Місце для вмісту 7">
            <a:extLst>
              <a:ext uri="{FF2B5EF4-FFF2-40B4-BE49-F238E27FC236}">
                <a16:creationId xmlns:a16="http://schemas.microsoft.com/office/drawing/2014/main" id="{A508096C-9491-1669-8218-1A0A351FCF5C}"/>
              </a:ext>
            </a:extLst>
          </p:cNvPr>
          <p:cNvGraphicFramePr>
            <a:graphicFrameLocks noGrp="1"/>
          </p:cNvGraphicFramePr>
          <p:nvPr>
            <p:ph sz="half" idx="2"/>
            <p:extLst>
              <p:ext uri="{D42A27DB-BD31-4B8C-83A1-F6EECF244321}">
                <p14:modId xmlns:p14="http://schemas.microsoft.com/office/powerpoint/2010/main" val="3009372716"/>
              </p:ext>
            </p:extLst>
          </p:nvPr>
        </p:nvGraphicFramePr>
        <p:xfrm>
          <a:off x="4355870" y="1813905"/>
          <a:ext cx="7539440" cy="31242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6" name="Місце для вмісту 3">
            <a:extLst>
              <a:ext uri="{FF2B5EF4-FFF2-40B4-BE49-F238E27FC236}">
                <a16:creationId xmlns:a16="http://schemas.microsoft.com/office/drawing/2014/main" id="{EB8542AE-90E9-BD3C-064A-AF79500DF853}"/>
              </a:ext>
            </a:extLst>
          </p:cNvPr>
          <p:cNvSpPr txBox="1">
            <a:spLocks/>
          </p:cNvSpPr>
          <p:nvPr/>
        </p:nvSpPr>
        <p:spPr>
          <a:xfrm>
            <a:off x="6170612" y="4218015"/>
            <a:ext cx="4876800" cy="3124200"/>
          </a:xfrm>
          <a:prstGeom prst="rect">
            <a:avLst/>
          </a:prstGeom>
        </p:spPr>
        <p:txBody>
          <a:bodyPr vert="horz" lIns="91440" tIns="45720" rIns="91440" bIns="45720" rtlCol="0" anchor="ctr">
            <a:normAutofit/>
          </a:bodyPr>
          <a:lstStyle>
            <a:lvl1pPr marL="285750" indent="-285750" algn="l" defTabSz="457200" rtl="0" eaLnBrk="1" latinLnBrk="0" hangingPunct="1">
              <a:spcBef>
                <a:spcPct val="20000"/>
              </a:spcBef>
              <a:spcAft>
                <a:spcPts val="600"/>
              </a:spcAft>
              <a:buClr>
                <a:schemeClr val="accent1"/>
              </a:buClr>
              <a:buSzPct val="100000"/>
              <a:buFont typeface="Arial"/>
              <a:buChar char="•"/>
              <a:defRPr sz="18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00000"/>
              <a:buFont typeface="Arial"/>
              <a:buChar char="•"/>
              <a:defRPr sz="16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00000"/>
              <a:buFont typeface="Arial"/>
              <a:buChar char="•"/>
              <a:defRPr sz="14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00000"/>
              <a:buFont typeface="Arial"/>
              <a:buChar char="•"/>
              <a:defRPr sz="1200" kern="1200" cap="small">
                <a:solidFill>
                  <a:schemeClr val="tx1"/>
                </a:soli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a:lstStyle>
          <a:p>
            <a:endParaRPr lang="uk-UA"/>
          </a:p>
        </p:txBody>
      </p:sp>
      <p:graphicFrame>
        <p:nvGraphicFramePr>
          <p:cNvPr id="9" name="Схема 8">
            <a:extLst>
              <a:ext uri="{FF2B5EF4-FFF2-40B4-BE49-F238E27FC236}">
                <a16:creationId xmlns:a16="http://schemas.microsoft.com/office/drawing/2014/main" id="{5E668FC6-BCB0-CA27-1B0F-AEB5E1C6E12D}"/>
              </a:ext>
            </a:extLst>
          </p:cNvPr>
          <p:cNvGraphicFramePr/>
          <p:nvPr>
            <p:extLst>
              <p:ext uri="{D42A27DB-BD31-4B8C-83A1-F6EECF244321}">
                <p14:modId xmlns:p14="http://schemas.microsoft.com/office/powerpoint/2010/main" val="1378780166"/>
              </p:ext>
            </p:extLst>
          </p:nvPr>
        </p:nvGraphicFramePr>
        <p:xfrm>
          <a:off x="4790699" y="4606290"/>
          <a:ext cx="6946872" cy="225171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9495935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8FA8B11-668D-BBEC-367C-AEC3DCA310AB}"/>
              </a:ext>
            </a:extLst>
          </p:cNvPr>
          <p:cNvSpPr>
            <a:spLocks noGrp="1"/>
          </p:cNvSpPr>
          <p:nvPr>
            <p:ph type="title"/>
          </p:nvPr>
        </p:nvSpPr>
        <p:spPr/>
        <p:txBody>
          <a:bodyPr/>
          <a:lstStyle/>
          <a:p>
            <a:r>
              <a:rPr lang="ru-RU" dirty="0" err="1"/>
              <a:t>Упровадження</a:t>
            </a:r>
            <a:r>
              <a:rPr lang="ru-RU" dirty="0"/>
              <a:t> </a:t>
            </a:r>
            <a:r>
              <a:rPr lang="ru-RU" dirty="0" err="1"/>
              <a:t>нової</a:t>
            </a:r>
            <a:r>
              <a:rPr lang="ru-RU" dirty="0"/>
              <a:t> </a:t>
            </a:r>
            <a:r>
              <a:rPr lang="ru-RU" dirty="0" err="1"/>
              <a:t>економічної</a:t>
            </a:r>
            <a:r>
              <a:rPr lang="ru-RU" dirty="0"/>
              <a:t> </a:t>
            </a:r>
            <a:r>
              <a:rPr lang="ru-RU" dirty="0" err="1"/>
              <a:t>політики</a:t>
            </a:r>
            <a:r>
              <a:rPr lang="ru-RU" dirty="0"/>
              <a:t> в УСРР стало </a:t>
            </a:r>
            <a:r>
              <a:rPr lang="ru-RU" dirty="0" err="1"/>
              <a:t>однією</a:t>
            </a:r>
            <a:r>
              <a:rPr lang="ru-RU" dirty="0"/>
              <a:t> з </a:t>
            </a:r>
            <a:r>
              <a:rPr lang="ru-RU" dirty="0" err="1"/>
              <a:t>передумов</a:t>
            </a:r>
            <a:endParaRPr lang="uk-UA" dirty="0"/>
          </a:p>
        </p:txBody>
      </p:sp>
      <p:sp>
        <p:nvSpPr>
          <p:cNvPr id="3" name="Місце для вмісту 2">
            <a:extLst>
              <a:ext uri="{FF2B5EF4-FFF2-40B4-BE49-F238E27FC236}">
                <a16:creationId xmlns:a16="http://schemas.microsoft.com/office/drawing/2014/main" id="{CC28F542-F7DD-D57F-D572-20E454E8C238}"/>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63E678AE-70F8-1E90-6A87-7FBACF03276E}"/>
              </a:ext>
            </a:extLst>
          </p:cNvPr>
          <p:cNvGraphicFramePr>
            <a:graphicFrameLocks noGrp="1"/>
          </p:cNvGraphicFramePr>
          <p:nvPr>
            <p:ph sz="half" idx="2"/>
            <p:extLst>
              <p:ext uri="{D42A27DB-BD31-4B8C-83A1-F6EECF244321}">
                <p14:modId xmlns:p14="http://schemas.microsoft.com/office/powerpoint/2010/main" val="3970591926"/>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21547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2ABE047-3361-F14A-946A-DCB4CAB019B0}"/>
              </a:ext>
            </a:extLst>
          </p:cNvPr>
          <p:cNvSpPr>
            <a:spLocks noGrp="1"/>
          </p:cNvSpPr>
          <p:nvPr>
            <p:ph type="title"/>
          </p:nvPr>
        </p:nvSpPr>
        <p:spPr/>
        <p:txBody>
          <a:bodyPr/>
          <a:lstStyle/>
          <a:p>
            <a:r>
              <a:rPr lang="ru-RU" dirty="0" err="1"/>
              <a:t>Що</a:t>
            </a:r>
            <a:r>
              <a:rPr lang="ru-RU" dirty="0"/>
              <a:t> </a:t>
            </a:r>
            <a:r>
              <a:rPr lang="ru-RU" dirty="0" err="1"/>
              <a:t>було</a:t>
            </a:r>
            <a:r>
              <a:rPr lang="ru-RU" dirty="0"/>
              <a:t> </a:t>
            </a:r>
            <a:r>
              <a:rPr lang="ru-RU" dirty="0" err="1"/>
              <a:t>однією</a:t>
            </a:r>
            <a:r>
              <a:rPr lang="ru-RU" dirty="0"/>
              <a:t> з причин переходу </a:t>
            </a:r>
            <a:r>
              <a:rPr lang="ru-RU" dirty="0" err="1"/>
              <a:t>більшовиків</a:t>
            </a:r>
            <a:r>
              <a:rPr lang="ru-RU" dirty="0"/>
              <a:t> до </a:t>
            </a:r>
            <a:r>
              <a:rPr lang="ru-RU" dirty="0" err="1"/>
              <a:t>нової</a:t>
            </a:r>
            <a:r>
              <a:rPr lang="ru-RU" dirty="0"/>
              <a:t> </a:t>
            </a:r>
            <a:r>
              <a:rPr lang="ru-RU" dirty="0" err="1"/>
              <a:t>економічної</a:t>
            </a:r>
            <a:r>
              <a:rPr lang="ru-RU" dirty="0"/>
              <a:t> </a:t>
            </a:r>
            <a:r>
              <a:rPr lang="ru-RU" dirty="0" err="1"/>
              <a:t>політики</a:t>
            </a:r>
            <a:r>
              <a:rPr lang="ru-RU" dirty="0"/>
              <a:t>?</a:t>
            </a:r>
            <a:endParaRPr lang="uk-UA" dirty="0"/>
          </a:p>
        </p:txBody>
      </p:sp>
      <p:sp>
        <p:nvSpPr>
          <p:cNvPr id="3" name="Місце для вмісту 2">
            <a:extLst>
              <a:ext uri="{FF2B5EF4-FFF2-40B4-BE49-F238E27FC236}">
                <a16:creationId xmlns:a16="http://schemas.microsoft.com/office/drawing/2014/main" id="{3AF5D975-B96F-B20D-1261-67BC08FBE6C1}"/>
              </a:ext>
            </a:extLst>
          </p:cNvPr>
          <p:cNvSpPr>
            <a:spLocks noGrp="1"/>
          </p:cNvSpPr>
          <p:nvPr>
            <p:ph sz="half" idx="1"/>
          </p:nvPr>
        </p:nvSpPr>
        <p:spPr/>
        <p:txBody>
          <a:bodyPr/>
          <a:lstStyle/>
          <a:p>
            <a:endParaRPr lang="uk-UA"/>
          </a:p>
        </p:txBody>
      </p:sp>
      <p:graphicFrame>
        <p:nvGraphicFramePr>
          <p:cNvPr id="5" name="Місце для вмісту 4">
            <a:extLst>
              <a:ext uri="{FF2B5EF4-FFF2-40B4-BE49-F238E27FC236}">
                <a16:creationId xmlns:a16="http://schemas.microsoft.com/office/drawing/2014/main" id="{972E958E-E884-8FAC-15BA-024E9065A998}"/>
              </a:ext>
            </a:extLst>
          </p:cNvPr>
          <p:cNvGraphicFramePr>
            <a:graphicFrameLocks noGrp="1"/>
          </p:cNvGraphicFramePr>
          <p:nvPr>
            <p:ph sz="half" idx="2"/>
            <p:extLst>
              <p:ext uri="{D42A27DB-BD31-4B8C-83A1-F6EECF244321}">
                <p14:modId xmlns:p14="http://schemas.microsoft.com/office/powerpoint/2010/main" val="2406243287"/>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474331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0BE040-31BD-7D62-D016-A9D908744C8A}"/>
              </a:ext>
            </a:extLst>
          </p:cNvPr>
          <p:cNvSpPr>
            <a:spLocks noGrp="1"/>
          </p:cNvSpPr>
          <p:nvPr>
            <p:ph type="title"/>
          </p:nvPr>
        </p:nvSpPr>
        <p:spPr/>
        <p:txBody>
          <a:bodyPr>
            <a:normAutofit fontScale="90000"/>
          </a:bodyPr>
          <a:lstStyle/>
          <a:p>
            <a:r>
              <a:rPr lang="ru-RU" dirty="0" err="1"/>
              <a:t>Однією</a:t>
            </a:r>
            <a:r>
              <a:rPr lang="ru-RU" dirty="0"/>
              <a:t> </a:t>
            </a:r>
            <a:r>
              <a:rPr lang="ru-RU" dirty="0" err="1"/>
              <a:t>зі</a:t>
            </a:r>
            <a:r>
              <a:rPr lang="ru-RU" dirty="0"/>
              <a:t> </a:t>
            </a:r>
            <a:r>
              <a:rPr lang="ru-RU" dirty="0" err="1"/>
              <a:t>складових</a:t>
            </a:r>
            <a:r>
              <a:rPr lang="ru-RU" dirty="0"/>
              <a:t> </a:t>
            </a:r>
            <a:r>
              <a:rPr lang="ru-RU" dirty="0" err="1"/>
              <a:t>політики</a:t>
            </a:r>
            <a:r>
              <a:rPr lang="ru-RU" dirty="0"/>
              <a:t> </a:t>
            </a:r>
            <a:r>
              <a:rPr lang="ru-RU" dirty="0" err="1"/>
              <a:t>партійно</a:t>
            </a:r>
            <a:r>
              <a:rPr lang="ru-RU" dirty="0"/>
              <a:t>-державного </a:t>
            </a:r>
            <a:r>
              <a:rPr lang="ru-RU" dirty="0" err="1"/>
              <a:t>керівництва</a:t>
            </a:r>
            <a:r>
              <a:rPr lang="ru-RU" dirty="0"/>
              <a:t> УСРР у </a:t>
            </a:r>
            <a:r>
              <a:rPr lang="ru-RU" dirty="0" err="1"/>
              <a:t>галузі</a:t>
            </a:r>
            <a:r>
              <a:rPr lang="ru-RU" dirty="0"/>
              <a:t> </a:t>
            </a:r>
            <a:r>
              <a:rPr lang="ru-RU" dirty="0" err="1"/>
              <a:t>сільського</a:t>
            </a:r>
            <a:r>
              <a:rPr lang="ru-RU" dirty="0"/>
              <a:t> </a:t>
            </a:r>
            <a:r>
              <a:rPr lang="ru-RU" dirty="0" err="1"/>
              <a:t>господарства</a:t>
            </a:r>
            <a:r>
              <a:rPr lang="ru-RU" dirty="0"/>
              <a:t> в роки </a:t>
            </a:r>
            <a:r>
              <a:rPr lang="ru-RU" dirty="0" err="1"/>
              <a:t>НЕПу</a:t>
            </a:r>
            <a:r>
              <a:rPr lang="ru-RU" dirty="0"/>
              <a:t> </a:t>
            </a:r>
            <a:r>
              <a:rPr lang="ru-RU" dirty="0" err="1"/>
              <a:t>було</a:t>
            </a:r>
            <a:endParaRPr lang="uk-UA" dirty="0"/>
          </a:p>
        </p:txBody>
      </p:sp>
      <p:sp>
        <p:nvSpPr>
          <p:cNvPr id="3" name="Місце для вмісту 2">
            <a:extLst>
              <a:ext uri="{FF2B5EF4-FFF2-40B4-BE49-F238E27FC236}">
                <a16:creationId xmlns:a16="http://schemas.microsoft.com/office/drawing/2014/main" id="{F24BDBB2-77AC-E52A-1F09-BB4E1976009B}"/>
              </a:ext>
            </a:extLst>
          </p:cNvPr>
          <p:cNvSpPr>
            <a:spLocks noGrp="1"/>
          </p:cNvSpPr>
          <p:nvPr>
            <p:ph sz="half" idx="1"/>
          </p:nvPr>
        </p:nvSpPr>
        <p:spPr/>
        <p:txBody>
          <a:bodyPr>
            <a:normAutofit/>
          </a:bodyPr>
          <a:lstStyle/>
          <a:p>
            <a:endParaRPr lang="uk-UA"/>
          </a:p>
        </p:txBody>
      </p:sp>
      <p:graphicFrame>
        <p:nvGraphicFramePr>
          <p:cNvPr id="5" name="Місце для вмісту 4">
            <a:extLst>
              <a:ext uri="{FF2B5EF4-FFF2-40B4-BE49-F238E27FC236}">
                <a16:creationId xmlns:a16="http://schemas.microsoft.com/office/drawing/2014/main" id="{E5FAF453-BD5F-3231-B15E-0E7CD00FBEAC}"/>
              </a:ext>
            </a:extLst>
          </p:cNvPr>
          <p:cNvGraphicFramePr>
            <a:graphicFrameLocks noGrp="1"/>
          </p:cNvGraphicFramePr>
          <p:nvPr>
            <p:ph sz="half" idx="2"/>
            <p:extLst>
              <p:ext uri="{D42A27DB-BD31-4B8C-83A1-F6EECF244321}">
                <p14:modId xmlns:p14="http://schemas.microsoft.com/office/powerpoint/2010/main" val="3786717962"/>
              </p:ext>
            </p:extLst>
          </p:nvPr>
        </p:nvGraphicFramePr>
        <p:xfrm>
          <a:off x="6170612" y="2667000"/>
          <a:ext cx="4876800" cy="3124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925758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Сітчаста">
  <a:themeElements>
    <a:clrScheme name="Папір">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Сітчаста">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Сітчаста">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DD1DAD52-B525-46B5-8E87-60EE23581B9C}"/>
    </a:ext>
  </a:extLst>
</a:theme>
</file>

<file path=docProps/app.xml><?xml version="1.0" encoding="utf-8"?>
<Properties xmlns="http://schemas.openxmlformats.org/officeDocument/2006/extended-properties" xmlns:vt="http://schemas.openxmlformats.org/officeDocument/2006/docPropsVTypes">
  <Template>Сітчаста</Template>
  <TotalTime>96</TotalTime>
  <Words>1937</Words>
  <Application>Microsoft Office PowerPoint</Application>
  <PresentationFormat>Широкий екран</PresentationFormat>
  <Paragraphs>261</Paragraphs>
  <Slides>45</Slides>
  <Notes>0</Notes>
  <HiddenSlides>0</HiddenSlides>
  <MMClips>0</MMClips>
  <ScaleCrop>false</ScaleCrop>
  <HeadingPairs>
    <vt:vector size="6" baseType="variant">
      <vt:variant>
        <vt:lpstr>Використані шрифти</vt:lpstr>
      </vt:variant>
      <vt:variant>
        <vt:i4>2</vt:i4>
      </vt:variant>
      <vt:variant>
        <vt:lpstr>Тема</vt:lpstr>
      </vt:variant>
      <vt:variant>
        <vt:i4>1</vt:i4>
      </vt:variant>
      <vt:variant>
        <vt:lpstr>Заголовки слайдів</vt:lpstr>
      </vt:variant>
      <vt:variant>
        <vt:i4>45</vt:i4>
      </vt:variant>
    </vt:vector>
  </HeadingPairs>
  <TitlesOfParts>
    <vt:vector size="48" baseType="lpstr">
      <vt:lpstr>Arial</vt:lpstr>
      <vt:lpstr>Century Gothic</vt:lpstr>
      <vt:lpstr>Сітчаста</vt:lpstr>
      <vt:lpstr>Встановлення комуністичного тоталітарного режиму в Україні</vt:lpstr>
      <vt:lpstr>Плакат, зображений на фото, є пропагандистським складником реалізації політики</vt:lpstr>
      <vt:lpstr>Особистості</vt:lpstr>
      <vt:lpstr>З’ясуйте, кому з діячів належать наведені факти біографії</vt:lpstr>
      <vt:lpstr>Установіть відповідність між прізвищем діяча та подією, до якої він причетний.</vt:lpstr>
      <vt:lpstr>Увідповідніть ім’я історичного діяча з подією, до якої він причетний.</vt:lpstr>
      <vt:lpstr>Розгляньте репродукцію триптиха Ф. Кричевського та виконайте завдання.</vt:lpstr>
      <vt:lpstr>Так згадував С. Єфремов про приїзд до Києва 19 вересня 1926 року митрополита</vt:lpstr>
      <vt:lpstr>Першим митрополитом Української автокефальної православної церкви, утвореної 1921 року, став</vt:lpstr>
      <vt:lpstr>Підтримка радянською владою Української автокефальної православної церкви (УАПЦ) у 1920-ті рр. пояснюється</vt:lpstr>
      <vt:lpstr>Режисером і художнім керівником театру «Березіль» у 1920-х рр. був</vt:lpstr>
      <vt:lpstr>У якому уривку з історичного джерела відображено сутність літературної дискусії, започаткованої М. Хвильовим?</vt:lpstr>
      <vt:lpstr>Презентація PowerPoint</vt:lpstr>
      <vt:lpstr>Чиї погляди відбиває наведений уривок джерела?</vt:lpstr>
      <vt:lpstr>НЕП в проявах</vt:lpstr>
      <vt:lpstr>Центральне партійно-радянське керівництво сприяло створенню умов для розвитку ринкових відносин в УСРР, удавшися до заходів</vt:lpstr>
      <vt:lpstr>Гасла, відображені на радянських агітаційних плакатах, були невід’ємною складовою реалізації</vt:lpstr>
      <vt:lpstr>Упровадження нової економічної політики в УСРР сприяло</vt:lpstr>
      <vt:lpstr>У якому році на сторінках варшавської українськомовної газети «Українська трибуна» було вміщено зображену карту?</vt:lpstr>
      <vt:lpstr>Установіть відповідність між подією та наслідком.</vt:lpstr>
      <vt:lpstr>Документ, зображений на фото, свідчить про здійснення в УСРР політики</vt:lpstr>
      <vt:lpstr>У результаті здійснення в Україні в 1920 – на початку 1930-х рр. політики «коренізації»</vt:lpstr>
      <vt:lpstr>На діаграмі відображено наслідки</vt:lpstr>
      <vt:lpstr>Яка політика, на думку вчених,</vt:lpstr>
      <vt:lpstr>Упроваджуючи на початку 1920-х рр. політику «коренізації», партійно-радянське керівництво СРСР мало на меті</vt:lpstr>
      <vt:lpstr>Із якою метою партійно-радянське керівництво УСРР розповсюджувало     в 1920-х рр. зображені агітаційно-пропагандистські плакати?</vt:lpstr>
      <vt:lpstr>Яких заходів уживало компартійно-радянське керівництво УСРР у галузі сільського господарства республіки впродовж 1921–1928 рр.?</vt:lpstr>
      <vt:lpstr>Що було характерним для соціально-економічного життя в УСРР періоду нової економічної політики?</vt:lpstr>
      <vt:lpstr>Таке співвідношення між формами власності й галузями промисловості характерне для періоду</vt:lpstr>
      <vt:lpstr>Презентація PowerPoint</vt:lpstr>
      <vt:lpstr>Ліквідація українських комуністичних партій в УСРР</vt:lpstr>
      <vt:lpstr>В умовах нової економічної політики, за словами В. Леніна</vt:lpstr>
      <vt:lpstr>Укажіть заходи непу в Українській СРР.</vt:lpstr>
      <vt:lpstr>Установіть відповідність між подією та роком, коли вона відбулася.</vt:lpstr>
      <vt:lpstr>Укажіть одну з причин згасання антирадянського селянського повстанського руху в УСРР на початку 1920-х рр.</vt:lpstr>
      <vt:lpstr>Увідповідніть ім'я історичної особи та поняття, за допомогою яких можна схарактеризувати її діяльність.</vt:lpstr>
      <vt:lpstr>Якою цифрою на картосхемі позначено територію, що мала статус автономії в складі Української СРР?</vt:lpstr>
      <vt:lpstr>Державне утворення, територію якого позначено на картосхемі штрихуванням, на початку 1920-х років очолював</vt:lpstr>
      <vt:lpstr>Якою цифрою на картосхемі позначено територію УСРР, утрачену республікою в 1920-ті рр.?</vt:lpstr>
      <vt:lpstr>Зображений плакат слід використовувати, характеризуючи політику в галузі освіти</vt:lpstr>
      <vt:lpstr>Увідповідніть назву виконавчого органу влади та державне утворення.</vt:lpstr>
      <vt:lpstr>З’ясуйте рік створення цитованого документа.</vt:lpstr>
      <vt:lpstr>Упровадження нової економічної політики в УСРР стало однією з передумов</vt:lpstr>
      <vt:lpstr>Що було однією з причин переходу більшовиків до нової економічної політики?</vt:lpstr>
      <vt:lpstr>Однією зі складових політики партійно-державного керівництва УСРР у галузі сільського господарства в роки НЕПу було</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Сергей Корниенко</dc:creator>
  <cp:lastModifiedBy>Сергей Корниенко</cp:lastModifiedBy>
  <cp:revision>4</cp:revision>
  <dcterms:created xsi:type="dcterms:W3CDTF">2025-02-04T14:58:53Z</dcterms:created>
  <dcterms:modified xsi:type="dcterms:W3CDTF">2025-02-08T16:33:30Z</dcterms:modified>
</cp:coreProperties>
</file>