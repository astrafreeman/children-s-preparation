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1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5" r:id="rId19"/>
    <p:sldId id="273" r:id="rId20"/>
    <p:sldId id="274" r:id="rId21"/>
    <p:sldId id="306" r:id="rId22"/>
    <p:sldId id="307" r:id="rId23"/>
    <p:sldId id="308" r:id="rId24"/>
    <p:sldId id="309" r:id="rId25"/>
    <p:sldId id="310" r:id="rId26"/>
    <p:sldId id="311" r:id="rId27"/>
    <p:sldId id="312" r:id="rId28"/>
    <p:sldId id="313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озділ за замовчуванням" id="{D9289ACF-3DB9-40E8-A1E5-DD9ACEC86C85}">
          <p14:sldIdLst>
            <p14:sldId id="256"/>
            <p14:sldId id="257"/>
            <p14:sldId id="258"/>
          </p14:sldIdLst>
        </p14:section>
        <p14:section name="Криза режиму" id="{B4C42C86-C4B3-48EA-86E5-6F84AD791AD2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5"/>
            <p14:sldId id="273"/>
            <p14:sldId id="274"/>
            <p14:sldId id="306"/>
            <p14:sldId id="307"/>
            <p14:sldId id="308"/>
            <p14:sldId id="309"/>
            <p14:sldId id="310"/>
            <p14:sldId id="311"/>
            <p14:sldId id="312"/>
            <p14:sldId id="313"/>
          </p14:sldIdLst>
        </p14:section>
      </p14:sectionLst>
    </p:ex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-756" y="-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B0670CD-102D-4781-8F42-E72D82F7BA3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EB545E18-315D-40E5-9CE4-D537C1B36EAB}">
      <dgm:prSet/>
      <dgm:spPr/>
      <dgm:t>
        <a:bodyPr/>
        <a:lstStyle/>
        <a:p>
          <a:r>
            <a:rPr lang="ru-RU"/>
            <a:t>Переворот 1964 р. у керівництві КПРС став реваншем консервативних сил, </a:t>
          </a:r>
          <a:endParaRPr lang="uk-UA"/>
        </a:p>
      </dgm:t>
    </dgm:pt>
    <dgm:pt modelId="{DFBF4AB1-0E9B-487F-9008-22DEDC7BE00A}" type="parTrans" cxnId="{01DCDE84-0784-4226-B121-BAEE44C32F7C}">
      <dgm:prSet/>
      <dgm:spPr/>
      <dgm:t>
        <a:bodyPr/>
        <a:lstStyle/>
        <a:p>
          <a:endParaRPr lang="uk-UA"/>
        </a:p>
      </dgm:t>
    </dgm:pt>
    <dgm:pt modelId="{7339AEF3-CA8A-44CA-9D69-1A70099DB830}" type="sibTrans" cxnId="{01DCDE84-0784-4226-B121-BAEE44C32F7C}">
      <dgm:prSet/>
      <dgm:spPr/>
      <dgm:t>
        <a:bodyPr/>
        <a:lstStyle/>
        <a:p>
          <a:endParaRPr lang="uk-UA"/>
        </a:p>
      </dgm:t>
    </dgm:pt>
    <dgm:pt modelId="{17427AE0-0799-4BAF-9F2C-C93F23144CB9}">
      <dgm:prSet/>
      <dgm:spPr/>
      <dgm:t>
        <a:bodyPr/>
        <a:lstStyle/>
        <a:p>
          <a:r>
            <a:rPr lang="ru-RU"/>
            <a:t>прагнули припинення реформ та експериментів, відновлення непорушності тоталітарної системи.</a:t>
          </a:r>
          <a:endParaRPr lang="uk-UA"/>
        </a:p>
      </dgm:t>
    </dgm:pt>
    <dgm:pt modelId="{BA798E92-EFC1-4823-B456-C88E2DD98E8E}" type="parTrans" cxnId="{328FB9C7-D83E-4A1E-AD7C-FA8E01DD3C65}">
      <dgm:prSet/>
      <dgm:spPr/>
      <dgm:t>
        <a:bodyPr/>
        <a:lstStyle/>
        <a:p>
          <a:endParaRPr lang="uk-UA"/>
        </a:p>
      </dgm:t>
    </dgm:pt>
    <dgm:pt modelId="{3F020DC9-7E6E-4D99-A03E-04DDF3775183}" type="sibTrans" cxnId="{328FB9C7-D83E-4A1E-AD7C-FA8E01DD3C65}">
      <dgm:prSet/>
      <dgm:spPr/>
      <dgm:t>
        <a:bodyPr/>
        <a:lstStyle/>
        <a:p>
          <a:endParaRPr lang="uk-UA"/>
        </a:p>
      </dgm:t>
    </dgm:pt>
    <dgm:pt modelId="{CDFAD5AE-7BA4-4F48-852C-9C9B6FAACA5F}">
      <dgm:prSet/>
      <dgm:spPr/>
      <dgm:t>
        <a:bodyPr/>
        <a:lstStyle/>
        <a:p>
          <a:r>
            <a:rPr lang="ru-RU"/>
            <a:t>Спроби нової влади </a:t>
          </a:r>
          <a:endParaRPr lang="uk-UA"/>
        </a:p>
      </dgm:t>
    </dgm:pt>
    <dgm:pt modelId="{F7A8D507-A58C-4DF9-8D00-430B1D0F5D35}" type="parTrans" cxnId="{A10F5C4A-75AB-4891-84BB-02CC0C9CB92B}">
      <dgm:prSet/>
      <dgm:spPr/>
      <dgm:t>
        <a:bodyPr/>
        <a:lstStyle/>
        <a:p>
          <a:endParaRPr lang="uk-UA"/>
        </a:p>
      </dgm:t>
    </dgm:pt>
    <dgm:pt modelId="{D7C3B0CD-52F0-4C2D-8077-74ADE401B2BE}" type="sibTrans" cxnId="{A10F5C4A-75AB-4891-84BB-02CC0C9CB92B}">
      <dgm:prSet/>
      <dgm:spPr/>
      <dgm:t>
        <a:bodyPr/>
        <a:lstStyle/>
        <a:p>
          <a:endParaRPr lang="uk-UA"/>
        </a:p>
      </dgm:t>
    </dgm:pt>
    <dgm:pt modelId="{4D574C0F-E8C2-4FAF-A48B-DCFFB92EC86A}">
      <dgm:prSet/>
      <dgm:spPr/>
      <dgm:t>
        <a:bodyPr/>
        <a:lstStyle/>
        <a:p>
          <a:r>
            <a:rPr lang="ru-RU"/>
            <a:t>запровадити економічні форми господарювання в промисловості та підвищити рівень ефективності сільського господарства</a:t>
          </a:r>
          <a:endParaRPr lang="uk-UA"/>
        </a:p>
      </dgm:t>
    </dgm:pt>
    <dgm:pt modelId="{82E82CA4-41C5-4634-81FE-2E80C2703C1E}" type="parTrans" cxnId="{7FB2983C-26BE-489A-B7C7-8F3889CA9182}">
      <dgm:prSet/>
      <dgm:spPr/>
      <dgm:t>
        <a:bodyPr/>
        <a:lstStyle/>
        <a:p>
          <a:endParaRPr lang="uk-UA"/>
        </a:p>
      </dgm:t>
    </dgm:pt>
    <dgm:pt modelId="{0F690940-7426-4DDD-BA77-7A5791D7D260}" type="sibTrans" cxnId="{7FB2983C-26BE-489A-B7C7-8F3889CA9182}">
      <dgm:prSet/>
      <dgm:spPr/>
      <dgm:t>
        <a:bodyPr/>
        <a:lstStyle/>
        <a:p>
          <a:endParaRPr lang="uk-UA"/>
        </a:p>
      </dgm:t>
    </dgm:pt>
    <dgm:pt modelId="{E27C0814-A688-4918-BDE4-932629E4DAB7}">
      <dgm:prSet/>
      <dgm:spPr/>
      <dgm:t>
        <a:bodyPr/>
        <a:lstStyle/>
        <a:p>
          <a:r>
            <a:rPr lang="ru-RU"/>
            <a:t>не досягли тривалого ефекту.</a:t>
          </a:r>
          <a:endParaRPr lang="uk-UA"/>
        </a:p>
      </dgm:t>
    </dgm:pt>
    <dgm:pt modelId="{394A0A0F-6119-4252-8A7B-AB6F839051EA}" type="parTrans" cxnId="{BD54E5AC-AA0A-4405-81B5-2EDDD54A88F6}">
      <dgm:prSet/>
      <dgm:spPr/>
      <dgm:t>
        <a:bodyPr/>
        <a:lstStyle/>
        <a:p>
          <a:endParaRPr lang="uk-UA"/>
        </a:p>
      </dgm:t>
    </dgm:pt>
    <dgm:pt modelId="{2A91CF7C-B0F1-40FD-B108-B9EA428D87C8}" type="sibTrans" cxnId="{BD54E5AC-AA0A-4405-81B5-2EDDD54A88F6}">
      <dgm:prSet/>
      <dgm:spPr/>
      <dgm:t>
        <a:bodyPr/>
        <a:lstStyle/>
        <a:p>
          <a:endParaRPr lang="uk-UA"/>
        </a:p>
      </dgm:t>
    </dgm:pt>
    <dgm:pt modelId="{416EA289-137E-4635-B67B-A102E635A449}">
      <dgm:prSet/>
      <dgm:spPr/>
      <dgm:t>
        <a:bodyPr/>
        <a:lstStyle/>
        <a:p>
          <a:r>
            <a:rPr lang="ru-RU"/>
            <a:t>Провал реформ уповільнив «наближення» комунізму до 1980 р., </a:t>
          </a:r>
          <a:endParaRPr lang="uk-UA"/>
        </a:p>
      </dgm:t>
    </dgm:pt>
    <dgm:pt modelId="{B661A68E-9E8A-4ADD-8E07-F8B9C5A8BC68}" type="parTrans" cxnId="{9996B32C-9057-4A69-947F-2F43D3F0237D}">
      <dgm:prSet/>
      <dgm:spPr/>
      <dgm:t>
        <a:bodyPr/>
        <a:lstStyle/>
        <a:p>
          <a:endParaRPr lang="uk-UA"/>
        </a:p>
      </dgm:t>
    </dgm:pt>
    <dgm:pt modelId="{D7B80F3A-33C0-462B-906D-B599232DDCAB}" type="sibTrans" cxnId="{9996B32C-9057-4A69-947F-2F43D3F0237D}">
      <dgm:prSet/>
      <dgm:spPr/>
      <dgm:t>
        <a:bodyPr/>
        <a:lstStyle/>
        <a:p>
          <a:endParaRPr lang="uk-UA"/>
        </a:p>
      </dgm:t>
    </dgm:pt>
    <dgm:pt modelId="{97C7A4F2-0B56-4389-9432-F45790262917}">
      <dgm:prSet/>
      <dgm:spPr/>
      <dgm:t>
        <a:bodyPr/>
        <a:lstStyle/>
        <a:p>
          <a:r>
            <a:rPr lang="ru-RU"/>
            <a:t>влада вигадала новий термін «розвинений соціалізм».</a:t>
          </a:r>
          <a:endParaRPr lang="uk-UA"/>
        </a:p>
      </dgm:t>
    </dgm:pt>
    <dgm:pt modelId="{68FEE309-74BE-494B-ACD1-BBE85C9810EF}" type="parTrans" cxnId="{CCA4E93C-5135-42DB-829C-AB71227A8F77}">
      <dgm:prSet/>
      <dgm:spPr/>
      <dgm:t>
        <a:bodyPr/>
        <a:lstStyle/>
        <a:p>
          <a:endParaRPr lang="uk-UA"/>
        </a:p>
      </dgm:t>
    </dgm:pt>
    <dgm:pt modelId="{EA0A0B82-A2DB-4486-ABF4-CCF39DB5A9DE}" type="sibTrans" cxnId="{CCA4E93C-5135-42DB-829C-AB71227A8F77}">
      <dgm:prSet/>
      <dgm:spPr/>
      <dgm:t>
        <a:bodyPr/>
        <a:lstStyle/>
        <a:p>
          <a:endParaRPr lang="uk-UA"/>
        </a:p>
      </dgm:t>
    </dgm:pt>
    <dgm:pt modelId="{FAA55B59-45AA-419C-9F56-5BA1DA476DE8}">
      <dgm:prSet/>
      <dgm:spPr/>
      <dgm:t>
        <a:bodyPr/>
        <a:lstStyle/>
        <a:p>
          <a:r>
            <a:rPr lang="ru-RU"/>
            <a:t>Водночас партійно-державний апарат </a:t>
          </a:r>
          <a:endParaRPr lang="uk-UA"/>
        </a:p>
      </dgm:t>
    </dgm:pt>
    <dgm:pt modelId="{E46DF80A-9AE8-4EA9-9C14-681EDF25B4D8}" type="parTrans" cxnId="{A21D2BC0-9B2F-45E6-8D25-6D52D019AE22}">
      <dgm:prSet/>
      <dgm:spPr/>
      <dgm:t>
        <a:bodyPr/>
        <a:lstStyle/>
        <a:p>
          <a:endParaRPr lang="uk-UA"/>
        </a:p>
      </dgm:t>
    </dgm:pt>
    <dgm:pt modelId="{FB69F514-EBEF-4926-9581-1DF5B04007E7}" type="sibTrans" cxnId="{A21D2BC0-9B2F-45E6-8D25-6D52D019AE22}">
      <dgm:prSet/>
      <dgm:spPr/>
      <dgm:t>
        <a:bodyPr/>
        <a:lstStyle/>
        <a:p>
          <a:endParaRPr lang="uk-UA"/>
        </a:p>
      </dgm:t>
    </dgm:pt>
    <dgm:pt modelId="{40E759F9-AFC0-4450-84E6-522AE82AE98D}">
      <dgm:prSet/>
      <dgm:spPr/>
      <dgm:t>
        <a:bodyPr/>
        <a:lstStyle/>
        <a:p>
          <a:r>
            <a:rPr lang="ru-RU"/>
            <a:t>номенклатура по суті, перетворився на новий правлячий клас радянського суспільства.</a:t>
          </a:r>
          <a:endParaRPr lang="uk-UA"/>
        </a:p>
      </dgm:t>
    </dgm:pt>
    <dgm:pt modelId="{9B789E1B-DBA5-48AB-B2F6-621BE4794C39}" type="parTrans" cxnId="{CEDF86A7-753B-4E7D-B5B5-2D55A7F0B13F}">
      <dgm:prSet/>
      <dgm:spPr/>
      <dgm:t>
        <a:bodyPr/>
        <a:lstStyle/>
        <a:p>
          <a:endParaRPr lang="uk-UA"/>
        </a:p>
      </dgm:t>
    </dgm:pt>
    <dgm:pt modelId="{10380562-011C-4B35-B086-F8B02CBC0FC0}" type="sibTrans" cxnId="{CEDF86A7-753B-4E7D-B5B5-2D55A7F0B13F}">
      <dgm:prSet/>
      <dgm:spPr/>
      <dgm:t>
        <a:bodyPr/>
        <a:lstStyle/>
        <a:p>
          <a:endParaRPr lang="uk-UA"/>
        </a:p>
      </dgm:t>
    </dgm:pt>
    <dgm:pt modelId="{D530B5CA-9BD6-411A-B865-A68A48899A0B}" type="pres">
      <dgm:prSet presAssocID="{5B0670CD-102D-4781-8F42-E72D82F7BA3C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53E54A7B-1FE3-4EB0-B31A-A5FDD3E42128}" type="pres">
      <dgm:prSet presAssocID="{EB545E18-315D-40E5-9CE4-D537C1B36EAB}" presName="parentText" presStyleLbl="node1" presStyleIdx="0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08E4A20-7AC0-4E6E-93BE-100F3A936EBA}" type="pres">
      <dgm:prSet presAssocID="{EB545E18-315D-40E5-9CE4-D537C1B36EAB}" presName="childText" presStyleLbl="revTx" presStyleIdx="0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6CFB446-2DC2-4DEC-AF3C-02554A8844DC}" type="pres">
      <dgm:prSet presAssocID="{CDFAD5AE-7BA4-4F48-852C-9C9B6FAACA5F}" presName="parentText" presStyleLbl="node1" presStyleIdx="1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62CFA69-FF61-432C-A492-67369C4ED15B}" type="pres">
      <dgm:prSet presAssocID="{CDFAD5AE-7BA4-4F48-852C-9C9B6FAACA5F}" presName="childText" presStyleLbl="revTx" presStyleIdx="1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283D3D75-BE1D-4803-92BB-FAA94AE2A6FC}" type="pres">
      <dgm:prSet presAssocID="{416EA289-137E-4635-B67B-A102E635A449}" presName="parentText" presStyleLbl="node1" presStyleIdx="2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B2ABF23-5CE9-4801-A028-0FF2370A50CC}" type="pres">
      <dgm:prSet presAssocID="{416EA289-137E-4635-B67B-A102E635A449}" presName="childText" presStyleLbl="revTx" presStyleIdx="2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31FEB8B-8B4B-4C67-9330-EC6D5C9CC006}" type="pres">
      <dgm:prSet presAssocID="{FAA55B59-45AA-419C-9F56-5BA1DA476DE8}" presName="parentText" presStyleLbl="node1" presStyleIdx="3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87910F6-414E-4B8C-B247-9608C0A875D9}" type="pres">
      <dgm:prSet presAssocID="{FAA55B59-45AA-419C-9F56-5BA1DA476DE8}" presName="childText" presStyleLbl="revTx" presStyleIdx="3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3FA0F4C2-5841-45E0-8232-9C05FE30C111}" type="presOf" srcId="{E27C0814-A688-4918-BDE4-932629E4DAB7}" destId="{B62CFA69-FF61-432C-A492-67369C4ED15B}" srcOrd="0" destOrd="1" presId="urn:microsoft.com/office/officeart/2005/8/layout/vList2"/>
    <dgm:cxn modelId="{5662C88A-1AC2-43BF-9502-0D765779FB3C}" type="presOf" srcId="{FAA55B59-45AA-419C-9F56-5BA1DA476DE8}" destId="{331FEB8B-8B4B-4C67-9330-EC6D5C9CC006}" srcOrd="0" destOrd="0" presId="urn:microsoft.com/office/officeart/2005/8/layout/vList2"/>
    <dgm:cxn modelId="{BD54E5AC-AA0A-4405-81B5-2EDDD54A88F6}" srcId="{CDFAD5AE-7BA4-4F48-852C-9C9B6FAACA5F}" destId="{E27C0814-A688-4918-BDE4-932629E4DAB7}" srcOrd="1" destOrd="0" parTransId="{394A0A0F-6119-4252-8A7B-AB6F839051EA}" sibTransId="{2A91CF7C-B0F1-40FD-B108-B9EA428D87C8}"/>
    <dgm:cxn modelId="{11940CE8-5564-4289-AB91-BB5A51D2E5E2}" type="presOf" srcId="{97C7A4F2-0B56-4389-9432-F45790262917}" destId="{BB2ABF23-5CE9-4801-A028-0FF2370A50CC}" srcOrd="0" destOrd="0" presId="urn:microsoft.com/office/officeart/2005/8/layout/vList2"/>
    <dgm:cxn modelId="{17C84DD4-537A-4D43-84C8-16B6D82A7B29}" type="presOf" srcId="{4D574C0F-E8C2-4FAF-A48B-DCFFB92EC86A}" destId="{B62CFA69-FF61-432C-A492-67369C4ED15B}" srcOrd="0" destOrd="0" presId="urn:microsoft.com/office/officeart/2005/8/layout/vList2"/>
    <dgm:cxn modelId="{9996B32C-9057-4A69-947F-2F43D3F0237D}" srcId="{5B0670CD-102D-4781-8F42-E72D82F7BA3C}" destId="{416EA289-137E-4635-B67B-A102E635A449}" srcOrd="2" destOrd="0" parTransId="{B661A68E-9E8A-4ADD-8E07-F8B9C5A8BC68}" sibTransId="{D7B80F3A-33C0-462B-906D-B599232DDCAB}"/>
    <dgm:cxn modelId="{BA73D177-A5A2-4DB6-A23C-F7CD2FC3871C}" type="presOf" srcId="{5B0670CD-102D-4781-8F42-E72D82F7BA3C}" destId="{D530B5CA-9BD6-411A-B865-A68A48899A0B}" srcOrd="0" destOrd="0" presId="urn:microsoft.com/office/officeart/2005/8/layout/vList2"/>
    <dgm:cxn modelId="{01DCDE84-0784-4226-B121-BAEE44C32F7C}" srcId="{5B0670CD-102D-4781-8F42-E72D82F7BA3C}" destId="{EB545E18-315D-40E5-9CE4-D537C1B36EAB}" srcOrd="0" destOrd="0" parTransId="{DFBF4AB1-0E9B-487F-9008-22DEDC7BE00A}" sibTransId="{7339AEF3-CA8A-44CA-9D69-1A70099DB830}"/>
    <dgm:cxn modelId="{A5125F6C-BAB7-40FF-997A-7E5FA864E563}" type="presOf" srcId="{CDFAD5AE-7BA4-4F48-852C-9C9B6FAACA5F}" destId="{06CFB446-2DC2-4DEC-AF3C-02554A8844DC}" srcOrd="0" destOrd="0" presId="urn:microsoft.com/office/officeart/2005/8/layout/vList2"/>
    <dgm:cxn modelId="{A10F5C4A-75AB-4891-84BB-02CC0C9CB92B}" srcId="{5B0670CD-102D-4781-8F42-E72D82F7BA3C}" destId="{CDFAD5AE-7BA4-4F48-852C-9C9B6FAACA5F}" srcOrd="1" destOrd="0" parTransId="{F7A8D507-A58C-4DF9-8D00-430B1D0F5D35}" sibTransId="{D7C3B0CD-52F0-4C2D-8077-74ADE401B2BE}"/>
    <dgm:cxn modelId="{C1A9CD24-1D72-4C74-8DB5-AF069389ED4F}" type="presOf" srcId="{17427AE0-0799-4BAF-9F2C-C93F23144CB9}" destId="{908E4A20-7AC0-4E6E-93BE-100F3A936EBA}" srcOrd="0" destOrd="0" presId="urn:microsoft.com/office/officeart/2005/8/layout/vList2"/>
    <dgm:cxn modelId="{925F8698-331B-4CD8-B367-CFC98BD8818A}" type="presOf" srcId="{EB545E18-315D-40E5-9CE4-D537C1B36EAB}" destId="{53E54A7B-1FE3-4EB0-B31A-A5FDD3E42128}" srcOrd="0" destOrd="0" presId="urn:microsoft.com/office/officeart/2005/8/layout/vList2"/>
    <dgm:cxn modelId="{328FB9C7-D83E-4A1E-AD7C-FA8E01DD3C65}" srcId="{EB545E18-315D-40E5-9CE4-D537C1B36EAB}" destId="{17427AE0-0799-4BAF-9F2C-C93F23144CB9}" srcOrd="0" destOrd="0" parTransId="{BA798E92-EFC1-4823-B456-C88E2DD98E8E}" sibTransId="{3F020DC9-7E6E-4D99-A03E-04DDF3775183}"/>
    <dgm:cxn modelId="{59EAFEA1-D4A3-4BC4-B264-272E1295984F}" type="presOf" srcId="{416EA289-137E-4635-B67B-A102E635A449}" destId="{283D3D75-BE1D-4803-92BB-FAA94AE2A6FC}" srcOrd="0" destOrd="0" presId="urn:microsoft.com/office/officeart/2005/8/layout/vList2"/>
    <dgm:cxn modelId="{92501349-2F3B-43AE-9D8D-95D6938DB798}" type="presOf" srcId="{40E759F9-AFC0-4450-84E6-522AE82AE98D}" destId="{D87910F6-414E-4B8C-B247-9608C0A875D9}" srcOrd="0" destOrd="0" presId="urn:microsoft.com/office/officeart/2005/8/layout/vList2"/>
    <dgm:cxn modelId="{7FB2983C-26BE-489A-B7C7-8F3889CA9182}" srcId="{CDFAD5AE-7BA4-4F48-852C-9C9B6FAACA5F}" destId="{4D574C0F-E8C2-4FAF-A48B-DCFFB92EC86A}" srcOrd="0" destOrd="0" parTransId="{82E82CA4-41C5-4634-81FE-2E80C2703C1E}" sibTransId="{0F690940-7426-4DDD-BA77-7A5791D7D260}"/>
    <dgm:cxn modelId="{A21D2BC0-9B2F-45E6-8D25-6D52D019AE22}" srcId="{5B0670CD-102D-4781-8F42-E72D82F7BA3C}" destId="{FAA55B59-45AA-419C-9F56-5BA1DA476DE8}" srcOrd="3" destOrd="0" parTransId="{E46DF80A-9AE8-4EA9-9C14-681EDF25B4D8}" sibTransId="{FB69F514-EBEF-4926-9581-1DF5B04007E7}"/>
    <dgm:cxn modelId="{CCA4E93C-5135-42DB-829C-AB71227A8F77}" srcId="{416EA289-137E-4635-B67B-A102E635A449}" destId="{97C7A4F2-0B56-4389-9432-F45790262917}" srcOrd="0" destOrd="0" parTransId="{68FEE309-74BE-494B-ACD1-BBE85C9810EF}" sibTransId="{EA0A0B82-A2DB-4486-ABF4-CCF39DB5A9DE}"/>
    <dgm:cxn modelId="{CEDF86A7-753B-4E7D-B5B5-2D55A7F0B13F}" srcId="{FAA55B59-45AA-419C-9F56-5BA1DA476DE8}" destId="{40E759F9-AFC0-4450-84E6-522AE82AE98D}" srcOrd="0" destOrd="0" parTransId="{9B789E1B-DBA5-48AB-B2F6-621BE4794C39}" sibTransId="{10380562-011C-4B35-B086-F8B02CBC0FC0}"/>
    <dgm:cxn modelId="{F9091A4C-E6FE-4599-AA44-E491CB494364}" type="presParOf" srcId="{D530B5CA-9BD6-411A-B865-A68A48899A0B}" destId="{53E54A7B-1FE3-4EB0-B31A-A5FDD3E42128}" srcOrd="0" destOrd="0" presId="urn:microsoft.com/office/officeart/2005/8/layout/vList2"/>
    <dgm:cxn modelId="{ACFA00B9-BF10-4E03-AAA2-DF1415816894}" type="presParOf" srcId="{D530B5CA-9BD6-411A-B865-A68A48899A0B}" destId="{908E4A20-7AC0-4E6E-93BE-100F3A936EBA}" srcOrd="1" destOrd="0" presId="urn:microsoft.com/office/officeart/2005/8/layout/vList2"/>
    <dgm:cxn modelId="{0397C9F0-314A-42DC-816C-EBF3A69123CB}" type="presParOf" srcId="{D530B5CA-9BD6-411A-B865-A68A48899A0B}" destId="{06CFB446-2DC2-4DEC-AF3C-02554A8844DC}" srcOrd="2" destOrd="0" presId="urn:microsoft.com/office/officeart/2005/8/layout/vList2"/>
    <dgm:cxn modelId="{921106B0-57C3-4836-A18A-479F208A4D5F}" type="presParOf" srcId="{D530B5CA-9BD6-411A-B865-A68A48899A0B}" destId="{B62CFA69-FF61-432C-A492-67369C4ED15B}" srcOrd="3" destOrd="0" presId="urn:microsoft.com/office/officeart/2005/8/layout/vList2"/>
    <dgm:cxn modelId="{87B47062-3DD9-4DB8-A0EE-CF802FE04F34}" type="presParOf" srcId="{D530B5CA-9BD6-411A-B865-A68A48899A0B}" destId="{283D3D75-BE1D-4803-92BB-FAA94AE2A6FC}" srcOrd="4" destOrd="0" presId="urn:microsoft.com/office/officeart/2005/8/layout/vList2"/>
    <dgm:cxn modelId="{13CA8D07-C9FD-4463-B573-69AB4471F0C2}" type="presParOf" srcId="{D530B5CA-9BD6-411A-B865-A68A48899A0B}" destId="{BB2ABF23-5CE9-4801-A028-0FF2370A50CC}" srcOrd="5" destOrd="0" presId="urn:microsoft.com/office/officeart/2005/8/layout/vList2"/>
    <dgm:cxn modelId="{BA95CF67-9169-4C43-8382-574F26F3131A}" type="presParOf" srcId="{D530B5CA-9BD6-411A-B865-A68A48899A0B}" destId="{331FEB8B-8B4B-4C67-9330-EC6D5C9CC006}" srcOrd="6" destOrd="0" presId="urn:microsoft.com/office/officeart/2005/8/layout/vList2"/>
    <dgm:cxn modelId="{B3C55A7E-F964-4E16-AD23-EA358660DDAD}" type="presParOf" srcId="{D530B5CA-9BD6-411A-B865-A68A48899A0B}" destId="{D87910F6-414E-4B8C-B247-9608C0A875D9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67E55C3-A499-4011-8CE5-645AB2F3C56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C2E6D76F-F344-4FC2-BA06-20092CDFCBA1}">
      <dgm:prSet/>
      <dgm:spPr/>
      <dgm:t>
        <a:bodyPr/>
        <a:lstStyle/>
        <a:p>
          <a:r>
            <a:rPr lang="ru-RU" b="0" i="0"/>
            <a:t>низьку якість обслуговування в торговельних закладах</a:t>
          </a:r>
          <a:endParaRPr lang="uk-UA"/>
        </a:p>
      </dgm:t>
    </dgm:pt>
    <dgm:pt modelId="{9A0C9935-107E-430D-9D40-210052B8CCB3}" type="parTrans" cxnId="{416EC69C-E162-4A7D-B259-7335D3B493C3}">
      <dgm:prSet/>
      <dgm:spPr/>
      <dgm:t>
        <a:bodyPr/>
        <a:lstStyle/>
        <a:p>
          <a:endParaRPr lang="uk-UA"/>
        </a:p>
      </dgm:t>
    </dgm:pt>
    <dgm:pt modelId="{35682882-E7AA-4008-8BB4-200D9E847E69}" type="sibTrans" cxnId="{416EC69C-E162-4A7D-B259-7335D3B493C3}">
      <dgm:prSet/>
      <dgm:spPr/>
      <dgm:t>
        <a:bodyPr/>
        <a:lstStyle/>
        <a:p>
          <a:endParaRPr lang="uk-UA"/>
        </a:p>
      </dgm:t>
    </dgm:pt>
    <dgm:pt modelId="{BB580041-4CDA-45E8-82FE-3B2B46A1F46D}">
      <dgm:prSet/>
      <dgm:spPr/>
      <dgm:t>
        <a:bodyPr/>
        <a:lstStyle/>
        <a:p>
          <a:r>
            <a:rPr lang="ru-RU" b="0" i="0"/>
            <a:t>розкрадання державного майна на робочих місцях</a:t>
          </a:r>
          <a:endParaRPr lang="uk-UA"/>
        </a:p>
      </dgm:t>
    </dgm:pt>
    <dgm:pt modelId="{839D5F91-4D2A-4AB5-9B39-46313E0EF459}" type="parTrans" cxnId="{BEF6E4E4-2228-4A63-BDF6-7910BC26CCF4}">
      <dgm:prSet/>
      <dgm:spPr/>
      <dgm:t>
        <a:bodyPr/>
        <a:lstStyle/>
        <a:p>
          <a:endParaRPr lang="uk-UA"/>
        </a:p>
      </dgm:t>
    </dgm:pt>
    <dgm:pt modelId="{FC14859A-4A58-42D7-9009-FB6FAE3F9789}" type="sibTrans" cxnId="{BEF6E4E4-2228-4A63-BDF6-7910BC26CCF4}">
      <dgm:prSet/>
      <dgm:spPr/>
      <dgm:t>
        <a:bodyPr/>
        <a:lstStyle/>
        <a:p>
          <a:endParaRPr lang="uk-UA"/>
        </a:p>
      </dgm:t>
    </dgm:pt>
    <dgm:pt modelId="{8E382457-12FB-453F-AA34-D325D517F370}">
      <dgm:prSet/>
      <dgm:spPr/>
      <dgm:t>
        <a:bodyPr/>
        <a:lstStyle/>
        <a:p>
          <a:r>
            <a:rPr lang="ru-RU" b="0" i="0"/>
            <a:t>технологічну відсталість харчової промисловості</a:t>
          </a:r>
          <a:endParaRPr lang="uk-UA"/>
        </a:p>
      </dgm:t>
    </dgm:pt>
    <dgm:pt modelId="{6C4628E2-9369-4151-8374-C3B4CB5B99FE}" type="parTrans" cxnId="{1FCFF017-59E4-48E5-881C-FFBD730E24AB}">
      <dgm:prSet/>
      <dgm:spPr/>
      <dgm:t>
        <a:bodyPr/>
        <a:lstStyle/>
        <a:p>
          <a:endParaRPr lang="uk-UA"/>
        </a:p>
      </dgm:t>
    </dgm:pt>
    <dgm:pt modelId="{457D9588-70C8-4837-A3D6-2D14BB9DFC1A}" type="sibTrans" cxnId="{1FCFF017-59E4-48E5-881C-FFBD730E24AB}">
      <dgm:prSet/>
      <dgm:spPr/>
      <dgm:t>
        <a:bodyPr/>
        <a:lstStyle/>
        <a:p>
          <a:endParaRPr lang="uk-UA"/>
        </a:p>
      </dgm:t>
    </dgm:pt>
    <dgm:pt modelId="{4821B215-3906-4B2F-84A9-59288BC78C12}">
      <dgm:prSet/>
      <dgm:spPr/>
      <dgm:t>
        <a:bodyPr/>
        <a:lstStyle/>
        <a:p>
          <a:r>
            <a:rPr lang="ru-RU" b="0" i="0"/>
            <a:t>систематичне пияцтво на робочому місці</a:t>
          </a:r>
          <a:endParaRPr lang="uk-UA"/>
        </a:p>
      </dgm:t>
    </dgm:pt>
    <dgm:pt modelId="{36B189F7-D7A6-458D-8ACF-FB547BA5514F}" type="parTrans" cxnId="{B6C3102F-C749-48F6-A8FC-C9BEE069B753}">
      <dgm:prSet/>
      <dgm:spPr/>
      <dgm:t>
        <a:bodyPr/>
        <a:lstStyle/>
        <a:p>
          <a:endParaRPr lang="uk-UA"/>
        </a:p>
      </dgm:t>
    </dgm:pt>
    <dgm:pt modelId="{1460B654-6950-4146-A286-78B2F32D8D99}" type="sibTrans" cxnId="{B6C3102F-C749-48F6-A8FC-C9BEE069B753}">
      <dgm:prSet/>
      <dgm:spPr/>
      <dgm:t>
        <a:bodyPr/>
        <a:lstStyle/>
        <a:p>
          <a:endParaRPr lang="uk-UA"/>
        </a:p>
      </dgm:t>
    </dgm:pt>
    <dgm:pt modelId="{C701AA24-C612-4F1A-872A-AD9EF9BCCF1D}" type="pres">
      <dgm:prSet presAssocID="{D67E55C3-A499-4011-8CE5-645AB2F3C569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DA1E2952-15D2-4DC3-8F93-EDA1B5BC9E8A}" type="pres">
      <dgm:prSet presAssocID="{C2E6D76F-F344-4FC2-BA06-20092CDFCBA1}" presName="parentText" presStyleLbl="node1" presStyleIdx="0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858414A-FADC-43C3-8928-C7DBBA809D91}" type="pres">
      <dgm:prSet presAssocID="{35682882-E7AA-4008-8BB4-200D9E847E69}" presName="spacer" presStyleCnt="0"/>
      <dgm:spPr/>
    </dgm:pt>
    <dgm:pt modelId="{AD29DF6C-FBD6-4F31-9CE0-BAE0A62AED0D}" type="pres">
      <dgm:prSet presAssocID="{BB580041-4CDA-45E8-82FE-3B2B46A1F46D}" presName="parentText" presStyleLbl="node1" presStyleIdx="1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956098E-C6A5-4807-8BCD-A7FDDBD912CF}" type="pres">
      <dgm:prSet presAssocID="{FC14859A-4A58-42D7-9009-FB6FAE3F9789}" presName="spacer" presStyleCnt="0"/>
      <dgm:spPr/>
    </dgm:pt>
    <dgm:pt modelId="{0E90FD2C-C1DF-4189-B28D-B26BB10B1DB1}" type="pres">
      <dgm:prSet presAssocID="{8E382457-12FB-453F-AA34-D325D517F370}" presName="parentText" presStyleLbl="node1" presStyleIdx="2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B4A4A4E-331B-4DB1-BE8A-AEEED8C89E2E}" type="pres">
      <dgm:prSet presAssocID="{457D9588-70C8-4837-A3D6-2D14BB9DFC1A}" presName="spacer" presStyleCnt="0"/>
      <dgm:spPr/>
    </dgm:pt>
    <dgm:pt modelId="{8412846A-FFB8-49BA-BC68-39FE5912E947}" type="pres">
      <dgm:prSet presAssocID="{4821B215-3906-4B2F-84A9-59288BC78C12}" presName="parentText" presStyleLbl="node1" presStyleIdx="3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E4E527CD-B516-4374-87D3-77C9F695BC85}" type="presOf" srcId="{BB580041-4CDA-45E8-82FE-3B2B46A1F46D}" destId="{AD29DF6C-FBD6-4F31-9CE0-BAE0A62AED0D}" srcOrd="0" destOrd="0" presId="urn:microsoft.com/office/officeart/2005/8/layout/vList2"/>
    <dgm:cxn modelId="{50C5FF04-ED8C-4CD3-A13C-657BFF501F3F}" type="presOf" srcId="{C2E6D76F-F344-4FC2-BA06-20092CDFCBA1}" destId="{DA1E2952-15D2-4DC3-8F93-EDA1B5BC9E8A}" srcOrd="0" destOrd="0" presId="urn:microsoft.com/office/officeart/2005/8/layout/vList2"/>
    <dgm:cxn modelId="{476A073B-519E-4035-A057-3E7E8DC0378A}" type="presOf" srcId="{4821B215-3906-4B2F-84A9-59288BC78C12}" destId="{8412846A-FFB8-49BA-BC68-39FE5912E947}" srcOrd="0" destOrd="0" presId="urn:microsoft.com/office/officeart/2005/8/layout/vList2"/>
    <dgm:cxn modelId="{1FCFF017-59E4-48E5-881C-FFBD730E24AB}" srcId="{D67E55C3-A499-4011-8CE5-645AB2F3C569}" destId="{8E382457-12FB-453F-AA34-D325D517F370}" srcOrd="2" destOrd="0" parTransId="{6C4628E2-9369-4151-8374-C3B4CB5B99FE}" sibTransId="{457D9588-70C8-4837-A3D6-2D14BB9DFC1A}"/>
    <dgm:cxn modelId="{15DAAFEE-B4E2-4715-AC2C-3EA585894FE9}" type="presOf" srcId="{D67E55C3-A499-4011-8CE5-645AB2F3C569}" destId="{C701AA24-C612-4F1A-872A-AD9EF9BCCF1D}" srcOrd="0" destOrd="0" presId="urn:microsoft.com/office/officeart/2005/8/layout/vList2"/>
    <dgm:cxn modelId="{B6C3102F-C749-48F6-A8FC-C9BEE069B753}" srcId="{D67E55C3-A499-4011-8CE5-645AB2F3C569}" destId="{4821B215-3906-4B2F-84A9-59288BC78C12}" srcOrd="3" destOrd="0" parTransId="{36B189F7-D7A6-458D-8ACF-FB547BA5514F}" sibTransId="{1460B654-6950-4146-A286-78B2F32D8D99}"/>
    <dgm:cxn modelId="{BEF6E4E4-2228-4A63-BDF6-7910BC26CCF4}" srcId="{D67E55C3-A499-4011-8CE5-645AB2F3C569}" destId="{BB580041-4CDA-45E8-82FE-3B2B46A1F46D}" srcOrd="1" destOrd="0" parTransId="{839D5F91-4D2A-4AB5-9B39-46313E0EF459}" sibTransId="{FC14859A-4A58-42D7-9009-FB6FAE3F9789}"/>
    <dgm:cxn modelId="{416EC69C-E162-4A7D-B259-7335D3B493C3}" srcId="{D67E55C3-A499-4011-8CE5-645AB2F3C569}" destId="{C2E6D76F-F344-4FC2-BA06-20092CDFCBA1}" srcOrd="0" destOrd="0" parTransId="{9A0C9935-107E-430D-9D40-210052B8CCB3}" sibTransId="{35682882-E7AA-4008-8BB4-200D9E847E69}"/>
    <dgm:cxn modelId="{3EE27E01-396A-45F7-B5C3-C7EB2D0C8AE4}" type="presOf" srcId="{8E382457-12FB-453F-AA34-D325D517F370}" destId="{0E90FD2C-C1DF-4189-B28D-B26BB10B1DB1}" srcOrd="0" destOrd="0" presId="urn:microsoft.com/office/officeart/2005/8/layout/vList2"/>
    <dgm:cxn modelId="{C6610A55-3439-4B3C-B057-29634A76E1A2}" type="presParOf" srcId="{C701AA24-C612-4F1A-872A-AD9EF9BCCF1D}" destId="{DA1E2952-15D2-4DC3-8F93-EDA1B5BC9E8A}" srcOrd="0" destOrd="0" presId="urn:microsoft.com/office/officeart/2005/8/layout/vList2"/>
    <dgm:cxn modelId="{151001DF-F2AA-4BD6-BA4E-DFC3B7B33D00}" type="presParOf" srcId="{C701AA24-C612-4F1A-872A-AD9EF9BCCF1D}" destId="{E858414A-FADC-43C3-8928-C7DBBA809D91}" srcOrd="1" destOrd="0" presId="urn:microsoft.com/office/officeart/2005/8/layout/vList2"/>
    <dgm:cxn modelId="{6A2A7052-BF91-4350-B2E0-C195E6CF77EB}" type="presParOf" srcId="{C701AA24-C612-4F1A-872A-AD9EF9BCCF1D}" destId="{AD29DF6C-FBD6-4F31-9CE0-BAE0A62AED0D}" srcOrd="2" destOrd="0" presId="urn:microsoft.com/office/officeart/2005/8/layout/vList2"/>
    <dgm:cxn modelId="{04504D7E-7DCB-4B44-93EF-073734454D10}" type="presParOf" srcId="{C701AA24-C612-4F1A-872A-AD9EF9BCCF1D}" destId="{D956098E-C6A5-4807-8BCD-A7FDDBD912CF}" srcOrd="3" destOrd="0" presId="urn:microsoft.com/office/officeart/2005/8/layout/vList2"/>
    <dgm:cxn modelId="{D190DC59-0EC5-4897-A36C-BC50504D1CE6}" type="presParOf" srcId="{C701AA24-C612-4F1A-872A-AD9EF9BCCF1D}" destId="{0E90FD2C-C1DF-4189-B28D-B26BB10B1DB1}" srcOrd="4" destOrd="0" presId="urn:microsoft.com/office/officeart/2005/8/layout/vList2"/>
    <dgm:cxn modelId="{699D9004-F86B-4FD5-8383-3A21D7D1FE2C}" type="presParOf" srcId="{C701AA24-C612-4F1A-872A-AD9EF9BCCF1D}" destId="{EB4A4A4E-331B-4DB1-BE8A-AEEED8C89E2E}" srcOrd="5" destOrd="0" presId="urn:microsoft.com/office/officeart/2005/8/layout/vList2"/>
    <dgm:cxn modelId="{2BDAD361-FFC4-447D-AE6C-6D27FC68A19B}" type="presParOf" srcId="{C701AA24-C612-4F1A-872A-AD9EF9BCCF1D}" destId="{8412846A-FFB8-49BA-BC68-39FE5912E947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DA5B42F-6641-46B5-9992-59A87709D84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CCB2CDDD-2CE6-4430-866B-BCA957BCAFC4}">
      <dgm:prSet/>
      <dgm:spPr/>
      <dgm:t>
        <a:bodyPr/>
        <a:lstStyle/>
        <a:p>
          <a:r>
            <a:rPr lang="uk-UA" b="0" i="0"/>
            <a:t>хронічний дефіцит товарів широкого вжитку</a:t>
          </a:r>
          <a:endParaRPr lang="uk-UA"/>
        </a:p>
      </dgm:t>
    </dgm:pt>
    <dgm:pt modelId="{DF1279BD-C5BC-4FA4-A3E2-71A73041AAB4}" type="parTrans" cxnId="{EC26B14B-7AA9-4E3D-A73A-61390A1FEC1A}">
      <dgm:prSet/>
      <dgm:spPr/>
      <dgm:t>
        <a:bodyPr/>
        <a:lstStyle/>
        <a:p>
          <a:endParaRPr lang="uk-UA"/>
        </a:p>
      </dgm:t>
    </dgm:pt>
    <dgm:pt modelId="{EC1F209B-E837-48DB-88D6-09E5B8721B75}" type="sibTrans" cxnId="{EC26B14B-7AA9-4E3D-A73A-61390A1FEC1A}">
      <dgm:prSet/>
      <dgm:spPr/>
      <dgm:t>
        <a:bodyPr/>
        <a:lstStyle/>
        <a:p>
          <a:endParaRPr lang="uk-UA"/>
        </a:p>
      </dgm:t>
    </dgm:pt>
    <dgm:pt modelId="{D44723AF-AD04-4984-9F54-0D5C350E0C10}">
      <dgm:prSet/>
      <dgm:spPr/>
      <dgm:t>
        <a:bodyPr/>
        <a:lstStyle/>
        <a:p>
          <a:r>
            <a:rPr lang="uk-UA" b="0" i="0"/>
            <a:t>низький рівень соціального захисту населення</a:t>
          </a:r>
          <a:endParaRPr lang="uk-UA"/>
        </a:p>
      </dgm:t>
    </dgm:pt>
    <dgm:pt modelId="{4F3E0814-2BF3-4907-9CC1-E14AD517C440}" type="parTrans" cxnId="{47752ABD-72C1-432C-9A7D-8D2CDEC51DCC}">
      <dgm:prSet/>
      <dgm:spPr/>
      <dgm:t>
        <a:bodyPr/>
        <a:lstStyle/>
        <a:p>
          <a:endParaRPr lang="uk-UA"/>
        </a:p>
      </dgm:t>
    </dgm:pt>
    <dgm:pt modelId="{E68A807F-9526-4E5D-8975-DB67C0F0E2B8}" type="sibTrans" cxnId="{47752ABD-72C1-432C-9A7D-8D2CDEC51DCC}">
      <dgm:prSet/>
      <dgm:spPr/>
      <dgm:t>
        <a:bodyPr/>
        <a:lstStyle/>
        <a:p>
          <a:endParaRPr lang="uk-UA"/>
        </a:p>
      </dgm:t>
    </dgm:pt>
    <dgm:pt modelId="{04EB05EE-7E57-4C57-BDEF-30986249BD59}">
      <dgm:prSet/>
      <dgm:spPr/>
      <dgm:t>
        <a:bodyPr/>
        <a:lstStyle/>
        <a:p>
          <a:r>
            <a:rPr lang="uk-UA" b="0" i="0"/>
            <a:t>політичну активність старшого покоління</a:t>
          </a:r>
          <a:endParaRPr lang="uk-UA"/>
        </a:p>
      </dgm:t>
    </dgm:pt>
    <dgm:pt modelId="{E586056B-4134-46A9-8FBC-B072FCD9FB81}" type="parTrans" cxnId="{CFE3DE8B-6AC9-4354-B4CC-47B2C088E317}">
      <dgm:prSet/>
      <dgm:spPr/>
      <dgm:t>
        <a:bodyPr/>
        <a:lstStyle/>
        <a:p>
          <a:endParaRPr lang="uk-UA"/>
        </a:p>
      </dgm:t>
    </dgm:pt>
    <dgm:pt modelId="{D0B2ADC1-4291-43A2-AFFE-E8A3F42372AB}" type="sibTrans" cxnId="{CFE3DE8B-6AC9-4354-B4CC-47B2C088E317}">
      <dgm:prSet/>
      <dgm:spPr/>
      <dgm:t>
        <a:bodyPr/>
        <a:lstStyle/>
        <a:p>
          <a:endParaRPr lang="uk-UA"/>
        </a:p>
      </dgm:t>
    </dgm:pt>
    <dgm:pt modelId="{9E91A476-17B4-4481-BE0A-2B75ADFD8184}">
      <dgm:prSet/>
      <dgm:spPr/>
      <dgm:t>
        <a:bodyPr/>
        <a:lstStyle/>
        <a:p>
          <a:r>
            <a:rPr lang="uk-UA" b="0" i="0"/>
            <a:t>дитячу безпритульність</a:t>
          </a:r>
          <a:endParaRPr lang="uk-UA"/>
        </a:p>
      </dgm:t>
    </dgm:pt>
    <dgm:pt modelId="{A18E8E89-046E-4047-8CDF-B8EC2684ECE9}" type="parTrans" cxnId="{D9A53DC8-FF02-4AF5-AE72-1BC77D6ECC0C}">
      <dgm:prSet/>
      <dgm:spPr/>
      <dgm:t>
        <a:bodyPr/>
        <a:lstStyle/>
        <a:p>
          <a:endParaRPr lang="uk-UA"/>
        </a:p>
      </dgm:t>
    </dgm:pt>
    <dgm:pt modelId="{7C279192-FD1E-4466-BBC8-CEB1E82EA230}" type="sibTrans" cxnId="{D9A53DC8-FF02-4AF5-AE72-1BC77D6ECC0C}">
      <dgm:prSet/>
      <dgm:spPr/>
      <dgm:t>
        <a:bodyPr/>
        <a:lstStyle/>
        <a:p>
          <a:endParaRPr lang="uk-UA"/>
        </a:p>
      </dgm:t>
    </dgm:pt>
    <dgm:pt modelId="{A688C68D-86F4-4B65-B6DC-16B66C2CA10F}" type="pres">
      <dgm:prSet presAssocID="{EDA5B42F-6641-46B5-9992-59A87709D845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8503FE6A-DB90-46F9-975B-DC4337D62FBD}" type="pres">
      <dgm:prSet presAssocID="{CCB2CDDD-2CE6-4430-866B-BCA957BCAFC4}" presName="parentText" presStyleLbl="node1" presStyleIdx="0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AACF91D-B9C3-4D42-972A-F15303111743}" type="pres">
      <dgm:prSet presAssocID="{EC1F209B-E837-48DB-88D6-09E5B8721B75}" presName="spacer" presStyleCnt="0"/>
      <dgm:spPr/>
    </dgm:pt>
    <dgm:pt modelId="{614FB51D-F4A2-4247-A402-59047AEA9F4F}" type="pres">
      <dgm:prSet presAssocID="{D44723AF-AD04-4984-9F54-0D5C350E0C10}" presName="parentText" presStyleLbl="node1" presStyleIdx="1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80CACBE-BDAD-4009-828C-5FDFF1F98AF2}" type="pres">
      <dgm:prSet presAssocID="{E68A807F-9526-4E5D-8975-DB67C0F0E2B8}" presName="spacer" presStyleCnt="0"/>
      <dgm:spPr/>
    </dgm:pt>
    <dgm:pt modelId="{965B84FD-F78F-4E6D-B0A2-4AEEEA1DF62A}" type="pres">
      <dgm:prSet presAssocID="{04EB05EE-7E57-4C57-BDEF-30986249BD59}" presName="parentText" presStyleLbl="node1" presStyleIdx="2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5F56409E-EC4A-4E45-A101-5AA3D63300CC}" type="pres">
      <dgm:prSet presAssocID="{D0B2ADC1-4291-43A2-AFFE-E8A3F42372AB}" presName="spacer" presStyleCnt="0"/>
      <dgm:spPr/>
    </dgm:pt>
    <dgm:pt modelId="{977D2B41-0EA1-453E-AD25-040D138F284B}" type="pres">
      <dgm:prSet presAssocID="{9E91A476-17B4-4481-BE0A-2B75ADFD8184}" presName="parentText" presStyleLbl="node1" presStyleIdx="3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47752ABD-72C1-432C-9A7D-8D2CDEC51DCC}" srcId="{EDA5B42F-6641-46B5-9992-59A87709D845}" destId="{D44723AF-AD04-4984-9F54-0D5C350E0C10}" srcOrd="1" destOrd="0" parTransId="{4F3E0814-2BF3-4907-9CC1-E14AD517C440}" sibTransId="{E68A807F-9526-4E5D-8975-DB67C0F0E2B8}"/>
    <dgm:cxn modelId="{F8573D33-CBF8-471A-90E1-45F50D6648B2}" type="presOf" srcId="{CCB2CDDD-2CE6-4430-866B-BCA957BCAFC4}" destId="{8503FE6A-DB90-46F9-975B-DC4337D62FBD}" srcOrd="0" destOrd="0" presId="urn:microsoft.com/office/officeart/2005/8/layout/vList2"/>
    <dgm:cxn modelId="{D9A53DC8-FF02-4AF5-AE72-1BC77D6ECC0C}" srcId="{EDA5B42F-6641-46B5-9992-59A87709D845}" destId="{9E91A476-17B4-4481-BE0A-2B75ADFD8184}" srcOrd="3" destOrd="0" parTransId="{A18E8E89-046E-4047-8CDF-B8EC2684ECE9}" sibTransId="{7C279192-FD1E-4466-BBC8-CEB1E82EA230}"/>
    <dgm:cxn modelId="{3EFA16E7-EA54-476C-A8AE-E992EC2903C5}" type="presOf" srcId="{D44723AF-AD04-4984-9F54-0D5C350E0C10}" destId="{614FB51D-F4A2-4247-A402-59047AEA9F4F}" srcOrd="0" destOrd="0" presId="urn:microsoft.com/office/officeart/2005/8/layout/vList2"/>
    <dgm:cxn modelId="{9A5FBE79-A56A-4EC7-92B8-0CAAD8D4EB6E}" type="presOf" srcId="{04EB05EE-7E57-4C57-BDEF-30986249BD59}" destId="{965B84FD-F78F-4E6D-B0A2-4AEEEA1DF62A}" srcOrd="0" destOrd="0" presId="urn:microsoft.com/office/officeart/2005/8/layout/vList2"/>
    <dgm:cxn modelId="{EC26B14B-7AA9-4E3D-A73A-61390A1FEC1A}" srcId="{EDA5B42F-6641-46B5-9992-59A87709D845}" destId="{CCB2CDDD-2CE6-4430-866B-BCA957BCAFC4}" srcOrd="0" destOrd="0" parTransId="{DF1279BD-C5BC-4FA4-A3E2-71A73041AAB4}" sibTransId="{EC1F209B-E837-48DB-88D6-09E5B8721B75}"/>
    <dgm:cxn modelId="{166A32E7-6029-4B41-AFE9-C328D1DCBA4D}" type="presOf" srcId="{EDA5B42F-6641-46B5-9992-59A87709D845}" destId="{A688C68D-86F4-4B65-B6DC-16B66C2CA10F}" srcOrd="0" destOrd="0" presId="urn:microsoft.com/office/officeart/2005/8/layout/vList2"/>
    <dgm:cxn modelId="{CF55DABC-BBC1-4890-B80F-184A9E77A59B}" type="presOf" srcId="{9E91A476-17B4-4481-BE0A-2B75ADFD8184}" destId="{977D2B41-0EA1-453E-AD25-040D138F284B}" srcOrd="0" destOrd="0" presId="urn:microsoft.com/office/officeart/2005/8/layout/vList2"/>
    <dgm:cxn modelId="{CFE3DE8B-6AC9-4354-B4CC-47B2C088E317}" srcId="{EDA5B42F-6641-46B5-9992-59A87709D845}" destId="{04EB05EE-7E57-4C57-BDEF-30986249BD59}" srcOrd="2" destOrd="0" parTransId="{E586056B-4134-46A9-8FBC-B072FCD9FB81}" sibTransId="{D0B2ADC1-4291-43A2-AFFE-E8A3F42372AB}"/>
    <dgm:cxn modelId="{FFF04ED3-56F0-45B4-8E76-21D8532302FE}" type="presParOf" srcId="{A688C68D-86F4-4B65-B6DC-16B66C2CA10F}" destId="{8503FE6A-DB90-46F9-975B-DC4337D62FBD}" srcOrd="0" destOrd="0" presId="urn:microsoft.com/office/officeart/2005/8/layout/vList2"/>
    <dgm:cxn modelId="{2F8427AF-2560-4CAF-837F-9AD6B6CC1F7E}" type="presParOf" srcId="{A688C68D-86F4-4B65-B6DC-16B66C2CA10F}" destId="{8AACF91D-B9C3-4D42-972A-F15303111743}" srcOrd="1" destOrd="0" presId="urn:microsoft.com/office/officeart/2005/8/layout/vList2"/>
    <dgm:cxn modelId="{1872C8DD-CB52-49BE-A6B6-0E030E8C1AD8}" type="presParOf" srcId="{A688C68D-86F4-4B65-B6DC-16B66C2CA10F}" destId="{614FB51D-F4A2-4247-A402-59047AEA9F4F}" srcOrd="2" destOrd="0" presId="urn:microsoft.com/office/officeart/2005/8/layout/vList2"/>
    <dgm:cxn modelId="{501CAC99-5B0F-4263-B3F6-7F0D01310474}" type="presParOf" srcId="{A688C68D-86F4-4B65-B6DC-16B66C2CA10F}" destId="{780CACBE-BDAD-4009-828C-5FDFF1F98AF2}" srcOrd="3" destOrd="0" presId="urn:microsoft.com/office/officeart/2005/8/layout/vList2"/>
    <dgm:cxn modelId="{6C186521-7BF2-41F6-80FF-47AEC589735E}" type="presParOf" srcId="{A688C68D-86F4-4B65-B6DC-16B66C2CA10F}" destId="{965B84FD-F78F-4E6D-B0A2-4AEEEA1DF62A}" srcOrd="4" destOrd="0" presId="urn:microsoft.com/office/officeart/2005/8/layout/vList2"/>
    <dgm:cxn modelId="{52A7A821-9FC6-46AD-8A42-3D75FDADA539}" type="presParOf" srcId="{A688C68D-86F4-4B65-B6DC-16B66C2CA10F}" destId="{5F56409E-EC4A-4E45-A101-5AA3D63300CC}" srcOrd="5" destOrd="0" presId="urn:microsoft.com/office/officeart/2005/8/layout/vList2"/>
    <dgm:cxn modelId="{643D0839-64AC-40B9-93B0-90E01D11EA8F}" type="presParOf" srcId="{A688C68D-86F4-4B65-B6DC-16B66C2CA10F}" destId="{977D2B41-0EA1-453E-AD25-040D138F284B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C318F86-6FE8-4D63-9EEC-8288C1259B2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22668E6F-1098-41D4-A555-DF8168E710A3}">
      <dgm:prSet/>
      <dgm:spPr/>
      <dgm:t>
        <a:bodyPr/>
        <a:lstStyle/>
        <a:p>
          <a:r>
            <a:rPr lang="uk-UA" b="0" i="0"/>
            <a:t>незадовільні умови праці співробітників закладів торгівлі</a:t>
          </a:r>
          <a:endParaRPr lang="uk-UA"/>
        </a:p>
      </dgm:t>
    </dgm:pt>
    <dgm:pt modelId="{DCBD9374-CEFF-408E-B9C7-72E6A0123A11}" type="parTrans" cxnId="{EB637D38-1EB2-4268-BEF9-17003C9E9C5E}">
      <dgm:prSet/>
      <dgm:spPr/>
      <dgm:t>
        <a:bodyPr/>
        <a:lstStyle/>
        <a:p>
          <a:endParaRPr lang="uk-UA"/>
        </a:p>
      </dgm:t>
    </dgm:pt>
    <dgm:pt modelId="{2DE58747-3503-4F9A-92B5-9BB64BC75AE5}" type="sibTrans" cxnId="{EB637D38-1EB2-4268-BEF9-17003C9E9C5E}">
      <dgm:prSet/>
      <dgm:spPr/>
      <dgm:t>
        <a:bodyPr/>
        <a:lstStyle/>
        <a:p>
          <a:endParaRPr lang="uk-UA"/>
        </a:p>
      </dgm:t>
    </dgm:pt>
    <dgm:pt modelId="{5C36B269-CE99-4EE9-8BC3-26949098942F}">
      <dgm:prSet/>
      <dgm:spPr/>
      <dgm:t>
        <a:bodyPr/>
        <a:lstStyle/>
        <a:p>
          <a:r>
            <a:rPr lang="uk-UA" b="0" i="0"/>
            <a:t>дефіцит товарів широкого вжитку в торговельних мережах</a:t>
          </a:r>
          <a:endParaRPr lang="uk-UA"/>
        </a:p>
      </dgm:t>
    </dgm:pt>
    <dgm:pt modelId="{B25FCEBB-F638-4F7A-9041-73F5B89EB7D7}" type="parTrans" cxnId="{62675827-72D3-4938-84AE-8D7852EC41F0}">
      <dgm:prSet/>
      <dgm:spPr/>
      <dgm:t>
        <a:bodyPr/>
        <a:lstStyle/>
        <a:p>
          <a:endParaRPr lang="uk-UA"/>
        </a:p>
      </dgm:t>
    </dgm:pt>
    <dgm:pt modelId="{4D18BC53-18D0-4ED6-9191-1596DCA9E715}" type="sibTrans" cxnId="{62675827-72D3-4938-84AE-8D7852EC41F0}">
      <dgm:prSet/>
      <dgm:spPr/>
      <dgm:t>
        <a:bodyPr/>
        <a:lstStyle/>
        <a:p>
          <a:endParaRPr lang="uk-UA"/>
        </a:p>
      </dgm:t>
    </dgm:pt>
    <dgm:pt modelId="{7C76046C-FC71-4D69-8231-EEC800C83E7C}">
      <dgm:prSet/>
      <dgm:spPr/>
      <dgm:t>
        <a:bodyPr/>
        <a:lstStyle/>
        <a:p>
          <a:r>
            <a:rPr lang="uk-UA" b="0" i="0"/>
            <a:t>низький рівень культури обслуговування у сфері торгівлі</a:t>
          </a:r>
          <a:endParaRPr lang="uk-UA"/>
        </a:p>
      </dgm:t>
    </dgm:pt>
    <dgm:pt modelId="{9BEA7554-20AF-401E-8EFD-694657EB4350}" type="parTrans" cxnId="{6C6D283B-2F53-4039-8E09-A9B35F430CA2}">
      <dgm:prSet/>
      <dgm:spPr/>
      <dgm:t>
        <a:bodyPr/>
        <a:lstStyle/>
        <a:p>
          <a:endParaRPr lang="uk-UA"/>
        </a:p>
      </dgm:t>
    </dgm:pt>
    <dgm:pt modelId="{A39E007D-0F17-431C-A0B8-9CFD0F44FB12}" type="sibTrans" cxnId="{6C6D283B-2F53-4039-8E09-A9B35F430CA2}">
      <dgm:prSet/>
      <dgm:spPr/>
      <dgm:t>
        <a:bodyPr/>
        <a:lstStyle/>
        <a:p>
          <a:endParaRPr lang="uk-UA"/>
        </a:p>
      </dgm:t>
    </dgm:pt>
    <dgm:pt modelId="{27718A3D-3557-4291-816B-4F35FA70E701}">
      <dgm:prSet/>
      <dgm:spPr/>
      <dgm:t>
        <a:bodyPr/>
        <a:lstStyle/>
        <a:p>
          <a:r>
            <a:rPr lang="uk-UA" b="0" i="0"/>
            <a:t>падіння в суспільстві престижу торговельних професій</a:t>
          </a:r>
          <a:endParaRPr lang="uk-UA"/>
        </a:p>
      </dgm:t>
    </dgm:pt>
    <dgm:pt modelId="{C043DF03-9C8D-4511-9520-320AC93A4B3B}" type="parTrans" cxnId="{5DAF060E-8E67-4E42-82F0-ACE5F8A72991}">
      <dgm:prSet/>
      <dgm:spPr/>
      <dgm:t>
        <a:bodyPr/>
        <a:lstStyle/>
        <a:p>
          <a:endParaRPr lang="uk-UA"/>
        </a:p>
      </dgm:t>
    </dgm:pt>
    <dgm:pt modelId="{9E1CF6FB-8459-47A3-9D17-42EB9BE279F1}" type="sibTrans" cxnId="{5DAF060E-8E67-4E42-82F0-ACE5F8A72991}">
      <dgm:prSet/>
      <dgm:spPr/>
      <dgm:t>
        <a:bodyPr/>
        <a:lstStyle/>
        <a:p>
          <a:endParaRPr lang="uk-UA"/>
        </a:p>
      </dgm:t>
    </dgm:pt>
    <dgm:pt modelId="{53B72D3C-EB76-4F16-9113-6A43BFC28B0A}" type="pres">
      <dgm:prSet presAssocID="{4C318F86-6FE8-4D63-9EEC-8288C1259B2B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6E80DCA7-61B7-4B88-AD51-24E0A282951E}" type="pres">
      <dgm:prSet presAssocID="{22668E6F-1098-41D4-A555-DF8168E710A3}" presName="parentText" presStyleLbl="node1" presStyleIdx="0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FC28CE5-1D9F-49CB-B957-2184315CA9BB}" type="pres">
      <dgm:prSet presAssocID="{2DE58747-3503-4F9A-92B5-9BB64BC75AE5}" presName="spacer" presStyleCnt="0"/>
      <dgm:spPr/>
    </dgm:pt>
    <dgm:pt modelId="{86C38C30-7F0E-4C23-9754-2A987F20F2D0}" type="pres">
      <dgm:prSet presAssocID="{5C36B269-CE99-4EE9-8BC3-26949098942F}" presName="parentText" presStyleLbl="node1" presStyleIdx="1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82881CA-2823-4514-92B0-9F6F4728C567}" type="pres">
      <dgm:prSet presAssocID="{4D18BC53-18D0-4ED6-9191-1596DCA9E715}" presName="spacer" presStyleCnt="0"/>
      <dgm:spPr/>
    </dgm:pt>
    <dgm:pt modelId="{38AA495B-3FCC-48F7-B5CC-3E9EC5337617}" type="pres">
      <dgm:prSet presAssocID="{7C76046C-FC71-4D69-8231-EEC800C83E7C}" presName="parentText" presStyleLbl="node1" presStyleIdx="2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DC56378-3989-40BF-AFB0-EECF86F97817}" type="pres">
      <dgm:prSet presAssocID="{A39E007D-0F17-431C-A0B8-9CFD0F44FB12}" presName="spacer" presStyleCnt="0"/>
      <dgm:spPr/>
    </dgm:pt>
    <dgm:pt modelId="{07E1D281-1573-41DF-878B-ECDEAC65C663}" type="pres">
      <dgm:prSet presAssocID="{27718A3D-3557-4291-816B-4F35FA70E701}" presName="parentText" presStyleLbl="node1" presStyleIdx="3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F7ED9BCE-4EB2-49F5-AF5C-0B68799A59FA}" type="presOf" srcId="{27718A3D-3557-4291-816B-4F35FA70E701}" destId="{07E1D281-1573-41DF-878B-ECDEAC65C663}" srcOrd="0" destOrd="0" presId="urn:microsoft.com/office/officeart/2005/8/layout/vList2"/>
    <dgm:cxn modelId="{F028E241-8E1F-4D3B-95AC-9DE45F1F652B}" type="presOf" srcId="{7C76046C-FC71-4D69-8231-EEC800C83E7C}" destId="{38AA495B-3FCC-48F7-B5CC-3E9EC5337617}" srcOrd="0" destOrd="0" presId="urn:microsoft.com/office/officeart/2005/8/layout/vList2"/>
    <dgm:cxn modelId="{C1B944BD-E873-4032-9AF1-C16508571BD6}" type="presOf" srcId="{4C318F86-6FE8-4D63-9EEC-8288C1259B2B}" destId="{53B72D3C-EB76-4F16-9113-6A43BFC28B0A}" srcOrd="0" destOrd="0" presId="urn:microsoft.com/office/officeart/2005/8/layout/vList2"/>
    <dgm:cxn modelId="{859383A0-5CAB-4FD9-A71C-2E8998894854}" type="presOf" srcId="{5C36B269-CE99-4EE9-8BC3-26949098942F}" destId="{86C38C30-7F0E-4C23-9754-2A987F20F2D0}" srcOrd="0" destOrd="0" presId="urn:microsoft.com/office/officeart/2005/8/layout/vList2"/>
    <dgm:cxn modelId="{5DAF060E-8E67-4E42-82F0-ACE5F8A72991}" srcId="{4C318F86-6FE8-4D63-9EEC-8288C1259B2B}" destId="{27718A3D-3557-4291-816B-4F35FA70E701}" srcOrd="3" destOrd="0" parTransId="{C043DF03-9C8D-4511-9520-320AC93A4B3B}" sibTransId="{9E1CF6FB-8459-47A3-9D17-42EB9BE279F1}"/>
    <dgm:cxn modelId="{F6A14B39-1846-4414-A0F4-A8747A150196}" type="presOf" srcId="{22668E6F-1098-41D4-A555-DF8168E710A3}" destId="{6E80DCA7-61B7-4B88-AD51-24E0A282951E}" srcOrd="0" destOrd="0" presId="urn:microsoft.com/office/officeart/2005/8/layout/vList2"/>
    <dgm:cxn modelId="{62675827-72D3-4938-84AE-8D7852EC41F0}" srcId="{4C318F86-6FE8-4D63-9EEC-8288C1259B2B}" destId="{5C36B269-CE99-4EE9-8BC3-26949098942F}" srcOrd="1" destOrd="0" parTransId="{B25FCEBB-F638-4F7A-9041-73F5B89EB7D7}" sibTransId="{4D18BC53-18D0-4ED6-9191-1596DCA9E715}"/>
    <dgm:cxn modelId="{6C6D283B-2F53-4039-8E09-A9B35F430CA2}" srcId="{4C318F86-6FE8-4D63-9EEC-8288C1259B2B}" destId="{7C76046C-FC71-4D69-8231-EEC800C83E7C}" srcOrd="2" destOrd="0" parTransId="{9BEA7554-20AF-401E-8EFD-694657EB4350}" sibTransId="{A39E007D-0F17-431C-A0B8-9CFD0F44FB12}"/>
    <dgm:cxn modelId="{EB637D38-1EB2-4268-BEF9-17003C9E9C5E}" srcId="{4C318F86-6FE8-4D63-9EEC-8288C1259B2B}" destId="{22668E6F-1098-41D4-A555-DF8168E710A3}" srcOrd="0" destOrd="0" parTransId="{DCBD9374-CEFF-408E-B9C7-72E6A0123A11}" sibTransId="{2DE58747-3503-4F9A-92B5-9BB64BC75AE5}"/>
    <dgm:cxn modelId="{6686E738-1725-4C94-AA47-BC9A78B0D9A9}" type="presParOf" srcId="{53B72D3C-EB76-4F16-9113-6A43BFC28B0A}" destId="{6E80DCA7-61B7-4B88-AD51-24E0A282951E}" srcOrd="0" destOrd="0" presId="urn:microsoft.com/office/officeart/2005/8/layout/vList2"/>
    <dgm:cxn modelId="{48A71742-EC7E-4AC3-A03A-52D5A1D7E568}" type="presParOf" srcId="{53B72D3C-EB76-4F16-9113-6A43BFC28B0A}" destId="{7FC28CE5-1D9F-49CB-B957-2184315CA9BB}" srcOrd="1" destOrd="0" presId="urn:microsoft.com/office/officeart/2005/8/layout/vList2"/>
    <dgm:cxn modelId="{6BF4A7E1-48A6-4AC7-90B7-74FCAFC3F19C}" type="presParOf" srcId="{53B72D3C-EB76-4F16-9113-6A43BFC28B0A}" destId="{86C38C30-7F0E-4C23-9754-2A987F20F2D0}" srcOrd="2" destOrd="0" presId="urn:microsoft.com/office/officeart/2005/8/layout/vList2"/>
    <dgm:cxn modelId="{5B8CBC0E-8C68-4770-A47D-B0DD0503B22A}" type="presParOf" srcId="{53B72D3C-EB76-4F16-9113-6A43BFC28B0A}" destId="{B82881CA-2823-4514-92B0-9F6F4728C567}" srcOrd="3" destOrd="0" presId="urn:microsoft.com/office/officeart/2005/8/layout/vList2"/>
    <dgm:cxn modelId="{04C2260E-0155-41E9-803B-56FB0EEFB8CB}" type="presParOf" srcId="{53B72D3C-EB76-4F16-9113-6A43BFC28B0A}" destId="{38AA495B-3FCC-48F7-B5CC-3E9EC5337617}" srcOrd="4" destOrd="0" presId="urn:microsoft.com/office/officeart/2005/8/layout/vList2"/>
    <dgm:cxn modelId="{58093858-3233-4A95-B3D7-988F0A2D3E3E}" type="presParOf" srcId="{53B72D3C-EB76-4F16-9113-6A43BFC28B0A}" destId="{9DC56378-3989-40BF-AFB0-EECF86F97817}" srcOrd="5" destOrd="0" presId="urn:microsoft.com/office/officeart/2005/8/layout/vList2"/>
    <dgm:cxn modelId="{FAFE74F6-30BE-4BEF-AD6E-07E4088E1865}" type="presParOf" srcId="{53B72D3C-EB76-4F16-9113-6A43BFC28B0A}" destId="{07E1D281-1573-41DF-878B-ECDEAC65C663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0EE095D-145D-4088-A5C2-A54453AC717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08458984-635C-4E48-95F0-11425A0BBBEE}">
      <dgm:prSet/>
      <dgm:spPr/>
      <dgm:t>
        <a:bodyPr/>
        <a:lstStyle/>
        <a:p>
          <a:r>
            <a:rPr lang="ru-RU" b="0" i="0"/>
            <a:t>бюрократизмі державного управлінського апарату</a:t>
          </a:r>
          <a:endParaRPr lang="uk-UA"/>
        </a:p>
      </dgm:t>
    </dgm:pt>
    <dgm:pt modelId="{1BBDF790-268D-432E-AFA9-B3C8C2208060}" type="parTrans" cxnId="{A2245610-7149-4F13-AB0E-4C130DC9AC28}">
      <dgm:prSet/>
      <dgm:spPr/>
      <dgm:t>
        <a:bodyPr/>
        <a:lstStyle/>
        <a:p>
          <a:endParaRPr lang="uk-UA"/>
        </a:p>
      </dgm:t>
    </dgm:pt>
    <dgm:pt modelId="{2424B1E2-A00F-4760-A2FD-2FA3C26B1B8A}" type="sibTrans" cxnId="{A2245610-7149-4F13-AB0E-4C130DC9AC28}">
      <dgm:prSet/>
      <dgm:spPr/>
      <dgm:t>
        <a:bodyPr/>
        <a:lstStyle/>
        <a:p>
          <a:endParaRPr lang="uk-UA"/>
        </a:p>
      </dgm:t>
    </dgm:pt>
    <dgm:pt modelId="{3DC13D2B-0A68-4911-B972-7CC4D44CB1B4}">
      <dgm:prSet/>
      <dgm:spPr/>
      <dgm:t>
        <a:bodyPr/>
        <a:lstStyle/>
        <a:p>
          <a:r>
            <a:rPr lang="ru-RU" b="0" i="0"/>
            <a:t>непопулярності легкоатлетичного спорту</a:t>
          </a:r>
          <a:endParaRPr lang="uk-UA"/>
        </a:p>
      </dgm:t>
    </dgm:pt>
    <dgm:pt modelId="{BCE61958-FEE9-40AA-AE12-7159EF1D47A1}" type="parTrans" cxnId="{B2E00977-02D8-466C-B4E0-9D6B8D3CDF1B}">
      <dgm:prSet/>
      <dgm:spPr/>
      <dgm:t>
        <a:bodyPr/>
        <a:lstStyle/>
        <a:p>
          <a:endParaRPr lang="uk-UA"/>
        </a:p>
      </dgm:t>
    </dgm:pt>
    <dgm:pt modelId="{D208BD97-DCB4-483C-A606-ABB170FF7275}" type="sibTrans" cxnId="{B2E00977-02D8-466C-B4E0-9D6B8D3CDF1B}">
      <dgm:prSet/>
      <dgm:spPr/>
      <dgm:t>
        <a:bodyPr/>
        <a:lstStyle/>
        <a:p>
          <a:endParaRPr lang="uk-UA"/>
        </a:p>
      </dgm:t>
    </dgm:pt>
    <dgm:pt modelId="{577709E9-53C6-4D33-8F1F-A42D3FB94EE8}">
      <dgm:prSet/>
      <dgm:spPr/>
      <dgm:t>
        <a:bodyPr/>
        <a:lstStyle/>
        <a:p>
          <a:r>
            <a:rPr lang="ru-RU" b="0" i="0"/>
            <a:t>погіршенні стану здоров’я молодого покоління</a:t>
          </a:r>
          <a:endParaRPr lang="uk-UA"/>
        </a:p>
      </dgm:t>
    </dgm:pt>
    <dgm:pt modelId="{48E7F6AE-2AED-43E8-8983-4522D87E6D5D}" type="parTrans" cxnId="{AF8E4579-AA91-4C99-BA52-0482CAD2C17A}">
      <dgm:prSet/>
      <dgm:spPr/>
      <dgm:t>
        <a:bodyPr/>
        <a:lstStyle/>
        <a:p>
          <a:endParaRPr lang="uk-UA"/>
        </a:p>
      </dgm:t>
    </dgm:pt>
    <dgm:pt modelId="{BFB375CB-45CD-4F1D-80CF-D39AC4FA256B}" type="sibTrans" cxnId="{AF8E4579-AA91-4C99-BA52-0482CAD2C17A}">
      <dgm:prSet/>
      <dgm:spPr/>
      <dgm:t>
        <a:bodyPr/>
        <a:lstStyle/>
        <a:p>
          <a:endParaRPr lang="uk-UA"/>
        </a:p>
      </dgm:t>
    </dgm:pt>
    <dgm:pt modelId="{3BDAD5F7-339E-45BC-85E5-CFD32A784BE7}">
      <dgm:prSet/>
      <dgm:spPr/>
      <dgm:t>
        <a:bodyPr/>
        <a:lstStyle/>
        <a:p>
          <a:r>
            <a:rPr lang="ru-RU" b="0" i="0"/>
            <a:t>соціальній незахищеності людей похилого віку</a:t>
          </a:r>
          <a:endParaRPr lang="uk-UA"/>
        </a:p>
      </dgm:t>
    </dgm:pt>
    <dgm:pt modelId="{260CB76F-AA3C-40BA-A128-2B7FBF3ABECA}" type="parTrans" cxnId="{10CA8101-6A16-4B45-962B-8135B367D257}">
      <dgm:prSet/>
      <dgm:spPr/>
      <dgm:t>
        <a:bodyPr/>
        <a:lstStyle/>
        <a:p>
          <a:endParaRPr lang="uk-UA"/>
        </a:p>
      </dgm:t>
    </dgm:pt>
    <dgm:pt modelId="{FFE324B9-4894-4873-B783-96EC24706E31}" type="sibTrans" cxnId="{10CA8101-6A16-4B45-962B-8135B367D257}">
      <dgm:prSet/>
      <dgm:spPr/>
      <dgm:t>
        <a:bodyPr/>
        <a:lstStyle/>
        <a:p>
          <a:endParaRPr lang="uk-UA"/>
        </a:p>
      </dgm:t>
    </dgm:pt>
    <dgm:pt modelId="{E7E088E8-4754-4786-A93F-0A92E9878478}" type="pres">
      <dgm:prSet presAssocID="{50EE095D-145D-4088-A5C2-A54453AC7177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D3004621-7FD8-4C23-8DD8-0617295CC152}" type="pres">
      <dgm:prSet presAssocID="{08458984-635C-4E48-95F0-11425A0BBBEE}" presName="parentText" presStyleLbl="node1" presStyleIdx="0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7F7980F-3FFC-4FB5-9D98-D45EE5F86726}" type="pres">
      <dgm:prSet presAssocID="{2424B1E2-A00F-4760-A2FD-2FA3C26B1B8A}" presName="spacer" presStyleCnt="0"/>
      <dgm:spPr/>
    </dgm:pt>
    <dgm:pt modelId="{EFA366C5-08B8-4A78-BAA7-1A5C70A384EB}" type="pres">
      <dgm:prSet presAssocID="{3DC13D2B-0A68-4911-B972-7CC4D44CB1B4}" presName="parentText" presStyleLbl="node1" presStyleIdx="1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A7234EA-5394-46C5-84A1-4D7F7472F8B0}" type="pres">
      <dgm:prSet presAssocID="{D208BD97-DCB4-483C-A606-ABB170FF7275}" presName="spacer" presStyleCnt="0"/>
      <dgm:spPr/>
    </dgm:pt>
    <dgm:pt modelId="{8A114267-C7D6-40B1-BF98-CDDBCB69D230}" type="pres">
      <dgm:prSet presAssocID="{577709E9-53C6-4D33-8F1F-A42D3FB94EE8}" presName="parentText" presStyleLbl="node1" presStyleIdx="2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7C07E58-017D-4129-A0FC-57DF0281E667}" type="pres">
      <dgm:prSet presAssocID="{BFB375CB-45CD-4F1D-80CF-D39AC4FA256B}" presName="spacer" presStyleCnt="0"/>
      <dgm:spPr/>
    </dgm:pt>
    <dgm:pt modelId="{CF66950D-7DA2-4C20-B60F-025260C4F7B5}" type="pres">
      <dgm:prSet presAssocID="{3BDAD5F7-339E-45BC-85E5-CFD32A784BE7}" presName="parentText" presStyleLbl="node1" presStyleIdx="3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B2E00977-02D8-466C-B4E0-9D6B8D3CDF1B}" srcId="{50EE095D-145D-4088-A5C2-A54453AC7177}" destId="{3DC13D2B-0A68-4911-B972-7CC4D44CB1B4}" srcOrd="1" destOrd="0" parTransId="{BCE61958-FEE9-40AA-AE12-7159EF1D47A1}" sibTransId="{D208BD97-DCB4-483C-A606-ABB170FF7275}"/>
    <dgm:cxn modelId="{D41A838E-9EFE-4760-93C4-26985CBFA048}" type="presOf" srcId="{08458984-635C-4E48-95F0-11425A0BBBEE}" destId="{D3004621-7FD8-4C23-8DD8-0617295CC152}" srcOrd="0" destOrd="0" presId="urn:microsoft.com/office/officeart/2005/8/layout/vList2"/>
    <dgm:cxn modelId="{AF8E4579-AA91-4C99-BA52-0482CAD2C17A}" srcId="{50EE095D-145D-4088-A5C2-A54453AC7177}" destId="{577709E9-53C6-4D33-8F1F-A42D3FB94EE8}" srcOrd="2" destOrd="0" parTransId="{48E7F6AE-2AED-43E8-8983-4522D87E6D5D}" sibTransId="{BFB375CB-45CD-4F1D-80CF-D39AC4FA256B}"/>
    <dgm:cxn modelId="{5816C5A9-211D-4EC2-8D4D-C3623E452D47}" type="presOf" srcId="{3DC13D2B-0A68-4911-B972-7CC4D44CB1B4}" destId="{EFA366C5-08B8-4A78-BAA7-1A5C70A384EB}" srcOrd="0" destOrd="0" presId="urn:microsoft.com/office/officeart/2005/8/layout/vList2"/>
    <dgm:cxn modelId="{A2245610-7149-4F13-AB0E-4C130DC9AC28}" srcId="{50EE095D-145D-4088-A5C2-A54453AC7177}" destId="{08458984-635C-4E48-95F0-11425A0BBBEE}" srcOrd="0" destOrd="0" parTransId="{1BBDF790-268D-432E-AFA9-B3C8C2208060}" sibTransId="{2424B1E2-A00F-4760-A2FD-2FA3C26B1B8A}"/>
    <dgm:cxn modelId="{E8AA1F11-F517-4F9E-987F-8F926BC22595}" type="presOf" srcId="{3BDAD5F7-339E-45BC-85E5-CFD32A784BE7}" destId="{CF66950D-7DA2-4C20-B60F-025260C4F7B5}" srcOrd="0" destOrd="0" presId="urn:microsoft.com/office/officeart/2005/8/layout/vList2"/>
    <dgm:cxn modelId="{10CA8101-6A16-4B45-962B-8135B367D257}" srcId="{50EE095D-145D-4088-A5C2-A54453AC7177}" destId="{3BDAD5F7-339E-45BC-85E5-CFD32A784BE7}" srcOrd="3" destOrd="0" parTransId="{260CB76F-AA3C-40BA-A128-2B7FBF3ABECA}" sibTransId="{FFE324B9-4894-4873-B783-96EC24706E31}"/>
    <dgm:cxn modelId="{24479653-0D9D-4EC8-865F-6EAB08EFF682}" type="presOf" srcId="{50EE095D-145D-4088-A5C2-A54453AC7177}" destId="{E7E088E8-4754-4786-A93F-0A92E9878478}" srcOrd="0" destOrd="0" presId="urn:microsoft.com/office/officeart/2005/8/layout/vList2"/>
    <dgm:cxn modelId="{558BECF9-B413-43FB-BCC3-E7E3F1D44E8E}" type="presOf" srcId="{577709E9-53C6-4D33-8F1F-A42D3FB94EE8}" destId="{8A114267-C7D6-40B1-BF98-CDDBCB69D230}" srcOrd="0" destOrd="0" presId="urn:microsoft.com/office/officeart/2005/8/layout/vList2"/>
    <dgm:cxn modelId="{76CEE0A3-0ACD-4C7C-A134-847B1412E1EA}" type="presParOf" srcId="{E7E088E8-4754-4786-A93F-0A92E9878478}" destId="{D3004621-7FD8-4C23-8DD8-0617295CC152}" srcOrd="0" destOrd="0" presId="urn:microsoft.com/office/officeart/2005/8/layout/vList2"/>
    <dgm:cxn modelId="{EF46529A-034D-4F85-9A9D-E57A60CBC23E}" type="presParOf" srcId="{E7E088E8-4754-4786-A93F-0A92E9878478}" destId="{F7F7980F-3FFC-4FB5-9D98-D45EE5F86726}" srcOrd="1" destOrd="0" presId="urn:microsoft.com/office/officeart/2005/8/layout/vList2"/>
    <dgm:cxn modelId="{7E21BB1B-E235-4533-9B59-F06C30C94D37}" type="presParOf" srcId="{E7E088E8-4754-4786-A93F-0A92E9878478}" destId="{EFA366C5-08B8-4A78-BAA7-1A5C70A384EB}" srcOrd="2" destOrd="0" presId="urn:microsoft.com/office/officeart/2005/8/layout/vList2"/>
    <dgm:cxn modelId="{ED5492CF-6491-4E32-8FA0-0AE6097837BC}" type="presParOf" srcId="{E7E088E8-4754-4786-A93F-0A92E9878478}" destId="{CA7234EA-5394-46C5-84A1-4D7F7472F8B0}" srcOrd="3" destOrd="0" presId="urn:microsoft.com/office/officeart/2005/8/layout/vList2"/>
    <dgm:cxn modelId="{A86CE11D-6D0D-44E5-A4F8-F1E5B8D92418}" type="presParOf" srcId="{E7E088E8-4754-4786-A93F-0A92E9878478}" destId="{8A114267-C7D6-40B1-BF98-CDDBCB69D230}" srcOrd="4" destOrd="0" presId="urn:microsoft.com/office/officeart/2005/8/layout/vList2"/>
    <dgm:cxn modelId="{C2103590-2388-4389-962B-157D9BE1748B}" type="presParOf" srcId="{E7E088E8-4754-4786-A93F-0A92E9878478}" destId="{87C07E58-017D-4129-A0FC-57DF0281E667}" srcOrd="5" destOrd="0" presId="urn:microsoft.com/office/officeart/2005/8/layout/vList2"/>
    <dgm:cxn modelId="{22EB7670-A123-42AC-BA17-5A2C8103D474}" type="presParOf" srcId="{E7E088E8-4754-4786-A93F-0A92E9878478}" destId="{CF66950D-7DA2-4C20-B60F-025260C4F7B5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060C5D31-D896-4EDF-84F7-6A26CAF06008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7B97C934-BA4E-4C17-8AE3-C195DF969AE5}">
      <dgm:prSet/>
      <dgm:spPr/>
      <dgm:t>
        <a:bodyPr/>
        <a:lstStyle/>
        <a:p>
          <a:r>
            <a:rPr lang="uk-UA" b="0" i="0"/>
            <a:t>рівні фізичної підготовки.</a:t>
          </a:r>
          <a:endParaRPr lang="uk-UA"/>
        </a:p>
      </dgm:t>
    </dgm:pt>
    <dgm:pt modelId="{CBA6E8A6-451D-4AE7-AF2B-440897EE6FCA}" type="parTrans" cxnId="{3850BCA1-8C66-4AF2-8A7D-F7507F49CB6A}">
      <dgm:prSet/>
      <dgm:spPr/>
      <dgm:t>
        <a:bodyPr/>
        <a:lstStyle/>
        <a:p>
          <a:endParaRPr lang="uk-UA"/>
        </a:p>
      </dgm:t>
    </dgm:pt>
    <dgm:pt modelId="{F185C04F-FDAD-4C20-A339-923D7701CD88}" type="sibTrans" cxnId="{3850BCA1-8C66-4AF2-8A7D-F7507F49CB6A}">
      <dgm:prSet/>
      <dgm:spPr/>
      <dgm:t>
        <a:bodyPr/>
        <a:lstStyle/>
        <a:p>
          <a:endParaRPr lang="uk-UA"/>
        </a:p>
      </dgm:t>
    </dgm:pt>
    <dgm:pt modelId="{31EE6B81-857C-4F07-BE9B-1F7FF8825557}">
      <dgm:prSet/>
      <dgm:spPr/>
      <dgm:t>
        <a:bodyPr/>
        <a:lstStyle/>
        <a:p>
          <a:r>
            <a:rPr lang="uk-UA" b="0" i="0"/>
            <a:t>заходи естетичного виховання.</a:t>
          </a:r>
          <a:endParaRPr lang="uk-UA"/>
        </a:p>
      </dgm:t>
    </dgm:pt>
    <dgm:pt modelId="{DA6122CF-A7F1-4E7F-A526-DDF28BEB3E1B}" type="parTrans" cxnId="{E29B8167-273F-4EF5-89AA-F5DEDA4CAEFF}">
      <dgm:prSet/>
      <dgm:spPr/>
      <dgm:t>
        <a:bodyPr/>
        <a:lstStyle/>
        <a:p>
          <a:endParaRPr lang="uk-UA"/>
        </a:p>
      </dgm:t>
    </dgm:pt>
    <dgm:pt modelId="{49720234-AF0A-406E-954A-2744266C29AD}" type="sibTrans" cxnId="{E29B8167-273F-4EF5-89AA-F5DEDA4CAEFF}">
      <dgm:prSet/>
      <dgm:spPr/>
      <dgm:t>
        <a:bodyPr/>
        <a:lstStyle/>
        <a:p>
          <a:endParaRPr lang="uk-UA"/>
        </a:p>
      </dgm:t>
    </dgm:pt>
    <dgm:pt modelId="{C4587D41-5A17-46D5-A52D-261CBDD0D165}">
      <dgm:prSet/>
      <dgm:spPr/>
      <dgm:t>
        <a:bodyPr/>
        <a:lstStyle/>
        <a:p>
          <a:r>
            <a:rPr lang="uk-UA" b="0" i="0"/>
            <a:t>ідеологізацію суспільного життя.</a:t>
          </a:r>
          <a:endParaRPr lang="uk-UA"/>
        </a:p>
      </dgm:t>
    </dgm:pt>
    <dgm:pt modelId="{D53136DB-10B1-4336-B0A2-2431FA0444E4}" type="parTrans" cxnId="{4AF8DC75-931C-4ABA-AEE8-9C5DA1E9CDF3}">
      <dgm:prSet/>
      <dgm:spPr/>
      <dgm:t>
        <a:bodyPr/>
        <a:lstStyle/>
        <a:p>
          <a:endParaRPr lang="uk-UA"/>
        </a:p>
      </dgm:t>
    </dgm:pt>
    <dgm:pt modelId="{6F4F8DD9-9A89-4B90-A19B-01B322A93CAB}" type="sibTrans" cxnId="{4AF8DC75-931C-4ABA-AEE8-9C5DA1E9CDF3}">
      <dgm:prSet/>
      <dgm:spPr/>
      <dgm:t>
        <a:bodyPr/>
        <a:lstStyle/>
        <a:p>
          <a:endParaRPr lang="uk-UA"/>
        </a:p>
      </dgm:t>
    </dgm:pt>
    <dgm:pt modelId="{68919E42-ABCA-4326-9F67-E2A819C10074}">
      <dgm:prSet/>
      <dgm:spPr/>
      <dgm:t>
        <a:bodyPr/>
        <a:lstStyle/>
        <a:p>
          <a:r>
            <a:rPr lang="uk-UA" b="0" i="0"/>
            <a:t>етапи формування нової соціальної групи.</a:t>
          </a:r>
          <a:endParaRPr lang="uk-UA"/>
        </a:p>
      </dgm:t>
    </dgm:pt>
    <dgm:pt modelId="{3B07EE9F-AC5E-42F2-9796-5C696EC08804}" type="parTrans" cxnId="{9B6DB7C3-5F36-40E1-9473-859669FE793B}">
      <dgm:prSet/>
      <dgm:spPr/>
      <dgm:t>
        <a:bodyPr/>
        <a:lstStyle/>
        <a:p>
          <a:endParaRPr lang="uk-UA"/>
        </a:p>
      </dgm:t>
    </dgm:pt>
    <dgm:pt modelId="{CFDF25AA-E54E-48C9-820B-5E64FEBE1DC2}" type="sibTrans" cxnId="{9B6DB7C3-5F36-40E1-9473-859669FE793B}">
      <dgm:prSet/>
      <dgm:spPr/>
      <dgm:t>
        <a:bodyPr/>
        <a:lstStyle/>
        <a:p>
          <a:endParaRPr lang="uk-UA"/>
        </a:p>
      </dgm:t>
    </dgm:pt>
    <dgm:pt modelId="{273132BE-4A99-4FC1-A947-05168EA8F65B}" type="pres">
      <dgm:prSet presAssocID="{060C5D31-D896-4EDF-84F7-6A26CAF06008}" presName="linearFlow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62B75A12-7784-459F-A66B-910B871BA218}" type="pres">
      <dgm:prSet presAssocID="{7B97C934-BA4E-4C17-8AE3-C195DF969AE5}" presName="composite" presStyleCnt="0"/>
      <dgm:spPr/>
    </dgm:pt>
    <dgm:pt modelId="{0E35CEC2-B903-4D05-BFD7-528F0F73102E}" type="pres">
      <dgm:prSet presAssocID="{7B97C934-BA4E-4C17-8AE3-C195DF969AE5}" presName="imgShp" presStyleLbl="fgImgPlace1" presStyleIdx="0" presStyleCnt="4"/>
      <dgm:spPr/>
    </dgm:pt>
    <dgm:pt modelId="{75FBA293-25EA-4F4D-9762-26B635AA5B92}" type="pres">
      <dgm:prSet presAssocID="{7B97C934-BA4E-4C17-8AE3-C195DF969AE5}" presName="txShp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164A2D3-E3C3-4533-8528-A96BC8C66C08}" type="pres">
      <dgm:prSet presAssocID="{F185C04F-FDAD-4C20-A339-923D7701CD88}" presName="spacing" presStyleCnt="0"/>
      <dgm:spPr/>
    </dgm:pt>
    <dgm:pt modelId="{B5CC362E-1069-429B-ABF8-7D659999D661}" type="pres">
      <dgm:prSet presAssocID="{31EE6B81-857C-4F07-BE9B-1F7FF8825557}" presName="composite" presStyleCnt="0"/>
      <dgm:spPr/>
    </dgm:pt>
    <dgm:pt modelId="{C5D1D89A-6F95-4908-A013-BCE01CFA2DAD}" type="pres">
      <dgm:prSet presAssocID="{31EE6B81-857C-4F07-BE9B-1F7FF8825557}" presName="imgShp" presStyleLbl="fgImgPlace1" presStyleIdx="1" presStyleCnt="4"/>
      <dgm:spPr/>
    </dgm:pt>
    <dgm:pt modelId="{4121975A-00EC-4756-BBBD-39FFCD9F53AA}" type="pres">
      <dgm:prSet presAssocID="{31EE6B81-857C-4F07-BE9B-1F7FF8825557}" presName="txShp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DEB728E-79FC-497A-81F8-0897A98717EC}" type="pres">
      <dgm:prSet presAssocID="{49720234-AF0A-406E-954A-2744266C29AD}" presName="spacing" presStyleCnt="0"/>
      <dgm:spPr/>
    </dgm:pt>
    <dgm:pt modelId="{7221DF37-7F24-4ED7-A53A-90B54A83ED67}" type="pres">
      <dgm:prSet presAssocID="{C4587D41-5A17-46D5-A52D-261CBDD0D165}" presName="composite" presStyleCnt="0"/>
      <dgm:spPr/>
    </dgm:pt>
    <dgm:pt modelId="{1C6A1DCE-DF82-407F-AA02-0709D576722B}" type="pres">
      <dgm:prSet presAssocID="{C4587D41-5A17-46D5-A52D-261CBDD0D165}" presName="imgShp" presStyleLbl="fgImgPlace1" presStyleIdx="2" presStyleCnt="4"/>
      <dgm:spPr/>
    </dgm:pt>
    <dgm:pt modelId="{9A0C492D-4ABB-4275-A64E-DB9DE99F4B1D}" type="pres">
      <dgm:prSet presAssocID="{C4587D41-5A17-46D5-A52D-261CBDD0D165}" presName="txShp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ED57685-AFCA-4182-8C52-DF41A97F9664}" type="pres">
      <dgm:prSet presAssocID="{6F4F8DD9-9A89-4B90-A19B-01B322A93CAB}" presName="spacing" presStyleCnt="0"/>
      <dgm:spPr/>
    </dgm:pt>
    <dgm:pt modelId="{A8629C81-D24B-4FEC-8E6E-BF6E010E5B6B}" type="pres">
      <dgm:prSet presAssocID="{68919E42-ABCA-4326-9F67-E2A819C10074}" presName="composite" presStyleCnt="0"/>
      <dgm:spPr/>
    </dgm:pt>
    <dgm:pt modelId="{439E7FFC-3162-41A8-99B3-2AFC990D4EE2}" type="pres">
      <dgm:prSet presAssocID="{68919E42-ABCA-4326-9F67-E2A819C10074}" presName="imgShp" presStyleLbl="fgImgPlace1" presStyleIdx="3" presStyleCnt="4"/>
      <dgm:spPr/>
    </dgm:pt>
    <dgm:pt modelId="{CCCA1437-2CF9-420D-ABAD-507E2C557904}" type="pres">
      <dgm:prSet presAssocID="{68919E42-ABCA-4326-9F67-E2A819C10074}" presName="txShp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3850BCA1-8C66-4AF2-8A7D-F7507F49CB6A}" srcId="{060C5D31-D896-4EDF-84F7-6A26CAF06008}" destId="{7B97C934-BA4E-4C17-8AE3-C195DF969AE5}" srcOrd="0" destOrd="0" parTransId="{CBA6E8A6-451D-4AE7-AF2B-440897EE6FCA}" sibTransId="{F185C04F-FDAD-4C20-A339-923D7701CD88}"/>
    <dgm:cxn modelId="{A198FD4C-998B-427C-AFC5-FECA906238DE}" type="presOf" srcId="{7B97C934-BA4E-4C17-8AE3-C195DF969AE5}" destId="{75FBA293-25EA-4F4D-9762-26B635AA5B92}" srcOrd="0" destOrd="0" presId="urn:microsoft.com/office/officeart/2005/8/layout/vList3"/>
    <dgm:cxn modelId="{A6DAF230-F671-4C2A-90ED-A862DEEE1AAE}" type="presOf" srcId="{060C5D31-D896-4EDF-84F7-6A26CAF06008}" destId="{273132BE-4A99-4FC1-A947-05168EA8F65B}" srcOrd="0" destOrd="0" presId="urn:microsoft.com/office/officeart/2005/8/layout/vList3"/>
    <dgm:cxn modelId="{9B6DB7C3-5F36-40E1-9473-859669FE793B}" srcId="{060C5D31-D896-4EDF-84F7-6A26CAF06008}" destId="{68919E42-ABCA-4326-9F67-E2A819C10074}" srcOrd="3" destOrd="0" parTransId="{3B07EE9F-AC5E-42F2-9796-5C696EC08804}" sibTransId="{CFDF25AA-E54E-48C9-820B-5E64FEBE1DC2}"/>
    <dgm:cxn modelId="{494C4A3E-3665-46F2-A9E4-36198C74C618}" type="presOf" srcId="{C4587D41-5A17-46D5-A52D-261CBDD0D165}" destId="{9A0C492D-4ABB-4275-A64E-DB9DE99F4B1D}" srcOrd="0" destOrd="0" presId="urn:microsoft.com/office/officeart/2005/8/layout/vList3"/>
    <dgm:cxn modelId="{C3D6BA49-BE6D-41DD-BA33-9C7C6199C13F}" type="presOf" srcId="{68919E42-ABCA-4326-9F67-E2A819C10074}" destId="{CCCA1437-2CF9-420D-ABAD-507E2C557904}" srcOrd="0" destOrd="0" presId="urn:microsoft.com/office/officeart/2005/8/layout/vList3"/>
    <dgm:cxn modelId="{E29B8167-273F-4EF5-89AA-F5DEDA4CAEFF}" srcId="{060C5D31-D896-4EDF-84F7-6A26CAF06008}" destId="{31EE6B81-857C-4F07-BE9B-1F7FF8825557}" srcOrd="1" destOrd="0" parTransId="{DA6122CF-A7F1-4E7F-A526-DDF28BEB3E1B}" sibTransId="{49720234-AF0A-406E-954A-2744266C29AD}"/>
    <dgm:cxn modelId="{4AF8DC75-931C-4ABA-AEE8-9C5DA1E9CDF3}" srcId="{060C5D31-D896-4EDF-84F7-6A26CAF06008}" destId="{C4587D41-5A17-46D5-A52D-261CBDD0D165}" srcOrd="2" destOrd="0" parTransId="{D53136DB-10B1-4336-B0A2-2431FA0444E4}" sibTransId="{6F4F8DD9-9A89-4B90-A19B-01B322A93CAB}"/>
    <dgm:cxn modelId="{CC712A0D-EA9B-4F6E-A8D2-D9BDF56B287C}" type="presOf" srcId="{31EE6B81-857C-4F07-BE9B-1F7FF8825557}" destId="{4121975A-00EC-4756-BBBD-39FFCD9F53AA}" srcOrd="0" destOrd="0" presId="urn:microsoft.com/office/officeart/2005/8/layout/vList3"/>
    <dgm:cxn modelId="{8449800A-362E-4799-B946-BC1FDC0535C2}" type="presParOf" srcId="{273132BE-4A99-4FC1-A947-05168EA8F65B}" destId="{62B75A12-7784-459F-A66B-910B871BA218}" srcOrd="0" destOrd="0" presId="urn:microsoft.com/office/officeart/2005/8/layout/vList3"/>
    <dgm:cxn modelId="{76AFB2DE-C2B2-41E6-8BE7-19D93797EBCB}" type="presParOf" srcId="{62B75A12-7784-459F-A66B-910B871BA218}" destId="{0E35CEC2-B903-4D05-BFD7-528F0F73102E}" srcOrd="0" destOrd="0" presId="urn:microsoft.com/office/officeart/2005/8/layout/vList3"/>
    <dgm:cxn modelId="{A4068876-5FA2-4D33-B6AD-BA909E496557}" type="presParOf" srcId="{62B75A12-7784-459F-A66B-910B871BA218}" destId="{75FBA293-25EA-4F4D-9762-26B635AA5B92}" srcOrd="1" destOrd="0" presId="urn:microsoft.com/office/officeart/2005/8/layout/vList3"/>
    <dgm:cxn modelId="{E9595441-0076-47BE-813C-7893F6AAFC8D}" type="presParOf" srcId="{273132BE-4A99-4FC1-A947-05168EA8F65B}" destId="{6164A2D3-E3C3-4533-8528-A96BC8C66C08}" srcOrd="1" destOrd="0" presId="urn:microsoft.com/office/officeart/2005/8/layout/vList3"/>
    <dgm:cxn modelId="{3AFF39CE-E94A-46F0-A783-212AFE7514D8}" type="presParOf" srcId="{273132BE-4A99-4FC1-A947-05168EA8F65B}" destId="{B5CC362E-1069-429B-ABF8-7D659999D661}" srcOrd="2" destOrd="0" presId="urn:microsoft.com/office/officeart/2005/8/layout/vList3"/>
    <dgm:cxn modelId="{A81889A7-6B8B-4FD9-A71E-FC94A59AC9AB}" type="presParOf" srcId="{B5CC362E-1069-429B-ABF8-7D659999D661}" destId="{C5D1D89A-6F95-4908-A013-BCE01CFA2DAD}" srcOrd="0" destOrd="0" presId="urn:microsoft.com/office/officeart/2005/8/layout/vList3"/>
    <dgm:cxn modelId="{6CA0FB8F-5BF6-4B25-9F9D-BEF26710D80F}" type="presParOf" srcId="{B5CC362E-1069-429B-ABF8-7D659999D661}" destId="{4121975A-00EC-4756-BBBD-39FFCD9F53AA}" srcOrd="1" destOrd="0" presId="urn:microsoft.com/office/officeart/2005/8/layout/vList3"/>
    <dgm:cxn modelId="{2CAAB771-5131-4C3C-AD25-F41A14596EE0}" type="presParOf" srcId="{273132BE-4A99-4FC1-A947-05168EA8F65B}" destId="{ADEB728E-79FC-497A-81F8-0897A98717EC}" srcOrd="3" destOrd="0" presId="urn:microsoft.com/office/officeart/2005/8/layout/vList3"/>
    <dgm:cxn modelId="{EC13FC5E-8853-4059-BDB5-F86DD883B0B3}" type="presParOf" srcId="{273132BE-4A99-4FC1-A947-05168EA8F65B}" destId="{7221DF37-7F24-4ED7-A53A-90B54A83ED67}" srcOrd="4" destOrd="0" presId="urn:microsoft.com/office/officeart/2005/8/layout/vList3"/>
    <dgm:cxn modelId="{3241C608-14DB-401D-8247-3747DB6B4D3B}" type="presParOf" srcId="{7221DF37-7F24-4ED7-A53A-90B54A83ED67}" destId="{1C6A1DCE-DF82-407F-AA02-0709D576722B}" srcOrd="0" destOrd="0" presId="urn:microsoft.com/office/officeart/2005/8/layout/vList3"/>
    <dgm:cxn modelId="{31B045C5-EEE1-4E3A-A894-56C6246FD100}" type="presParOf" srcId="{7221DF37-7F24-4ED7-A53A-90B54A83ED67}" destId="{9A0C492D-4ABB-4275-A64E-DB9DE99F4B1D}" srcOrd="1" destOrd="0" presId="urn:microsoft.com/office/officeart/2005/8/layout/vList3"/>
    <dgm:cxn modelId="{B9149DB8-1CFF-4CFA-919E-089043B92A10}" type="presParOf" srcId="{273132BE-4A99-4FC1-A947-05168EA8F65B}" destId="{EED57685-AFCA-4182-8C52-DF41A97F9664}" srcOrd="5" destOrd="0" presId="urn:microsoft.com/office/officeart/2005/8/layout/vList3"/>
    <dgm:cxn modelId="{BAFF0282-0D5A-4EB7-95AD-86C707C59F23}" type="presParOf" srcId="{273132BE-4A99-4FC1-A947-05168EA8F65B}" destId="{A8629C81-D24B-4FEC-8E6E-BF6E010E5B6B}" srcOrd="6" destOrd="0" presId="urn:microsoft.com/office/officeart/2005/8/layout/vList3"/>
    <dgm:cxn modelId="{91004F17-279B-4BFC-8B43-36592BD676F5}" type="presParOf" srcId="{A8629C81-D24B-4FEC-8E6E-BF6E010E5B6B}" destId="{439E7FFC-3162-41A8-99B3-2AFC990D4EE2}" srcOrd="0" destOrd="0" presId="urn:microsoft.com/office/officeart/2005/8/layout/vList3"/>
    <dgm:cxn modelId="{FE637A35-5DF3-43B3-99D0-637B25AF4872}" type="presParOf" srcId="{A8629C81-D24B-4FEC-8E6E-BF6E010E5B6B}" destId="{CCCA1437-2CF9-420D-ABAD-507E2C557904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75CD713F-0883-41FE-A049-1984C6FA1892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50A132ED-73FC-432C-AB7A-308835D69BBB}">
      <dgm:prSet/>
      <dgm:spPr/>
      <dgm:t>
        <a:bodyPr/>
        <a:lstStyle/>
        <a:p>
          <a:r>
            <a:rPr lang="uk-UA" b="0" i="0"/>
            <a:t>М. Руденка, письменника, автора поезій «Всесвіт у тобі»; керівника Української Гельсинскої групи.</a:t>
          </a:r>
          <a:endParaRPr lang="uk-UA"/>
        </a:p>
      </dgm:t>
    </dgm:pt>
    <dgm:pt modelId="{24CD8795-7B1F-4CC1-8EF1-3F615D45891E}" type="parTrans" cxnId="{29D2B4B2-E6E5-4E2C-8969-5F03C02E4161}">
      <dgm:prSet/>
      <dgm:spPr/>
      <dgm:t>
        <a:bodyPr/>
        <a:lstStyle/>
        <a:p>
          <a:endParaRPr lang="uk-UA"/>
        </a:p>
      </dgm:t>
    </dgm:pt>
    <dgm:pt modelId="{57961EBA-2CBF-4B60-85F5-76C360A0B132}" type="sibTrans" cxnId="{29D2B4B2-E6E5-4E2C-8969-5F03C02E4161}">
      <dgm:prSet/>
      <dgm:spPr/>
      <dgm:t>
        <a:bodyPr/>
        <a:lstStyle/>
        <a:p>
          <a:endParaRPr lang="uk-UA"/>
        </a:p>
      </dgm:t>
    </dgm:pt>
    <dgm:pt modelId="{F2FF80E1-59DB-4CC9-921F-04A33EB24319}">
      <dgm:prSet/>
      <dgm:spPr/>
      <dgm:t>
        <a:bodyPr/>
        <a:lstStyle/>
        <a:p>
          <a:r>
            <a:rPr lang="uk-UA" b="0" i="0"/>
            <a:t>С. Параджанова, кінорежисера, автора фільмів «Тіні забутих предків», «Колір гранату».</a:t>
          </a:r>
          <a:endParaRPr lang="uk-UA"/>
        </a:p>
      </dgm:t>
    </dgm:pt>
    <dgm:pt modelId="{34EFB9DA-DCF6-4E2A-9366-5860D82C1071}" type="parTrans" cxnId="{1C8E7686-28EA-4B1C-875A-802646D90E97}">
      <dgm:prSet/>
      <dgm:spPr/>
      <dgm:t>
        <a:bodyPr/>
        <a:lstStyle/>
        <a:p>
          <a:endParaRPr lang="uk-UA"/>
        </a:p>
      </dgm:t>
    </dgm:pt>
    <dgm:pt modelId="{4ED9CEFD-ECCB-4A2D-A491-0F0FFB7BBC99}" type="sibTrans" cxnId="{1C8E7686-28EA-4B1C-875A-802646D90E97}">
      <dgm:prSet/>
      <dgm:spPr/>
      <dgm:t>
        <a:bodyPr/>
        <a:lstStyle/>
        <a:p>
          <a:endParaRPr lang="uk-UA"/>
        </a:p>
      </dgm:t>
    </dgm:pt>
    <dgm:pt modelId="{0AC47DE2-35D9-4A1F-A98E-038C67E348D7}">
      <dgm:prSet/>
      <dgm:spPr/>
      <dgm:t>
        <a:bodyPr/>
        <a:lstStyle/>
        <a:p>
          <a:r>
            <a:rPr lang="uk-UA" b="0" i="0"/>
            <a:t>В. Стуса, поета, автора збірок «Круговерть», «Зимові дерева»; члена Української Гельсинскої групи.</a:t>
          </a:r>
          <a:endParaRPr lang="uk-UA"/>
        </a:p>
      </dgm:t>
    </dgm:pt>
    <dgm:pt modelId="{28ACA560-FAE9-4A55-B61B-91CD3AA8EA2D}" type="parTrans" cxnId="{2F2083B8-D398-426A-8DE3-307F4AF45C28}">
      <dgm:prSet/>
      <dgm:spPr/>
      <dgm:t>
        <a:bodyPr/>
        <a:lstStyle/>
        <a:p>
          <a:endParaRPr lang="uk-UA"/>
        </a:p>
      </dgm:t>
    </dgm:pt>
    <dgm:pt modelId="{E05429BD-3993-4F3F-9BB3-9167CA738EDF}" type="sibTrans" cxnId="{2F2083B8-D398-426A-8DE3-307F4AF45C28}">
      <dgm:prSet/>
      <dgm:spPr/>
      <dgm:t>
        <a:bodyPr/>
        <a:lstStyle/>
        <a:p>
          <a:endParaRPr lang="uk-UA"/>
        </a:p>
      </dgm:t>
    </dgm:pt>
    <dgm:pt modelId="{08D7B6C2-B1DA-4E79-A5CE-F4F977A780B7}">
      <dgm:prSet/>
      <dgm:spPr/>
      <dgm:t>
        <a:bodyPr/>
        <a:lstStyle/>
        <a:p>
          <a:r>
            <a:rPr lang="uk-UA" b="0" i="0"/>
            <a:t>Є. Сверстюка, філософа, письменника, дисидента, автора збірки «Блудні сини України».</a:t>
          </a:r>
          <a:endParaRPr lang="uk-UA"/>
        </a:p>
      </dgm:t>
    </dgm:pt>
    <dgm:pt modelId="{5ED6AAED-147E-4E88-96E5-67DDDEDCA1E0}" type="parTrans" cxnId="{25CC200D-81FA-4735-A5F5-F603A28A23DA}">
      <dgm:prSet/>
      <dgm:spPr/>
      <dgm:t>
        <a:bodyPr/>
        <a:lstStyle/>
        <a:p>
          <a:endParaRPr lang="uk-UA"/>
        </a:p>
      </dgm:t>
    </dgm:pt>
    <dgm:pt modelId="{9E0DE7F3-1E69-4608-9965-243B300608CC}" type="sibTrans" cxnId="{25CC200D-81FA-4735-A5F5-F603A28A23DA}">
      <dgm:prSet/>
      <dgm:spPr/>
      <dgm:t>
        <a:bodyPr/>
        <a:lstStyle/>
        <a:p>
          <a:endParaRPr lang="uk-UA"/>
        </a:p>
      </dgm:t>
    </dgm:pt>
    <dgm:pt modelId="{2B262490-765F-4648-B7F8-61EF4FE845A0}" type="pres">
      <dgm:prSet presAssocID="{75CD713F-0883-41FE-A049-1984C6FA1892}" presName="vert0" presStyleCnt="0">
        <dgm:presLayoutVars>
          <dgm:dir/>
          <dgm:animOne val="branch"/>
          <dgm:animLvl val="lvl"/>
        </dgm:presLayoutVars>
      </dgm:prSet>
      <dgm:spPr/>
      <dgm:t>
        <a:bodyPr/>
        <a:lstStyle/>
        <a:p>
          <a:endParaRPr lang="ru-RU"/>
        </a:p>
      </dgm:t>
    </dgm:pt>
    <dgm:pt modelId="{2D67DBF1-B617-492B-839E-EAD485CCFE6A}" type="pres">
      <dgm:prSet presAssocID="{50A132ED-73FC-432C-AB7A-308835D69BBB}" presName="thickLine" presStyleLbl="alignNode1" presStyleIdx="0" presStyleCnt="4"/>
      <dgm:spPr/>
    </dgm:pt>
    <dgm:pt modelId="{DBF38953-7771-463D-ABDD-1A93B271172E}" type="pres">
      <dgm:prSet presAssocID="{50A132ED-73FC-432C-AB7A-308835D69BBB}" presName="horz1" presStyleCnt="0"/>
      <dgm:spPr/>
    </dgm:pt>
    <dgm:pt modelId="{4AC46D72-6C1A-4A93-9072-6CDCEC64FCF8}" type="pres">
      <dgm:prSet presAssocID="{50A132ED-73FC-432C-AB7A-308835D69BBB}" presName="tx1" presStyleLbl="revTx" presStyleIdx="0" presStyleCnt="4"/>
      <dgm:spPr/>
      <dgm:t>
        <a:bodyPr/>
        <a:lstStyle/>
        <a:p>
          <a:endParaRPr lang="ru-RU"/>
        </a:p>
      </dgm:t>
    </dgm:pt>
    <dgm:pt modelId="{280D2D49-C04B-4671-910B-C36FE35C8A55}" type="pres">
      <dgm:prSet presAssocID="{50A132ED-73FC-432C-AB7A-308835D69BBB}" presName="vert1" presStyleCnt="0"/>
      <dgm:spPr/>
    </dgm:pt>
    <dgm:pt modelId="{72A18400-6E81-4463-BEE5-AE808B34A292}" type="pres">
      <dgm:prSet presAssocID="{F2FF80E1-59DB-4CC9-921F-04A33EB24319}" presName="thickLine" presStyleLbl="alignNode1" presStyleIdx="1" presStyleCnt="4"/>
      <dgm:spPr/>
    </dgm:pt>
    <dgm:pt modelId="{0E127201-6920-4C04-BE15-A0B7469B566B}" type="pres">
      <dgm:prSet presAssocID="{F2FF80E1-59DB-4CC9-921F-04A33EB24319}" presName="horz1" presStyleCnt="0"/>
      <dgm:spPr/>
    </dgm:pt>
    <dgm:pt modelId="{59EB1C53-358D-4227-B18C-7130EB2120A0}" type="pres">
      <dgm:prSet presAssocID="{F2FF80E1-59DB-4CC9-921F-04A33EB24319}" presName="tx1" presStyleLbl="revTx" presStyleIdx="1" presStyleCnt="4"/>
      <dgm:spPr/>
      <dgm:t>
        <a:bodyPr/>
        <a:lstStyle/>
        <a:p>
          <a:endParaRPr lang="ru-RU"/>
        </a:p>
      </dgm:t>
    </dgm:pt>
    <dgm:pt modelId="{7FFE64E2-06A8-4BE3-B2B5-4B568982AF0A}" type="pres">
      <dgm:prSet presAssocID="{F2FF80E1-59DB-4CC9-921F-04A33EB24319}" presName="vert1" presStyleCnt="0"/>
      <dgm:spPr/>
    </dgm:pt>
    <dgm:pt modelId="{32F97EA5-86C9-4F9A-841F-0F7B0FB443B4}" type="pres">
      <dgm:prSet presAssocID="{0AC47DE2-35D9-4A1F-A98E-038C67E348D7}" presName="thickLine" presStyleLbl="alignNode1" presStyleIdx="2" presStyleCnt="4"/>
      <dgm:spPr/>
    </dgm:pt>
    <dgm:pt modelId="{21E02A47-60B7-47AB-AD67-8AA0326D192C}" type="pres">
      <dgm:prSet presAssocID="{0AC47DE2-35D9-4A1F-A98E-038C67E348D7}" presName="horz1" presStyleCnt="0"/>
      <dgm:spPr/>
    </dgm:pt>
    <dgm:pt modelId="{8A234371-8FE0-4C3F-A6DE-B2854C6F807F}" type="pres">
      <dgm:prSet presAssocID="{0AC47DE2-35D9-4A1F-A98E-038C67E348D7}" presName="tx1" presStyleLbl="revTx" presStyleIdx="2" presStyleCnt="4"/>
      <dgm:spPr/>
      <dgm:t>
        <a:bodyPr/>
        <a:lstStyle/>
        <a:p>
          <a:endParaRPr lang="ru-RU"/>
        </a:p>
      </dgm:t>
    </dgm:pt>
    <dgm:pt modelId="{F616CE1E-BEC2-465C-8057-5706DB4799B1}" type="pres">
      <dgm:prSet presAssocID="{0AC47DE2-35D9-4A1F-A98E-038C67E348D7}" presName="vert1" presStyleCnt="0"/>
      <dgm:spPr/>
    </dgm:pt>
    <dgm:pt modelId="{6B42A178-4B1A-4121-B5DA-1F17FFE00E27}" type="pres">
      <dgm:prSet presAssocID="{08D7B6C2-B1DA-4E79-A5CE-F4F977A780B7}" presName="thickLine" presStyleLbl="alignNode1" presStyleIdx="3" presStyleCnt="4"/>
      <dgm:spPr/>
    </dgm:pt>
    <dgm:pt modelId="{47BD30BF-147E-4C81-A5FE-5BC6643A01A9}" type="pres">
      <dgm:prSet presAssocID="{08D7B6C2-B1DA-4E79-A5CE-F4F977A780B7}" presName="horz1" presStyleCnt="0"/>
      <dgm:spPr/>
    </dgm:pt>
    <dgm:pt modelId="{C11E40CE-71F7-46FC-B620-A8D7AEB07B84}" type="pres">
      <dgm:prSet presAssocID="{08D7B6C2-B1DA-4E79-A5CE-F4F977A780B7}" presName="tx1" presStyleLbl="revTx" presStyleIdx="3" presStyleCnt="4"/>
      <dgm:spPr/>
      <dgm:t>
        <a:bodyPr/>
        <a:lstStyle/>
        <a:p>
          <a:endParaRPr lang="ru-RU"/>
        </a:p>
      </dgm:t>
    </dgm:pt>
    <dgm:pt modelId="{D9111883-A812-4C37-A979-3371E9B8A7B1}" type="pres">
      <dgm:prSet presAssocID="{08D7B6C2-B1DA-4E79-A5CE-F4F977A780B7}" presName="vert1" presStyleCnt="0"/>
      <dgm:spPr/>
    </dgm:pt>
  </dgm:ptLst>
  <dgm:cxnLst>
    <dgm:cxn modelId="{84748EF6-C1B5-48E2-8DDD-EB8969B4CF18}" type="presOf" srcId="{50A132ED-73FC-432C-AB7A-308835D69BBB}" destId="{4AC46D72-6C1A-4A93-9072-6CDCEC64FCF8}" srcOrd="0" destOrd="0" presId="urn:microsoft.com/office/officeart/2008/layout/LinedList"/>
    <dgm:cxn modelId="{2F2083B8-D398-426A-8DE3-307F4AF45C28}" srcId="{75CD713F-0883-41FE-A049-1984C6FA1892}" destId="{0AC47DE2-35D9-4A1F-A98E-038C67E348D7}" srcOrd="2" destOrd="0" parTransId="{28ACA560-FAE9-4A55-B61B-91CD3AA8EA2D}" sibTransId="{E05429BD-3993-4F3F-9BB3-9167CA738EDF}"/>
    <dgm:cxn modelId="{024BD7FF-4103-4637-A85A-18705073A088}" type="presOf" srcId="{F2FF80E1-59DB-4CC9-921F-04A33EB24319}" destId="{59EB1C53-358D-4227-B18C-7130EB2120A0}" srcOrd="0" destOrd="0" presId="urn:microsoft.com/office/officeart/2008/layout/LinedList"/>
    <dgm:cxn modelId="{1C8E7686-28EA-4B1C-875A-802646D90E97}" srcId="{75CD713F-0883-41FE-A049-1984C6FA1892}" destId="{F2FF80E1-59DB-4CC9-921F-04A33EB24319}" srcOrd="1" destOrd="0" parTransId="{34EFB9DA-DCF6-4E2A-9366-5860D82C1071}" sibTransId="{4ED9CEFD-ECCB-4A2D-A491-0F0FFB7BBC99}"/>
    <dgm:cxn modelId="{83997B97-9055-4AD8-A7CC-AA44607007DD}" type="presOf" srcId="{75CD713F-0883-41FE-A049-1984C6FA1892}" destId="{2B262490-765F-4648-B7F8-61EF4FE845A0}" srcOrd="0" destOrd="0" presId="urn:microsoft.com/office/officeart/2008/layout/LinedList"/>
    <dgm:cxn modelId="{29D2B4B2-E6E5-4E2C-8969-5F03C02E4161}" srcId="{75CD713F-0883-41FE-A049-1984C6FA1892}" destId="{50A132ED-73FC-432C-AB7A-308835D69BBB}" srcOrd="0" destOrd="0" parTransId="{24CD8795-7B1F-4CC1-8EF1-3F615D45891E}" sibTransId="{57961EBA-2CBF-4B60-85F5-76C360A0B132}"/>
    <dgm:cxn modelId="{35A205A2-AF74-4719-9540-76BF087BDB3D}" type="presOf" srcId="{08D7B6C2-B1DA-4E79-A5CE-F4F977A780B7}" destId="{C11E40CE-71F7-46FC-B620-A8D7AEB07B84}" srcOrd="0" destOrd="0" presId="urn:microsoft.com/office/officeart/2008/layout/LinedList"/>
    <dgm:cxn modelId="{F3E33CF8-B252-477B-892A-B88959C53705}" type="presOf" srcId="{0AC47DE2-35D9-4A1F-A98E-038C67E348D7}" destId="{8A234371-8FE0-4C3F-A6DE-B2854C6F807F}" srcOrd="0" destOrd="0" presId="urn:microsoft.com/office/officeart/2008/layout/LinedList"/>
    <dgm:cxn modelId="{25CC200D-81FA-4735-A5F5-F603A28A23DA}" srcId="{75CD713F-0883-41FE-A049-1984C6FA1892}" destId="{08D7B6C2-B1DA-4E79-A5CE-F4F977A780B7}" srcOrd="3" destOrd="0" parTransId="{5ED6AAED-147E-4E88-96E5-67DDDEDCA1E0}" sibTransId="{9E0DE7F3-1E69-4608-9965-243B300608CC}"/>
    <dgm:cxn modelId="{AEB7C6E8-A178-4E55-8889-D4F8BF003031}" type="presParOf" srcId="{2B262490-765F-4648-B7F8-61EF4FE845A0}" destId="{2D67DBF1-B617-492B-839E-EAD485CCFE6A}" srcOrd="0" destOrd="0" presId="urn:microsoft.com/office/officeart/2008/layout/LinedList"/>
    <dgm:cxn modelId="{BE56A51E-0787-4C22-B5A8-567E4FCAE877}" type="presParOf" srcId="{2B262490-765F-4648-B7F8-61EF4FE845A0}" destId="{DBF38953-7771-463D-ABDD-1A93B271172E}" srcOrd="1" destOrd="0" presId="urn:microsoft.com/office/officeart/2008/layout/LinedList"/>
    <dgm:cxn modelId="{57428344-229F-4FF7-8C08-B9052236EBCB}" type="presParOf" srcId="{DBF38953-7771-463D-ABDD-1A93B271172E}" destId="{4AC46D72-6C1A-4A93-9072-6CDCEC64FCF8}" srcOrd="0" destOrd="0" presId="urn:microsoft.com/office/officeart/2008/layout/LinedList"/>
    <dgm:cxn modelId="{F53472C3-CEFF-43F7-A92F-6AC2445492CA}" type="presParOf" srcId="{DBF38953-7771-463D-ABDD-1A93B271172E}" destId="{280D2D49-C04B-4671-910B-C36FE35C8A55}" srcOrd="1" destOrd="0" presId="urn:microsoft.com/office/officeart/2008/layout/LinedList"/>
    <dgm:cxn modelId="{4F55155D-9ED3-469E-BE3D-474100EB5CA0}" type="presParOf" srcId="{2B262490-765F-4648-B7F8-61EF4FE845A0}" destId="{72A18400-6E81-4463-BEE5-AE808B34A292}" srcOrd="2" destOrd="0" presId="urn:microsoft.com/office/officeart/2008/layout/LinedList"/>
    <dgm:cxn modelId="{EE6254F3-2E23-47A7-99D9-44F41336C674}" type="presParOf" srcId="{2B262490-765F-4648-B7F8-61EF4FE845A0}" destId="{0E127201-6920-4C04-BE15-A0B7469B566B}" srcOrd="3" destOrd="0" presId="urn:microsoft.com/office/officeart/2008/layout/LinedList"/>
    <dgm:cxn modelId="{9602FFDF-05D5-4D51-B7A8-AA75F81A2438}" type="presParOf" srcId="{0E127201-6920-4C04-BE15-A0B7469B566B}" destId="{59EB1C53-358D-4227-B18C-7130EB2120A0}" srcOrd="0" destOrd="0" presId="urn:microsoft.com/office/officeart/2008/layout/LinedList"/>
    <dgm:cxn modelId="{311B266B-3F67-479C-901E-D6BCC40945A7}" type="presParOf" srcId="{0E127201-6920-4C04-BE15-A0B7469B566B}" destId="{7FFE64E2-06A8-4BE3-B2B5-4B568982AF0A}" srcOrd="1" destOrd="0" presId="urn:microsoft.com/office/officeart/2008/layout/LinedList"/>
    <dgm:cxn modelId="{E0AFB94F-5639-489C-8134-C6A24C24E988}" type="presParOf" srcId="{2B262490-765F-4648-B7F8-61EF4FE845A0}" destId="{32F97EA5-86C9-4F9A-841F-0F7B0FB443B4}" srcOrd="4" destOrd="0" presId="urn:microsoft.com/office/officeart/2008/layout/LinedList"/>
    <dgm:cxn modelId="{00B7BDC9-E868-4B90-BEFB-7DAE2C186F39}" type="presParOf" srcId="{2B262490-765F-4648-B7F8-61EF4FE845A0}" destId="{21E02A47-60B7-47AB-AD67-8AA0326D192C}" srcOrd="5" destOrd="0" presId="urn:microsoft.com/office/officeart/2008/layout/LinedList"/>
    <dgm:cxn modelId="{2EE69D73-ABFD-418A-B3E9-11D3AD36459E}" type="presParOf" srcId="{21E02A47-60B7-47AB-AD67-8AA0326D192C}" destId="{8A234371-8FE0-4C3F-A6DE-B2854C6F807F}" srcOrd="0" destOrd="0" presId="urn:microsoft.com/office/officeart/2008/layout/LinedList"/>
    <dgm:cxn modelId="{8B49B6CD-F4B7-4636-B4F5-E74C5705A067}" type="presParOf" srcId="{21E02A47-60B7-47AB-AD67-8AA0326D192C}" destId="{F616CE1E-BEC2-465C-8057-5706DB4799B1}" srcOrd="1" destOrd="0" presId="urn:microsoft.com/office/officeart/2008/layout/LinedList"/>
    <dgm:cxn modelId="{BDA8EF71-1E47-4765-9BCE-EC9318417D7B}" type="presParOf" srcId="{2B262490-765F-4648-B7F8-61EF4FE845A0}" destId="{6B42A178-4B1A-4121-B5DA-1F17FFE00E27}" srcOrd="6" destOrd="0" presId="urn:microsoft.com/office/officeart/2008/layout/LinedList"/>
    <dgm:cxn modelId="{3B570F1B-5B5C-45E5-8227-3AF878A59D63}" type="presParOf" srcId="{2B262490-765F-4648-B7F8-61EF4FE845A0}" destId="{47BD30BF-147E-4C81-A5FE-5BC6643A01A9}" srcOrd="7" destOrd="0" presId="urn:microsoft.com/office/officeart/2008/layout/LinedList"/>
    <dgm:cxn modelId="{5BE39FC2-982F-442F-B0F5-EE6FF0FF9639}" type="presParOf" srcId="{47BD30BF-147E-4C81-A5FE-5BC6643A01A9}" destId="{C11E40CE-71F7-46FC-B620-A8D7AEB07B84}" srcOrd="0" destOrd="0" presId="urn:microsoft.com/office/officeart/2008/layout/LinedList"/>
    <dgm:cxn modelId="{83E0CF68-DA8B-4B2A-B0E5-997893FC1C25}" type="presParOf" srcId="{47BD30BF-147E-4C81-A5FE-5BC6643A01A9}" destId="{D9111883-A812-4C37-A979-3371E9B8A7B1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5538C2EF-9FBD-417D-BD16-D6244878152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712917EE-4E62-4E1C-9ABA-1E3622B52BEE}">
      <dgm:prSet/>
      <dgm:spPr/>
      <dgm:t>
        <a:bodyPr/>
        <a:lstStyle/>
        <a:p>
          <a:r>
            <a:rPr lang="uk-UA" b="0" i="0"/>
            <a:t>розгулі організованої злочинності</a:t>
          </a:r>
          <a:endParaRPr lang="uk-UA"/>
        </a:p>
      </dgm:t>
    </dgm:pt>
    <dgm:pt modelId="{D39D309E-4AFF-4359-88CE-F346D2DC98B9}" type="parTrans" cxnId="{5481D2E9-032D-4D75-8F82-DCC49C977310}">
      <dgm:prSet/>
      <dgm:spPr/>
      <dgm:t>
        <a:bodyPr/>
        <a:lstStyle/>
        <a:p>
          <a:endParaRPr lang="uk-UA"/>
        </a:p>
      </dgm:t>
    </dgm:pt>
    <dgm:pt modelId="{C9BBB323-3CC0-48EE-8304-099047B67F12}" type="sibTrans" cxnId="{5481D2E9-032D-4D75-8F82-DCC49C977310}">
      <dgm:prSet/>
      <dgm:spPr/>
      <dgm:t>
        <a:bodyPr/>
        <a:lstStyle/>
        <a:p>
          <a:endParaRPr lang="uk-UA"/>
        </a:p>
      </dgm:t>
    </dgm:pt>
    <dgm:pt modelId="{200EC81F-B0BA-4754-ACD6-302CDC0F5CE5}">
      <dgm:prSet/>
      <dgm:spPr/>
      <dgm:t>
        <a:bodyPr/>
        <a:lstStyle/>
        <a:p>
          <a:r>
            <a:rPr lang="uk-UA" b="0" i="0"/>
            <a:t>зростанні безробіття</a:t>
          </a:r>
          <a:endParaRPr lang="uk-UA"/>
        </a:p>
      </dgm:t>
    </dgm:pt>
    <dgm:pt modelId="{9984C9A9-F051-4289-BD5C-F18BF213C7E1}" type="parTrans" cxnId="{C3B7888A-8C54-4AE8-8279-B1B0E0724D73}">
      <dgm:prSet/>
      <dgm:spPr/>
      <dgm:t>
        <a:bodyPr/>
        <a:lstStyle/>
        <a:p>
          <a:endParaRPr lang="uk-UA"/>
        </a:p>
      </dgm:t>
    </dgm:pt>
    <dgm:pt modelId="{0B61363B-3257-4B2A-A4EB-7D37792334E3}" type="sibTrans" cxnId="{C3B7888A-8C54-4AE8-8279-B1B0E0724D73}">
      <dgm:prSet/>
      <dgm:spPr/>
      <dgm:t>
        <a:bodyPr/>
        <a:lstStyle/>
        <a:p>
          <a:endParaRPr lang="uk-UA"/>
        </a:p>
      </dgm:t>
    </dgm:pt>
    <dgm:pt modelId="{9A51128D-6250-49ED-843F-8D65857DDFCE}">
      <dgm:prSet/>
      <dgm:spPr/>
      <dgm:t>
        <a:bodyPr/>
        <a:lstStyle/>
        <a:p>
          <a:r>
            <a:rPr lang="uk-UA" b="0" i="0"/>
            <a:t>низькому рівні трудової дисципліни</a:t>
          </a:r>
          <a:endParaRPr lang="uk-UA"/>
        </a:p>
      </dgm:t>
    </dgm:pt>
    <dgm:pt modelId="{DCDDF1D1-2B00-4B1A-9FFB-3E938424C57C}" type="parTrans" cxnId="{037CF7B6-DE80-430B-A4DC-A46AEFC453F6}">
      <dgm:prSet/>
      <dgm:spPr/>
      <dgm:t>
        <a:bodyPr/>
        <a:lstStyle/>
        <a:p>
          <a:endParaRPr lang="uk-UA"/>
        </a:p>
      </dgm:t>
    </dgm:pt>
    <dgm:pt modelId="{BB1EFBC1-1717-4B01-9B43-3BDCC411892C}" type="sibTrans" cxnId="{037CF7B6-DE80-430B-A4DC-A46AEFC453F6}">
      <dgm:prSet/>
      <dgm:spPr/>
      <dgm:t>
        <a:bodyPr/>
        <a:lstStyle/>
        <a:p>
          <a:endParaRPr lang="uk-UA"/>
        </a:p>
      </dgm:t>
    </dgm:pt>
    <dgm:pt modelId="{C7252743-3E75-47DE-8957-B8770083BF2E}">
      <dgm:prSet/>
      <dgm:spPr/>
      <dgm:t>
        <a:bodyPr/>
        <a:lstStyle/>
        <a:p>
          <a:r>
            <a:rPr lang="uk-UA" b="0" i="0"/>
            <a:t>посиленні репресій проти інакомислячих</a:t>
          </a:r>
          <a:endParaRPr lang="uk-UA"/>
        </a:p>
      </dgm:t>
    </dgm:pt>
    <dgm:pt modelId="{5F4CE737-36B6-41F6-99F4-4D3D7B482D55}" type="parTrans" cxnId="{A90E6D5E-4836-4DBC-845F-927A50DA02C4}">
      <dgm:prSet/>
      <dgm:spPr/>
      <dgm:t>
        <a:bodyPr/>
        <a:lstStyle/>
        <a:p>
          <a:endParaRPr lang="uk-UA"/>
        </a:p>
      </dgm:t>
    </dgm:pt>
    <dgm:pt modelId="{802E2CD7-571E-40B0-9DAF-C2A3CA71B10F}" type="sibTrans" cxnId="{A90E6D5E-4836-4DBC-845F-927A50DA02C4}">
      <dgm:prSet/>
      <dgm:spPr/>
      <dgm:t>
        <a:bodyPr/>
        <a:lstStyle/>
        <a:p>
          <a:endParaRPr lang="uk-UA"/>
        </a:p>
      </dgm:t>
    </dgm:pt>
    <dgm:pt modelId="{098E22E7-13B0-4680-A283-36EEA7E322B2}" type="pres">
      <dgm:prSet presAssocID="{5538C2EF-9FBD-417D-BD16-D62448781524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65F6B342-1A73-4296-990A-75B4A89D6918}" type="pres">
      <dgm:prSet presAssocID="{712917EE-4E62-4E1C-9ABA-1E3622B52BEE}" presName="parentText" presStyleLbl="node1" presStyleIdx="0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2F519CB-5BCF-4DAC-A252-18735A652843}" type="pres">
      <dgm:prSet presAssocID="{C9BBB323-3CC0-48EE-8304-099047B67F12}" presName="spacer" presStyleCnt="0"/>
      <dgm:spPr/>
    </dgm:pt>
    <dgm:pt modelId="{98784A6B-F5E3-4D14-8555-702A4E5C76EA}" type="pres">
      <dgm:prSet presAssocID="{200EC81F-B0BA-4754-ACD6-302CDC0F5CE5}" presName="parentText" presStyleLbl="node1" presStyleIdx="1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EB73948-3865-4C0E-B11A-3054E52A5C45}" type="pres">
      <dgm:prSet presAssocID="{0B61363B-3257-4B2A-A4EB-7D37792334E3}" presName="spacer" presStyleCnt="0"/>
      <dgm:spPr/>
    </dgm:pt>
    <dgm:pt modelId="{0D6678B4-C623-4900-8E29-87662C3D42C2}" type="pres">
      <dgm:prSet presAssocID="{9A51128D-6250-49ED-843F-8D65857DDFCE}" presName="parentText" presStyleLbl="node1" presStyleIdx="2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41679E1-77DD-4EEF-97FF-319F862CC25D}" type="pres">
      <dgm:prSet presAssocID="{BB1EFBC1-1717-4B01-9B43-3BDCC411892C}" presName="spacer" presStyleCnt="0"/>
      <dgm:spPr/>
    </dgm:pt>
    <dgm:pt modelId="{8E10578F-5C3A-4937-87CB-F58705C52F92}" type="pres">
      <dgm:prSet presAssocID="{C7252743-3E75-47DE-8957-B8770083BF2E}" presName="parentText" presStyleLbl="node1" presStyleIdx="3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5C983362-3349-481C-9F9D-445736914B5B}" type="presOf" srcId="{5538C2EF-9FBD-417D-BD16-D62448781524}" destId="{098E22E7-13B0-4680-A283-36EEA7E322B2}" srcOrd="0" destOrd="0" presId="urn:microsoft.com/office/officeart/2005/8/layout/vList2"/>
    <dgm:cxn modelId="{A90E6D5E-4836-4DBC-845F-927A50DA02C4}" srcId="{5538C2EF-9FBD-417D-BD16-D62448781524}" destId="{C7252743-3E75-47DE-8957-B8770083BF2E}" srcOrd="3" destOrd="0" parTransId="{5F4CE737-36B6-41F6-99F4-4D3D7B482D55}" sibTransId="{802E2CD7-571E-40B0-9DAF-C2A3CA71B10F}"/>
    <dgm:cxn modelId="{23AF836F-9FF3-4894-B0C7-7CB68642D3D7}" type="presOf" srcId="{9A51128D-6250-49ED-843F-8D65857DDFCE}" destId="{0D6678B4-C623-4900-8E29-87662C3D42C2}" srcOrd="0" destOrd="0" presId="urn:microsoft.com/office/officeart/2005/8/layout/vList2"/>
    <dgm:cxn modelId="{07729315-9F59-424F-9184-20ACBA540F71}" type="presOf" srcId="{200EC81F-B0BA-4754-ACD6-302CDC0F5CE5}" destId="{98784A6B-F5E3-4D14-8555-702A4E5C76EA}" srcOrd="0" destOrd="0" presId="urn:microsoft.com/office/officeart/2005/8/layout/vList2"/>
    <dgm:cxn modelId="{C3B7888A-8C54-4AE8-8279-B1B0E0724D73}" srcId="{5538C2EF-9FBD-417D-BD16-D62448781524}" destId="{200EC81F-B0BA-4754-ACD6-302CDC0F5CE5}" srcOrd="1" destOrd="0" parTransId="{9984C9A9-F051-4289-BD5C-F18BF213C7E1}" sibTransId="{0B61363B-3257-4B2A-A4EB-7D37792334E3}"/>
    <dgm:cxn modelId="{3728A465-E131-47D4-AFD8-4CD352FDDE45}" type="presOf" srcId="{C7252743-3E75-47DE-8957-B8770083BF2E}" destId="{8E10578F-5C3A-4937-87CB-F58705C52F92}" srcOrd="0" destOrd="0" presId="urn:microsoft.com/office/officeart/2005/8/layout/vList2"/>
    <dgm:cxn modelId="{037CF7B6-DE80-430B-A4DC-A46AEFC453F6}" srcId="{5538C2EF-9FBD-417D-BD16-D62448781524}" destId="{9A51128D-6250-49ED-843F-8D65857DDFCE}" srcOrd="2" destOrd="0" parTransId="{DCDDF1D1-2B00-4B1A-9FFB-3E938424C57C}" sibTransId="{BB1EFBC1-1717-4B01-9B43-3BDCC411892C}"/>
    <dgm:cxn modelId="{5E8389E2-697D-4EE7-896A-2D47B85FE639}" type="presOf" srcId="{712917EE-4E62-4E1C-9ABA-1E3622B52BEE}" destId="{65F6B342-1A73-4296-990A-75B4A89D6918}" srcOrd="0" destOrd="0" presId="urn:microsoft.com/office/officeart/2005/8/layout/vList2"/>
    <dgm:cxn modelId="{5481D2E9-032D-4D75-8F82-DCC49C977310}" srcId="{5538C2EF-9FBD-417D-BD16-D62448781524}" destId="{712917EE-4E62-4E1C-9ABA-1E3622B52BEE}" srcOrd="0" destOrd="0" parTransId="{D39D309E-4AFF-4359-88CE-F346D2DC98B9}" sibTransId="{C9BBB323-3CC0-48EE-8304-099047B67F12}"/>
    <dgm:cxn modelId="{FD2F5FF6-4996-47D2-A9F1-7EE980C7CCC6}" type="presParOf" srcId="{098E22E7-13B0-4680-A283-36EEA7E322B2}" destId="{65F6B342-1A73-4296-990A-75B4A89D6918}" srcOrd="0" destOrd="0" presId="urn:microsoft.com/office/officeart/2005/8/layout/vList2"/>
    <dgm:cxn modelId="{C6E224BA-66A2-4B25-A887-1692FB05D591}" type="presParOf" srcId="{098E22E7-13B0-4680-A283-36EEA7E322B2}" destId="{D2F519CB-5BCF-4DAC-A252-18735A652843}" srcOrd="1" destOrd="0" presId="urn:microsoft.com/office/officeart/2005/8/layout/vList2"/>
    <dgm:cxn modelId="{DB09EA1D-E847-4E0E-B9C7-A25C3F082361}" type="presParOf" srcId="{098E22E7-13B0-4680-A283-36EEA7E322B2}" destId="{98784A6B-F5E3-4D14-8555-702A4E5C76EA}" srcOrd="2" destOrd="0" presId="urn:microsoft.com/office/officeart/2005/8/layout/vList2"/>
    <dgm:cxn modelId="{E1219354-818B-4508-8445-51D86B192C6B}" type="presParOf" srcId="{098E22E7-13B0-4680-A283-36EEA7E322B2}" destId="{7EB73948-3865-4C0E-B11A-3054E52A5C45}" srcOrd="3" destOrd="0" presId="urn:microsoft.com/office/officeart/2005/8/layout/vList2"/>
    <dgm:cxn modelId="{E837AE40-255B-4F82-96D8-791BF90F9E00}" type="presParOf" srcId="{098E22E7-13B0-4680-A283-36EEA7E322B2}" destId="{0D6678B4-C623-4900-8E29-87662C3D42C2}" srcOrd="4" destOrd="0" presId="urn:microsoft.com/office/officeart/2005/8/layout/vList2"/>
    <dgm:cxn modelId="{FB237B35-6781-439E-89AB-1F4882A93596}" type="presParOf" srcId="{098E22E7-13B0-4680-A283-36EEA7E322B2}" destId="{C41679E1-77DD-4EEF-97FF-319F862CC25D}" srcOrd="5" destOrd="0" presId="urn:microsoft.com/office/officeart/2005/8/layout/vList2"/>
    <dgm:cxn modelId="{AE2E37FE-9520-4DA9-A4DA-2DCBCC6316D4}" type="presParOf" srcId="{098E22E7-13B0-4680-A283-36EEA7E322B2}" destId="{8E10578F-5C3A-4937-87CB-F58705C52F92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8854B767-3A81-43D8-9C2A-1FBBE202711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9D9B8160-EB41-42EF-A76E-0B1DD70F5126}">
      <dgm:prSet/>
      <dgm:spPr/>
      <dgm:t>
        <a:bodyPr/>
        <a:lstStyle/>
        <a:p>
          <a:r>
            <a:rPr lang="uk-UA" b="0" i="0"/>
            <a:t>заснуванням Української робітничо-селянської спілки</a:t>
          </a:r>
          <a:endParaRPr lang="uk-UA"/>
        </a:p>
      </dgm:t>
    </dgm:pt>
    <dgm:pt modelId="{F100B8B6-2BF8-4501-B6EC-C6C5C4FF70F8}" type="parTrans" cxnId="{95F62D69-400A-4A7A-A873-F42991D62409}">
      <dgm:prSet/>
      <dgm:spPr/>
      <dgm:t>
        <a:bodyPr/>
        <a:lstStyle/>
        <a:p>
          <a:endParaRPr lang="uk-UA"/>
        </a:p>
      </dgm:t>
    </dgm:pt>
    <dgm:pt modelId="{7D35C2E9-65C8-413A-95BB-426DE5848849}" type="sibTrans" cxnId="{95F62D69-400A-4A7A-A873-F42991D62409}">
      <dgm:prSet/>
      <dgm:spPr/>
      <dgm:t>
        <a:bodyPr/>
        <a:lstStyle/>
        <a:p>
          <a:endParaRPr lang="uk-UA"/>
        </a:p>
      </dgm:t>
    </dgm:pt>
    <dgm:pt modelId="{210F4E10-D05A-4AC1-9153-61BBDD14D4C8}">
      <dgm:prSet/>
      <dgm:spPr/>
      <dgm:t>
        <a:bodyPr/>
        <a:lstStyle/>
        <a:p>
          <a:r>
            <a:rPr lang="uk-UA" b="0" i="0"/>
            <a:t>повстанням політичних в'язнів у Норільському концтаборі</a:t>
          </a:r>
          <a:endParaRPr lang="uk-UA"/>
        </a:p>
      </dgm:t>
    </dgm:pt>
    <dgm:pt modelId="{7FC9BFF7-94F4-4751-A063-C1910FF83976}" type="parTrans" cxnId="{3D6100E6-1BF6-4267-B440-A63F33206932}">
      <dgm:prSet/>
      <dgm:spPr/>
      <dgm:t>
        <a:bodyPr/>
        <a:lstStyle/>
        <a:p>
          <a:endParaRPr lang="uk-UA"/>
        </a:p>
      </dgm:t>
    </dgm:pt>
    <dgm:pt modelId="{C976772E-1D1B-48A0-913B-6C129C9F1C1F}" type="sibTrans" cxnId="{3D6100E6-1BF6-4267-B440-A63F33206932}">
      <dgm:prSet/>
      <dgm:spPr/>
      <dgm:t>
        <a:bodyPr/>
        <a:lstStyle/>
        <a:p>
          <a:endParaRPr lang="uk-UA"/>
        </a:p>
      </dgm:t>
    </dgm:pt>
    <dgm:pt modelId="{FC8B4B33-0BBC-468E-BDD3-9C27C514B295}">
      <dgm:prSet/>
      <dgm:spPr/>
      <dgm:t>
        <a:bodyPr/>
        <a:lstStyle/>
        <a:p>
          <a:r>
            <a:rPr lang="uk-UA" b="0" i="0"/>
            <a:t>акцією протесту в кінотеатрі «Україна» проти арештів дисидентів</a:t>
          </a:r>
          <a:endParaRPr lang="uk-UA"/>
        </a:p>
      </dgm:t>
    </dgm:pt>
    <dgm:pt modelId="{66D8AF30-68EE-4A1B-8240-8C02D67260C3}" type="parTrans" cxnId="{C58ACCF5-BBE2-4629-AD08-72D3C41E631C}">
      <dgm:prSet/>
      <dgm:spPr/>
      <dgm:t>
        <a:bodyPr/>
        <a:lstStyle/>
        <a:p>
          <a:endParaRPr lang="uk-UA"/>
        </a:p>
      </dgm:t>
    </dgm:pt>
    <dgm:pt modelId="{4B0ED770-1255-4149-B412-85B4E9729465}" type="sibTrans" cxnId="{C58ACCF5-BBE2-4629-AD08-72D3C41E631C}">
      <dgm:prSet/>
      <dgm:spPr/>
      <dgm:t>
        <a:bodyPr/>
        <a:lstStyle/>
        <a:p>
          <a:endParaRPr lang="uk-UA"/>
        </a:p>
      </dgm:t>
    </dgm:pt>
    <dgm:pt modelId="{5F5F7182-6EF7-4DA9-A6AE-6F50C4D55AAC}">
      <dgm:prSet/>
      <dgm:spPr/>
      <dgm:t>
        <a:bodyPr/>
        <a:lstStyle/>
        <a:p>
          <a:r>
            <a:rPr lang="uk-UA" b="0" i="0"/>
            <a:t>створенням Української Гельсінської спілки</a:t>
          </a:r>
          <a:endParaRPr lang="uk-UA"/>
        </a:p>
      </dgm:t>
    </dgm:pt>
    <dgm:pt modelId="{E5CADCE6-6F94-4EA0-AB99-7D6B8AC3C706}" type="parTrans" cxnId="{5E2D2BAE-E000-465B-82B6-3585DDB68783}">
      <dgm:prSet/>
      <dgm:spPr/>
      <dgm:t>
        <a:bodyPr/>
        <a:lstStyle/>
        <a:p>
          <a:endParaRPr lang="uk-UA"/>
        </a:p>
      </dgm:t>
    </dgm:pt>
    <dgm:pt modelId="{CF705EBD-CB65-4E85-A94F-C329FFD915C6}" type="sibTrans" cxnId="{5E2D2BAE-E000-465B-82B6-3585DDB68783}">
      <dgm:prSet/>
      <dgm:spPr/>
      <dgm:t>
        <a:bodyPr/>
        <a:lstStyle/>
        <a:p>
          <a:endParaRPr lang="uk-UA"/>
        </a:p>
      </dgm:t>
    </dgm:pt>
    <dgm:pt modelId="{56E148CB-A437-4EED-AD53-645C597C723A}" type="pres">
      <dgm:prSet presAssocID="{8854B767-3A81-43D8-9C2A-1FBBE2027119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BDA85B56-8B76-49B9-95E3-AD51586F4319}" type="pres">
      <dgm:prSet presAssocID="{9D9B8160-EB41-42EF-A76E-0B1DD70F5126}" presName="parentText" presStyleLbl="node1" presStyleIdx="0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628DBCC-B898-4435-BBE9-FAFEC8AA0052}" type="pres">
      <dgm:prSet presAssocID="{7D35C2E9-65C8-413A-95BB-426DE5848849}" presName="spacer" presStyleCnt="0"/>
      <dgm:spPr/>
    </dgm:pt>
    <dgm:pt modelId="{666D7D5D-3DD1-4CA4-ADC5-421EA93C0E25}" type="pres">
      <dgm:prSet presAssocID="{210F4E10-D05A-4AC1-9153-61BBDD14D4C8}" presName="parentText" presStyleLbl="node1" presStyleIdx="1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4BFD05E9-C385-4303-9C56-B1F46855C2B6}" type="pres">
      <dgm:prSet presAssocID="{C976772E-1D1B-48A0-913B-6C129C9F1C1F}" presName="spacer" presStyleCnt="0"/>
      <dgm:spPr/>
    </dgm:pt>
    <dgm:pt modelId="{9C40F4D5-E65D-4987-A17C-D656E723DC22}" type="pres">
      <dgm:prSet presAssocID="{FC8B4B33-0BBC-468E-BDD3-9C27C514B295}" presName="parentText" presStyleLbl="node1" presStyleIdx="2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4D08CA5E-0E22-4D97-9CBD-C25DB0B8BE73}" type="pres">
      <dgm:prSet presAssocID="{4B0ED770-1255-4149-B412-85B4E9729465}" presName="spacer" presStyleCnt="0"/>
      <dgm:spPr/>
    </dgm:pt>
    <dgm:pt modelId="{6EBF6FE9-582D-4FEA-A492-3A977162FB45}" type="pres">
      <dgm:prSet presAssocID="{5F5F7182-6EF7-4DA9-A6AE-6F50C4D55AAC}" presName="parentText" presStyleLbl="node1" presStyleIdx="3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97A3749B-A15D-4F29-9F10-A9AA885C0765}" type="presOf" srcId="{8854B767-3A81-43D8-9C2A-1FBBE2027119}" destId="{56E148CB-A437-4EED-AD53-645C597C723A}" srcOrd="0" destOrd="0" presId="urn:microsoft.com/office/officeart/2005/8/layout/vList2"/>
    <dgm:cxn modelId="{D519B92C-2246-4239-B67D-3111F4DEEBCE}" type="presOf" srcId="{5F5F7182-6EF7-4DA9-A6AE-6F50C4D55AAC}" destId="{6EBF6FE9-582D-4FEA-A492-3A977162FB45}" srcOrd="0" destOrd="0" presId="urn:microsoft.com/office/officeart/2005/8/layout/vList2"/>
    <dgm:cxn modelId="{C58ACCF5-BBE2-4629-AD08-72D3C41E631C}" srcId="{8854B767-3A81-43D8-9C2A-1FBBE2027119}" destId="{FC8B4B33-0BBC-468E-BDD3-9C27C514B295}" srcOrd="2" destOrd="0" parTransId="{66D8AF30-68EE-4A1B-8240-8C02D67260C3}" sibTransId="{4B0ED770-1255-4149-B412-85B4E9729465}"/>
    <dgm:cxn modelId="{5E2D2BAE-E000-465B-82B6-3585DDB68783}" srcId="{8854B767-3A81-43D8-9C2A-1FBBE2027119}" destId="{5F5F7182-6EF7-4DA9-A6AE-6F50C4D55AAC}" srcOrd="3" destOrd="0" parTransId="{E5CADCE6-6F94-4EA0-AB99-7D6B8AC3C706}" sibTransId="{CF705EBD-CB65-4E85-A94F-C329FFD915C6}"/>
    <dgm:cxn modelId="{A2428C16-E49A-4221-B2A7-81BE49AE9AA5}" type="presOf" srcId="{FC8B4B33-0BBC-468E-BDD3-9C27C514B295}" destId="{9C40F4D5-E65D-4987-A17C-D656E723DC22}" srcOrd="0" destOrd="0" presId="urn:microsoft.com/office/officeart/2005/8/layout/vList2"/>
    <dgm:cxn modelId="{3D6100E6-1BF6-4267-B440-A63F33206932}" srcId="{8854B767-3A81-43D8-9C2A-1FBBE2027119}" destId="{210F4E10-D05A-4AC1-9153-61BBDD14D4C8}" srcOrd="1" destOrd="0" parTransId="{7FC9BFF7-94F4-4751-A063-C1910FF83976}" sibTransId="{C976772E-1D1B-48A0-913B-6C129C9F1C1F}"/>
    <dgm:cxn modelId="{95F62D69-400A-4A7A-A873-F42991D62409}" srcId="{8854B767-3A81-43D8-9C2A-1FBBE2027119}" destId="{9D9B8160-EB41-42EF-A76E-0B1DD70F5126}" srcOrd="0" destOrd="0" parTransId="{F100B8B6-2BF8-4501-B6EC-C6C5C4FF70F8}" sibTransId="{7D35C2E9-65C8-413A-95BB-426DE5848849}"/>
    <dgm:cxn modelId="{1084D089-C5F7-4E8D-BCC1-5F139CB5D100}" type="presOf" srcId="{9D9B8160-EB41-42EF-A76E-0B1DD70F5126}" destId="{BDA85B56-8B76-49B9-95E3-AD51586F4319}" srcOrd="0" destOrd="0" presId="urn:microsoft.com/office/officeart/2005/8/layout/vList2"/>
    <dgm:cxn modelId="{9D2F288F-C6A5-44F9-B96F-633EF9BC9344}" type="presOf" srcId="{210F4E10-D05A-4AC1-9153-61BBDD14D4C8}" destId="{666D7D5D-3DD1-4CA4-ADC5-421EA93C0E25}" srcOrd="0" destOrd="0" presId="urn:microsoft.com/office/officeart/2005/8/layout/vList2"/>
    <dgm:cxn modelId="{8AF5B93C-DD07-478F-9A43-9280F9B6D27C}" type="presParOf" srcId="{56E148CB-A437-4EED-AD53-645C597C723A}" destId="{BDA85B56-8B76-49B9-95E3-AD51586F4319}" srcOrd="0" destOrd="0" presId="urn:microsoft.com/office/officeart/2005/8/layout/vList2"/>
    <dgm:cxn modelId="{E211EC8F-24CD-425C-9021-D07E1EEB13F1}" type="presParOf" srcId="{56E148CB-A437-4EED-AD53-645C597C723A}" destId="{F628DBCC-B898-4435-BBE9-FAFEC8AA0052}" srcOrd="1" destOrd="0" presId="urn:microsoft.com/office/officeart/2005/8/layout/vList2"/>
    <dgm:cxn modelId="{12EB9F27-C4BD-4D14-B2D6-D6B6BD6885A1}" type="presParOf" srcId="{56E148CB-A437-4EED-AD53-645C597C723A}" destId="{666D7D5D-3DD1-4CA4-ADC5-421EA93C0E25}" srcOrd="2" destOrd="0" presId="urn:microsoft.com/office/officeart/2005/8/layout/vList2"/>
    <dgm:cxn modelId="{BE972082-273C-4308-AB01-595E7F65EBF2}" type="presParOf" srcId="{56E148CB-A437-4EED-AD53-645C597C723A}" destId="{4BFD05E9-C385-4303-9C56-B1F46855C2B6}" srcOrd="3" destOrd="0" presId="urn:microsoft.com/office/officeart/2005/8/layout/vList2"/>
    <dgm:cxn modelId="{840B454F-4E0C-41AF-9A7C-0E14B3E16A7C}" type="presParOf" srcId="{56E148CB-A437-4EED-AD53-645C597C723A}" destId="{9C40F4D5-E65D-4987-A17C-D656E723DC22}" srcOrd="4" destOrd="0" presId="urn:microsoft.com/office/officeart/2005/8/layout/vList2"/>
    <dgm:cxn modelId="{B05CA791-25C9-4DCC-AE7A-E03A5FDB8620}" type="presParOf" srcId="{56E148CB-A437-4EED-AD53-645C597C723A}" destId="{4D08CA5E-0E22-4D97-9CBD-C25DB0B8BE73}" srcOrd="5" destOrd="0" presId="urn:microsoft.com/office/officeart/2005/8/layout/vList2"/>
    <dgm:cxn modelId="{F5366923-FF5D-42B6-9F58-D3EA46D5BA45}" type="presParOf" srcId="{56E148CB-A437-4EED-AD53-645C597C723A}" destId="{6EBF6FE9-582D-4FEA-A492-3A977162FB45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5D91D2CC-AA83-4140-A43E-6B3F4A73651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AAFE3E1A-5730-4173-92C5-76FCCFEAFB91}">
      <dgm:prSet/>
      <dgm:spPr/>
      <dgm:t>
        <a:bodyPr/>
        <a:lstStyle/>
        <a:p>
          <a:r>
            <a:rPr lang="uk-UA" b="0" i="0" dirty="0"/>
            <a:t>дефіцит</a:t>
          </a:r>
          <a:endParaRPr lang="uk-UA" dirty="0"/>
        </a:p>
      </dgm:t>
    </dgm:pt>
    <dgm:pt modelId="{F0A506C1-EF09-4580-9C01-593AE4EEB6C8}" type="parTrans" cxnId="{9116134A-318A-4B0B-B593-6D3B8C5D1A77}">
      <dgm:prSet/>
      <dgm:spPr/>
      <dgm:t>
        <a:bodyPr/>
        <a:lstStyle/>
        <a:p>
          <a:endParaRPr lang="uk-UA"/>
        </a:p>
      </dgm:t>
    </dgm:pt>
    <dgm:pt modelId="{AAFF3439-5781-4D1E-9E6C-5D93222C4F3F}" type="sibTrans" cxnId="{9116134A-318A-4B0B-B593-6D3B8C5D1A77}">
      <dgm:prSet/>
      <dgm:spPr/>
      <dgm:t>
        <a:bodyPr/>
        <a:lstStyle/>
        <a:p>
          <a:endParaRPr lang="uk-UA"/>
        </a:p>
      </dgm:t>
    </dgm:pt>
    <dgm:pt modelId="{E6015547-DDD3-4B64-91AE-9E14D0CBF389}">
      <dgm:prSet/>
      <dgm:spPr/>
      <dgm:t>
        <a:bodyPr/>
        <a:lstStyle/>
        <a:p>
          <a:r>
            <a:rPr lang="uk-UA" b="0" i="0"/>
            <a:t>корупцію</a:t>
          </a:r>
          <a:endParaRPr lang="uk-UA"/>
        </a:p>
      </dgm:t>
    </dgm:pt>
    <dgm:pt modelId="{BB5E03B0-9346-4A43-97F2-19933DD87A8E}" type="parTrans" cxnId="{E9F8C58F-63D9-459B-91CC-3CF4D84C3DC4}">
      <dgm:prSet/>
      <dgm:spPr/>
      <dgm:t>
        <a:bodyPr/>
        <a:lstStyle/>
        <a:p>
          <a:endParaRPr lang="uk-UA"/>
        </a:p>
      </dgm:t>
    </dgm:pt>
    <dgm:pt modelId="{20C6EA98-62A0-4B07-9C9F-B4DACA91946B}" type="sibTrans" cxnId="{E9F8C58F-63D9-459B-91CC-3CF4D84C3DC4}">
      <dgm:prSet/>
      <dgm:spPr/>
      <dgm:t>
        <a:bodyPr/>
        <a:lstStyle/>
        <a:p>
          <a:endParaRPr lang="uk-UA"/>
        </a:p>
      </dgm:t>
    </dgm:pt>
    <dgm:pt modelId="{453C8168-262D-4DB9-A2A1-8A4DE9C798A4}">
      <dgm:prSet/>
      <dgm:spPr/>
      <dgm:t>
        <a:bodyPr/>
        <a:lstStyle/>
        <a:p>
          <a:r>
            <a:rPr lang="uk-UA" b="0" i="0"/>
            <a:t>плюралізм</a:t>
          </a:r>
          <a:endParaRPr lang="uk-UA"/>
        </a:p>
      </dgm:t>
    </dgm:pt>
    <dgm:pt modelId="{99270363-4F96-4135-B7B9-CFC83C52859E}" type="parTrans" cxnId="{1BBDCBFA-CFBF-44A9-9DE5-CFB940836584}">
      <dgm:prSet/>
      <dgm:spPr/>
      <dgm:t>
        <a:bodyPr/>
        <a:lstStyle/>
        <a:p>
          <a:endParaRPr lang="uk-UA"/>
        </a:p>
      </dgm:t>
    </dgm:pt>
    <dgm:pt modelId="{F8CD227D-91BA-487F-B116-90215946246A}" type="sibTrans" cxnId="{1BBDCBFA-CFBF-44A9-9DE5-CFB940836584}">
      <dgm:prSet/>
      <dgm:spPr/>
      <dgm:t>
        <a:bodyPr/>
        <a:lstStyle/>
        <a:p>
          <a:endParaRPr lang="uk-UA"/>
        </a:p>
      </dgm:t>
    </dgm:pt>
    <dgm:pt modelId="{159CEE9D-58AF-416D-901B-58DFDAAF15C1}">
      <dgm:prSet/>
      <dgm:spPr/>
      <dgm:t>
        <a:bodyPr/>
        <a:lstStyle/>
        <a:p>
          <a:r>
            <a:rPr lang="uk-UA" b="0" i="0"/>
            <a:t>бюрократизацію</a:t>
          </a:r>
          <a:endParaRPr lang="uk-UA"/>
        </a:p>
      </dgm:t>
    </dgm:pt>
    <dgm:pt modelId="{AED8CDA1-A135-4895-BB15-EB18D5923BE9}" type="parTrans" cxnId="{947899CD-2172-4E8E-93FA-A42149A9C2AA}">
      <dgm:prSet/>
      <dgm:spPr/>
      <dgm:t>
        <a:bodyPr/>
        <a:lstStyle/>
        <a:p>
          <a:endParaRPr lang="uk-UA"/>
        </a:p>
      </dgm:t>
    </dgm:pt>
    <dgm:pt modelId="{60B39619-2D59-47C8-8AA5-DF3FB827E8BA}" type="sibTrans" cxnId="{947899CD-2172-4E8E-93FA-A42149A9C2AA}">
      <dgm:prSet/>
      <dgm:spPr/>
      <dgm:t>
        <a:bodyPr/>
        <a:lstStyle/>
        <a:p>
          <a:endParaRPr lang="uk-UA"/>
        </a:p>
      </dgm:t>
    </dgm:pt>
    <dgm:pt modelId="{E93B3BA2-3745-45EA-A0C4-9BF4C7CCC4FC}" type="pres">
      <dgm:prSet presAssocID="{5D91D2CC-AA83-4140-A43E-6B3F4A73651C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AA53E697-D5C2-4421-81CC-F17E3162B4D7}" type="pres">
      <dgm:prSet presAssocID="{AAFE3E1A-5730-4173-92C5-76FCCFEAFB91}" presName="parentText" presStyleLbl="node1" presStyleIdx="0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4CDBBD4-2245-4449-BF35-A0F0720A75A3}" type="pres">
      <dgm:prSet presAssocID="{AAFF3439-5781-4D1E-9E6C-5D93222C4F3F}" presName="spacer" presStyleCnt="0"/>
      <dgm:spPr/>
    </dgm:pt>
    <dgm:pt modelId="{FA9851FB-ACED-4D95-B9FD-652535CDFECC}" type="pres">
      <dgm:prSet presAssocID="{E6015547-DDD3-4B64-91AE-9E14D0CBF389}" presName="parentText" presStyleLbl="node1" presStyleIdx="1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2013F1D8-A5CC-473B-A3C6-6E1209C2296F}" type="pres">
      <dgm:prSet presAssocID="{20C6EA98-62A0-4B07-9C9F-B4DACA91946B}" presName="spacer" presStyleCnt="0"/>
      <dgm:spPr/>
    </dgm:pt>
    <dgm:pt modelId="{BAB61182-846B-4C0B-94FB-D0A6FE4DE66A}" type="pres">
      <dgm:prSet presAssocID="{453C8168-262D-4DB9-A2A1-8A4DE9C798A4}" presName="parentText" presStyleLbl="node1" presStyleIdx="2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46E0802-528A-4B83-A842-4B9326D2592A}" type="pres">
      <dgm:prSet presAssocID="{F8CD227D-91BA-487F-B116-90215946246A}" presName="spacer" presStyleCnt="0"/>
      <dgm:spPr/>
    </dgm:pt>
    <dgm:pt modelId="{9EC6EDDC-8E64-4A6C-994A-4EA2BD83D1DE}" type="pres">
      <dgm:prSet presAssocID="{159CEE9D-58AF-416D-901B-58DFDAAF15C1}" presName="parentText" presStyleLbl="node1" presStyleIdx="3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7982C69D-1AE8-4120-967F-2CF02D0E5CCF}" type="presOf" srcId="{5D91D2CC-AA83-4140-A43E-6B3F4A73651C}" destId="{E93B3BA2-3745-45EA-A0C4-9BF4C7CCC4FC}" srcOrd="0" destOrd="0" presId="urn:microsoft.com/office/officeart/2005/8/layout/vList2"/>
    <dgm:cxn modelId="{947899CD-2172-4E8E-93FA-A42149A9C2AA}" srcId="{5D91D2CC-AA83-4140-A43E-6B3F4A73651C}" destId="{159CEE9D-58AF-416D-901B-58DFDAAF15C1}" srcOrd="3" destOrd="0" parTransId="{AED8CDA1-A135-4895-BB15-EB18D5923BE9}" sibTransId="{60B39619-2D59-47C8-8AA5-DF3FB827E8BA}"/>
    <dgm:cxn modelId="{96A0706C-F963-4EF4-B3D6-7BD0A8BD9C8E}" type="presOf" srcId="{453C8168-262D-4DB9-A2A1-8A4DE9C798A4}" destId="{BAB61182-846B-4C0B-94FB-D0A6FE4DE66A}" srcOrd="0" destOrd="0" presId="urn:microsoft.com/office/officeart/2005/8/layout/vList2"/>
    <dgm:cxn modelId="{EC06FA94-D96B-465C-B49D-9D1F02E3BE01}" type="presOf" srcId="{159CEE9D-58AF-416D-901B-58DFDAAF15C1}" destId="{9EC6EDDC-8E64-4A6C-994A-4EA2BD83D1DE}" srcOrd="0" destOrd="0" presId="urn:microsoft.com/office/officeart/2005/8/layout/vList2"/>
    <dgm:cxn modelId="{6913F705-3D1E-4C78-93FF-4937AE62E505}" type="presOf" srcId="{E6015547-DDD3-4B64-91AE-9E14D0CBF389}" destId="{FA9851FB-ACED-4D95-B9FD-652535CDFECC}" srcOrd="0" destOrd="0" presId="urn:microsoft.com/office/officeart/2005/8/layout/vList2"/>
    <dgm:cxn modelId="{E9F8C58F-63D9-459B-91CC-3CF4D84C3DC4}" srcId="{5D91D2CC-AA83-4140-A43E-6B3F4A73651C}" destId="{E6015547-DDD3-4B64-91AE-9E14D0CBF389}" srcOrd="1" destOrd="0" parTransId="{BB5E03B0-9346-4A43-97F2-19933DD87A8E}" sibTransId="{20C6EA98-62A0-4B07-9C9F-B4DACA91946B}"/>
    <dgm:cxn modelId="{9116134A-318A-4B0B-B593-6D3B8C5D1A77}" srcId="{5D91D2CC-AA83-4140-A43E-6B3F4A73651C}" destId="{AAFE3E1A-5730-4173-92C5-76FCCFEAFB91}" srcOrd="0" destOrd="0" parTransId="{F0A506C1-EF09-4580-9C01-593AE4EEB6C8}" sibTransId="{AAFF3439-5781-4D1E-9E6C-5D93222C4F3F}"/>
    <dgm:cxn modelId="{1BBDCBFA-CFBF-44A9-9DE5-CFB940836584}" srcId="{5D91D2CC-AA83-4140-A43E-6B3F4A73651C}" destId="{453C8168-262D-4DB9-A2A1-8A4DE9C798A4}" srcOrd="2" destOrd="0" parTransId="{99270363-4F96-4135-B7B9-CFC83C52859E}" sibTransId="{F8CD227D-91BA-487F-B116-90215946246A}"/>
    <dgm:cxn modelId="{2055C32E-DC8D-466D-912A-13B23B62E61C}" type="presOf" srcId="{AAFE3E1A-5730-4173-92C5-76FCCFEAFB91}" destId="{AA53E697-D5C2-4421-81CC-F17E3162B4D7}" srcOrd="0" destOrd="0" presId="urn:microsoft.com/office/officeart/2005/8/layout/vList2"/>
    <dgm:cxn modelId="{3CE84434-EDA9-4E8F-890C-8301BB2985F9}" type="presParOf" srcId="{E93B3BA2-3745-45EA-A0C4-9BF4C7CCC4FC}" destId="{AA53E697-D5C2-4421-81CC-F17E3162B4D7}" srcOrd="0" destOrd="0" presId="urn:microsoft.com/office/officeart/2005/8/layout/vList2"/>
    <dgm:cxn modelId="{B282305B-B588-49DA-AF98-5CD90103CB66}" type="presParOf" srcId="{E93B3BA2-3745-45EA-A0C4-9BF4C7CCC4FC}" destId="{64CDBBD4-2245-4449-BF35-A0F0720A75A3}" srcOrd="1" destOrd="0" presId="urn:microsoft.com/office/officeart/2005/8/layout/vList2"/>
    <dgm:cxn modelId="{2E265B6C-165B-4B1A-815D-94D65B552D64}" type="presParOf" srcId="{E93B3BA2-3745-45EA-A0C4-9BF4C7CCC4FC}" destId="{FA9851FB-ACED-4D95-B9FD-652535CDFECC}" srcOrd="2" destOrd="0" presId="urn:microsoft.com/office/officeart/2005/8/layout/vList2"/>
    <dgm:cxn modelId="{CE821D92-66CD-4181-BEEA-61EBBAF292E4}" type="presParOf" srcId="{E93B3BA2-3745-45EA-A0C4-9BF4C7CCC4FC}" destId="{2013F1D8-A5CC-473B-A3C6-6E1209C2296F}" srcOrd="3" destOrd="0" presId="urn:microsoft.com/office/officeart/2005/8/layout/vList2"/>
    <dgm:cxn modelId="{93ED4ECE-4455-4034-80C8-6E3171051556}" type="presParOf" srcId="{E93B3BA2-3745-45EA-A0C4-9BF4C7CCC4FC}" destId="{BAB61182-846B-4C0B-94FB-D0A6FE4DE66A}" srcOrd="4" destOrd="0" presId="urn:microsoft.com/office/officeart/2005/8/layout/vList2"/>
    <dgm:cxn modelId="{EB069208-EAEF-46FB-9248-CC3D854C57F0}" type="presParOf" srcId="{E93B3BA2-3745-45EA-A0C4-9BF4C7CCC4FC}" destId="{646E0802-528A-4B83-A842-4B9326D2592A}" srcOrd="5" destOrd="0" presId="urn:microsoft.com/office/officeart/2005/8/layout/vList2"/>
    <dgm:cxn modelId="{6D8D891F-A8EE-4B15-A969-78D744AB87E7}" type="presParOf" srcId="{E93B3BA2-3745-45EA-A0C4-9BF4C7CCC4FC}" destId="{9EC6EDDC-8E64-4A6C-994A-4EA2BD83D1DE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6B1242F4-55DE-4778-9013-7853B19D7FA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6434262C-5D39-473B-B809-7B41EDCA2814}">
      <dgm:prSet/>
      <dgm:spPr/>
      <dgm:t>
        <a:bodyPr/>
        <a:lstStyle/>
        <a:p>
          <a:r>
            <a:rPr lang="uk-UA" b="0" i="0"/>
            <a:t>безперспективність боротьби за незалежність України</a:t>
          </a:r>
          <a:endParaRPr lang="uk-UA"/>
        </a:p>
      </dgm:t>
    </dgm:pt>
    <dgm:pt modelId="{FDB17855-8ACE-49B0-AD39-42228802A270}" type="parTrans" cxnId="{448938CF-A6DC-483E-8214-19E6EF861C98}">
      <dgm:prSet/>
      <dgm:spPr/>
      <dgm:t>
        <a:bodyPr/>
        <a:lstStyle/>
        <a:p>
          <a:endParaRPr lang="uk-UA"/>
        </a:p>
      </dgm:t>
    </dgm:pt>
    <dgm:pt modelId="{36560564-1DE2-42D6-B3C0-BC5734DCF2D8}" type="sibTrans" cxnId="{448938CF-A6DC-483E-8214-19E6EF861C98}">
      <dgm:prSet/>
      <dgm:spPr/>
      <dgm:t>
        <a:bodyPr/>
        <a:lstStyle/>
        <a:p>
          <a:endParaRPr lang="uk-UA"/>
        </a:p>
      </dgm:t>
    </dgm:pt>
    <dgm:pt modelId="{31CAEC3D-E3FD-474B-8B9A-A865626AA74F}">
      <dgm:prSet/>
      <dgm:spPr/>
      <dgm:t>
        <a:bodyPr/>
        <a:lstStyle/>
        <a:p>
          <a:r>
            <a:rPr lang="uk-UA" b="0" i="0"/>
            <a:t>декларативний характер положень Основного Закону Української РСР</a:t>
          </a:r>
          <a:endParaRPr lang="uk-UA"/>
        </a:p>
      </dgm:t>
    </dgm:pt>
    <dgm:pt modelId="{7F79CB25-A442-4A42-B429-C006C66181DE}" type="parTrans" cxnId="{961817AE-A4F1-46AB-B0A3-3BDA982748BD}">
      <dgm:prSet/>
      <dgm:spPr/>
      <dgm:t>
        <a:bodyPr/>
        <a:lstStyle/>
        <a:p>
          <a:endParaRPr lang="uk-UA"/>
        </a:p>
      </dgm:t>
    </dgm:pt>
    <dgm:pt modelId="{CD3C1695-A647-458E-B839-272B0530A317}" type="sibTrans" cxnId="{961817AE-A4F1-46AB-B0A3-3BDA982748BD}">
      <dgm:prSet/>
      <dgm:spPr/>
      <dgm:t>
        <a:bodyPr/>
        <a:lstStyle/>
        <a:p>
          <a:endParaRPr lang="uk-UA"/>
        </a:p>
      </dgm:t>
    </dgm:pt>
    <dgm:pt modelId="{736E58E0-5D1C-4430-B0D8-87A22712BD21}">
      <dgm:prSet/>
      <dgm:spPr/>
      <dgm:t>
        <a:bodyPr/>
        <a:lstStyle/>
        <a:p>
          <a:r>
            <a:rPr lang="uk-UA" b="0" i="0"/>
            <a:t>територіальні зазіхання радянської Росії на територію України</a:t>
          </a:r>
          <a:endParaRPr lang="uk-UA"/>
        </a:p>
      </dgm:t>
    </dgm:pt>
    <dgm:pt modelId="{38F410DE-ACC3-46A0-9E50-65DD4FE5CE0C}" type="parTrans" cxnId="{2EADCC07-DF42-4877-A8B0-D235BE330685}">
      <dgm:prSet/>
      <dgm:spPr/>
      <dgm:t>
        <a:bodyPr/>
        <a:lstStyle/>
        <a:p>
          <a:endParaRPr lang="uk-UA"/>
        </a:p>
      </dgm:t>
    </dgm:pt>
    <dgm:pt modelId="{3888E228-0733-4B86-93F4-2B69D13F0FC6}" type="sibTrans" cxnId="{2EADCC07-DF42-4877-A8B0-D235BE330685}">
      <dgm:prSet/>
      <dgm:spPr/>
      <dgm:t>
        <a:bodyPr/>
        <a:lstStyle/>
        <a:p>
          <a:endParaRPr lang="uk-UA"/>
        </a:p>
      </dgm:t>
    </dgm:pt>
    <dgm:pt modelId="{2E706BB1-AF1E-44E9-9BA3-DD70A0DDB1E5}">
      <dgm:prSet/>
      <dgm:spPr/>
      <dgm:t>
        <a:bodyPr/>
        <a:lstStyle/>
        <a:p>
          <a:r>
            <a:rPr lang="uk-UA" b="0" i="0"/>
            <a:t>економічна залежність УРСР від радянської Росії</a:t>
          </a:r>
          <a:endParaRPr lang="uk-UA"/>
        </a:p>
      </dgm:t>
    </dgm:pt>
    <dgm:pt modelId="{1D50F4E7-672A-4DAD-A1BF-76DA791F7ABD}" type="parTrans" cxnId="{30417EFA-76D9-4665-AC1D-84820D875733}">
      <dgm:prSet/>
      <dgm:spPr/>
      <dgm:t>
        <a:bodyPr/>
        <a:lstStyle/>
        <a:p>
          <a:endParaRPr lang="uk-UA"/>
        </a:p>
      </dgm:t>
    </dgm:pt>
    <dgm:pt modelId="{8FA884D9-6254-4233-843E-28F2C69B173F}" type="sibTrans" cxnId="{30417EFA-76D9-4665-AC1D-84820D875733}">
      <dgm:prSet/>
      <dgm:spPr/>
      <dgm:t>
        <a:bodyPr/>
        <a:lstStyle/>
        <a:p>
          <a:endParaRPr lang="uk-UA"/>
        </a:p>
      </dgm:t>
    </dgm:pt>
    <dgm:pt modelId="{F82ADDD6-7DA7-4608-9D12-EDBE8FFA9C62}" type="pres">
      <dgm:prSet presAssocID="{6B1242F4-55DE-4778-9013-7853B19D7FA9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9921F50E-ABC3-4437-92D1-21E1B1D7644E}" type="pres">
      <dgm:prSet presAssocID="{6434262C-5D39-473B-B809-7B41EDCA2814}" presName="parentText" presStyleLbl="node1" presStyleIdx="0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0C1C9F7-F2D9-4B65-AC00-D80FB3C6086E}" type="pres">
      <dgm:prSet presAssocID="{36560564-1DE2-42D6-B3C0-BC5734DCF2D8}" presName="spacer" presStyleCnt="0"/>
      <dgm:spPr/>
    </dgm:pt>
    <dgm:pt modelId="{B1C76ECA-0314-4174-95F9-757C39F09F41}" type="pres">
      <dgm:prSet presAssocID="{31CAEC3D-E3FD-474B-8B9A-A865626AA74F}" presName="parentText" presStyleLbl="node1" presStyleIdx="1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DAF7281-2A84-4CF1-B183-AF2B72BB9D7D}" type="pres">
      <dgm:prSet presAssocID="{CD3C1695-A647-458E-B839-272B0530A317}" presName="spacer" presStyleCnt="0"/>
      <dgm:spPr/>
    </dgm:pt>
    <dgm:pt modelId="{9053269C-1042-42E7-BB88-34718CE59BAB}" type="pres">
      <dgm:prSet presAssocID="{736E58E0-5D1C-4430-B0D8-87A22712BD21}" presName="parentText" presStyleLbl="node1" presStyleIdx="2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1129805-2BF9-4915-88FD-5B156A6EF55B}" type="pres">
      <dgm:prSet presAssocID="{3888E228-0733-4B86-93F4-2B69D13F0FC6}" presName="spacer" presStyleCnt="0"/>
      <dgm:spPr/>
    </dgm:pt>
    <dgm:pt modelId="{5BADF8DB-7A1D-444D-A3BD-975EB4C1D43C}" type="pres">
      <dgm:prSet presAssocID="{2E706BB1-AF1E-44E9-9BA3-DD70A0DDB1E5}" presName="parentText" presStyleLbl="node1" presStyleIdx="3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30417EFA-76D9-4665-AC1D-84820D875733}" srcId="{6B1242F4-55DE-4778-9013-7853B19D7FA9}" destId="{2E706BB1-AF1E-44E9-9BA3-DD70A0DDB1E5}" srcOrd="3" destOrd="0" parTransId="{1D50F4E7-672A-4DAD-A1BF-76DA791F7ABD}" sibTransId="{8FA884D9-6254-4233-843E-28F2C69B173F}"/>
    <dgm:cxn modelId="{EB89E00F-3478-4705-B9AE-53B295E8D2BB}" type="presOf" srcId="{2E706BB1-AF1E-44E9-9BA3-DD70A0DDB1E5}" destId="{5BADF8DB-7A1D-444D-A3BD-975EB4C1D43C}" srcOrd="0" destOrd="0" presId="urn:microsoft.com/office/officeart/2005/8/layout/vList2"/>
    <dgm:cxn modelId="{9096F0C6-BEE9-4883-882E-B2E8AC36E9FB}" type="presOf" srcId="{31CAEC3D-E3FD-474B-8B9A-A865626AA74F}" destId="{B1C76ECA-0314-4174-95F9-757C39F09F41}" srcOrd="0" destOrd="0" presId="urn:microsoft.com/office/officeart/2005/8/layout/vList2"/>
    <dgm:cxn modelId="{961817AE-A4F1-46AB-B0A3-3BDA982748BD}" srcId="{6B1242F4-55DE-4778-9013-7853B19D7FA9}" destId="{31CAEC3D-E3FD-474B-8B9A-A865626AA74F}" srcOrd="1" destOrd="0" parTransId="{7F79CB25-A442-4A42-B429-C006C66181DE}" sibTransId="{CD3C1695-A647-458E-B839-272B0530A317}"/>
    <dgm:cxn modelId="{448938CF-A6DC-483E-8214-19E6EF861C98}" srcId="{6B1242F4-55DE-4778-9013-7853B19D7FA9}" destId="{6434262C-5D39-473B-B809-7B41EDCA2814}" srcOrd="0" destOrd="0" parTransId="{FDB17855-8ACE-49B0-AD39-42228802A270}" sibTransId="{36560564-1DE2-42D6-B3C0-BC5734DCF2D8}"/>
    <dgm:cxn modelId="{E63241CB-4465-4DDD-8D5F-1D5111B139EA}" type="presOf" srcId="{736E58E0-5D1C-4430-B0D8-87A22712BD21}" destId="{9053269C-1042-42E7-BB88-34718CE59BAB}" srcOrd="0" destOrd="0" presId="urn:microsoft.com/office/officeart/2005/8/layout/vList2"/>
    <dgm:cxn modelId="{CAEB87ED-9FAF-46B1-80C7-D239BC076F28}" type="presOf" srcId="{6434262C-5D39-473B-B809-7B41EDCA2814}" destId="{9921F50E-ABC3-4437-92D1-21E1B1D7644E}" srcOrd="0" destOrd="0" presId="urn:microsoft.com/office/officeart/2005/8/layout/vList2"/>
    <dgm:cxn modelId="{2EADCC07-DF42-4877-A8B0-D235BE330685}" srcId="{6B1242F4-55DE-4778-9013-7853B19D7FA9}" destId="{736E58E0-5D1C-4430-B0D8-87A22712BD21}" srcOrd="2" destOrd="0" parTransId="{38F410DE-ACC3-46A0-9E50-65DD4FE5CE0C}" sibTransId="{3888E228-0733-4B86-93F4-2B69D13F0FC6}"/>
    <dgm:cxn modelId="{E4DD7975-C7B2-482C-A77D-074DFF7CDE06}" type="presOf" srcId="{6B1242F4-55DE-4778-9013-7853B19D7FA9}" destId="{F82ADDD6-7DA7-4608-9D12-EDBE8FFA9C62}" srcOrd="0" destOrd="0" presId="urn:microsoft.com/office/officeart/2005/8/layout/vList2"/>
    <dgm:cxn modelId="{6D6AAF90-A6F0-498D-AB4B-4981F8651287}" type="presParOf" srcId="{F82ADDD6-7DA7-4608-9D12-EDBE8FFA9C62}" destId="{9921F50E-ABC3-4437-92D1-21E1B1D7644E}" srcOrd="0" destOrd="0" presId="urn:microsoft.com/office/officeart/2005/8/layout/vList2"/>
    <dgm:cxn modelId="{2B8D8A26-7142-4D6A-A3B5-8E16A7F6AA6A}" type="presParOf" srcId="{F82ADDD6-7DA7-4608-9D12-EDBE8FFA9C62}" destId="{70C1C9F7-F2D9-4B65-AC00-D80FB3C6086E}" srcOrd="1" destOrd="0" presId="urn:microsoft.com/office/officeart/2005/8/layout/vList2"/>
    <dgm:cxn modelId="{1F9E620E-5C55-44BD-83A9-9FBE3257D4A7}" type="presParOf" srcId="{F82ADDD6-7DA7-4608-9D12-EDBE8FFA9C62}" destId="{B1C76ECA-0314-4174-95F9-757C39F09F41}" srcOrd="2" destOrd="0" presId="urn:microsoft.com/office/officeart/2005/8/layout/vList2"/>
    <dgm:cxn modelId="{D918BADE-A06E-4784-BFBC-FB9F6A11B167}" type="presParOf" srcId="{F82ADDD6-7DA7-4608-9D12-EDBE8FFA9C62}" destId="{9DAF7281-2A84-4CF1-B183-AF2B72BB9D7D}" srcOrd="3" destOrd="0" presId="urn:microsoft.com/office/officeart/2005/8/layout/vList2"/>
    <dgm:cxn modelId="{5B7806C6-5A22-426E-8787-4533AA43F5CD}" type="presParOf" srcId="{F82ADDD6-7DA7-4608-9D12-EDBE8FFA9C62}" destId="{9053269C-1042-42E7-BB88-34718CE59BAB}" srcOrd="4" destOrd="0" presId="urn:microsoft.com/office/officeart/2005/8/layout/vList2"/>
    <dgm:cxn modelId="{AB29ABEE-F573-4831-A46D-83021F2C8C0D}" type="presParOf" srcId="{F82ADDD6-7DA7-4608-9D12-EDBE8FFA9C62}" destId="{D1129805-2BF9-4915-88FD-5B156A6EF55B}" srcOrd="5" destOrd="0" presId="urn:microsoft.com/office/officeart/2005/8/layout/vList2"/>
    <dgm:cxn modelId="{BFBF24F4-2C4E-4254-B978-74A3EC362B14}" type="presParOf" srcId="{F82ADDD6-7DA7-4608-9D12-EDBE8FFA9C62}" destId="{5BADF8DB-7A1D-444D-A3BD-975EB4C1D43C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52765533-5E63-4D58-A8F6-E2C9FF25526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3ECF27FC-7D92-4180-B789-B93E8E464FFB}">
      <dgm:prSet/>
      <dgm:spPr/>
      <dgm:t>
        <a:bodyPr/>
        <a:lstStyle/>
        <a:p>
          <a:r>
            <a:rPr lang="uk-UA" b="0" i="0"/>
            <a:t>кіно</a:t>
          </a:r>
          <a:endParaRPr lang="uk-UA"/>
        </a:p>
      </dgm:t>
    </dgm:pt>
    <dgm:pt modelId="{6A79A6BE-65BD-4521-BC8A-A6AA7F2F8C11}" type="parTrans" cxnId="{67824029-E03C-46B3-BC01-9CF4E1A3C86D}">
      <dgm:prSet/>
      <dgm:spPr/>
      <dgm:t>
        <a:bodyPr/>
        <a:lstStyle/>
        <a:p>
          <a:endParaRPr lang="uk-UA"/>
        </a:p>
      </dgm:t>
    </dgm:pt>
    <dgm:pt modelId="{B72B2632-E35A-4479-8563-B2E628D906D4}" type="sibTrans" cxnId="{67824029-E03C-46B3-BC01-9CF4E1A3C86D}">
      <dgm:prSet/>
      <dgm:spPr/>
      <dgm:t>
        <a:bodyPr/>
        <a:lstStyle/>
        <a:p>
          <a:endParaRPr lang="uk-UA"/>
        </a:p>
      </dgm:t>
    </dgm:pt>
    <dgm:pt modelId="{94B87EE2-992C-4AE7-8A38-A9016D8B5DFD}">
      <dgm:prSet/>
      <dgm:spPr/>
      <dgm:t>
        <a:bodyPr/>
        <a:lstStyle/>
        <a:p>
          <a:r>
            <a:rPr lang="uk-UA" b="0" i="0"/>
            <a:t>театру</a:t>
          </a:r>
          <a:endParaRPr lang="uk-UA"/>
        </a:p>
      </dgm:t>
    </dgm:pt>
    <dgm:pt modelId="{2576922A-AB85-4627-A283-03F0E23A906C}" type="parTrans" cxnId="{B4D73E56-9DCB-4F95-895F-3F1CFAC47B22}">
      <dgm:prSet/>
      <dgm:spPr/>
      <dgm:t>
        <a:bodyPr/>
        <a:lstStyle/>
        <a:p>
          <a:endParaRPr lang="uk-UA"/>
        </a:p>
      </dgm:t>
    </dgm:pt>
    <dgm:pt modelId="{9D8903AD-8D6A-4620-BB5B-D33FD93A7522}" type="sibTrans" cxnId="{B4D73E56-9DCB-4F95-895F-3F1CFAC47B22}">
      <dgm:prSet/>
      <dgm:spPr/>
      <dgm:t>
        <a:bodyPr/>
        <a:lstStyle/>
        <a:p>
          <a:endParaRPr lang="uk-UA"/>
        </a:p>
      </dgm:t>
    </dgm:pt>
    <dgm:pt modelId="{AEC3071C-B0C1-4C10-9B8E-7C6B24865EDA}">
      <dgm:prSet/>
      <dgm:spPr/>
      <dgm:t>
        <a:bodyPr/>
        <a:lstStyle/>
        <a:p>
          <a:r>
            <a:rPr lang="uk-UA" b="0" i="0"/>
            <a:t>музики</a:t>
          </a:r>
          <a:endParaRPr lang="uk-UA"/>
        </a:p>
      </dgm:t>
    </dgm:pt>
    <dgm:pt modelId="{0F6033EC-EA9A-4C69-BE5C-F5679C8CE246}" type="parTrans" cxnId="{6F375518-3482-423C-8ED0-472EF14E9ED3}">
      <dgm:prSet/>
      <dgm:spPr/>
      <dgm:t>
        <a:bodyPr/>
        <a:lstStyle/>
        <a:p>
          <a:endParaRPr lang="uk-UA"/>
        </a:p>
      </dgm:t>
    </dgm:pt>
    <dgm:pt modelId="{698046CB-0E2D-4EB8-83FD-1A8FA0661E16}" type="sibTrans" cxnId="{6F375518-3482-423C-8ED0-472EF14E9ED3}">
      <dgm:prSet/>
      <dgm:spPr/>
      <dgm:t>
        <a:bodyPr/>
        <a:lstStyle/>
        <a:p>
          <a:endParaRPr lang="uk-UA"/>
        </a:p>
      </dgm:t>
    </dgm:pt>
    <dgm:pt modelId="{27867B60-4B62-4CD6-ADCF-B30C1C9B0F3C}">
      <dgm:prSet/>
      <dgm:spPr/>
      <dgm:t>
        <a:bodyPr/>
        <a:lstStyle/>
        <a:p>
          <a:r>
            <a:rPr lang="uk-UA" b="0" i="0"/>
            <a:t>архітектури</a:t>
          </a:r>
          <a:endParaRPr lang="uk-UA"/>
        </a:p>
      </dgm:t>
    </dgm:pt>
    <dgm:pt modelId="{3949FC56-188B-4AC1-9C91-BF4F37B545DA}" type="parTrans" cxnId="{B4442F29-7E1C-4971-8450-7933EB1E0785}">
      <dgm:prSet/>
      <dgm:spPr/>
      <dgm:t>
        <a:bodyPr/>
        <a:lstStyle/>
        <a:p>
          <a:endParaRPr lang="uk-UA"/>
        </a:p>
      </dgm:t>
    </dgm:pt>
    <dgm:pt modelId="{E7FB8380-58DE-4DF6-B6D2-979DC855FEAB}" type="sibTrans" cxnId="{B4442F29-7E1C-4971-8450-7933EB1E0785}">
      <dgm:prSet/>
      <dgm:spPr/>
      <dgm:t>
        <a:bodyPr/>
        <a:lstStyle/>
        <a:p>
          <a:endParaRPr lang="uk-UA"/>
        </a:p>
      </dgm:t>
    </dgm:pt>
    <dgm:pt modelId="{0C23F4D6-4F1F-4793-A3E9-CACC4162D898}" type="pres">
      <dgm:prSet presAssocID="{52765533-5E63-4D58-A8F6-E2C9FF255266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09D14767-9434-424B-9D64-C3E443515BBC}" type="pres">
      <dgm:prSet presAssocID="{3ECF27FC-7D92-4180-B789-B93E8E464FFB}" presName="parentText" presStyleLbl="node1" presStyleIdx="0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4E9C4D4-CC37-4072-9CF4-CE40BC9CDC32}" type="pres">
      <dgm:prSet presAssocID="{B72B2632-E35A-4479-8563-B2E628D906D4}" presName="spacer" presStyleCnt="0"/>
      <dgm:spPr/>
    </dgm:pt>
    <dgm:pt modelId="{59D26C05-947B-48E2-AAD1-A3099E42FC52}" type="pres">
      <dgm:prSet presAssocID="{94B87EE2-992C-4AE7-8A38-A9016D8B5DFD}" presName="parentText" presStyleLbl="node1" presStyleIdx="1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5512447B-F231-48D1-8DCB-0AD7427DFD0C}" type="pres">
      <dgm:prSet presAssocID="{9D8903AD-8D6A-4620-BB5B-D33FD93A7522}" presName="spacer" presStyleCnt="0"/>
      <dgm:spPr/>
    </dgm:pt>
    <dgm:pt modelId="{D57BE986-0A8B-4025-9607-A39C7085C6C5}" type="pres">
      <dgm:prSet presAssocID="{AEC3071C-B0C1-4C10-9B8E-7C6B24865EDA}" presName="parentText" presStyleLbl="node1" presStyleIdx="2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500E0C90-3FB3-420A-9E75-570B904F3451}" type="pres">
      <dgm:prSet presAssocID="{698046CB-0E2D-4EB8-83FD-1A8FA0661E16}" presName="spacer" presStyleCnt="0"/>
      <dgm:spPr/>
    </dgm:pt>
    <dgm:pt modelId="{95D4AD76-349A-45A3-922F-53BF9A68AF33}" type="pres">
      <dgm:prSet presAssocID="{27867B60-4B62-4CD6-ADCF-B30C1C9B0F3C}" presName="parentText" presStyleLbl="node1" presStyleIdx="3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B4442F29-7E1C-4971-8450-7933EB1E0785}" srcId="{52765533-5E63-4D58-A8F6-E2C9FF255266}" destId="{27867B60-4B62-4CD6-ADCF-B30C1C9B0F3C}" srcOrd="3" destOrd="0" parTransId="{3949FC56-188B-4AC1-9C91-BF4F37B545DA}" sibTransId="{E7FB8380-58DE-4DF6-B6D2-979DC855FEAB}"/>
    <dgm:cxn modelId="{6B61282E-860C-4FAD-8FE5-4F948AF85523}" type="presOf" srcId="{52765533-5E63-4D58-A8F6-E2C9FF255266}" destId="{0C23F4D6-4F1F-4793-A3E9-CACC4162D898}" srcOrd="0" destOrd="0" presId="urn:microsoft.com/office/officeart/2005/8/layout/vList2"/>
    <dgm:cxn modelId="{6F375518-3482-423C-8ED0-472EF14E9ED3}" srcId="{52765533-5E63-4D58-A8F6-E2C9FF255266}" destId="{AEC3071C-B0C1-4C10-9B8E-7C6B24865EDA}" srcOrd="2" destOrd="0" parTransId="{0F6033EC-EA9A-4C69-BE5C-F5679C8CE246}" sibTransId="{698046CB-0E2D-4EB8-83FD-1A8FA0661E16}"/>
    <dgm:cxn modelId="{9D487DB8-E385-4754-887D-3C4913339DDF}" type="presOf" srcId="{AEC3071C-B0C1-4C10-9B8E-7C6B24865EDA}" destId="{D57BE986-0A8B-4025-9607-A39C7085C6C5}" srcOrd="0" destOrd="0" presId="urn:microsoft.com/office/officeart/2005/8/layout/vList2"/>
    <dgm:cxn modelId="{1D2E2FA7-7ADC-4C9E-B0A3-8C857D282C08}" type="presOf" srcId="{94B87EE2-992C-4AE7-8A38-A9016D8B5DFD}" destId="{59D26C05-947B-48E2-AAD1-A3099E42FC52}" srcOrd="0" destOrd="0" presId="urn:microsoft.com/office/officeart/2005/8/layout/vList2"/>
    <dgm:cxn modelId="{65B36A16-9880-4A17-954F-CA1FF09C8C4D}" type="presOf" srcId="{3ECF27FC-7D92-4180-B789-B93E8E464FFB}" destId="{09D14767-9434-424B-9D64-C3E443515BBC}" srcOrd="0" destOrd="0" presId="urn:microsoft.com/office/officeart/2005/8/layout/vList2"/>
    <dgm:cxn modelId="{FF7605E1-42EF-4955-B3D0-63CDB0A7D146}" type="presOf" srcId="{27867B60-4B62-4CD6-ADCF-B30C1C9B0F3C}" destId="{95D4AD76-349A-45A3-922F-53BF9A68AF33}" srcOrd="0" destOrd="0" presId="urn:microsoft.com/office/officeart/2005/8/layout/vList2"/>
    <dgm:cxn modelId="{67824029-E03C-46B3-BC01-9CF4E1A3C86D}" srcId="{52765533-5E63-4D58-A8F6-E2C9FF255266}" destId="{3ECF27FC-7D92-4180-B789-B93E8E464FFB}" srcOrd="0" destOrd="0" parTransId="{6A79A6BE-65BD-4521-BC8A-A6AA7F2F8C11}" sibTransId="{B72B2632-E35A-4479-8563-B2E628D906D4}"/>
    <dgm:cxn modelId="{B4D73E56-9DCB-4F95-895F-3F1CFAC47B22}" srcId="{52765533-5E63-4D58-A8F6-E2C9FF255266}" destId="{94B87EE2-992C-4AE7-8A38-A9016D8B5DFD}" srcOrd="1" destOrd="0" parTransId="{2576922A-AB85-4627-A283-03F0E23A906C}" sibTransId="{9D8903AD-8D6A-4620-BB5B-D33FD93A7522}"/>
    <dgm:cxn modelId="{E5D9D204-5FFF-46DD-9BA2-F1859206FF32}" type="presParOf" srcId="{0C23F4D6-4F1F-4793-A3E9-CACC4162D898}" destId="{09D14767-9434-424B-9D64-C3E443515BBC}" srcOrd="0" destOrd="0" presId="urn:microsoft.com/office/officeart/2005/8/layout/vList2"/>
    <dgm:cxn modelId="{CAB4A170-EECB-4FFD-9B04-612571DA8973}" type="presParOf" srcId="{0C23F4D6-4F1F-4793-A3E9-CACC4162D898}" destId="{C4E9C4D4-CC37-4072-9CF4-CE40BC9CDC32}" srcOrd="1" destOrd="0" presId="urn:microsoft.com/office/officeart/2005/8/layout/vList2"/>
    <dgm:cxn modelId="{9880FC41-4CFF-435D-A6B1-FE55A5744D15}" type="presParOf" srcId="{0C23F4D6-4F1F-4793-A3E9-CACC4162D898}" destId="{59D26C05-947B-48E2-AAD1-A3099E42FC52}" srcOrd="2" destOrd="0" presId="urn:microsoft.com/office/officeart/2005/8/layout/vList2"/>
    <dgm:cxn modelId="{BB0F0D92-3E56-4290-9899-625F0A4781E2}" type="presParOf" srcId="{0C23F4D6-4F1F-4793-A3E9-CACC4162D898}" destId="{5512447B-F231-48D1-8DCB-0AD7427DFD0C}" srcOrd="3" destOrd="0" presId="urn:microsoft.com/office/officeart/2005/8/layout/vList2"/>
    <dgm:cxn modelId="{ACD44359-7686-44B6-88BC-76F53585D3BF}" type="presParOf" srcId="{0C23F4D6-4F1F-4793-A3E9-CACC4162D898}" destId="{D57BE986-0A8B-4025-9607-A39C7085C6C5}" srcOrd="4" destOrd="0" presId="urn:microsoft.com/office/officeart/2005/8/layout/vList2"/>
    <dgm:cxn modelId="{E137676A-6F02-476D-BD86-4E6D8BA9B979}" type="presParOf" srcId="{0C23F4D6-4F1F-4793-A3E9-CACC4162D898}" destId="{500E0C90-3FB3-420A-9E75-570B904F3451}" srcOrd="5" destOrd="0" presId="urn:microsoft.com/office/officeart/2005/8/layout/vList2"/>
    <dgm:cxn modelId="{558E440A-9A6A-41F0-B426-B436F5F51AFF}" type="presParOf" srcId="{0C23F4D6-4F1F-4793-A3E9-CACC4162D898}" destId="{95D4AD76-349A-45A3-922F-53BF9A68AF33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BD6F0D97-6B3C-4F6E-AE50-47EEECA5955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1BE618BA-5A0A-49A2-9E20-14AD6AB3AC48}">
      <dgm:prSet/>
      <dgm:spPr/>
      <dgm:t>
        <a:bodyPr/>
        <a:lstStyle/>
        <a:p>
          <a:r>
            <a:rPr lang="ru-RU" b="0" i="0"/>
            <a:t>актора.</a:t>
          </a:r>
          <a:endParaRPr lang="uk-UA"/>
        </a:p>
      </dgm:t>
    </dgm:pt>
    <dgm:pt modelId="{DBCFD534-DC46-4581-B49F-BB0CDAB26405}" type="parTrans" cxnId="{C81B8276-9CD6-453F-B6D7-70E4325BBFF4}">
      <dgm:prSet/>
      <dgm:spPr/>
      <dgm:t>
        <a:bodyPr/>
        <a:lstStyle/>
        <a:p>
          <a:endParaRPr lang="uk-UA"/>
        </a:p>
      </dgm:t>
    </dgm:pt>
    <dgm:pt modelId="{C384C030-2E40-44FD-9EA2-FCB760D98DF8}" type="sibTrans" cxnId="{C81B8276-9CD6-453F-B6D7-70E4325BBFF4}">
      <dgm:prSet/>
      <dgm:spPr/>
      <dgm:t>
        <a:bodyPr/>
        <a:lstStyle/>
        <a:p>
          <a:endParaRPr lang="uk-UA"/>
        </a:p>
      </dgm:t>
    </dgm:pt>
    <dgm:pt modelId="{9712D44F-3705-478F-85CE-1DBBB18829FA}">
      <dgm:prSet/>
      <dgm:spPr/>
      <dgm:t>
        <a:bodyPr/>
        <a:lstStyle/>
        <a:p>
          <a:r>
            <a:rPr lang="ru-RU" b="0" i="0"/>
            <a:t>художника.</a:t>
          </a:r>
          <a:endParaRPr lang="uk-UA"/>
        </a:p>
      </dgm:t>
    </dgm:pt>
    <dgm:pt modelId="{C1C0C825-129A-40AF-9A45-3C3218CAF805}" type="parTrans" cxnId="{0C604972-090F-4D59-80B7-05A20A7141E5}">
      <dgm:prSet/>
      <dgm:spPr/>
      <dgm:t>
        <a:bodyPr/>
        <a:lstStyle/>
        <a:p>
          <a:endParaRPr lang="uk-UA"/>
        </a:p>
      </dgm:t>
    </dgm:pt>
    <dgm:pt modelId="{7ADD0FA9-79CD-4A30-B845-312E05925C90}" type="sibTrans" cxnId="{0C604972-090F-4D59-80B7-05A20A7141E5}">
      <dgm:prSet/>
      <dgm:spPr/>
      <dgm:t>
        <a:bodyPr/>
        <a:lstStyle/>
        <a:p>
          <a:endParaRPr lang="uk-UA"/>
        </a:p>
      </dgm:t>
    </dgm:pt>
    <dgm:pt modelId="{6B478F25-3D2A-4909-A93F-35F567DDAA53}">
      <dgm:prSet/>
      <dgm:spPr/>
      <dgm:t>
        <a:bodyPr/>
        <a:lstStyle/>
        <a:p>
          <a:r>
            <a:rPr lang="ru-RU" b="0" i="0"/>
            <a:t>композитора.</a:t>
          </a:r>
          <a:endParaRPr lang="uk-UA"/>
        </a:p>
      </dgm:t>
    </dgm:pt>
    <dgm:pt modelId="{292F8B96-E0C2-4F84-B800-08CD2D1C4A7C}" type="parTrans" cxnId="{7A296FFA-F6A4-486D-B4A6-76BE6B5C439D}">
      <dgm:prSet/>
      <dgm:spPr/>
      <dgm:t>
        <a:bodyPr/>
        <a:lstStyle/>
        <a:p>
          <a:endParaRPr lang="uk-UA"/>
        </a:p>
      </dgm:t>
    </dgm:pt>
    <dgm:pt modelId="{A3B3DD99-CD66-4249-9DC6-FC56664FF715}" type="sibTrans" cxnId="{7A296FFA-F6A4-486D-B4A6-76BE6B5C439D}">
      <dgm:prSet/>
      <dgm:spPr/>
      <dgm:t>
        <a:bodyPr/>
        <a:lstStyle/>
        <a:p>
          <a:endParaRPr lang="uk-UA"/>
        </a:p>
      </dgm:t>
    </dgm:pt>
    <dgm:pt modelId="{8E4E8255-CA6D-42E0-B4D0-984FB1652D3A}">
      <dgm:prSet/>
      <dgm:spPr/>
      <dgm:t>
        <a:bodyPr/>
        <a:lstStyle/>
        <a:p>
          <a:r>
            <a:rPr lang="ru-RU" b="0" i="0"/>
            <a:t>оперного співака.</a:t>
          </a:r>
          <a:endParaRPr lang="uk-UA"/>
        </a:p>
      </dgm:t>
    </dgm:pt>
    <dgm:pt modelId="{DABA3A5E-7E7B-41A7-8966-5CD014D05681}" type="parTrans" cxnId="{534919D7-C466-4891-B170-6302E02ED9FC}">
      <dgm:prSet/>
      <dgm:spPr/>
      <dgm:t>
        <a:bodyPr/>
        <a:lstStyle/>
        <a:p>
          <a:endParaRPr lang="uk-UA"/>
        </a:p>
      </dgm:t>
    </dgm:pt>
    <dgm:pt modelId="{D6941E0F-90CB-4864-B08A-9010889A88E3}" type="sibTrans" cxnId="{534919D7-C466-4891-B170-6302E02ED9FC}">
      <dgm:prSet/>
      <dgm:spPr/>
      <dgm:t>
        <a:bodyPr/>
        <a:lstStyle/>
        <a:p>
          <a:endParaRPr lang="uk-UA"/>
        </a:p>
      </dgm:t>
    </dgm:pt>
    <dgm:pt modelId="{C00AE31D-0DD9-47C1-AA41-CA100C1453B2}" type="pres">
      <dgm:prSet presAssocID="{BD6F0D97-6B3C-4F6E-AE50-47EEECA5955B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76A9DAB5-66DA-4E65-8473-23F420EF97A1}" type="pres">
      <dgm:prSet presAssocID="{1BE618BA-5A0A-49A2-9E20-14AD6AB3AC48}" presName="parentText" presStyleLbl="node1" presStyleIdx="0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BDDC509-ED01-4B08-B05A-0B036D9A6686}" type="pres">
      <dgm:prSet presAssocID="{C384C030-2E40-44FD-9EA2-FCB760D98DF8}" presName="spacer" presStyleCnt="0"/>
      <dgm:spPr/>
    </dgm:pt>
    <dgm:pt modelId="{07E5099A-373E-4699-A62D-598A500730CC}" type="pres">
      <dgm:prSet presAssocID="{9712D44F-3705-478F-85CE-1DBBB18829FA}" presName="parentText" presStyleLbl="node1" presStyleIdx="1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57A1208-EC9C-4C87-ADEA-6B9860B4C45E}" type="pres">
      <dgm:prSet presAssocID="{7ADD0FA9-79CD-4A30-B845-312E05925C90}" presName="spacer" presStyleCnt="0"/>
      <dgm:spPr/>
    </dgm:pt>
    <dgm:pt modelId="{C16E5E18-1BAF-4F58-8E85-D7FB60206F68}" type="pres">
      <dgm:prSet presAssocID="{6B478F25-3D2A-4909-A93F-35F567DDAA53}" presName="parentText" presStyleLbl="node1" presStyleIdx="2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191869C-F133-4BDC-9F4F-8C21EFE4EC1B}" type="pres">
      <dgm:prSet presAssocID="{A3B3DD99-CD66-4249-9DC6-FC56664FF715}" presName="spacer" presStyleCnt="0"/>
      <dgm:spPr/>
    </dgm:pt>
    <dgm:pt modelId="{E70B9493-AF37-4E83-BBA8-E3FC1C0B4A42}" type="pres">
      <dgm:prSet presAssocID="{8E4E8255-CA6D-42E0-B4D0-984FB1652D3A}" presName="parentText" presStyleLbl="node1" presStyleIdx="3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A4D9C846-5595-44E2-B48C-2B1A51B734A2}" type="presOf" srcId="{6B478F25-3D2A-4909-A93F-35F567DDAA53}" destId="{C16E5E18-1BAF-4F58-8E85-D7FB60206F68}" srcOrd="0" destOrd="0" presId="urn:microsoft.com/office/officeart/2005/8/layout/vList2"/>
    <dgm:cxn modelId="{54AE45ED-BA21-46CE-946B-AA607CD9451A}" type="presOf" srcId="{BD6F0D97-6B3C-4F6E-AE50-47EEECA5955B}" destId="{C00AE31D-0DD9-47C1-AA41-CA100C1453B2}" srcOrd="0" destOrd="0" presId="urn:microsoft.com/office/officeart/2005/8/layout/vList2"/>
    <dgm:cxn modelId="{3530D2D9-F7CB-420F-AB6A-37E7E82ABBB2}" type="presOf" srcId="{1BE618BA-5A0A-49A2-9E20-14AD6AB3AC48}" destId="{76A9DAB5-66DA-4E65-8473-23F420EF97A1}" srcOrd="0" destOrd="0" presId="urn:microsoft.com/office/officeart/2005/8/layout/vList2"/>
    <dgm:cxn modelId="{534919D7-C466-4891-B170-6302E02ED9FC}" srcId="{BD6F0D97-6B3C-4F6E-AE50-47EEECA5955B}" destId="{8E4E8255-CA6D-42E0-B4D0-984FB1652D3A}" srcOrd="3" destOrd="0" parTransId="{DABA3A5E-7E7B-41A7-8966-5CD014D05681}" sibTransId="{D6941E0F-90CB-4864-B08A-9010889A88E3}"/>
    <dgm:cxn modelId="{0C604972-090F-4D59-80B7-05A20A7141E5}" srcId="{BD6F0D97-6B3C-4F6E-AE50-47EEECA5955B}" destId="{9712D44F-3705-478F-85CE-1DBBB18829FA}" srcOrd="1" destOrd="0" parTransId="{C1C0C825-129A-40AF-9A45-3C3218CAF805}" sibTransId="{7ADD0FA9-79CD-4A30-B845-312E05925C90}"/>
    <dgm:cxn modelId="{C81B8276-9CD6-453F-B6D7-70E4325BBFF4}" srcId="{BD6F0D97-6B3C-4F6E-AE50-47EEECA5955B}" destId="{1BE618BA-5A0A-49A2-9E20-14AD6AB3AC48}" srcOrd="0" destOrd="0" parTransId="{DBCFD534-DC46-4581-B49F-BB0CDAB26405}" sibTransId="{C384C030-2E40-44FD-9EA2-FCB760D98DF8}"/>
    <dgm:cxn modelId="{EC4BDD10-3A1C-4753-A652-CC3332C48357}" type="presOf" srcId="{9712D44F-3705-478F-85CE-1DBBB18829FA}" destId="{07E5099A-373E-4699-A62D-598A500730CC}" srcOrd="0" destOrd="0" presId="urn:microsoft.com/office/officeart/2005/8/layout/vList2"/>
    <dgm:cxn modelId="{7A296FFA-F6A4-486D-B4A6-76BE6B5C439D}" srcId="{BD6F0D97-6B3C-4F6E-AE50-47EEECA5955B}" destId="{6B478F25-3D2A-4909-A93F-35F567DDAA53}" srcOrd="2" destOrd="0" parTransId="{292F8B96-E0C2-4F84-B800-08CD2D1C4A7C}" sibTransId="{A3B3DD99-CD66-4249-9DC6-FC56664FF715}"/>
    <dgm:cxn modelId="{7066CF65-5036-4460-B4AA-6EEE6657B068}" type="presOf" srcId="{8E4E8255-CA6D-42E0-B4D0-984FB1652D3A}" destId="{E70B9493-AF37-4E83-BBA8-E3FC1C0B4A42}" srcOrd="0" destOrd="0" presId="urn:microsoft.com/office/officeart/2005/8/layout/vList2"/>
    <dgm:cxn modelId="{A7741374-CF49-46EB-B1B1-CCCC6B150A3A}" type="presParOf" srcId="{C00AE31D-0DD9-47C1-AA41-CA100C1453B2}" destId="{76A9DAB5-66DA-4E65-8473-23F420EF97A1}" srcOrd="0" destOrd="0" presId="urn:microsoft.com/office/officeart/2005/8/layout/vList2"/>
    <dgm:cxn modelId="{3B20FE1D-4836-496A-86F8-3A22F44CA72A}" type="presParOf" srcId="{C00AE31D-0DD9-47C1-AA41-CA100C1453B2}" destId="{6BDDC509-ED01-4B08-B05A-0B036D9A6686}" srcOrd="1" destOrd="0" presId="urn:microsoft.com/office/officeart/2005/8/layout/vList2"/>
    <dgm:cxn modelId="{8704FF09-C01F-45D0-AF98-45015BDFB51A}" type="presParOf" srcId="{C00AE31D-0DD9-47C1-AA41-CA100C1453B2}" destId="{07E5099A-373E-4699-A62D-598A500730CC}" srcOrd="2" destOrd="0" presId="urn:microsoft.com/office/officeart/2005/8/layout/vList2"/>
    <dgm:cxn modelId="{E178F95E-71A7-4A54-92ED-A45D570898FF}" type="presParOf" srcId="{C00AE31D-0DD9-47C1-AA41-CA100C1453B2}" destId="{957A1208-EC9C-4C87-ADEA-6B9860B4C45E}" srcOrd="3" destOrd="0" presId="urn:microsoft.com/office/officeart/2005/8/layout/vList2"/>
    <dgm:cxn modelId="{9FCD7A66-FEAD-4C64-A81B-54620361FE67}" type="presParOf" srcId="{C00AE31D-0DD9-47C1-AA41-CA100C1453B2}" destId="{C16E5E18-1BAF-4F58-8E85-D7FB60206F68}" srcOrd="4" destOrd="0" presId="urn:microsoft.com/office/officeart/2005/8/layout/vList2"/>
    <dgm:cxn modelId="{FF20DE1E-A958-4514-A388-6E464C2C76E5}" type="presParOf" srcId="{C00AE31D-0DD9-47C1-AA41-CA100C1453B2}" destId="{3191869C-F133-4BDC-9F4F-8C21EFE4EC1B}" srcOrd="5" destOrd="0" presId="urn:microsoft.com/office/officeart/2005/8/layout/vList2"/>
    <dgm:cxn modelId="{E2FC2FDD-5EA3-4FB1-A95C-8C8B209640EE}" type="presParOf" srcId="{C00AE31D-0DD9-47C1-AA41-CA100C1453B2}" destId="{E70B9493-AF37-4E83-BBA8-E3FC1C0B4A42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9D6E0B70-5D42-4B5C-8203-A299EE3AC64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8FA1B7A2-F1A4-4A50-9FBD-4636017DBD44}">
      <dgm:prSet/>
      <dgm:spPr/>
      <dgm:t>
        <a:bodyPr/>
        <a:lstStyle/>
        <a:p>
          <a:r>
            <a:rPr lang="uk-UA" b="0" i="0"/>
            <a:t>стрімке зростання цін на товари широкого вжитку</a:t>
          </a:r>
          <a:endParaRPr lang="uk-UA"/>
        </a:p>
      </dgm:t>
    </dgm:pt>
    <dgm:pt modelId="{4B8EDA94-FBC8-4E68-B796-C447AF0F85B3}" type="parTrans" cxnId="{B3E37B82-7999-4E4F-BD7F-346D20088A36}">
      <dgm:prSet/>
      <dgm:spPr/>
      <dgm:t>
        <a:bodyPr/>
        <a:lstStyle/>
        <a:p>
          <a:endParaRPr lang="uk-UA"/>
        </a:p>
      </dgm:t>
    </dgm:pt>
    <dgm:pt modelId="{10ACC024-8482-4C06-A12F-2DDC21385F7C}" type="sibTrans" cxnId="{B3E37B82-7999-4E4F-BD7F-346D20088A36}">
      <dgm:prSet/>
      <dgm:spPr/>
      <dgm:t>
        <a:bodyPr/>
        <a:lstStyle/>
        <a:p>
          <a:endParaRPr lang="uk-UA"/>
        </a:p>
      </dgm:t>
    </dgm:pt>
    <dgm:pt modelId="{97AC69BD-352E-4DD7-B3BD-836542D5B129}">
      <dgm:prSet/>
      <dgm:spPr/>
      <dgm:t>
        <a:bodyPr/>
        <a:lstStyle/>
        <a:p>
          <a:r>
            <a:rPr lang="uk-UA" b="0" i="0"/>
            <a:t>розкрадання державного майна на робочих місцях</a:t>
          </a:r>
          <a:endParaRPr lang="uk-UA"/>
        </a:p>
      </dgm:t>
    </dgm:pt>
    <dgm:pt modelId="{74A5F9C3-8FD6-4BA6-BEDA-559496D817C2}" type="parTrans" cxnId="{63B13DAD-7FED-42AE-B64F-B6A19AA22878}">
      <dgm:prSet/>
      <dgm:spPr/>
      <dgm:t>
        <a:bodyPr/>
        <a:lstStyle/>
        <a:p>
          <a:endParaRPr lang="uk-UA"/>
        </a:p>
      </dgm:t>
    </dgm:pt>
    <dgm:pt modelId="{2B84732F-4BBF-478E-9242-DF70D5E0EBE9}" type="sibTrans" cxnId="{63B13DAD-7FED-42AE-B64F-B6A19AA22878}">
      <dgm:prSet/>
      <dgm:spPr/>
      <dgm:t>
        <a:bodyPr/>
        <a:lstStyle/>
        <a:p>
          <a:endParaRPr lang="uk-UA"/>
        </a:p>
      </dgm:t>
    </dgm:pt>
    <dgm:pt modelId="{C6CF5EE8-0E10-493B-8F22-FA547484639D}">
      <dgm:prSet/>
      <dgm:spPr/>
      <dgm:t>
        <a:bodyPr/>
        <a:lstStyle/>
        <a:p>
          <a:r>
            <a:rPr lang="uk-UA" b="0" i="0"/>
            <a:t>поглиблення технологічної відсталості легкої промисловості</a:t>
          </a:r>
          <a:endParaRPr lang="uk-UA"/>
        </a:p>
      </dgm:t>
    </dgm:pt>
    <dgm:pt modelId="{F30C7535-BE66-4C59-9069-BA33F8964B37}" type="parTrans" cxnId="{0DAF3957-22D8-442F-BC3D-02970C2F2157}">
      <dgm:prSet/>
      <dgm:spPr/>
      <dgm:t>
        <a:bodyPr/>
        <a:lstStyle/>
        <a:p>
          <a:endParaRPr lang="uk-UA"/>
        </a:p>
      </dgm:t>
    </dgm:pt>
    <dgm:pt modelId="{90CCE4D4-97A8-42BD-B65D-77F3B1956E61}" type="sibTrans" cxnId="{0DAF3957-22D8-442F-BC3D-02970C2F2157}">
      <dgm:prSet/>
      <dgm:spPr/>
      <dgm:t>
        <a:bodyPr/>
        <a:lstStyle/>
        <a:p>
          <a:endParaRPr lang="uk-UA"/>
        </a:p>
      </dgm:t>
    </dgm:pt>
    <dgm:pt modelId="{67108AFA-5C21-432E-84B9-8D2CD5CCFB72}">
      <dgm:prSet/>
      <dgm:spPr/>
      <dgm:t>
        <a:bodyPr/>
        <a:lstStyle/>
        <a:p>
          <a:r>
            <a:rPr lang="uk-UA" b="0" i="0"/>
            <a:t>систематичні перевірки громадян співробітниками міліції</a:t>
          </a:r>
          <a:endParaRPr lang="uk-UA"/>
        </a:p>
      </dgm:t>
    </dgm:pt>
    <dgm:pt modelId="{70CBB247-56E8-433C-9D1E-40DA891071AB}" type="parTrans" cxnId="{4ED89605-7BD7-45E0-8B96-5BA5DF1C89F8}">
      <dgm:prSet/>
      <dgm:spPr/>
      <dgm:t>
        <a:bodyPr/>
        <a:lstStyle/>
        <a:p>
          <a:endParaRPr lang="uk-UA"/>
        </a:p>
      </dgm:t>
    </dgm:pt>
    <dgm:pt modelId="{360F6B47-4A48-4B35-91F2-50ECF3AC9893}" type="sibTrans" cxnId="{4ED89605-7BD7-45E0-8B96-5BA5DF1C89F8}">
      <dgm:prSet/>
      <dgm:spPr/>
      <dgm:t>
        <a:bodyPr/>
        <a:lstStyle/>
        <a:p>
          <a:endParaRPr lang="uk-UA"/>
        </a:p>
      </dgm:t>
    </dgm:pt>
    <dgm:pt modelId="{5AAF3D1A-29AD-45F2-AE05-B28172245894}" type="pres">
      <dgm:prSet presAssocID="{9D6E0B70-5D42-4B5C-8203-A299EE3AC64B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8A81980B-87A3-4FEC-ABF8-6FD45E801082}" type="pres">
      <dgm:prSet presAssocID="{8FA1B7A2-F1A4-4A50-9FBD-4636017DBD44}" presName="parentText" presStyleLbl="node1" presStyleIdx="0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747CA35-CD98-4015-A186-5C0BEFA900EB}" type="pres">
      <dgm:prSet presAssocID="{10ACC024-8482-4C06-A12F-2DDC21385F7C}" presName="spacer" presStyleCnt="0"/>
      <dgm:spPr/>
    </dgm:pt>
    <dgm:pt modelId="{B0B12FE3-854A-47AE-93EB-D0CE95D19DA6}" type="pres">
      <dgm:prSet presAssocID="{97AC69BD-352E-4DD7-B3BD-836542D5B129}" presName="parentText" presStyleLbl="node1" presStyleIdx="1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6315D79-0A1B-4B54-A729-CB850EEF1BD6}" type="pres">
      <dgm:prSet presAssocID="{2B84732F-4BBF-478E-9242-DF70D5E0EBE9}" presName="spacer" presStyleCnt="0"/>
      <dgm:spPr/>
    </dgm:pt>
    <dgm:pt modelId="{158413A8-4F8E-4ACE-82EE-1B1A90F4693B}" type="pres">
      <dgm:prSet presAssocID="{C6CF5EE8-0E10-493B-8F22-FA547484639D}" presName="parentText" presStyleLbl="node1" presStyleIdx="2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260B10A-C8EB-4C8E-8A9C-8CC87D119F0F}" type="pres">
      <dgm:prSet presAssocID="{90CCE4D4-97A8-42BD-B65D-77F3B1956E61}" presName="spacer" presStyleCnt="0"/>
      <dgm:spPr/>
    </dgm:pt>
    <dgm:pt modelId="{6C272498-B18F-47BA-97A9-B9A63B039388}" type="pres">
      <dgm:prSet presAssocID="{67108AFA-5C21-432E-84B9-8D2CD5CCFB72}" presName="parentText" presStyleLbl="node1" presStyleIdx="3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B3E37B82-7999-4E4F-BD7F-346D20088A36}" srcId="{9D6E0B70-5D42-4B5C-8203-A299EE3AC64B}" destId="{8FA1B7A2-F1A4-4A50-9FBD-4636017DBD44}" srcOrd="0" destOrd="0" parTransId="{4B8EDA94-FBC8-4E68-B796-C447AF0F85B3}" sibTransId="{10ACC024-8482-4C06-A12F-2DDC21385F7C}"/>
    <dgm:cxn modelId="{7B3FCD75-4872-4A41-8B90-4EDF501724E3}" type="presOf" srcId="{8FA1B7A2-F1A4-4A50-9FBD-4636017DBD44}" destId="{8A81980B-87A3-4FEC-ABF8-6FD45E801082}" srcOrd="0" destOrd="0" presId="urn:microsoft.com/office/officeart/2005/8/layout/vList2"/>
    <dgm:cxn modelId="{0DAF3957-22D8-442F-BC3D-02970C2F2157}" srcId="{9D6E0B70-5D42-4B5C-8203-A299EE3AC64B}" destId="{C6CF5EE8-0E10-493B-8F22-FA547484639D}" srcOrd="2" destOrd="0" parTransId="{F30C7535-BE66-4C59-9069-BA33F8964B37}" sibTransId="{90CCE4D4-97A8-42BD-B65D-77F3B1956E61}"/>
    <dgm:cxn modelId="{63B13DAD-7FED-42AE-B64F-B6A19AA22878}" srcId="{9D6E0B70-5D42-4B5C-8203-A299EE3AC64B}" destId="{97AC69BD-352E-4DD7-B3BD-836542D5B129}" srcOrd="1" destOrd="0" parTransId="{74A5F9C3-8FD6-4BA6-BEDA-559496D817C2}" sibTransId="{2B84732F-4BBF-478E-9242-DF70D5E0EBE9}"/>
    <dgm:cxn modelId="{F8EC890A-710F-48F7-980B-AB1CB49CC181}" type="presOf" srcId="{97AC69BD-352E-4DD7-B3BD-836542D5B129}" destId="{B0B12FE3-854A-47AE-93EB-D0CE95D19DA6}" srcOrd="0" destOrd="0" presId="urn:microsoft.com/office/officeart/2005/8/layout/vList2"/>
    <dgm:cxn modelId="{4ED89605-7BD7-45E0-8B96-5BA5DF1C89F8}" srcId="{9D6E0B70-5D42-4B5C-8203-A299EE3AC64B}" destId="{67108AFA-5C21-432E-84B9-8D2CD5CCFB72}" srcOrd="3" destOrd="0" parTransId="{70CBB247-56E8-433C-9D1E-40DA891071AB}" sibTransId="{360F6B47-4A48-4B35-91F2-50ECF3AC9893}"/>
    <dgm:cxn modelId="{5959C45C-8D9A-49C3-98F2-44A9A06746B9}" type="presOf" srcId="{C6CF5EE8-0E10-493B-8F22-FA547484639D}" destId="{158413A8-4F8E-4ACE-82EE-1B1A90F4693B}" srcOrd="0" destOrd="0" presId="urn:microsoft.com/office/officeart/2005/8/layout/vList2"/>
    <dgm:cxn modelId="{17ACFCCC-5296-4B6C-8DA4-0AD686B808CB}" type="presOf" srcId="{9D6E0B70-5D42-4B5C-8203-A299EE3AC64B}" destId="{5AAF3D1A-29AD-45F2-AE05-B28172245894}" srcOrd="0" destOrd="0" presId="urn:microsoft.com/office/officeart/2005/8/layout/vList2"/>
    <dgm:cxn modelId="{8F5609FE-B247-40DB-87E6-0D1D8689D227}" type="presOf" srcId="{67108AFA-5C21-432E-84B9-8D2CD5CCFB72}" destId="{6C272498-B18F-47BA-97A9-B9A63B039388}" srcOrd="0" destOrd="0" presId="urn:microsoft.com/office/officeart/2005/8/layout/vList2"/>
    <dgm:cxn modelId="{D1FA523D-84FC-487F-B251-7DB7F1DA46CB}" type="presParOf" srcId="{5AAF3D1A-29AD-45F2-AE05-B28172245894}" destId="{8A81980B-87A3-4FEC-ABF8-6FD45E801082}" srcOrd="0" destOrd="0" presId="urn:microsoft.com/office/officeart/2005/8/layout/vList2"/>
    <dgm:cxn modelId="{4AA077FA-004E-4E5B-A7D8-411C65578B53}" type="presParOf" srcId="{5AAF3D1A-29AD-45F2-AE05-B28172245894}" destId="{6747CA35-CD98-4015-A186-5C0BEFA900EB}" srcOrd="1" destOrd="0" presId="urn:microsoft.com/office/officeart/2005/8/layout/vList2"/>
    <dgm:cxn modelId="{12E84C82-C565-4C02-8CE5-F693E74884E9}" type="presParOf" srcId="{5AAF3D1A-29AD-45F2-AE05-B28172245894}" destId="{B0B12FE3-854A-47AE-93EB-D0CE95D19DA6}" srcOrd="2" destOrd="0" presId="urn:microsoft.com/office/officeart/2005/8/layout/vList2"/>
    <dgm:cxn modelId="{6AD083DD-584D-43CD-A13F-8CD1E2322052}" type="presParOf" srcId="{5AAF3D1A-29AD-45F2-AE05-B28172245894}" destId="{16315D79-0A1B-4B54-A729-CB850EEF1BD6}" srcOrd="3" destOrd="0" presId="urn:microsoft.com/office/officeart/2005/8/layout/vList2"/>
    <dgm:cxn modelId="{55861319-1147-4A5C-9DB1-7C546E612262}" type="presParOf" srcId="{5AAF3D1A-29AD-45F2-AE05-B28172245894}" destId="{158413A8-4F8E-4ACE-82EE-1B1A90F4693B}" srcOrd="4" destOrd="0" presId="urn:microsoft.com/office/officeart/2005/8/layout/vList2"/>
    <dgm:cxn modelId="{3003F2A7-ACD0-41C3-8DD4-4E25510D8D79}" type="presParOf" srcId="{5AAF3D1A-29AD-45F2-AE05-B28172245894}" destId="{E260B10A-C8EB-4C8E-8A9C-8CC87D119F0F}" srcOrd="5" destOrd="0" presId="urn:microsoft.com/office/officeart/2005/8/layout/vList2"/>
    <dgm:cxn modelId="{3B568F2D-E7BF-4E0C-B572-E5AF1E51B2C2}" type="presParOf" srcId="{5AAF3D1A-29AD-45F2-AE05-B28172245894}" destId="{6C272498-B18F-47BA-97A9-B9A63B039388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959B7961-B60F-4984-BBE8-5D0AD5DA42F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F7E3D8CA-BB0B-416C-ACB6-1B12AA788858}">
      <dgm:prSet/>
      <dgm:spPr/>
      <dgm:t>
        <a:bodyPr/>
        <a:lstStyle/>
        <a:p>
          <a:r>
            <a:rPr lang="uk-UA" b="0" i="0"/>
            <a:t>«Дисидентський рух в Україні».</a:t>
          </a:r>
          <a:endParaRPr lang="uk-UA"/>
        </a:p>
      </dgm:t>
    </dgm:pt>
    <dgm:pt modelId="{42F9F5BE-F792-4909-AA89-C17C6892F879}" type="parTrans" cxnId="{31C13C07-35B1-4EF6-92D9-21DDC6EFB5B0}">
      <dgm:prSet/>
      <dgm:spPr/>
      <dgm:t>
        <a:bodyPr/>
        <a:lstStyle/>
        <a:p>
          <a:endParaRPr lang="uk-UA"/>
        </a:p>
      </dgm:t>
    </dgm:pt>
    <dgm:pt modelId="{D5928919-5DAE-49A0-8D89-F3D51F1A8EEF}" type="sibTrans" cxnId="{31C13C07-35B1-4EF6-92D9-21DDC6EFB5B0}">
      <dgm:prSet/>
      <dgm:spPr/>
      <dgm:t>
        <a:bodyPr/>
        <a:lstStyle/>
        <a:p>
          <a:endParaRPr lang="uk-UA"/>
        </a:p>
      </dgm:t>
    </dgm:pt>
    <dgm:pt modelId="{EE28D92F-618F-487B-9CBB-9C1FE7EB1378}">
      <dgm:prSet/>
      <dgm:spPr/>
      <dgm:t>
        <a:bodyPr/>
        <a:lstStyle/>
        <a:p>
          <a:r>
            <a:rPr lang="uk-UA" b="0" i="0"/>
            <a:t>«Українські письменники-шістдесятники».</a:t>
          </a:r>
          <a:endParaRPr lang="uk-UA"/>
        </a:p>
      </dgm:t>
    </dgm:pt>
    <dgm:pt modelId="{4F287265-25E2-491F-B7DC-77C9415ACB78}" type="parTrans" cxnId="{5A12CB2E-B5A2-463A-9638-70F551B004FE}">
      <dgm:prSet/>
      <dgm:spPr/>
      <dgm:t>
        <a:bodyPr/>
        <a:lstStyle/>
        <a:p>
          <a:endParaRPr lang="uk-UA"/>
        </a:p>
      </dgm:t>
    </dgm:pt>
    <dgm:pt modelId="{5BD38C6F-B571-4DBB-A3C5-C325176116BB}" type="sibTrans" cxnId="{5A12CB2E-B5A2-463A-9638-70F551B004FE}">
      <dgm:prSet/>
      <dgm:spPr/>
      <dgm:t>
        <a:bodyPr/>
        <a:lstStyle/>
        <a:p>
          <a:endParaRPr lang="uk-UA"/>
        </a:p>
      </dgm:t>
    </dgm:pt>
    <dgm:pt modelId="{F36B4CAB-F398-483D-B488-F0694760F660}">
      <dgm:prSet/>
      <dgm:spPr/>
      <dgm:t>
        <a:bodyPr/>
        <a:lstStyle/>
        <a:p>
          <a:r>
            <a:rPr lang="uk-UA" b="0" i="0"/>
            <a:t>«Ідеологізація культурного життя в Україні».</a:t>
          </a:r>
          <a:endParaRPr lang="uk-UA"/>
        </a:p>
      </dgm:t>
    </dgm:pt>
    <dgm:pt modelId="{E029435B-E1F2-4706-9092-F2402A8C00E2}" type="parTrans" cxnId="{AAE1B721-8D67-4549-ABF7-265CFFB04175}">
      <dgm:prSet/>
      <dgm:spPr/>
      <dgm:t>
        <a:bodyPr/>
        <a:lstStyle/>
        <a:p>
          <a:endParaRPr lang="uk-UA"/>
        </a:p>
      </dgm:t>
    </dgm:pt>
    <dgm:pt modelId="{4CE1A7B7-DD3D-4A15-B03E-73DBC8FE1ACA}" type="sibTrans" cxnId="{AAE1B721-8D67-4549-ABF7-265CFFB04175}">
      <dgm:prSet/>
      <dgm:spPr/>
      <dgm:t>
        <a:bodyPr/>
        <a:lstStyle/>
        <a:p>
          <a:endParaRPr lang="uk-UA"/>
        </a:p>
      </dgm:t>
    </dgm:pt>
    <dgm:pt modelId="{FDD54455-83D1-4942-A8EF-79C33B9CFEBC}">
      <dgm:prSet/>
      <dgm:spPr/>
      <dgm:t>
        <a:bodyPr/>
        <a:lstStyle/>
        <a:p>
          <a:r>
            <a:rPr lang="uk-UA" b="0" i="0"/>
            <a:t>«Засоби масової інформації Радянської України».</a:t>
          </a:r>
          <a:endParaRPr lang="uk-UA"/>
        </a:p>
      </dgm:t>
    </dgm:pt>
    <dgm:pt modelId="{F9F238DB-218F-4101-83BC-9B85477BA50B}" type="parTrans" cxnId="{86C27459-215F-4912-A364-44CD7D9DF443}">
      <dgm:prSet/>
      <dgm:spPr/>
      <dgm:t>
        <a:bodyPr/>
        <a:lstStyle/>
        <a:p>
          <a:endParaRPr lang="uk-UA"/>
        </a:p>
      </dgm:t>
    </dgm:pt>
    <dgm:pt modelId="{042F3A63-2EE5-41B4-B734-1CC151A0AA9D}" type="sibTrans" cxnId="{86C27459-215F-4912-A364-44CD7D9DF443}">
      <dgm:prSet/>
      <dgm:spPr/>
      <dgm:t>
        <a:bodyPr/>
        <a:lstStyle/>
        <a:p>
          <a:endParaRPr lang="uk-UA"/>
        </a:p>
      </dgm:t>
    </dgm:pt>
    <dgm:pt modelId="{8C721E63-5B44-425F-AFD8-366BC8551ED8}" type="pres">
      <dgm:prSet presAssocID="{959B7961-B60F-4984-BBE8-5D0AD5DA42F7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756698E7-56E1-4EAA-B6EE-22556AD16EE4}" type="pres">
      <dgm:prSet presAssocID="{F7E3D8CA-BB0B-416C-ACB6-1B12AA788858}" presName="parentText" presStyleLbl="node1" presStyleIdx="0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28D1839-B9D5-4FFA-BB66-4AA58CC4D824}" type="pres">
      <dgm:prSet presAssocID="{D5928919-5DAE-49A0-8D89-F3D51F1A8EEF}" presName="spacer" presStyleCnt="0"/>
      <dgm:spPr/>
    </dgm:pt>
    <dgm:pt modelId="{5786AB9D-6C21-4A3F-B103-E52474678865}" type="pres">
      <dgm:prSet presAssocID="{EE28D92F-618F-487B-9CBB-9C1FE7EB1378}" presName="parentText" presStyleLbl="node1" presStyleIdx="1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38251C2-DD71-4F47-9A43-AF56A149ACF6}" type="pres">
      <dgm:prSet presAssocID="{5BD38C6F-B571-4DBB-A3C5-C325176116BB}" presName="spacer" presStyleCnt="0"/>
      <dgm:spPr/>
    </dgm:pt>
    <dgm:pt modelId="{A0B8CB44-553F-47F9-92F0-E43132FF92E4}" type="pres">
      <dgm:prSet presAssocID="{F36B4CAB-F398-483D-B488-F0694760F660}" presName="parentText" presStyleLbl="node1" presStyleIdx="2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433FA10-7940-4F83-9841-90A6009522EC}" type="pres">
      <dgm:prSet presAssocID="{4CE1A7B7-DD3D-4A15-B03E-73DBC8FE1ACA}" presName="spacer" presStyleCnt="0"/>
      <dgm:spPr/>
    </dgm:pt>
    <dgm:pt modelId="{F3DC66A7-26F9-40F1-9D06-913D8508BC5B}" type="pres">
      <dgm:prSet presAssocID="{FDD54455-83D1-4942-A8EF-79C33B9CFEBC}" presName="parentText" presStyleLbl="node1" presStyleIdx="3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31C13C07-35B1-4EF6-92D9-21DDC6EFB5B0}" srcId="{959B7961-B60F-4984-BBE8-5D0AD5DA42F7}" destId="{F7E3D8CA-BB0B-416C-ACB6-1B12AA788858}" srcOrd="0" destOrd="0" parTransId="{42F9F5BE-F792-4909-AA89-C17C6892F879}" sibTransId="{D5928919-5DAE-49A0-8D89-F3D51F1A8EEF}"/>
    <dgm:cxn modelId="{6D3D2191-0BB2-4F00-84F5-59993C7D677E}" type="presOf" srcId="{FDD54455-83D1-4942-A8EF-79C33B9CFEBC}" destId="{F3DC66A7-26F9-40F1-9D06-913D8508BC5B}" srcOrd="0" destOrd="0" presId="urn:microsoft.com/office/officeart/2005/8/layout/vList2"/>
    <dgm:cxn modelId="{5A12CB2E-B5A2-463A-9638-70F551B004FE}" srcId="{959B7961-B60F-4984-BBE8-5D0AD5DA42F7}" destId="{EE28D92F-618F-487B-9CBB-9C1FE7EB1378}" srcOrd="1" destOrd="0" parTransId="{4F287265-25E2-491F-B7DC-77C9415ACB78}" sibTransId="{5BD38C6F-B571-4DBB-A3C5-C325176116BB}"/>
    <dgm:cxn modelId="{4EC6241D-C2F1-48E4-9EF3-B9594B7B1CAA}" type="presOf" srcId="{959B7961-B60F-4984-BBE8-5D0AD5DA42F7}" destId="{8C721E63-5B44-425F-AFD8-366BC8551ED8}" srcOrd="0" destOrd="0" presId="urn:microsoft.com/office/officeart/2005/8/layout/vList2"/>
    <dgm:cxn modelId="{33AE43E0-1FC8-44EF-844E-85B0776A2BE6}" type="presOf" srcId="{F7E3D8CA-BB0B-416C-ACB6-1B12AA788858}" destId="{756698E7-56E1-4EAA-B6EE-22556AD16EE4}" srcOrd="0" destOrd="0" presId="urn:microsoft.com/office/officeart/2005/8/layout/vList2"/>
    <dgm:cxn modelId="{AF95B3F0-B8C4-4172-947F-E4E2B721782F}" type="presOf" srcId="{F36B4CAB-F398-483D-B488-F0694760F660}" destId="{A0B8CB44-553F-47F9-92F0-E43132FF92E4}" srcOrd="0" destOrd="0" presId="urn:microsoft.com/office/officeart/2005/8/layout/vList2"/>
    <dgm:cxn modelId="{86C27459-215F-4912-A364-44CD7D9DF443}" srcId="{959B7961-B60F-4984-BBE8-5D0AD5DA42F7}" destId="{FDD54455-83D1-4942-A8EF-79C33B9CFEBC}" srcOrd="3" destOrd="0" parTransId="{F9F238DB-218F-4101-83BC-9B85477BA50B}" sibTransId="{042F3A63-2EE5-41B4-B734-1CC151A0AA9D}"/>
    <dgm:cxn modelId="{AAE1B721-8D67-4549-ABF7-265CFFB04175}" srcId="{959B7961-B60F-4984-BBE8-5D0AD5DA42F7}" destId="{F36B4CAB-F398-483D-B488-F0694760F660}" srcOrd="2" destOrd="0" parTransId="{E029435B-E1F2-4706-9092-F2402A8C00E2}" sibTransId="{4CE1A7B7-DD3D-4A15-B03E-73DBC8FE1ACA}"/>
    <dgm:cxn modelId="{54D6ED44-27A3-46CD-9B17-84B82C8CBD8B}" type="presOf" srcId="{EE28D92F-618F-487B-9CBB-9C1FE7EB1378}" destId="{5786AB9D-6C21-4A3F-B103-E52474678865}" srcOrd="0" destOrd="0" presId="urn:microsoft.com/office/officeart/2005/8/layout/vList2"/>
    <dgm:cxn modelId="{0C81C1CD-53D9-4637-9BDC-143524EA9D43}" type="presParOf" srcId="{8C721E63-5B44-425F-AFD8-366BC8551ED8}" destId="{756698E7-56E1-4EAA-B6EE-22556AD16EE4}" srcOrd="0" destOrd="0" presId="urn:microsoft.com/office/officeart/2005/8/layout/vList2"/>
    <dgm:cxn modelId="{8CD41BE4-CF8C-415A-BA3E-D097734E9A49}" type="presParOf" srcId="{8C721E63-5B44-425F-AFD8-366BC8551ED8}" destId="{728D1839-B9D5-4FFA-BB66-4AA58CC4D824}" srcOrd="1" destOrd="0" presId="urn:microsoft.com/office/officeart/2005/8/layout/vList2"/>
    <dgm:cxn modelId="{0E2A43CC-58AD-4764-844C-EA99B2D40927}" type="presParOf" srcId="{8C721E63-5B44-425F-AFD8-366BC8551ED8}" destId="{5786AB9D-6C21-4A3F-B103-E52474678865}" srcOrd="2" destOrd="0" presId="urn:microsoft.com/office/officeart/2005/8/layout/vList2"/>
    <dgm:cxn modelId="{56F4E76F-29CA-4CB0-AA18-14D1E0C70888}" type="presParOf" srcId="{8C721E63-5B44-425F-AFD8-366BC8551ED8}" destId="{C38251C2-DD71-4F47-9A43-AF56A149ACF6}" srcOrd="3" destOrd="0" presId="urn:microsoft.com/office/officeart/2005/8/layout/vList2"/>
    <dgm:cxn modelId="{790797F1-42AE-46E8-A993-01677152AFC6}" type="presParOf" srcId="{8C721E63-5B44-425F-AFD8-366BC8551ED8}" destId="{A0B8CB44-553F-47F9-92F0-E43132FF92E4}" srcOrd="4" destOrd="0" presId="urn:microsoft.com/office/officeart/2005/8/layout/vList2"/>
    <dgm:cxn modelId="{C8C1284F-2DD7-4B5B-905E-7AC731461478}" type="presParOf" srcId="{8C721E63-5B44-425F-AFD8-366BC8551ED8}" destId="{A433FA10-7940-4F83-9841-90A6009522EC}" srcOrd="5" destOrd="0" presId="urn:microsoft.com/office/officeart/2005/8/layout/vList2"/>
    <dgm:cxn modelId="{98D5C497-6816-4D92-82FF-0D1AF847396B}" type="presParOf" srcId="{8C721E63-5B44-425F-AFD8-366BC8551ED8}" destId="{F3DC66A7-26F9-40F1-9D06-913D8508BC5B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BF13BCC9-47DF-4328-9B30-69CE4EB435C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137DCA93-3694-4655-A4F0-18EDAA714879}">
      <dgm:prSet/>
      <dgm:spPr/>
      <dgm:t>
        <a:bodyPr/>
        <a:lstStyle/>
        <a:p>
          <a:r>
            <a:rPr lang="ru-RU" b="0" i="0"/>
            <a:t>Т. Яблонська</a:t>
          </a:r>
          <a:endParaRPr lang="uk-UA"/>
        </a:p>
      </dgm:t>
    </dgm:pt>
    <dgm:pt modelId="{4857E76A-3A4E-4113-9D91-1F82A71B1EE7}" type="parTrans" cxnId="{FAEBD52F-A95E-4C53-A4A8-F3DE56160C2E}">
      <dgm:prSet/>
      <dgm:spPr/>
      <dgm:t>
        <a:bodyPr/>
        <a:lstStyle/>
        <a:p>
          <a:endParaRPr lang="uk-UA"/>
        </a:p>
      </dgm:t>
    </dgm:pt>
    <dgm:pt modelId="{76F3644A-0878-43D9-842D-15C69AF37C4F}" type="sibTrans" cxnId="{FAEBD52F-A95E-4C53-A4A8-F3DE56160C2E}">
      <dgm:prSet/>
      <dgm:spPr/>
      <dgm:t>
        <a:bodyPr/>
        <a:lstStyle/>
        <a:p>
          <a:endParaRPr lang="uk-UA"/>
        </a:p>
      </dgm:t>
    </dgm:pt>
    <dgm:pt modelId="{0A0DA320-D64C-4E1B-BA65-F11F938F345F}">
      <dgm:prSet/>
      <dgm:spPr/>
      <dgm:t>
        <a:bodyPr/>
        <a:lstStyle/>
        <a:p>
          <a:r>
            <a:rPr lang="ru-RU" b="0" i="0"/>
            <a:t>М. Самокиш</a:t>
          </a:r>
          <a:endParaRPr lang="uk-UA"/>
        </a:p>
      </dgm:t>
    </dgm:pt>
    <dgm:pt modelId="{BF5D8ED1-5619-4297-8F61-F10CB0C4498A}" type="parTrans" cxnId="{3F3ADE63-F7FF-492A-B04A-7ACD035F97B9}">
      <dgm:prSet/>
      <dgm:spPr/>
      <dgm:t>
        <a:bodyPr/>
        <a:lstStyle/>
        <a:p>
          <a:endParaRPr lang="uk-UA"/>
        </a:p>
      </dgm:t>
    </dgm:pt>
    <dgm:pt modelId="{161E7209-3B51-4D5E-B6C4-051DE7B26203}" type="sibTrans" cxnId="{3F3ADE63-F7FF-492A-B04A-7ACD035F97B9}">
      <dgm:prSet/>
      <dgm:spPr/>
      <dgm:t>
        <a:bodyPr/>
        <a:lstStyle/>
        <a:p>
          <a:endParaRPr lang="uk-UA"/>
        </a:p>
      </dgm:t>
    </dgm:pt>
    <dgm:pt modelId="{2425232C-08A4-4418-AA90-26BF49147CA0}">
      <dgm:prSet/>
      <dgm:spPr/>
      <dgm:t>
        <a:bodyPr/>
        <a:lstStyle/>
        <a:p>
          <a:r>
            <a:rPr lang="ru-RU" b="0" i="0"/>
            <a:t>К. Білокур</a:t>
          </a:r>
          <a:endParaRPr lang="uk-UA"/>
        </a:p>
      </dgm:t>
    </dgm:pt>
    <dgm:pt modelId="{1FBDE9F3-2C6B-43B5-96A1-3B841ED506E6}" type="parTrans" cxnId="{BCC4BD1A-C83F-492A-9D69-D48FD8651D20}">
      <dgm:prSet/>
      <dgm:spPr/>
      <dgm:t>
        <a:bodyPr/>
        <a:lstStyle/>
        <a:p>
          <a:endParaRPr lang="uk-UA"/>
        </a:p>
      </dgm:t>
    </dgm:pt>
    <dgm:pt modelId="{B667AB3A-48FC-4A05-A1AA-0E0D1E065FC2}" type="sibTrans" cxnId="{BCC4BD1A-C83F-492A-9D69-D48FD8651D20}">
      <dgm:prSet/>
      <dgm:spPr/>
      <dgm:t>
        <a:bodyPr/>
        <a:lstStyle/>
        <a:p>
          <a:endParaRPr lang="uk-UA"/>
        </a:p>
      </dgm:t>
    </dgm:pt>
    <dgm:pt modelId="{2B5A4699-8C94-47C6-BC84-51DBC3FE65CD}">
      <dgm:prSet/>
      <dgm:spPr/>
      <dgm:t>
        <a:bodyPr/>
        <a:lstStyle/>
        <a:p>
          <a:r>
            <a:rPr lang="ru-RU" b="0" i="0"/>
            <a:t>Ф. Кричевський</a:t>
          </a:r>
          <a:endParaRPr lang="uk-UA"/>
        </a:p>
      </dgm:t>
    </dgm:pt>
    <dgm:pt modelId="{160D73CA-DD11-4C03-B01D-596ED6AA3510}" type="parTrans" cxnId="{3D28D009-9C46-45A4-AAE3-266E663C6F97}">
      <dgm:prSet/>
      <dgm:spPr/>
      <dgm:t>
        <a:bodyPr/>
        <a:lstStyle/>
        <a:p>
          <a:endParaRPr lang="uk-UA"/>
        </a:p>
      </dgm:t>
    </dgm:pt>
    <dgm:pt modelId="{4901611C-F81F-496E-A267-BA1E2ED5269A}" type="sibTrans" cxnId="{3D28D009-9C46-45A4-AAE3-266E663C6F97}">
      <dgm:prSet/>
      <dgm:spPr/>
      <dgm:t>
        <a:bodyPr/>
        <a:lstStyle/>
        <a:p>
          <a:endParaRPr lang="uk-UA"/>
        </a:p>
      </dgm:t>
    </dgm:pt>
    <dgm:pt modelId="{C0EF4038-F52F-4178-93CA-46C8701C8353}" type="pres">
      <dgm:prSet presAssocID="{BF13BCC9-47DF-4328-9B30-69CE4EB435C9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80498ADD-4883-4DC4-8E7B-F56BD611D123}" type="pres">
      <dgm:prSet presAssocID="{137DCA93-3694-4655-A4F0-18EDAA714879}" presName="parentText" presStyleLbl="node1" presStyleIdx="0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778AAE3-6E4D-4D2A-8A7D-0FAF40D76866}" type="pres">
      <dgm:prSet presAssocID="{76F3644A-0878-43D9-842D-15C69AF37C4F}" presName="spacer" presStyleCnt="0"/>
      <dgm:spPr/>
    </dgm:pt>
    <dgm:pt modelId="{0F3A48B7-AB82-4033-89BD-60632966DC52}" type="pres">
      <dgm:prSet presAssocID="{0A0DA320-D64C-4E1B-BA65-F11F938F345F}" presName="parentText" presStyleLbl="node1" presStyleIdx="1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891FD76-0654-464F-BC2E-6803917C7FC2}" type="pres">
      <dgm:prSet presAssocID="{161E7209-3B51-4D5E-B6C4-051DE7B26203}" presName="spacer" presStyleCnt="0"/>
      <dgm:spPr/>
    </dgm:pt>
    <dgm:pt modelId="{21EEE935-CED4-4A09-AAD2-97F6C85A8403}" type="pres">
      <dgm:prSet presAssocID="{2425232C-08A4-4418-AA90-26BF49147CA0}" presName="parentText" presStyleLbl="node1" presStyleIdx="2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1F04A27-5AFF-4978-AE71-4054B4CC2833}" type="pres">
      <dgm:prSet presAssocID="{B667AB3A-48FC-4A05-A1AA-0E0D1E065FC2}" presName="spacer" presStyleCnt="0"/>
      <dgm:spPr/>
    </dgm:pt>
    <dgm:pt modelId="{9B6410A8-D28A-4B56-92EA-C67881337628}" type="pres">
      <dgm:prSet presAssocID="{2B5A4699-8C94-47C6-BC84-51DBC3FE65CD}" presName="parentText" presStyleLbl="node1" presStyleIdx="3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3D28D009-9C46-45A4-AAE3-266E663C6F97}" srcId="{BF13BCC9-47DF-4328-9B30-69CE4EB435C9}" destId="{2B5A4699-8C94-47C6-BC84-51DBC3FE65CD}" srcOrd="3" destOrd="0" parTransId="{160D73CA-DD11-4C03-B01D-596ED6AA3510}" sibTransId="{4901611C-F81F-496E-A267-BA1E2ED5269A}"/>
    <dgm:cxn modelId="{E5C78136-EF86-44B3-A5DA-C2DBFDA58E2B}" type="presOf" srcId="{2B5A4699-8C94-47C6-BC84-51DBC3FE65CD}" destId="{9B6410A8-D28A-4B56-92EA-C67881337628}" srcOrd="0" destOrd="0" presId="urn:microsoft.com/office/officeart/2005/8/layout/vList2"/>
    <dgm:cxn modelId="{C0026D70-2222-428B-A5D7-D2E0729D4EE2}" type="presOf" srcId="{BF13BCC9-47DF-4328-9B30-69CE4EB435C9}" destId="{C0EF4038-F52F-4178-93CA-46C8701C8353}" srcOrd="0" destOrd="0" presId="urn:microsoft.com/office/officeart/2005/8/layout/vList2"/>
    <dgm:cxn modelId="{0A7F17E8-FE4D-47D7-BBBF-B6E25AC072BD}" type="presOf" srcId="{137DCA93-3694-4655-A4F0-18EDAA714879}" destId="{80498ADD-4883-4DC4-8E7B-F56BD611D123}" srcOrd="0" destOrd="0" presId="urn:microsoft.com/office/officeart/2005/8/layout/vList2"/>
    <dgm:cxn modelId="{3F3ADE63-F7FF-492A-B04A-7ACD035F97B9}" srcId="{BF13BCC9-47DF-4328-9B30-69CE4EB435C9}" destId="{0A0DA320-D64C-4E1B-BA65-F11F938F345F}" srcOrd="1" destOrd="0" parTransId="{BF5D8ED1-5619-4297-8F61-F10CB0C4498A}" sibTransId="{161E7209-3B51-4D5E-B6C4-051DE7B26203}"/>
    <dgm:cxn modelId="{A2F1D539-048F-4295-991E-B1D3A7D1CCA7}" type="presOf" srcId="{0A0DA320-D64C-4E1B-BA65-F11F938F345F}" destId="{0F3A48B7-AB82-4033-89BD-60632966DC52}" srcOrd="0" destOrd="0" presId="urn:microsoft.com/office/officeart/2005/8/layout/vList2"/>
    <dgm:cxn modelId="{FAEBD52F-A95E-4C53-A4A8-F3DE56160C2E}" srcId="{BF13BCC9-47DF-4328-9B30-69CE4EB435C9}" destId="{137DCA93-3694-4655-A4F0-18EDAA714879}" srcOrd="0" destOrd="0" parTransId="{4857E76A-3A4E-4113-9D91-1F82A71B1EE7}" sibTransId="{76F3644A-0878-43D9-842D-15C69AF37C4F}"/>
    <dgm:cxn modelId="{5AE74B87-359E-45C8-AFA8-14271BD5E4C0}" type="presOf" srcId="{2425232C-08A4-4418-AA90-26BF49147CA0}" destId="{21EEE935-CED4-4A09-AAD2-97F6C85A8403}" srcOrd="0" destOrd="0" presId="urn:microsoft.com/office/officeart/2005/8/layout/vList2"/>
    <dgm:cxn modelId="{BCC4BD1A-C83F-492A-9D69-D48FD8651D20}" srcId="{BF13BCC9-47DF-4328-9B30-69CE4EB435C9}" destId="{2425232C-08A4-4418-AA90-26BF49147CA0}" srcOrd="2" destOrd="0" parTransId="{1FBDE9F3-2C6B-43B5-96A1-3B841ED506E6}" sibTransId="{B667AB3A-48FC-4A05-A1AA-0E0D1E065FC2}"/>
    <dgm:cxn modelId="{AEC9298D-8223-4F4E-B3D6-DB33BAEEBF52}" type="presParOf" srcId="{C0EF4038-F52F-4178-93CA-46C8701C8353}" destId="{80498ADD-4883-4DC4-8E7B-F56BD611D123}" srcOrd="0" destOrd="0" presId="urn:microsoft.com/office/officeart/2005/8/layout/vList2"/>
    <dgm:cxn modelId="{04056BBF-D48A-4207-8EAB-65DF6C167BF9}" type="presParOf" srcId="{C0EF4038-F52F-4178-93CA-46C8701C8353}" destId="{E778AAE3-6E4D-4D2A-8A7D-0FAF40D76866}" srcOrd="1" destOrd="0" presId="urn:microsoft.com/office/officeart/2005/8/layout/vList2"/>
    <dgm:cxn modelId="{0D34843B-6879-4A31-BBCF-982CCCB09A4C}" type="presParOf" srcId="{C0EF4038-F52F-4178-93CA-46C8701C8353}" destId="{0F3A48B7-AB82-4033-89BD-60632966DC52}" srcOrd="2" destOrd="0" presId="urn:microsoft.com/office/officeart/2005/8/layout/vList2"/>
    <dgm:cxn modelId="{F3DCF949-B727-4530-AA67-F649043B20AC}" type="presParOf" srcId="{C0EF4038-F52F-4178-93CA-46C8701C8353}" destId="{9891FD76-0654-464F-BC2E-6803917C7FC2}" srcOrd="3" destOrd="0" presId="urn:microsoft.com/office/officeart/2005/8/layout/vList2"/>
    <dgm:cxn modelId="{4B6ACDCE-F951-48D4-BDC0-BFB6D73596CF}" type="presParOf" srcId="{C0EF4038-F52F-4178-93CA-46C8701C8353}" destId="{21EEE935-CED4-4A09-AAD2-97F6C85A8403}" srcOrd="4" destOrd="0" presId="urn:microsoft.com/office/officeart/2005/8/layout/vList2"/>
    <dgm:cxn modelId="{9344130C-ACF7-4966-8319-13C75E81A6BF}" type="presParOf" srcId="{C0EF4038-F52F-4178-93CA-46C8701C8353}" destId="{A1F04A27-5AFF-4978-AE71-4054B4CC2833}" srcOrd="5" destOrd="0" presId="urn:microsoft.com/office/officeart/2005/8/layout/vList2"/>
    <dgm:cxn modelId="{A782AA36-9D76-4D44-9162-BF7D93A7555E}" type="presParOf" srcId="{C0EF4038-F52F-4178-93CA-46C8701C8353}" destId="{9B6410A8-D28A-4B56-92EA-C67881337628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82C81D84-1A1C-42D8-A567-AD17485FA3F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A0DE4351-47F7-4F2A-8A80-6B1BC8D515E8}">
      <dgm:prSet/>
      <dgm:spPr/>
      <dgm:t>
        <a:bodyPr/>
        <a:lstStyle/>
        <a:p>
          <a:r>
            <a:rPr lang="uk-UA" b="0" i="0"/>
            <a:t>корупції</a:t>
          </a:r>
          <a:endParaRPr lang="uk-UA"/>
        </a:p>
      </dgm:t>
    </dgm:pt>
    <dgm:pt modelId="{37272D98-E49E-49E3-9D7E-8AF2DCE24C99}" type="parTrans" cxnId="{1D451B0F-5C43-4142-8509-8BFF806CA4B2}">
      <dgm:prSet/>
      <dgm:spPr/>
      <dgm:t>
        <a:bodyPr/>
        <a:lstStyle/>
        <a:p>
          <a:endParaRPr lang="uk-UA"/>
        </a:p>
      </dgm:t>
    </dgm:pt>
    <dgm:pt modelId="{C21671D7-42DA-47DF-9A52-545609CF8B6E}" type="sibTrans" cxnId="{1D451B0F-5C43-4142-8509-8BFF806CA4B2}">
      <dgm:prSet/>
      <dgm:spPr/>
      <dgm:t>
        <a:bodyPr/>
        <a:lstStyle/>
        <a:p>
          <a:endParaRPr lang="uk-UA"/>
        </a:p>
      </dgm:t>
    </dgm:pt>
    <dgm:pt modelId="{CA2CCBA1-3D0A-401C-9014-5FE81ECE2982}">
      <dgm:prSet/>
      <dgm:spPr/>
      <dgm:t>
        <a:bodyPr/>
        <a:lstStyle/>
        <a:p>
          <a:r>
            <a:rPr lang="uk-UA" b="0" i="0"/>
            <a:t>дефіциті</a:t>
          </a:r>
          <a:endParaRPr lang="uk-UA"/>
        </a:p>
      </dgm:t>
    </dgm:pt>
    <dgm:pt modelId="{2B2A6799-228B-4973-88FE-70EEC028676D}" type="parTrans" cxnId="{EA68E904-9306-4916-BC14-16922C8436CB}">
      <dgm:prSet/>
      <dgm:spPr/>
      <dgm:t>
        <a:bodyPr/>
        <a:lstStyle/>
        <a:p>
          <a:endParaRPr lang="uk-UA"/>
        </a:p>
      </dgm:t>
    </dgm:pt>
    <dgm:pt modelId="{78477E69-5379-4E37-96BC-2AF28B82DF40}" type="sibTrans" cxnId="{EA68E904-9306-4916-BC14-16922C8436CB}">
      <dgm:prSet/>
      <dgm:spPr/>
      <dgm:t>
        <a:bodyPr/>
        <a:lstStyle/>
        <a:p>
          <a:endParaRPr lang="uk-UA"/>
        </a:p>
      </dgm:t>
    </dgm:pt>
    <dgm:pt modelId="{B613E41C-46A3-4C7F-AD28-45085F1EA543}">
      <dgm:prSet/>
      <dgm:spPr/>
      <dgm:t>
        <a:bodyPr/>
        <a:lstStyle/>
        <a:p>
          <a:r>
            <a:rPr lang="uk-UA" b="0" i="0"/>
            <a:t>бюрократизації</a:t>
          </a:r>
          <a:endParaRPr lang="uk-UA"/>
        </a:p>
      </dgm:t>
    </dgm:pt>
    <dgm:pt modelId="{93F6C1D2-9CA7-4C57-9716-BE56362D6230}" type="parTrans" cxnId="{0726D70F-0FEF-4576-BD02-A8916FFA0079}">
      <dgm:prSet/>
      <dgm:spPr/>
      <dgm:t>
        <a:bodyPr/>
        <a:lstStyle/>
        <a:p>
          <a:endParaRPr lang="uk-UA"/>
        </a:p>
      </dgm:t>
    </dgm:pt>
    <dgm:pt modelId="{FC8DB14B-0780-46EC-9559-E750E3C11E58}" type="sibTrans" cxnId="{0726D70F-0FEF-4576-BD02-A8916FFA0079}">
      <dgm:prSet/>
      <dgm:spPr/>
      <dgm:t>
        <a:bodyPr/>
        <a:lstStyle/>
        <a:p>
          <a:endParaRPr lang="uk-UA"/>
        </a:p>
      </dgm:t>
    </dgm:pt>
    <dgm:pt modelId="{57D3FB03-1D4A-49BC-9711-F006A639F36F}">
      <dgm:prSet/>
      <dgm:spPr/>
      <dgm:t>
        <a:bodyPr/>
        <a:lstStyle/>
        <a:p>
          <a:r>
            <a:rPr lang="uk-UA" b="0" i="0"/>
            <a:t>безробітті</a:t>
          </a:r>
          <a:endParaRPr lang="uk-UA"/>
        </a:p>
      </dgm:t>
    </dgm:pt>
    <dgm:pt modelId="{B0945092-0AC9-40B1-9222-FED5EE228B19}" type="parTrans" cxnId="{DF8350DD-B1D3-4950-86C8-41F8CCCC4D30}">
      <dgm:prSet/>
      <dgm:spPr/>
      <dgm:t>
        <a:bodyPr/>
        <a:lstStyle/>
        <a:p>
          <a:endParaRPr lang="uk-UA"/>
        </a:p>
      </dgm:t>
    </dgm:pt>
    <dgm:pt modelId="{9B53C283-75CB-4E5C-A811-928AF781E5B6}" type="sibTrans" cxnId="{DF8350DD-B1D3-4950-86C8-41F8CCCC4D30}">
      <dgm:prSet/>
      <dgm:spPr/>
      <dgm:t>
        <a:bodyPr/>
        <a:lstStyle/>
        <a:p>
          <a:endParaRPr lang="uk-UA"/>
        </a:p>
      </dgm:t>
    </dgm:pt>
    <dgm:pt modelId="{87C47FA0-95B7-4CA6-84F0-01BD99FC9378}" type="pres">
      <dgm:prSet presAssocID="{82C81D84-1A1C-42D8-A567-AD17485FA3F5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DAFAA74C-7221-487A-9497-A510866BEDCA}" type="pres">
      <dgm:prSet presAssocID="{A0DE4351-47F7-4F2A-8A80-6B1BC8D515E8}" presName="parentText" presStyleLbl="node1" presStyleIdx="0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C281829-7D23-4731-AD15-599787730BED}" type="pres">
      <dgm:prSet presAssocID="{C21671D7-42DA-47DF-9A52-545609CF8B6E}" presName="spacer" presStyleCnt="0"/>
      <dgm:spPr/>
    </dgm:pt>
    <dgm:pt modelId="{82055112-D9A5-48E5-BCB7-9480728254E8}" type="pres">
      <dgm:prSet presAssocID="{CA2CCBA1-3D0A-401C-9014-5FE81ECE2982}" presName="parentText" presStyleLbl="node1" presStyleIdx="1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A832DC9-BC4B-4D85-A959-5BA83A991CD6}" type="pres">
      <dgm:prSet presAssocID="{78477E69-5379-4E37-96BC-2AF28B82DF40}" presName="spacer" presStyleCnt="0"/>
      <dgm:spPr/>
    </dgm:pt>
    <dgm:pt modelId="{8FDCB418-BEDD-45E7-BEB9-2741A986229E}" type="pres">
      <dgm:prSet presAssocID="{B613E41C-46A3-4C7F-AD28-45085F1EA543}" presName="parentText" presStyleLbl="node1" presStyleIdx="2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995C3F7-4ED8-4406-9D3C-6C10052504BD}" type="pres">
      <dgm:prSet presAssocID="{FC8DB14B-0780-46EC-9559-E750E3C11E58}" presName="spacer" presStyleCnt="0"/>
      <dgm:spPr/>
    </dgm:pt>
    <dgm:pt modelId="{B498DD7B-5EE3-4147-BFDF-E545520273F5}" type="pres">
      <dgm:prSet presAssocID="{57D3FB03-1D4A-49BC-9711-F006A639F36F}" presName="parentText" presStyleLbl="node1" presStyleIdx="3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EA68E904-9306-4916-BC14-16922C8436CB}" srcId="{82C81D84-1A1C-42D8-A567-AD17485FA3F5}" destId="{CA2CCBA1-3D0A-401C-9014-5FE81ECE2982}" srcOrd="1" destOrd="0" parTransId="{2B2A6799-228B-4973-88FE-70EEC028676D}" sibTransId="{78477E69-5379-4E37-96BC-2AF28B82DF40}"/>
    <dgm:cxn modelId="{0726D70F-0FEF-4576-BD02-A8916FFA0079}" srcId="{82C81D84-1A1C-42D8-A567-AD17485FA3F5}" destId="{B613E41C-46A3-4C7F-AD28-45085F1EA543}" srcOrd="2" destOrd="0" parTransId="{93F6C1D2-9CA7-4C57-9716-BE56362D6230}" sibTransId="{FC8DB14B-0780-46EC-9559-E750E3C11E58}"/>
    <dgm:cxn modelId="{FC0A301B-4D1A-4E85-8138-CCC9B194A951}" type="presOf" srcId="{A0DE4351-47F7-4F2A-8A80-6B1BC8D515E8}" destId="{DAFAA74C-7221-487A-9497-A510866BEDCA}" srcOrd="0" destOrd="0" presId="urn:microsoft.com/office/officeart/2005/8/layout/vList2"/>
    <dgm:cxn modelId="{1D451B0F-5C43-4142-8509-8BFF806CA4B2}" srcId="{82C81D84-1A1C-42D8-A567-AD17485FA3F5}" destId="{A0DE4351-47F7-4F2A-8A80-6B1BC8D515E8}" srcOrd="0" destOrd="0" parTransId="{37272D98-E49E-49E3-9D7E-8AF2DCE24C99}" sibTransId="{C21671D7-42DA-47DF-9A52-545609CF8B6E}"/>
    <dgm:cxn modelId="{DF8350DD-B1D3-4950-86C8-41F8CCCC4D30}" srcId="{82C81D84-1A1C-42D8-A567-AD17485FA3F5}" destId="{57D3FB03-1D4A-49BC-9711-F006A639F36F}" srcOrd="3" destOrd="0" parTransId="{B0945092-0AC9-40B1-9222-FED5EE228B19}" sibTransId="{9B53C283-75CB-4E5C-A811-928AF781E5B6}"/>
    <dgm:cxn modelId="{5FAB94F0-9FAC-4582-840D-15329B57AA70}" type="presOf" srcId="{B613E41C-46A3-4C7F-AD28-45085F1EA543}" destId="{8FDCB418-BEDD-45E7-BEB9-2741A986229E}" srcOrd="0" destOrd="0" presId="urn:microsoft.com/office/officeart/2005/8/layout/vList2"/>
    <dgm:cxn modelId="{71CF3511-AC79-405D-97FB-09990966F049}" type="presOf" srcId="{57D3FB03-1D4A-49BC-9711-F006A639F36F}" destId="{B498DD7B-5EE3-4147-BFDF-E545520273F5}" srcOrd="0" destOrd="0" presId="urn:microsoft.com/office/officeart/2005/8/layout/vList2"/>
    <dgm:cxn modelId="{A53B4AE6-888B-4E0A-85C6-AC69CEC5DEF1}" type="presOf" srcId="{CA2CCBA1-3D0A-401C-9014-5FE81ECE2982}" destId="{82055112-D9A5-48E5-BCB7-9480728254E8}" srcOrd="0" destOrd="0" presId="urn:microsoft.com/office/officeart/2005/8/layout/vList2"/>
    <dgm:cxn modelId="{9A3E4D82-FFFB-4A41-A840-E0147BB404D7}" type="presOf" srcId="{82C81D84-1A1C-42D8-A567-AD17485FA3F5}" destId="{87C47FA0-95B7-4CA6-84F0-01BD99FC9378}" srcOrd="0" destOrd="0" presId="urn:microsoft.com/office/officeart/2005/8/layout/vList2"/>
    <dgm:cxn modelId="{C0A37832-E80B-4CC7-9486-9624F2225766}" type="presParOf" srcId="{87C47FA0-95B7-4CA6-84F0-01BD99FC9378}" destId="{DAFAA74C-7221-487A-9497-A510866BEDCA}" srcOrd="0" destOrd="0" presId="urn:microsoft.com/office/officeart/2005/8/layout/vList2"/>
    <dgm:cxn modelId="{A86A551F-B04E-438C-B765-EA31F99D5DA5}" type="presParOf" srcId="{87C47FA0-95B7-4CA6-84F0-01BD99FC9378}" destId="{9C281829-7D23-4731-AD15-599787730BED}" srcOrd="1" destOrd="0" presId="urn:microsoft.com/office/officeart/2005/8/layout/vList2"/>
    <dgm:cxn modelId="{58AA4EE9-C186-4699-88B6-E3BC83A8879E}" type="presParOf" srcId="{87C47FA0-95B7-4CA6-84F0-01BD99FC9378}" destId="{82055112-D9A5-48E5-BCB7-9480728254E8}" srcOrd="2" destOrd="0" presId="urn:microsoft.com/office/officeart/2005/8/layout/vList2"/>
    <dgm:cxn modelId="{B90288F5-5CED-47A8-8835-EFD6E90C5F87}" type="presParOf" srcId="{87C47FA0-95B7-4CA6-84F0-01BD99FC9378}" destId="{CA832DC9-BC4B-4D85-A959-5BA83A991CD6}" srcOrd="3" destOrd="0" presId="urn:microsoft.com/office/officeart/2005/8/layout/vList2"/>
    <dgm:cxn modelId="{CA744D0E-0022-4161-97B6-3391BCFE6FFE}" type="presParOf" srcId="{87C47FA0-95B7-4CA6-84F0-01BD99FC9378}" destId="{8FDCB418-BEDD-45E7-BEB9-2741A986229E}" srcOrd="4" destOrd="0" presId="urn:microsoft.com/office/officeart/2005/8/layout/vList2"/>
    <dgm:cxn modelId="{757AF263-E55C-4D13-86A0-6F65752E062E}" type="presParOf" srcId="{87C47FA0-95B7-4CA6-84F0-01BD99FC9378}" destId="{A995C3F7-4ED8-4406-9D3C-6C10052504BD}" srcOrd="5" destOrd="0" presId="urn:microsoft.com/office/officeart/2005/8/layout/vList2"/>
    <dgm:cxn modelId="{5047F70A-381A-4411-8D7E-F51DDAC5C6DF}" type="presParOf" srcId="{87C47FA0-95B7-4CA6-84F0-01BD99FC9378}" destId="{B498DD7B-5EE3-4147-BFDF-E545520273F5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6B24A8ED-A06B-4EF2-87F9-22F980A8951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7AA2F30F-7DD1-4505-8332-F0F0CE04B953}">
      <dgm:prSet/>
      <dgm:spPr/>
      <dgm:t>
        <a:bodyPr/>
        <a:lstStyle/>
        <a:p>
          <a:r>
            <a:rPr lang="ru-RU" b="0" i="0"/>
            <a:t>хронічний дефіцит</a:t>
          </a:r>
          <a:endParaRPr lang="uk-UA"/>
        </a:p>
      </dgm:t>
    </dgm:pt>
    <dgm:pt modelId="{B31D2D46-98E9-403E-AA94-D227FB81D3F7}" type="parTrans" cxnId="{2C5DD4ED-1340-44AC-8528-D198BCB68A51}">
      <dgm:prSet/>
      <dgm:spPr/>
      <dgm:t>
        <a:bodyPr/>
        <a:lstStyle/>
        <a:p>
          <a:endParaRPr lang="uk-UA"/>
        </a:p>
      </dgm:t>
    </dgm:pt>
    <dgm:pt modelId="{F7807D6A-6EC8-4985-899E-9944B9B00279}" type="sibTrans" cxnId="{2C5DD4ED-1340-44AC-8528-D198BCB68A51}">
      <dgm:prSet/>
      <dgm:spPr/>
      <dgm:t>
        <a:bodyPr/>
        <a:lstStyle/>
        <a:p>
          <a:endParaRPr lang="uk-UA"/>
        </a:p>
      </dgm:t>
    </dgm:pt>
    <dgm:pt modelId="{89BD4567-EDAD-49C9-8B1F-C5EC2F582007}">
      <dgm:prSet/>
      <dgm:spPr/>
      <dgm:t>
        <a:bodyPr/>
        <a:lstStyle/>
        <a:p>
          <a:r>
            <a:rPr lang="ru-RU" b="0" i="0"/>
            <a:t>житлову проблему</a:t>
          </a:r>
          <a:endParaRPr lang="uk-UA"/>
        </a:p>
      </dgm:t>
    </dgm:pt>
    <dgm:pt modelId="{C4B81E33-1C6A-4449-BC5D-A5A24B3B9DA8}" type="parTrans" cxnId="{D4CB2B3E-8470-4D60-8A73-9CA10707247A}">
      <dgm:prSet/>
      <dgm:spPr/>
      <dgm:t>
        <a:bodyPr/>
        <a:lstStyle/>
        <a:p>
          <a:endParaRPr lang="uk-UA"/>
        </a:p>
      </dgm:t>
    </dgm:pt>
    <dgm:pt modelId="{427694AD-784C-4831-8F47-978A2035DD6C}" type="sibTrans" cxnId="{D4CB2B3E-8470-4D60-8A73-9CA10707247A}">
      <dgm:prSet/>
      <dgm:spPr/>
      <dgm:t>
        <a:bodyPr/>
        <a:lstStyle/>
        <a:p>
          <a:endParaRPr lang="uk-UA"/>
        </a:p>
      </dgm:t>
    </dgm:pt>
    <dgm:pt modelId="{14F0E41A-B341-4FCC-980C-A4924602E918}">
      <dgm:prSet/>
      <dgm:spPr/>
      <dgm:t>
        <a:bodyPr/>
        <a:lstStyle/>
        <a:p>
          <a:r>
            <a:rPr lang="ru-RU" b="0" i="0"/>
            <a:t>зростання безробіття</a:t>
          </a:r>
          <a:endParaRPr lang="uk-UA"/>
        </a:p>
      </dgm:t>
    </dgm:pt>
    <dgm:pt modelId="{ED9468C4-EDE0-4AB0-AB26-BC5BD650FF4D}" type="parTrans" cxnId="{58CC0751-B5FF-44D1-879D-616265639598}">
      <dgm:prSet/>
      <dgm:spPr/>
      <dgm:t>
        <a:bodyPr/>
        <a:lstStyle/>
        <a:p>
          <a:endParaRPr lang="uk-UA"/>
        </a:p>
      </dgm:t>
    </dgm:pt>
    <dgm:pt modelId="{FBA273C7-754F-46F9-8EAC-197BD88C4537}" type="sibTrans" cxnId="{58CC0751-B5FF-44D1-879D-616265639598}">
      <dgm:prSet/>
      <dgm:spPr/>
      <dgm:t>
        <a:bodyPr/>
        <a:lstStyle/>
        <a:p>
          <a:endParaRPr lang="uk-UA"/>
        </a:p>
      </dgm:t>
    </dgm:pt>
    <dgm:pt modelId="{0634F7A8-9D55-40C6-B662-76ECAEB56679}">
      <dgm:prSet/>
      <dgm:spPr/>
      <dgm:t>
        <a:bodyPr/>
        <a:lstStyle/>
        <a:p>
          <a:r>
            <a:rPr lang="ru-RU" b="0" i="0"/>
            <a:t>інфляційні процеси</a:t>
          </a:r>
          <a:endParaRPr lang="uk-UA"/>
        </a:p>
      </dgm:t>
    </dgm:pt>
    <dgm:pt modelId="{0EDDA115-0239-419B-B643-C4B528444820}" type="parTrans" cxnId="{A7D684A0-7713-4971-A050-B8F67C3C651E}">
      <dgm:prSet/>
      <dgm:spPr/>
      <dgm:t>
        <a:bodyPr/>
        <a:lstStyle/>
        <a:p>
          <a:endParaRPr lang="uk-UA"/>
        </a:p>
      </dgm:t>
    </dgm:pt>
    <dgm:pt modelId="{84C7D79E-98DE-44BE-B39F-31CBE994E060}" type="sibTrans" cxnId="{A7D684A0-7713-4971-A050-B8F67C3C651E}">
      <dgm:prSet/>
      <dgm:spPr/>
      <dgm:t>
        <a:bodyPr/>
        <a:lstStyle/>
        <a:p>
          <a:endParaRPr lang="uk-UA"/>
        </a:p>
      </dgm:t>
    </dgm:pt>
    <dgm:pt modelId="{53A5A5AA-0EFC-4906-9962-616D0ECBE5C1}" type="pres">
      <dgm:prSet presAssocID="{6B24A8ED-A06B-4EF2-87F9-22F980A89517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D6E5B203-BFA8-4674-80C6-77B182AFC573}" type="pres">
      <dgm:prSet presAssocID="{7AA2F30F-7DD1-4505-8332-F0F0CE04B953}" presName="parentText" presStyleLbl="node1" presStyleIdx="0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27F91A4D-3C7F-4F1B-AE1B-9E5E54830ED0}" type="pres">
      <dgm:prSet presAssocID="{F7807D6A-6EC8-4985-899E-9944B9B00279}" presName="spacer" presStyleCnt="0"/>
      <dgm:spPr/>
    </dgm:pt>
    <dgm:pt modelId="{75131E6C-540F-44DC-9955-39AD2E6C3C5C}" type="pres">
      <dgm:prSet presAssocID="{89BD4567-EDAD-49C9-8B1F-C5EC2F582007}" presName="parentText" presStyleLbl="node1" presStyleIdx="1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2BAE463-2778-4C34-886F-9F78A9443B7A}" type="pres">
      <dgm:prSet presAssocID="{427694AD-784C-4831-8F47-978A2035DD6C}" presName="spacer" presStyleCnt="0"/>
      <dgm:spPr/>
    </dgm:pt>
    <dgm:pt modelId="{7BE20AD8-888A-41AC-8377-A0AB8A005369}" type="pres">
      <dgm:prSet presAssocID="{14F0E41A-B341-4FCC-980C-A4924602E918}" presName="parentText" presStyleLbl="node1" presStyleIdx="2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7661300-07BF-4073-AFC3-50910E7FCF45}" type="pres">
      <dgm:prSet presAssocID="{FBA273C7-754F-46F9-8EAC-197BD88C4537}" presName="spacer" presStyleCnt="0"/>
      <dgm:spPr/>
    </dgm:pt>
    <dgm:pt modelId="{036ABB7E-677B-4BB2-8D91-E871FC386AFF}" type="pres">
      <dgm:prSet presAssocID="{0634F7A8-9D55-40C6-B662-76ECAEB56679}" presName="parentText" presStyleLbl="node1" presStyleIdx="3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2C5DD4ED-1340-44AC-8528-D198BCB68A51}" srcId="{6B24A8ED-A06B-4EF2-87F9-22F980A89517}" destId="{7AA2F30F-7DD1-4505-8332-F0F0CE04B953}" srcOrd="0" destOrd="0" parTransId="{B31D2D46-98E9-403E-AA94-D227FB81D3F7}" sibTransId="{F7807D6A-6EC8-4985-899E-9944B9B00279}"/>
    <dgm:cxn modelId="{58CC0751-B5FF-44D1-879D-616265639598}" srcId="{6B24A8ED-A06B-4EF2-87F9-22F980A89517}" destId="{14F0E41A-B341-4FCC-980C-A4924602E918}" srcOrd="2" destOrd="0" parTransId="{ED9468C4-EDE0-4AB0-AB26-BC5BD650FF4D}" sibTransId="{FBA273C7-754F-46F9-8EAC-197BD88C4537}"/>
    <dgm:cxn modelId="{1C0BB375-1288-4D72-A66A-41634C424700}" type="presOf" srcId="{14F0E41A-B341-4FCC-980C-A4924602E918}" destId="{7BE20AD8-888A-41AC-8377-A0AB8A005369}" srcOrd="0" destOrd="0" presId="urn:microsoft.com/office/officeart/2005/8/layout/vList2"/>
    <dgm:cxn modelId="{534BEFFC-1C62-4DB0-9B4E-B92E2E5AEF73}" type="presOf" srcId="{0634F7A8-9D55-40C6-B662-76ECAEB56679}" destId="{036ABB7E-677B-4BB2-8D91-E871FC386AFF}" srcOrd="0" destOrd="0" presId="urn:microsoft.com/office/officeart/2005/8/layout/vList2"/>
    <dgm:cxn modelId="{A7D684A0-7713-4971-A050-B8F67C3C651E}" srcId="{6B24A8ED-A06B-4EF2-87F9-22F980A89517}" destId="{0634F7A8-9D55-40C6-B662-76ECAEB56679}" srcOrd="3" destOrd="0" parTransId="{0EDDA115-0239-419B-B643-C4B528444820}" sibTransId="{84C7D79E-98DE-44BE-B39F-31CBE994E060}"/>
    <dgm:cxn modelId="{656918A0-F9E9-4672-9F05-1FFB04B187C2}" type="presOf" srcId="{89BD4567-EDAD-49C9-8B1F-C5EC2F582007}" destId="{75131E6C-540F-44DC-9955-39AD2E6C3C5C}" srcOrd="0" destOrd="0" presId="urn:microsoft.com/office/officeart/2005/8/layout/vList2"/>
    <dgm:cxn modelId="{1FAFB980-6915-4B31-951B-532024D86757}" type="presOf" srcId="{6B24A8ED-A06B-4EF2-87F9-22F980A89517}" destId="{53A5A5AA-0EFC-4906-9962-616D0ECBE5C1}" srcOrd="0" destOrd="0" presId="urn:microsoft.com/office/officeart/2005/8/layout/vList2"/>
    <dgm:cxn modelId="{D4CB2B3E-8470-4D60-8A73-9CA10707247A}" srcId="{6B24A8ED-A06B-4EF2-87F9-22F980A89517}" destId="{89BD4567-EDAD-49C9-8B1F-C5EC2F582007}" srcOrd="1" destOrd="0" parTransId="{C4B81E33-1C6A-4449-BC5D-A5A24B3B9DA8}" sibTransId="{427694AD-784C-4831-8F47-978A2035DD6C}"/>
    <dgm:cxn modelId="{0CB6DD96-7CC6-46C7-9E23-BFE4A113F2C2}" type="presOf" srcId="{7AA2F30F-7DD1-4505-8332-F0F0CE04B953}" destId="{D6E5B203-BFA8-4674-80C6-77B182AFC573}" srcOrd="0" destOrd="0" presId="urn:microsoft.com/office/officeart/2005/8/layout/vList2"/>
    <dgm:cxn modelId="{EFC46A5F-3DB8-45BF-AB01-6BF68F2BE3D5}" type="presParOf" srcId="{53A5A5AA-0EFC-4906-9962-616D0ECBE5C1}" destId="{D6E5B203-BFA8-4674-80C6-77B182AFC573}" srcOrd="0" destOrd="0" presId="urn:microsoft.com/office/officeart/2005/8/layout/vList2"/>
    <dgm:cxn modelId="{54E13C5D-4B47-436D-BEB2-1041D3370A9C}" type="presParOf" srcId="{53A5A5AA-0EFC-4906-9962-616D0ECBE5C1}" destId="{27F91A4D-3C7F-4F1B-AE1B-9E5E54830ED0}" srcOrd="1" destOrd="0" presId="urn:microsoft.com/office/officeart/2005/8/layout/vList2"/>
    <dgm:cxn modelId="{E9BF175B-30E9-4DA9-857B-7C990A5433A4}" type="presParOf" srcId="{53A5A5AA-0EFC-4906-9962-616D0ECBE5C1}" destId="{75131E6C-540F-44DC-9955-39AD2E6C3C5C}" srcOrd="2" destOrd="0" presId="urn:microsoft.com/office/officeart/2005/8/layout/vList2"/>
    <dgm:cxn modelId="{4E58D0BD-4145-4E8E-9C78-8ADC7F20B780}" type="presParOf" srcId="{53A5A5AA-0EFC-4906-9962-616D0ECBE5C1}" destId="{62BAE463-2778-4C34-886F-9F78A9443B7A}" srcOrd="3" destOrd="0" presId="urn:microsoft.com/office/officeart/2005/8/layout/vList2"/>
    <dgm:cxn modelId="{40014E98-198D-45E2-83A5-C1F7010C3EA7}" type="presParOf" srcId="{53A5A5AA-0EFC-4906-9962-616D0ECBE5C1}" destId="{7BE20AD8-888A-41AC-8377-A0AB8A005369}" srcOrd="4" destOrd="0" presId="urn:microsoft.com/office/officeart/2005/8/layout/vList2"/>
    <dgm:cxn modelId="{CE5AA97B-1679-4632-B0B4-BD7A31971DEF}" type="presParOf" srcId="{53A5A5AA-0EFC-4906-9962-616D0ECBE5C1}" destId="{C7661300-07BF-4073-AFC3-50910E7FCF45}" srcOrd="5" destOrd="0" presId="urn:microsoft.com/office/officeart/2005/8/layout/vList2"/>
    <dgm:cxn modelId="{6CC5D837-9880-4E7A-9FB2-D160ED8BD563}" type="presParOf" srcId="{53A5A5AA-0EFC-4906-9962-616D0ECBE5C1}" destId="{036ABB7E-677B-4BB2-8D91-E871FC386AFF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6196412C-934D-418B-83E8-D70829F710A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E8C1CB16-23E4-4C5C-9F7A-AF80BF4B397E}">
      <dgm:prSet/>
      <dgm:spPr/>
      <dgm:t>
        <a:bodyPr/>
        <a:lstStyle/>
        <a:p>
          <a:r>
            <a:rPr lang="uk-UA" b="0" i="0"/>
            <a:t>здійсненням «реформи О. Косигіна».</a:t>
          </a:r>
          <a:endParaRPr lang="uk-UA"/>
        </a:p>
      </dgm:t>
    </dgm:pt>
    <dgm:pt modelId="{17210841-61C2-4766-8EE2-5819AE1D16C5}" type="parTrans" cxnId="{10A391A3-A4C6-4365-8C8F-7F4C6ADBF155}">
      <dgm:prSet/>
      <dgm:spPr/>
      <dgm:t>
        <a:bodyPr/>
        <a:lstStyle/>
        <a:p>
          <a:endParaRPr lang="uk-UA"/>
        </a:p>
      </dgm:t>
    </dgm:pt>
    <dgm:pt modelId="{67822899-19B7-4F22-8BED-B169C0A544AB}" type="sibTrans" cxnId="{10A391A3-A4C6-4365-8C8F-7F4C6ADBF155}">
      <dgm:prSet/>
      <dgm:spPr/>
      <dgm:t>
        <a:bodyPr/>
        <a:lstStyle/>
        <a:p>
          <a:endParaRPr lang="uk-UA"/>
        </a:p>
      </dgm:t>
    </dgm:pt>
    <dgm:pt modelId="{62D3C018-792B-4EE2-A937-FBC6981A0692}">
      <dgm:prSet/>
      <dgm:spPr/>
      <dgm:t>
        <a:bodyPr/>
        <a:lstStyle/>
        <a:p>
          <a:r>
            <a:rPr lang="uk-UA" b="0" i="0"/>
            <a:t>реалізацією однієї з «надпрограм М. Хрущова».</a:t>
          </a:r>
          <a:endParaRPr lang="uk-UA"/>
        </a:p>
      </dgm:t>
    </dgm:pt>
    <dgm:pt modelId="{B4D8FCEB-3085-475F-9684-250F36B8FB76}" type="parTrans" cxnId="{A7C8DDF3-9FEB-41D4-AF28-D610D7E9FCFB}">
      <dgm:prSet/>
      <dgm:spPr/>
      <dgm:t>
        <a:bodyPr/>
        <a:lstStyle/>
        <a:p>
          <a:endParaRPr lang="uk-UA"/>
        </a:p>
      </dgm:t>
    </dgm:pt>
    <dgm:pt modelId="{F90B4531-7EBE-47BA-A79B-94E84344E3D3}" type="sibTrans" cxnId="{A7C8DDF3-9FEB-41D4-AF28-D610D7E9FCFB}">
      <dgm:prSet/>
      <dgm:spPr/>
      <dgm:t>
        <a:bodyPr/>
        <a:lstStyle/>
        <a:p>
          <a:endParaRPr lang="uk-UA"/>
        </a:p>
      </dgm:t>
    </dgm:pt>
    <dgm:pt modelId="{1FCF1A04-5F5D-4C4E-9FB1-661B9170CF3C}">
      <dgm:prSet/>
      <dgm:spPr/>
      <dgm:t>
        <a:bodyPr/>
        <a:lstStyle/>
        <a:p>
          <a:r>
            <a:rPr lang="uk-UA" b="0" i="0"/>
            <a:t>посиленням боротьби з нетрудовими доходами.</a:t>
          </a:r>
          <a:endParaRPr lang="uk-UA"/>
        </a:p>
      </dgm:t>
    </dgm:pt>
    <dgm:pt modelId="{99B11809-D040-4969-A0E0-FD85C422054A}" type="parTrans" cxnId="{C44537B1-804E-4D83-AE74-88BF5D480506}">
      <dgm:prSet/>
      <dgm:spPr/>
      <dgm:t>
        <a:bodyPr/>
        <a:lstStyle/>
        <a:p>
          <a:endParaRPr lang="uk-UA"/>
        </a:p>
      </dgm:t>
    </dgm:pt>
    <dgm:pt modelId="{E2582359-D065-4A7C-A055-3907BF6D3986}" type="sibTrans" cxnId="{C44537B1-804E-4D83-AE74-88BF5D480506}">
      <dgm:prSet/>
      <dgm:spPr/>
      <dgm:t>
        <a:bodyPr/>
        <a:lstStyle/>
        <a:p>
          <a:endParaRPr lang="uk-UA"/>
        </a:p>
      </dgm:t>
    </dgm:pt>
    <dgm:pt modelId="{AD21D034-FE73-4A2D-9B68-C19473EFEDAD}">
      <dgm:prSet/>
      <dgm:spPr/>
      <dgm:t>
        <a:bodyPr/>
        <a:lstStyle/>
        <a:p>
          <a:r>
            <a:rPr lang="uk-UA" b="0" i="0"/>
            <a:t>проведенням антиалкогольної кампанії.</a:t>
          </a:r>
          <a:endParaRPr lang="uk-UA"/>
        </a:p>
      </dgm:t>
    </dgm:pt>
    <dgm:pt modelId="{CE0FAB3A-4E10-4382-BFAE-55F79867A20A}" type="parTrans" cxnId="{86B1D241-6B40-4904-9026-C3A65C054D9C}">
      <dgm:prSet/>
      <dgm:spPr/>
      <dgm:t>
        <a:bodyPr/>
        <a:lstStyle/>
        <a:p>
          <a:endParaRPr lang="uk-UA"/>
        </a:p>
      </dgm:t>
    </dgm:pt>
    <dgm:pt modelId="{D0583E73-C309-4974-9BAA-E9A7DF1C8C66}" type="sibTrans" cxnId="{86B1D241-6B40-4904-9026-C3A65C054D9C}">
      <dgm:prSet/>
      <dgm:spPr/>
      <dgm:t>
        <a:bodyPr/>
        <a:lstStyle/>
        <a:p>
          <a:endParaRPr lang="uk-UA"/>
        </a:p>
      </dgm:t>
    </dgm:pt>
    <dgm:pt modelId="{186B3853-AA78-4BFD-95EC-A516DE33DD70}" type="pres">
      <dgm:prSet presAssocID="{6196412C-934D-418B-83E8-D70829F710AD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68B346AD-0829-400F-8F10-63C78903DC00}" type="pres">
      <dgm:prSet presAssocID="{E8C1CB16-23E4-4C5C-9F7A-AF80BF4B397E}" presName="parentText" presStyleLbl="node1" presStyleIdx="0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713DD56-4869-44CD-9CE8-CDFFBE394F7D}" type="pres">
      <dgm:prSet presAssocID="{67822899-19B7-4F22-8BED-B169C0A544AB}" presName="spacer" presStyleCnt="0"/>
      <dgm:spPr/>
    </dgm:pt>
    <dgm:pt modelId="{0FF05F83-0A94-4C9C-B8E2-F09D5B282F36}" type="pres">
      <dgm:prSet presAssocID="{62D3C018-792B-4EE2-A937-FBC6981A0692}" presName="parentText" presStyleLbl="node1" presStyleIdx="1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27247C6-A321-4F21-8EE1-0D39C4514A12}" type="pres">
      <dgm:prSet presAssocID="{F90B4531-7EBE-47BA-A79B-94E84344E3D3}" presName="spacer" presStyleCnt="0"/>
      <dgm:spPr/>
    </dgm:pt>
    <dgm:pt modelId="{DE7F165B-F127-4E87-9A87-EB90BEEB79B7}" type="pres">
      <dgm:prSet presAssocID="{1FCF1A04-5F5D-4C4E-9FB1-661B9170CF3C}" presName="parentText" presStyleLbl="node1" presStyleIdx="2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828B9B2-183D-4BAE-BAD6-18EEE106B3B3}" type="pres">
      <dgm:prSet presAssocID="{E2582359-D065-4A7C-A055-3907BF6D3986}" presName="spacer" presStyleCnt="0"/>
      <dgm:spPr/>
    </dgm:pt>
    <dgm:pt modelId="{F86AFADF-E7C9-497D-AE98-A796C12C757B}" type="pres">
      <dgm:prSet presAssocID="{AD21D034-FE73-4A2D-9B68-C19473EFEDAD}" presName="parentText" presStyleLbl="node1" presStyleIdx="3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86B1D241-6B40-4904-9026-C3A65C054D9C}" srcId="{6196412C-934D-418B-83E8-D70829F710AD}" destId="{AD21D034-FE73-4A2D-9B68-C19473EFEDAD}" srcOrd="3" destOrd="0" parTransId="{CE0FAB3A-4E10-4382-BFAE-55F79867A20A}" sibTransId="{D0583E73-C309-4974-9BAA-E9A7DF1C8C66}"/>
    <dgm:cxn modelId="{10A391A3-A4C6-4365-8C8F-7F4C6ADBF155}" srcId="{6196412C-934D-418B-83E8-D70829F710AD}" destId="{E8C1CB16-23E4-4C5C-9F7A-AF80BF4B397E}" srcOrd="0" destOrd="0" parTransId="{17210841-61C2-4766-8EE2-5819AE1D16C5}" sibTransId="{67822899-19B7-4F22-8BED-B169C0A544AB}"/>
    <dgm:cxn modelId="{C44537B1-804E-4D83-AE74-88BF5D480506}" srcId="{6196412C-934D-418B-83E8-D70829F710AD}" destId="{1FCF1A04-5F5D-4C4E-9FB1-661B9170CF3C}" srcOrd="2" destOrd="0" parTransId="{99B11809-D040-4969-A0E0-FD85C422054A}" sibTransId="{E2582359-D065-4A7C-A055-3907BF6D3986}"/>
    <dgm:cxn modelId="{5DB4D741-7442-417E-86EE-408E6B801308}" type="presOf" srcId="{E8C1CB16-23E4-4C5C-9F7A-AF80BF4B397E}" destId="{68B346AD-0829-400F-8F10-63C78903DC00}" srcOrd="0" destOrd="0" presId="urn:microsoft.com/office/officeart/2005/8/layout/vList2"/>
    <dgm:cxn modelId="{71CFC7F6-75CD-4B62-A809-2B2AE6201FF0}" type="presOf" srcId="{6196412C-934D-418B-83E8-D70829F710AD}" destId="{186B3853-AA78-4BFD-95EC-A516DE33DD70}" srcOrd="0" destOrd="0" presId="urn:microsoft.com/office/officeart/2005/8/layout/vList2"/>
    <dgm:cxn modelId="{92F4C83A-4418-43C4-AFA6-E3D56E7DF4EF}" type="presOf" srcId="{62D3C018-792B-4EE2-A937-FBC6981A0692}" destId="{0FF05F83-0A94-4C9C-B8E2-F09D5B282F36}" srcOrd="0" destOrd="0" presId="urn:microsoft.com/office/officeart/2005/8/layout/vList2"/>
    <dgm:cxn modelId="{F58AAAAF-7BE8-4F58-8CD6-AB67ABAB7770}" type="presOf" srcId="{1FCF1A04-5F5D-4C4E-9FB1-661B9170CF3C}" destId="{DE7F165B-F127-4E87-9A87-EB90BEEB79B7}" srcOrd="0" destOrd="0" presId="urn:microsoft.com/office/officeart/2005/8/layout/vList2"/>
    <dgm:cxn modelId="{A7C8DDF3-9FEB-41D4-AF28-D610D7E9FCFB}" srcId="{6196412C-934D-418B-83E8-D70829F710AD}" destId="{62D3C018-792B-4EE2-A937-FBC6981A0692}" srcOrd="1" destOrd="0" parTransId="{B4D8FCEB-3085-475F-9684-250F36B8FB76}" sibTransId="{F90B4531-7EBE-47BA-A79B-94E84344E3D3}"/>
    <dgm:cxn modelId="{D39ED723-A1C4-4686-B0CA-8C47DB37CC59}" type="presOf" srcId="{AD21D034-FE73-4A2D-9B68-C19473EFEDAD}" destId="{F86AFADF-E7C9-497D-AE98-A796C12C757B}" srcOrd="0" destOrd="0" presId="urn:microsoft.com/office/officeart/2005/8/layout/vList2"/>
    <dgm:cxn modelId="{DBB43580-90AD-4FEF-B8ED-9C84A1880056}" type="presParOf" srcId="{186B3853-AA78-4BFD-95EC-A516DE33DD70}" destId="{68B346AD-0829-400F-8F10-63C78903DC00}" srcOrd="0" destOrd="0" presId="urn:microsoft.com/office/officeart/2005/8/layout/vList2"/>
    <dgm:cxn modelId="{095EC986-BE23-4B8B-A2C9-1CEC6E356F7A}" type="presParOf" srcId="{186B3853-AA78-4BFD-95EC-A516DE33DD70}" destId="{6713DD56-4869-44CD-9CE8-CDFFBE394F7D}" srcOrd="1" destOrd="0" presId="urn:microsoft.com/office/officeart/2005/8/layout/vList2"/>
    <dgm:cxn modelId="{41882600-9D6D-4BFC-8B95-052F25C054EF}" type="presParOf" srcId="{186B3853-AA78-4BFD-95EC-A516DE33DD70}" destId="{0FF05F83-0A94-4C9C-B8E2-F09D5B282F36}" srcOrd="2" destOrd="0" presId="urn:microsoft.com/office/officeart/2005/8/layout/vList2"/>
    <dgm:cxn modelId="{01B584DD-2708-42AA-9279-A5FB26A3F39D}" type="presParOf" srcId="{186B3853-AA78-4BFD-95EC-A516DE33DD70}" destId="{327247C6-A321-4F21-8EE1-0D39C4514A12}" srcOrd="3" destOrd="0" presId="urn:microsoft.com/office/officeart/2005/8/layout/vList2"/>
    <dgm:cxn modelId="{62DC48C4-9DD5-4DCA-9F09-A4AA557DD9EC}" type="presParOf" srcId="{186B3853-AA78-4BFD-95EC-A516DE33DD70}" destId="{DE7F165B-F127-4E87-9A87-EB90BEEB79B7}" srcOrd="4" destOrd="0" presId="urn:microsoft.com/office/officeart/2005/8/layout/vList2"/>
    <dgm:cxn modelId="{23CC8835-4A4A-4ED9-B9ED-F1A303ACA818}" type="presParOf" srcId="{186B3853-AA78-4BFD-95EC-A516DE33DD70}" destId="{6828B9B2-183D-4BAE-BAD6-18EEE106B3B3}" srcOrd="5" destOrd="0" presId="urn:microsoft.com/office/officeart/2005/8/layout/vList2"/>
    <dgm:cxn modelId="{9EA5A3F3-F367-4EBA-8F0A-EF2AF546C198}" type="presParOf" srcId="{186B3853-AA78-4BFD-95EC-A516DE33DD70}" destId="{F86AFADF-E7C9-497D-AE98-A796C12C757B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80BFCDBC-939A-4B78-B7AA-886E604812B6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2438EB50-D335-4B0F-B5BA-D89BF0F90A08}">
      <dgm:prSet/>
      <dgm:spPr/>
      <dgm:t>
        <a:bodyPr/>
        <a:lstStyle/>
        <a:p>
          <a:r>
            <a:rPr lang="uk-UA" b="0" i="0"/>
            <a:t>невідповідності фаху (освіти) відповідальних осіб займаним керівним посадам</a:t>
          </a:r>
          <a:endParaRPr lang="uk-UA"/>
        </a:p>
      </dgm:t>
    </dgm:pt>
    <dgm:pt modelId="{49318AD7-F714-4B35-A09F-30C4815DBE68}" type="parTrans" cxnId="{DD4C4B7F-4F30-4FAC-B9CE-384CA52E25E4}">
      <dgm:prSet/>
      <dgm:spPr/>
      <dgm:t>
        <a:bodyPr/>
        <a:lstStyle/>
        <a:p>
          <a:endParaRPr lang="uk-UA"/>
        </a:p>
      </dgm:t>
    </dgm:pt>
    <dgm:pt modelId="{97564121-C7AB-4957-9220-0C5901BA2B66}" type="sibTrans" cxnId="{DD4C4B7F-4F30-4FAC-B9CE-384CA52E25E4}">
      <dgm:prSet/>
      <dgm:spPr/>
      <dgm:t>
        <a:bodyPr/>
        <a:lstStyle/>
        <a:p>
          <a:endParaRPr lang="uk-UA"/>
        </a:p>
      </dgm:t>
    </dgm:pt>
    <dgm:pt modelId="{0DDA2C26-B66A-486A-A207-4EF849D92885}">
      <dgm:prSet/>
      <dgm:spPr/>
      <dgm:t>
        <a:bodyPr/>
        <a:lstStyle/>
        <a:p>
          <a:r>
            <a:rPr lang="uk-UA" b="0" i="0"/>
            <a:t>нецільовому (неефективному) використанні посадовцями свого робочого часу</a:t>
          </a:r>
          <a:endParaRPr lang="uk-UA"/>
        </a:p>
      </dgm:t>
    </dgm:pt>
    <dgm:pt modelId="{113003F8-8F3C-4DB8-85E3-EBBEACCBDB3A}" type="parTrans" cxnId="{A8BA95A5-69F2-42CD-9B47-915870B7E3DA}">
      <dgm:prSet/>
      <dgm:spPr/>
      <dgm:t>
        <a:bodyPr/>
        <a:lstStyle/>
        <a:p>
          <a:endParaRPr lang="uk-UA"/>
        </a:p>
      </dgm:t>
    </dgm:pt>
    <dgm:pt modelId="{84EFD41A-638F-4265-8B30-939CAF99C031}" type="sibTrans" cxnId="{A8BA95A5-69F2-42CD-9B47-915870B7E3DA}">
      <dgm:prSet/>
      <dgm:spPr/>
      <dgm:t>
        <a:bodyPr/>
        <a:lstStyle/>
        <a:p>
          <a:endParaRPr lang="uk-UA"/>
        </a:p>
      </dgm:t>
    </dgm:pt>
    <dgm:pt modelId="{7ECF7F33-6DA8-4139-A100-3B31ABF3E54C}">
      <dgm:prSet/>
      <dgm:spPr/>
      <dgm:t>
        <a:bodyPr/>
        <a:lstStyle/>
        <a:p>
          <a:r>
            <a:rPr lang="uk-UA" b="0" i="0"/>
            <a:t>отриманні посадовцями нетрудових (незаконних) доходів на своїх посадах</a:t>
          </a:r>
          <a:endParaRPr lang="uk-UA"/>
        </a:p>
      </dgm:t>
    </dgm:pt>
    <dgm:pt modelId="{6CF80848-960B-4243-A2E5-6815E0E608EF}" type="parTrans" cxnId="{28EB2F76-AE3F-46D9-828C-B86C80CADF38}">
      <dgm:prSet/>
      <dgm:spPr/>
      <dgm:t>
        <a:bodyPr/>
        <a:lstStyle/>
        <a:p>
          <a:endParaRPr lang="uk-UA"/>
        </a:p>
      </dgm:t>
    </dgm:pt>
    <dgm:pt modelId="{B6A62C58-46E2-4A8B-9E8A-CD9E4A44FE13}" type="sibTrans" cxnId="{28EB2F76-AE3F-46D9-828C-B86C80CADF38}">
      <dgm:prSet/>
      <dgm:spPr/>
      <dgm:t>
        <a:bodyPr/>
        <a:lstStyle/>
        <a:p>
          <a:endParaRPr lang="uk-UA"/>
        </a:p>
      </dgm:t>
    </dgm:pt>
    <dgm:pt modelId="{CE1F427C-DA1D-4A05-82F6-142A68440CB1}">
      <dgm:prSet/>
      <dgm:spPr/>
      <dgm:t>
        <a:bodyPr/>
        <a:lstStyle/>
        <a:p>
          <a:r>
            <a:rPr lang="uk-UA" b="0" i="0"/>
            <a:t>умисному спотворенні (підробленні) посадовими особами звітних даних</a:t>
          </a:r>
          <a:endParaRPr lang="uk-UA"/>
        </a:p>
      </dgm:t>
    </dgm:pt>
    <dgm:pt modelId="{9F7B7625-83B0-4625-ADE1-D60AFDF20B39}" type="parTrans" cxnId="{19798F59-E6C2-4F71-BADD-FE78BF0DE5AB}">
      <dgm:prSet/>
      <dgm:spPr/>
      <dgm:t>
        <a:bodyPr/>
        <a:lstStyle/>
        <a:p>
          <a:endParaRPr lang="uk-UA"/>
        </a:p>
      </dgm:t>
    </dgm:pt>
    <dgm:pt modelId="{0B59E30B-EDBA-4901-857E-379A854D0244}" type="sibTrans" cxnId="{19798F59-E6C2-4F71-BADD-FE78BF0DE5AB}">
      <dgm:prSet/>
      <dgm:spPr/>
      <dgm:t>
        <a:bodyPr/>
        <a:lstStyle/>
        <a:p>
          <a:endParaRPr lang="uk-UA"/>
        </a:p>
      </dgm:t>
    </dgm:pt>
    <dgm:pt modelId="{FBEE662B-E631-44A4-A6D5-8B7FBF56243F}" type="pres">
      <dgm:prSet presAssocID="{80BFCDBC-939A-4B78-B7AA-886E604812B6}" presName="vert0" presStyleCnt="0">
        <dgm:presLayoutVars>
          <dgm:dir/>
          <dgm:animOne val="branch"/>
          <dgm:animLvl val="lvl"/>
        </dgm:presLayoutVars>
      </dgm:prSet>
      <dgm:spPr/>
      <dgm:t>
        <a:bodyPr/>
        <a:lstStyle/>
        <a:p>
          <a:endParaRPr lang="ru-RU"/>
        </a:p>
      </dgm:t>
    </dgm:pt>
    <dgm:pt modelId="{15B98073-9003-4106-A256-47E8C2B415A1}" type="pres">
      <dgm:prSet presAssocID="{2438EB50-D335-4B0F-B5BA-D89BF0F90A08}" presName="thickLine" presStyleLbl="alignNode1" presStyleIdx="0" presStyleCnt="4"/>
      <dgm:spPr/>
    </dgm:pt>
    <dgm:pt modelId="{5F91BAD6-8B20-4617-B5C0-9CEFCCBAEDB7}" type="pres">
      <dgm:prSet presAssocID="{2438EB50-D335-4B0F-B5BA-D89BF0F90A08}" presName="horz1" presStyleCnt="0"/>
      <dgm:spPr/>
    </dgm:pt>
    <dgm:pt modelId="{A136EF29-F524-42E2-82EA-3F0DC42F58E6}" type="pres">
      <dgm:prSet presAssocID="{2438EB50-D335-4B0F-B5BA-D89BF0F90A08}" presName="tx1" presStyleLbl="revTx" presStyleIdx="0" presStyleCnt="4"/>
      <dgm:spPr/>
      <dgm:t>
        <a:bodyPr/>
        <a:lstStyle/>
        <a:p>
          <a:endParaRPr lang="ru-RU"/>
        </a:p>
      </dgm:t>
    </dgm:pt>
    <dgm:pt modelId="{9F2FF955-92BC-470E-9961-9389E0941274}" type="pres">
      <dgm:prSet presAssocID="{2438EB50-D335-4B0F-B5BA-D89BF0F90A08}" presName="vert1" presStyleCnt="0"/>
      <dgm:spPr/>
    </dgm:pt>
    <dgm:pt modelId="{2B633970-F025-4B6A-8A22-3CFC07CB692B}" type="pres">
      <dgm:prSet presAssocID="{0DDA2C26-B66A-486A-A207-4EF849D92885}" presName="thickLine" presStyleLbl="alignNode1" presStyleIdx="1" presStyleCnt="4"/>
      <dgm:spPr/>
    </dgm:pt>
    <dgm:pt modelId="{C9A45EA8-62C4-4774-9006-5ABCC2F583FF}" type="pres">
      <dgm:prSet presAssocID="{0DDA2C26-B66A-486A-A207-4EF849D92885}" presName="horz1" presStyleCnt="0"/>
      <dgm:spPr/>
    </dgm:pt>
    <dgm:pt modelId="{D4CB403A-A00A-4E82-968B-EEDED344BE08}" type="pres">
      <dgm:prSet presAssocID="{0DDA2C26-B66A-486A-A207-4EF849D92885}" presName="tx1" presStyleLbl="revTx" presStyleIdx="1" presStyleCnt="4"/>
      <dgm:spPr/>
      <dgm:t>
        <a:bodyPr/>
        <a:lstStyle/>
        <a:p>
          <a:endParaRPr lang="ru-RU"/>
        </a:p>
      </dgm:t>
    </dgm:pt>
    <dgm:pt modelId="{38CDBC6A-3AB1-4EC6-96A9-28676782C07E}" type="pres">
      <dgm:prSet presAssocID="{0DDA2C26-B66A-486A-A207-4EF849D92885}" presName="vert1" presStyleCnt="0"/>
      <dgm:spPr/>
    </dgm:pt>
    <dgm:pt modelId="{7FA4943C-0DCD-4C7B-9597-E537C7642613}" type="pres">
      <dgm:prSet presAssocID="{7ECF7F33-6DA8-4139-A100-3B31ABF3E54C}" presName="thickLine" presStyleLbl="alignNode1" presStyleIdx="2" presStyleCnt="4"/>
      <dgm:spPr/>
    </dgm:pt>
    <dgm:pt modelId="{3375C8BC-A64D-4F37-A7F0-7F4E3ADFF1D2}" type="pres">
      <dgm:prSet presAssocID="{7ECF7F33-6DA8-4139-A100-3B31ABF3E54C}" presName="horz1" presStyleCnt="0"/>
      <dgm:spPr/>
    </dgm:pt>
    <dgm:pt modelId="{B22CC9EF-45CD-4B30-946D-AB8E83E3BC49}" type="pres">
      <dgm:prSet presAssocID="{7ECF7F33-6DA8-4139-A100-3B31ABF3E54C}" presName="tx1" presStyleLbl="revTx" presStyleIdx="2" presStyleCnt="4"/>
      <dgm:spPr/>
      <dgm:t>
        <a:bodyPr/>
        <a:lstStyle/>
        <a:p>
          <a:endParaRPr lang="ru-RU"/>
        </a:p>
      </dgm:t>
    </dgm:pt>
    <dgm:pt modelId="{474DF2DA-BC32-4C05-8BD0-099394D8C597}" type="pres">
      <dgm:prSet presAssocID="{7ECF7F33-6DA8-4139-A100-3B31ABF3E54C}" presName="vert1" presStyleCnt="0"/>
      <dgm:spPr/>
    </dgm:pt>
    <dgm:pt modelId="{F4D7B632-562B-4AA5-BC3D-E8332EF8715B}" type="pres">
      <dgm:prSet presAssocID="{CE1F427C-DA1D-4A05-82F6-142A68440CB1}" presName="thickLine" presStyleLbl="alignNode1" presStyleIdx="3" presStyleCnt="4"/>
      <dgm:spPr/>
    </dgm:pt>
    <dgm:pt modelId="{60592517-990D-4398-8330-7D99612691CB}" type="pres">
      <dgm:prSet presAssocID="{CE1F427C-DA1D-4A05-82F6-142A68440CB1}" presName="horz1" presStyleCnt="0"/>
      <dgm:spPr/>
    </dgm:pt>
    <dgm:pt modelId="{E2DC24F8-B80A-4AF5-829E-3C60D63F4CE8}" type="pres">
      <dgm:prSet presAssocID="{CE1F427C-DA1D-4A05-82F6-142A68440CB1}" presName="tx1" presStyleLbl="revTx" presStyleIdx="3" presStyleCnt="4"/>
      <dgm:spPr/>
      <dgm:t>
        <a:bodyPr/>
        <a:lstStyle/>
        <a:p>
          <a:endParaRPr lang="ru-RU"/>
        </a:p>
      </dgm:t>
    </dgm:pt>
    <dgm:pt modelId="{45B9BFA0-B69B-4F27-83F5-36B72B67B428}" type="pres">
      <dgm:prSet presAssocID="{CE1F427C-DA1D-4A05-82F6-142A68440CB1}" presName="vert1" presStyleCnt="0"/>
      <dgm:spPr/>
    </dgm:pt>
  </dgm:ptLst>
  <dgm:cxnLst>
    <dgm:cxn modelId="{72DDB631-FB35-46F9-9ED5-D6719AB65428}" type="presOf" srcId="{80BFCDBC-939A-4B78-B7AA-886E604812B6}" destId="{FBEE662B-E631-44A4-A6D5-8B7FBF56243F}" srcOrd="0" destOrd="0" presId="urn:microsoft.com/office/officeart/2008/layout/LinedList"/>
    <dgm:cxn modelId="{19798F59-E6C2-4F71-BADD-FE78BF0DE5AB}" srcId="{80BFCDBC-939A-4B78-B7AA-886E604812B6}" destId="{CE1F427C-DA1D-4A05-82F6-142A68440CB1}" srcOrd="3" destOrd="0" parTransId="{9F7B7625-83B0-4625-ADE1-D60AFDF20B39}" sibTransId="{0B59E30B-EDBA-4901-857E-379A854D0244}"/>
    <dgm:cxn modelId="{DD4C4B7F-4F30-4FAC-B9CE-384CA52E25E4}" srcId="{80BFCDBC-939A-4B78-B7AA-886E604812B6}" destId="{2438EB50-D335-4B0F-B5BA-D89BF0F90A08}" srcOrd="0" destOrd="0" parTransId="{49318AD7-F714-4B35-A09F-30C4815DBE68}" sibTransId="{97564121-C7AB-4957-9220-0C5901BA2B66}"/>
    <dgm:cxn modelId="{56D43AF3-1396-44C0-94A0-49EAE7765980}" type="presOf" srcId="{0DDA2C26-B66A-486A-A207-4EF849D92885}" destId="{D4CB403A-A00A-4E82-968B-EEDED344BE08}" srcOrd="0" destOrd="0" presId="urn:microsoft.com/office/officeart/2008/layout/LinedList"/>
    <dgm:cxn modelId="{DF4BA5FC-0412-45A1-B768-5526B03FC2DE}" type="presOf" srcId="{2438EB50-D335-4B0F-B5BA-D89BF0F90A08}" destId="{A136EF29-F524-42E2-82EA-3F0DC42F58E6}" srcOrd="0" destOrd="0" presId="urn:microsoft.com/office/officeart/2008/layout/LinedList"/>
    <dgm:cxn modelId="{AA1BECA6-E7A6-40B5-8F0C-86D6382174C7}" type="presOf" srcId="{CE1F427C-DA1D-4A05-82F6-142A68440CB1}" destId="{E2DC24F8-B80A-4AF5-829E-3C60D63F4CE8}" srcOrd="0" destOrd="0" presId="urn:microsoft.com/office/officeart/2008/layout/LinedList"/>
    <dgm:cxn modelId="{A8BA95A5-69F2-42CD-9B47-915870B7E3DA}" srcId="{80BFCDBC-939A-4B78-B7AA-886E604812B6}" destId="{0DDA2C26-B66A-486A-A207-4EF849D92885}" srcOrd="1" destOrd="0" parTransId="{113003F8-8F3C-4DB8-85E3-EBBEACCBDB3A}" sibTransId="{84EFD41A-638F-4265-8B30-939CAF99C031}"/>
    <dgm:cxn modelId="{C719F3D5-7A1D-47F6-A67C-91C2DEB196D9}" type="presOf" srcId="{7ECF7F33-6DA8-4139-A100-3B31ABF3E54C}" destId="{B22CC9EF-45CD-4B30-946D-AB8E83E3BC49}" srcOrd="0" destOrd="0" presId="urn:microsoft.com/office/officeart/2008/layout/LinedList"/>
    <dgm:cxn modelId="{28EB2F76-AE3F-46D9-828C-B86C80CADF38}" srcId="{80BFCDBC-939A-4B78-B7AA-886E604812B6}" destId="{7ECF7F33-6DA8-4139-A100-3B31ABF3E54C}" srcOrd="2" destOrd="0" parTransId="{6CF80848-960B-4243-A2E5-6815E0E608EF}" sibTransId="{B6A62C58-46E2-4A8B-9E8A-CD9E4A44FE13}"/>
    <dgm:cxn modelId="{99A570F6-5A87-4FAF-98DE-A86D89CE7E4B}" type="presParOf" srcId="{FBEE662B-E631-44A4-A6D5-8B7FBF56243F}" destId="{15B98073-9003-4106-A256-47E8C2B415A1}" srcOrd="0" destOrd="0" presId="urn:microsoft.com/office/officeart/2008/layout/LinedList"/>
    <dgm:cxn modelId="{031C3549-B2AC-461E-88A3-FE057668133F}" type="presParOf" srcId="{FBEE662B-E631-44A4-A6D5-8B7FBF56243F}" destId="{5F91BAD6-8B20-4617-B5C0-9CEFCCBAEDB7}" srcOrd="1" destOrd="0" presId="urn:microsoft.com/office/officeart/2008/layout/LinedList"/>
    <dgm:cxn modelId="{46DE3A33-0DB6-4AA6-B848-D96E0A3A0EC2}" type="presParOf" srcId="{5F91BAD6-8B20-4617-B5C0-9CEFCCBAEDB7}" destId="{A136EF29-F524-42E2-82EA-3F0DC42F58E6}" srcOrd="0" destOrd="0" presId="urn:microsoft.com/office/officeart/2008/layout/LinedList"/>
    <dgm:cxn modelId="{57B31A6D-0DDB-4DEB-824B-5DC70925ADFD}" type="presParOf" srcId="{5F91BAD6-8B20-4617-B5C0-9CEFCCBAEDB7}" destId="{9F2FF955-92BC-470E-9961-9389E0941274}" srcOrd="1" destOrd="0" presId="urn:microsoft.com/office/officeart/2008/layout/LinedList"/>
    <dgm:cxn modelId="{F7F626BD-BB60-4F28-933C-C2405584F7D6}" type="presParOf" srcId="{FBEE662B-E631-44A4-A6D5-8B7FBF56243F}" destId="{2B633970-F025-4B6A-8A22-3CFC07CB692B}" srcOrd="2" destOrd="0" presId="urn:microsoft.com/office/officeart/2008/layout/LinedList"/>
    <dgm:cxn modelId="{BD22AFC9-4E91-4FA4-A104-5DBAB10EDFC9}" type="presParOf" srcId="{FBEE662B-E631-44A4-A6D5-8B7FBF56243F}" destId="{C9A45EA8-62C4-4774-9006-5ABCC2F583FF}" srcOrd="3" destOrd="0" presId="urn:microsoft.com/office/officeart/2008/layout/LinedList"/>
    <dgm:cxn modelId="{933B0493-D3C1-416B-93F8-97A9AB78AADB}" type="presParOf" srcId="{C9A45EA8-62C4-4774-9006-5ABCC2F583FF}" destId="{D4CB403A-A00A-4E82-968B-EEDED344BE08}" srcOrd="0" destOrd="0" presId="urn:microsoft.com/office/officeart/2008/layout/LinedList"/>
    <dgm:cxn modelId="{4888B2B1-ED8F-4F64-9B8B-ED89E42E7524}" type="presParOf" srcId="{C9A45EA8-62C4-4774-9006-5ABCC2F583FF}" destId="{38CDBC6A-3AB1-4EC6-96A9-28676782C07E}" srcOrd="1" destOrd="0" presId="urn:microsoft.com/office/officeart/2008/layout/LinedList"/>
    <dgm:cxn modelId="{A2B508B5-436F-46E9-A0BF-4F0BB5ADF5C6}" type="presParOf" srcId="{FBEE662B-E631-44A4-A6D5-8B7FBF56243F}" destId="{7FA4943C-0DCD-4C7B-9597-E537C7642613}" srcOrd="4" destOrd="0" presId="urn:microsoft.com/office/officeart/2008/layout/LinedList"/>
    <dgm:cxn modelId="{F6160E04-43B7-49D4-BBB7-1E5C844B3430}" type="presParOf" srcId="{FBEE662B-E631-44A4-A6D5-8B7FBF56243F}" destId="{3375C8BC-A64D-4F37-A7F0-7F4E3ADFF1D2}" srcOrd="5" destOrd="0" presId="urn:microsoft.com/office/officeart/2008/layout/LinedList"/>
    <dgm:cxn modelId="{098EED7D-55B4-43B1-B6E6-D2B283D8D5B4}" type="presParOf" srcId="{3375C8BC-A64D-4F37-A7F0-7F4E3ADFF1D2}" destId="{B22CC9EF-45CD-4B30-946D-AB8E83E3BC49}" srcOrd="0" destOrd="0" presId="urn:microsoft.com/office/officeart/2008/layout/LinedList"/>
    <dgm:cxn modelId="{A525CC42-8C14-4A2D-A8A1-D915ED88724C}" type="presParOf" srcId="{3375C8BC-A64D-4F37-A7F0-7F4E3ADFF1D2}" destId="{474DF2DA-BC32-4C05-8BD0-099394D8C597}" srcOrd="1" destOrd="0" presId="urn:microsoft.com/office/officeart/2008/layout/LinedList"/>
    <dgm:cxn modelId="{EAC56BD3-77C8-45D9-955B-5D9D2E2C45B3}" type="presParOf" srcId="{FBEE662B-E631-44A4-A6D5-8B7FBF56243F}" destId="{F4D7B632-562B-4AA5-BC3D-E8332EF8715B}" srcOrd="6" destOrd="0" presId="urn:microsoft.com/office/officeart/2008/layout/LinedList"/>
    <dgm:cxn modelId="{0B085621-D28E-4ABF-9867-2773C1C71AD2}" type="presParOf" srcId="{FBEE662B-E631-44A4-A6D5-8B7FBF56243F}" destId="{60592517-990D-4398-8330-7D99612691CB}" srcOrd="7" destOrd="0" presId="urn:microsoft.com/office/officeart/2008/layout/LinedList"/>
    <dgm:cxn modelId="{40AE4A57-DDEC-468F-8668-A0F3A1717A3F}" type="presParOf" srcId="{60592517-990D-4398-8330-7D99612691CB}" destId="{E2DC24F8-B80A-4AF5-829E-3C60D63F4CE8}" srcOrd="0" destOrd="0" presId="urn:microsoft.com/office/officeart/2008/layout/LinedList"/>
    <dgm:cxn modelId="{28C1FF1B-742F-45A8-AC51-7B1518D93E49}" type="presParOf" srcId="{60592517-990D-4398-8330-7D99612691CB}" destId="{45B9BFA0-B69B-4F27-83F5-36B72B67B428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21E5E873-5DDF-4E48-918C-8454055386E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E9E9767A-9253-4550-A5A3-14F1BF68B869}">
      <dgm:prSet/>
      <dgm:spPr/>
      <dgm:t>
        <a:bodyPr/>
        <a:lstStyle/>
        <a:p>
          <a:r>
            <a:rPr lang="uk-UA" b="0" i="0"/>
            <a:t>тотальний дефіцит товарів широкого вжитку в торгівельній мережі</a:t>
          </a:r>
          <a:endParaRPr lang="uk-UA"/>
        </a:p>
      </dgm:t>
    </dgm:pt>
    <dgm:pt modelId="{10398C81-3B1C-4690-B836-DBEF2B216224}" type="parTrans" cxnId="{E2BFF363-6981-4E1B-9D84-B2C2A5FDED80}">
      <dgm:prSet/>
      <dgm:spPr/>
      <dgm:t>
        <a:bodyPr/>
        <a:lstStyle/>
        <a:p>
          <a:endParaRPr lang="uk-UA"/>
        </a:p>
      </dgm:t>
    </dgm:pt>
    <dgm:pt modelId="{9C176929-2A3A-4C3F-9959-4F259F46B93A}" type="sibTrans" cxnId="{E2BFF363-6981-4E1B-9D84-B2C2A5FDED80}">
      <dgm:prSet/>
      <dgm:spPr/>
      <dgm:t>
        <a:bodyPr/>
        <a:lstStyle/>
        <a:p>
          <a:endParaRPr lang="uk-UA"/>
        </a:p>
      </dgm:t>
    </dgm:pt>
    <dgm:pt modelId="{B92FB1E5-9860-44AD-B7E6-4004E3795892}">
      <dgm:prSet/>
      <dgm:spPr/>
      <dgm:t>
        <a:bodyPr/>
        <a:lstStyle/>
        <a:p>
          <a:r>
            <a:rPr lang="uk-UA" b="0" i="0" dirty="0"/>
            <a:t>директивне планування виробництва, розподілу й споживання товарів</a:t>
          </a:r>
          <a:endParaRPr lang="uk-UA" dirty="0"/>
        </a:p>
      </dgm:t>
    </dgm:pt>
    <dgm:pt modelId="{1F8C1734-CC2D-4383-AE37-DF82BD02E999}" type="parTrans" cxnId="{6DE074A4-56E1-4F91-BEA4-28520D93FD7B}">
      <dgm:prSet/>
      <dgm:spPr/>
      <dgm:t>
        <a:bodyPr/>
        <a:lstStyle/>
        <a:p>
          <a:endParaRPr lang="uk-UA"/>
        </a:p>
      </dgm:t>
    </dgm:pt>
    <dgm:pt modelId="{824EAD3F-A2E4-430D-BE92-4B3767A4EAC8}" type="sibTrans" cxnId="{6DE074A4-56E1-4F91-BEA4-28520D93FD7B}">
      <dgm:prSet/>
      <dgm:spPr/>
      <dgm:t>
        <a:bodyPr/>
        <a:lstStyle/>
        <a:p>
          <a:endParaRPr lang="uk-UA"/>
        </a:p>
      </dgm:t>
    </dgm:pt>
    <dgm:pt modelId="{CD13D784-1A22-48BF-A433-2DDC0EF06412}">
      <dgm:prSet/>
      <dgm:spPr/>
      <dgm:t>
        <a:bodyPr/>
        <a:lstStyle/>
        <a:p>
          <a:r>
            <a:rPr lang="uk-UA" b="0" i="0"/>
            <a:t>низький рівень культури обслуговування покупців</a:t>
          </a:r>
          <a:endParaRPr lang="uk-UA"/>
        </a:p>
      </dgm:t>
    </dgm:pt>
    <dgm:pt modelId="{CD94678A-5C3B-45C9-A1B0-19A304BB795B}" type="parTrans" cxnId="{ADDF7905-3821-4335-AA5D-9A1D9B97C4AE}">
      <dgm:prSet/>
      <dgm:spPr/>
      <dgm:t>
        <a:bodyPr/>
        <a:lstStyle/>
        <a:p>
          <a:endParaRPr lang="uk-UA"/>
        </a:p>
      </dgm:t>
    </dgm:pt>
    <dgm:pt modelId="{66E0C6A8-2365-46A2-A2DB-425392DD83D1}" type="sibTrans" cxnId="{ADDF7905-3821-4335-AA5D-9A1D9B97C4AE}">
      <dgm:prSet/>
      <dgm:spPr/>
      <dgm:t>
        <a:bodyPr/>
        <a:lstStyle/>
        <a:p>
          <a:endParaRPr lang="uk-UA"/>
        </a:p>
      </dgm:t>
    </dgm:pt>
    <dgm:pt modelId="{D612BED3-CCCA-469A-8EBD-8F69B1DC066E}">
      <dgm:prSet/>
      <dgm:spPr/>
      <dgm:t>
        <a:bodyPr/>
        <a:lstStyle/>
        <a:p>
          <a:r>
            <a:rPr lang="uk-UA" b="0" i="0"/>
            <a:t>постійне зростання цін в державних закладах торгівлі</a:t>
          </a:r>
          <a:endParaRPr lang="uk-UA"/>
        </a:p>
      </dgm:t>
    </dgm:pt>
    <dgm:pt modelId="{527423CF-79DE-448C-A967-E6BF59B8691A}" type="parTrans" cxnId="{50DBB4CB-AAB5-430D-B35C-D17B2C2DBDED}">
      <dgm:prSet/>
      <dgm:spPr/>
      <dgm:t>
        <a:bodyPr/>
        <a:lstStyle/>
        <a:p>
          <a:endParaRPr lang="uk-UA"/>
        </a:p>
      </dgm:t>
    </dgm:pt>
    <dgm:pt modelId="{226921D2-394C-41F9-B533-643C5686BF52}" type="sibTrans" cxnId="{50DBB4CB-AAB5-430D-B35C-D17B2C2DBDED}">
      <dgm:prSet/>
      <dgm:spPr/>
      <dgm:t>
        <a:bodyPr/>
        <a:lstStyle/>
        <a:p>
          <a:endParaRPr lang="uk-UA"/>
        </a:p>
      </dgm:t>
    </dgm:pt>
    <dgm:pt modelId="{913CF5CD-FD3E-41DC-B091-6EE1BC10C890}" type="pres">
      <dgm:prSet presAssocID="{21E5E873-5DDF-4E48-918C-8454055386E9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4337920E-0777-4FCF-9CF3-76CF473B2356}" type="pres">
      <dgm:prSet presAssocID="{E9E9767A-9253-4550-A5A3-14F1BF68B869}" presName="parentText" presStyleLbl="node1" presStyleIdx="0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1265336-9004-4AE3-A170-CC43ED512372}" type="pres">
      <dgm:prSet presAssocID="{9C176929-2A3A-4C3F-9959-4F259F46B93A}" presName="spacer" presStyleCnt="0"/>
      <dgm:spPr/>
    </dgm:pt>
    <dgm:pt modelId="{8D224C3C-EB61-4110-9036-155F0D50B19B}" type="pres">
      <dgm:prSet presAssocID="{B92FB1E5-9860-44AD-B7E6-4004E3795892}" presName="parentText" presStyleLbl="node1" presStyleIdx="1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6E5EA25-6D1C-4DAC-8C6A-C14F0A3D0D19}" type="pres">
      <dgm:prSet presAssocID="{824EAD3F-A2E4-430D-BE92-4B3767A4EAC8}" presName="spacer" presStyleCnt="0"/>
      <dgm:spPr/>
    </dgm:pt>
    <dgm:pt modelId="{2D5754C7-CBDF-42FC-A889-510CB55B0FAC}" type="pres">
      <dgm:prSet presAssocID="{CD13D784-1A22-48BF-A433-2DDC0EF06412}" presName="parentText" presStyleLbl="node1" presStyleIdx="2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E6D5FD2-8C73-49BE-90B2-FAFD6F3106EE}" type="pres">
      <dgm:prSet presAssocID="{66E0C6A8-2365-46A2-A2DB-425392DD83D1}" presName="spacer" presStyleCnt="0"/>
      <dgm:spPr/>
    </dgm:pt>
    <dgm:pt modelId="{4A075CB8-0B6F-4E4F-BFAC-5F0F896208E8}" type="pres">
      <dgm:prSet presAssocID="{D612BED3-CCCA-469A-8EBD-8F69B1DC066E}" presName="parentText" presStyleLbl="node1" presStyleIdx="3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E2BFF363-6981-4E1B-9D84-B2C2A5FDED80}" srcId="{21E5E873-5DDF-4E48-918C-8454055386E9}" destId="{E9E9767A-9253-4550-A5A3-14F1BF68B869}" srcOrd="0" destOrd="0" parTransId="{10398C81-3B1C-4690-B836-DBEF2B216224}" sibTransId="{9C176929-2A3A-4C3F-9959-4F259F46B93A}"/>
    <dgm:cxn modelId="{557EF24C-E15E-4BE1-B6E8-8D89C6F77C1A}" type="presOf" srcId="{B92FB1E5-9860-44AD-B7E6-4004E3795892}" destId="{8D224C3C-EB61-4110-9036-155F0D50B19B}" srcOrd="0" destOrd="0" presId="urn:microsoft.com/office/officeart/2005/8/layout/vList2"/>
    <dgm:cxn modelId="{1FAC4740-AE01-48D1-AD15-810B8B29F8F1}" type="presOf" srcId="{D612BED3-CCCA-469A-8EBD-8F69B1DC066E}" destId="{4A075CB8-0B6F-4E4F-BFAC-5F0F896208E8}" srcOrd="0" destOrd="0" presId="urn:microsoft.com/office/officeart/2005/8/layout/vList2"/>
    <dgm:cxn modelId="{C679B70A-89A5-4BE9-AB2F-3FDD590552F5}" type="presOf" srcId="{21E5E873-5DDF-4E48-918C-8454055386E9}" destId="{913CF5CD-FD3E-41DC-B091-6EE1BC10C890}" srcOrd="0" destOrd="0" presId="urn:microsoft.com/office/officeart/2005/8/layout/vList2"/>
    <dgm:cxn modelId="{605B7525-C7BF-4AE4-852F-C02E1868B2B5}" type="presOf" srcId="{CD13D784-1A22-48BF-A433-2DDC0EF06412}" destId="{2D5754C7-CBDF-42FC-A889-510CB55B0FAC}" srcOrd="0" destOrd="0" presId="urn:microsoft.com/office/officeart/2005/8/layout/vList2"/>
    <dgm:cxn modelId="{ADDF7905-3821-4335-AA5D-9A1D9B97C4AE}" srcId="{21E5E873-5DDF-4E48-918C-8454055386E9}" destId="{CD13D784-1A22-48BF-A433-2DDC0EF06412}" srcOrd="2" destOrd="0" parTransId="{CD94678A-5C3B-45C9-A1B0-19A304BB795B}" sibTransId="{66E0C6A8-2365-46A2-A2DB-425392DD83D1}"/>
    <dgm:cxn modelId="{6A89BF13-FDA3-46B6-8453-B6A585E810A6}" type="presOf" srcId="{E9E9767A-9253-4550-A5A3-14F1BF68B869}" destId="{4337920E-0777-4FCF-9CF3-76CF473B2356}" srcOrd="0" destOrd="0" presId="urn:microsoft.com/office/officeart/2005/8/layout/vList2"/>
    <dgm:cxn modelId="{50DBB4CB-AAB5-430D-B35C-D17B2C2DBDED}" srcId="{21E5E873-5DDF-4E48-918C-8454055386E9}" destId="{D612BED3-CCCA-469A-8EBD-8F69B1DC066E}" srcOrd="3" destOrd="0" parTransId="{527423CF-79DE-448C-A967-E6BF59B8691A}" sibTransId="{226921D2-394C-41F9-B533-643C5686BF52}"/>
    <dgm:cxn modelId="{6DE074A4-56E1-4F91-BEA4-28520D93FD7B}" srcId="{21E5E873-5DDF-4E48-918C-8454055386E9}" destId="{B92FB1E5-9860-44AD-B7E6-4004E3795892}" srcOrd="1" destOrd="0" parTransId="{1F8C1734-CC2D-4383-AE37-DF82BD02E999}" sibTransId="{824EAD3F-A2E4-430D-BE92-4B3767A4EAC8}"/>
    <dgm:cxn modelId="{A5BE6A9F-9521-44A2-8A8A-5A8DD29F3DC2}" type="presParOf" srcId="{913CF5CD-FD3E-41DC-B091-6EE1BC10C890}" destId="{4337920E-0777-4FCF-9CF3-76CF473B2356}" srcOrd="0" destOrd="0" presId="urn:microsoft.com/office/officeart/2005/8/layout/vList2"/>
    <dgm:cxn modelId="{AEB8332C-01FA-49C9-AFC9-2D97C30EED20}" type="presParOf" srcId="{913CF5CD-FD3E-41DC-B091-6EE1BC10C890}" destId="{F1265336-9004-4AE3-A170-CC43ED512372}" srcOrd="1" destOrd="0" presId="urn:microsoft.com/office/officeart/2005/8/layout/vList2"/>
    <dgm:cxn modelId="{417FBD35-8D7C-4A1B-A6BA-9C6518562161}" type="presParOf" srcId="{913CF5CD-FD3E-41DC-B091-6EE1BC10C890}" destId="{8D224C3C-EB61-4110-9036-155F0D50B19B}" srcOrd="2" destOrd="0" presId="urn:microsoft.com/office/officeart/2005/8/layout/vList2"/>
    <dgm:cxn modelId="{469E4316-E504-4818-BEF1-ABF144F02CB0}" type="presParOf" srcId="{913CF5CD-FD3E-41DC-B091-6EE1BC10C890}" destId="{A6E5EA25-6D1C-4DAC-8C6A-C14F0A3D0D19}" srcOrd="3" destOrd="0" presId="urn:microsoft.com/office/officeart/2005/8/layout/vList2"/>
    <dgm:cxn modelId="{65721041-D9D9-4801-8139-8863470867AC}" type="presParOf" srcId="{913CF5CD-FD3E-41DC-B091-6EE1BC10C890}" destId="{2D5754C7-CBDF-42FC-A889-510CB55B0FAC}" srcOrd="4" destOrd="0" presId="urn:microsoft.com/office/officeart/2005/8/layout/vList2"/>
    <dgm:cxn modelId="{ECD3DECD-E4FF-4116-BAD9-70A24300426C}" type="presParOf" srcId="{913CF5CD-FD3E-41DC-B091-6EE1BC10C890}" destId="{1E6D5FD2-8C73-49BE-90B2-FAFD6F3106EE}" srcOrd="5" destOrd="0" presId="urn:microsoft.com/office/officeart/2005/8/layout/vList2"/>
    <dgm:cxn modelId="{8920ABE7-F918-4A31-97D3-972DF712E7B6}" type="presParOf" srcId="{913CF5CD-FD3E-41DC-B091-6EE1BC10C890}" destId="{4A075CB8-0B6F-4E4F-BFAC-5F0F896208E8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3E54A7B-1FE3-4EB0-B31A-A5FDD3E42128}">
      <dsp:nvSpPr>
        <dsp:cNvPr id="0" name=""/>
        <dsp:cNvSpPr/>
      </dsp:nvSpPr>
      <dsp:spPr>
        <a:xfrm>
          <a:off x="0" y="91122"/>
          <a:ext cx="9720262" cy="5036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100" kern="1200"/>
            <a:t>Переворот 1964 р. у керівництві КПРС став реваншем консервативних сил, </a:t>
          </a:r>
          <a:endParaRPr lang="uk-UA" sz="2100" kern="1200"/>
        </a:p>
      </dsp:txBody>
      <dsp:txXfrm>
        <a:off x="24588" y="115710"/>
        <a:ext cx="9671086" cy="454509"/>
      </dsp:txXfrm>
    </dsp:sp>
    <dsp:sp modelId="{908E4A20-7AC0-4E6E-93BE-100F3A936EBA}">
      <dsp:nvSpPr>
        <dsp:cNvPr id="0" name=""/>
        <dsp:cNvSpPr/>
      </dsp:nvSpPr>
      <dsp:spPr>
        <a:xfrm>
          <a:off x="0" y="594807"/>
          <a:ext cx="9720262" cy="3477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8618" tIns="26670" rIns="149352" bIns="2667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ru-RU" sz="1600" kern="1200"/>
            <a:t>прагнули припинення реформ та експериментів, відновлення непорушності тоталітарної системи.</a:t>
          </a:r>
          <a:endParaRPr lang="uk-UA" sz="1600" kern="1200"/>
        </a:p>
      </dsp:txBody>
      <dsp:txXfrm>
        <a:off x="0" y="594807"/>
        <a:ext cx="9720262" cy="347760"/>
      </dsp:txXfrm>
    </dsp:sp>
    <dsp:sp modelId="{06CFB446-2DC2-4DEC-AF3C-02554A8844DC}">
      <dsp:nvSpPr>
        <dsp:cNvPr id="0" name=""/>
        <dsp:cNvSpPr/>
      </dsp:nvSpPr>
      <dsp:spPr>
        <a:xfrm>
          <a:off x="0" y="942567"/>
          <a:ext cx="9720262" cy="5036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100" kern="1200"/>
            <a:t>Спроби нової влади </a:t>
          </a:r>
          <a:endParaRPr lang="uk-UA" sz="2100" kern="1200"/>
        </a:p>
      </dsp:txBody>
      <dsp:txXfrm>
        <a:off x="24588" y="967155"/>
        <a:ext cx="9671086" cy="454509"/>
      </dsp:txXfrm>
    </dsp:sp>
    <dsp:sp modelId="{B62CFA69-FF61-432C-A492-67369C4ED15B}">
      <dsp:nvSpPr>
        <dsp:cNvPr id="0" name=""/>
        <dsp:cNvSpPr/>
      </dsp:nvSpPr>
      <dsp:spPr>
        <a:xfrm>
          <a:off x="0" y="1446252"/>
          <a:ext cx="9720262" cy="7824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8618" tIns="26670" rIns="149352" bIns="2667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ru-RU" sz="1600" kern="1200"/>
            <a:t>запровадити економічні форми господарювання в промисловості та підвищити рівень ефективності сільського господарства</a:t>
          </a:r>
          <a:endParaRPr lang="uk-UA" sz="16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ru-RU" sz="1600" kern="1200"/>
            <a:t>не досягли тривалого ефекту.</a:t>
          </a:r>
          <a:endParaRPr lang="uk-UA" sz="1600" kern="1200"/>
        </a:p>
      </dsp:txBody>
      <dsp:txXfrm>
        <a:off x="0" y="1446252"/>
        <a:ext cx="9720262" cy="782460"/>
      </dsp:txXfrm>
    </dsp:sp>
    <dsp:sp modelId="{283D3D75-BE1D-4803-92BB-FAA94AE2A6FC}">
      <dsp:nvSpPr>
        <dsp:cNvPr id="0" name=""/>
        <dsp:cNvSpPr/>
      </dsp:nvSpPr>
      <dsp:spPr>
        <a:xfrm>
          <a:off x="0" y="2228712"/>
          <a:ext cx="9720262" cy="5036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100" kern="1200"/>
            <a:t>Провал реформ уповільнив «наближення» комунізму до 1980 р., </a:t>
          </a:r>
          <a:endParaRPr lang="uk-UA" sz="2100" kern="1200"/>
        </a:p>
      </dsp:txBody>
      <dsp:txXfrm>
        <a:off x="24588" y="2253300"/>
        <a:ext cx="9671086" cy="454509"/>
      </dsp:txXfrm>
    </dsp:sp>
    <dsp:sp modelId="{BB2ABF23-5CE9-4801-A028-0FF2370A50CC}">
      <dsp:nvSpPr>
        <dsp:cNvPr id="0" name=""/>
        <dsp:cNvSpPr/>
      </dsp:nvSpPr>
      <dsp:spPr>
        <a:xfrm>
          <a:off x="0" y="2732397"/>
          <a:ext cx="9720262" cy="3477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8618" tIns="26670" rIns="149352" bIns="2667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ru-RU" sz="1600" kern="1200"/>
            <a:t>влада вигадала новий термін «розвинений соціалізм».</a:t>
          </a:r>
          <a:endParaRPr lang="uk-UA" sz="1600" kern="1200"/>
        </a:p>
      </dsp:txBody>
      <dsp:txXfrm>
        <a:off x="0" y="2732397"/>
        <a:ext cx="9720262" cy="347760"/>
      </dsp:txXfrm>
    </dsp:sp>
    <dsp:sp modelId="{331FEB8B-8B4B-4C67-9330-EC6D5C9CC006}">
      <dsp:nvSpPr>
        <dsp:cNvPr id="0" name=""/>
        <dsp:cNvSpPr/>
      </dsp:nvSpPr>
      <dsp:spPr>
        <a:xfrm>
          <a:off x="0" y="3080157"/>
          <a:ext cx="9720262" cy="50368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100" kern="1200"/>
            <a:t>Водночас партійно-державний апарат </a:t>
          </a:r>
          <a:endParaRPr lang="uk-UA" sz="2100" kern="1200"/>
        </a:p>
      </dsp:txBody>
      <dsp:txXfrm>
        <a:off x="24588" y="3104745"/>
        <a:ext cx="9671086" cy="454509"/>
      </dsp:txXfrm>
    </dsp:sp>
    <dsp:sp modelId="{D87910F6-414E-4B8C-B247-9608C0A875D9}">
      <dsp:nvSpPr>
        <dsp:cNvPr id="0" name=""/>
        <dsp:cNvSpPr/>
      </dsp:nvSpPr>
      <dsp:spPr>
        <a:xfrm>
          <a:off x="0" y="3583842"/>
          <a:ext cx="9720262" cy="3477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8618" tIns="26670" rIns="149352" bIns="2667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ru-RU" sz="1600" kern="1200"/>
            <a:t>номенклатура по суті, перетворився на новий правлячий клас радянського суспільства.</a:t>
          </a:r>
          <a:endParaRPr lang="uk-UA" sz="1600" kern="1200"/>
        </a:p>
      </dsp:txBody>
      <dsp:txXfrm>
        <a:off x="0" y="3583842"/>
        <a:ext cx="9720262" cy="34776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1E2952-15D2-4DC3-8F93-EDA1B5BC9E8A}">
      <dsp:nvSpPr>
        <dsp:cNvPr id="0" name=""/>
        <dsp:cNvSpPr/>
      </dsp:nvSpPr>
      <dsp:spPr>
        <a:xfrm>
          <a:off x="0" y="82122"/>
          <a:ext cx="4754562" cy="9149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300" b="0" i="0" kern="1200"/>
            <a:t>низьку якість обслуговування в торговельних закладах</a:t>
          </a:r>
          <a:endParaRPr lang="uk-UA" sz="2300" kern="1200"/>
        </a:p>
      </dsp:txBody>
      <dsp:txXfrm>
        <a:off x="44664" y="126786"/>
        <a:ext cx="4665234" cy="825612"/>
      </dsp:txXfrm>
    </dsp:sp>
    <dsp:sp modelId="{AD29DF6C-FBD6-4F31-9CE0-BAE0A62AED0D}">
      <dsp:nvSpPr>
        <dsp:cNvPr id="0" name=""/>
        <dsp:cNvSpPr/>
      </dsp:nvSpPr>
      <dsp:spPr>
        <a:xfrm>
          <a:off x="0" y="1063302"/>
          <a:ext cx="4754562" cy="9149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300" b="0" i="0" kern="1200"/>
            <a:t>розкрадання державного майна на робочих місцях</a:t>
          </a:r>
          <a:endParaRPr lang="uk-UA" sz="2300" kern="1200"/>
        </a:p>
      </dsp:txBody>
      <dsp:txXfrm>
        <a:off x="44664" y="1107966"/>
        <a:ext cx="4665234" cy="825612"/>
      </dsp:txXfrm>
    </dsp:sp>
    <dsp:sp modelId="{0E90FD2C-C1DF-4189-B28D-B26BB10B1DB1}">
      <dsp:nvSpPr>
        <dsp:cNvPr id="0" name=""/>
        <dsp:cNvSpPr/>
      </dsp:nvSpPr>
      <dsp:spPr>
        <a:xfrm>
          <a:off x="0" y="2044482"/>
          <a:ext cx="4754562" cy="9149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300" b="0" i="0" kern="1200"/>
            <a:t>технологічну відсталість харчової промисловості</a:t>
          </a:r>
          <a:endParaRPr lang="uk-UA" sz="2300" kern="1200"/>
        </a:p>
      </dsp:txBody>
      <dsp:txXfrm>
        <a:off x="44664" y="2089146"/>
        <a:ext cx="4665234" cy="825612"/>
      </dsp:txXfrm>
    </dsp:sp>
    <dsp:sp modelId="{8412846A-FFB8-49BA-BC68-39FE5912E947}">
      <dsp:nvSpPr>
        <dsp:cNvPr id="0" name=""/>
        <dsp:cNvSpPr/>
      </dsp:nvSpPr>
      <dsp:spPr>
        <a:xfrm>
          <a:off x="0" y="3025662"/>
          <a:ext cx="4754562" cy="9149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300" b="0" i="0" kern="1200"/>
            <a:t>систематичне пияцтво на робочому місці</a:t>
          </a:r>
          <a:endParaRPr lang="uk-UA" sz="2300" kern="1200"/>
        </a:p>
      </dsp:txBody>
      <dsp:txXfrm>
        <a:off x="44664" y="3070326"/>
        <a:ext cx="4665234" cy="82561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03FE6A-DB90-46F9-975B-DC4337D62FBD}">
      <dsp:nvSpPr>
        <dsp:cNvPr id="0" name=""/>
        <dsp:cNvSpPr/>
      </dsp:nvSpPr>
      <dsp:spPr>
        <a:xfrm>
          <a:off x="0" y="82122"/>
          <a:ext cx="4754562" cy="9149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300" b="0" i="0" kern="1200"/>
            <a:t>хронічний дефіцит товарів широкого вжитку</a:t>
          </a:r>
          <a:endParaRPr lang="uk-UA" sz="2300" kern="1200"/>
        </a:p>
      </dsp:txBody>
      <dsp:txXfrm>
        <a:off x="44664" y="126786"/>
        <a:ext cx="4665234" cy="825612"/>
      </dsp:txXfrm>
    </dsp:sp>
    <dsp:sp modelId="{614FB51D-F4A2-4247-A402-59047AEA9F4F}">
      <dsp:nvSpPr>
        <dsp:cNvPr id="0" name=""/>
        <dsp:cNvSpPr/>
      </dsp:nvSpPr>
      <dsp:spPr>
        <a:xfrm>
          <a:off x="0" y="1063302"/>
          <a:ext cx="4754562" cy="9149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300" b="0" i="0" kern="1200"/>
            <a:t>низький рівень соціального захисту населення</a:t>
          </a:r>
          <a:endParaRPr lang="uk-UA" sz="2300" kern="1200"/>
        </a:p>
      </dsp:txBody>
      <dsp:txXfrm>
        <a:off x="44664" y="1107966"/>
        <a:ext cx="4665234" cy="825612"/>
      </dsp:txXfrm>
    </dsp:sp>
    <dsp:sp modelId="{965B84FD-F78F-4E6D-B0A2-4AEEEA1DF62A}">
      <dsp:nvSpPr>
        <dsp:cNvPr id="0" name=""/>
        <dsp:cNvSpPr/>
      </dsp:nvSpPr>
      <dsp:spPr>
        <a:xfrm>
          <a:off x="0" y="2044482"/>
          <a:ext cx="4754562" cy="9149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300" b="0" i="0" kern="1200"/>
            <a:t>політичну активність старшого покоління</a:t>
          </a:r>
          <a:endParaRPr lang="uk-UA" sz="2300" kern="1200"/>
        </a:p>
      </dsp:txBody>
      <dsp:txXfrm>
        <a:off x="44664" y="2089146"/>
        <a:ext cx="4665234" cy="825612"/>
      </dsp:txXfrm>
    </dsp:sp>
    <dsp:sp modelId="{977D2B41-0EA1-453E-AD25-040D138F284B}">
      <dsp:nvSpPr>
        <dsp:cNvPr id="0" name=""/>
        <dsp:cNvSpPr/>
      </dsp:nvSpPr>
      <dsp:spPr>
        <a:xfrm>
          <a:off x="0" y="3025662"/>
          <a:ext cx="4754562" cy="9149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300" b="0" i="0" kern="1200"/>
            <a:t>дитячу безпритульність</a:t>
          </a:r>
          <a:endParaRPr lang="uk-UA" sz="2300" kern="1200"/>
        </a:p>
      </dsp:txBody>
      <dsp:txXfrm>
        <a:off x="44664" y="3070326"/>
        <a:ext cx="4665234" cy="82561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80DCA7-61B7-4B88-AD51-24E0A282951E}">
      <dsp:nvSpPr>
        <dsp:cNvPr id="0" name=""/>
        <dsp:cNvSpPr/>
      </dsp:nvSpPr>
      <dsp:spPr>
        <a:xfrm>
          <a:off x="0" y="82122"/>
          <a:ext cx="4754562" cy="9149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300" b="0" i="0" kern="1200"/>
            <a:t>незадовільні умови праці співробітників закладів торгівлі</a:t>
          </a:r>
          <a:endParaRPr lang="uk-UA" sz="2300" kern="1200"/>
        </a:p>
      </dsp:txBody>
      <dsp:txXfrm>
        <a:off x="44664" y="126786"/>
        <a:ext cx="4665234" cy="825612"/>
      </dsp:txXfrm>
    </dsp:sp>
    <dsp:sp modelId="{86C38C30-7F0E-4C23-9754-2A987F20F2D0}">
      <dsp:nvSpPr>
        <dsp:cNvPr id="0" name=""/>
        <dsp:cNvSpPr/>
      </dsp:nvSpPr>
      <dsp:spPr>
        <a:xfrm>
          <a:off x="0" y="1063302"/>
          <a:ext cx="4754562" cy="9149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300" b="0" i="0" kern="1200"/>
            <a:t>дефіцит товарів широкого вжитку в торговельних мережах</a:t>
          </a:r>
          <a:endParaRPr lang="uk-UA" sz="2300" kern="1200"/>
        </a:p>
      </dsp:txBody>
      <dsp:txXfrm>
        <a:off x="44664" y="1107966"/>
        <a:ext cx="4665234" cy="825612"/>
      </dsp:txXfrm>
    </dsp:sp>
    <dsp:sp modelId="{38AA495B-3FCC-48F7-B5CC-3E9EC5337617}">
      <dsp:nvSpPr>
        <dsp:cNvPr id="0" name=""/>
        <dsp:cNvSpPr/>
      </dsp:nvSpPr>
      <dsp:spPr>
        <a:xfrm>
          <a:off x="0" y="2044482"/>
          <a:ext cx="4754562" cy="9149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300" b="0" i="0" kern="1200"/>
            <a:t>низький рівень культури обслуговування у сфері торгівлі</a:t>
          </a:r>
          <a:endParaRPr lang="uk-UA" sz="2300" kern="1200"/>
        </a:p>
      </dsp:txBody>
      <dsp:txXfrm>
        <a:off x="44664" y="2089146"/>
        <a:ext cx="4665234" cy="825612"/>
      </dsp:txXfrm>
    </dsp:sp>
    <dsp:sp modelId="{07E1D281-1573-41DF-878B-ECDEAC65C663}">
      <dsp:nvSpPr>
        <dsp:cNvPr id="0" name=""/>
        <dsp:cNvSpPr/>
      </dsp:nvSpPr>
      <dsp:spPr>
        <a:xfrm>
          <a:off x="0" y="3025662"/>
          <a:ext cx="4754562" cy="9149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300" b="0" i="0" kern="1200"/>
            <a:t>падіння в суспільстві престижу торговельних професій</a:t>
          </a:r>
          <a:endParaRPr lang="uk-UA" sz="2300" kern="1200"/>
        </a:p>
      </dsp:txBody>
      <dsp:txXfrm>
        <a:off x="44664" y="3070326"/>
        <a:ext cx="4665234" cy="82561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004621-7FD8-4C23-8DD8-0617295CC152}">
      <dsp:nvSpPr>
        <dsp:cNvPr id="0" name=""/>
        <dsp:cNvSpPr/>
      </dsp:nvSpPr>
      <dsp:spPr>
        <a:xfrm>
          <a:off x="0" y="82122"/>
          <a:ext cx="4754562" cy="9149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300" b="0" i="0" kern="1200"/>
            <a:t>бюрократизмі державного управлінського апарату</a:t>
          </a:r>
          <a:endParaRPr lang="uk-UA" sz="2300" kern="1200"/>
        </a:p>
      </dsp:txBody>
      <dsp:txXfrm>
        <a:off x="44664" y="126786"/>
        <a:ext cx="4665234" cy="825612"/>
      </dsp:txXfrm>
    </dsp:sp>
    <dsp:sp modelId="{EFA366C5-08B8-4A78-BAA7-1A5C70A384EB}">
      <dsp:nvSpPr>
        <dsp:cNvPr id="0" name=""/>
        <dsp:cNvSpPr/>
      </dsp:nvSpPr>
      <dsp:spPr>
        <a:xfrm>
          <a:off x="0" y="1063302"/>
          <a:ext cx="4754562" cy="9149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300" b="0" i="0" kern="1200"/>
            <a:t>непопулярності легкоатлетичного спорту</a:t>
          </a:r>
          <a:endParaRPr lang="uk-UA" sz="2300" kern="1200"/>
        </a:p>
      </dsp:txBody>
      <dsp:txXfrm>
        <a:off x="44664" y="1107966"/>
        <a:ext cx="4665234" cy="825612"/>
      </dsp:txXfrm>
    </dsp:sp>
    <dsp:sp modelId="{8A114267-C7D6-40B1-BF98-CDDBCB69D230}">
      <dsp:nvSpPr>
        <dsp:cNvPr id="0" name=""/>
        <dsp:cNvSpPr/>
      </dsp:nvSpPr>
      <dsp:spPr>
        <a:xfrm>
          <a:off x="0" y="2044482"/>
          <a:ext cx="4754562" cy="9149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300" b="0" i="0" kern="1200"/>
            <a:t>погіршенні стану здоров’я молодого покоління</a:t>
          </a:r>
          <a:endParaRPr lang="uk-UA" sz="2300" kern="1200"/>
        </a:p>
      </dsp:txBody>
      <dsp:txXfrm>
        <a:off x="44664" y="2089146"/>
        <a:ext cx="4665234" cy="825612"/>
      </dsp:txXfrm>
    </dsp:sp>
    <dsp:sp modelId="{CF66950D-7DA2-4C20-B60F-025260C4F7B5}">
      <dsp:nvSpPr>
        <dsp:cNvPr id="0" name=""/>
        <dsp:cNvSpPr/>
      </dsp:nvSpPr>
      <dsp:spPr>
        <a:xfrm>
          <a:off x="0" y="3025662"/>
          <a:ext cx="4754562" cy="9149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300" b="0" i="0" kern="1200"/>
            <a:t>соціальній незахищеності людей похилого віку</a:t>
          </a:r>
          <a:endParaRPr lang="uk-UA" sz="2300" kern="1200"/>
        </a:p>
      </dsp:txBody>
      <dsp:txXfrm>
        <a:off x="44664" y="3070326"/>
        <a:ext cx="4665234" cy="82561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FBA293-25EA-4F4D-9762-26B635AA5B92}">
      <dsp:nvSpPr>
        <dsp:cNvPr id="0" name=""/>
        <dsp:cNvSpPr/>
      </dsp:nvSpPr>
      <dsp:spPr>
        <a:xfrm rot="10800000">
          <a:off x="1001708" y="1074"/>
          <a:ext cx="3161783" cy="821276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60" tIns="72390" rIns="135128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1900" b="0" i="0" kern="1200"/>
            <a:t>рівні фізичної підготовки.</a:t>
          </a:r>
          <a:endParaRPr lang="uk-UA" sz="1900" kern="1200"/>
        </a:p>
      </dsp:txBody>
      <dsp:txXfrm rot="10800000">
        <a:off x="1207027" y="1074"/>
        <a:ext cx="2956464" cy="821276"/>
      </dsp:txXfrm>
    </dsp:sp>
    <dsp:sp modelId="{0E35CEC2-B903-4D05-BFD7-528F0F73102E}">
      <dsp:nvSpPr>
        <dsp:cNvPr id="0" name=""/>
        <dsp:cNvSpPr/>
      </dsp:nvSpPr>
      <dsp:spPr>
        <a:xfrm>
          <a:off x="591070" y="1074"/>
          <a:ext cx="821276" cy="821276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121975A-00EC-4756-BBBD-39FFCD9F53AA}">
      <dsp:nvSpPr>
        <dsp:cNvPr id="0" name=""/>
        <dsp:cNvSpPr/>
      </dsp:nvSpPr>
      <dsp:spPr>
        <a:xfrm rot="10800000">
          <a:off x="1001708" y="1067507"/>
          <a:ext cx="3161783" cy="821276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60" tIns="72390" rIns="135128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1900" b="0" i="0" kern="1200"/>
            <a:t>заходи естетичного виховання.</a:t>
          </a:r>
          <a:endParaRPr lang="uk-UA" sz="1900" kern="1200"/>
        </a:p>
      </dsp:txBody>
      <dsp:txXfrm rot="10800000">
        <a:off x="1207027" y="1067507"/>
        <a:ext cx="2956464" cy="821276"/>
      </dsp:txXfrm>
    </dsp:sp>
    <dsp:sp modelId="{C5D1D89A-6F95-4908-A013-BCE01CFA2DAD}">
      <dsp:nvSpPr>
        <dsp:cNvPr id="0" name=""/>
        <dsp:cNvSpPr/>
      </dsp:nvSpPr>
      <dsp:spPr>
        <a:xfrm>
          <a:off x="591070" y="1067507"/>
          <a:ext cx="821276" cy="821276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A0C492D-4ABB-4275-A64E-DB9DE99F4B1D}">
      <dsp:nvSpPr>
        <dsp:cNvPr id="0" name=""/>
        <dsp:cNvSpPr/>
      </dsp:nvSpPr>
      <dsp:spPr>
        <a:xfrm rot="10800000">
          <a:off x="1001708" y="2133941"/>
          <a:ext cx="3161783" cy="821276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60" tIns="72390" rIns="135128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1900" b="0" i="0" kern="1200"/>
            <a:t>ідеологізацію суспільного життя.</a:t>
          </a:r>
          <a:endParaRPr lang="uk-UA" sz="1900" kern="1200"/>
        </a:p>
      </dsp:txBody>
      <dsp:txXfrm rot="10800000">
        <a:off x="1207027" y="2133941"/>
        <a:ext cx="2956464" cy="821276"/>
      </dsp:txXfrm>
    </dsp:sp>
    <dsp:sp modelId="{1C6A1DCE-DF82-407F-AA02-0709D576722B}">
      <dsp:nvSpPr>
        <dsp:cNvPr id="0" name=""/>
        <dsp:cNvSpPr/>
      </dsp:nvSpPr>
      <dsp:spPr>
        <a:xfrm>
          <a:off x="591070" y="2133941"/>
          <a:ext cx="821276" cy="821276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CCA1437-2CF9-420D-ABAD-507E2C557904}">
      <dsp:nvSpPr>
        <dsp:cNvPr id="0" name=""/>
        <dsp:cNvSpPr/>
      </dsp:nvSpPr>
      <dsp:spPr>
        <a:xfrm rot="10800000">
          <a:off x="1001708" y="3200374"/>
          <a:ext cx="3161783" cy="821276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2160" tIns="72390" rIns="135128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1900" b="0" i="0" kern="1200"/>
            <a:t>етапи формування нової соціальної групи.</a:t>
          </a:r>
          <a:endParaRPr lang="uk-UA" sz="1900" kern="1200"/>
        </a:p>
      </dsp:txBody>
      <dsp:txXfrm rot="10800000">
        <a:off x="1207027" y="3200374"/>
        <a:ext cx="2956464" cy="821276"/>
      </dsp:txXfrm>
    </dsp:sp>
    <dsp:sp modelId="{439E7FFC-3162-41A8-99B3-2AFC990D4EE2}">
      <dsp:nvSpPr>
        <dsp:cNvPr id="0" name=""/>
        <dsp:cNvSpPr/>
      </dsp:nvSpPr>
      <dsp:spPr>
        <a:xfrm>
          <a:off x="591070" y="3200374"/>
          <a:ext cx="821276" cy="821276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67DBF1-B617-492B-839E-EAD485CCFE6A}">
      <dsp:nvSpPr>
        <dsp:cNvPr id="0" name=""/>
        <dsp:cNvSpPr/>
      </dsp:nvSpPr>
      <dsp:spPr>
        <a:xfrm>
          <a:off x="0" y="0"/>
          <a:ext cx="475456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C46D72-6C1A-4A93-9072-6CDCEC64FCF8}">
      <dsp:nvSpPr>
        <dsp:cNvPr id="0" name=""/>
        <dsp:cNvSpPr/>
      </dsp:nvSpPr>
      <dsp:spPr>
        <a:xfrm>
          <a:off x="0" y="0"/>
          <a:ext cx="4754562" cy="10056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000" b="0" i="0" kern="1200"/>
            <a:t>М. Руденка, письменника, автора поезій «Всесвіт у тобі»; керівника Української Гельсинскої групи.</a:t>
          </a:r>
          <a:endParaRPr lang="uk-UA" sz="2000" kern="1200"/>
        </a:p>
      </dsp:txBody>
      <dsp:txXfrm>
        <a:off x="0" y="0"/>
        <a:ext cx="4754562" cy="1005681"/>
      </dsp:txXfrm>
    </dsp:sp>
    <dsp:sp modelId="{72A18400-6E81-4463-BEE5-AE808B34A292}">
      <dsp:nvSpPr>
        <dsp:cNvPr id="0" name=""/>
        <dsp:cNvSpPr/>
      </dsp:nvSpPr>
      <dsp:spPr>
        <a:xfrm>
          <a:off x="0" y="1005681"/>
          <a:ext cx="475456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EB1C53-358D-4227-B18C-7130EB2120A0}">
      <dsp:nvSpPr>
        <dsp:cNvPr id="0" name=""/>
        <dsp:cNvSpPr/>
      </dsp:nvSpPr>
      <dsp:spPr>
        <a:xfrm>
          <a:off x="0" y="1005681"/>
          <a:ext cx="4754562" cy="10056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000" b="0" i="0" kern="1200"/>
            <a:t>С. Параджанова, кінорежисера, автора фільмів «Тіні забутих предків», «Колір гранату».</a:t>
          </a:r>
          <a:endParaRPr lang="uk-UA" sz="2000" kern="1200"/>
        </a:p>
      </dsp:txBody>
      <dsp:txXfrm>
        <a:off x="0" y="1005681"/>
        <a:ext cx="4754562" cy="1005681"/>
      </dsp:txXfrm>
    </dsp:sp>
    <dsp:sp modelId="{32F97EA5-86C9-4F9A-841F-0F7B0FB443B4}">
      <dsp:nvSpPr>
        <dsp:cNvPr id="0" name=""/>
        <dsp:cNvSpPr/>
      </dsp:nvSpPr>
      <dsp:spPr>
        <a:xfrm>
          <a:off x="0" y="2011362"/>
          <a:ext cx="475456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234371-8FE0-4C3F-A6DE-B2854C6F807F}">
      <dsp:nvSpPr>
        <dsp:cNvPr id="0" name=""/>
        <dsp:cNvSpPr/>
      </dsp:nvSpPr>
      <dsp:spPr>
        <a:xfrm>
          <a:off x="0" y="2011362"/>
          <a:ext cx="4754562" cy="10056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000" b="0" i="0" kern="1200"/>
            <a:t>В. Стуса, поета, автора збірок «Круговерть», «Зимові дерева»; члена Української Гельсинскої групи.</a:t>
          </a:r>
          <a:endParaRPr lang="uk-UA" sz="2000" kern="1200"/>
        </a:p>
      </dsp:txBody>
      <dsp:txXfrm>
        <a:off x="0" y="2011362"/>
        <a:ext cx="4754562" cy="1005681"/>
      </dsp:txXfrm>
    </dsp:sp>
    <dsp:sp modelId="{6B42A178-4B1A-4121-B5DA-1F17FFE00E27}">
      <dsp:nvSpPr>
        <dsp:cNvPr id="0" name=""/>
        <dsp:cNvSpPr/>
      </dsp:nvSpPr>
      <dsp:spPr>
        <a:xfrm>
          <a:off x="0" y="3017043"/>
          <a:ext cx="475456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1E40CE-71F7-46FC-B620-A8D7AEB07B84}">
      <dsp:nvSpPr>
        <dsp:cNvPr id="0" name=""/>
        <dsp:cNvSpPr/>
      </dsp:nvSpPr>
      <dsp:spPr>
        <a:xfrm>
          <a:off x="0" y="3017043"/>
          <a:ext cx="4754562" cy="10056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000" b="0" i="0" kern="1200"/>
            <a:t>Є. Сверстюка, філософа, письменника, дисидента, автора збірки «Блудні сини України».</a:t>
          </a:r>
          <a:endParaRPr lang="uk-UA" sz="2000" kern="1200"/>
        </a:p>
      </dsp:txBody>
      <dsp:txXfrm>
        <a:off x="0" y="3017043"/>
        <a:ext cx="4754562" cy="1005681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F6B342-1A73-4296-990A-75B4A89D6918}">
      <dsp:nvSpPr>
        <dsp:cNvPr id="0" name=""/>
        <dsp:cNvSpPr/>
      </dsp:nvSpPr>
      <dsp:spPr>
        <a:xfrm>
          <a:off x="0" y="875"/>
          <a:ext cx="4754562" cy="95340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400" b="0" i="0" kern="1200"/>
            <a:t>розгулі організованої злочинності</a:t>
          </a:r>
          <a:endParaRPr lang="uk-UA" sz="2400" kern="1200"/>
        </a:p>
      </dsp:txBody>
      <dsp:txXfrm>
        <a:off x="46541" y="47416"/>
        <a:ext cx="4661480" cy="860321"/>
      </dsp:txXfrm>
    </dsp:sp>
    <dsp:sp modelId="{98784A6B-F5E3-4D14-8555-702A4E5C76EA}">
      <dsp:nvSpPr>
        <dsp:cNvPr id="0" name=""/>
        <dsp:cNvSpPr/>
      </dsp:nvSpPr>
      <dsp:spPr>
        <a:xfrm>
          <a:off x="0" y="1023398"/>
          <a:ext cx="4754562" cy="95340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400" b="0" i="0" kern="1200"/>
            <a:t>зростанні безробіття</a:t>
          </a:r>
          <a:endParaRPr lang="uk-UA" sz="2400" kern="1200"/>
        </a:p>
      </dsp:txBody>
      <dsp:txXfrm>
        <a:off x="46541" y="1069939"/>
        <a:ext cx="4661480" cy="860321"/>
      </dsp:txXfrm>
    </dsp:sp>
    <dsp:sp modelId="{0D6678B4-C623-4900-8E29-87662C3D42C2}">
      <dsp:nvSpPr>
        <dsp:cNvPr id="0" name=""/>
        <dsp:cNvSpPr/>
      </dsp:nvSpPr>
      <dsp:spPr>
        <a:xfrm>
          <a:off x="0" y="2045922"/>
          <a:ext cx="4754562" cy="95340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400" b="0" i="0" kern="1200"/>
            <a:t>низькому рівні трудової дисципліни</a:t>
          </a:r>
          <a:endParaRPr lang="uk-UA" sz="2400" kern="1200"/>
        </a:p>
      </dsp:txBody>
      <dsp:txXfrm>
        <a:off x="46541" y="2092463"/>
        <a:ext cx="4661480" cy="860321"/>
      </dsp:txXfrm>
    </dsp:sp>
    <dsp:sp modelId="{8E10578F-5C3A-4937-87CB-F58705C52F92}">
      <dsp:nvSpPr>
        <dsp:cNvPr id="0" name=""/>
        <dsp:cNvSpPr/>
      </dsp:nvSpPr>
      <dsp:spPr>
        <a:xfrm>
          <a:off x="0" y="3068446"/>
          <a:ext cx="4754562" cy="95340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400" b="0" i="0" kern="1200"/>
            <a:t>посиленні репресій проти інакомислячих</a:t>
          </a:r>
          <a:endParaRPr lang="uk-UA" sz="2400" kern="1200"/>
        </a:p>
      </dsp:txBody>
      <dsp:txXfrm>
        <a:off x="46541" y="3114987"/>
        <a:ext cx="4661480" cy="860321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A85B56-8B76-49B9-95E3-AD51586F4319}">
      <dsp:nvSpPr>
        <dsp:cNvPr id="0" name=""/>
        <dsp:cNvSpPr/>
      </dsp:nvSpPr>
      <dsp:spPr>
        <a:xfrm>
          <a:off x="0" y="166002"/>
          <a:ext cx="4754562" cy="875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200" b="0" i="0" kern="1200"/>
            <a:t>заснуванням Української робітничо-селянської спілки</a:t>
          </a:r>
          <a:endParaRPr lang="uk-UA" sz="2200" kern="1200"/>
        </a:p>
      </dsp:txBody>
      <dsp:txXfrm>
        <a:off x="42722" y="208724"/>
        <a:ext cx="4669118" cy="789716"/>
      </dsp:txXfrm>
    </dsp:sp>
    <dsp:sp modelId="{666D7D5D-3DD1-4CA4-ADC5-421EA93C0E25}">
      <dsp:nvSpPr>
        <dsp:cNvPr id="0" name=""/>
        <dsp:cNvSpPr/>
      </dsp:nvSpPr>
      <dsp:spPr>
        <a:xfrm>
          <a:off x="0" y="1104522"/>
          <a:ext cx="4754562" cy="875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200" b="0" i="0" kern="1200"/>
            <a:t>повстанням політичних в'язнів у Норільському концтаборі</a:t>
          </a:r>
          <a:endParaRPr lang="uk-UA" sz="2200" kern="1200"/>
        </a:p>
      </dsp:txBody>
      <dsp:txXfrm>
        <a:off x="42722" y="1147244"/>
        <a:ext cx="4669118" cy="789716"/>
      </dsp:txXfrm>
    </dsp:sp>
    <dsp:sp modelId="{9C40F4D5-E65D-4987-A17C-D656E723DC22}">
      <dsp:nvSpPr>
        <dsp:cNvPr id="0" name=""/>
        <dsp:cNvSpPr/>
      </dsp:nvSpPr>
      <dsp:spPr>
        <a:xfrm>
          <a:off x="0" y="2043042"/>
          <a:ext cx="4754562" cy="875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200" b="0" i="0" kern="1200"/>
            <a:t>акцією протесту в кінотеатрі «Україна» проти арештів дисидентів</a:t>
          </a:r>
          <a:endParaRPr lang="uk-UA" sz="2200" kern="1200"/>
        </a:p>
      </dsp:txBody>
      <dsp:txXfrm>
        <a:off x="42722" y="2085764"/>
        <a:ext cx="4669118" cy="789716"/>
      </dsp:txXfrm>
    </dsp:sp>
    <dsp:sp modelId="{6EBF6FE9-582D-4FEA-A492-3A977162FB45}">
      <dsp:nvSpPr>
        <dsp:cNvPr id="0" name=""/>
        <dsp:cNvSpPr/>
      </dsp:nvSpPr>
      <dsp:spPr>
        <a:xfrm>
          <a:off x="0" y="2981562"/>
          <a:ext cx="4754562" cy="875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200" b="0" i="0" kern="1200"/>
            <a:t>створенням Української Гельсінської спілки</a:t>
          </a:r>
          <a:endParaRPr lang="uk-UA" sz="2200" kern="1200"/>
        </a:p>
      </dsp:txBody>
      <dsp:txXfrm>
        <a:off x="42722" y="3024284"/>
        <a:ext cx="4669118" cy="789716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53E697-D5C2-4421-81CC-F17E3162B4D7}">
      <dsp:nvSpPr>
        <dsp:cNvPr id="0" name=""/>
        <dsp:cNvSpPr/>
      </dsp:nvSpPr>
      <dsp:spPr>
        <a:xfrm>
          <a:off x="0" y="24342"/>
          <a:ext cx="4754562" cy="9114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lvl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3800" b="0" i="0" kern="1200" dirty="0"/>
            <a:t>дефіцит</a:t>
          </a:r>
          <a:endParaRPr lang="uk-UA" sz="3800" kern="1200" dirty="0"/>
        </a:p>
      </dsp:txBody>
      <dsp:txXfrm>
        <a:off x="44492" y="68834"/>
        <a:ext cx="4665578" cy="822446"/>
      </dsp:txXfrm>
    </dsp:sp>
    <dsp:sp modelId="{FA9851FB-ACED-4D95-B9FD-652535CDFECC}">
      <dsp:nvSpPr>
        <dsp:cNvPr id="0" name=""/>
        <dsp:cNvSpPr/>
      </dsp:nvSpPr>
      <dsp:spPr>
        <a:xfrm>
          <a:off x="0" y="1045212"/>
          <a:ext cx="4754562" cy="9114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lvl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3800" b="0" i="0" kern="1200"/>
            <a:t>корупцію</a:t>
          </a:r>
          <a:endParaRPr lang="uk-UA" sz="3800" kern="1200"/>
        </a:p>
      </dsp:txBody>
      <dsp:txXfrm>
        <a:off x="44492" y="1089704"/>
        <a:ext cx="4665578" cy="822446"/>
      </dsp:txXfrm>
    </dsp:sp>
    <dsp:sp modelId="{BAB61182-846B-4C0B-94FB-D0A6FE4DE66A}">
      <dsp:nvSpPr>
        <dsp:cNvPr id="0" name=""/>
        <dsp:cNvSpPr/>
      </dsp:nvSpPr>
      <dsp:spPr>
        <a:xfrm>
          <a:off x="0" y="2066082"/>
          <a:ext cx="4754562" cy="9114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lvl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3800" b="0" i="0" kern="1200"/>
            <a:t>плюралізм</a:t>
          </a:r>
          <a:endParaRPr lang="uk-UA" sz="3800" kern="1200"/>
        </a:p>
      </dsp:txBody>
      <dsp:txXfrm>
        <a:off x="44492" y="2110574"/>
        <a:ext cx="4665578" cy="822446"/>
      </dsp:txXfrm>
    </dsp:sp>
    <dsp:sp modelId="{9EC6EDDC-8E64-4A6C-994A-4EA2BD83D1DE}">
      <dsp:nvSpPr>
        <dsp:cNvPr id="0" name=""/>
        <dsp:cNvSpPr/>
      </dsp:nvSpPr>
      <dsp:spPr>
        <a:xfrm>
          <a:off x="0" y="3086952"/>
          <a:ext cx="4754562" cy="9114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lvl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3800" b="0" i="0" kern="1200"/>
            <a:t>бюрократизацію</a:t>
          </a:r>
          <a:endParaRPr lang="uk-UA" sz="3800" kern="1200"/>
        </a:p>
      </dsp:txBody>
      <dsp:txXfrm>
        <a:off x="44492" y="3131444"/>
        <a:ext cx="4665578" cy="822446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21F50E-ABC3-4437-92D1-21E1B1D7644E}">
      <dsp:nvSpPr>
        <dsp:cNvPr id="0" name=""/>
        <dsp:cNvSpPr/>
      </dsp:nvSpPr>
      <dsp:spPr>
        <a:xfrm>
          <a:off x="0" y="82122"/>
          <a:ext cx="4754562" cy="9149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300" b="0" i="0" kern="1200"/>
            <a:t>безперспективність боротьби за незалежність України</a:t>
          </a:r>
          <a:endParaRPr lang="uk-UA" sz="2300" kern="1200"/>
        </a:p>
      </dsp:txBody>
      <dsp:txXfrm>
        <a:off x="44664" y="126786"/>
        <a:ext cx="4665234" cy="825612"/>
      </dsp:txXfrm>
    </dsp:sp>
    <dsp:sp modelId="{B1C76ECA-0314-4174-95F9-757C39F09F41}">
      <dsp:nvSpPr>
        <dsp:cNvPr id="0" name=""/>
        <dsp:cNvSpPr/>
      </dsp:nvSpPr>
      <dsp:spPr>
        <a:xfrm>
          <a:off x="0" y="1063302"/>
          <a:ext cx="4754562" cy="9149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300" b="0" i="0" kern="1200"/>
            <a:t>декларативний характер положень Основного Закону Української РСР</a:t>
          </a:r>
          <a:endParaRPr lang="uk-UA" sz="2300" kern="1200"/>
        </a:p>
      </dsp:txBody>
      <dsp:txXfrm>
        <a:off x="44664" y="1107966"/>
        <a:ext cx="4665234" cy="825612"/>
      </dsp:txXfrm>
    </dsp:sp>
    <dsp:sp modelId="{9053269C-1042-42E7-BB88-34718CE59BAB}">
      <dsp:nvSpPr>
        <dsp:cNvPr id="0" name=""/>
        <dsp:cNvSpPr/>
      </dsp:nvSpPr>
      <dsp:spPr>
        <a:xfrm>
          <a:off x="0" y="2044482"/>
          <a:ext cx="4754562" cy="9149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300" b="0" i="0" kern="1200"/>
            <a:t>територіальні зазіхання радянської Росії на територію України</a:t>
          </a:r>
          <a:endParaRPr lang="uk-UA" sz="2300" kern="1200"/>
        </a:p>
      </dsp:txBody>
      <dsp:txXfrm>
        <a:off x="44664" y="2089146"/>
        <a:ext cx="4665234" cy="825612"/>
      </dsp:txXfrm>
    </dsp:sp>
    <dsp:sp modelId="{5BADF8DB-7A1D-444D-A3BD-975EB4C1D43C}">
      <dsp:nvSpPr>
        <dsp:cNvPr id="0" name=""/>
        <dsp:cNvSpPr/>
      </dsp:nvSpPr>
      <dsp:spPr>
        <a:xfrm>
          <a:off x="0" y="3025662"/>
          <a:ext cx="4754562" cy="9149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300" b="0" i="0" kern="1200"/>
            <a:t>економічна залежність УРСР від радянської Росії</a:t>
          </a:r>
          <a:endParaRPr lang="uk-UA" sz="2300" kern="1200"/>
        </a:p>
      </dsp:txBody>
      <dsp:txXfrm>
        <a:off x="44664" y="3070326"/>
        <a:ext cx="4665234" cy="825612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9D14767-9434-424B-9D64-C3E443515BBC}">
      <dsp:nvSpPr>
        <dsp:cNvPr id="0" name=""/>
        <dsp:cNvSpPr/>
      </dsp:nvSpPr>
      <dsp:spPr>
        <a:xfrm>
          <a:off x="0" y="24342"/>
          <a:ext cx="4754562" cy="9114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lvl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3800" b="0" i="0" kern="1200"/>
            <a:t>кіно</a:t>
          </a:r>
          <a:endParaRPr lang="uk-UA" sz="3800" kern="1200"/>
        </a:p>
      </dsp:txBody>
      <dsp:txXfrm>
        <a:off x="44492" y="68834"/>
        <a:ext cx="4665578" cy="822446"/>
      </dsp:txXfrm>
    </dsp:sp>
    <dsp:sp modelId="{59D26C05-947B-48E2-AAD1-A3099E42FC52}">
      <dsp:nvSpPr>
        <dsp:cNvPr id="0" name=""/>
        <dsp:cNvSpPr/>
      </dsp:nvSpPr>
      <dsp:spPr>
        <a:xfrm>
          <a:off x="0" y="1045212"/>
          <a:ext cx="4754562" cy="9114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lvl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3800" b="0" i="0" kern="1200"/>
            <a:t>театру</a:t>
          </a:r>
          <a:endParaRPr lang="uk-UA" sz="3800" kern="1200"/>
        </a:p>
      </dsp:txBody>
      <dsp:txXfrm>
        <a:off x="44492" y="1089704"/>
        <a:ext cx="4665578" cy="822446"/>
      </dsp:txXfrm>
    </dsp:sp>
    <dsp:sp modelId="{D57BE986-0A8B-4025-9607-A39C7085C6C5}">
      <dsp:nvSpPr>
        <dsp:cNvPr id="0" name=""/>
        <dsp:cNvSpPr/>
      </dsp:nvSpPr>
      <dsp:spPr>
        <a:xfrm>
          <a:off x="0" y="2066082"/>
          <a:ext cx="4754562" cy="9114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lvl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3800" b="0" i="0" kern="1200"/>
            <a:t>музики</a:t>
          </a:r>
          <a:endParaRPr lang="uk-UA" sz="3800" kern="1200"/>
        </a:p>
      </dsp:txBody>
      <dsp:txXfrm>
        <a:off x="44492" y="2110574"/>
        <a:ext cx="4665578" cy="822446"/>
      </dsp:txXfrm>
    </dsp:sp>
    <dsp:sp modelId="{95D4AD76-349A-45A3-922F-53BF9A68AF33}">
      <dsp:nvSpPr>
        <dsp:cNvPr id="0" name=""/>
        <dsp:cNvSpPr/>
      </dsp:nvSpPr>
      <dsp:spPr>
        <a:xfrm>
          <a:off x="0" y="3086952"/>
          <a:ext cx="4754562" cy="9114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lvl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3800" b="0" i="0" kern="1200"/>
            <a:t>архітектури</a:t>
          </a:r>
          <a:endParaRPr lang="uk-UA" sz="3800" kern="1200"/>
        </a:p>
      </dsp:txBody>
      <dsp:txXfrm>
        <a:off x="44492" y="3131444"/>
        <a:ext cx="4665578" cy="822446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A9DAB5-66DA-4E65-8473-23F420EF97A1}">
      <dsp:nvSpPr>
        <dsp:cNvPr id="0" name=""/>
        <dsp:cNvSpPr/>
      </dsp:nvSpPr>
      <dsp:spPr>
        <a:xfrm>
          <a:off x="0" y="24342"/>
          <a:ext cx="4754562" cy="9114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lvl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800" b="0" i="0" kern="1200"/>
            <a:t>актора.</a:t>
          </a:r>
          <a:endParaRPr lang="uk-UA" sz="3800" kern="1200"/>
        </a:p>
      </dsp:txBody>
      <dsp:txXfrm>
        <a:off x="44492" y="68834"/>
        <a:ext cx="4665578" cy="822446"/>
      </dsp:txXfrm>
    </dsp:sp>
    <dsp:sp modelId="{07E5099A-373E-4699-A62D-598A500730CC}">
      <dsp:nvSpPr>
        <dsp:cNvPr id="0" name=""/>
        <dsp:cNvSpPr/>
      </dsp:nvSpPr>
      <dsp:spPr>
        <a:xfrm>
          <a:off x="0" y="1045212"/>
          <a:ext cx="4754562" cy="9114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lvl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800" b="0" i="0" kern="1200"/>
            <a:t>художника.</a:t>
          </a:r>
          <a:endParaRPr lang="uk-UA" sz="3800" kern="1200"/>
        </a:p>
      </dsp:txBody>
      <dsp:txXfrm>
        <a:off x="44492" y="1089704"/>
        <a:ext cx="4665578" cy="822446"/>
      </dsp:txXfrm>
    </dsp:sp>
    <dsp:sp modelId="{C16E5E18-1BAF-4F58-8E85-D7FB60206F68}">
      <dsp:nvSpPr>
        <dsp:cNvPr id="0" name=""/>
        <dsp:cNvSpPr/>
      </dsp:nvSpPr>
      <dsp:spPr>
        <a:xfrm>
          <a:off x="0" y="2066082"/>
          <a:ext cx="4754562" cy="9114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lvl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800" b="0" i="0" kern="1200"/>
            <a:t>композитора.</a:t>
          </a:r>
          <a:endParaRPr lang="uk-UA" sz="3800" kern="1200"/>
        </a:p>
      </dsp:txBody>
      <dsp:txXfrm>
        <a:off x="44492" y="2110574"/>
        <a:ext cx="4665578" cy="822446"/>
      </dsp:txXfrm>
    </dsp:sp>
    <dsp:sp modelId="{E70B9493-AF37-4E83-BBA8-E3FC1C0B4A42}">
      <dsp:nvSpPr>
        <dsp:cNvPr id="0" name=""/>
        <dsp:cNvSpPr/>
      </dsp:nvSpPr>
      <dsp:spPr>
        <a:xfrm>
          <a:off x="0" y="3086952"/>
          <a:ext cx="4754562" cy="9114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lvl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800" b="0" i="0" kern="1200"/>
            <a:t>оперного співака.</a:t>
          </a:r>
          <a:endParaRPr lang="uk-UA" sz="3800" kern="1200"/>
        </a:p>
      </dsp:txBody>
      <dsp:txXfrm>
        <a:off x="44492" y="3131444"/>
        <a:ext cx="4665578" cy="822446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81980B-87A3-4FEC-ABF8-6FD45E801082}">
      <dsp:nvSpPr>
        <dsp:cNvPr id="0" name=""/>
        <dsp:cNvSpPr/>
      </dsp:nvSpPr>
      <dsp:spPr>
        <a:xfrm>
          <a:off x="0" y="82122"/>
          <a:ext cx="4754562" cy="9149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300" b="0" i="0" kern="1200"/>
            <a:t>стрімке зростання цін на товари широкого вжитку</a:t>
          </a:r>
          <a:endParaRPr lang="uk-UA" sz="2300" kern="1200"/>
        </a:p>
      </dsp:txBody>
      <dsp:txXfrm>
        <a:off x="44664" y="126786"/>
        <a:ext cx="4665234" cy="825612"/>
      </dsp:txXfrm>
    </dsp:sp>
    <dsp:sp modelId="{B0B12FE3-854A-47AE-93EB-D0CE95D19DA6}">
      <dsp:nvSpPr>
        <dsp:cNvPr id="0" name=""/>
        <dsp:cNvSpPr/>
      </dsp:nvSpPr>
      <dsp:spPr>
        <a:xfrm>
          <a:off x="0" y="1063302"/>
          <a:ext cx="4754562" cy="9149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300" b="0" i="0" kern="1200"/>
            <a:t>розкрадання державного майна на робочих місцях</a:t>
          </a:r>
          <a:endParaRPr lang="uk-UA" sz="2300" kern="1200"/>
        </a:p>
      </dsp:txBody>
      <dsp:txXfrm>
        <a:off x="44664" y="1107966"/>
        <a:ext cx="4665234" cy="825612"/>
      </dsp:txXfrm>
    </dsp:sp>
    <dsp:sp modelId="{158413A8-4F8E-4ACE-82EE-1B1A90F4693B}">
      <dsp:nvSpPr>
        <dsp:cNvPr id="0" name=""/>
        <dsp:cNvSpPr/>
      </dsp:nvSpPr>
      <dsp:spPr>
        <a:xfrm>
          <a:off x="0" y="2044482"/>
          <a:ext cx="4754562" cy="9149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300" b="0" i="0" kern="1200"/>
            <a:t>поглиблення технологічної відсталості легкої промисловості</a:t>
          </a:r>
          <a:endParaRPr lang="uk-UA" sz="2300" kern="1200"/>
        </a:p>
      </dsp:txBody>
      <dsp:txXfrm>
        <a:off x="44664" y="2089146"/>
        <a:ext cx="4665234" cy="825612"/>
      </dsp:txXfrm>
    </dsp:sp>
    <dsp:sp modelId="{6C272498-B18F-47BA-97A9-B9A63B039388}">
      <dsp:nvSpPr>
        <dsp:cNvPr id="0" name=""/>
        <dsp:cNvSpPr/>
      </dsp:nvSpPr>
      <dsp:spPr>
        <a:xfrm>
          <a:off x="0" y="3025662"/>
          <a:ext cx="4754562" cy="9149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300" b="0" i="0" kern="1200"/>
            <a:t>систематичні перевірки громадян співробітниками міліції</a:t>
          </a:r>
          <a:endParaRPr lang="uk-UA" sz="2300" kern="1200"/>
        </a:p>
      </dsp:txBody>
      <dsp:txXfrm>
        <a:off x="44664" y="3070326"/>
        <a:ext cx="4665234" cy="825612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6698E7-56E1-4EAA-B6EE-22556AD16EE4}">
      <dsp:nvSpPr>
        <dsp:cNvPr id="0" name=""/>
        <dsp:cNvSpPr/>
      </dsp:nvSpPr>
      <dsp:spPr>
        <a:xfrm>
          <a:off x="0" y="875"/>
          <a:ext cx="4754562" cy="95340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400" b="0" i="0" kern="1200"/>
            <a:t>«Дисидентський рух в Україні».</a:t>
          </a:r>
          <a:endParaRPr lang="uk-UA" sz="2400" kern="1200"/>
        </a:p>
      </dsp:txBody>
      <dsp:txXfrm>
        <a:off x="46541" y="47416"/>
        <a:ext cx="4661480" cy="860321"/>
      </dsp:txXfrm>
    </dsp:sp>
    <dsp:sp modelId="{5786AB9D-6C21-4A3F-B103-E52474678865}">
      <dsp:nvSpPr>
        <dsp:cNvPr id="0" name=""/>
        <dsp:cNvSpPr/>
      </dsp:nvSpPr>
      <dsp:spPr>
        <a:xfrm>
          <a:off x="0" y="1023398"/>
          <a:ext cx="4754562" cy="95340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400" b="0" i="0" kern="1200"/>
            <a:t>«Українські письменники-шістдесятники».</a:t>
          </a:r>
          <a:endParaRPr lang="uk-UA" sz="2400" kern="1200"/>
        </a:p>
      </dsp:txBody>
      <dsp:txXfrm>
        <a:off x="46541" y="1069939"/>
        <a:ext cx="4661480" cy="860321"/>
      </dsp:txXfrm>
    </dsp:sp>
    <dsp:sp modelId="{A0B8CB44-553F-47F9-92F0-E43132FF92E4}">
      <dsp:nvSpPr>
        <dsp:cNvPr id="0" name=""/>
        <dsp:cNvSpPr/>
      </dsp:nvSpPr>
      <dsp:spPr>
        <a:xfrm>
          <a:off x="0" y="2045922"/>
          <a:ext cx="4754562" cy="95340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400" b="0" i="0" kern="1200"/>
            <a:t>«Ідеологізація культурного життя в Україні».</a:t>
          </a:r>
          <a:endParaRPr lang="uk-UA" sz="2400" kern="1200"/>
        </a:p>
      </dsp:txBody>
      <dsp:txXfrm>
        <a:off x="46541" y="2092463"/>
        <a:ext cx="4661480" cy="860321"/>
      </dsp:txXfrm>
    </dsp:sp>
    <dsp:sp modelId="{F3DC66A7-26F9-40F1-9D06-913D8508BC5B}">
      <dsp:nvSpPr>
        <dsp:cNvPr id="0" name=""/>
        <dsp:cNvSpPr/>
      </dsp:nvSpPr>
      <dsp:spPr>
        <a:xfrm>
          <a:off x="0" y="3068446"/>
          <a:ext cx="4754562" cy="95340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400" b="0" i="0" kern="1200"/>
            <a:t>«Засоби масової інформації Радянської України».</a:t>
          </a:r>
          <a:endParaRPr lang="uk-UA" sz="2400" kern="1200"/>
        </a:p>
      </dsp:txBody>
      <dsp:txXfrm>
        <a:off x="46541" y="3114987"/>
        <a:ext cx="4661480" cy="860321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498ADD-4883-4DC4-8E7B-F56BD611D123}">
      <dsp:nvSpPr>
        <dsp:cNvPr id="0" name=""/>
        <dsp:cNvSpPr/>
      </dsp:nvSpPr>
      <dsp:spPr>
        <a:xfrm>
          <a:off x="0" y="34870"/>
          <a:ext cx="4825157" cy="7675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lvl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200" b="0" i="0" kern="1200"/>
            <a:t>Т. Яблонська</a:t>
          </a:r>
          <a:endParaRPr lang="uk-UA" sz="3200" kern="1200"/>
        </a:p>
      </dsp:txBody>
      <dsp:txXfrm>
        <a:off x="37467" y="72337"/>
        <a:ext cx="4750223" cy="692586"/>
      </dsp:txXfrm>
    </dsp:sp>
    <dsp:sp modelId="{0F3A48B7-AB82-4033-89BD-60632966DC52}">
      <dsp:nvSpPr>
        <dsp:cNvPr id="0" name=""/>
        <dsp:cNvSpPr/>
      </dsp:nvSpPr>
      <dsp:spPr>
        <a:xfrm>
          <a:off x="0" y="894550"/>
          <a:ext cx="4825157" cy="7675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lvl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200" b="0" i="0" kern="1200"/>
            <a:t>М. Самокиш</a:t>
          </a:r>
          <a:endParaRPr lang="uk-UA" sz="3200" kern="1200"/>
        </a:p>
      </dsp:txBody>
      <dsp:txXfrm>
        <a:off x="37467" y="932017"/>
        <a:ext cx="4750223" cy="692586"/>
      </dsp:txXfrm>
    </dsp:sp>
    <dsp:sp modelId="{21EEE935-CED4-4A09-AAD2-97F6C85A8403}">
      <dsp:nvSpPr>
        <dsp:cNvPr id="0" name=""/>
        <dsp:cNvSpPr/>
      </dsp:nvSpPr>
      <dsp:spPr>
        <a:xfrm>
          <a:off x="0" y="1754230"/>
          <a:ext cx="4825157" cy="7675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lvl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200" b="0" i="0" kern="1200"/>
            <a:t>К. Білокур</a:t>
          </a:r>
          <a:endParaRPr lang="uk-UA" sz="3200" kern="1200"/>
        </a:p>
      </dsp:txBody>
      <dsp:txXfrm>
        <a:off x="37467" y="1791697"/>
        <a:ext cx="4750223" cy="692586"/>
      </dsp:txXfrm>
    </dsp:sp>
    <dsp:sp modelId="{9B6410A8-D28A-4B56-92EA-C67881337628}">
      <dsp:nvSpPr>
        <dsp:cNvPr id="0" name=""/>
        <dsp:cNvSpPr/>
      </dsp:nvSpPr>
      <dsp:spPr>
        <a:xfrm>
          <a:off x="0" y="2613910"/>
          <a:ext cx="4825157" cy="7675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lvl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200" b="0" i="0" kern="1200"/>
            <a:t>Ф. Кричевський</a:t>
          </a:r>
          <a:endParaRPr lang="uk-UA" sz="3200" kern="1200"/>
        </a:p>
      </dsp:txBody>
      <dsp:txXfrm>
        <a:off x="37467" y="2651377"/>
        <a:ext cx="4750223" cy="692586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FAA74C-7221-487A-9497-A510866BEDCA}">
      <dsp:nvSpPr>
        <dsp:cNvPr id="0" name=""/>
        <dsp:cNvSpPr/>
      </dsp:nvSpPr>
      <dsp:spPr>
        <a:xfrm>
          <a:off x="0" y="24342"/>
          <a:ext cx="4754562" cy="9114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lvl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3800" b="0" i="0" kern="1200"/>
            <a:t>корупції</a:t>
          </a:r>
          <a:endParaRPr lang="uk-UA" sz="3800" kern="1200"/>
        </a:p>
      </dsp:txBody>
      <dsp:txXfrm>
        <a:off x="44492" y="68834"/>
        <a:ext cx="4665578" cy="822446"/>
      </dsp:txXfrm>
    </dsp:sp>
    <dsp:sp modelId="{82055112-D9A5-48E5-BCB7-9480728254E8}">
      <dsp:nvSpPr>
        <dsp:cNvPr id="0" name=""/>
        <dsp:cNvSpPr/>
      </dsp:nvSpPr>
      <dsp:spPr>
        <a:xfrm>
          <a:off x="0" y="1045212"/>
          <a:ext cx="4754562" cy="9114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lvl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3800" b="0" i="0" kern="1200"/>
            <a:t>дефіциті</a:t>
          </a:r>
          <a:endParaRPr lang="uk-UA" sz="3800" kern="1200"/>
        </a:p>
      </dsp:txBody>
      <dsp:txXfrm>
        <a:off x="44492" y="1089704"/>
        <a:ext cx="4665578" cy="822446"/>
      </dsp:txXfrm>
    </dsp:sp>
    <dsp:sp modelId="{8FDCB418-BEDD-45E7-BEB9-2741A986229E}">
      <dsp:nvSpPr>
        <dsp:cNvPr id="0" name=""/>
        <dsp:cNvSpPr/>
      </dsp:nvSpPr>
      <dsp:spPr>
        <a:xfrm>
          <a:off x="0" y="2066082"/>
          <a:ext cx="4754562" cy="9114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lvl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3800" b="0" i="0" kern="1200"/>
            <a:t>бюрократизації</a:t>
          </a:r>
          <a:endParaRPr lang="uk-UA" sz="3800" kern="1200"/>
        </a:p>
      </dsp:txBody>
      <dsp:txXfrm>
        <a:off x="44492" y="2110574"/>
        <a:ext cx="4665578" cy="822446"/>
      </dsp:txXfrm>
    </dsp:sp>
    <dsp:sp modelId="{B498DD7B-5EE3-4147-BFDF-E545520273F5}">
      <dsp:nvSpPr>
        <dsp:cNvPr id="0" name=""/>
        <dsp:cNvSpPr/>
      </dsp:nvSpPr>
      <dsp:spPr>
        <a:xfrm>
          <a:off x="0" y="3086952"/>
          <a:ext cx="4754562" cy="9114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lvl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3800" b="0" i="0" kern="1200"/>
            <a:t>безробітті</a:t>
          </a:r>
          <a:endParaRPr lang="uk-UA" sz="3800" kern="1200"/>
        </a:p>
      </dsp:txBody>
      <dsp:txXfrm>
        <a:off x="44492" y="3131444"/>
        <a:ext cx="4665578" cy="822446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E5B203-BFA8-4674-80C6-77B182AFC573}">
      <dsp:nvSpPr>
        <dsp:cNvPr id="0" name=""/>
        <dsp:cNvSpPr/>
      </dsp:nvSpPr>
      <dsp:spPr>
        <a:xfrm>
          <a:off x="0" y="24342"/>
          <a:ext cx="4754562" cy="9114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lvl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800" b="0" i="0" kern="1200"/>
            <a:t>хронічний дефіцит</a:t>
          </a:r>
          <a:endParaRPr lang="uk-UA" sz="3800" kern="1200"/>
        </a:p>
      </dsp:txBody>
      <dsp:txXfrm>
        <a:off x="44492" y="68834"/>
        <a:ext cx="4665578" cy="822446"/>
      </dsp:txXfrm>
    </dsp:sp>
    <dsp:sp modelId="{75131E6C-540F-44DC-9955-39AD2E6C3C5C}">
      <dsp:nvSpPr>
        <dsp:cNvPr id="0" name=""/>
        <dsp:cNvSpPr/>
      </dsp:nvSpPr>
      <dsp:spPr>
        <a:xfrm>
          <a:off x="0" y="1045212"/>
          <a:ext cx="4754562" cy="9114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lvl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800" b="0" i="0" kern="1200"/>
            <a:t>житлову проблему</a:t>
          </a:r>
          <a:endParaRPr lang="uk-UA" sz="3800" kern="1200"/>
        </a:p>
      </dsp:txBody>
      <dsp:txXfrm>
        <a:off x="44492" y="1089704"/>
        <a:ext cx="4665578" cy="822446"/>
      </dsp:txXfrm>
    </dsp:sp>
    <dsp:sp modelId="{7BE20AD8-888A-41AC-8377-A0AB8A005369}">
      <dsp:nvSpPr>
        <dsp:cNvPr id="0" name=""/>
        <dsp:cNvSpPr/>
      </dsp:nvSpPr>
      <dsp:spPr>
        <a:xfrm>
          <a:off x="0" y="2066082"/>
          <a:ext cx="4754562" cy="9114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lvl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800" b="0" i="0" kern="1200"/>
            <a:t>зростання безробіття</a:t>
          </a:r>
          <a:endParaRPr lang="uk-UA" sz="3800" kern="1200"/>
        </a:p>
      </dsp:txBody>
      <dsp:txXfrm>
        <a:off x="44492" y="2110574"/>
        <a:ext cx="4665578" cy="822446"/>
      </dsp:txXfrm>
    </dsp:sp>
    <dsp:sp modelId="{036ABB7E-677B-4BB2-8D91-E871FC386AFF}">
      <dsp:nvSpPr>
        <dsp:cNvPr id="0" name=""/>
        <dsp:cNvSpPr/>
      </dsp:nvSpPr>
      <dsp:spPr>
        <a:xfrm>
          <a:off x="0" y="3086952"/>
          <a:ext cx="4754562" cy="9114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lvl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800" b="0" i="0" kern="1200"/>
            <a:t>інфляційні процеси</a:t>
          </a:r>
          <a:endParaRPr lang="uk-UA" sz="3800" kern="1200"/>
        </a:p>
      </dsp:txBody>
      <dsp:txXfrm>
        <a:off x="44492" y="3131444"/>
        <a:ext cx="4665578" cy="822446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B346AD-0829-400F-8F10-63C78903DC00}">
      <dsp:nvSpPr>
        <dsp:cNvPr id="0" name=""/>
        <dsp:cNvSpPr/>
      </dsp:nvSpPr>
      <dsp:spPr>
        <a:xfrm>
          <a:off x="0" y="82122"/>
          <a:ext cx="4754562" cy="9149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300" b="0" i="0" kern="1200"/>
            <a:t>здійсненням «реформи О. Косигіна».</a:t>
          </a:r>
          <a:endParaRPr lang="uk-UA" sz="2300" kern="1200"/>
        </a:p>
      </dsp:txBody>
      <dsp:txXfrm>
        <a:off x="44664" y="126786"/>
        <a:ext cx="4665234" cy="825612"/>
      </dsp:txXfrm>
    </dsp:sp>
    <dsp:sp modelId="{0FF05F83-0A94-4C9C-B8E2-F09D5B282F36}">
      <dsp:nvSpPr>
        <dsp:cNvPr id="0" name=""/>
        <dsp:cNvSpPr/>
      </dsp:nvSpPr>
      <dsp:spPr>
        <a:xfrm>
          <a:off x="0" y="1063302"/>
          <a:ext cx="4754562" cy="9149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300" b="0" i="0" kern="1200"/>
            <a:t>реалізацією однієї з «надпрограм М. Хрущова».</a:t>
          </a:r>
          <a:endParaRPr lang="uk-UA" sz="2300" kern="1200"/>
        </a:p>
      </dsp:txBody>
      <dsp:txXfrm>
        <a:off x="44664" y="1107966"/>
        <a:ext cx="4665234" cy="825612"/>
      </dsp:txXfrm>
    </dsp:sp>
    <dsp:sp modelId="{DE7F165B-F127-4E87-9A87-EB90BEEB79B7}">
      <dsp:nvSpPr>
        <dsp:cNvPr id="0" name=""/>
        <dsp:cNvSpPr/>
      </dsp:nvSpPr>
      <dsp:spPr>
        <a:xfrm>
          <a:off x="0" y="2044482"/>
          <a:ext cx="4754562" cy="9149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300" b="0" i="0" kern="1200"/>
            <a:t>посиленням боротьби з нетрудовими доходами.</a:t>
          </a:r>
          <a:endParaRPr lang="uk-UA" sz="2300" kern="1200"/>
        </a:p>
      </dsp:txBody>
      <dsp:txXfrm>
        <a:off x="44664" y="2089146"/>
        <a:ext cx="4665234" cy="825612"/>
      </dsp:txXfrm>
    </dsp:sp>
    <dsp:sp modelId="{F86AFADF-E7C9-497D-AE98-A796C12C757B}">
      <dsp:nvSpPr>
        <dsp:cNvPr id="0" name=""/>
        <dsp:cNvSpPr/>
      </dsp:nvSpPr>
      <dsp:spPr>
        <a:xfrm>
          <a:off x="0" y="3025662"/>
          <a:ext cx="4754562" cy="9149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300" b="0" i="0" kern="1200"/>
            <a:t>проведенням антиалкогольної кампанії.</a:t>
          </a:r>
          <a:endParaRPr lang="uk-UA" sz="2300" kern="1200"/>
        </a:p>
      </dsp:txBody>
      <dsp:txXfrm>
        <a:off x="44664" y="3070326"/>
        <a:ext cx="4665234" cy="825612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B98073-9003-4106-A256-47E8C2B415A1}">
      <dsp:nvSpPr>
        <dsp:cNvPr id="0" name=""/>
        <dsp:cNvSpPr/>
      </dsp:nvSpPr>
      <dsp:spPr>
        <a:xfrm>
          <a:off x="0" y="0"/>
          <a:ext cx="475456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36EF29-F524-42E2-82EA-3F0DC42F58E6}">
      <dsp:nvSpPr>
        <dsp:cNvPr id="0" name=""/>
        <dsp:cNvSpPr/>
      </dsp:nvSpPr>
      <dsp:spPr>
        <a:xfrm>
          <a:off x="0" y="0"/>
          <a:ext cx="4754562" cy="10056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000" b="0" i="0" kern="1200"/>
            <a:t>невідповідності фаху (освіти) відповідальних осіб займаним керівним посадам</a:t>
          </a:r>
          <a:endParaRPr lang="uk-UA" sz="2000" kern="1200"/>
        </a:p>
      </dsp:txBody>
      <dsp:txXfrm>
        <a:off x="0" y="0"/>
        <a:ext cx="4754562" cy="1005681"/>
      </dsp:txXfrm>
    </dsp:sp>
    <dsp:sp modelId="{2B633970-F025-4B6A-8A22-3CFC07CB692B}">
      <dsp:nvSpPr>
        <dsp:cNvPr id="0" name=""/>
        <dsp:cNvSpPr/>
      </dsp:nvSpPr>
      <dsp:spPr>
        <a:xfrm>
          <a:off x="0" y="1005681"/>
          <a:ext cx="475456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CB403A-A00A-4E82-968B-EEDED344BE08}">
      <dsp:nvSpPr>
        <dsp:cNvPr id="0" name=""/>
        <dsp:cNvSpPr/>
      </dsp:nvSpPr>
      <dsp:spPr>
        <a:xfrm>
          <a:off x="0" y="1005681"/>
          <a:ext cx="4754562" cy="10056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000" b="0" i="0" kern="1200"/>
            <a:t>нецільовому (неефективному) використанні посадовцями свого робочого часу</a:t>
          </a:r>
          <a:endParaRPr lang="uk-UA" sz="2000" kern="1200"/>
        </a:p>
      </dsp:txBody>
      <dsp:txXfrm>
        <a:off x="0" y="1005681"/>
        <a:ext cx="4754562" cy="1005681"/>
      </dsp:txXfrm>
    </dsp:sp>
    <dsp:sp modelId="{7FA4943C-0DCD-4C7B-9597-E537C7642613}">
      <dsp:nvSpPr>
        <dsp:cNvPr id="0" name=""/>
        <dsp:cNvSpPr/>
      </dsp:nvSpPr>
      <dsp:spPr>
        <a:xfrm>
          <a:off x="0" y="2011362"/>
          <a:ext cx="475456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2CC9EF-45CD-4B30-946D-AB8E83E3BC49}">
      <dsp:nvSpPr>
        <dsp:cNvPr id="0" name=""/>
        <dsp:cNvSpPr/>
      </dsp:nvSpPr>
      <dsp:spPr>
        <a:xfrm>
          <a:off x="0" y="2011362"/>
          <a:ext cx="4754562" cy="10056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000" b="0" i="0" kern="1200"/>
            <a:t>отриманні посадовцями нетрудових (незаконних) доходів на своїх посадах</a:t>
          </a:r>
          <a:endParaRPr lang="uk-UA" sz="2000" kern="1200"/>
        </a:p>
      </dsp:txBody>
      <dsp:txXfrm>
        <a:off x="0" y="2011362"/>
        <a:ext cx="4754562" cy="1005681"/>
      </dsp:txXfrm>
    </dsp:sp>
    <dsp:sp modelId="{F4D7B632-562B-4AA5-BC3D-E8332EF8715B}">
      <dsp:nvSpPr>
        <dsp:cNvPr id="0" name=""/>
        <dsp:cNvSpPr/>
      </dsp:nvSpPr>
      <dsp:spPr>
        <a:xfrm>
          <a:off x="0" y="3017043"/>
          <a:ext cx="475456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DC24F8-B80A-4AF5-829E-3C60D63F4CE8}">
      <dsp:nvSpPr>
        <dsp:cNvPr id="0" name=""/>
        <dsp:cNvSpPr/>
      </dsp:nvSpPr>
      <dsp:spPr>
        <a:xfrm>
          <a:off x="0" y="3017043"/>
          <a:ext cx="4754562" cy="10056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000" b="0" i="0" kern="1200"/>
            <a:t>умисному спотворенні (підробленні) посадовими особами звітних даних</a:t>
          </a:r>
          <a:endParaRPr lang="uk-UA" sz="2000" kern="1200"/>
        </a:p>
      </dsp:txBody>
      <dsp:txXfrm>
        <a:off x="0" y="3017043"/>
        <a:ext cx="4754562" cy="1005681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37920E-0777-4FCF-9CF3-76CF473B2356}">
      <dsp:nvSpPr>
        <dsp:cNvPr id="0" name=""/>
        <dsp:cNvSpPr/>
      </dsp:nvSpPr>
      <dsp:spPr>
        <a:xfrm>
          <a:off x="0" y="249882"/>
          <a:ext cx="4754562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100" b="0" i="0" kern="1200"/>
            <a:t>тотальний дефіцит товарів широкого вжитку в торгівельній мережі</a:t>
          </a:r>
          <a:endParaRPr lang="uk-UA" sz="2100" kern="1200"/>
        </a:p>
      </dsp:txBody>
      <dsp:txXfrm>
        <a:off x="40780" y="290662"/>
        <a:ext cx="4673002" cy="753819"/>
      </dsp:txXfrm>
    </dsp:sp>
    <dsp:sp modelId="{8D224C3C-EB61-4110-9036-155F0D50B19B}">
      <dsp:nvSpPr>
        <dsp:cNvPr id="0" name=""/>
        <dsp:cNvSpPr/>
      </dsp:nvSpPr>
      <dsp:spPr>
        <a:xfrm>
          <a:off x="0" y="1145742"/>
          <a:ext cx="4754562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100" b="0" i="0" kern="1200" dirty="0"/>
            <a:t>директивне планування виробництва, розподілу й споживання товарів</a:t>
          </a:r>
          <a:endParaRPr lang="uk-UA" sz="2100" kern="1200" dirty="0"/>
        </a:p>
      </dsp:txBody>
      <dsp:txXfrm>
        <a:off x="40780" y="1186522"/>
        <a:ext cx="4673002" cy="753819"/>
      </dsp:txXfrm>
    </dsp:sp>
    <dsp:sp modelId="{2D5754C7-CBDF-42FC-A889-510CB55B0FAC}">
      <dsp:nvSpPr>
        <dsp:cNvPr id="0" name=""/>
        <dsp:cNvSpPr/>
      </dsp:nvSpPr>
      <dsp:spPr>
        <a:xfrm>
          <a:off x="0" y="2041602"/>
          <a:ext cx="4754562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100" b="0" i="0" kern="1200"/>
            <a:t>низький рівень культури обслуговування покупців</a:t>
          </a:r>
          <a:endParaRPr lang="uk-UA" sz="2100" kern="1200"/>
        </a:p>
      </dsp:txBody>
      <dsp:txXfrm>
        <a:off x="40780" y="2082382"/>
        <a:ext cx="4673002" cy="753819"/>
      </dsp:txXfrm>
    </dsp:sp>
    <dsp:sp modelId="{4A075CB8-0B6F-4E4F-BFAC-5F0F896208E8}">
      <dsp:nvSpPr>
        <dsp:cNvPr id="0" name=""/>
        <dsp:cNvSpPr/>
      </dsp:nvSpPr>
      <dsp:spPr>
        <a:xfrm>
          <a:off x="0" y="2937462"/>
          <a:ext cx="4754562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100" b="0" i="0" kern="1200"/>
            <a:t>постійне зростання цін в державних закладах торгівлі</a:t>
          </a:r>
          <a:endParaRPr lang="uk-UA" sz="2100" kern="1200"/>
        </a:p>
      </dsp:txBody>
      <dsp:txXfrm>
        <a:off x="40780" y="2978242"/>
        <a:ext cx="4673002" cy="7538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верхнього колонтитула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3" name="Місце для дати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79796A-1DEF-47C6-B259-46FF42CEF780}" type="datetimeFigureOut">
              <a:rPr lang="uk-UA" smtClean="0"/>
              <a:t>30.03.2025</a:t>
            </a:fld>
            <a:endParaRPr lang="uk-UA"/>
          </a:p>
        </p:txBody>
      </p:sp>
      <p:sp>
        <p:nvSpPr>
          <p:cNvPr id="4" name="Місце для зображення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uk-UA"/>
          </a:p>
        </p:txBody>
      </p:sp>
      <p:sp>
        <p:nvSpPr>
          <p:cNvPr id="5" name="Місце для нотаток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E8FEC5-447F-412E-A511-A7BF0F221426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4947514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E8FEC5-447F-412E-A511-A7BF0F221426}" type="slidenum">
              <a:rPr lang="uk-UA" smtClean="0"/>
              <a:t>14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7485349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9A8B9F3F-6625-4ABE-AB3B-B26194B0C2F2}" type="datetimeFigureOut">
              <a:rPr lang="uk-UA" smtClean="0"/>
              <a:t>30.03.2025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4DB00-F7B8-470C-A8BF-D35FEDB89A20}" type="slidenum">
              <a:rPr lang="uk-UA" smtClean="0"/>
              <a:t>‹#›</a:t>
            </a:fld>
            <a:endParaRPr lang="uk-UA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21168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B9F3F-6625-4ABE-AB3B-B26194B0C2F2}" type="datetimeFigureOut">
              <a:rPr lang="uk-UA" smtClean="0"/>
              <a:t>30.03.2025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4DB00-F7B8-470C-A8BF-D35FEDB89A20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5888240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B9F3F-6625-4ABE-AB3B-B26194B0C2F2}" type="datetimeFigureOut">
              <a:rPr lang="uk-UA" smtClean="0"/>
              <a:t>30.03.2025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4DB00-F7B8-470C-A8BF-D35FEDB89A20}" type="slidenum">
              <a:rPr lang="uk-UA" smtClean="0"/>
              <a:t>‹#›</a:t>
            </a:fld>
            <a:endParaRPr lang="uk-UA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95577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B9F3F-6625-4ABE-AB3B-B26194B0C2F2}" type="datetimeFigureOut">
              <a:rPr lang="uk-UA" smtClean="0"/>
              <a:t>30.03.2025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4DB00-F7B8-470C-A8BF-D35FEDB89A20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858646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B9F3F-6625-4ABE-AB3B-B26194B0C2F2}" type="datetimeFigureOut">
              <a:rPr lang="uk-UA" smtClean="0"/>
              <a:t>30.03.2025</a:t>
            </a:fld>
            <a:endParaRPr lang="uk-U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4DB00-F7B8-470C-A8BF-D35FEDB89A20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762091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B9F3F-6625-4ABE-AB3B-B26194B0C2F2}" type="datetimeFigureOut">
              <a:rPr lang="uk-UA" smtClean="0"/>
              <a:t>30.03.2025</a:t>
            </a:fld>
            <a:endParaRPr lang="uk-U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4DB00-F7B8-470C-A8BF-D35FEDB89A20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0613571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B9F3F-6625-4ABE-AB3B-B26194B0C2F2}" type="datetimeFigureOut">
              <a:rPr lang="uk-UA" smtClean="0"/>
              <a:t>30.03.2025</a:t>
            </a:fld>
            <a:endParaRPr lang="uk-U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4DB00-F7B8-470C-A8BF-D35FEDB89A20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6295792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B9F3F-6625-4ABE-AB3B-B26194B0C2F2}" type="datetimeFigureOut">
              <a:rPr lang="uk-UA" smtClean="0"/>
              <a:t>30.03.2025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4DB00-F7B8-470C-A8BF-D35FEDB89A20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0433193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uk-UA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B9F3F-6625-4ABE-AB3B-B26194B0C2F2}" type="datetimeFigureOut">
              <a:rPr lang="uk-UA" smtClean="0"/>
              <a:t>30.03.2025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4DB00-F7B8-470C-A8BF-D35FEDB89A20}" type="slidenum">
              <a:rPr lang="uk-UA" smtClean="0"/>
              <a:t>‹#›</a:t>
            </a:fld>
            <a:endParaRPr lang="uk-UA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21964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B9F3F-6625-4ABE-AB3B-B26194B0C2F2}" type="datetimeFigureOut">
              <a:rPr lang="uk-UA" smtClean="0"/>
              <a:t>30.03.2025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4DB00-F7B8-470C-A8BF-D35FEDB89A20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0010490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B9F3F-6625-4ABE-AB3B-B26194B0C2F2}" type="datetimeFigureOut">
              <a:rPr lang="uk-UA" smtClean="0"/>
              <a:t>30.03.2025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4DB00-F7B8-470C-A8BF-D35FEDB89A20}" type="slidenum">
              <a:rPr lang="uk-UA" smtClean="0"/>
              <a:t>‹#›</a:t>
            </a:fld>
            <a:endParaRPr lang="uk-UA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77720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A8B9F3F-6625-4ABE-AB3B-B26194B0C2F2}" type="datetimeFigureOut">
              <a:rPr lang="uk-UA" smtClean="0"/>
              <a:t>30.03.2025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8DC4DB00-F7B8-470C-A8BF-D35FEDB89A20}" type="slidenum">
              <a:rPr lang="uk-UA" smtClean="0"/>
              <a:t>‹#›</a:t>
            </a:fld>
            <a:endParaRPr lang="uk-UA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7810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4" Type="http://schemas.openxmlformats.org/officeDocument/2006/relationships/diagramLayout" Target="../diagrams/layout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2.xml"/><Relationship Id="rId7" Type="http://schemas.microsoft.com/office/2007/relationships/diagramDrawing" Target="../diagrams/drawing12.xml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2.xml"/><Relationship Id="rId5" Type="http://schemas.openxmlformats.org/officeDocument/2006/relationships/diagramQuickStyle" Target="../diagrams/quickStyle12.xml"/><Relationship Id="rId4" Type="http://schemas.openxmlformats.org/officeDocument/2006/relationships/diagramLayout" Target="../diagrams/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3.xml"/><Relationship Id="rId7" Type="http://schemas.microsoft.com/office/2007/relationships/diagramDrawing" Target="../diagrams/drawing13.xml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3.xml"/><Relationship Id="rId5" Type="http://schemas.openxmlformats.org/officeDocument/2006/relationships/diagramQuickStyle" Target="../diagrams/quickStyle13.xml"/><Relationship Id="rId4" Type="http://schemas.openxmlformats.org/officeDocument/2006/relationships/diagramLayout" Target="../diagrams/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4.xml"/><Relationship Id="rId7" Type="http://schemas.microsoft.com/office/2007/relationships/diagramDrawing" Target="../diagrams/drawing14.xml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4.xml"/><Relationship Id="rId5" Type="http://schemas.openxmlformats.org/officeDocument/2006/relationships/diagramQuickStyle" Target="../diagrams/quickStyle14.xml"/><Relationship Id="rId4" Type="http://schemas.openxmlformats.org/officeDocument/2006/relationships/diagramLayout" Target="../diagrams/layout1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5.xml"/><Relationship Id="rId7" Type="http://schemas.microsoft.com/office/2007/relationships/diagramDrawing" Target="../diagrams/drawing15.xml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5.xml"/><Relationship Id="rId5" Type="http://schemas.openxmlformats.org/officeDocument/2006/relationships/diagramQuickStyle" Target="../diagrams/quickStyle15.xml"/><Relationship Id="rId4" Type="http://schemas.openxmlformats.org/officeDocument/2006/relationships/diagramLayout" Target="../diagrams/layout15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diagramLayout" Target="../diagrams/layout16.xml"/><Relationship Id="rId7" Type="http://schemas.openxmlformats.org/officeDocument/2006/relationships/image" Target="../media/image23.png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6.xml"/><Relationship Id="rId11" Type="http://schemas.openxmlformats.org/officeDocument/2006/relationships/image" Target="../media/image27.png"/><Relationship Id="rId5" Type="http://schemas.openxmlformats.org/officeDocument/2006/relationships/diagramColors" Target="../diagrams/colors16.xml"/><Relationship Id="rId10" Type="http://schemas.openxmlformats.org/officeDocument/2006/relationships/image" Target="../media/image26.png"/><Relationship Id="rId4" Type="http://schemas.openxmlformats.org/officeDocument/2006/relationships/diagramQuickStyle" Target="../diagrams/quickStyle16.xml"/><Relationship Id="rId9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7.xml"/><Relationship Id="rId7" Type="http://schemas.microsoft.com/office/2007/relationships/diagramDrawing" Target="../diagrams/drawing17.xml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7.xml"/><Relationship Id="rId5" Type="http://schemas.openxmlformats.org/officeDocument/2006/relationships/diagramQuickStyle" Target="../diagrams/quickStyle17.xml"/><Relationship Id="rId4" Type="http://schemas.openxmlformats.org/officeDocument/2006/relationships/diagramLayout" Target="../diagrams/layout1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8.xml"/><Relationship Id="rId7" Type="http://schemas.microsoft.com/office/2007/relationships/diagramDrawing" Target="../diagrams/drawing18.xml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8.xml"/><Relationship Id="rId5" Type="http://schemas.openxmlformats.org/officeDocument/2006/relationships/diagramQuickStyle" Target="../diagrams/quickStyle18.xml"/><Relationship Id="rId4" Type="http://schemas.openxmlformats.org/officeDocument/2006/relationships/diagramLayout" Target="../diagrams/layout1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9.xml"/><Relationship Id="rId7" Type="http://schemas.microsoft.com/office/2007/relationships/diagramDrawing" Target="../diagrams/drawing19.xml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9.xml"/><Relationship Id="rId5" Type="http://schemas.openxmlformats.org/officeDocument/2006/relationships/diagramQuickStyle" Target="../diagrams/quickStyle19.xml"/><Relationship Id="rId4" Type="http://schemas.openxmlformats.org/officeDocument/2006/relationships/diagramLayout" Target="../diagrams/layout19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0.xml"/><Relationship Id="rId7" Type="http://schemas.microsoft.com/office/2007/relationships/diagramDrawing" Target="../diagrams/drawing20.xml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20.xml"/><Relationship Id="rId5" Type="http://schemas.openxmlformats.org/officeDocument/2006/relationships/diagramQuickStyle" Target="../diagrams/quickStyle20.xml"/><Relationship Id="rId4" Type="http://schemas.openxmlformats.org/officeDocument/2006/relationships/diagramLayout" Target="../diagrams/layout20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1.xml"/><Relationship Id="rId7" Type="http://schemas.microsoft.com/office/2007/relationships/diagramDrawing" Target="../diagrams/drawing21.xml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21.xml"/><Relationship Id="rId5" Type="http://schemas.openxmlformats.org/officeDocument/2006/relationships/diagramQuickStyle" Target="../diagrams/quickStyle21.xml"/><Relationship Id="rId4" Type="http://schemas.openxmlformats.org/officeDocument/2006/relationships/diagramLayout" Target="../diagrams/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9AA12D72-3FBF-0626-8682-CFAC01DFF9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Україна</a:t>
            </a:r>
            <a:r>
              <a:rPr lang="ru-RU" dirty="0"/>
              <a:t> в </a:t>
            </a:r>
            <a:r>
              <a:rPr lang="ru-RU" dirty="0" err="1"/>
              <a:t>період</a:t>
            </a:r>
            <a:r>
              <a:rPr lang="ru-RU" dirty="0"/>
              <a:t> </a:t>
            </a:r>
            <a:r>
              <a:rPr lang="ru-RU" dirty="0" err="1"/>
              <a:t>загострення</a:t>
            </a:r>
            <a:r>
              <a:rPr lang="ru-RU" dirty="0"/>
              <a:t> </a:t>
            </a:r>
            <a:r>
              <a:rPr lang="ru-RU" dirty="0" err="1"/>
              <a:t>кризи</a:t>
            </a:r>
            <a:r>
              <a:rPr lang="ru-RU" dirty="0"/>
              <a:t> </a:t>
            </a:r>
            <a:r>
              <a:rPr lang="ru-RU" dirty="0" err="1"/>
              <a:t>радянської</a:t>
            </a:r>
            <a:r>
              <a:rPr lang="ru-RU" dirty="0"/>
              <a:t> </a:t>
            </a:r>
            <a:r>
              <a:rPr lang="ru-RU" dirty="0" err="1"/>
              <a:t>системи</a:t>
            </a:r>
            <a:endParaRPr lang="uk-UA" dirty="0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xmlns="" id="{54B98FBF-1CE4-8BB3-F69A-C8597050240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998700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A3AA13A8-7102-4260-527A-4CECBA3D4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Політико-ідеологічна криза</a:t>
            </a:r>
          </a:p>
        </p:txBody>
      </p:sp>
      <p:graphicFrame>
        <p:nvGraphicFramePr>
          <p:cNvPr id="4" name="Місце для вмісту 3">
            <a:extLst>
              <a:ext uri="{FF2B5EF4-FFF2-40B4-BE49-F238E27FC236}">
                <a16:creationId xmlns:a16="http://schemas.microsoft.com/office/drawing/2014/main" xmlns="" id="{C3F5FD27-2406-BB95-5789-9C4A05D7EAE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44601695"/>
              </p:ext>
            </p:extLst>
          </p:nvPr>
        </p:nvGraphicFramePr>
        <p:xfrm>
          <a:off x="1023938" y="2286000"/>
          <a:ext cx="972026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62103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5BF54B4B-FD87-8BBD-B8F9-6B3B5489A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Система управління</a:t>
            </a:r>
          </a:p>
        </p:txBody>
      </p:sp>
      <p:pic>
        <p:nvPicPr>
          <p:cNvPr id="5" name="Місце для вмісту 4">
            <a:extLst>
              <a:ext uri="{FF2B5EF4-FFF2-40B4-BE49-F238E27FC236}">
                <a16:creationId xmlns:a16="http://schemas.microsoft.com/office/drawing/2014/main" xmlns="" id="{D37ECC9A-5611-815A-39D2-1967EDCFB8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54326" y="2458781"/>
            <a:ext cx="8859486" cy="3677163"/>
          </a:xfrm>
        </p:spPr>
      </p:pic>
    </p:spTree>
    <p:extLst>
      <p:ext uri="{BB962C8B-B14F-4D97-AF65-F5344CB8AC3E}">
        <p14:creationId xmlns:p14="http://schemas.microsoft.com/office/powerpoint/2010/main" val="2756557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D624C261-2CBD-FB2E-77FB-C312D8EA5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Яке </a:t>
            </a:r>
            <a:r>
              <a:rPr lang="ru-RU" dirty="0" err="1"/>
              <a:t>явище</a:t>
            </a:r>
            <a:r>
              <a:rPr lang="ru-RU" dirty="0"/>
              <a:t> </a:t>
            </a:r>
            <a:r>
              <a:rPr lang="ru-RU" dirty="0" err="1"/>
              <a:t>радянської</a:t>
            </a:r>
            <a:r>
              <a:rPr lang="ru-RU" dirty="0"/>
              <a:t> </a:t>
            </a:r>
            <a:r>
              <a:rPr lang="ru-RU" dirty="0" err="1"/>
              <a:t>дійсності</a:t>
            </a:r>
            <a:r>
              <a:rPr lang="ru-RU" dirty="0"/>
              <a:t> </a:t>
            </a:r>
            <a:r>
              <a:rPr lang="ru-RU" dirty="0" err="1"/>
              <a:t>другої</a:t>
            </a:r>
            <a:r>
              <a:rPr lang="ru-RU" dirty="0"/>
              <a:t> </a:t>
            </a:r>
            <a:r>
              <a:rPr lang="ru-RU" dirty="0" err="1"/>
              <a:t>половини</a:t>
            </a:r>
            <a:r>
              <a:rPr lang="ru-RU" dirty="0"/>
              <a:t> 1960–1980-х </a:t>
            </a:r>
            <a:r>
              <a:rPr lang="ru-RU" dirty="0" err="1"/>
              <a:t>рр</a:t>
            </a:r>
            <a:r>
              <a:rPr lang="ru-RU" dirty="0"/>
              <a:t>. </a:t>
            </a:r>
            <a:r>
              <a:rPr lang="ru-RU" dirty="0" err="1"/>
              <a:t>відображає</a:t>
            </a:r>
            <a:r>
              <a:rPr lang="ru-RU" dirty="0"/>
              <a:t> карикатура?</a:t>
            </a:r>
            <a:endParaRPr lang="uk-UA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xmlns="" id="{C170EC52-64FD-7F51-4D99-F28967384B26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858169" y="2392362"/>
            <a:ext cx="30861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xmlns="" id="{2A1D9BD3-7BF3-787D-5F3B-4BD7BA893D31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163389673"/>
              </p:ext>
            </p:extLst>
          </p:nvPr>
        </p:nvGraphicFramePr>
        <p:xfrm>
          <a:off x="5989638" y="2286000"/>
          <a:ext cx="475456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092900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33968E29-E6ED-77FB-B9E9-F2795A4FB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На яке </a:t>
            </a:r>
            <a:r>
              <a:rPr lang="ru-RU" dirty="0" err="1"/>
              <a:t>явище</a:t>
            </a:r>
            <a:r>
              <a:rPr lang="ru-RU" dirty="0"/>
              <a:t> в </a:t>
            </a:r>
            <a:r>
              <a:rPr lang="ru-RU" dirty="0" err="1"/>
              <a:t>житті</a:t>
            </a:r>
            <a:r>
              <a:rPr lang="ru-RU" dirty="0"/>
              <a:t> </a:t>
            </a:r>
            <a:r>
              <a:rPr lang="ru-RU" dirty="0" err="1"/>
              <a:t>радянських</a:t>
            </a:r>
            <a:r>
              <a:rPr lang="ru-RU" dirty="0"/>
              <a:t> людей у </a:t>
            </a:r>
            <a:r>
              <a:rPr lang="ru-RU" dirty="0" err="1"/>
              <a:t>період</a:t>
            </a:r>
            <a:r>
              <a:rPr lang="ru-RU" dirty="0"/>
              <a:t> «застою» </a:t>
            </a:r>
            <a:r>
              <a:rPr lang="ru-RU" dirty="0" err="1"/>
              <a:t>вказує</a:t>
            </a:r>
            <a:r>
              <a:rPr lang="ru-RU" dirty="0"/>
              <a:t> карикатура?</a:t>
            </a:r>
            <a:endParaRPr lang="uk-UA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xmlns="" id="{B23166C3-B6EE-DAAD-0471-F05C2B8DEC41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23938" y="3080421"/>
            <a:ext cx="4754562" cy="24338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xmlns="" id="{5F679FE1-4172-21DB-FA76-21184BAF68F0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750156397"/>
              </p:ext>
            </p:extLst>
          </p:nvPr>
        </p:nvGraphicFramePr>
        <p:xfrm>
          <a:off x="5989638" y="2286000"/>
          <a:ext cx="475456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694437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BF587F97-BD9D-BBF0-2C67-D2B7711AD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Укажіть</a:t>
            </a:r>
            <a:r>
              <a:rPr lang="ru-RU" dirty="0"/>
              <a:t> портрет </a:t>
            </a:r>
            <a:r>
              <a:rPr lang="ru-RU" dirty="0" err="1"/>
              <a:t>видатного</a:t>
            </a:r>
            <a:r>
              <a:rPr lang="ru-RU" dirty="0"/>
              <a:t> </a:t>
            </a:r>
            <a:r>
              <a:rPr lang="ru-RU" dirty="0" err="1"/>
              <a:t>вченого</a:t>
            </a:r>
            <a:r>
              <a:rPr lang="ru-RU" dirty="0"/>
              <a:t> в </a:t>
            </a:r>
            <a:r>
              <a:rPr lang="ru-RU" dirty="0" err="1"/>
              <a:t>галузі</a:t>
            </a:r>
            <a:r>
              <a:rPr lang="ru-RU" dirty="0"/>
              <a:t> </a:t>
            </a:r>
            <a:r>
              <a:rPr lang="ru-RU" dirty="0" err="1"/>
              <a:t>електрозварювання</a:t>
            </a:r>
            <a:r>
              <a:rPr lang="ru-RU" dirty="0"/>
              <a:t>, </a:t>
            </a:r>
            <a:r>
              <a:rPr lang="ru-RU" dirty="0" err="1"/>
              <a:t>металургії</a:t>
            </a:r>
            <a:r>
              <a:rPr lang="ru-RU" dirty="0"/>
              <a:t> та </a:t>
            </a:r>
            <a:r>
              <a:rPr lang="ru-RU" dirty="0" err="1"/>
              <a:t>технології</a:t>
            </a:r>
            <a:r>
              <a:rPr lang="ru-RU" dirty="0"/>
              <a:t> </a:t>
            </a:r>
            <a:r>
              <a:rPr lang="ru-RU" dirty="0" err="1"/>
              <a:t>металів</a:t>
            </a:r>
            <a:r>
              <a:rPr lang="ru-RU" dirty="0"/>
              <a:t>.</a:t>
            </a:r>
            <a:endParaRPr lang="uk-UA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xmlns="" id="{B3FB839D-E0AE-F6D3-BC1B-F253B28E1640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200" y="2543867"/>
            <a:ext cx="2349731" cy="3551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xmlns="" id="{9FE23522-897B-783F-0852-13278C12C001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600" y="2543864"/>
            <a:ext cx="2349731" cy="3551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xmlns="" id="{06C1382E-993F-29D4-DE70-B27DEFAC20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3231" y="2543864"/>
            <a:ext cx="2349731" cy="3551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>
            <a:extLst>
              <a:ext uri="{FF2B5EF4-FFF2-40B4-BE49-F238E27FC236}">
                <a16:creationId xmlns:a16="http://schemas.microsoft.com/office/drawing/2014/main" xmlns="" id="{35724D56-A9CD-9160-FCA2-35340F13D3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9780" y="2543866"/>
            <a:ext cx="2349731" cy="3551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9964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5847C3B4-B6AB-28BC-E94F-33F45E66F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Яке </a:t>
            </a:r>
            <a:r>
              <a:rPr lang="ru-RU" dirty="0" err="1"/>
              <a:t>явище</a:t>
            </a:r>
            <a:r>
              <a:rPr lang="ru-RU" dirty="0"/>
              <a:t> </a:t>
            </a:r>
            <a:r>
              <a:rPr lang="ru-RU" dirty="0" err="1"/>
              <a:t>радянської</a:t>
            </a:r>
            <a:r>
              <a:rPr lang="ru-RU" dirty="0"/>
              <a:t> </a:t>
            </a:r>
            <a:r>
              <a:rPr lang="ru-RU" dirty="0" err="1"/>
              <a:t>дійсності</a:t>
            </a:r>
            <a:r>
              <a:rPr lang="ru-RU" dirty="0"/>
              <a:t> 1970—1980-х </a:t>
            </a:r>
            <a:r>
              <a:rPr lang="ru-RU" dirty="0" err="1"/>
              <a:t>рр</a:t>
            </a:r>
            <a:r>
              <a:rPr lang="ru-RU" dirty="0"/>
              <a:t>. </a:t>
            </a:r>
            <a:r>
              <a:rPr lang="ru-RU" dirty="0" err="1"/>
              <a:t>відображено</a:t>
            </a:r>
            <a:r>
              <a:rPr lang="ru-RU" dirty="0"/>
              <a:t> на </a:t>
            </a:r>
            <a:r>
              <a:rPr lang="ru-RU" dirty="0" err="1"/>
              <a:t>карикатурі</a:t>
            </a:r>
            <a:r>
              <a:rPr lang="ru-RU" dirty="0"/>
              <a:t>?</a:t>
            </a:r>
            <a:endParaRPr lang="uk-UA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xmlns="" id="{228792BD-82E9-24D1-2304-B4EFE734CCAB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123424"/>
            <a:ext cx="4322618" cy="4053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xmlns="" id="{C48631B0-F660-0CC5-39F2-F688AD6EF6B1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053238907"/>
              </p:ext>
            </p:extLst>
          </p:nvPr>
        </p:nvGraphicFramePr>
        <p:xfrm>
          <a:off x="5989638" y="2286000"/>
          <a:ext cx="475456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57627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68AA70B4-E9A5-02B6-FEBC-55FD81103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На </a:t>
            </a:r>
            <a:r>
              <a:rPr lang="ru-RU" dirty="0" err="1"/>
              <a:t>якій</a:t>
            </a:r>
            <a:r>
              <a:rPr lang="ru-RU" dirty="0"/>
              <a:t> </a:t>
            </a:r>
            <a:r>
              <a:rPr lang="ru-RU" dirty="0" err="1"/>
              <a:t>проблемі</a:t>
            </a:r>
            <a:r>
              <a:rPr lang="ru-RU" dirty="0"/>
              <a:t> </a:t>
            </a:r>
            <a:r>
              <a:rPr lang="ru-RU" dirty="0" err="1"/>
              <a:t>радянської</a:t>
            </a:r>
            <a:r>
              <a:rPr lang="ru-RU" dirty="0"/>
              <a:t> </a:t>
            </a:r>
            <a:r>
              <a:rPr lang="ru-RU" dirty="0" err="1"/>
              <a:t>дійсності</a:t>
            </a:r>
            <a:r>
              <a:rPr lang="ru-RU" dirty="0"/>
              <a:t> 1970-1980-х </a:t>
            </a:r>
            <a:r>
              <a:rPr lang="ru-RU" dirty="0" err="1"/>
              <a:t>рр</a:t>
            </a:r>
            <a:r>
              <a:rPr lang="ru-RU" dirty="0"/>
              <a:t>. </a:t>
            </a:r>
            <a:r>
              <a:rPr lang="ru-RU" dirty="0" err="1"/>
              <a:t>фокусує</a:t>
            </a:r>
            <a:r>
              <a:rPr lang="ru-RU" dirty="0"/>
              <a:t> </a:t>
            </a:r>
            <a:r>
              <a:rPr lang="ru-RU" dirty="0" err="1"/>
              <a:t>увагу</a:t>
            </a:r>
            <a:r>
              <a:rPr lang="ru-RU" dirty="0"/>
              <a:t> </a:t>
            </a:r>
            <a:r>
              <a:rPr lang="ru-RU" dirty="0" err="1"/>
              <a:t>зображена</a:t>
            </a:r>
            <a:r>
              <a:rPr lang="ru-RU" dirty="0"/>
              <a:t> карикатура?</a:t>
            </a:r>
            <a:endParaRPr lang="uk-UA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xmlns="" id="{A8766F00-767E-FBE7-C2B4-0B2EA3818F8B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899458"/>
            <a:ext cx="4579175" cy="3289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xmlns="" id="{082770AD-61F9-C1B3-174D-BFB835BD27AD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206565935"/>
              </p:ext>
            </p:extLst>
          </p:nvPr>
        </p:nvGraphicFramePr>
        <p:xfrm>
          <a:off x="5989638" y="2286000"/>
          <a:ext cx="475456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Місце для вмісту 3">
            <a:extLst>
              <a:ext uri="{FF2B5EF4-FFF2-40B4-BE49-F238E27FC236}">
                <a16:creationId xmlns:a16="http://schemas.microsoft.com/office/drawing/2014/main" xmlns="" id="{895BBD0B-4399-0338-3363-52C5DFCBAEE7}"/>
              </a:ext>
            </a:extLst>
          </p:cNvPr>
          <p:cNvSpPr txBox="1">
            <a:spLocks/>
          </p:cNvSpPr>
          <p:nvPr/>
        </p:nvSpPr>
        <p:spPr>
          <a:xfrm>
            <a:off x="282632" y="5398005"/>
            <a:ext cx="5539221" cy="13576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400" dirty="0" err="1"/>
              <a:t>Напис</a:t>
            </a:r>
            <a:r>
              <a:rPr lang="ru-RU" sz="1400" dirty="0"/>
              <a:t> на </a:t>
            </a:r>
            <a:r>
              <a:rPr lang="ru-RU" sz="1400" dirty="0" err="1"/>
              <a:t>карикатурі</a:t>
            </a:r>
            <a:r>
              <a:rPr lang="ru-RU" sz="1400" dirty="0"/>
              <a:t>:</a:t>
            </a:r>
          </a:p>
          <a:p>
            <a:r>
              <a:rPr lang="ru-RU" sz="1400" i="1" dirty="0"/>
              <a:t>- </a:t>
            </a:r>
            <a:r>
              <a:rPr lang="ru-RU" sz="1400" i="1" dirty="0" err="1"/>
              <a:t>Молоді</a:t>
            </a:r>
            <a:r>
              <a:rPr lang="ru-RU" sz="1400" i="1" dirty="0"/>
              <a:t> люди! Походили б для </a:t>
            </a:r>
            <a:r>
              <a:rPr lang="ru-RU" sz="1400" i="1" dirty="0" err="1"/>
              <a:t>тренування</a:t>
            </a:r>
            <a:r>
              <a:rPr lang="ru-RU" sz="1400" i="1" dirty="0"/>
              <a:t> з </a:t>
            </a:r>
            <a:r>
              <a:rPr lang="ru-RU" sz="1400" i="1" dirty="0" err="1"/>
              <a:t>моєю</a:t>
            </a:r>
            <a:r>
              <a:rPr lang="ru-RU" sz="1400" i="1" dirty="0"/>
              <a:t> </a:t>
            </a:r>
            <a:r>
              <a:rPr lang="ru-RU" sz="1400" i="1" dirty="0" err="1"/>
              <a:t>заявою</a:t>
            </a:r>
            <a:r>
              <a:rPr lang="ru-RU" sz="1400" i="1" dirty="0"/>
              <a:t>...</a:t>
            </a:r>
          </a:p>
          <a:p>
            <a:r>
              <a:rPr lang="ru-RU" sz="1400" i="1" dirty="0"/>
              <a:t>- </a:t>
            </a:r>
            <a:r>
              <a:rPr lang="ru-RU" sz="1400" i="1" dirty="0" err="1"/>
              <a:t>Що</a:t>
            </a:r>
            <a:r>
              <a:rPr lang="ru-RU" sz="1400" i="1" dirty="0"/>
              <a:t> </a:t>
            </a:r>
            <a:r>
              <a:rPr lang="ru-RU" sz="1400" i="1" dirty="0" err="1"/>
              <a:t>ти</a:t>
            </a:r>
            <a:r>
              <a:rPr lang="ru-RU" sz="1400" i="1" dirty="0"/>
              <a:t> </a:t>
            </a:r>
            <a:r>
              <a:rPr lang="ru-RU" sz="1400" i="1" dirty="0" err="1"/>
              <a:t>бабцю</a:t>
            </a:r>
            <a:r>
              <a:rPr lang="ru-RU" sz="1400" i="1" dirty="0"/>
              <a:t>! Ми </a:t>
            </a:r>
            <a:r>
              <a:rPr lang="ru-RU" sz="1400" i="1" dirty="0" err="1"/>
              <a:t>більше</a:t>
            </a:r>
            <a:r>
              <a:rPr lang="ru-RU" sz="1400" i="1" dirty="0"/>
              <a:t> </a:t>
            </a:r>
            <a:r>
              <a:rPr lang="ru-RU" sz="1400" i="1" dirty="0" err="1"/>
              <a:t>п`ятдесяти</a:t>
            </a:r>
            <a:r>
              <a:rPr lang="ru-RU" sz="1400" i="1" dirty="0"/>
              <a:t> </a:t>
            </a:r>
            <a:r>
              <a:rPr lang="ru-RU" sz="1400" i="1" dirty="0" err="1"/>
              <a:t>кілометрів</a:t>
            </a:r>
            <a:r>
              <a:rPr lang="ru-RU" sz="1400" i="1" dirty="0"/>
              <a:t> не </a:t>
            </a:r>
            <a:r>
              <a:rPr lang="ru-RU" sz="1400" i="1" dirty="0" err="1"/>
              <a:t>ходимо</a:t>
            </a:r>
            <a:r>
              <a:rPr lang="ru-RU" sz="1400" i="1" dirty="0"/>
              <a:t>!</a:t>
            </a:r>
            <a:endParaRPr lang="uk-UA" sz="1400" i="1" dirty="0"/>
          </a:p>
        </p:txBody>
      </p:sp>
    </p:spTree>
    <p:extLst>
      <p:ext uri="{BB962C8B-B14F-4D97-AF65-F5344CB8AC3E}">
        <p14:creationId xmlns:p14="http://schemas.microsoft.com/office/powerpoint/2010/main" val="3733471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8758EC3F-DBE8-285B-506B-773107B42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Обов'язковість</a:t>
            </a:r>
            <a:r>
              <a:rPr lang="ru-RU" dirty="0"/>
              <a:t> </a:t>
            </a:r>
            <a:r>
              <a:rPr lang="ru-RU" dirty="0" err="1"/>
              <a:t>носіння</a:t>
            </a:r>
            <a:r>
              <a:rPr lang="ru-RU" dirty="0"/>
              <a:t> </a:t>
            </a:r>
            <a:r>
              <a:rPr lang="ru-RU" dirty="0" err="1"/>
              <a:t>дітьми</a:t>
            </a:r>
            <a:r>
              <a:rPr lang="ru-RU" dirty="0"/>
              <a:t> та </a:t>
            </a:r>
            <a:r>
              <a:rPr lang="ru-RU" dirty="0" err="1"/>
              <a:t>молоддю</a:t>
            </a:r>
            <a:r>
              <a:rPr lang="ru-RU" dirty="0"/>
              <a:t> УРСР </a:t>
            </a:r>
            <a:r>
              <a:rPr lang="ru-RU" dirty="0" err="1"/>
              <a:t>зображених</a:t>
            </a:r>
            <a:r>
              <a:rPr lang="ru-RU" dirty="0"/>
              <a:t> </a:t>
            </a:r>
            <a:r>
              <a:rPr lang="ru-RU" dirty="0" err="1"/>
              <a:t>значків</a:t>
            </a:r>
            <a:r>
              <a:rPr lang="ru-RU" dirty="0"/>
              <a:t> </a:t>
            </a:r>
            <a:r>
              <a:rPr lang="ru-RU" dirty="0" err="1"/>
              <a:t>свідчить</a:t>
            </a:r>
            <a:r>
              <a:rPr lang="ru-RU" dirty="0"/>
              <a:t> про</a:t>
            </a:r>
            <a:endParaRPr lang="uk-UA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xmlns="" id="{20900FEA-D8AD-ED0A-52C4-78BA11A6510E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23938" y="3504935"/>
            <a:ext cx="4754562" cy="15848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xmlns="" id="{03841619-F578-0D87-AB40-24F714335702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432120564"/>
              </p:ext>
            </p:extLst>
          </p:nvPr>
        </p:nvGraphicFramePr>
        <p:xfrm>
          <a:off x="5989638" y="2286000"/>
          <a:ext cx="475456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436396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DB7EC80B-AD67-32D0-DD45-241DE7D03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На фото зображено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xmlns="" id="{22BB6A1C-8EAA-F646-EA56-F30EF9EBCA2D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953038" y="2286000"/>
            <a:ext cx="2896362" cy="402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xmlns="" id="{13FB939E-3523-1409-484E-7A11E9A72198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554763717"/>
              </p:ext>
            </p:extLst>
          </p:nvPr>
        </p:nvGraphicFramePr>
        <p:xfrm>
          <a:off x="5989638" y="2286000"/>
          <a:ext cx="475456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911730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8EFC61E4-C65E-832C-092F-35E98D261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10655254" cy="1499616"/>
          </a:xfrm>
        </p:spPr>
        <p:txBody>
          <a:bodyPr>
            <a:normAutofit fontScale="90000"/>
          </a:bodyPr>
          <a:lstStyle/>
          <a:p>
            <a:r>
              <a:rPr lang="ru-RU" dirty="0"/>
              <a:t>На </a:t>
            </a:r>
            <a:r>
              <a:rPr lang="ru-RU" dirty="0" err="1"/>
              <a:t>якій</a:t>
            </a:r>
            <a:r>
              <a:rPr lang="ru-RU" dirty="0"/>
              <a:t> </a:t>
            </a:r>
            <a:r>
              <a:rPr lang="ru-RU" dirty="0" err="1"/>
              <a:t>проблемі</a:t>
            </a:r>
            <a:r>
              <a:rPr lang="ru-RU" dirty="0"/>
              <a:t> </a:t>
            </a:r>
            <a:r>
              <a:rPr lang="ru-RU" dirty="0" err="1"/>
              <a:t>радянської</a:t>
            </a:r>
            <a:r>
              <a:rPr lang="ru-RU" dirty="0"/>
              <a:t> </a:t>
            </a:r>
            <a:r>
              <a:rPr lang="ru-RU" dirty="0" err="1"/>
              <a:t>дійсності</a:t>
            </a:r>
            <a:r>
              <a:rPr lang="ru-RU" dirty="0"/>
              <a:t> 1970-х - 1980-х </a:t>
            </a:r>
            <a:r>
              <a:rPr lang="ru-RU" dirty="0" err="1"/>
              <a:t>рр</a:t>
            </a:r>
            <a:r>
              <a:rPr lang="ru-RU" dirty="0"/>
              <a:t>. </a:t>
            </a:r>
            <a:r>
              <a:rPr lang="ru-RU" dirty="0" err="1"/>
              <a:t>акцентує</a:t>
            </a:r>
            <a:r>
              <a:rPr lang="ru-RU" dirty="0"/>
              <a:t> </a:t>
            </a:r>
            <a:r>
              <a:rPr lang="ru-RU" dirty="0" err="1"/>
              <a:t>увагу</a:t>
            </a:r>
            <a:r>
              <a:rPr lang="ru-RU" dirty="0"/>
              <a:t> </a:t>
            </a:r>
            <a:r>
              <a:rPr lang="ru-RU" dirty="0" err="1"/>
              <a:t>зображена</a:t>
            </a:r>
            <a:r>
              <a:rPr lang="ru-RU" dirty="0"/>
              <a:t> карикатура?</a:t>
            </a:r>
            <a:endParaRPr lang="uk-UA" dirty="0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xmlns="" id="{B5A784CB-B7F9-9D9C-3B17-D55C589ED970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772" y="2189019"/>
            <a:ext cx="5051137" cy="40156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xmlns="" id="{42BA167D-04DB-7F45-7D2D-DFC8DC251E52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429144181"/>
              </p:ext>
            </p:extLst>
          </p:nvPr>
        </p:nvGraphicFramePr>
        <p:xfrm>
          <a:off x="5989638" y="2286000"/>
          <a:ext cx="475456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Місце для вмісту 3">
            <a:extLst>
              <a:ext uri="{FF2B5EF4-FFF2-40B4-BE49-F238E27FC236}">
                <a16:creationId xmlns:a16="http://schemas.microsoft.com/office/drawing/2014/main" xmlns="" id="{2BF6D5B4-4DC5-4BB6-F57C-BD805024620D}"/>
              </a:ext>
            </a:extLst>
          </p:cNvPr>
          <p:cNvSpPr txBox="1">
            <a:spLocks/>
          </p:cNvSpPr>
          <p:nvPr/>
        </p:nvSpPr>
        <p:spPr>
          <a:xfrm>
            <a:off x="199505" y="6204672"/>
            <a:ext cx="5538817" cy="847292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Напис на карикатурі: </a:t>
            </a:r>
            <a:r>
              <a:rPr lang="ru-RU" i="1"/>
              <a:t>«Сьогодні в нашому тресті розшукуються: “пішла в хімчистку”; “пішов на об'єкт; “відійшов покурити”; “пішла в другий відділ”».</a:t>
            </a:r>
            <a:endParaRPr lang="uk-UA" i="1" dirty="0"/>
          </a:p>
        </p:txBody>
      </p:sp>
    </p:spTree>
    <p:extLst>
      <p:ext uri="{BB962C8B-B14F-4D97-AF65-F5344CB8AC3E}">
        <p14:creationId xmlns:p14="http://schemas.microsoft.com/office/powerpoint/2010/main" val="3481971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EBDFB40A-C5BC-AC51-4E75-7AD13E8A0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Хто</a:t>
            </a:r>
            <a:r>
              <a:rPr lang="ru-RU" dirty="0"/>
              <a:t> з </a:t>
            </a:r>
            <a:r>
              <a:rPr lang="ru-RU" dirty="0" err="1"/>
              <a:t>діячів</a:t>
            </a:r>
            <a:r>
              <a:rPr lang="ru-RU" dirty="0"/>
              <a:t>, </a:t>
            </a:r>
            <a:r>
              <a:rPr lang="ru-RU" dirty="0" err="1"/>
              <a:t>зображених</a:t>
            </a:r>
            <a:r>
              <a:rPr lang="ru-RU" dirty="0"/>
              <a:t> на фото, </a:t>
            </a:r>
            <a:r>
              <a:rPr lang="ru-RU" dirty="0" err="1"/>
              <a:t>був</a:t>
            </a:r>
            <a:r>
              <a:rPr lang="ru-RU" dirty="0"/>
              <a:t> членом </a:t>
            </a:r>
            <a:r>
              <a:rPr lang="ru-RU" dirty="0" err="1"/>
              <a:t>цієї</a:t>
            </a:r>
            <a:r>
              <a:rPr lang="ru-RU" dirty="0"/>
              <a:t> </a:t>
            </a:r>
            <a:r>
              <a:rPr lang="ru-RU" dirty="0" err="1"/>
              <a:t>організації</a:t>
            </a:r>
            <a:r>
              <a:rPr lang="ru-RU" dirty="0"/>
              <a:t>?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xmlns="" id="{039FF055-8A4A-724C-8C89-72C146F188F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uk-UA" dirty="0"/>
              <a:t>«…[організація] ставить за мету:</a:t>
            </a:r>
          </a:p>
          <a:p>
            <a:r>
              <a:rPr lang="uk-UA" dirty="0"/>
              <a:t>1) Сприяти ознайомленню широких кіл української громадськості з Декларацією Прав Людини.</a:t>
            </a:r>
          </a:p>
          <a:p>
            <a:r>
              <a:rPr lang="uk-UA" dirty="0"/>
              <a:t>2) …активно сприяти виконанню гуманітарних статей Заключного </a:t>
            </a:r>
            <a:r>
              <a:rPr lang="uk-UA" dirty="0" err="1"/>
              <a:t>Акта</a:t>
            </a:r>
            <a:r>
              <a:rPr lang="uk-UA" dirty="0"/>
              <a:t> Наради з питань безпеки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uk-UA" dirty="0"/>
              <a:t>співпраці в Європі.</a:t>
            </a:r>
          </a:p>
          <a:p>
            <a:r>
              <a:rPr lang="uk-UA" dirty="0"/>
              <a:t>3) Домагатися, щоб на всіх міжнародних нарадах… Україна як суверенна європейська держава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uk-UA" dirty="0"/>
              <a:t>член ООН була представлена окремою делегацією.</a:t>
            </a:r>
          </a:p>
          <a:p>
            <a:r>
              <a:rPr lang="uk-UA" dirty="0"/>
              <a:t>4) З метою вільного обміну інформацією та ідеями домагатися акредитування на Україні представників зарубіжної преси…»</a:t>
            </a:r>
          </a:p>
          <a:p>
            <a:endParaRPr lang="uk-UA" dirty="0"/>
          </a:p>
        </p:txBody>
      </p:sp>
      <p:pic>
        <p:nvPicPr>
          <p:cNvPr id="5" name="Місце для вмісту 4">
            <a:extLst>
              <a:ext uri="{FF2B5EF4-FFF2-40B4-BE49-F238E27FC236}">
                <a16:creationId xmlns:a16="http://schemas.microsoft.com/office/drawing/2014/main" xmlns="" id="{C7A1D52E-A970-8D6E-2B4F-8CB28CBD2E5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 l="25160" t="-439" r="49894" b="439"/>
          <a:stretch/>
        </p:blipFill>
        <p:spPr>
          <a:xfrm>
            <a:off x="6952705" y="4133321"/>
            <a:ext cx="1785818" cy="2553229"/>
          </a:xfrm>
          <a:prstGeom prst="rect">
            <a:avLst/>
          </a:prstGeom>
        </p:spPr>
      </p:pic>
      <p:pic>
        <p:nvPicPr>
          <p:cNvPr id="6" name="Місце для вмісту 4">
            <a:extLst>
              <a:ext uri="{FF2B5EF4-FFF2-40B4-BE49-F238E27FC236}">
                <a16:creationId xmlns:a16="http://schemas.microsoft.com/office/drawing/2014/main" xmlns="" id="{8F51CB8A-213E-6624-8DDB-D8940C45944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000" r="25054"/>
          <a:stretch/>
        </p:blipFill>
        <p:spPr>
          <a:xfrm>
            <a:off x="9671428" y="1448065"/>
            <a:ext cx="1785818" cy="2553229"/>
          </a:xfrm>
          <a:prstGeom prst="rect">
            <a:avLst/>
          </a:prstGeom>
        </p:spPr>
      </p:pic>
      <p:pic>
        <p:nvPicPr>
          <p:cNvPr id="7" name="Місце для вмісту 4">
            <a:extLst>
              <a:ext uri="{FF2B5EF4-FFF2-40B4-BE49-F238E27FC236}">
                <a16:creationId xmlns:a16="http://schemas.microsoft.com/office/drawing/2014/main" xmlns="" id="{3E02AEA2-67A9-D9CA-ACC9-FE9E43E5844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6324" t="-232" b="232"/>
          <a:stretch/>
        </p:blipFill>
        <p:spPr>
          <a:xfrm>
            <a:off x="9716880" y="4133321"/>
            <a:ext cx="1694913" cy="2553228"/>
          </a:xfrm>
          <a:prstGeom prst="rect">
            <a:avLst/>
          </a:prstGeom>
        </p:spPr>
      </p:pic>
      <p:pic>
        <p:nvPicPr>
          <p:cNvPr id="8" name="Місце для вмісту 4">
            <a:extLst>
              <a:ext uri="{FF2B5EF4-FFF2-40B4-BE49-F238E27FC236}">
                <a16:creationId xmlns:a16="http://schemas.microsoft.com/office/drawing/2014/main" xmlns="" id="{920CA43C-36AD-2342-03D1-E3BE70DF31F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5054"/>
          <a:stretch/>
        </p:blipFill>
        <p:spPr>
          <a:xfrm>
            <a:off x="6952705" y="1448065"/>
            <a:ext cx="1785818" cy="2553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068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636B8AD6-1A4A-9039-CC0B-E61CDCE6B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Із</a:t>
            </a:r>
            <a:r>
              <a:rPr lang="ru-RU" dirty="0"/>
              <a:t> </a:t>
            </a:r>
            <a:r>
              <a:rPr lang="ru-RU" dirty="0" err="1"/>
              <a:t>якою</a:t>
            </a:r>
            <a:r>
              <a:rPr lang="ru-RU" dirty="0"/>
              <a:t> </a:t>
            </a:r>
            <a:r>
              <a:rPr lang="ru-RU" dirty="0" err="1"/>
              <a:t>подією</a:t>
            </a:r>
            <a:r>
              <a:rPr lang="ru-RU" dirty="0"/>
              <a:t> </a:t>
            </a:r>
            <a:r>
              <a:rPr lang="ru-RU" dirty="0" err="1"/>
              <a:t>пов’язані</a:t>
            </a:r>
            <a:r>
              <a:rPr lang="ru-RU" dirty="0"/>
              <a:t> </a:t>
            </a:r>
            <a:r>
              <a:rPr lang="ru-RU" dirty="0" err="1"/>
              <a:t>діячі</a:t>
            </a:r>
            <a:r>
              <a:rPr lang="ru-RU" dirty="0"/>
              <a:t>, </a:t>
            </a:r>
            <a:r>
              <a:rPr lang="ru-RU" dirty="0" err="1"/>
              <a:t>зображені</a:t>
            </a:r>
            <a:r>
              <a:rPr lang="ru-RU" dirty="0"/>
              <a:t> на фото?</a:t>
            </a:r>
            <a:endParaRPr lang="uk-UA" dirty="0"/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xmlns="" id="{84188EC8-69D0-D98D-CD28-D4E92D5D5F48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43806" y="3325812"/>
            <a:ext cx="4314825" cy="1943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xmlns="" id="{B8124D68-CAA0-99C4-F0B6-C104CA463647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013136916"/>
              </p:ext>
            </p:extLst>
          </p:nvPr>
        </p:nvGraphicFramePr>
        <p:xfrm>
          <a:off x="5989638" y="2286000"/>
          <a:ext cx="475456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419186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2DFE2E6E-93AD-C251-13B9-86E4C89B8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Укажіть</a:t>
            </a:r>
            <a:r>
              <a:rPr lang="ru-RU" dirty="0"/>
              <a:t> фото, на </a:t>
            </a:r>
            <a:r>
              <a:rPr lang="ru-RU" dirty="0" err="1"/>
              <a:t>якому</a:t>
            </a:r>
            <a:r>
              <a:rPr lang="ru-RU" dirty="0"/>
              <a:t> </a:t>
            </a:r>
            <a:r>
              <a:rPr lang="ru-RU" dirty="0" err="1"/>
              <a:t>зображено</a:t>
            </a:r>
            <a:r>
              <a:rPr lang="ru-RU" dirty="0"/>
              <a:t> </a:t>
            </a:r>
            <a:r>
              <a:rPr lang="ru-RU" dirty="0" err="1"/>
              <a:t>пам’ятку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стала «</a:t>
            </a:r>
            <a:r>
              <a:rPr lang="ru-RU" dirty="0" err="1"/>
              <a:t>центральним</a:t>
            </a:r>
            <a:r>
              <a:rPr lang="ru-RU" dirty="0"/>
              <a:t> образом роману».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xmlns="" id="{8FC0684E-7663-0C05-6A3D-A148C142863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uk-UA" i="1" dirty="0"/>
              <a:t>«Цей славнозвісний і водночас “багатостраждальний” твір мало не скинув з п’єдесталу вже визнаного класика соціалістичного реалізму. Центральний образ роману – пам’ятка козацької минувшини… Основна увага в ньому приділена викриттю негативних явищ радянської дійсності, таких як бюрократія, кар’єризм, безправ’я селян, чиновницьке недбальство, зневажливе ставлення до довкілля й пам’яток історії та культури...»</a:t>
            </a:r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xmlns="" id="{753AD4C7-29E2-A6C5-88A1-FC45D862F76A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633" b="50687"/>
          <a:stretch/>
        </p:blipFill>
        <p:spPr bwMode="auto">
          <a:xfrm>
            <a:off x="6175076" y="1978399"/>
            <a:ext cx="2503412" cy="19950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xmlns="" id="{CFE6A19F-EC8E-BFA5-0A92-2FD82ED7662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633" b="50687"/>
          <a:stretch/>
        </p:blipFill>
        <p:spPr bwMode="auto">
          <a:xfrm>
            <a:off x="9001403" y="1978398"/>
            <a:ext cx="2503412" cy="19950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xmlns="" id="{21DC65BC-0D48-929A-BB0D-2EDA01A17C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633" t="50687"/>
          <a:stretch/>
        </p:blipFill>
        <p:spPr bwMode="auto">
          <a:xfrm>
            <a:off x="9001403" y="4277802"/>
            <a:ext cx="2503412" cy="19950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xmlns="" id="{17A77AFD-C030-BF08-F6DA-44AD951C41D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" t="50000" r="51578" b="687"/>
          <a:stretch/>
        </p:blipFill>
        <p:spPr bwMode="auto">
          <a:xfrm>
            <a:off x="6175076" y="4277802"/>
            <a:ext cx="2503412" cy="19950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88597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7C3FC2E3-0BAB-8AA7-1D0B-6249E633E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Яке </a:t>
            </a:r>
            <a:r>
              <a:rPr lang="ru-RU" dirty="0" err="1"/>
              <a:t>явище</a:t>
            </a:r>
            <a:r>
              <a:rPr lang="ru-RU" dirty="0"/>
              <a:t> </a:t>
            </a:r>
            <a:r>
              <a:rPr lang="ru-RU" dirty="0" err="1"/>
              <a:t>радянської</a:t>
            </a:r>
            <a:r>
              <a:rPr lang="ru-RU" dirty="0"/>
              <a:t> </a:t>
            </a:r>
            <a:r>
              <a:rPr lang="ru-RU" dirty="0" err="1"/>
              <a:t>дійсності</a:t>
            </a:r>
            <a:r>
              <a:rPr lang="ru-RU" dirty="0"/>
              <a:t> </a:t>
            </a:r>
            <a:r>
              <a:rPr lang="ru-RU" dirty="0" err="1"/>
              <a:t>другої</a:t>
            </a:r>
            <a:r>
              <a:rPr lang="ru-RU" dirty="0"/>
              <a:t> </a:t>
            </a:r>
            <a:r>
              <a:rPr lang="ru-RU" dirty="0" err="1"/>
              <a:t>половини</a:t>
            </a:r>
            <a:r>
              <a:rPr lang="ru-RU" dirty="0"/>
              <a:t> 1960-х – 1980-х </a:t>
            </a:r>
            <a:r>
              <a:rPr lang="ru-RU" dirty="0" err="1"/>
              <a:t>рр</a:t>
            </a:r>
            <a:r>
              <a:rPr lang="ru-RU" dirty="0"/>
              <a:t>. </a:t>
            </a:r>
            <a:r>
              <a:rPr lang="ru-RU" dirty="0" err="1"/>
              <a:t>відображено</a:t>
            </a:r>
            <a:r>
              <a:rPr lang="ru-RU" dirty="0"/>
              <a:t> на </a:t>
            </a:r>
            <a:r>
              <a:rPr lang="ru-RU" dirty="0" err="1"/>
              <a:t>карикатурі</a:t>
            </a:r>
            <a:r>
              <a:rPr lang="ru-RU" dirty="0"/>
              <a:t>?</a:t>
            </a:r>
            <a:endParaRPr lang="uk-UA" dirty="0"/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xmlns="" id="{CACF2D59-91BC-43F0-DCB6-9566C2ADEAB2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72793" y="2286000"/>
            <a:ext cx="4256852" cy="402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xmlns="" id="{7B5DFE44-6FA2-531B-1C1B-89B90B6CD696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507045272"/>
              </p:ext>
            </p:extLst>
          </p:nvPr>
        </p:nvGraphicFramePr>
        <p:xfrm>
          <a:off x="5989638" y="2286000"/>
          <a:ext cx="475456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74369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BD570F27-B8EC-9A55-64CE-824E01CD5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Яку думку </a:t>
            </a:r>
            <a:r>
              <a:rPr lang="ru-RU" dirty="0" err="1"/>
              <a:t>намагався</a:t>
            </a:r>
            <a:r>
              <a:rPr lang="ru-RU" dirty="0"/>
              <a:t> донести до </a:t>
            </a:r>
            <a:r>
              <a:rPr lang="ru-RU" dirty="0" err="1"/>
              <a:t>населення</a:t>
            </a:r>
            <a:r>
              <a:rPr lang="ru-RU" dirty="0"/>
              <a:t> </a:t>
            </a:r>
            <a:r>
              <a:rPr lang="ru-RU" dirty="0" err="1"/>
              <a:t>радянської</a:t>
            </a:r>
            <a:r>
              <a:rPr lang="ru-RU" dirty="0"/>
              <a:t> </a:t>
            </a:r>
            <a:r>
              <a:rPr lang="ru-RU" dirty="0" err="1"/>
              <a:t>України</a:t>
            </a:r>
            <a:r>
              <a:rPr lang="ru-RU" dirty="0"/>
              <a:t> автор </a:t>
            </a:r>
            <a:r>
              <a:rPr lang="ru-RU" dirty="0" err="1"/>
              <a:t>зображеної</a:t>
            </a:r>
            <a:r>
              <a:rPr lang="ru-RU" dirty="0"/>
              <a:t> </a:t>
            </a:r>
            <a:r>
              <a:rPr lang="ru-RU" dirty="0" err="1"/>
              <a:t>листівки-карикатури</a:t>
            </a:r>
            <a:r>
              <a:rPr lang="ru-RU" dirty="0"/>
              <a:t>?</a:t>
            </a:r>
            <a:endParaRPr lang="uk-UA" dirty="0"/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xmlns="" id="{36E4870A-C921-D7A6-D7F4-6E4F7CB6F68E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386193" y="2286000"/>
            <a:ext cx="4030052" cy="402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xmlns="" id="{E48699E1-D8AD-7F96-A10D-0684EA4B71EA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248772525"/>
              </p:ext>
            </p:extLst>
          </p:nvPr>
        </p:nvGraphicFramePr>
        <p:xfrm>
          <a:off x="5989638" y="2286000"/>
          <a:ext cx="475456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608965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60D5CFCA-5CFE-09B1-DBC2-9A14963C6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У </a:t>
            </a:r>
            <a:r>
              <a:rPr lang="ru-RU" dirty="0" err="1"/>
              <a:t>царині</a:t>
            </a:r>
            <a:r>
              <a:rPr lang="ru-RU" dirty="0"/>
              <a:t> </a:t>
            </a:r>
            <a:r>
              <a:rPr lang="ru-RU" dirty="0" err="1"/>
              <a:t>якого</a:t>
            </a:r>
            <a:r>
              <a:rPr lang="ru-RU" dirty="0"/>
              <a:t> </a:t>
            </a:r>
            <a:r>
              <a:rPr lang="ru-RU" dirty="0" err="1"/>
              <a:t>мистецтва</a:t>
            </a:r>
            <a:r>
              <a:rPr lang="ru-RU" dirty="0"/>
              <a:t> творили </a:t>
            </a:r>
            <a:r>
              <a:rPr lang="ru-RU" dirty="0" err="1"/>
              <a:t>діячі</a:t>
            </a:r>
            <a:r>
              <a:rPr lang="ru-RU" dirty="0"/>
              <a:t>, </a:t>
            </a:r>
            <a:r>
              <a:rPr lang="ru-RU" dirty="0" err="1"/>
              <a:t>зображені</a:t>
            </a:r>
            <a:r>
              <a:rPr lang="ru-RU" dirty="0"/>
              <a:t> на фото?</a:t>
            </a:r>
            <a:endParaRPr lang="uk-UA" dirty="0"/>
          </a:p>
        </p:txBody>
      </p:sp>
      <p:pic>
        <p:nvPicPr>
          <p:cNvPr id="13314" name="Picture 2">
            <a:extLst>
              <a:ext uri="{FF2B5EF4-FFF2-40B4-BE49-F238E27FC236}">
                <a16:creationId xmlns:a16="http://schemas.microsoft.com/office/drawing/2014/main" xmlns="" id="{B6913D3D-C03E-817E-C1F5-0F36AC89B265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23938" y="2685566"/>
            <a:ext cx="4754562" cy="32235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xmlns="" id="{8E00C536-2E74-1512-3ED8-EAD4B68D4058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106167354"/>
              </p:ext>
            </p:extLst>
          </p:nvPr>
        </p:nvGraphicFramePr>
        <p:xfrm>
          <a:off x="5989638" y="2286000"/>
          <a:ext cx="475456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423895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CC4E8A77-9199-7DFA-628A-20294CB7E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 фото </a:t>
            </a:r>
            <a:r>
              <a:rPr lang="ru-RU" dirty="0" err="1"/>
              <a:t>зображено</a:t>
            </a:r>
            <a:r>
              <a:rPr lang="ru-RU" dirty="0"/>
              <a:t> </a:t>
            </a:r>
            <a:r>
              <a:rPr lang="ru-RU" dirty="0" err="1"/>
              <a:t>видатного</a:t>
            </a:r>
            <a:r>
              <a:rPr lang="ru-RU" dirty="0"/>
              <a:t> </a:t>
            </a:r>
            <a:r>
              <a:rPr lang="ru-RU" dirty="0" err="1"/>
              <a:t>українського</a:t>
            </a:r>
            <a:endParaRPr lang="uk-UA" dirty="0"/>
          </a:p>
        </p:txBody>
      </p:sp>
      <p:pic>
        <p:nvPicPr>
          <p:cNvPr id="16386" name="Picture 2">
            <a:extLst>
              <a:ext uri="{FF2B5EF4-FFF2-40B4-BE49-F238E27FC236}">
                <a16:creationId xmlns:a16="http://schemas.microsoft.com/office/drawing/2014/main" xmlns="" id="{C3C33CAB-7048-EA10-2899-70F694A8F9B3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258219" y="3040062"/>
            <a:ext cx="2286000" cy="2514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Місце для вмісту 6">
            <a:extLst>
              <a:ext uri="{FF2B5EF4-FFF2-40B4-BE49-F238E27FC236}">
                <a16:creationId xmlns:a16="http://schemas.microsoft.com/office/drawing/2014/main" xmlns="" id="{99F221C3-A0D9-1459-DAC7-9E3D7F7CE582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592015161"/>
              </p:ext>
            </p:extLst>
          </p:nvPr>
        </p:nvGraphicFramePr>
        <p:xfrm>
          <a:off x="5989638" y="2286000"/>
          <a:ext cx="475456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097181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7D3C294F-A2C4-2836-1013-82113657C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Яке </a:t>
            </a:r>
            <a:r>
              <a:rPr lang="ru-RU" dirty="0" err="1"/>
              <a:t>явище</a:t>
            </a:r>
            <a:r>
              <a:rPr lang="ru-RU" dirty="0"/>
              <a:t> </a:t>
            </a:r>
            <a:r>
              <a:rPr lang="ru-RU" dirty="0" err="1"/>
              <a:t>радянської</a:t>
            </a:r>
            <a:r>
              <a:rPr lang="ru-RU" dirty="0"/>
              <a:t> </a:t>
            </a:r>
            <a:r>
              <a:rPr lang="ru-RU" dirty="0" err="1"/>
              <a:t>дійсності</a:t>
            </a:r>
            <a:r>
              <a:rPr lang="ru-RU" dirty="0"/>
              <a:t> </a:t>
            </a:r>
            <a:r>
              <a:rPr lang="ru-RU" dirty="0" err="1"/>
              <a:t>другої</a:t>
            </a:r>
            <a:r>
              <a:rPr lang="ru-RU" dirty="0"/>
              <a:t> </a:t>
            </a:r>
            <a:r>
              <a:rPr lang="ru-RU" dirty="0" err="1"/>
              <a:t>половини</a:t>
            </a:r>
            <a:r>
              <a:rPr lang="ru-RU" dirty="0"/>
              <a:t> 1960-х – 1980-х </a:t>
            </a:r>
            <a:r>
              <a:rPr lang="ru-RU" dirty="0" err="1"/>
              <a:t>рр</a:t>
            </a:r>
            <a:r>
              <a:rPr lang="ru-RU" dirty="0"/>
              <a:t>. </a:t>
            </a:r>
            <a:r>
              <a:rPr lang="ru-RU" dirty="0" err="1"/>
              <a:t>відображено</a:t>
            </a:r>
            <a:r>
              <a:rPr lang="ru-RU" dirty="0"/>
              <a:t> на </a:t>
            </a:r>
            <a:r>
              <a:rPr lang="ru-RU" dirty="0" err="1"/>
              <a:t>карикатурі</a:t>
            </a:r>
            <a:r>
              <a:rPr lang="ru-RU" dirty="0"/>
              <a:t>?</a:t>
            </a:r>
            <a:endParaRPr lang="uk-UA" dirty="0"/>
          </a:p>
        </p:txBody>
      </p:sp>
      <p:pic>
        <p:nvPicPr>
          <p:cNvPr id="14338" name="Picture 2">
            <a:extLst>
              <a:ext uri="{FF2B5EF4-FFF2-40B4-BE49-F238E27FC236}">
                <a16:creationId xmlns:a16="http://schemas.microsoft.com/office/drawing/2014/main" xmlns="" id="{BB6A190E-69DD-B4FC-C529-4A7E862F7C9C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39031" y="2730500"/>
            <a:ext cx="4524375" cy="3133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xmlns="" id="{61BA492E-38A3-1DE8-920A-C68D8B3EB620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256005541"/>
              </p:ext>
            </p:extLst>
          </p:nvPr>
        </p:nvGraphicFramePr>
        <p:xfrm>
          <a:off x="5989638" y="2286000"/>
          <a:ext cx="475456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972340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0E816D23-3051-DD8C-B4A0-1A2AB9C35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Ці</a:t>
            </a:r>
            <a:r>
              <a:rPr lang="ru-RU" dirty="0"/>
              <a:t> </a:t>
            </a:r>
            <a:r>
              <a:rPr lang="ru-RU" dirty="0" err="1"/>
              <a:t>візуальні</a:t>
            </a:r>
            <a:r>
              <a:rPr lang="ru-RU" dirty="0"/>
              <a:t> </a:t>
            </a:r>
            <a:r>
              <a:rPr lang="ru-RU" dirty="0" err="1"/>
              <a:t>джерела</a:t>
            </a:r>
            <a:r>
              <a:rPr lang="ru-RU" dirty="0"/>
              <a:t> </a:t>
            </a:r>
            <a:r>
              <a:rPr lang="ru-RU" dirty="0" err="1"/>
              <a:t>доречно</a:t>
            </a:r>
            <a:r>
              <a:rPr lang="ru-RU" dirty="0"/>
              <a:t> </a:t>
            </a:r>
            <a:r>
              <a:rPr lang="ru-RU" dirty="0" err="1"/>
              <a:t>використати</a:t>
            </a:r>
            <a:r>
              <a:rPr lang="ru-RU" dirty="0"/>
              <a:t> для </a:t>
            </a:r>
            <a:r>
              <a:rPr lang="ru-RU" dirty="0" err="1"/>
              <a:t>створення</a:t>
            </a:r>
            <a:r>
              <a:rPr lang="ru-RU" dirty="0"/>
              <a:t> </a:t>
            </a:r>
            <a:r>
              <a:rPr lang="ru-RU" dirty="0" err="1"/>
              <a:t>презентації</a:t>
            </a:r>
            <a:endParaRPr lang="uk-UA" dirty="0"/>
          </a:p>
        </p:txBody>
      </p:sp>
      <p:pic>
        <p:nvPicPr>
          <p:cNvPr id="15362" name="Picture 2">
            <a:extLst>
              <a:ext uri="{FF2B5EF4-FFF2-40B4-BE49-F238E27FC236}">
                <a16:creationId xmlns:a16="http://schemas.microsoft.com/office/drawing/2014/main" xmlns="" id="{CD25F112-3B9E-EA63-98C1-F0F235F3454D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23938" y="2551142"/>
            <a:ext cx="4754562" cy="3492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xmlns="" id="{EA25FC47-9E6C-F16B-BF36-01FA2BA5169A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224311663"/>
              </p:ext>
            </p:extLst>
          </p:nvPr>
        </p:nvGraphicFramePr>
        <p:xfrm>
          <a:off x="5989638" y="2286000"/>
          <a:ext cx="475456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745979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159DE36F-ADCB-568B-9B65-3DC869EA3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Визначте</a:t>
            </a:r>
            <a:r>
              <a:rPr lang="ru-RU" dirty="0"/>
              <a:t> авторство (1–4) </a:t>
            </a:r>
            <a:r>
              <a:rPr lang="ru-RU" dirty="0" err="1"/>
              <a:t>зображених</a:t>
            </a:r>
            <a:r>
              <a:rPr lang="ru-RU" dirty="0"/>
              <a:t> на фото картин (А – Д).</a:t>
            </a:r>
            <a:endParaRPr lang="uk-UA" dirty="0"/>
          </a:p>
        </p:txBody>
      </p:sp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xmlns="" id="{2FBB3AF2-FD3D-F2AB-F787-52B443557F21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0" y="2603500"/>
          <a:ext cx="4825158" cy="34163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Місце для вмісту 4">
            <a:extLst>
              <a:ext uri="{FF2B5EF4-FFF2-40B4-BE49-F238E27FC236}">
                <a16:creationId xmlns:a16="http://schemas.microsoft.com/office/drawing/2014/main" xmlns="" id="{3496B3AA-799E-7DFF-ABF1-582BD5E5FBE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7"/>
          <a:stretch>
            <a:fillRect/>
          </a:stretch>
        </p:blipFill>
        <p:spPr>
          <a:xfrm>
            <a:off x="5312548" y="2603500"/>
            <a:ext cx="1533525" cy="2009775"/>
          </a:xfrm>
          <a:prstGeom prst="rect">
            <a:avLst/>
          </a:prstGeom>
        </p:spPr>
      </p:pic>
      <p:pic>
        <p:nvPicPr>
          <p:cNvPr id="9218" name="Picture 2">
            <a:extLst>
              <a:ext uri="{FF2B5EF4-FFF2-40B4-BE49-F238E27FC236}">
                <a16:creationId xmlns:a16="http://schemas.microsoft.com/office/drawing/2014/main" xmlns="" id="{E7A4A235-A4ED-2A6A-B3E3-9E0FFBC77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3719" y="4663018"/>
            <a:ext cx="4286250" cy="1990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>
            <a:extLst>
              <a:ext uri="{FF2B5EF4-FFF2-40B4-BE49-F238E27FC236}">
                <a16:creationId xmlns:a16="http://schemas.microsoft.com/office/drawing/2014/main" xmlns="" id="{19025053-1A45-5BE1-0AD3-F2E1C27C14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0644" y="2333625"/>
            <a:ext cx="2219325" cy="2190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2" name="Picture 6">
            <a:extLst>
              <a:ext uri="{FF2B5EF4-FFF2-40B4-BE49-F238E27FC236}">
                <a16:creationId xmlns:a16="http://schemas.microsoft.com/office/drawing/2014/main" xmlns="" id="{672A6BFC-D3A7-9BDC-3589-0A0FED7462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3806" y="4472518"/>
            <a:ext cx="1476375" cy="2181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4" name="Picture 8">
            <a:extLst>
              <a:ext uri="{FF2B5EF4-FFF2-40B4-BE49-F238E27FC236}">
                <a16:creationId xmlns:a16="http://schemas.microsoft.com/office/drawing/2014/main" xmlns="" id="{95B88DBC-3FAC-9246-4A35-7291BDC88B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3806" y="2130425"/>
            <a:ext cx="1752600" cy="2181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42310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2A8E31FE-3C60-6760-C3B5-71696A3D6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Хто</a:t>
            </a:r>
            <a:r>
              <a:rPr lang="ru-RU" dirty="0"/>
              <a:t> </a:t>
            </a:r>
            <a:r>
              <a:rPr lang="ru-RU" dirty="0" err="1"/>
              <a:t>із</a:t>
            </a:r>
            <a:r>
              <a:rPr lang="ru-RU" dirty="0"/>
              <a:t> </a:t>
            </a:r>
            <a:r>
              <a:rPr lang="ru-RU" dirty="0" err="1"/>
              <a:t>зображених</a:t>
            </a:r>
            <a:r>
              <a:rPr lang="ru-RU" dirty="0"/>
              <a:t> на фото </a:t>
            </a:r>
            <a:r>
              <a:rPr lang="ru-RU" dirty="0" err="1"/>
              <a:t>діячів</a:t>
            </a:r>
            <a:r>
              <a:rPr lang="ru-RU" dirty="0"/>
              <a:t> є автором </a:t>
            </a:r>
            <a:r>
              <a:rPr lang="ru-RU" dirty="0" err="1"/>
              <a:t>наведеного</a:t>
            </a:r>
            <a:r>
              <a:rPr lang="ru-RU" dirty="0"/>
              <a:t> </a:t>
            </a:r>
            <a:r>
              <a:rPr lang="ru-RU" dirty="0" err="1"/>
              <a:t>уривку</a:t>
            </a:r>
            <a:r>
              <a:rPr lang="ru-RU" dirty="0"/>
              <a:t> документа?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xmlns="" id="{695DA70F-C8BD-6FBA-1BDB-59022E04CC7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uk-UA" i="1" dirty="0"/>
              <a:t>«...Відчувалася загальна потреба якогось “роз’яснення”, якогось виступу в цій справі [арештів]. Офіційні кола мовчали. Серед тих, хто багато в чому не погоджувався з офіційною національною політикою, не знайшлося кому виступити одверто, принципово й на всю широчінь питання. Тоді довелося взятися за цю справу мені. У вересні–грудні 1965 року я написав, а наприкінці того ж року надіслав на адресу Шелеста й Щербицького працю “Інтернаціоналізм чи русифікація?”, у якій звинувачував КПРС і КПУ в антидемократизмі та проведенні жорсткої русифікації під виглядом інтернаціоналізму».</a:t>
            </a:r>
          </a:p>
          <a:p>
            <a:endParaRPr lang="uk-UA" i="1" dirty="0"/>
          </a:p>
          <a:p>
            <a:endParaRPr lang="uk-UA" i="1" dirty="0"/>
          </a:p>
        </p:txBody>
      </p:sp>
      <p:pic>
        <p:nvPicPr>
          <p:cNvPr id="17410" name="Picture 2">
            <a:extLst>
              <a:ext uri="{FF2B5EF4-FFF2-40B4-BE49-F238E27FC236}">
                <a16:creationId xmlns:a16="http://schemas.microsoft.com/office/drawing/2014/main" xmlns="" id="{4B6C1B5D-562A-988C-D04C-D9D69F6FECDF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5256"/>
          <a:stretch/>
        </p:blipFill>
        <p:spPr bwMode="auto">
          <a:xfrm>
            <a:off x="7083288" y="1690688"/>
            <a:ext cx="1851991" cy="2520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xmlns="" id="{4BE3AA09-F4F3-810A-9311-37FDA7DAE2B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r="25256"/>
          <a:stretch/>
        </p:blipFill>
        <p:spPr bwMode="auto">
          <a:xfrm>
            <a:off x="7083288" y="4337304"/>
            <a:ext cx="1851991" cy="2520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xmlns="" id="{B3448065-27D7-277A-4163-32C792D427B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56" t="840" r="50000" b="-840"/>
          <a:stretch/>
        </p:blipFill>
        <p:spPr bwMode="auto">
          <a:xfrm>
            <a:off x="9621077" y="1761481"/>
            <a:ext cx="1851991" cy="2520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xmlns="" id="{B8D95475-0719-1158-0FED-FC98514F4D8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255" t="-239" r="1" b="239"/>
          <a:stretch/>
        </p:blipFill>
        <p:spPr bwMode="auto">
          <a:xfrm>
            <a:off x="9621078" y="4352970"/>
            <a:ext cx="1851991" cy="2520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353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E2939FA3-07CD-4B7E-2B45-C707D8C69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На </a:t>
            </a:r>
            <a:r>
              <a:rPr lang="ru-RU" dirty="0" err="1"/>
              <a:t>якій</a:t>
            </a:r>
            <a:r>
              <a:rPr lang="ru-RU" dirty="0"/>
              <a:t> </a:t>
            </a:r>
            <a:r>
              <a:rPr lang="ru-RU" dirty="0" err="1"/>
              <a:t>характерній</a:t>
            </a:r>
            <a:r>
              <a:rPr lang="ru-RU" dirty="0"/>
              <a:t> </a:t>
            </a:r>
            <a:r>
              <a:rPr lang="ru-RU" dirty="0" err="1"/>
              <a:t>ваді</a:t>
            </a:r>
            <a:r>
              <a:rPr lang="ru-RU" dirty="0"/>
              <a:t> </a:t>
            </a:r>
            <a:r>
              <a:rPr lang="ru-RU" dirty="0" err="1"/>
              <a:t>радянської</a:t>
            </a:r>
            <a:r>
              <a:rPr lang="ru-RU" dirty="0"/>
              <a:t> </a:t>
            </a:r>
            <a:r>
              <a:rPr lang="ru-RU" dirty="0" err="1"/>
              <a:t>моделі</a:t>
            </a:r>
            <a:r>
              <a:rPr lang="ru-RU" dirty="0"/>
              <a:t> </a:t>
            </a:r>
            <a:r>
              <a:rPr lang="ru-RU" dirty="0" err="1"/>
              <a:t>економіки</a:t>
            </a:r>
            <a:r>
              <a:rPr lang="ru-RU" dirty="0"/>
              <a:t> </a:t>
            </a:r>
            <a:r>
              <a:rPr lang="ru-RU" dirty="0" err="1"/>
              <a:t>акцентує</a:t>
            </a:r>
            <a:r>
              <a:rPr lang="ru-RU" dirty="0"/>
              <a:t> </a:t>
            </a:r>
            <a:r>
              <a:rPr lang="ru-RU" dirty="0" err="1"/>
              <a:t>увагу</a:t>
            </a:r>
            <a:r>
              <a:rPr lang="ru-RU" dirty="0"/>
              <a:t> наведена карикатура?</a:t>
            </a:r>
            <a:endParaRPr lang="uk-UA" dirty="0"/>
          </a:p>
        </p:txBody>
      </p:sp>
      <p:pic>
        <p:nvPicPr>
          <p:cNvPr id="18434" name="Picture 2">
            <a:extLst>
              <a:ext uri="{FF2B5EF4-FFF2-40B4-BE49-F238E27FC236}">
                <a16:creationId xmlns:a16="http://schemas.microsoft.com/office/drawing/2014/main" xmlns="" id="{D1004B9C-6F0A-8D72-1A16-6E9945C2EB75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23938" y="2439860"/>
            <a:ext cx="4754562" cy="3715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xmlns="" id="{39BE433C-4CDB-79FD-9A12-25259F2F9D0E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885175015"/>
              </p:ext>
            </p:extLst>
          </p:nvPr>
        </p:nvGraphicFramePr>
        <p:xfrm>
          <a:off x="5989638" y="2286000"/>
          <a:ext cx="475456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368021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DB1C4B49-C247-9869-852D-334967043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Яке </a:t>
            </a:r>
            <a:r>
              <a:rPr lang="ru-RU" dirty="0" err="1"/>
              <a:t>явище</a:t>
            </a:r>
            <a:r>
              <a:rPr lang="ru-RU" dirty="0"/>
              <a:t> </a:t>
            </a:r>
            <a:r>
              <a:rPr lang="ru-RU" dirty="0" err="1"/>
              <a:t>радянської</a:t>
            </a:r>
            <a:r>
              <a:rPr lang="ru-RU" dirty="0"/>
              <a:t> </a:t>
            </a:r>
            <a:r>
              <a:rPr lang="ru-RU" dirty="0" err="1"/>
              <a:t>дійсності</a:t>
            </a:r>
            <a:r>
              <a:rPr lang="ru-RU" dirty="0"/>
              <a:t> 1980-х </a:t>
            </a:r>
            <a:r>
              <a:rPr lang="ru-RU" dirty="0" err="1"/>
              <a:t>рр</a:t>
            </a:r>
            <a:r>
              <a:rPr lang="ru-RU" dirty="0"/>
              <a:t>. </a:t>
            </a:r>
            <a:r>
              <a:rPr lang="ru-RU" dirty="0" err="1"/>
              <a:t>відображає</a:t>
            </a:r>
            <a:r>
              <a:rPr lang="ru-RU" dirty="0"/>
              <a:t> карикатура?</a:t>
            </a:r>
            <a:endParaRPr lang="uk-UA" dirty="0"/>
          </a:p>
        </p:txBody>
      </p:sp>
      <p:pic>
        <p:nvPicPr>
          <p:cNvPr id="19458" name="Picture 2">
            <a:extLst>
              <a:ext uri="{FF2B5EF4-FFF2-40B4-BE49-F238E27FC236}">
                <a16:creationId xmlns:a16="http://schemas.microsoft.com/office/drawing/2014/main" xmlns="" id="{306A41C8-6024-C60D-9040-9E896F9C2D27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23938" y="2839179"/>
            <a:ext cx="4754562" cy="2916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xmlns="" id="{2DA109E7-82D0-9CFE-E00A-44E8FA4BFD34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056300110"/>
              </p:ext>
            </p:extLst>
          </p:nvPr>
        </p:nvGraphicFramePr>
        <p:xfrm>
          <a:off x="5989638" y="2286000"/>
          <a:ext cx="475456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926685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B8144ADC-FCF8-0F43-9D01-8E14AC1E9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Укажіть фото 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xmlns="" id="{CDDDAD3C-3BF6-322E-BE69-8505795B8C8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dirty="0"/>
              <a:t>активного </a:t>
            </a:r>
            <a:r>
              <a:rPr lang="ru-RU" dirty="0" err="1"/>
              <a:t>учасника</a:t>
            </a:r>
            <a:r>
              <a:rPr lang="ru-RU" dirty="0"/>
              <a:t> </a:t>
            </a:r>
            <a:r>
              <a:rPr lang="ru-RU" dirty="0" err="1"/>
              <a:t>дисидентського</a:t>
            </a:r>
            <a:r>
              <a:rPr lang="ru-RU" dirty="0"/>
              <a:t> руху, члена </a:t>
            </a:r>
            <a:r>
              <a:rPr lang="ru-RU" dirty="0" err="1"/>
              <a:t>Московської</a:t>
            </a:r>
            <a:r>
              <a:rPr lang="ru-RU" dirty="0"/>
              <a:t> </a:t>
            </a:r>
            <a:r>
              <a:rPr lang="ru-RU" dirty="0" err="1"/>
              <a:t>Гельсінської</a:t>
            </a:r>
            <a:r>
              <a:rPr lang="ru-RU" dirty="0"/>
              <a:t> </a:t>
            </a:r>
            <a:r>
              <a:rPr lang="ru-RU" dirty="0" err="1"/>
              <a:t>групи</a:t>
            </a:r>
            <a:r>
              <a:rPr lang="ru-RU" dirty="0"/>
              <a:t>, неформального </a:t>
            </a:r>
            <a:r>
              <a:rPr lang="ru-RU" dirty="0" err="1"/>
              <a:t>лідера</a:t>
            </a:r>
            <a:r>
              <a:rPr lang="ru-RU" dirty="0"/>
              <a:t> руху </a:t>
            </a:r>
            <a:r>
              <a:rPr lang="ru-RU" dirty="0" err="1"/>
              <a:t>кримських</a:t>
            </a:r>
            <a:r>
              <a:rPr lang="ru-RU" dirty="0"/>
              <a:t> татар за  </a:t>
            </a:r>
            <a:r>
              <a:rPr lang="ru-RU" dirty="0" err="1"/>
              <a:t>повернення</a:t>
            </a:r>
            <a:r>
              <a:rPr lang="ru-RU" dirty="0"/>
              <a:t> на </a:t>
            </a:r>
            <a:r>
              <a:rPr lang="ru-RU" dirty="0" err="1"/>
              <a:t>історичну</a:t>
            </a:r>
            <a:r>
              <a:rPr lang="ru-RU" dirty="0"/>
              <a:t> </a:t>
            </a:r>
            <a:r>
              <a:rPr lang="ru-RU" dirty="0" err="1"/>
              <a:t>батьківщину</a:t>
            </a:r>
            <a:r>
              <a:rPr lang="ru-RU" dirty="0"/>
              <a:t>.</a:t>
            </a:r>
            <a:endParaRPr lang="uk-UA" dirty="0"/>
          </a:p>
        </p:txBody>
      </p:sp>
      <p:pic>
        <p:nvPicPr>
          <p:cNvPr id="20482" name="Picture 2">
            <a:extLst>
              <a:ext uri="{FF2B5EF4-FFF2-40B4-BE49-F238E27FC236}">
                <a16:creationId xmlns:a16="http://schemas.microsoft.com/office/drawing/2014/main" xmlns="" id="{0BC92B86-FE24-BDFE-4C61-105215767142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1082" y="1522321"/>
            <a:ext cx="1866040" cy="2478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84" name="Picture 4">
            <a:extLst>
              <a:ext uri="{FF2B5EF4-FFF2-40B4-BE49-F238E27FC236}">
                <a16:creationId xmlns:a16="http://schemas.microsoft.com/office/drawing/2014/main" xmlns="" id="{AD1BADED-9F40-87A4-2EBA-0E6E0FEFF8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7221" y="1522667"/>
            <a:ext cx="1838542" cy="24786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86" name="Picture 6">
            <a:extLst>
              <a:ext uri="{FF2B5EF4-FFF2-40B4-BE49-F238E27FC236}">
                <a16:creationId xmlns:a16="http://schemas.microsoft.com/office/drawing/2014/main" xmlns="" id="{33678524-A097-04EA-41CA-6FE942683C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8673" y="4123113"/>
            <a:ext cx="1879398" cy="24786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88" name="Picture 8">
            <a:extLst>
              <a:ext uri="{FF2B5EF4-FFF2-40B4-BE49-F238E27FC236}">
                <a16:creationId xmlns:a16="http://schemas.microsoft.com/office/drawing/2014/main" xmlns="" id="{4135672D-EF25-9CF4-A17B-D1FEB31073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5409" y="4123113"/>
            <a:ext cx="1811304" cy="24786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98146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05D47D37-6D8D-19B2-5D8C-42E5E62BE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Партійно-радянське</a:t>
            </a:r>
            <a:r>
              <a:rPr lang="ru-RU" dirty="0"/>
              <a:t> </a:t>
            </a:r>
            <a:r>
              <a:rPr lang="ru-RU" dirty="0" err="1"/>
              <a:t>керівництво</a:t>
            </a:r>
            <a:r>
              <a:rPr lang="ru-RU" dirty="0"/>
              <a:t> </a:t>
            </a:r>
            <a:r>
              <a:rPr lang="ru-RU" dirty="0" err="1"/>
              <a:t>намагалося</a:t>
            </a:r>
            <a:r>
              <a:rPr lang="ru-RU" dirty="0"/>
              <a:t> </a:t>
            </a:r>
            <a:r>
              <a:rPr lang="ru-RU" dirty="0" err="1"/>
              <a:t>подолати</a:t>
            </a:r>
            <a:r>
              <a:rPr lang="ru-RU" dirty="0"/>
              <a:t> </a:t>
            </a:r>
            <a:r>
              <a:rPr lang="ru-RU" dirty="0" err="1"/>
              <a:t>цю</a:t>
            </a:r>
            <a:r>
              <a:rPr lang="ru-RU" dirty="0"/>
              <a:t> </a:t>
            </a:r>
            <a:r>
              <a:rPr lang="ru-RU" dirty="0" err="1"/>
              <a:t>ваду</a:t>
            </a:r>
            <a:endParaRPr lang="uk-UA" dirty="0"/>
          </a:p>
        </p:txBody>
      </p:sp>
      <p:pic>
        <p:nvPicPr>
          <p:cNvPr id="21506" name="Picture 2">
            <a:extLst>
              <a:ext uri="{FF2B5EF4-FFF2-40B4-BE49-F238E27FC236}">
                <a16:creationId xmlns:a16="http://schemas.microsoft.com/office/drawing/2014/main" xmlns="" id="{34CC0308-AB5B-C867-CCEE-4D68547C79A6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8147" y="1763152"/>
            <a:ext cx="3643744" cy="40973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8" name="Місце для вмісту 7">
            <a:extLst>
              <a:ext uri="{FF2B5EF4-FFF2-40B4-BE49-F238E27FC236}">
                <a16:creationId xmlns:a16="http://schemas.microsoft.com/office/drawing/2014/main" xmlns="" id="{AEDF292F-0FE3-ED09-EAD0-73BEAA81BE75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06985405"/>
              </p:ext>
            </p:extLst>
          </p:nvPr>
        </p:nvGraphicFramePr>
        <p:xfrm>
          <a:off x="5989638" y="2286000"/>
          <a:ext cx="475456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Місце для вмісту 3">
            <a:extLst>
              <a:ext uri="{FF2B5EF4-FFF2-40B4-BE49-F238E27FC236}">
                <a16:creationId xmlns:a16="http://schemas.microsoft.com/office/drawing/2014/main" xmlns="" id="{4D4CE784-B9D9-219E-9F52-8B58AA103180}"/>
              </a:ext>
            </a:extLst>
          </p:cNvPr>
          <p:cNvSpPr txBox="1">
            <a:spLocks/>
          </p:cNvSpPr>
          <p:nvPr/>
        </p:nvSpPr>
        <p:spPr>
          <a:xfrm>
            <a:off x="152400" y="5860473"/>
            <a:ext cx="5867399" cy="997528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i="1" dirty="0" err="1"/>
              <a:t>Дошка</a:t>
            </a:r>
            <a:r>
              <a:rPr lang="ru-RU" i="1" dirty="0"/>
              <a:t> </a:t>
            </a:r>
            <a:r>
              <a:rPr lang="ru-RU" i="1" dirty="0" err="1"/>
              <a:t>пошани</a:t>
            </a:r>
            <a:endParaRPr lang="ru-RU" i="1" dirty="0"/>
          </a:p>
          <a:p>
            <a:r>
              <a:rPr lang="ru-RU" i="1" dirty="0"/>
              <a:t>Не </a:t>
            </a:r>
            <a:r>
              <a:rPr lang="ru-RU" i="1" dirty="0" err="1"/>
              <a:t>проходьте</a:t>
            </a:r>
            <a:r>
              <a:rPr lang="ru-RU" i="1" dirty="0"/>
              <a:t> </a:t>
            </a:r>
            <a:r>
              <a:rPr lang="ru-RU" i="1" dirty="0" err="1"/>
              <a:t>повз</a:t>
            </a:r>
            <a:r>
              <a:rPr lang="ru-RU" i="1" dirty="0"/>
              <a:t>! Сидоров – </a:t>
            </a:r>
            <a:r>
              <a:rPr lang="ru-RU" i="1" dirty="0" err="1"/>
              <a:t>прогульник</a:t>
            </a:r>
            <a:r>
              <a:rPr lang="ru-RU" i="1" dirty="0"/>
              <a:t>!</a:t>
            </a:r>
          </a:p>
          <a:p>
            <a:r>
              <a:rPr lang="ru-RU" i="1" dirty="0"/>
              <a:t>– </a:t>
            </a:r>
            <a:r>
              <a:rPr lang="ru-RU" i="1" dirty="0" err="1"/>
              <a:t>Що</a:t>
            </a:r>
            <a:r>
              <a:rPr lang="ru-RU" i="1" dirty="0"/>
              <a:t> з того, </a:t>
            </a:r>
            <a:r>
              <a:rPr lang="ru-RU" i="1" dirty="0" err="1"/>
              <a:t>що</a:t>
            </a:r>
            <a:r>
              <a:rPr lang="ru-RU" i="1" dirty="0"/>
              <a:t> ми з тобою на </a:t>
            </a:r>
            <a:r>
              <a:rPr lang="ru-RU" i="1" dirty="0" err="1"/>
              <a:t>різних</a:t>
            </a:r>
            <a:r>
              <a:rPr lang="ru-RU" i="1" dirty="0"/>
              <a:t> </a:t>
            </a:r>
            <a:r>
              <a:rPr lang="ru-RU" i="1" dirty="0" err="1"/>
              <a:t>дошках</a:t>
            </a:r>
            <a:r>
              <a:rPr lang="ru-RU" i="1" dirty="0"/>
              <a:t>, усе одно </a:t>
            </a:r>
            <a:r>
              <a:rPr lang="ru-RU" i="1" dirty="0" err="1"/>
              <a:t>зарплати</a:t>
            </a:r>
            <a:r>
              <a:rPr lang="ru-RU" i="1" dirty="0"/>
              <a:t> </a:t>
            </a:r>
            <a:r>
              <a:rPr lang="ru-RU" i="1" dirty="0" err="1"/>
              <a:t>однакові</a:t>
            </a:r>
            <a:r>
              <a:rPr lang="ru-RU" i="1" dirty="0"/>
              <a:t>.</a:t>
            </a:r>
            <a:endParaRPr lang="uk-UA" i="1" dirty="0"/>
          </a:p>
        </p:txBody>
      </p:sp>
    </p:spTree>
    <p:extLst>
      <p:ext uri="{BB962C8B-B14F-4D97-AF65-F5344CB8AC3E}">
        <p14:creationId xmlns:p14="http://schemas.microsoft.com/office/powerpoint/2010/main" val="3353644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265EBFDB-3149-FF85-8DC6-9C6843A23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На </a:t>
            </a:r>
            <a:r>
              <a:rPr lang="ru-RU" dirty="0" err="1"/>
              <a:t>якому</a:t>
            </a:r>
            <a:r>
              <a:rPr lang="ru-RU" dirty="0"/>
              <a:t> </a:t>
            </a:r>
            <a:r>
              <a:rPr lang="ru-RU" dirty="0" err="1"/>
              <a:t>явищі</a:t>
            </a:r>
            <a:r>
              <a:rPr lang="ru-RU" dirty="0"/>
              <a:t> </a:t>
            </a:r>
            <a:r>
              <a:rPr lang="ru-RU" dirty="0" err="1"/>
              <a:t>радянської</a:t>
            </a:r>
            <a:r>
              <a:rPr lang="ru-RU" dirty="0"/>
              <a:t> </a:t>
            </a:r>
            <a:r>
              <a:rPr lang="ru-RU" dirty="0" err="1"/>
              <a:t>дійсності</a:t>
            </a:r>
            <a:r>
              <a:rPr lang="ru-RU" dirty="0"/>
              <a:t> 1970-х – 1980-х </a:t>
            </a:r>
            <a:r>
              <a:rPr lang="ru-RU" dirty="0" err="1"/>
              <a:t>років</a:t>
            </a:r>
            <a:r>
              <a:rPr lang="ru-RU" dirty="0"/>
              <a:t> </a:t>
            </a:r>
            <a:r>
              <a:rPr lang="ru-RU" dirty="0" err="1"/>
              <a:t>фокусують</a:t>
            </a:r>
            <a:r>
              <a:rPr lang="ru-RU" dirty="0"/>
              <a:t> </a:t>
            </a:r>
            <a:r>
              <a:rPr lang="ru-RU" dirty="0" err="1"/>
              <a:t>увагу</a:t>
            </a:r>
            <a:r>
              <a:rPr lang="ru-RU" dirty="0"/>
              <a:t> </a:t>
            </a:r>
            <a:r>
              <a:rPr lang="ru-RU" dirty="0" err="1"/>
              <a:t>зображені</a:t>
            </a:r>
            <a:r>
              <a:rPr lang="ru-RU" dirty="0"/>
              <a:t> </a:t>
            </a:r>
            <a:r>
              <a:rPr lang="ru-RU" dirty="0" err="1"/>
              <a:t>карикатури</a:t>
            </a:r>
            <a:r>
              <a:rPr lang="ru-RU" dirty="0"/>
              <a:t>?</a:t>
            </a:r>
            <a:endParaRPr lang="uk-UA" dirty="0"/>
          </a:p>
        </p:txBody>
      </p:sp>
      <p:pic>
        <p:nvPicPr>
          <p:cNvPr id="22530" name="Picture 2">
            <a:extLst>
              <a:ext uri="{FF2B5EF4-FFF2-40B4-BE49-F238E27FC236}">
                <a16:creationId xmlns:a16="http://schemas.microsoft.com/office/drawing/2014/main" xmlns="" id="{AD576086-1D22-1BB3-75F9-F9DACA4FC319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23938" y="3340276"/>
            <a:ext cx="4754562" cy="1914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xmlns="" id="{01ED3177-2472-A43F-7C98-1ECBF326EF65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005011037"/>
              </p:ext>
            </p:extLst>
          </p:nvPr>
        </p:nvGraphicFramePr>
        <p:xfrm>
          <a:off x="5989638" y="2286000"/>
          <a:ext cx="475456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241827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4A8B017D-9B19-8FD4-B9D9-A67797DC2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призвело</a:t>
            </a:r>
            <a:r>
              <a:rPr lang="ru-RU" dirty="0"/>
              <a:t> до </a:t>
            </a:r>
            <a:r>
              <a:rPr lang="ru-RU" dirty="0" err="1"/>
              <a:t>виникнення</a:t>
            </a:r>
            <a:r>
              <a:rPr lang="ru-RU" dirty="0"/>
              <a:t> в </a:t>
            </a:r>
            <a:r>
              <a:rPr lang="ru-RU" dirty="0" err="1"/>
              <a:t>Українській</a:t>
            </a:r>
            <a:r>
              <a:rPr lang="ru-RU" dirty="0"/>
              <a:t> РСР </a:t>
            </a:r>
            <a:r>
              <a:rPr lang="ru-RU" dirty="0" err="1"/>
              <a:t>явища</a:t>
            </a:r>
            <a:r>
              <a:rPr lang="ru-RU" dirty="0"/>
              <a:t>, на </a:t>
            </a:r>
            <a:r>
              <a:rPr lang="ru-RU" dirty="0" err="1"/>
              <a:t>якому</a:t>
            </a:r>
            <a:r>
              <a:rPr lang="ru-RU" dirty="0"/>
              <a:t> </a:t>
            </a:r>
            <a:r>
              <a:rPr lang="ru-RU" dirty="0" err="1"/>
              <a:t>акцентує</a:t>
            </a:r>
            <a:r>
              <a:rPr lang="ru-RU" dirty="0"/>
              <a:t> </a:t>
            </a:r>
            <a:r>
              <a:rPr lang="ru-RU" dirty="0" err="1"/>
              <a:t>увагу</a:t>
            </a:r>
            <a:r>
              <a:rPr lang="ru-RU" dirty="0"/>
              <a:t> карикатура?</a:t>
            </a:r>
            <a:endParaRPr lang="uk-UA" dirty="0"/>
          </a:p>
        </p:txBody>
      </p:sp>
      <p:pic>
        <p:nvPicPr>
          <p:cNvPr id="23554" name="Picture 2">
            <a:extLst>
              <a:ext uri="{FF2B5EF4-FFF2-40B4-BE49-F238E27FC236}">
                <a16:creationId xmlns:a16="http://schemas.microsoft.com/office/drawing/2014/main" xmlns="" id="{F3AA4ECC-BFC2-49CF-1A2F-860273C9F843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2244" y="2011680"/>
            <a:ext cx="3561833" cy="4165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xmlns="" id="{712B20D8-3B5D-9273-6BFC-9B3E9DD99245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057377328"/>
              </p:ext>
            </p:extLst>
          </p:nvPr>
        </p:nvGraphicFramePr>
        <p:xfrm>
          <a:off x="5989638" y="2286000"/>
          <a:ext cx="475456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2615031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Інтеграл">
  <a:themeElements>
    <a:clrScheme name="Інтеграл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Інтеграл">
      <a:majorFont>
        <a:latin typeface="Tw Cen MT Condensed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Інтеграл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281</TotalTime>
  <Words>1125</Words>
  <Application>Microsoft Office PowerPoint</Application>
  <PresentationFormat>Произвольный</PresentationFormat>
  <Paragraphs>133</Paragraphs>
  <Slides>28</Slides>
  <Notes>1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28</vt:i4>
      </vt:variant>
    </vt:vector>
  </HeadingPairs>
  <TitlesOfParts>
    <vt:vector size="29" baseType="lpstr">
      <vt:lpstr>Інтеграл</vt:lpstr>
      <vt:lpstr>Україна в період загострення кризи радянської системи</vt:lpstr>
      <vt:lpstr>Політико-ідеологічна криза</vt:lpstr>
      <vt:lpstr>Система управління</vt:lpstr>
      <vt:lpstr>Яке явище радянської дійсності другої половини 1960–1980-х рр. відображає карикатура?</vt:lpstr>
      <vt:lpstr>На яке явище в житті радянських людей у період «застою» вказує карикатура?</vt:lpstr>
      <vt:lpstr>Укажіть портрет видатного вченого в галузі електрозварювання, металургії та технології металів.</vt:lpstr>
      <vt:lpstr>Яке явище радянської дійсності 1970—1980-х рр. відображено на карикатурі?</vt:lpstr>
      <vt:lpstr>На якій проблемі радянської дійсності 1970-1980-х рр. фокусує увагу зображена карикатура?</vt:lpstr>
      <vt:lpstr>Обов'язковість носіння дітьми та молоддю УРСР зображених значків свідчить про</vt:lpstr>
      <vt:lpstr>На фото зображено</vt:lpstr>
      <vt:lpstr>На якій проблемі радянської дійсності 1970-х - 1980-х рр. акцентує увагу зображена карикатура?</vt:lpstr>
      <vt:lpstr>Хто з діячів, зображених на фото, був членом цієї організації?</vt:lpstr>
      <vt:lpstr>Із якою подією пов’язані діячі, зображені на фото?</vt:lpstr>
      <vt:lpstr>Укажіть фото, на якому зображено пам’ятку, що стала «центральним образом роману».</vt:lpstr>
      <vt:lpstr>Яке явище радянської дійсності другої половини 1960-х – 1980-х рр. відображено на карикатурі?</vt:lpstr>
      <vt:lpstr>Яку думку намагався донести до населення радянської України автор зображеної листівки-карикатури?</vt:lpstr>
      <vt:lpstr>У царині якого мистецтва творили діячі, зображені на фото?</vt:lpstr>
      <vt:lpstr>На фото зображено видатного українського</vt:lpstr>
      <vt:lpstr>Яке явище радянської дійсності другої половини 1960-х – 1980-х рр. відображено на карикатурі?</vt:lpstr>
      <vt:lpstr>Ці візуальні джерела доречно використати для створення презентації</vt:lpstr>
      <vt:lpstr>Визначте авторство (1–4) зображених на фото картин (А – Д).</vt:lpstr>
      <vt:lpstr>Хто із зображених на фото діячів є автором наведеного уривку документа?</vt:lpstr>
      <vt:lpstr>На якій характерній ваді радянської моделі економіки акцентує увагу наведена карикатура?</vt:lpstr>
      <vt:lpstr>Яке явище радянської дійсності 1980-х рр. відображає карикатура?</vt:lpstr>
      <vt:lpstr>Укажіть фото </vt:lpstr>
      <vt:lpstr>Партійно-радянське керівництво намагалося подолати цю ваду</vt:lpstr>
      <vt:lpstr>На якому явищі радянської дійсності 1970-х – 1980-х років фокусують увагу зображені карикатури?</vt:lpstr>
      <vt:lpstr>Що призвело до виникнення в Українській РСР явища, на якому акцентує увагу карикатура?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Україна в період загострення кризи радянської системи</dc:title>
  <dc:creator>Сергей Корниенко</dc:creator>
  <cp:lastModifiedBy>LenovoG570</cp:lastModifiedBy>
  <cp:revision>12</cp:revision>
  <dcterms:created xsi:type="dcterms:W3CDTF">2025-03-27T15:53:12Z</dcterms:created>
  <dcterms:modified xsi:type="dcterms:W3CDTF">2025-03-30T11:33:59Z</dcterms:modified>
</cp:coreProperties>
</file>