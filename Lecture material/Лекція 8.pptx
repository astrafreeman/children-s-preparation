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70" r:id="rId4"/>
    <p:sldId id="280" r:id="rId5"/>
    <p:sldId id="281" r:id="rId6"/>
    <p:sldId id="284" r:id="rId7"/>
    <p:sldId id="301" r:id="rId8"/>
    <p:sldId id="318" r:id="rId9"/>
    <p:sldId id="258" r:id="rId10"/>
    <p:sldId id="267" r:id="rId11"/>
    <p:sldId id="282" r:id="rId12"/>
    <p:sldId id="311" r:id="rId13"/>
    <p:sldId id="312" r:id="rId14"/>
    <p:sldId id="315" r:id="rId15"/>
    <p:sldId id="300" r:id="rId16"/>
    <p:sldId id="313" r:id="rId17"/>
    <p:sldId id="302" r:id="rId18"/>
    <p:sldId id="326" r:id="rId19"/>
    <p:sldId id="327" r:id="rId20"/>
    <p:sldId id="259" r:id="rId21"/>
    <p:sldId id="283" r:id="rId22"/>
    <p:sldId id="292" r:id="rId23"/>
    <p:sldId id="262" r:id="rId24"/>
    <p:sldId id="314" r:id="rId25"/>
    <p:sldId id="297" r:id="rId26"/>
    <p:sldId id="324" r:id="rId27"/>
    <p:sldId id="271" r:id="rId28"/>
    <p:sldId id="277" r:id="rId29"/>
    <p:sldId id="279" r:id="rId30"/>
    <p:sldId id="285" r:id="rId31"/>
    <p:sldId id="272" r:id="rId32"/>
    <p:sldId id="296" r:id="rId33"/>
    <p:sldId id="273" r:id="rId34"/>
    <p:sldId id="269" r:id="rId35"/>
    <p:sldId id="263" r:id="rId36"/>
    <p:sldId id="264" r:id="rId37"/>
    <p:sldId id="265" r:id="rId38"/>
    <p:sldId id="323" r:id="rId39"/>
    <p:sldId id="325" r:id="rId40"/>
    <p:sldId id="293" r:id="rId41"/>
    <p:sldId id="304" r:id="rId42"/>
    <p:sldId id="307" r:id="rId43"/>
    <p:sldId id="308" r:id="rId44"/>
    <p:sldId id="317" r:id="rId45"/>
    <p:sldId id="319" r:id="rId46"/>
    <p:sldId id="306" r:id="rId47"/>
    <p:sldId id="316" r:id="rId48"/>
    <p:sldId id="321" r:id="rId49"/>
    <p:sldId id="309" r:id="rId50"/>
    <p:sldId id="298" r:id="rId51"/>
    <p:sldId id="305" r:id="rId52"/>
    <p:sldId id="294" r:id="rId53"/>
    <p:sldId id="295" r:id="rId54"/>
    <p:sldId id="286" r:id="rId55"/>
    <p:sldId id="260" r:id="rId56"/>
    <p:sldId id="288" r:id="rId57"/>
    <p:sldId id="289" r:id="rId58"/>
    <p:sldId id="275" r:id="rId59"/>
    <p:sldId id="278" r:id="rId60"/>
    <p:sldId id="276" r:id="rId61"/>
    <p:sldId id="274" r:id="rId62"/>
    <p:sldId id="268" r:id="rId63"/>
    <p:sldId id="266" r:id="rId64"/>
    <p:sldId id="261" r:id="rId65"/>
    <p:sldId id="303" r:id="rId66"/>
    <p:sldId id="320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4AD7A3CF-1DDF-4020-BA19-9B354EEEF666}">
          <p14:sldIdLst>
            <p14:sldId id="256"/>
          </p14:sldIdLst>
        </p14:section>
        <p14:section name="Зображальне мистецтво" id="{451697F6-929E-4E97-AEC1-00CEAD6EA44C}">
          <p14:sldIdLst>
            <p14:sldId id="257"/>
            <p14:sldId id="270"/>
            <p14:sldId id="280"/>
            <p14:sldId id="281"/>
            <p14:sldId id="284"/>
            <p14:sldId id="301"/>
            <p14:sldId id="318"/>
          </p14:sldIdLst>
        </p14:section>
        <p14:section name="Архітектура" id="{1817840E-358F-45F4-A272-057F3FD77F54}">
          <p14:sldIdLst>
            <p14:sldId id="258"/>
            <p14:sldId id="267"/>
            <p14:sldId id="282"/>
            <p14:sldId id="311"/>
            <p14:sldId id="312"/>
            <p14:sldId id="315"/>
            <p14:sldId id="300"/>
            <p14:sldId id="313"/>
            <p14:sldId id="302"/>
            <p14:sldId id="326"/>
            <p14:sldId id="327"/>
          </p14:sldIdLst>
        </p14:section>
        <p14:section name="Література" id="{DAA5E80B-32AF-4B17-B510-2D7E1CFDD785}">
          <p14:sldIdLst>
            <p14:sldId id="259"/>
            <p14:sldId id="283"/>
            <p14:sldId id="292"/>
            <p14:sldId id="262"/>
            <p14:sldId id="314"/>
            <p14:sldId id="297"/>
            <p14:sldId id="324"/>
            <p14:sldId id="271"/>
            <p14:sldId id="277"/>
            <p14:sldId id="279"/>
            <p14:sldId id="285"/>
            <p14:sldId id="272"/>
            <p14:sldId id="296"/>
            <p14:sldId id="273"/>
            <p14:sldId id="269"/>
            <p14:sldId id="263"/>
            <p14:sldId id="264"/>
            <p14:sldId id="265"/>
            <p14:sldId id="323"/>
            <p14:sldId id="325"/>
          </p14:sldIdLst>
        </p14:section>
        <p14:section name="Інше" id="{C743B9B6-CF8A-4815-A85E-6048E305C0A8}">
          <p14:sldIdLst>
            <p14:sldId id="293"/>
            <p14:sldId id="304"/>
            <p14:sldId id="307"/>
            <p14:sldId id="308"/>
            <p14:sldId id="317"/>
            <p14:sldId id="319"/>
            <p14:sldId id="306"/>
            <p14:sldId id="316"/>
            <p14:sldId id="321"/>
            <p14:sldId id="309"/>
            <p14:sldId id="298"/>
            <p14:sldId id="305"/>
            <p14:sldId id="294"/>
            <p14:sldId id="295"/>
            <p14:sldId id="286"/>
            <p14:sldId id="260"/>
            <p14:sldId id="288"/>
            <p14:sldId id="289"/>
            <p14:sldId id="275"/>
            <p14:sldId id="278"/>
            <p14:sldId id="276"/>
            <p14:sldId id="274"/>
            <p14:sldId id="268"/>
            <p14:sldId id="266"/>
            <p14:sldId id="261"/>
            <p14:sldId id="303"/>
            <p14:sldId id="320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6E6173-1FEB-4FEE-B350-45502A055C6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56C9AE7-7644-489E-AB6B-18F29436E7FE}">
      <dgm:prSet/>
      <dgm:spPr/>
      <dgm:t>
        <a:bodyPr/>
        <a:lstStyle/>
        <a:p>
          <a:r>
            <a:rPr lang="ru-RU" b="0" i="0" dirty="0" err="1"/>
            <a:t>Спасо-Преображенського</a:t>
          </a:r>
          <a:r>
            <a:rPr lang="ru-RU" b="0" i="0" dirty="0"/>
            <a:t> собору в </a:t>
          </a:r>
          <a:r>
            <a:rPr lang="ru-RU" b="0" i="0" dirty="0" err="1"/>
            <a:t>Чернігові</a:t>
          </a:r>
          <a:r>
            <a:rPr lang="ru-RU" b="0" i="0" dirty="0"/>
            <a:t>.</a:t>
          </a:r>
          <a:endParaRPr lang="uk-UA" dirty="0"/>
        </a:p>
      </dgm:t>
    </dgm:pt>
    <dgm:pt modelId="{36B2A43D-3EA1-4E72-9162-5D94C2AE7B68}" type="parTrans" cxnId="{05A2DFD1-591B-4D6B-9A81-B6D06D2F8775}">
      <dgm:prSet/>
      <dgm:spPr/>
      <dgm:t>
        <a:bodyPr/>
        <a:lstStyle/>
        <a:p>
          <a:endParaRPr lang="uk-UA"/>
        </a:p>
      </dgm:t>
    </dgm:pt>
    <dgm:pt modelId="{E062AE41-55D8-4E40-9F40-240D429066FA}" type="sibTrans" cxnId="{05A2DFD1-591B-4D6B-9A81-B6D06D2F8775}">
      <dgm:prSet/>
      <dgm:spPr/>
      <dgm:t>
        <a:bodyPr/>
        <a:lstStyle/>
        <a:p>
          <a:endParaRPr lang="uk-UA"/>
        </a:p>
      </dgm:t>
    </dgm:pt>
    <dgm:pt modelId="{2A04B0C9-5D0C-40EC-8A1C-10B690726309}">
      <dgm:prSet/>
      <dgm:spPr/>
      <dgm:t>
        <a:bodyPr/>
        <a:lstStyle/>
        <a:p>
          <a:r>
            <a:rPr lang="ru-RU" b="0" i="0" dirty="0"/>
            <a:t>церкви святого Пантелеймона </a:t>
          </a:r>
          <a:r>
            <a:rPr lang="ru-RU" b="0" i="0" dirty="0" err="1"/>
            <a:t>поблизу</a:t>
          </a:r>
          <a:r>
            <a:rPr lang="ru-RU" b="0" i="0" dirty="0"/>
            <a:t> Галича.</a:t>
          </a:r>
          <a:endParaRPr lang="uk-UA" dirty="0"/>
        </a:p>
      </dgm:t>
    </dgm:pt>
    <dgm:pt modelId="{B360FE18-F4D1-47EB-BF7E-8F6AEFCEF3BE}" type="parTrans" cxnId="{6B81277A-98D6-458B-AA19-29281445732E}">
      <dgm:prSet/>
      <dgm:spPr/>
      <dgm:t>
        <a:bodyPr/>
        <a:lstStyle/>
        <a:p>
          <a:endParaRPr lang="uk-UA"/>
        </a:p>
      </dgm:t>
    </dgm:pt>
    <dgm:pt modelId="{86C6113C-695A-4872-8010-C68885D6FF36}" type="sibTrans" cxnId="{6B81277A-98D6-458B-AA19-29281445732E}">
      <dgm:prSet/>
      <dgm:spPr/>
      <dgm:t>
        <a:bodyPr/>
        <a:lstStyle/>
        <a:p>
          <a:endParaRPr lang="uk-UA"/>
        </a:p>
      </dgm:t>
    </dgm:pt>
    <dgm:pt modelId="{6DF4F462-4754-4F53-96D6-765EC6FAC74C}">
      <dgm:prSet/>
      <dgm:spPr/>
      <dgm:t>
        <a:bodyPr/>
        <a:lstStyle/>
        <a:p>
          <a:r>
            <a:rPr lang="ru-RU" b="0" i="0"/>
            <a:t>П’ятницької церкви в Чернігові.</a:t>
          </a:r>
          <a:endParaRPr lang="uk-UA"/>
        </a:p>
      </dgm:t>
    </dgm:pt>
    <dgm:pt modelId="{0F8DB3FF-263E-45F4-AAFF-CF39CC686854}" type="parTrans" cxnId="{BD05A5B0-B10E-4CD9-ADAC-18560BAC1C58}">
      <dgm:prSet/>
      <dgm:spPr/>
      <dgm:t>
        <a:bodyPr/>
        <a:lstStyle/>
        <a:p>
          <a:endParaRPr lang="uk-UA"/>
        </a:p>
      </dgm:t>
    </dgm:pt>
    <dgm:pt modelId="{A2772A1C-1C6B-4DB8-9893-C5609A487876}" type="sibTrans" cxnId="{BD05A5B0-B10E-4CD9-ADAC-18560BAC1C58}">
      <dgm:prSet/>
      <dgm:spPr/>
      <dgm:t>
        <a:bodyPr/>
        <a:lstStyle/>
        <a:p>
          <a:endParaRPr lang="uk-UA"/>
        </a:p>
      </dgm:t>
    </dgm:pt>
    <dgm:pt modelId="{0ECBF493-2BEC-49A0-8DDC-161EE6D45ED4}">
      <dgm:prSet/>
      <dgm:spPr/>
      <dgm:t>
        <a:bodyPr/>
        <a:lstStyle/>
        <a:p>
          <a:r>
            <a:rPr lang="ru-RU" b="0" i="0" dirty="0" err="1"/>
            <a:t>Софійського</a:t>
          </a:r>
          <a:r>
            <a:rPr lang="ru-RU" b="0" i="0" dirty="0"/>
            <a:t> собору в </a:t>
          </a:r>
          <a:r>
            <a:rPr lang="ru-RU" b="0" i="0" dirty="0" err="1"/>
            <a:t>Києві</a:t>
          </a:r>
          <a:r>
            <a:rPr lang="ru-RU" b="0" i="0" dirty="0"/>
            <a:t>.</a:t>
          </a:r>
          <a:endParaRPr lang="uk-UA" dirty="0"/>
        </a:p>
      </dgm:t>
    </dgm:pt>
    <dgm:pt modelId="{56F976A0-421F-4B65-9807-191119F1835A}" type="parTrans" cxnId="{722E8941-08D1-4F73-ADC4-F00D412257D6}">
      <dgm:prSet/>
      <dgm:spPr/>
      <dgm:t>
        <a:bodyPr/>
        <a:lstStyle/>
        <a:p>
          <a:endParaRPr lang="uk-UA"/>
        </a:p>
      </dgm:t>
    </dgm:pt>
    <dgm:pt modelId="{2669E05A-6101-438F-AFEB-B43B26C5B195}" type="sibTrans" cxnId="{722E8941-08D1-4F73-ADC4-F00D412257D6}">
      <dgm:prSet/>
      <dgm:spPr/>
      <dgm:t>
        <a:bodyPr/>
        <a:lstStyle/>
        <a:p>
          <a:endParaRPr lang="uk-UA"/>
        </a:p>
      </dgm:t>
    </dgm:pt>
    <dgm:pt modelId="{B246D8B5-AE64-45ED-8087-54AFF261293B}" type="pres">
      <dgm:prSet presAssocID="{B96E6173-1FEB-4FEE-B350-45502A055C63}" presName="Name0" presStyleCnt="0">
        <dgm:presLayoutVars>
          <dgm:chMax val="7"/>
          <dgm:chPref val="7"/>
          <dgm:dir/>
        </dgm:presLayoutVars>
      </dgm:prSet>
      <dgm:spPr/>
    </dgm:pt>
    <dgm:pt modelId="{D72909F8-5306-4079-A12C-AB19039DEA67}" type="pres">
      <dgm:prSet presAssocID="{B96E6173-1FEB-4FEE-B350-45502A055C63}" presName="Name1" presStyleCnt="0"/>
      <dgm:spPr/>
    </dgm:pt>
    <dgm:pt modelId="{52738E54-1360-4BA2-ABE8-90CE9E72350D}" type="pres">
      <dgm:prSet presAssocID="{B96E6173-1FEB-4FEE-B350-45502A055C63}" presName="cycle" presStyleCnt="0"/>
      <dgm:spPr/>
    </dgm:pt>
    <dgm:pt modelId="{F7E38D49-2EC4-4A29-ADBD-7D4D8457CF37}" type="pres">
      <dgm:prSet presAssocID="{B96E6173-1FEB-4FEE-B350-45502A055C63}" presName="srcNode" presStyleLbl="node1" presStyleIdx="0" presStyleCnt="4"/>
      <dgm:spPr/>
    </dgm:pt>
    <dgm:pt modelId="{0FBA3D69-81C7-4EC6-86D9-CDF3546ECDB3}" type="pres">
      <dgm:prSet presAssocID="{B96E6173-1FEB-4FEE-B350-45502A055C63}" presName="conn" presStyleLbl="parChTrans1D2" presStyleIdx="0" presStyleCnt="1"/>
      <dgm:spPr/>
    </dgm:pt>
    <dgm:pt modelId="{634BE74E-EF81-4A02-BEAA-B1EDE11A2B42}" type="pres">
      <dgm:prSet presAssocID="{B96E6173-1FEB-4FEE-B350-45502A055C63}" presName="extraNode" presStyleLbl="node1" presStyleIdx="0" presStyleCnt="4"/>
      <dgm:spPr/>
    </dgm:pt>
    <dgm:pt modelId="{CF1A1BF2-D319-4A4C-B603-EE5EF3585595}" type="pres">
      <dgm:prSet presAssocID="{B96E6173-1FEB-4FEE-B350-45502A055C63}" presName="dstNode" presStyleLbl="node1" presStyleIdx="0" presStyleCnt="4"/>
      <dgm:spPr/>
    </dgm:pt>
    <dgm:pt modelId="{7437D300-698E-446B-9473-AECF29A6CA54}" type="pres">
      <dgm:prSet presAssocID="{556C9AE7-7644-489E-AB6B-18F29436E7FE}" presName="text_1" presStyleLbl="node1" presStyleIdx="0" presStyleCnt="4">
        <dgm:presLayoutVars>
          <dgm:bulletEnabled val="1"/>
        </dgm:presLayoutVars>
      </dgm:prSet>
      <dgm:spPr/>
    </dgm:pt>
    <dgm:pt modelId="{43ECD4E6-E235-4587-B27E-D662E3E23F02}" type="pres">
      <dgm:prSet presAssocID="{556C9AE7-7644-489E-AB6B-18F29436E7FE}" presName="accent_1" presStyleCnt="0"/>
      <dgm:spPr/>
    </dgm:pt>
    <dgm:pt modelId="{744C97ED-4EEE-4E9E-B32E-D645312F6F07}" type="pres">
      <dgm:prSet presAssocID="{556C9AE7-7644-489E-AB6B-18F29436E7FE}" presName="accentRepeatNode" presStyleLbl="solidFgAcc1" presStyleIdx="0" presStyleCnt="4"/>
      <dgm:spPr/>
    </dgm:pt>
    <dgm:pt modelId="{CB554B0C-29C8-41EA-A315-AAF2C9D35F6E}" type="pres">
      <dgm:prSet presAssocID="{2A04B0C9-5D0C-40EC-8A1C-10B690726309}" presName="text_2" presStyleLbl="node1" presStyleIdx="1" presStyleCnt="4">
        <dgm:presLayoutVars>
          <dgm:bulletEnabled val="1"/>
        </dgm:presLayoutVars>
      </dgm:prSet>
      <dgm:spPr/>
    </dgm:pt>
    <dgm:pt modelId="{0703C868-51D6-4D74-AB8C-82484D6D24A6}" type="pres">
      <dgm:prSet presAssocID="{2A04B0C9-5D0C-40EC-8A1C-10B690726309}" presName="accent_2" presStyleCnt="0"/>
      <dgm:spPr/>
    </dgm:pt>
    <dgm:pt modelId="{F389B200-8C62-43F4-87B7-B32B56B2151C}" type="pres">
      <dgm:prSet presAssocID="{2A04B0C9-5D0C-40EC-8A1C-10B690726309}" presName="accentRepeatNode" presStyleLbl="solidFgAcc1" presStyleIdx="1" presStyleCnt="4"/>
      <dgm:spPr/>
    </dgm:pt>
    <dgm:pt modelId="{8BFBD991-F84C-4C54-BC82-88F23528E5EC}" type="pres">
      <dgm:prSet presAssocID="{6DF4F462-4754-4F53-96D6-765EC6FAC74C}" presName="text_3" presStyleLbl="node1" presStyleIdx="2" presStyleCnt="4">
        <dgm:presLayoutVars>
          <dgm:bulletEnabled val="1"/>
        </dgm:presLayoutVars>
      </dgm:prSet>
      <dgm:spPr/>
    </dgm:pt>
    <dgm:pt modelId="{9A0FC4D5-EA15-473A-A833-226348327DE3}" type="pres">
      <dgm:prSet presAssocID="{6DF4F462-4754-4F53-96D6-765EC6FAC74C}" presName="accent_3" presStyleCnt="0"/>
      <dgm:spPr/>
    </dgm:pt>
    <dgm:pt modelId="{B216E907-2B0B-489A-8638-B13BF40CBDB9}" type="pres">
      <dgm:prSet presAssocID="{6DF4F462-4754-4F53-96D6-765EC6FAC74C}" presName="accentRepeatNode" presStyleLbl="solidFgAcc1" presStyleIdx="2" presStyleCnt="4"/>
      <dgm:spPr/>
    </dgm:pt>
    <dgm:pt modelId="{C54A7AA0-016A-479E-8C08-FF4DF157ECAA}" type="pres">
      <dgm:prSet presAssocID="{0ECBF493-2BEC-49A0-8DDC-161EE6D45ED4}" presName="text_4" presStyleLbl="node1" presStyleIdx="3" presStyleCnt="4">
        <dgm:presLayoutVars>
          <dgm:bulletEnabled val="1"/>
        </dgm:presLayoutVars>
      </dgm:prSet>
      <dgm:spPr/>
    </dgm:pt>
    <dgm:pt modelId="{BE30CAB6-CF36-4FBF-B8F7-D46B22D97677}" type="pres">
      <dgm:prSet presAssocID="{0ECBF493-2BEC-49A0-8DDC-161EE6D45ED4}" presName="accent_4" presStyleCnt="0"/>
      <dgm:spPr/>
    </dgm:pt>
    <dgm:pt modelId="{FA568D36-9A8B-4B97-89D9-DE51648C1DC7}" type="pres">
      <dgm:prSet presAssocID="{0ECBF493-2BEC-49A0-8DDC-161EE6D45ED4}" presName="accentRepeatNode" presStyleLbl="solidFgAcc1" presStyleIdx="3" presStyleCnt="4"/>
      <dgm:spPr/>
    </dgm:pt>
  </dgm:ptLst>
  <dgm:cxnLst>
    <dgm:cxn modelId="{722E8941-08D1-4F73-ADC4-F00D412257D6}" srcId="{B96E6173-1FEB-4FEE-B350-45502A055C63}" destId="{0ECBF493-2BEC-49A0-8DDC-161EE6D45ED4}" srcOrd="3" destOrd="0" parTransId="{56F976A0-421F-4B65-9807-191119F1835A}" sibTransId="{2669E05A-6101-438F-AFEB-B43B26C5B195}"/>
    <dgm:cxn modelId="{529DCB41-2972-4C02-A8A7-21B9AC02ADDE}" type="presOf" srcId="{2A04B0C9-5D0C-40EC-8A1C-10B690726309}" destId="{CB554B0C-29C8-41EA-A315-AAF2C9D35F6E}" srcOrd="0" destOrd="0" presId="urn:microsoft.com/office/officeart/2008/layout/VerticalCurvedList"/>
    <dgm:cxn modelId="{F6017A77-44E9-424B-A110-1BDF3E4BA92C}" type="presOf" srcId="{556C9AE7-7644-489E-AB6B-18F29436E7FE}" destId="{7437D300-698E-446B-9473-AECF29A6CA54}" srcOrd="0" destOrd="0" presId="urn:microsoft.com/office/officeart/2008/layout/VerticalCurvedList"/>
    <dgm:cxn modelId="{5034A479-6E78-4FE9-A43E-0353D049E90B}" type="presOf" srcId="{0ECBF493-2BEC-49A0-8DDC-161EE6D45ED4}" destId="{C54A7AA0-016A-479E-8C08-FF4DF157ECAA}" srcOrd="0" destOrd="0" presId="urn:microsoft.com/office/officeart/2008/layout/VerticalCurvedList"/>
    <dgm:cxn modelId="{6B81277A-98D6-458B-AA19-29281445732E}" srcId="{B96E6173-1FEB-4FEE-B350-45502A055C63}" destId="{2A04B0C9-5D0C-40EC-8A1C-10B690726309}" srcOrd="1" destOrd="0" parTransId="{B360FE18-F4D1-47EB-BF7E-8F6AEFCEF3BE}" sibTransId="{86C6113C-695A-4872-8010-C68885D6FF36}"/>
    <dgm:cxn modelId="{6028A2A3-5969-49D0-8CA9-2764A68A7625}" type="presOf" srcId="{E062AE41-55D8-4E40-9F40-240D429066FA}" destId="{0FBA3D69-81C7-4EC6-86D9-CDF3546ECDB3}" srcOrd="0" destOrd="0" presId="urn:microsoft.com/office/officeart/2008/layout/VerticalCurvedList"/>
    <dgm:cxn modelId="{D41536AC-8662-49E0-AD17-D066809A9A31}" type="presOf" srcId="{B96E6173-1FEB-4FEE-B350-45502A055C63}" destId="{B246D8B5-AE64-45ED-8087-54AFF261293B}" srcOrd="0" destOrd="0" presId="urn:microsoft.com/office/officeart/2008/layout/VerticalCurvedList"/>
    <dgm:cxn modelId="{BD05A5B0-B10E-4CD9-ADAC-18560BAC1C58}" srcId="{B96E6173-1FEB-4FEE-B350-45502A055C63}" destId="{6DF4F462-4754-4F53-96D6-765EC6FAC74C}" srcOrd="2" destOrd="0" parTransId="{0F8DB3FF-263E-45F4-AAFF-CF39CC686854}" sibTransId="{A2772A1C-1C6B-4DB8-9893-C5609A487876}"/>
    <dgm:cxn modelId="{17AA35C6-9F8F-4E9F-8C33-EA4C7B21B6F1}" type="presOf" srcId="{6DF4F462-4754-4F53-96D6-765EC6FAC74C}" destId="{8BFBD991-F84C-4C54-BC82-88F23528E5EC}" srcOrd="0" destOrd="0" presId="urn:microsoft.com/office/officeart/2008/layout/VerticalCurvedList"/>
    <dgm:cxn modelId="{05A2DFD1-591B-4D6B-9A81-B6D06D2F8775}" srcId="{B96E6173-1FEB-4FEE-B350-45502A055C63}" destId="{556C9AE7-7644-489E-AB6B-18F29436E7FE}" srcOrd="0" destOrd="0" parTransId="{36B2A43D-3EA1-4E72-9162-5D94C2AE7B68}" sibTransId="{E062AE41-55D8-4E40-9F40-240D429066FA}"/>
    <dgm:cxn modelId="{D053322C-A824-4F32-A621-AB8D60D7CF63}" type="presParOf" srcId="{B246D8B5-AE64-45ED-8087-54AFF261293B}" destId="{D72909F8-5306-4079-A12C-AB19039DEA67}" srcOrd="0" destOrd="0" presId="urn:microsoft.com/office/officeart/2008/layout/VerticalCurvedList"/>
    <dgm:cxn modelId="{8D08AF1B-F108-4C82-B841-BB164AF11E6C}" type="presParOf" srcId="{D72909F8-5306-4079-A12C-AB19039DEA67}" destId="{52738E54-1360-4BA2-ABE8-90CE9E72350D}" srcOrd="0" destOrd="0" presId="urn:microsoft.com/office/officeart/2008/layout/VerticalCurvedList"/>
    <dgm:cxn modelId="{FDD647CF-6993-4C57-9FDC-8DBE39D77FFD}" type="presParOf" srcId="{52738E54-1360-4BA2-ABE8-90CE9E72350D}" destId="{F7E38D49-2EC4-4A29-ADBD-7D4D8457CF37}" srcOrd="0" destOrd="0" presId="urn:microsoft.com/office/officeart/2008/layout/VerticalCurvedList"/>
    <dgm:cxn modelId="{9D0421E9-4645-4D59-9F77-2D98869A4B16}" type="presParOf" srcId="{52738E54-1360-4BA2-ABE8-90CE9E72350D}" destId="{0FBA3D69-81C7-4EC6-86D9-CDF3546ECDB3}" srcOrd="1" destOrd="0" presId="urn:microsoft.com/office/officeart/2008/layout/VerticalCurvedList"/>
    <dgm:cxn modelId="{83DE01F7-5458-4367-8446-6195F315E235}" type="presParOf" srcId="{52738E54-1360-4BA2-ABE8-90CE9E72350D}" destId="{634BE74E-EF81-4A02-BEAA-B1EDE11A2B42}" srcOrd="2" destOrd="0" presId="urn:microsoft.com/office/officeart/2008/layout/VerticalCurvedList"/>
    <dgm:cxn modelId="{39854239-4624-4FE0-8190-4FCB5E180458}" type="presParOf" srcId="{52738E54-1360-4BA2-ABE8-90CE9E72350D}" destId="{CF1A1BF2-D319-4A4C-B603-EE5EF3585595}" srcOrd="3" destOrd="0" presId="urn:microsoft.com/office/officeart/2008/layout/VerticalCurvedList"/>
    <dgm:cxn modelId="{80860DF9-B186-4EA0-95EE-224B5E053E62}" type="presParOf" srcId="{D72909F8-5306-4079-A12C-AB19039DEA67}" destId="{7437D300-698E-446B-9473-AECF29A6CA54}" srcOrd="1" destOrd="0" presId="urn:microsoft.com/office/officeart/2008/layout/VerticalCurvedList"/>
    <dgm:cxn modelId="{6893D5FE-D697-42C7-93C8-E129E050B5AD}" type="presParOf" srcId="{D72909F8-5306-4079-A12C-AB19039DEA67}" destId="{43ECD4E6-E235-4587-B27E-D662E3E23F02}" srcOrd="2" destOrd="0" presId="urn:microsoft.com/office/officeart/2008/layout/VerticalCurvedList"/>
    <dgm:cxn modelId="{4E9E75C6-D90E-46A7-A9E7-914B41F78D4F}" type="presParOf" srcId="{43ECD4E6-E235-4587-B27E-D662E3E23F02}" destId="{744C97ED-4EEE-4E9E-B32E-D645312F6F07}" srcOrd="0" destOrd="0" presId="urn:microsoft.com/office/officeart/2008/layout/VerticalCurvedList"/>
    <dgm:cxn modelId="{B49025BC-32EB-4324-8D42-17420CABEDEE}" type="presParOf" srcId="{D72909F8-5306-4079-A12C-AB19039DEA67}" destId="{CB554B0C-29C8-41EA-A315-AAF2C9D35F6E}" srcOrd="3" destOrd="0" presId="urn:microsoft.com/office/officeart/2008/layout/VerticalCurvedList"/>
    <dgm:cxn modelId="{86B80AC9-3B73-41F4-A5DC-4292733C20C6}" type="presParOf" srcId="{D72909F8-5306-4079-A12C-AB19039DEA67}" destId="{0703C868-51D6-4D74-AB8C-82484D6D24A6}" srcOrd="4" destOrd="0" presId="urn:microsoft.com/office/officeart/2008/layout/VerticalCurvedList"/>
    <dgm:cxn modelId="{ECA27857-DBD4-4B3A-A099-09299B9953E2}" type="presParOf" srcId="{0703C868-51D6-4D74-AB8C-82484D6D24A6}" destId="{F389B200-8C62-43F4-87B7-B32B56B2151C}" srcOrd="0" destOrd="0" presId="urn:microsoft.com/office/officeart/2008/layout/VerticalCurvedList"/>
    <dgm:cxn modelId="{10F2D540-E6DB-4DEB-AB96-E3E8F49CC5A6}" type="presParOf" srcId="{D72909F8-5306-4079-A12C-AB19039DEA67}" destId="{8BFBD991-F84C-4C54-BC82-88F23528E5EC}" srcOrd="5" destOrd="0" presId="urn:microsoft.com/office/officeart/2008/layout/VerticalCurvedList"/>
    <dgm:cxn modelId="{101A1B37-F977-4C2D-903B-E9286C8C0EC6}" type="presParOf" srcId="{D72909F8-5306-4079-A12C-AB19039DEA67}" destId="{9A0FC4D5-EA15-473A-A833-226348327DE3}" srcOrd="6" destOrd="0" presId="urn:microsoft.com/office/officeart/2008/layout/VerticalCurvedList"/>
    <dgm:cxn modelId="{DAE565F5-4DB6-446A-BB9A-09B011B82B5B}" type="presParOf" srcId="{9A0FC4D5-EA15-473A-A833-226348327DE3}" destId="{B216E907-2B0B-489A-8638-B13BF40CBDB9}" srcOrd="0" destOrd="0" presId="urn:microsoft.com/office/officeart/2008/layout/VerticalCurvedList"/>
    <dgm:cxn modelId="{4E1B1346-8F22-42E7-BA46-C907D85E1814}" type="presParOf" srcId="{D72909F8-5306-4079-A12C-AB19039DEA67}" destId="{C54A7AA0-016A-479E-8C08-FF4DF157ECAA}" srcOrd="7" destOrd="0" presId="urn:microsoft.com/office/officeart/2008/layout/VerticalCurvedList"/>
    <dgm:cxn modelId="{9458079A-4129-4C38-928A-CCA6D81B9AD0}" type="presParOf" srcId="{D72909F8-5306-4079-A12C-AB19039DEA67}" destId="{BE30CAB6-CF36-4FBF-B8F7-D46B22D97677}" srcOrd="8" destOrd="0" presId="urn:microsoft.com/office/officeart/2008/layout/VerticalCurvedList"/>
    <dgm:cxn modelId="{24815BFB-4A86-4601-A3CB-4F3B3817FAE1}" type="presParOf" srcId="{BE30CAB6-CF36-4FBF-B8F7-D46B22D97677}" destId="{FA568D36-9A8B-4B97-89D9-DE51648C1D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1ABE9E-E82F-4D75-A85E-EBCD7574CA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283C3D-71B3-495C-918A-7FE353A5635B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 Київської Русі</a:t>
          </a:r>
          <a:endParaRPr lang="uk-UA" dirty="0"/>
        </a:p>
      </dgm:t>
    </dgm:pt>
    <dgm:pt modelId="{578F4962-87A6-4856-B37B-E4DD8271DEE0}" type="parTrans" cxnId="{DC6FBEFC-9088-4A5D-A188-51FEEA66242F}">
      <dgm:prSet/>
      <dgm:spPr/>
      <dgm:t>
        <a:bodyPr/>
        <a:lstStyle/>
        <a:p>
          <a:endParaRPr lang="uk-UA"/>
        </a:p>
      </dgm:t>
    </dgm:pt>
    <dgm:pt modelId="{8E41095B-A9F7-477F-A04B-0BA0528CC025}" type="sibTrans" cxnId="{DC6FBEFC-9088-4A5D-A188-51FEEA66242F}">
      <dgm:prSet/>
      <dgm:spPr/>
      <dgm:t>
        <a:bodyPr/>
        <a:lstStyle/>
        <a:p>
          <a:endParaRPr lang="uk-UA"/>
        </a:p>
      </dgm:t>
    </dgm:pt>
    <dgm:pt modelId="{47BEB3C8-7241-43B5-B8DA-127CD5B87960}">
      <dgm:prSet/>
      <dgm:spPr/>
      <dgm:t>
        <a:bodyPr/>
        <a:lstStyle/>
        <a:p>
          <a:r>
            <a:rPr lang="uk-UA" b="0" i="0"/>
            <a:t>створення «Руської правди» — першої писаної збірки законів</a:t>
          </a:r>
          <a:endParaRPr lang="uk-UA"/>
        </a:p>
      </dgm:t>
    </dgm:pt>
    <dgm:pt modelId="{3FD1CD84-914C-4AE9-AA19-5C236321F422}" type="parTrans" cxnId="{05E3EFF1-F49D-4DEB-86CA-F1C659FAFD7B}">
      <dgm:prSet/>
      <dgm:spPr/>
      <dgm:t>
        <a:bodyPr/>
        <a:lstStyle/>
        <a:p>
          <a:endParaRPr lang="uk-UA"/>
        </a:p>
      </dgm:t>
    </dgm:pt>
    <dgm:pt modelId="{9DF216F0-543E-42B8-A871-C937BA1B523C}" type="sibTrans" cxnId="{05E3EFF1-F49D-4DEB-86CA-F1C659FAFD7B}">
      <dgm:prSet/>
      <dgm:spPr/>
      <dgm:t>
        <a:bodyPr/>
        <a:lstStyle/>
        <a:p>
          <a:endParaRPr lang="uk-UA"/>
        </a:p>
      </dgm:t>
    </dgm:pt>
    <dgm:pt modelId="{BFAFE210-9D85-4EAA-B7EC-829559E21E5F}">
      <dgm:prSet/>
      <dgm:spPr/>
      <dgm:t>
        <a:bodyPr/>
        <a:lstStyle/>
        <a:p>
          <a:r>
            <a:rPr lang="uk-UA" b="0" i="0"/>
            <a:t>призначення главою церкви митрополита-русича Іларіона</a:t>
          </a:r>
          <a:endParaRPr lang="uk-UA"/>
        </a:p>
      </dgm:t>
    </dgm:pt>
    <dgm:pt modelId="{6E0BF80E-01E6-4F24-822D-6C4FF4B61C63}" type="parTrans" cxnId="{F858E818-DBE9-4DEF-AEC2-F026B93D4321}">
      <dgm:prSet/>
      <dgm:spPr/>
      <dgm:t>
        <a:bodyPr/>
        <a:lstStyle/>
        <a:p>
          <a:endParaRPr lang="uk-UA"/>
        </a:p>
      </dgm:t>
    </dgm:pt>
    <dgm:pt modelId="{D9B85045-041C-447C-A472-0F37948865C8}" type="sibTrans" cxnId="{F858E818-DBE9-4DEF-AEC2-F026B93D4321}">
      <dgm:prSet/>
      <dgm:spPr/>
      <dgm:t>
        <a:bodyPr/>
        <a:lstStyle/>
        <a:p>
          <a:endParaRPr lang="uk-UA"/>
        </a:p>
      </dgm:t>
    </dgm:pt>
    <dgm:pt modelId="{F33E3629-04B7-4676-A486-7F20E52E8BE8}">
      <dgm:prSet/>
      <dgm:spPr/>
      <dgm:t>
        <a:bodyPr/>
        <a:lstStyle/>
        <a:p>
          <a:r>
            <a:rPr lang="uk-UA" b="0" i="0" dirty="0"/>
            <a:t>утвердження в Києві князівської династії Рюриковичів</a:t>
          </a:r>
          <a:endParaRPr lang="uk-UA" dirty="0"/>
        </a:p>
      </dgm:t>
    </dgm:pt>
    <dgm:pt modelId="{8116659D-AFD1-44A9-B84C-628731082A2F}" type="parTrans" cxnId="{9F9DD70E-0870-4C27-8803-3530BBD3F231}">
      <dgm:prSet/>
      <dgm:spPr/>
      <dgm:t>
        <a:bodyPr/>
        <a:lstStyle/>
        <a:p>
          <a:endParaRPr lang="uk-UA"/>
        </a:p>
      </dgm:t>
    </dgm:pt>
    <dgm:pt modelId="{59242716-8BCD-4A3D-8A2B-88370EDC6E3E}" type="sibTrans" cxnId="{9F9DD70E-0870-4C27-8803-3530BBD3F231}">
      <dgm:prSet/>
      <dgm:spPr/>
      <dgm:t>
        <a:bodyPr/>
        <a:lstStyle/>
        <a:p>
          <a:endParaRPr lang="uk-UA"/>
        </a:p>
      </dgm:t>
    </dgm:pt>
    <dgm:pt modelId="{9A3D2E44-896D-4A6F-8DAA-7E9D3A2F207E}" type="pres">
      <dgm:prSet presAssocID="{321ABE9E-E82F-4D75-A85E-EBCD7574CA01}" presName="linear" presStyleCnt="0">
        <dgm:presLayoutVars>
          <dgm:animLvl val="lvl"/>
          <dgm:resizeHandles val="exact"/>
        </dgm:presLayoutVars>
      </dgm:prSet>
      <dgm:spPr/>
    </dgm:pt>
    <dgm:pt modelId="{B637402E-6DF5-467B-9300-9B173244313D}" type="pres">
      <dgm:prSet presAssocID="{1D283C3D-71B3-495C-918A-7FE353A563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855CC6-2401-4A3C-9DC0-899CBE5D5B4B}" type="pres">
      <dgm:prSet presAssocID="{8E41095B-A9F7-477F-A04B-0BA0528CC025}" presName="spacer" presStyleCnt="0"/>
      <dgm:spPr/>
    </dgm:pt>
    <dgm:pt modelId="{4EBC1749-61FF-470F-AA50-E98F6B885892}" type="pres">
      <dgm:prSet presAssocID="{47BEB3C8-7241-43B5-B8DA-127CD5B879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2E8084-AE78-4242-8E97-69886CD65ED2}" type="pres">
      <dgm:prSet presAssocID="{9DF216F0-543E-42B8-A871-C937BA1B523C}" presName="spacer" presStyleCnt="0"/>
      <dgm:spPr/>
    </dgm:pt>
    <dgm:pt modelId="{72C2FA82-1526-461B-BDB6-D47FF1EFC73E}" type="pres">
      <dgm:prSet presAssocID="{BFAFE210-9D85-4EAA-B7EC-829559E21E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2AE9CF-9978-4F5C-BDF2-720EC81C093D}" type="pres">
      <dgm:prSet presAssocID="{D9B85045-041C-447C-A472-0F37948865C8}" presName="spacer" presStyleCnt="0"/>
      <dgm:spPr/>
    </dgm:pt>
    <dgm:pt modelId="{FD173C3A-DB5B-4757-A615-408D5F97995C}" type="pres">
      <dgm:prSet presAssocID="{F33E3629-04B7-4676-A486-7F20E52E8BE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F13F0E-B97A-4CAD-A173-852C9FB8929D}" type="presOf" srcId="{47BEB3C8-7241-43B5-B8DA-127CD5B87960}" destId="{4EBC1749-61FF-470F-AA50-E98F6B885892}" srcOrd="0" destOrd="0" presId="urn:microsoft.com/office/officeart/2005/8/layout/vList2"/>
    <dgm:cxn modelId="{9F9DD70E-0870-4C27-8803-3530BBD3F231}" srcId="{321ABE9E-E82F-4D75-A85E-EBCD7574CA01}" destId="{F33E3629-04B7-4676-A486-7F20E52E8BE8}" srcOrd="3" destOrd="0" parTransId="{8116659D-AFD1-44A9-B84C-628731082A2F}" sibTransId="{59242716-8BCD-4A3D-8A2B-88370EDC6E3E}"/>
    <dgm:cxn modelId="{F858E818-DBE9-4DEF-AEC2-F026B93D4321}" srcId="{321ABE9E-E82F-4D75-A85E-EBCD7574CA01}" destId="{BFAFE210-9D85-4EAA-B7EC-829559E21E5F}" srcOrd="2" destOrd="0" parTransId="{6E0BF80E-01E6-4F24-822D-6C4FF4B61C63}" sibTransId="{D9B85045-041C-447C-A472-0F37948865C8}"/>
    <dgm:cxn modelId="{17195F80-2596-4F0D-858B-AFA328C3EF88}" type="presOf" srcId="{1D283C3D-71B3-495C-918A-7FE353A5635B}" destId="{B637402E-6DF5-467B-9300-9B173244313D}" srcOrd="0" destOrd="0" presId="urn:microsoft.com/office/officeart/2005/8/layout/vList2"/>
    <dgm:cxn modelId="{6F8E59C3-9E6D-4DEB-99A0-27F61B0AA91F}" type="presOf" srcId="{321ABE9E-E82F-4D75-A85E-EBCD7574CA01}" destId="{9A3D2E44-896D-4A6F-8DAA-7E9D3A2F207E}" srcOrd="0" destOrd="0" presId="urn:microsoft.com/office/officeart/2005/8/layout/vList2"/>
    <dgm:cxn modelId="{086889C6-273E-4570-9C13-F49B76343DCB}" type="presOf" srcId="{BFAFE210-9D85-4EAA-B7EC-829559E21E5F}" destId="{72C2FA82-1526-461B-BDB6-D47FF1EFC73E}" srcOrd="0" destOrd="0" presId="urn:microsoft.com/office/officeart/2005/8/layout/vList2"/>
    <dgm:cxn modelId="{406114CC-EFCA-4E8C-BA42-36B1AF96591E}" type="presOf" srcId="{F33E3629-04B7-4676-A486-7F20E52E8BE8}" destId="{FD173C3A-DB5B-4757-A615-408D5F97995C}" srcOrd="0" destOrd="0" presId="urn:microsoft.com/office/officeart/2005/8/layout/vList2"/>
    <dgm:cxn modelId="{05E3EFF1-F49D-4DEB-86CA-F1C659FAFD7B}" srcId="{321ABE9E-E82F-4D75-A85E-EBCD7574CA01}" destId="{47BEB3C8-7241-43B5-B8DA-127CD5B87960}" srcOrd="1" destOrd="0" parTransId="{3FD1CD84-914C-4AE9-AA19-5C236321F422}" sibTransId="{9DF216F0-543E-42B8-A871-C937BA1B523C}"/>
    <dgm:cxn modelId="{DC6FBEFC-9088-4A5D-A188-51FEEA66242F}" srcId="{321ABE9E-E82F-4D75-A85E-EBCD7574CA01}" destId="{1D283C3D-71B3-495C-918A-7FE353A5635B}" srcOrd="0" destOrd="0" parTransId="{578F4962-87A6-4856-B37B-E4DD8271DEE0}" sibTransId="{8E41095B-A9F7-477F-A04B-0BA0528CC025}"/>
    <dgm:cxn modelId="{1981CEC5-5ADB-4B78-8770-63EE2C28EF82}" type="presParOf" srcId="{9A3D2E44-896D-4A6F-8DAA-7E9D3A2F207E}" destId="{B637402E-6DF5-467B-9300-9B173244313D}" srcOrd="0" destOrd="0" presId="urn:microsoft.com/office/officeart/2005/8/layout/vList2"/>
    <dgm:cxn modelId="{5EF08BF5-4AA9-470E-A145-785872208452}" type="presParOf" srcId="{9A3D2E44-896D-4A6F-8DAA-7E9D3A2F207E}" destId="{2A855CC6-2401-4A3C-9DC0-899CBE5D5B4B}" srcOrd="1" destOrd="0" presId="urn:microsoft.com/office/officeart/2005/8/layout/vList2"/>
    <dgm:cxn modelId="{ECB4F14A-D338-4BAE-BF5A-092BF26F663C}" type="presParOf" srcId="{9A3D2E44-896D-4A6F-8DAA-7E9D3A2F207E}" destId="{4EBC1749-61FF-470F-AA50-E98F6B885892}" srcOrd="2" destOrd="0" presId="urn:microsoft.com/office/officeart/2005/8/layout/vList2"/>
    <dgm:cxn modelId="{21AAB634-9E38-47F3-8FDB-89B4E3C3AE90}" type="presParOf" srcId="{9A3D2E44-896D-4A6F-8DAA-7E9D3A2F207E}" destId="{492E8084-AE78-4242-8E97-69886CD65ED2}" srcOrd="3" destOrd="0" presId="urn:microsoft.com/office/officeart/2005/8/layout/vList2"/>
    <dgm:cxn modelId="{F19C994C-8AD3-4943-A2FE-9DF4E8762A4D}" type="presParOf" srcId="{9A3D2E44-896D-4A6F-8DAA-7E9D3A2F207E}" destId="{72C2FA82-1526-461B-BDB6-D47FF1EFC73E}" srcOrd="4" destOrd="0" presId="urn:microsoft.com/office/officeart/2005/8/layout/vList2"/>
    <dgm:cxn modelId="{A3EADF22-0750-420A-8731-D9C98FDFC76C}" type="presParOf" srcId="{9A3D2E44-896D-4A6F-8DAA-7E9D3A2F207E}" destId="{DE2AE9CF-9978-4F5C-BDF2-720EC81C093D}" srcOrd="5" destOrd="0" presId="urn:microsoft.com/office/officeart/2005/8/layout/vList2"/>
    <dgm:cxn modelId="{6E389E95-0610-4806-8D1B-2F0E583626EF}" type="presParOf" srcId="{9A3D2E44-896D-4A6F-8DAA-7E9D3A2F207E}" destId="{FD173C3A-DB5B-4757-A615-408D5F9799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CCC1F5-CFBE-4852-A400-27E2B3666D5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88CD83-5A10-47D4-8B7F-D6CABF49118F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5C7F8753-24AC-4A9A-8240-F3189CA5C8BF}" type="parTrans" cxnId="{DDAFDFAC-0D21-4962-A057-3CC3A78581B3}">
      <dgm:prSet/>
      <dgm:spPr/>
      <dgm:t>
        <a:bodyPr/>
        <a:lstStyle/>
        <a:p>
          <a:endParaRPr lang="uk-UA"/>
        </a:p>
      </dgm:t>
    </dgm:pt>
    <dgm:pt modelId="{3B956CE6-F3C2-4B86-9A6D-BF98ABEDDBDB}" type="sibTrans" cxnId="{DDAFDFAC-0D21-4962-A057-3CC3A78581B3}">
      <dgm:prSet/>
      <dgm:spPr/>
      <dgm:t>
        <a:bodyPr/>
        <a:lstStyle/>
        <a:p>
          <a:endParaRPr lang="uk-UA"/>
        </a:p>
      </dgm:t>
    </dgm:pt>
    <dgm:pt modelId="{F01DF30C-B9CE-49A4-A82D-79A211700299}">
      <dgm:prSet/>
      <dgm:spPr/>
      <dgm:t>
        <a:bodyPr/>
        <a:lstStyle/>
        <a:p>
          <a:r>
            <a:rPr lang="ru-RU" b="0" i="0" dirty="0"/>
            <a:t>Святослав</a:t>
          </a:r>
          <a:endParaRPr lang="uk-UA" dirty="0"/>
        </a:p>
      </dgm:t>
    </dgm:pt>
    <dgm:pt modelId="{B5AE5FC5-992A-485E-91B0-02E5BA3C6F89}" type="parTrans" cxnId="{DEFD3BAF-3F64-4F36-8E51-12E4CE83D465}">
      <dgm:prSet/>
      <dgm:spPr/>
      <dgm:t>
        <a:bodyPr/>
        <a:lstStyle/>
        <a:p>
          <a:endParaRPr lang="uk-UA"/>
        </a:p>
      </dgm:t>
    </dgm:pt>
    <dgm:pt modelId="{120EA31B-6581-4E2E-84D2-26EC34C51828}" type="sibTrans" cxnId="{DEFD3BAF-3F64-4F36-8E51-12E4CE83D465}">
      <dgm:prSet/>
      <dgm:spPr/>
      <dgm:t>
        <a:bodyPr/>
        <a:lstStyle/>
        <a:p>
          <a:endParaRPr lang="uk-UA"/>
        </a:p>
      </dgm:t>
    </dgm:pt>
    <dgm:pt modelId="{E2AC3A35-6507-4AB5-9712-513F8C4C06CE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CC765FE9-7EA6-45C1-9620-FA5B3124BD17}" type="parTrans" cxnId="{5C647C36-751E-401C-881B-FE3C7C199D6B}">
      <dgm:prSet/>
      <dgm:spPr/>
      <dgm:t>
        <a:bodyPr/>
        <a:lstStyle/>
        <a:p>
          <a:endParaRPr lang="uk-UA"/>
        </a:p>
      </dgm:t>
    </dgm:pt>
    <dgm:pt modelId="{5F2B3514-5363-40FE-9787-86F8D4C653A0}" type="sibTrans" cxnId="{5C647C36-751E-401C-881B-FE3C7C199D6B}">
      <dgm:prSet/>
      <dgm:spPr/>
      <dgm:t>
        <a:bodyPr/>
        <a:lstStyle/>
        <a:p>
          <a:endParaRPr lang="uk-UA"/>
        </a:p>
      </dgm:t>
    </dgm:pt>
    <dgm:pt modelId="{B2517FDA-D6A2-4B9A-8772-A0C2F7EC1B6B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D503C8C4-BE10-4B20-8B41-D2E2E2B39A78}" type="parTrans" cxnId="{3345AB46-C766-468F-82B4-259B0063D5B5}">
      <dgm:prSet/>
      <dgm:spPr/>
      <dgm:t>
        <a:bodyPr/>
        <a:lstStyle/>
        <a:p>
          <a:endParaRPr lang="uk-UA"/>
        </a:p>
      </dgm:t>
    </dgm:pt>
    <dgm:pt modelId="{5F11741E-978E-422F-B6BD-1469FC627A6E}" type="sibTrans" cxnId="{3345AB46-C766-468F-82B4-259B0063D5B5}">
      <dgm:prSet/>
      <dgm:spPr/>
      <dgm:t>
        <a:bodyPr/>
        <a:lstStyle/>
        <a:p>
          <a:endParaRPr lang="uk-UA"/>
        </a:p>
      </dgm:t>
    </dgm:pt>
    <dgm:pt modelId="{FFE99885-D10A-4012-A845-E1D26EB59A53}" type="pres">
      <dgm:prSet presAssocID="{A2CCC1F5-CFBE-4852-A400-27E2B3666D52}" presName="matrix" presStyleCnt="0">
        <dgm:presLayoutVars>
          <dgm:chMax val="1"/>
          <dgm:dir/>
          <dgm:resizeHandles val="exact"/>
        </dgm:presLayoutVars>
      </dgm:prSet>
      <dgm:spPr/>
    </dgm:pt>
    <dgm:pt modelId="{DDFD0C83-697F-484E-A46F-181D1A6AD9D9}" type="pres">
      <dgm:prSet presAssocID="{A2CCC1F5-CFBE-4852-A400-27E2B3666D52}" presName="diamond" presStyleLbl="bgShp" presStyleIdx="0" presStyleCnt="1"/>
      <dgm:spPr/>
    </dgm:pt>
    <dgm:pt modelId="{2D4E904D-6896-4233-871C-DA317E2673A3}" type="pres">
      <dgm:prSet presAssocID="{A2CCC1F5-CFBE-4852-A400-27E2B3666D5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F5F34F-74BE-42B8-8AD3-72F9381604F3}" type="pres">
      <dgm:prSet presAssocID="{A2CCC1F5-CFBE-4852-A400-27E2B3666D5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D95FEDC-B215-4DDF-B0F2-581EC66BA91E}" type="pres">
      <dgm:prSet presAssocID="{A2CCC1F5-CFBE-4852-A400-27E2B3666D5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143C322-5A95-42EB-A996-8C2AE866C5FC}" type="pres">
      <dgm:prSet presAssocID="{A2CCC1F5-CFBE-4852-A400-27E2B3666D5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9BD019-2F88-4758-94D2-6B89CD41092F}" type="presOf" srcId="{E2AC3A35-6507-4AB5-9712-513F8C4C06CE}" destId="{FD95FEDC-B215-4DDF-B0F2-581EC66BA91E}" srcOrd="0" destOrd="0" presId="urn:microsoft.com/office/officeart/2005/8/layout/matrix3"/>
    <dgm:cxn modelId="{5C647C36-751E-401C-881B-FE3C7C199D6B}" srcId="{A2CCC1F5-CFBE-4852-A400-27E2B3666D52}" destId="{E2AC3A35-6507-4AB5-9712-513F8C4C06CE}" srcOrd="2" destOrd="0" parTransId="{CC765FE9-7EA6-45C1-9620-FA5B3124BD17}" sibTransId="{5F2B3514-5363-40FE-9787-86F8D4C653A0}"/>
    <dgm:cxn modelId="{7D4D8B3F-615D-4F28-8BD3-54AD4453DB8A}" type="presOf" srcId="{F01DF30C-B9CE-49A4-A82D-79A211700299}" destId="{39F5F34F-74BE-42B8-8AD3-72F9381604F3}" srcOrd="0" destOrd="0" presId="urn:microsoft.com/office/officeart/2005/8/layout/matrix3"/>
    <dgm:cxn modelId="{3345AB46-C766-468F-82B4-259B0063D5B5}" srcId="{A2CCC1F5-CFBE-4852-A400-27E2B3666D52}" destId="{B2517FDA-D6A2-4B9A-8772-A0C2F7EC1B6B}" srcOrd="3" destOrd="0" parTransId="{D503C8C4-BE10-4B20-8B41-D2E2E2B39A78}" sibTransId="{5F11741E-978E-422F-B6BD-1469FC627A6E}"/>
    <dgm:cxn modelId="{7A027358-D35D-44CB-8F66-C73ABD97839E}" type="presOf" srcId="{2E88CD83-5A10-47D4-8B7F-D6CABF49118F}" destId="{2D4E904D-6896-4233-871C-DA317E2673A3}" srcOrd="0" destOrd="0" presId="urn:microsoft.com/office/officeart/2005/8/layout/matrix3"/>
    <dgm:cxn modelId="{0F0CCF90-A9CC-4F0D-B948-C0F47BEFC5AC}" type="presOf" srcId="{B2517FDA-D6A2-4B9A-8772-A0C2F7EC1B6B}" destId="{1143C322-5A95-42EB-A996-8C2AE866C5FC}" srcOrd="0" destOrd="0" presId="urn:microsoft.com/office/officeart/2005/8/layout/matrix3"/>
    <dgm:cxn modelId="{DDAFDFAC-0D21-4962-A057-3CC3A78581B3}" srcId="{A2CCC1F5-CFBE-4852-A400-27E2B3666D52}" destId="{2E88CD83-5A10-47D4-8B7F-D6CABF49118F}" srcOrd="0" destOrd="0" parTransId="{5C7F8753-24AC-4A9A-8240-F3189CA5C8BF}" sibTransId="{3B956CE6-F3C2-4B86-9A6D-BF98ABEDDBDB}"/>
    <dgm:cxn modelId="{DEFD3BAF-3F64-4F36-8E51-12E4CE83D465}" srcId="{A2CCC1F5-CFBE-4852-A400-27E2B3666D52}" destId="{F01DF30C-B9CE-49A4-A82D-79A211700299}" srcOrd="1" destOrd="0" parTransId="{B5AE5FC5-992A-485E-91B0-02E5BA3C6F89}" sibTransId="{120EA31B-6581-4E2E-84D2-26EC34C51828}"/>
    <dgm:cxn modelId="{F8A274F5-8B9E-46DA-BA82-BE3F0602E211}" type="presOf" srcId="{A2CCC1F5-CFBE-4852-A400-27E2B3666D52}" destId="{FFE99885-D10A-4012-A845-E1D26EB59A53}" srcOrd="0" destOrd="0" presId="urn:microsoft.com/office/officeart/2005/8/layout/matrix3"/>
    <dgm:cxn modelId="{C4B35966-0986-460C-8A86-916ABA2A8D49}" type="presParOf" srcId="{FFE99885-D10A-4012-A845-E1D26EB59A53}" destId="{DDFD0C83-697F-484E-A46F-181D1A6AD9D9}" srcOrd="0" destOrd="0" presId="urn:microsoft.com/office/officeart/2005/8/layout/matrix3"/>
    <dgm:cxn modelId="{AA07166A-1E9D-4F41-B386-A226531AEA91}" type="presParOf" srcId="{FFE99885-D10A-4012-A845-E1D26EB59A53}" destId="{2D4E904D-6896-4233-871C-DA317E2673A3}" srcOrd="1" destOrd="0" presId="urn:microsoft.com/office/officeart/2005/8/layout/matrix3"/>
    <dgm:cxn modelId="{01FE2CAC-CDC8-42CD-8A5B-B249B278BD86}" type="presParOf" srcId="{FFE99885-D10A-4012-A845-E1D26EB59A53}" destId="{39F5F34F-74BE-42B8-8AD3-72F9381604F3}" srcOrd="2" destOrd="0" presId="urn:microsoft.com/office/officeart/2005/8/layout/matrix3"/>
    <dgm:cxn modelId="{0BD70120-2BF7-4003-B8AC-397E4867F8EA}" type="presParOf" srcId="{FFE99885-D10A-4012-A845-E1D26EB59A53}" destId="{FD95FEDC-B215-4DDF-B0F2-581EC66BA91E}" srcOrd="3" destOrd="0" presId="urn:microsoft.com/office/officeart/2005/8/layout/matrix3"/>
    <dgm:cxn modelId="{2A89C793-5AB7-473D-BA92-B7BF66F6065E}" type="presParOf" srcId="{FFE99885-D10A-4012-A845-E1D26EB59A53}" destId="{1143C322-5A95-42EB-A996-8C2AE866C5F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24761-363D-4703-8CBB-F0DE3D5FC7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8BCE1C-F02E-4693-B547-4FE67BAB9C48}">
      <dgm:prSet/>
      <dgm:spPr/>
      <dgm:t>
        <a:bodyPr/>
        <a:lstStyle/>
        <a:p>
          <a:r>
            <a:rPr lang="ru-RU" b="0" i="0"/>
            <a:t>«Остромирове Євангеліє»</a:t>
          </a:r>
          <a:endParaRPr lang="uk-UA"/>
        </a:p>
      </dgm:t>
    </dgm:pt>
    <dgm:pt modelId="{6919050D-0E35-4255-AF42-B72BD52A789F}" type="parTrans" cxnId="{A412050C-F516-4B65-B81B-E261638DA458}">
      <dgm:prSet/>
      <dgm:spPr/>
      <dgm:t>
        <a:bodyPr/>
        <a:lstStyle/>
        <a:p>
          <a:endParaRPr lang="uk-UA"/>
        </a:p>
      </dgm:t>
    </dgm:pt>
    <dgm:pt modelId="{97D28E49-4AD1-486F-B284-25B859991126}" type="sibTrans" cxnId="{A412050C-F516-4B65-B81B-E261638DA458}">
      <dgm:prSet/>
      <dgm:spPr/>
      <dgm:t>
        <a:bodyPr/>
        <a:lstStyle/>
        <a:p>
          <a:endParaRPr lang="uk-UA"/>
        </a:p>
      </dgm:t>
    </dgm:pt>
    <dgm:pt modelId="{30C1185A-613C-4F79-9A03-E0CE7FFC2E78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Ізборник</a:t>
          </a:r>
          <a:r>
            <a:rPr lang="ru-RU" b="0" i="0" dirty="0"/>
            <a:t> Святослава»</a:t>
          </a:r>
          <a:endParaRPr lang="uk-UA" dirty="0"/>
        </a:p>
      </dgm:t>
    </dgm:pt>
    <dgm:pt modelId="{1C43C22A-1B8A-4E1A-B419-951D816ADFEA}" type="parTrans" cxnId="{D7C350AF-E0DB-4794-9862-30CA678FF081}">
      <dgm:prSet/>
      <dgm:spPr/>
      <dgm:t>
        <a:bodyPr/>
        <a:lstStyle/>
        <a:p>
          <a:endParaRPr lang="uk-UA"/>
        </a:p>
      </dgm:t>
    </dgm:pt>
    <dgm:pt modelId="{0A69534D-E856-43E1-986B-48211EF31E6D}" type="sibTrans" cxnId="{D7C350AF-E0DB-4794-9862-30CA678FF081}">
      <dgm:prSet/>
      <dgm:spPr/>
      <dgm:t>
        <a:bodyPr/>
        <a:lstStyle/>
        <a:p>
          <a:endParaRPr lang="uk-UA"/>
        </a:p>
      </dgm:t>
    </dgm:pt>
    <dgm:pt modelId="{5B122A4B-7354-4796-A5E7-0B7B16E795B8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</a:t>
          </a:r>
          <a:endParaRPr lang="uk-UA" dirty="0"/>
        </a:p>
      </dgm:t>
    </dgm:pt>
    <dgm:pt modelId="{FD522A0E-A7A3-4FE2-A40E-5F7E5600A5AE}" type="parTrans" cxnId="{7AF200F3-395A-4947-A990-4CBBDC977B6F}">
      <dgm:prSet/>
      <dgm:spPr/>
      <dgm:t>
        <a:bodyPr/>
        <a:lstStyle/>
        <a:p>
          <a:endParaRPr lang="uk-UA"/>
        </a:p>
      </dgm:t>
    </dgm:pt>
    <dgm:pt modelId="{2EB8BCC4-748B-40A9-AFEF-622B2B5DCFF6}" type="sibTrans" cxnId="{7AF200F3-395A-4947-A990-4CBBDC977B6F}">
      <dgm:prSet/>
      <dgm:spPr/>
      <dgm:t>
        <a:bodyPr/>
        <a:lstStyle/>
        <a:p>
          <a:endParaRPr lang="uk-UA"/>
        </a:p>
      </dgm:t>
    </dgm:pt>
    <dgm:pt modelId="{68E8609F-4EE6-4736-BCAE-F49D29A323E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9C2BE433-342E-4DF0-8CFE-4661F774613B}" type="parTrans" cxnId="{D3DAE131-0B97-4C13-947A-77899FA932FC}">
      <dgm:prSet/>
      <dgm:spPr/>
      <dgm:t>
        <a:bodyPr/>
        <a:lstStyle/>
        <a:p>
          <a:endParaRPr lang="uk-UA"/>
        </a:p>
      </dgm:t>
    </dgm:pt>
    <dgm:pt modelId="{A7F4927A-BCA2-4E82-AC7E-9E3208A15249}" type="sibTrans" cxnId="{D3DAE131-0B97-4C13-947A-77899FA932FC}">
      <dgm:prSet/>
      <dgm:spPr/>
      <dgm:t>
        <a:bodyPr/>
        <a:lstStyle/>
        <a:p>
          <a:endParaRPr lang="uk-UA"/>
        </a:p>
      </dgm:t>
    </dgm:pt>
    <dgm:pt modelId="{F302ADFD-F80F-43BF-911B-76EEAE50164E}" type="pres">
      <dgm:prSet presAssocID="{74624761-363D-4703-8CBB-F0DE3D5FC787}" presName="linear" presStyleCnt="0">
        <dgm:presLayoutVars>
          <dgm:animLvl val="lvl"/>
          <dgm:resizeHandles val="exact"/>
        </dgm:presLayoutVars>
      </dgm:prSet>
      <dgm:spPr/>
    </dgm:pt>
    <dgm:pt modelId="{C4948627-C2DA-4583-B031-B7464C85C94E}" type="pres">
      <dgm:prSet presAssocID="{668BCE1C-F02E-4693-B547-4FE67BAB9C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B960732-D4B8-46EC-B9B5-4CAA1018ABE0}" type="pres">
      <dgm:prSet presAssocID="{97D28E49-4AD1-486F-B284-25B859991126}" presName="spacer" presStyleCnt="0"/>
      <dgm:spPr/>
    </dgm:pt>
    <dgm:pt modelId="{C7796319-FB8A-43C9-80CD-88CF5F910362}" type="pres">
      <dgm:prSet presAssocID="{30C1185A-613C-4F79-9A03-E0CE7FFC2E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9BD63D-7040-4A5A-B9F0-65C916D4162C}" type="pres">
      <dgm:prSet presAssocID="{0A69534D-E856-43E1-986B-48211EF31E6D}" presName="spacer" presStyleCnt="0"/>
      <dgm:spPr/>
    </dgm:pt>
    <dgm:pt modelId="{1FB75744-84FF-4BE3-AF0B-E3E0AD402148}" type="pres">
      <dgm:prSet presAssocID="{5B122A4B-7354-4796-A5E7-0B7B16E795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FAFCA1-C4EB-4E0C-BD84-A758D82B9981}" type="pres">
      <dgm:prSet presAssocID="{2EB8BCC4-748B-40A9-AFEF-622B2B5DCFF6}" presName="spacer" presStyleCnt="0"/>
      <dgm:spPr/>
    </dgm:pt>
    <dgm:pt modelId="{B489C5B6-9490-44DC-B5BC-E4BBF08ACDC9}" type="pres">
      <dgm:prSet presAssocID="{68E8609F-4EE6-4736-BCAE-F49D29A323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7D0700-5FF5-4E68-A4D6-7EB5C060F7E0}" type="presOf" srcId="{668BCE1C-F02E-4693-B547-4FE67BAB9C48}" destId="{C4948627-C2DA-4583-B031-B7464C85C94E}" srcOrd="0" destOrd="0" presId="urn:microsoft.com/office/officeart/2005/8/layout/vList2"/>
    <dgm:cxn modelId="{A412050C-F516-4B65-B81B-E261638DA458}" srcId="{74624761-363D-4703-8CBB-F0DE3D5FC787}" destId="{668BCE1C-F02E-4693-B547-4FE67BAB9C48}" srcOrd="0" destOrd="0" parTransId="{6919050D-0E35-4255-AF42-B72BD52A789F}" sibTransId="{97D28E49-4AD1-486F-B284-25B859991126}"/>
    <dgm:cxn modelId="{D3DAE131-0B97-4C13-947A-77899FA932FC}" srcId="{74624761-363D-4703-8CBB-F0DE3D5FC787}" destId="{68E8609F-4EE6-4736-BCAE-F49D29A323EE}" srcOrd="3" destOrd="0" parTransId="{9C2BE433-342E-4DF0-8CFE-4661F774613B}" sibTransId="{A7F4927A-BCA2-4E82-AC7E-9E3208A15249}"/>
    <dgm:cxn modelId="{01134D45-1A5B-4C02-838F-830E589BC1BE}" type="presOf" srcId="{30C1185A-613C-4F79-9A03-E0CE7FFC2E78}" destId="{C7796319-FB8A-43C9-80CD-88CF5F910362}" srcOrd="0" destOrd="0" presId="urn:microsoft.com/office/officeart/2005/8/layout/vList2"/>
    <dgm:cxn modelId="{A5AD978B-CBBF-44F9-9111-C2B0167E7EF9}" type="presOf" srcId="{74624761-363D-4703-8CBB-F0DE3D5FC787}" destId="{F302ADFD-F80F-43BF-911B-76EEAE50164E}" srcOrd="0" destOrd="0" presId="urn:microsoft.com/office/officeart/2005/8/layout/vList2"/>
    <dgm:cxn modelId="{04608B98-9D3A-4CC1-B357-410872E3FC9D}" type="presOf" srcId="{5B122A4B-7354-4796-A5E7-0B7B16E795B8}" destId="{1FB75744-84FF-4BE3-AF0B-E3E0AD402148}" srcOrd="0" destOrd="0" presId="urn:microsoft.com/office/officeart/2005/8/layout/vList2"/>
    <dgm:cxn modelId="{D7C350AF-E0DB-4794-9862-30CA678FF081}" srcId="{74624761-363D-4703-8CBB-F0DE3D5FC787}" destId="{30C1185A-613C-4F79-9A03-E0CE7FFC2E78}" srcOrd="1" destOrd="0" parTransId="{1C43C22A-1B8A-4E1A-B419-951D816ADFEA}" sibTransId="{0A69534D-E856-43E1-986B-48211EF31E6D}"/>
    <dgm:cxn modelId="{F8290CEF-5FA3-493C-A9D1-4A7C3569095A}" type="presOf" srcId="{68E8609F-4EE6-4736-BCAE-F49D29A323EE}" destId="{B489C5B6-9490-44DC-B5BC-E4BBF08ACDC9}" srcOrd="0" destOrd="0" presId="urn:microsoft.com/office/officeart/2005/8/layout/vList2"/>
    <dgm:cxn modelId="{7AF200F3-395A-4947-A990-4CBBDC977B6F}" srcId="{74624761-363D-4703-8CBB-F0DE3D5FC787}" destId="{5B122A4B-7354-4796-A5E7-0B7B16E795B8}" srcOrd="2" destOrd="0" parTransId="{FD522A0E-A7A3-4FE2-A40E-5F7E5600A5AE}" sibTransId="{2EB8BCC4-748B-40A9-AFEF-622B2B5DCFF6}"/>
    <dgm:cxn modelId="{D988C836-F113-4A12-AD0F-3C62575AEF90}" type="presParOf" srcId="{F302ADFD-F80F-43BF-911B-76EEAE50164E}" destId="{C4948627-C2DA-4583-B031-B7464C85C94E}" srcOrd="0" destOrd="0" presId="urn:microsoft.com/office/officeart/2005/8/layout/vList2"/>
    <dgm:cxn modelId="{218C3785-92F0-4B8F-AAD4-59DF8326A719}" type="presParOf" srcId="{F302ADFD-F80F-43BF-911B-76EEAE50164E}" destId="{8B960732-D4B8-46EC-B9B5-4CAA1018ABE0}" srcOrd="1" destOrd="0" presId="urn:microsoft.com/office/officeart/2005/8/layout/vList2"/>
    <dgm:cxn modelId="{67A0EF09-0CC8-457A-ADE4-5C895A0FC505}" type="presParOf" srcId="{F302ADFD-F80F-43BF-911B-76EEAE50164E}" destId="{C7796319-FB8A-43C9-80CD-88CF5F910362}" srcOrd="2" destOrd="0" presId="urn:microsoft.com/office/officeart/2005/8/layout/vList2"/>
    <dgm:cxn modelId="{C8FDF1B1-3C4F-450B-9079-706E36E0FD3E}" type="presParOf" srcId="{F302ADFD-F80F-43BF-911B-76EEAE50164E}" destId="{5B9BD63D-7040-4A5A-B9F0-65C916D4162C}" srcOrd="3" destOrd="0" presId="urn:microsoft.com/office/officeart/2005/8/layout/vList2"/>
    <dgm:cxn modelId="{CF0565EB-AA3F-45AD-9855-143DC7A8A46E}" type="presParOf" srcId="{F302ADFD-F80F-43BF-911B-76EEAE50164E}" destId="{1FB75744-84FF-4BE3-AF0B-E3E0AD402148}" srcOrd="4" destOrd="0" presId="urn:microsoft.com/office/officeart/2005/8/layout/vList2"/>
    <dgm:cxn modelId="{AD1B4059-1ED8-49F0-B401-A3C08D7EFFFC}" type="presParOf" srcId="{F302ADFD-F80F-43BF-911B-76EEAE50164E}" destId="{0AFAFCA1-C4EB-4E0C-BD84-A758D82B9981}" srcOrd="5" destOrd="0" presId="urn:microsoft.com/office/officeart/2005/8/layout/vList2"/>
    <dgm:cxn modelId="{A857BBCE-DA8C-4589-976A-C5F74A927763}" type="presParOf" srcId="{F302ADFD-F80F-43BF-911B-76EEAE50164E}" destId="{B489C5B6-9490-44DC-B5BC-E4BBF08ACDC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E5E4E3-2C56-49F1-822B-229BEBF5313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B36A73-4830-41F9-BF01-A2C31181262E}">
      <dgm:prSet/>
      <dgm:spPr/>
      <dgm:t>
        <a:bodyPr/>
        <a:lstStyle/>
        <a:p>
          <a:r>
            <a:rPr lang="uk-UA" b="0" i="0" dirty="0"/>
            <a:t>«Дивосвіт Трипілля»</a:t>
          </a:r>
          <a:endParaRPr lang="uk-UA" dirty="0"/>
        </a:p>
      </dgm:t>
    </dgm:pt>
    <dgm:pt modelId="{36FB3421-AE34-4504-97A4-60BF1A8B30E0}" type="parTrans" cxnId="{6B80D143-2FFB-4ABB-B05E-70ABFE4FC0A8}">
      <dgm:prSet/>
      <dgm:spPr/>
      <dgm:t>
        <a:bodyPr/>
        <a:lstStyle/>
        <a:p>
          <a:endParaRPr lang="uk-UA"/>
        </a:p>
      </dgm:t>
    </dgm:pt>
    <dgm:pt modelId="{EC5AA2F4-4214-4FE2-9022-F3D848CB9407}" type="sibTrans" cxnId="{6B80D143-2FFB-4ABB-B05E-70ABFE4FC0A8}">
      <dgm:prSet/>
      <dgm:spPr/>
      <dgm:t>
        <a:bodyPr/>
        <a:lstStyle/>
        <a:p>
          <a:endParaRPr lang="uk-UA"/>
        </a:p>
      </dgm:t>
    </dgm:pt>
    <dgm:pt modelId="{73FB7BC9-89DD-4F58-846D-076E2D08BE62}">
      <dgm:prSet/>
      <dgm:spPr/>
      <dgm:t>
        <a:bodyPr/>
        <a:lstStyle/>
        <a:p>
          <a:r>
            <a:rPr lang="uk-UA" b="0" i="0"/>
            <a:t>«Прикраси античного Причорномор'я»</a:t>
          </a:r>
          <a:endParaRPr lang="uk-UA"/>
        </a:p>
      </dgm:t>
    </dgm:pt>
    <dgm:pt modelId="{E7DE8BC4-50B1-45E4-A2DD-AE95828A5488}" type="parTrans" cxnId="{1B0EF333-E4BC-4274-A641-74036B0F68BD}">
      <dgm:prSet/>
      <dgm:spPr/>
      <dgm:t>
        <a:bodyPr/>
        <a:lstStyle/>
        <a:p>
          <a:endParaRPr lang="uk-UA"/>
        </a:p>
      </dgm:t>
    </dgm:pt>
    <dgm:pt modelId="{75F0EBEE-BC8C-48DE-851D-220A7DAA839F}" type="sibTrans" cxnId="{1B0EF333-E4BC-4274-A641-74036B0F68BD}">
      <dgm:prSet/>
      <dgm:spPr/>
      <dgm:t>
        <a:bodyPr/>
        <a:lstStyle/>
        <a:p>
          <a:endParaRPr lang="uk-UA"/>
        </a:p>
      </dgm:t>
    </dgm:pt>
    <dgm:pt modelId="{7A5DA18F-6C2F-4817-A794-27351C95A08A}">
      <dgm:prSet/>
      <dgm:spPr/>
      <dgm:t>
        <a:bodyPr/>
        <a:lstStyle/>
        <a:p>
          <a:r>
            <a:rPr lang="uk-UA" b="0" i="0" dirty="0"/>
            <a:t>«Золоті скарби скіфів»</a:t>
          </a:r>
          <a:endParaRPr lang="uk-UA" dirty="0"/>
        </a:p>
      </dgm:t>
    </dgm:pt>
    <dgm:pt modelId="{4652D63C-D334-4BEB-AADA-25C2D366B0E7}" type="parTrans" cxnId="{40C0767A-FE79-484B-A627-2B540276A851}">
      <dgm:prSet/>
      <dgm:spPr/>
      <dgm:t>
        <a:bodyPr/>
        <a:lstStyle/>
        <a:p>
          <a:endParaRPr lang="uk-UA"/>
        </a:p>
      </dgm:t>
    </dgm:pt>
    <dgm:pt modelId="{17A417D9-D5BA-4799-8033-82AFA3C202DA}" type="sibTrans" cxnId="{40C0767A-FE79-484B-A627-2B540276A851}">
      <dgm:prSet/>
      <dgm:spPr/>
      <dgm:t>
        <a:bodyPr/>
        <a:lstStyle/>
        <a:p>
          <a:endParaRPr lang="uk-UA"/>
        </a:p>
      </dgm:t>
    </dgm:pt>
    <dgm:pt modelId="{4E2E4236-C10D-4C22-90DE-A8FC16E27F51}">
      <dgm:prSet/>
      <dgm:spPr/>
      <dgm:t>
        <a:bodyPr/>
        <a:lstStyle/>
        <a:p>
          <a:r>
            <a:rPr lang="uk-UA" b="0" i="0" dirty="0"/>
            <a:t>«Ювелірні шедеври Київської Русі»</a:t>
          </a:r>
          <a:endParaRPr lang="uk-UA" dirty="0"/>
        </a:p>
      </dgm:t>
    </dgm:pt>
    <dgm:pt modelId="{F56CDDC9-A4A1-49D9-BB04-1A683A4FC029}" type="parTrans" cxnId="{B2A2DDC7-11BE-48FC-A975-E43A3C201578}">
      <dgm:prSet/>
      <dgm:spPr/>
      <dgm:t>
        <a:bodyPr/>
        <a:lstStyle/>
        <a:p>
          <a:endParaRPr lang="uk-UA"/>
        </a:p>
      </dgm:t>
    </dgm:pt>
    <dgm:pt modelId="{863D1998-DD06-44D8-96EF-3682A4193995}" type="sibTrans" cxnId="{B2A2DDC7-11BE-48FC-A975-E43A3C201578}">
      <dgm:prSet/>
      <dgm:spPr/>
      <dgm:t>
        <a:bodyPr/>
        <a:lstStyle/>
        <a:p>
          <a:endParaRPr lang="uk-UA"/>
        </a:p>
      </dgm:t>
    </dgm:pt>
    <dgm:pt modelId="{74A471E8-041A-427F-8563-576B8A43C622}" type="pres">
      <dgm:prSet presAssocID="{57E5E4E3-2C56-49F1-822B-229BEBF5313B}" presName="matrix" presStyleCnt="0">
        <dgm:presLayoutVars>
          <dgm:chMax val="1"/>
          <dgm:dir/>
          <dgm:resizeHandles val="exact"/>
        </dgm:presLayoutVars>
      </dgm:prSet>
      <dgm:spPr/>
    </dgm:pt>
    <dgm:pt modelId="{1C6F1DC2-67E1-471F-B9D5-67926710D7FA}" type="pres">
      <dgm:prSet presAssocID="{57E5E4E3-2C56-49F1-822B-229BEBF5313B}" presName="diamond" presStyleLbl="bgShp" presStyleIdx="0" presStyleCnt="1"/>
      <dgm:spPr/>
    </dgm:pt>
    <dgm:pt modelId="{1C9D6E9F-D76B-4DCE-9FB3-8C3C145B7B0E}" type="pres">
      <dgm:prSet presAssocID="{57E5E4E3-2C56-49F1-822B-229BEBF5313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3453028-AC87-47DB-AADD-E9C8515D293A}" type="pres">
      <dgm:prSet presAssocID="{57E5E4E3-2C56-49F1-822B-229BEBF5313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CB25F1-F6C1-473E-8482-2857A31ABBB7}" type="pres">
      <dgm:prSet presAssocID="{57E5E4E3-2C56-49F1-822B-229BEBF5313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27C186-DE8D-4438-A4F9-AADC2FDCC299}" type="pres">
      <dgm:prSet presAssocID="{57E5E4E3-2C56-49F1-822B-229BEBF5313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229862C-76C8-4DA3-BB1E-4D47DBF58C7A}" type="presOf" srcId="{57E5E4E3-2C56-49F1-822B-229BEBF5313B}" destId="{74A471E8-041A-427F-8563-576B8A43C622}" srcOrd="0" destOrd="0" presId="urn:microsoft.com/office/officeart/2005/8/layout/matrix3"/>
    <dgm:cxn modelId="{1B0EF333-E4BC-4274-A641-74036B0F68BD}" srcId="{57E5E4E3-2C56-49F1-822B-229BEBF5313B}" destId="{73FB7BC9-89DD-4F58-846D-076E2D08BE62}" srcOrd="1" destOrd="0" parTransId="{E7DE8BC4-50B1-45E4-A2DD-AE95828A5488}" sibTransId="{75F0EBEE-BC8C-48DE-851D-220A7DAA839F}"/>
    <dgm:cxn modelId="{6B80D143-2FFB-4ABB-B05E-70ABFE4FC0A8}" srcId="{57E5E4E3-2C56-49F1-822B-229BEBF5313B}" destId="{15B36A73-4830-41F9-BF01-A2C31181262E}" srcOrd="0" destOrd="0" parTransId="{36FB3421-AE34-4504-97A4-60BF1A8B30E0}" sibTransId="{EC5AA2F4-4214-4FE2-9022-F3D848CB9407}"/>
    <dgm:cxn modelId="{621C4344-74D1-4425-9B5E-7640ADB47EBD}" type="presOf" srcId="{4E2E4236-C10D-4C22-90DE-A8FC16E27F51}" destId="{DE27C186-DE8D-4438-A4F9-AADC2FDCC299}" srcOrd="0" destOrd="0" presId="urn:microsoft.com/office/officeart/2005/8/layout/matrix3"/>
    <dgm:cxn modelId="{0BC47B54-E1EA-4567-85A1-E90F98FCF30C}" type="presOf" srcId="{15B36A73-4830-41F9-BF01-A2C31181262E}" destId="{1C9D6E9F-D76B-4DCE-9FB3-8C3C145B7B0E}" srcOrd="0" destOrd="0" presId="urn:microsoft.com/office/officeart/2005/8/layout/matrix3"/>
    <dgm:cxn modelId="{0D842C58-8892-4848-8704-C522EAEC2B88}" type="presOf" srcId="{73FB7BC9-89DD-4F58-846D-076E2D08BE62}" destId="{73453028-AC87-47DB-AADD-E9C8515D293A}" srcOrd="0" destOrd="0" presId="urn:microsoft.com/office/officeart/2005/8/layout/matrix3"/>
    <dgm:cxn modelId="{40C0767A-FE79-484B-A627-2B540276A851}" srcId="{57E5E4E3-2C56-49F1-822B-229BEBF5313B}" destId="{7A5DA18F-6C2F-4817-A794-27351C95A08A}" srcOrd="2" destOrd="0" parTransId="{4652D63C-D334-4BEB-AADA-25C2D366B0E7}" sibTransId="{17A417D9-D5BA-4799-8033-82AFA3C202DA}"/>
    <dgm:cxn modelId="{B2A2DDC7-11BE-48FC-A975-E43A3C201578}" srcId="{57E5E4E3-2C56-49F1-822B-229BEBF5313B}" destId="{4E2E4236-C10D-4C22-90DE-A8FC16E27F51}" srcOrd="3" destOrd="0" parTransId="{F56CDDC9-A4A1-49D9-BB04-1A683A4FC029}" sibTransId="{863D1998-DD06-44D8-96EF-3682A4193995}"/>
    <dgm:cxn modelId="{CE5C95FF-85C4-48E1-9FD7-C96AD85FE14C}" type="presOf" srcId="{7A5DA18F-6C2F-4817-A794-27351C95A08A}" destId="{8CCB25F1-F6C1-473E-8482-2857A31ABBB7}" srcOrd="0" destOrd="0" presId="urn:microsoft.com/office/officeart/2005/8/layout/matrix3"/>
    <dgm:cxn modelId="{2F65EFE3-A71C-4919-85D5-BDF635333870}" type="presParOf" srcId="{74A471E8-041A-427F-8563-576B8A43C622}" destId="{1C6F1DC2-67E1-471F-B9D5-67926710D7FA}" srcOrd="0" destOrd="0" presId="urn:microsoft.com/office/officeart/2005/8/layout/matrix3"/>
    <dgm:cxn modelId="{47D9E822-86C9-4E83-9317-AC3A50296658}" type="presParOf" srcId="{74A471E8-041A-427F-8563-576B8A43C622}" destId="{1C9D6E9F-D76B-4DCE-9FB3-8C3C145B7B0E}" srcOrd="1" destOrd="0" presId="urn:microsoft.com/office/officeart/2005/8/layout/matrix3"/>
    <dgm:cxn modelId="{E86B5DF7-1A88-4D15-AEAA-D8053B810D81}" type="presParOf" srcId="{74A471E8-041A-427F-8563-576B8A43C622}" destId="{73453028-AC87-47DB-AADD-E9C8515D293A}" srcOrd="2" destOrd="0" presId="urn:microsoft.com/office/officeart/2005/8/layout/matrix3"/>
    <dgm:cxn modelId="{9A9C7870-6D72-4107-808B-DB0DC83F2B12}" type="presParOf" srcId="{74A471E8-041A-427F-8563-576B8A43C622}" destId="{8CCB25F1-F6C1-473E-8482-2857A31ABBB7}" srcOrd="3" destOrd="0" presId="urn:microsoft.com/office/officeart/2005/8/layout/matrix3"/>
    <dgm:cxn modelId="{1E9D676F-5A3D-49E9-8BF6-903944324E1F}" type="presParOf" srcId="{74A471E8-041A-427F-8563-576B8A43C622}" destId="{DE27C186-DE8D-4438-A4F9-AADC2FDCC29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98388C-47CA-4721-8EAB-2AB7860251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771C79-7F8D-4E18-A391-40C363211F5A}">
      <dgm:prSet/>
      <dgm:spPr/>
      <dgm:t>
        <a:bodyPr/>
        <a:lstStyle/>
        <a:p>
          <a:r>
            <a:rPr lang="ru-RU" b="0" i="0"/>
            <a:t>«Руську правду».</a:t>
          </a:r>
          <a:endParaRPr lang="uk-UA"/>
        </a:p>
      </dgm:t>
    </dgm:pt>
    <dgm:pt modelId="{54A85A30-8351-4B32-BC0F-F3DD147DF269}" type="parTrans" cxnId="{0E8883A3-3533-43C2-B4D7-603D726194E6}">
      <dgm:prSet/>
      <dgm:spPr/>
      <dgm:t>
        <a:bodyPr/>
        <a:lstStyle/>
        <a:p>
          <a:endParaRPr lang="uk-UA"/>
        </a:p>
      </dgm:t>
    </dgm:pt>
    <dgm:pt modelId="{F78A0B89-9CF1-4757-B0B3-C35C47005C26}" type="sibTrans" cxnId="{0E8883A3-3533-43C2-B4D7-603D726194E6}">
      <dgm:prSet/>
      <dgm:spPr/>
      <dgm:t>
        <a:bodyPr/>
        <a:lstStyle/>
        <a:p>
          <a:endParaRPr lang="uk-UA"/>
        </a:p>
      </dgm:t>
    </dgm:pt>
    <dgm:pt modelId="{1C43E8B3-1B0A-43CA-AB35-5E1509DC6763}">
      <dgm:prSet/>
      <dgm:spPr/>
      <dgm:t>
        <a:bodyPr/>
        <a:lstStyle/>
        <a:p>
          <a:r>
            <a:rPr lang="ru-RU" b="0" i="0"/>
            <a:t>«Повість минулих літ».</a:t>
          </a:r>
          <a:endParaRPr lang="uk-UA"/>
        </a:p>
      </dgm:t>
    </dgm:pt>
    <dgm:pt modelId="{7D527F14-05DA-476F-9C1F-979EBF66642B}" type="parTrans" cxnId="{39B3B3AC-E3CE-466D-9A01-ECA74C467884}">
      <dgm:prSet/>
      <dgm:spPr/>
      <dgm:t>
        <a:bodyPr/>
        <a:lstStyle/>
        <a:p>
          <a:endParaRPr lang="uk-UA"/>
        </a:p>
      </dgm:t>
    </dgm:pt>
    <dgm:pt modelId="{3660CCBA-B5F8-407D-8C6D-0DAD51E157DB}" type="sibTrans" cxnId="{39B3B3AC-E3CE-466D-9A01-ECA74C467884}">
      <dgm:prSet/>
      <dgm:spPr/>
      <dgm:t>
        <a:bodyPr/>
        <a:lstStyle/>
        <a:p>
          <a:endParaRPr lang="uk-UA"/>
        </a:p>
      </dgm:t>
    </dgm:pt>
    <dgm:pt modelId="{76109090-BB39-479B-908A-CAF45C6502E6}">
      <dgm:prSet/>
      <dgm:spPr/>
      <dgm:t>
        <a:bodyPr/>
        <a:lstStyle/>
        <a:p>
          <a:r>
            <a:rPr lang="ru-RU" b="0" i="0"/>
            <a:t>«Остромирове Євангеліє».</a:t>
          </a:r>
          <a:endParaRPr lang="uk-UA"/>
        </a:p>
      </dgm:t>
    </dgm:pt>
    <dgm:pt modelId="{450A8AD1-037E-415A-82FE-DB5B2CA6CAF6}" type="parTrans" cxnId="{2623AEF6-2E99-477F-A9FC-8BE24A254009}">
      <dgm:prSet/>
      <dgm:spPr/>
      <dgm:t>
        <a:bodyPr/>
        <a:lstStyle/>
        <a:p>
          <a:endParaRPr lang="uk-UA"/>
        </a:p>
      </dgm:t>
    </dgm:pt>
    <dgm:pt modelId="{67202CA8-BD26-4EEE-A4FD-DF08A5B9E03C}" type="sibTrans" cxnId="{2623AEF6-2E99-477F-A9FC-8BE24A254009}">
      <dgm:prSet/>
      <dgm:spPr/>
      <dgm:t>
        <a:bodyPr/>
        <a:lstStyle/>
        <a:p>
          <a:endParaRPr lang="uk-UA"/>
        </a:p>
      </dgm:t>
    </dgm:pt>
    <dgm:pt modelId="{D3C81E31-7399-4E12-BFB9-9EC5A72EAE24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».</a:t>
          </a:r>
          <a:endParaRPr lang="uk-UA" dirty="0"/>
        </a:p>
      </dgm:t>
    </dgm:pt>
    <dgm:pt modelId="{77403BFD-F78B-4866-B54D-954988C090A4}" type="parTrans" cxnId="{3C57C2A3-9470-4448-BA47-F3396B471EE5}">
      <dgm:prSet/>
      <dgm:spPr/>
      <dgm:t>
        <a:bodyPr/>
        <a:lstStyle/>
        <a:p>
          <a:endParaRPr lang="uk-UA"/>
        </a:p>
      </dgm:t>
    </dgm:pt>
    <dgm:pt modelId="{CAF40B71-2DCA-426C-B2C7-91A0576BD9F6}" type="sibTrans" cxnId="{3C57C2A3-9470-4448-BA47-F3396B471EE5}">
      <dgm:prSet/>
      <dgm:spPr/>
      <dgm:t>
        <a:bodyPr/>
        <a:lstStyle/>
        <a:p>
          <a:endParaRPr lang="uk-UA"/>
        </a:p>
      </dgm:t>
    </dgm:pt>
    <dgm:pt modelId="{CAC34AD8-B61F-434F-9B78-B730B22EE4DA}" type="pres">
      <dgm:prSet presAssocID="{8A98388C-47CA-4721-8EAB-2AB78602517B}" presName="linear" presStyleCnt="0">
        <dgm:presLayoutVars>
          <dgm:animLvl val="lvl"/>
          <dgm:resizeHandles val="exact"/>
        </dgm:presLayoutVars>
      </dgm:prSet>
      <dgm:spPr/>
    </dgm:pt>
    <dgm:pt modelId="{FADB5B5B-1A4E-46BA-94E2-035429DE2FCC}" type="pres">
      <dgm:prSet presAssocID="{C0771C79-7F8D-4E18-A391-40C363211F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376AA1-E063-463E-AC39-B45FC83E05C2}" type="pres">
      <dgm:prSet presAssocID="{F78A0B89-9CF1-4757-B0B3-C35C47005C26}" presName="spacer" presStyleCnt="0"/>
      <dgm:spPr/>
    </dgm:pt>
    <dgm:pt modelId="{84B0A656-BFDD-435B-8218-E5585CCFF241}" type="pres">
      <dgm:prSet presAssocID="{1C43E8B3-1B0A-43CA-AB35-5E1509DC67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72C530-364B-4BC0-8FE1-E1BE5AE47C4C}" type="pres">
      <dgm:prSet presAssocID="{3660CCBA-B5F8-407D-8C6D-0DAD51E157DB}" presName="spacer" presStyleCnt="0"/>
      <dgm:spPr/>
    </dgm:pt>
    <dgm:pt modelId="{2E3A3415-11AC-44BC-BD11-2A4F5A07E8B6}" type="pres">
      <dgm:prSet presAssocID="{76109090-BB39-479B-908A-CAF45C6502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20CADD-A467-4DFB-A246-82B9865EA956}" type="pres">
      <dgm:prSet presAssocID="{67202CA8-BD26-4EEE-A4FD-DF08A5B9E03C}" presName="spacer" presStyleCnt="0"/>
      <dgm:spPr/>
    </dgm:pt>
    <dgm:pt modelId="{918B7223-30ED-43D5-BBA2-76B52C1280E6}" type="pres">
      <dgm:prSet presAssocID="{D3C81E31-7399-4E12-BFB9-9EC5A72EAE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5BF016-D266-4D78-82FE-9FBC83EC15AD}" type="presOf" srcId="{1C43E8B3-1B0A-43CA-AB35-5E1509DC6763}" destId="{84B0A656-BFDD-435B-8218-E5585CCFF241}" srcOrd="0" destOrd="0" presId="urn:microsoft.com/office/officeart/2005/8/layout/vList2"/>
    <dgm:cxn modelId="{84EF374C-4BE4-4C9F-9941-8BB85849A636}" type="presOf" srcId="{D3C81E31-7399-4E12-BFB9-9EC5A72EAE24}" destId="{918B7223-30ED-43D5-BBA2-76B52C1280E6}" srcOrd="0" destOrd="0" presId="urn:microsoft.com/office/officeart/2005/8/layout/vList2"/>
    <dgm:cxn modelId="{836FC376-F9F4-4166-A85A-CE64C98F3D12}" type="presOf" srcId="{C0771C79-7F8D-4E18-A391-40C363211F5A}" destId="{FADB5B5B-1A4E-46BA-94E2-035429DE2FCC}" srcOrd="0" destOrd="0" presId="urn:microsoft.com/office/officeart/2005/8/layout/vList2"/>
    <dgm:cxn modelId="{A9253D89-F600-437C-B7D4-8BEFD54A3573}" type="presOf" srcId="{76109090-BB39-479B-908A-CAF45C6502E6}" destId="{2E3A3415-11AC-44BC-BD11-2A4F5A07E8B6}" srcOrd="0" destOrd="0" presId="urn:microsoft.com/office/officeart/2005/8/layout/vList2"/>
    <dgm:cxn modelId="{7D806696-4C82-4212-9DA1-1FDE33168DB8}" type="presOf" srcId="{8A98388C-47CA-4721-8EAB-2AB78602517B}" destId="{CAC34AD8-B61F-434F-9B78-B730B22EE4DA}" srcOrd="0" destOrd="0" presId="urn:microsoft.com/office/officeart/2005/8/layout/vList2"/>
    <dgm:cxn modelId="{0E8883A3-3533-43C2-B4D7-603D726194E6}" srcId="{8A98388C-47CA-4721-8EAB-2AB78602517B}" destId="{C0771C79-7F8D-4E18-A391-40C363211F5A}" srcOrd="0" destOrd="0" parTransId="{54A85A30-8351-4B32-BC0F-F3DD147DF269}" sibTransId="{F78A0B89-9CF1-4757-B0B3-C35C47005C26}"/>
    <dgm:cxn modelId="{3C57C2A3-9470-4448-BA47-F3396B471EE5}" srcId="{8A98388C-47CA-4721-8EAB-2AB78602517B}" destId="{D3C81E31-7399-4E12-BFB9-9EC5A72EAE24}" srcOrd="3" destOrd="0" parTransId="{77403BFD-F78B-4866-B54D-954988C090A4}" sibTransId="{CAF40B71-2DCA-426C-B2C7-91A0576BD9F6}"/>
    <dgm:cxn modelId="{39B3B3AC-E3CE-466D-9A01-ECA74C467884}" srcId="{8A98388C-47CA-4721-8EAB-2AB78602517B}" destId="{1C43E8B3-1B0A-43CA-AB35-5E1509DC6763}" srcOrd="1" destOrd="0" parTransId="{7D527F14-05DA-476F-9C1F-979EBF66642B}" sibTransId="{3660CCBA-B5F8-407D-8C6D-0DAD51E157DB}"/>
    <dgm:cxn modelId="{2623AEF6-2E99-477F-A9FC-8BE24A254009}" srcId="{8A98388C-47CA-4721-8EAB-2AB78602517B}" destId="{76109090-BB39-479B-908A-CAF45C6502E6}" srcOrd="2" destOrd="0" parTransId="{450A8AD1-037E-415A-82FE-DB5B2CA6CAF6}" sibTransId="{67202CA8-BD26-4EEE-A4FD-DF08A5B9E03C}"/>
    <dgm:cxn modelId="{3FC02B86-6429-48EA-8EE5-9FD0582B85BE}" type="presParOf" srcId="{CAC34AD8-B61F-434F-9B78-B730B22EE4DA}" destId="{FADB5B5B-1A4E-46BA-94E2-035429DE2FCC}" srcOrd="0" destOrd="0" presId="urn:microsoft.com/office/officeart/2005/8/layout/vList2"/>
    <dgm:cxn modelId="{597DC57F-C842-40C7-8D10-64B357FE6023}" type="presParOf" srcId="{CAC34AD8-B61F-434F-9B78-B730B22EE4DA}" destId="{34376AA1-E063-463E-AC39-B45FC83E05C2}" srcOrd="1" destOrd="0" presId="urn:microsoft.com/office/officeart/2005/8/layout/vList2"/>
    <dgm:cxn modelId="{D3FD128A-B890-47D8-A086-89AF75145476}" type="presParOf" srcId="{CAC34AD8-B61F-434F-9B78-B730B22EE4DA}" destId="{84B0A656-BFDD-435B-8218-E5585CCFF241}" srcOrd="2" destOrd="0" presId="urn:microsoft.com/office/officeart/2005/8/layout/vList2"/>
    <dgm:cxn modelId="{214226C7-98CE-41E7-89ED-A6CBF634BDE7}" type="presParOf" srcId="{CAC34AD8-B61F-434F-9B78-B730B22EE4DA}" destId="{9F72C530-364B-4BC0-8FE1-E1BE5AE47C4C}" srcOrd="3" destOrd="0" presId="urn:microsoft.com/office/officeart/2005/8/layout/vList2"/>
    <dgm:cxn modelId="{8007ACC6-E843-446D-89BE-A4F2532D69A1}" type="presParOf" srcId="{CAC34AD8-B61F-434F-9B78-B730B22EE4DA}" destId="{2E3A3415-11AC-44BC-BD11-2A4F5A07E8B6}" srcOrd="4" destOrd="0" presId="urn:microsoft.com/office/officeart/2005/8/layout/vList2"/>
    <dgm:cxn modelId="{705CE75E-F7D0-40AF-9281-8B22E6691C35}" type="presParOf" srcId="{CAC34AD8-B61F-434F-9B78-B730B22EE4DA}" destId="{C720CADD-A467-4DFB-A246-82B9865EA956}" srcOrd="5" destOrd="0" presId="urn:microsoft.com/office/officeart/2005/8/layout/vList2"/>
    <dgm:cxn modelId="{BCAAC61D-AA4C-4FA7-8E87-1CC490136122}" type="presParOf" srcId="{CAC34AD8-B61F-434F-9B78-B730B22EE4DA}" destId="{918B7223-30ED-43D5-BBA2-76B52C1280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E03C18-706F-4F43-BF28-964341E3103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CDDA41-03F7-4F45-A2B6-AC3627110216}">
      <dgm:prSet/>
      <dgm:spPr/>
      <dgm:t>
        <a:bodyPr/>
        <a:lstStyle/>
        <a:p>
          <a:r>
            <a:rPr lang="uk-UA" b="0" i="0"/>
            <a:t>західноєвропейська</a:t>
          </a:r>
          <a:endParaRPr lang="uk-UA"/>
        </a:p>
      </dgm:t>
    </dgm:pt>
    <dgm:pt modelId="{213EFDC3-46CD-4B94-A7AE-BC0E52E99B4A}" type="parTrans" cxnId="{19E9D903-435D-40D4-A268-9FA27C4D8A5B}">
      <dgm:prSet/>
      <dgm:spPr/>
      <dgm:t>
        <a:bodyPr/>
        <a:lstStyle/>
        <a:p>
          <a:endParaRPr lang="uk-UA"/>
        </a:p>
      </dgm:t>
    </dgm:pt>
    <dgm:pt modelId="{2833A851-8B0B-4A7B-B2A2-AC52CCD947A8}" type="sibTrans" cxnId="{19E9D903-435D-40D4-A268-9FA27C4D8A5B}">
      <dgm:prSet/>
      <dgm:spPr/>
      <dgm:t>
        <a:bodyPr/>
        <a:lstStyle/>
        <a:p>
          <a:endParaRPr lang="uk-UA"/>
        </a:p>
      </dgm:t>
    </dgm:pt>
    <dgm:pt modelId="{BE9E5A03-541B-4684-9701-59188659308E}">
      <dgm:prSet/>
      <dgm:spPr/>
      <dgm:t>
        <a:bodyPr/>
        <a:lstStyle/>
        <a:p>
          <a:r>
            <a:rPr lang="uk-UA" b="0" i="0"/>
            <a:t>варязька</a:t>
          </a:r>
          <a:endParaRPr lang="uk-UA"/>
        </a:p>
      </dgm:t>
    </dgm:pt>
    <dgm:pt modelId="{06A28F4C-CA3A-475B-94EC-F21F4BD62E25}" type="parTrans" cxnId="{05272E07-810F-419C-907F-52B319B6130D}">
      <dgm:prSet/>
      <dgm:spPr/>
      <dgm:t>
        <a:bodyPr/>
        <a:lstStyle/>
        <a:p>
          <a:endParaRPr lang="uk-UA"/>
        </a:p>
      </dgm:t>
    </dgm:pt>
    <dgm:pt modelId="{D66C3519-181D-40C4-8BD1-FACA20003157}" type="sibTrans" cxnId="{05272E07-810F-419C-907F-52B319B6130D}">
      <dgm:prSet/>
      <dgm:spPr/>
      <dgm:t>
        <a:bodyPr/>
        <a:lstStyle/>
        <a:p>
          <a:endParaRPr lang="uk-UA"/>
        </a:p>
      </dgm:t>
    </dgm:pt>
    <dgm:pt modelId="{70033BFA-213C-474F-950C-2C385F6F0624}">
      <dgm:prSet/>
      <dgm:spPr/>
      <dgm:t>
        <a:bodyPr/>
        <a:lstStyle/>
        <a:p>
          <a:r>
            <a:rPr lang="uk-UA" b="0" i="0" dirty="0"/>
            <a:t>хозарська</a:t>
          </a:r>
          <a:endParaRPr lang="uk-UA" dirty="0"/>
        </a:p>
      </dgm:t>
    </dgm:pt>
    <dgm:pt modelId="{E2A25ACF-A659-4A75-96A3-D174BC5CB29E}" type="parTrans" cxnId="{28EFA4D5-01FB-4182-AA49-3CB4E82BA00D}">
      <dgm:prSet/>
      <dgm:spPr/>
      <dgm:t>
        <a:bodyPr/>
        <a:lstStyle/>
        <a:p>
          <a:endParaRPr lang="uk-UA"/>
        </a:p>
      </dgm:t>
    </dgm:pt>
    <dgm:pt modelId="{3AB14E1B-7201-46C5-9A9B-717D7042220D}" type="sibTrans" cxnId="{28EFA4D5-01FB-4182-AA49-3CB4E82BA00D}">
      <dgm:prSet/>
      <dgm:spPr/>
      <dgm:t>
        <a:bodyPr/>
        <a:lstStyle/>
        <a:p>
          <a:endParaRPr lang="uk-UA"/>
        </a:p>
      </dgm:t>
    </dgm:pt>
    <dgm:pt modelId="{2F7C3373-EFEC-4AA6-A79C-075E5E37DBBA}">
      <dgm:prSet/>
      <dgm:spPr/>
      <dgm:t>
        <a:bodyPr/>
        <a:lstStyle/>
        <a:p>
          <a:r>
            <a:rPr lang="uk-UA" b="0" i="0" dirty="0"/>
            <a:t>візантійська</a:t>
          </a:r>
          <a:endParaRPr lang="uk-UA" dirty="0"/>
        </a:p>
      </dgm:t>
    </dgm:pt>
    <dgm:pt modelId="{8EEB47FC-746A-4E70-B81D-B8B17B40755A}" type="parTrans" cxnId="{94199B9A-D3E0-4978-BF61-AAAE206221F9}">
      <dgm:prSet/>
      <dgm:spPr/>
      <dgm:t>
        <a:bodyPr/>
        <a:lstStyle/>
        <a:p>
          <a:endParaRPr lang="uk-UA"/>
        </a:p>
      </dgm:t>
    </dgm:pt>
    <dgm:pt modelId="{BE37D209-ED02-43D3-9B31-1903FD25F938}" type="sibTrans" cxnId="{94199B9A-D3E0-4978-BF61-AAAE206221F9}">
      <dgm:prSet/>
      <dgm:spPr/>
      <dgm:t>
        <a:bodyPr/>
        <a:lstStyle/>
        <a:p>
          <a:endParaRPr lang="uk-UA"/>
        </a:p>
      </dgm:t>
    </dgm:pt>
    <dgm:pt modelId="{015CE6DC-A7B7-4DE5-9EA9-AD8B4A4CFB48}" type="pres">
      <dgm:prSet presAssocID="{02E03C18-706F-4F43-BF28-964341E31032}" presName="matrix" presStyleCnt="0">
        <dgm:presLayoutVars>
          <dgm:chMax val="1"/>
          <dgm:dir/>
          <dgm:resizeHandles val="exact"/>
        </dgm:presLayoutVars>
      </dgm:prSet>
      <dgm:spPr/>
    </dgm:pt>
    <dgm:pt modelId="{E6086049-0856-4CDC-BB0A-19C2C0C09139}" type="pres">
      <dgm:prSet presAssocID="{02E03C18-706F-4F43-BF28-964341E31032}" presName="diamond" presStyleLbl="bgShp" presStyleIdx="0" presStyleCnt="1"/>
      <dgm:spPr/>
    </dgm:pt>
    <dgm:pt modelId="{233102C8-4D9F-4DA5-9A05-6C0D5074B8B8}" type="pres">
      <dgm:prSet presAssocID="{02E03C18-706F-4F43-BF28-964341E3103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F7754E1-4860-4CD7-AC97-A29B6F01694C}" type="pres">
      <dgm:prSet presAssocID="{02E03C18-706F-4F43-BF28-964341E3103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37CA339-2D51-47AC-AE91-85D70FF4B20F}" type="pres">
      <dgm:prSet presAssocID="{02E03C18-706F-4F43-BF28-964341E3103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0E587BE-D650-49FF-8A7C-98A8658027AE}" type="pres">
      <dgm:prSet presAssocID="{02E03C18-706F-4F43-BF28-964341E3103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9E9D903-435D-40D4-A268-9FA27C4D8A5B}" srcId="{02E03C18-706F-4F43-BF28-964341E31032}" destId="{B6CDDA41-03F7-4F45-A2B6-AC3627110216}" srcOrd="0" destOrd="0" parTransId="{213EFDC3-46CD-4B94-A7AE-BC0E52E99B4A}" sibTransId="{2833A851-8B0B-4A7B-B2A2-AC52CCD947A8}"/>
    <dgm:cxn modelId="{05272E07-810F-419C-907F-52B319B6130D}" srcId="{02E03C18-706F-4F43-BF28-964341E31032}" destId="{BE9E5A03-541B-4684-9701-59188659308E}" srcOrd="1" destOrd="0" parTransId="{06A28F4C-CA3A-475B-94EC-F21F4BD62E25}" sibTransId="{D66C3519-181D-40C4-8BD1-FACA20003157}"/>
    <dgm:cxn modelId="{C0F0DB2B-EC36-4043-8C2A-C826A7DB5BC6}" type="presOf" srcId="{2F7C3373-EFEC-4AA6-A79C-075E5E37DBBA}" destId="{20E587BE-D650-49FF-8A7C-98A8658027AE}" srcOrd="0" destOrd="0" presId="urn:microsoft.com/office/officeart/2005/8/layout/matrix3"/>
    <dgm:cxn modelId="{615C6F89-2F7D-4471-AB02-A7BFE3532A8E}" type="presOf" srcId="{70033BFA-213C-474F-950C-2C385F6F0624}" destId="{337CA339-2D51-47AC-AE91-85D70FF4B20F}" srcOrd="0" destOrd="0" presId="urn:microsoft.com/office/officeart/2005/8/layout/matrix3"/>
    <dgm:cxn modelId="{94199B9A-D3E0-4978-BF61-AAAE206221F9}" srcId="{02E03C18-706F-4F43-BF28-964341E31032}" destId="{2F7C3373-EFEC-4AA6-A79C-075E5E37DBBA}" srcOrd="3" destOrd="0" parTransId="{8EEB47FC-746A-4E70-B81D-B8B17B40755A}" sibTransId="{BE37D209-ED02-43D3-9B31-1903FD25F938}"/>
    <dgm:cxn modelId="{353C759B-238C-4A08-8E98-A7B49A462743}" type="presOf" srcId="{BE9E5A03-541B-4684-9701-59188659308E}" destId="{CF7754E1-4860-4CD7-AC97-A29B6F01694C}" srcOrd="0" destOrd="0" presId="urn:microsoft.com/office/officeart/2005/8/layout/matrix3"/>
    <dgm:cxn modelId="{28EFA4D5-01FB-4182-AA49-3CB4E82BA00D}" srcId="{02E03C18-706F-4F43-BF28-964341E31032}" destId="{70033BFA-213C-474F-950C-2C385F6F0624}" srcOrd="2" destOrd="0" parTransId="{E2A25ACF-A659-4A75-96A3-D174BC5CB29E}" sibTransId="{3AB14E1B-7201-46C5-9A9B-717D7042220D}"/>
    <dgm:cxn modelId="{98F865E7-BA65-4AFC-94AB-F21C4EA7AB50}" type="presOf" srcId="{B6CDDA41-03F7-4F45-A2B6-AC3627110216}" destId="{233102C8-4D9F-4DA5-9A05-6C0D5074B8B8}" srcOrd="0" destOrd="0" presId="urn:microsoft.com/office/officeart/2005/8/layout/matrix3"/>
    <dgm:cxn modelId="{26B5A8F7-BDD4-41F2-A613-2E9DC5C826A3}" type="presOf" srcId="{02E03C18-706F-4F43-BF28-964341E31032}" destId="{015CE6DC-A7B7-4DE5-9EA9-AD8B4A4CFB48}" srcOrd="0" destOrd="0" presId="urn:microsoft.com/office/officeart/2005/8/layout/matrix3"/>
    <dgm:cxn modelId="{A4A9418C-8D0B-4462-8F25-DEF8C7C50CD2}" type="presParOf" srcId="{015CE6DC-A7B7-4DE5-9EA9-AD8B4A4CFB48}" destId="{E6086049-0856-4CDC-BB0A-19C2C0C09139}" srcOrd="0" destOrd="0" presId="urn:microsoft.com/office/officeart/2005/8/layout/matrix3"/>
    <dgm:cxn modelId="{2F13DC2F-F17A-4DAB-BD2B-E10690322C17}" type="presParOf" srcId="{015CE6DC-A7B7-4DE5-9EA9-AD8B4A4CFB48}" destId="{233102C8-4D9F-4DA5-9A05-6C0D5074B8B8}" srcOrd="1" destOrd="0" presId="urn:microsoft.com/office/officeart/2005/8/layout/matrix3"/>
    <dgm:cxn modelId="{CC71A659-B6F1-4C06-8DD8-F4B936067373}" type="presParOf" srcId="{015CE6DC-A7B7-4DE5-9EA9-AD8B4A4CFB48}" destId="{CF7754E1-4860-4CD7-AC97-A29B6F01694C}" srcOrd="2" destOrd="0" presId="urn:microsoft.com/office/officeart/2005/8/layout/matrix3"/>
    <dgm:cxn modelId="{1F5028D1-7A25-4D0C-8E89-7561A75C8752}" type="presParOf" srcId="{015CE6DC-A7B7-4DE5-9EA9-AD8B4A4CFB48}" destId="{337CA339-2D51-47AC-AE91-85D70FF4B20F}" srcOrd="3" destOrd="0" presId="urn:microsoft.com/office/officeart/2005/8/layout/matrix3"/>
    <dgm:cxn modelId="{1D95104D-ABCF-4FDC-95CF-CB0E970D76E0}" type="presParOf" srcId="{015CE6DC-A7B7-4DE5-9EA9-AD8B4A4CFB48}" destId="{20E587BE-D650-49FF-8A7C-98A8658027A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59CBF9-FC6F-4A8A-86FE-448B5E95531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9488590-93A2-4410-A166-9D2FC4316D5E}">
      <dgm:prSet/>
      <dgm:spPr/>
      <dgm:t>
        <a:bodyPr/>
        <a:lstStyle/>
        <a:p>
          <a:r>
            <a:rPr lang="uk-UA" b="0" i="0"/>
            <a:t>Чернігова</a:t>
          </a:r>
          <a:endParaRPr lang="uk-UA"/>
        </a:p>
      </dgm:t>
    </dgm:pt>
    <dgm:pt modelId="{11F25897-E0FD-47FC-9D61-924C2A10898F}" type="parTrans" cxnId="{13EAC921-962C-4819-83AE-A6C222324B5B}">
      <dgm:prSet/>
      <dgm:spPr/>
      <dgm:t>
        <a:bodyPr/>
        <a:lstStyle/>
        <a:p>
          <a:endParaRPr lang="uk-UA"/>
        </a:p>
      </dgm:t>
    </dgm:pt>
    <dgm:pt modelId="{C761EF26-8903-4094-A18B-F435C1359A42}" type="sibTrans" cxnId="{13EAC921-962C-4819-83AE-A6C222324B5B}">
      <dgm:prSet/>
      <dgm:spPr/>
      <dgm:t>
        <a:bodyPr/>
        <a:lstStyle/>
        <a:p>
          <a:endParaRPr lang="uk-UA"/>
        </a:p>
      </dgm:t>
    </dgm:pt>
    <dgm:pt modelId="{5ADFBAFF-9917-4A16-8A8D-74BCCEB86A3A}">
      <dgm:prSet/>
      <dgm:spPr/>
      <dgm:t>
        <a:bodyPr/>
        <a:lstStyle/>
        <a:p>
          <a:r>
            <a:rPr lang="uk-UA" b="0" i="0" dirty="0"/>
            <a:t>Переяслава</a:t>
          </a:r>
          <a:endParaRPr lang="uk-UA" dirty="0"/>
        </a:p>
      </dgm:t>
    </dgm:pt>
    <dgm:pt modelId="{0C7F9218-940B-43E1-BA3C-B1A0BB92F3A2}" type="parTrans" cxnId="{29812A0E-0E9D-405D-AB8B-068622180D4E}">
      <dgm:prSet/>
      <dgm:spPr/>
      <dgm:t>
        <a:bodyPr/>
        <a:lstStyle/>
        <a:p>
          <a:endParaRPr lang="uk-UA"/>
        </a:p>
      </dgm:t>
    </dgm:pt>
    <dgm:pt modelId="{BB8A9C65-1284-4A09-83D5-C69B5988D39A}" type="sibTrans" cxnId="{29812A0E-0E9D-405D-AB8B-068622180D4E}">
      <dgm:prSet/>
      <dgm:spPr/>
      <dgm:t>
        <a:bodyPr/>
        <a:lstStyle/>
        <a:p>
          <a:endParaRPr lang="uk-UA"/>
        </a:p>
      </dgm:t>
    </dgm:pt>
    <dgm:pt modelId="{DFEC9AE5-7F08-4997-9413-66F65D3C344E}">
      <dgm:prSet/>
      <dgm:spPr/>
      <dgm:t>
        <a:bodyPr/>
        <a:lstStyle/>
        <a:p>
          <a:r>
            <a:rPr lang="uk-UA" b="0" i="0"/>
            <a:t>Києва</a:t>
          </a:r>
          <a:endParaRPr lang="uk-UA"/>
        </a:p>
      </dgm:t>
    </dgm:pt>
    <dgm:pt modelId="{D8422B4C-8820-4BFE-94D9-955CBA1887D0}" type="parTrans" cxnId="{0A4960C5-DF76-4C78-B45B-D44CB104CFCC}">
      <dgm:prSet/>
      <dgm:spPr/>
      <dgm:t>
        <a:bodyPr/>
        <a:lstStyle/>
        <a:p>
          <a:endParaRPr lang="uk-UA"/>
        </a:p>
      </dgm:t>
    </dgm:pt>
    <dgm:pt modelId="{D687389A-8A72-4305-8CF9-599C4CDC28D3}" type="sibTrans" cxnId="{0A4960C5-DF76-4C78-B45B-D44CB104CFCC}">
      <dgm:prSet/>
      <dgm:spPr/>
      <dgm:t>
        <a:bodyPr/>
        <a:lstStyle/>
        <a:p>
          <a:endParaRPr lang="uk-UA"/>
        </a:p>
      </dgm:t>
    </dgm:pt>
    <dgm:pt modelId="{0127C93B-C626-4ECD-92B3-0A9308DBA4D4}">
      <dgm:prSet/>
      <dgm:spPr/>
      <dgm:t>
        <a:bodyPr/>
        <a:lstStyle/>
        <a:p>
          <a:r>
            <a:rPr lang="uk-UA" b="0" i="0" dirty="0"/>
            <a:t>Галича</a:t>
          </a:r>
          <a:endParaRPr lang="uk-UA" dirty="0"/>
        </a:p>
      </dgm:t>
    </dgm:pt>
    <dgm:pt modelId="{9B52A836-5C7B-4405-B8DF-85B89E1CB630}" type="parTrans" cxnId="{BF6B004C-78F9-40C4-9169-E70929B5238E}">
      <dgm:prSet/>
      <dgm:spPr/>
      <dgm:t>
        <a:bodyPr/>
        <a:lstStyle/>
        <a:p>
          <a:endParaRPr lang="uk-UA"/>
        </a:p>
      </dgm:t>
    </dgm:pt>
    <dgm:pt modelId="{FB0334BB-FB9C-451F-B85D-A6D3F9B311BA}" type="sibTrans" cxnId="{BF6B004C-78F9-40C4-9169-E70929B5238E}">
      <dgm:prSet/>
      <dgm:spPr/>
      <dgm:t>
        <a:bodyPr/>
        <a:lstStyle/>
        <a:p>
          <a:endParaRPr lang="uk-UA"/>
        </a:p>
      </dgm:t>
    </dgm:pt>
    <dgm:pt modelId="{73CBBF14-0415-4272-9556-0D8EC6AD6A77}" type="pres">
      <dgm:prSet presAssocID="{8359CBF9-FC6F-4A8A-86FE-448B5E95531B}" presName="matrix" presStyleCnt="0">
        <dgm:presLayoutVars>
          <dgm:chMax val="1"/>
          <dgm:dir/>
          <dgm:resizeHandles val="exact"/>
        </dgm:presLayoutVars>
      </dgm:prSet>
      <dgm:spPr/>
    </dgm:pt>
    <dgm:pt modelId="{6EB11F48-5611-4572-817B-9BB43012F910}" type="pres">
      <dgm:prSet presAssocID="{8359CBF9-FC6F-4A8A-86FE-448B5E95531B}" presName="diamond" presStyleLbl="bgShp" presStyleIdx="0" presStyleCnt="1"/>
      <dgm:spPr/>
    </dgm:pt>
    <dgm:pt modelId="{CAACF047-40AB-441A-8AA9-B308DD41C747}" type="pres">
      <dgm:prSet presAssocID="{8359CBF9-FC6F-4A8A-86FE-448B5E95531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AB5981-2BAA-4AAA-8D5C-E86F30D75325}" type="pres">
      <dgm:prSet presAssocID="{8359CBF9-FC6F-4A8A-86FE-448B5E95531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16357A-727F-430E-9594-B72E3044120A}" type="pres">
      <dgm:prSet presAssocID="{8359CBF9-FC6F-4A8A-86FE-448B5E95531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D66FCC-4295-4BD5-BFB4-40A7A53ED0EA}" type="pres">
      <dgm:prSet presAssocID="{8359CBF9-FC6F-4A8A-86FE-448B5E95531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DDCA203-6C36-4785-820F-ACAB73B55804}" type="presOf" srcId="{79488590-93A2-4410-A166-9D2FC4316D5E}" destId="{CAACF047-40AB-441A-8AA9-B308DD41C747}" srcOrd="0" destOrd="0" presId="urn:microsoft.com/office/officeart/2005/8/layout/matrix3"/>
    <dgm:cxn modelId="{29812A0E-0E9D-405D-AB8B-068622180D4E}" srcId="{8359CBF9-FC6F-4A8A-86FE-448B5E95531B}" destId="{5ADFBAFF-9917-4A16-8A8D-74BCCEB86A3A}" srcOrd="1" destOrd="0" parTransId="{0C7F9218-940B-43E1-BA3C-B1A0BB92F3A2}" sibTransId="{BB8A9C65-1284-4A09-83D5-C69B5988D39A}"/>
    <dgm:cxn modelId="{AAF39F1B-6776-45F7-B99E-BA2EDD16F745}" type="presOf" srcId="{5ADFBAFF-9917-4A16-8A8D-74BCCEB86A3A}" destId="{FEAB5981-2BAA-4AAA-8D5C-E86F30D75325}" srcOrd="0" destOrd="0" presId="urn:microsoft.com/office/officeart/2005/8/layout/matrix3"/>
    <dgm:cxn modelId="{13EAC921-962C-4819-83AE-A6C222324B5B}" srcId="{8359CBF9-FC6F-4A8A-86FE-448B5E95531B}" destId="{79488590-93A2-4410-A166-9D2FC4316D5E}" srcOrd="0" destOrd="0" parTransId="{11F25897-E0FD-47FC-9D61-924C2A10898F}" sibTransId="{C761EF26-8903-4094-A18B-F435C1359A42}"/>
    <dgm:cxn modelId="{3DACE624-6776-437E-A2C1-FB8005CDB120}" type="presOf" srcId="{0127C93B-C626-4ECD-92B3-0A9308DBA4D4}" destId="{51D66FCC-4295-4BD5-BFB4-40A7A53ED0EA}" srcOrd="0" destOrd="0" presId="urn:microsoft.com/office/officeart/2005/8/layout/matrix3"/>
    <dgm:cxn modelId="{BF6B004C-78F9-40C4-9169-E70929B5238E}" srcId="{8359CBF9-FC6F-4A8A-86FE-448B5E95531B}" destId="{0127C93B-C626-4ECD-92B3-0A9308DBA4D4}" srcOrd="3" destOrd="0" parTransId="{9B52A836-5C7B-4405-B8DF-85B89E1CB630}" sibTransId="{FB0334BB-FB9C-451F-B85D-A6D3F9B311BA}"/>
    <dgm:cxn modelId="{486A289D-C591-40A3-9D06-27DDE516B06F}" type="presOf" srcId="{DFEC9AE5-7F08-4997-9413-66F65D3C344E}" destId="{1016357A-727F-430E-9594-B72E3044120A}" srcOrd="0" destOrd="0" presId="urn:microsoft.com/office/officeart/2005/8/layout/matrix3"/>
    <dgm:cxn modelId="{0A4960C5-DF76-4C78-B45B-D44CB104CFCC}" srcId="{8359CBF9-FC6F-4A8A-86FE-448B5E95531B}" destId="{DFEC9AE5-7F08-4997-9413-66F65D3C344E}" srcOrd="2" destOrd="0" parTransId="{D8422B4C-8820-4BFE-94D9-955CBA1887D0}" sibTransId="{D687389A-8A72-4305-8CF9-599C4CDC28D3}"/>
    <dgm:cxn modelId="{47555EE4-1BC9-4D5B-9729-3A58ED74434C}" type="presOf" srcId="{8359CBF9-FC6F-4A8A-86FE-448B5E95531B}" destId="{73CBBF14-0415-4272-9556-0D8EC6AD6A77}" srcOrd="0" destOrd="0" presId="urn:microsoft.com/office/officeart/2005/8/layout/matrix3"/>
    <dgm:cxn modelId="{BBB26B96-C76E-4B7E-8748-D8F83D3D6411}" type="presParOf" srcId="{73CBBF14-0415-4272-9556-0D8EC6AD6A77}" destId="{6EB11F48-5611-4572-817B-9BB43012F910}" srcOrd="0" destOrd="0" presId="urn:microsoft.com/office/officeart/2005/8/layout/matrix3"/>
    <dgm:cxn modelId="{73784BE8-5EDE-4C4B-9876-6156615EDF04}" type="presParOf" srcId="{73CBBF14-0415-4272-9556-0D8EC6AD6A77}" destId="{CAACF047-40AB-441A-8AA9-B308DD41C747}" srcOrd="1" destOrd="0" presId="urn:microsoft.com/office/officeart/2005/8/layout/matrix3"/>
    <dgm:cxn modelId="{F88EAE62-704B-4526-AFF4-81154700EAED}" type="presParOf" srcId="{73CBBF14-0415-4272-9556-0D8EC6AD6A77}" destId="{FEAB5981-2BAA-4AAA-8D5C-E86F30D75325}" srcOrd="2" destOrd="0" presId="urn:microsoft.com/office/officeart/2005/8/layout/matrix3"/>
    <dgm:cxn modelId="{D13BACC8-54DE-4658-A7CE-CCFAD5259F68}" type="presParOf" srcId="{73CBBF14-0415-4272-9556-0D8EC6AD6A77}" destId="{1016357A-727F-430E-9594-B72E3044120A}" srcOrd="3" destOrd="0" presId="urn:microsoft.com/office/officeart/2005/8/layout/matrix3"/>
    <dgm:cxn modelId="{B0823E3C-202F-4CD8-863D-2AD739A3B767}" type="presParOf" srcId="{73CBBF14-0415-4272-9556-0D8EC6AD6A77}" destId="{51D66FCC-4295-4BD5-BFB4-40A7A53ED0E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985A02-2DF1-4BE8-AC35-7A4DBDA6C3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D974391-6C8B-476F-A8AB-A2D0D99A3AE3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релігії.</a:t>
          </a:r>
          <a:endParaRPr lang="uk-UA"/>
        </a:p>
      </dgm:t>
    </dgm:pt>
    <dgm:pt modelId="{EB9DA68B-5CBE-43BE-A9BF-B42A7FE7D41A}" type="parTrans" cxnId="{9F7E6252-FF44-477D-8C35-497AD97D9399}">
      <dgm:prSet/>
      <dgm:spPr/>
      <dgm:t>
        <a:bodyPr/>
        <a:lstStyle/>
        <a:p>
          <a:endParaRPr lang="uk-UA"/>
        </a:p>
      </dgm:t>
    </dgm:pt>
    <dgm:pt modelId="{268B8E2D-2DEA-44EF-A683-7D2032E15CFD}" type="sibTrans" cxnId="{9F7E6252-FF44-477D-8C35-497AD97D9399}">
      <dgm:prSet/>
      <dgm:spPr/>
      <dgm:t>
        <a:bodyPr/>
        <a:lstStyle/>
        <a:p>
          <a:endParaRPr lang="uk-UA"/>
        </a:p>
      </dgm:t>
    </dgm:pt>
    <dgm:pt modelId="{4A94F07F-83CA-49B8-82C6-DB770E3E0EE7}">
      <dgm:prSet/>
      <dgm:spPr/>
      <dgm:t>
        <a:bodyPr/>
        <a:lstStyle/>
        <a:p>
          <a:r>
            <a:rPr lang="uk-UA" b="0" i="0" dirty="0"/>
            <a:t>висвячення першого київського митрополита.</a:t>
          </a:r>
          <a:endParaRPr lang="uk-UA" dirty="0"/>
        </a:p>
      </dgm:t>
    </dgm:pt>
    <dgm:pt modelId="{6B057C38-59C1-46F3-9546-2B710E44C22A}" type="parTrans" cxnId="{77A75E71-9103-4054-8B0F-2809304889D0}">
      <dgm:prSet/>
      <dgm:spPr/>
      <dgm:t>
        <a:bodyPr/>
        <a:lstStyle/>
        <a:p>
          <a:endParaRPr lang="uk-UA"/>
        </a:p>
      </dgm:t>
    </dgm:pt>
    <dgm:pt modelId="{59FE4235-538D-473D-96EC-2F699BD79730}" type="sibTrans" cxnId="{77A75E71-9103-4054-8B0F-2809304889D0}">
      <dgm:prSet/>
      <dgm:spPr/>
      <dgm:t>
        <a:bodyPr/>
        <a:lstStyle/>
        <a:p>
          <a:endParaRPr lang="uk-UA"/>
        </a:p>
      </dgm:t>
    </dgm:pt>
    <dgm:pt modelId="{EC87F02E-A207-4FC7-85AD-05F998C00A6D}">
      <dgm:prSet/>
      <dgm:spPr/>
      <dgm:t>
        <a:bodyPr/>
        <a:lstStyle/>
        <a:p>
          <a:r>
            <a:rPr lang="uk-UA" b="0" i="0" dirty="0"/>
            <a:t>об’єднання північних і південних руських земель.</a:t>
          </a:r>
          <a:endParaRPr lang="uk-UA" dirty="0"/>
        </a:p>
      </dgm:t>
    </dgm:pt>
    <dgm:pt modelId="{912E802E-DC74-4F0C-BF33-0537E2BF3144}" type="parTrans" cxnId="{CB885449-8C22-4797-A049-E54B03D65461}">
      <dgm:prSet/>
      <dgm:spPr/>
      <dgm:t>
        <a:bodyPr/>
        <a:lstStyle/>
        <a:p>
          <a:endParaRPr lang="uk-UA"/>
        </a:p>
      </dgm:t>
    </dgm:pt>
    <dgm:pt modelId="{F4C27327-782E-4254-9B3B-77582DABE063}" type="sibTrans" cxnId="{CB885449-8C22-4797-A049-E54B03D65461}">
      <dgm:prSet/>
      <dgm:spPr/>
      <dgm:t>
        <a:bodyPr/>
        <a:lstStyle/>
        <a:p>
          <a:endParaRPr lang="uk-UA"/>
        </a:p>
      </dgm:t>
    </dgm:pt>
    <dgm:pt modelId="{A477F1ED-B164-4270-917B-AF7FCFFCA646}">
      <dgm:prSet/>
      <dgm:spPr/>
      <dgm:t>
        <a:bodyPr/>
        <a:lstStyle/>
        <a:p>
          <a:r>
            <a:rPr lang="uk-UA" b="0" i="0" dirty="0"/>
            <a:t>укладення першого писаного збірника руських законів.</a:t>
          </a:r>
          <a:endParaRPr lang="uk-UA" dirty="0"/>
        </a:p>
      </dgm:t>
    </dgm:pt>
    <dgm:pt modelId="{F3B65A53-6B76-4FBB-B064-E909222681C3}" type="parTrans" cxnId="{B8DD43B2-5D04-4772-B61D-E1EC9A53672B}">
      <dgm:prSet/>
      <dgm:spPr/>
      <dgm:t>
        <a:bodyPr/>
        <a:lstStyle/>
        <a:p>
          <a:endParaRPr lang="uk-UA"/>
        </a:p>
      </dgm:t>
    </dgm:pt>
    <dgm:pt modelId="{BDB4660B-9411-4B3E-9FCD-F0D42E241D61}" type="sibTrans" cxnId="{B8DD43B2-5D04-4772-B61D-E1EC9A53672B}">
      <dgm:prSet/>
      <dgm:spPr/>
      <dgm:t>
        <a:bodyPr/>
        <a:lstStyle/>
        <a:p>
          <a:endParaRPr lang="uk-UA"/>
        </a:p>
      </dgm:t>
    </dgm:pt>
    <dgm:pt modelId="{A6A23A7D-D97C-44F3-A094-C9F24CBC5596}" type="pres">
      <dgm:prSet presAssocID="{AD985A02-2DF1-4BE8-AC35-7A4DBDA6C31B}" presName="linear" presStyleCnt="0">
        <dgm:presLayoutVars>
          <dgm:animLvl val="lvl"/>
          <dgm:resizeHandles val="exact"/>
        </dgm:presLayoutVars>
      </dgm:prSet>
      <dgm:spPr/>
    </dgm:pt>
    <dgm:pt modelId="{932FE119-DB1B-4EB9-B608-7F21A33F521D}" type="pres">
      <dgm:prSet presAssocID="{DD974391-6C8B-476F-A8AB-A2D0D99A3A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619399-BF89-4808-A6C7-D3CCC904C941}" type="pres">
      <dgm:prSet presAssocID="{268B8E2D-2DEA-44EF-A683-7D2032E15CFD}" presName="spacer" presStyleCnt="0"/>
      <dgm:spPr/>
    </dgm:pt>
    <dgm:pt modelId="{C3541786-7055-484F-BC65-57B08D139F94}" type="pres">
      <dgm:prSet presAssocID="{4A94F07F-83CA-49B8-82C6-DB770E3E0E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44141A-0A1C-4813-BFD1-3E94C59ACA56}" type="pres">
      <dgm:prSet presAssocID="{59FE4235-538D-473D-96EC-2F699BD79730}" presName="spacer" presStyleCnt="0"/>
      <dgm:spPr/>
    </dgm:pt>
    <dgm:pt modelId="{261F6874-54C7-4AE8-8481-02671D095FC4}" type="pres">
      <dgm:prSet presAssocID="{EC87F02E-A207-4FC7-85AD-05F998C00A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810880-DE20-449F-963B-D383473EE148}" type="pres">
      <dgm:prSet presAssocID="{F4C27327-782E-4254-9B3B-77582DABE063}" presName="spacer" presStyleCnt="0"/>
      <dgm:spPr/>
    </dgm:pt>
    <dgm:pt modelId="{ACA7D6E5-5057-4BB6-A2C4-0DF8D45BA0F2}" type="pres">
      <dgm:prSet presAssocID="{A477F1ED-B164-4270-917B-AF7FCFFCA6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B885449-8C22-4797-A049-E54B03D65461}" srcId="{AD985A02-2DF1-4BE8-AC35-7A4DBDA6C31B}" destId="{EC87F02E-A207-4FC7-85AD-05F998C00A6D}" srcOrd="2" destOrd="0" parTransId="{912E802E-DC74-4F0C-BF33-0537E2BF3144}" sibTransId="{F4C27327-782E-4254-9B3B-77582DABE063}"/>
    <dgm:cxn modelId="{A48AA070-62D9-41C1-9660-6DBD1A539C75}" type="presOf" srcId="{A477F1ED-B164-4270-917B-AF7FCFFCA646}" destId="{ACA7D6E5-5057-4BB6-A2C4-0DF8D45BA0F2}" srcOrd="0" destOrd="0" presId="urn:microsoft.com/office/officeart/2005/8/layout/vList2"/>
    <dgm:cxn modelId="{77A75E71-9103-4054-8B0F-2809304889D0}" srcId="{AD985A02-2DF1-4BE8-AC35-7A4DBDA6C31B}" destId="{4A94F07F-83CA-49B8-82C6-DB770E3E0EE7}" srcOrd="1" destOrd="0" parTransId="{6B057C38-59C1-46F3-9546-2B710E44C22A}" sibTransId="{59FE4235-538D-473D-96EC-2F699BD79730}"/>
    <dgm:cxn modelId="{9F7E6252-FF44-477D-8C35-497AD97D9399}" srcId="{AD985A02-2DF1-4BE8-AC35-7A4DBDA6C31B}" destId="{DD974391-6C8B-476F-A8AB-A2D0D99A3AE3}" srcOrd="0" destOrd="0" parTransId="{EB9DA68B-5CBE-43BE-A9BF-B42A7FE7D41A}" sibTransId="{268B8E2D-2DEA-44EF-A683-7D2032E15CFD}"/>
    <dgm:cxn modelId="{F5167682-9F8B-4F23-8603-D7BD7396E20E}" type="presOf" srcId="{4A94F07F-83CA-49B8-82C6-DB770E3E0EE7}" destId="{C3541786-7055-484F-BC65-57B08D139F94}" srcOrd="0" destOrd="0" presId="urn:microsoft.com/office/officeart/2005/8/layout/vList2"/>
    <dgm:cxn modelId="{B8DD43B2-5D04-4772-B61D-E1EC9A53672B}" srcId="{AD985A02-2DF1-4BE8-AC35-7A4DBDA6C31B}" destId="{A477F1ED-B164-4270-917B-AF7FCFFCA646}" srcOrd="3" destOrd="0" parTransId="{F3B65A53-6B76-4FBB-B064-E909222681C3}" sibTransId="{BDB4660B-9411-4B3E-9FCD-F0D42E241D61}"/>
    <dgm:cxn modelId="{7528BDC2-299E-413F-9169-A425A6F1492F}" type="presOf" srcId="{DD974391-6C8B-476F-A8AB-A2D0D99A3AE3}" destId="{932FE119-DB1B-4EB9-B608-7F21A33F521D}" srcOrd="0" destOrd="0" presId="urn:microsoft.com/office/officeart/2005/8/layout/vList2"/>
    <dgm:cxn modelId="{69EC93D7-A127-4E7E-BB70-BA0D66CBD9FA}" type="presOf" srcId="{EC87F02E-A207-4FC7-85AD-05F998C00A6D}" destId="{261F6874-54C7-4AE8-8481-02671D095FC4}" srcOrd="0" destOrd="0" presId="urn:microsoft.com/office/officeart/2005/8/layout/vList2"/>
    <dgm:cxn modelId="{291E76DE-6E28-4A89-BC54-35CFF56898BC}" type="presOf" srcId="{AD985A02-2DF1-4BE8-AC35-7A4DBDA6C31B}" destId="{A6A23A7D-D97C-44F3-A094-C9F24CBC5596}" srcOrd="0" destOrd="0" presId="urn:microsoft.com/office/officeart/2005/8/layout/vList2"/>
    <dgm:cxn modelId="{DB092016-E081-4F51-939F-ADB2566F2861}" type="presParOf" srcId="{A6A23A7D-D97C-44F3-A094-C9F24CBC5596}" destId="{932FE119-DB1B-4EB9-B608-7F21A33F521D}" srcOrd="0" destOrd="0" presId="urn:microsoft.com/office/officeart/2005/8/layout/vList2"/>
    <dgm:cxn modelId="{77C178F4-80CA-4708-9D71-25A9150323CC}" type="presParOf" srcId="{A6A23A7D-D97C-44F3-A094-C9F24CBC5596}" destId="{AC619399-BF89-4808-A6C7-D3CCC904C941}" srcOrd="1" destOrd="0" presId="urn:microsoft.com/office/officeart/2005/8/layout/vList2"/>
    <dgm:cxn modelId="{37025F26-9F37-4205-A24F-7BF76916963A}" type="presParOf" srcId="{A6A23A7D-D97C-44F3-A094-C9F24CBC5596}" destId="{C3541786-7055-484F-BC65-57B08D139F94}" srcOrd="2" destOrd="0" presId="urn:microsoft.com/office/officeart/2005/8/layout/vList2"/>
    <dgm:cxn modelId="{654A9E0E-4692-4504-9449-7D4952295E45}" type="presParOf" srcId="{A6A23A7D-D97C-44F3-A094-C9F24CBC5596}" destId="{5944141A-0A1C-4813-BFD1-3E94C59ACA56}" srcOrd="3" destOrd="0" presId="urn:microsoft.com/office/officeart/2005/8/layout/vList2"/>
    <dgm:cxn modelId="{7325411D-2081-40CF-BDD5-F55097BC98EE}" type="presParOf" srcId="{A6A23A7D-D97C-44F3-A094-C9F24CBC5596}" destId="{261F6874-54C7-4AE8-8481-02671D095FC4}" srcOrd="4" destOrd="0" presId="urn:microsoft.com/office/officeart/2005/8/layout/vList2"/>
    <dgm:cxn modelId="{8E209FEC-6C43-4A0E-AA40-723E417C570C}" type="presParOf" srcId="{A6A23A7D-D97C-44F3-A094-C9F24CBC5596}" destId="{B8810880-DE20-449F-963B-D383473EE148}" srcOrd="5" destOrd="0" presId="urn:microsoft.com/office/officeart/2005/8/layout/vList2"/>
    <dgm:cxn modelId="{C75603B3-7329-47EA-8997-362CA7B17401}" type="presParOf" srcId="{A6A23A7D-D97C-44F3-A094-C9F24CBC5596}" destId="{ACA7D6E5-5057-4BB6-A2C4-0DF8D45BA0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2EDE19-EBB1-44D5-8B51-44A1C78914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16418D9-3183-4A47-BE30-1E7EECF15C10}">
      <dgm:prSet/>
      <dgm:spPr/>
      <dgm:t>
        <a:bodyPr/>
        <a:lstStyle/>
        <a:p>
          <a:r>
            <a:rPr lang="ru-RU" b="0" i="0"/>
            <a:t>«Руська правда»</a:t>
          </a:r>
          <a:endParaRPr lang="uk-UA"/>
        </a:p>
      </dgm:t>
    </dgm:pt>
    <dgm:pt modelId="{9491DED2-1D10-4470-A985-A26C4DE0BFB8}" type="parTrans" cxnId="{21CED7BB-214F-4251-AF03-AC2E6B6175C5}">
      <dgm:prSet/>
      <dgm:spPr/>
      <dgm:t>
        <a:bodyPr/>
        <a:lstStyle/>
        <a:p>
          <a:endParaRPr lang="uk-UA"/>
        </a:p>
      </dgm:t>
    </dgm:pt>
    <dgm:pt modelId="{5B33FCF7-E7F0-474A-9D29-EB0BAAD68741}" type="sibTrans" cxnId="{21CED7BB-214F-4251-AF03-AC2E6B6175C5}">
      <dgm:prSet/>
      <dgm:spPr/>
      <dgm:t>
        <a:bodyPr/>
        <a:lstStyle/>
        <a:p>
          <a:endParaRPr lang="uk-UA"/>
        </a:p>
      </dgm:t>
    </dgm:pt>
    <dgm:pt modelId="{831254DB-D4A1-4D77-89AB-E55089A2A195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</a:t>
          </a:r>
          <a:endParaRPr lang="uk-UA" dirty="0"/>
        </a:p>
      </dgm:t>
    </dgm:pt>
    <dgm:pt modelId="{47F25CCF-F7EA-441A-8CB1-770740BB01BA}" type="parTrans" cxnId="{DD2E4DA9-5EE9-46E5-82CF-02C21826F0DD}">
      <dgm:prSet/>
      <dgm:spPr/>
      <dgm:t>
        <a:bodyPr/>
        <a:lstStyle/>
        <a:p>
          <a:endParaRPr lang="uk-UA"/>
        </a:p>
      </dgm:t>
    </dgm:pt>
    <dgm:pt modelId="{A68D0F86-5774-4CB8-9BD2-F78B8319B410}" type="sibTrans" cxnId="{DD2E4DA9-5EE9-46E5-82CF-02C21826F0DD}">
      <dgm:prSet/>
      <dgm:spPr/>
      <dgm:t>
        <a:bodyPr/>
        <a:lstStyle/>
        <a:p>
          <a:endParaRPr lang="uk-UA"/>
        </a:p>
      </dgm:t>
    </dgm:pt>
    <dgm:pt modelId="{93EBF7BF-14AE-48E4-8C67-C19E0454F460}">
      <dgm:prSet/>
      <dgm:spPr/>
      <dgm:t>
        <a:bodyPr/>
        <a:lstStyle/>
        <a:p>
          <a:r>
            <a:rPr lang="ru-RU" b="0" i="0"/>
            <a:t>«Повість минулих літ»</a:t>
          </a:r>
          <a:endParaRPr lang="uk-UA"/>
        </a:p>
      </dgm:t>
    </dgm:pt>
    <dgm:pt modelId="{149B9EC7-A381-48E2-AAD8-C61803DEB3D2}" type="parTrans" cxnId="{113AF406-1C94-442F-B8BA-4F9CCB47047E}">
      <dgm:prSet/>
      <dgm:spPr/>
      <dgm:t>
        <a:bodyPr/>
        <a:lstStyle/>
        <a:p>
          <a:endParaRPr lang="uk-UA"/>
        </a:p>
      </dgm:t>
    </dgm:pt>
    <dgm:pt modelId="{7A600AAC-DE1F-4E09-A5AF-451F13AA5DAC}" type="sibTrans" cxnId="{113AF406-1C94-442F-B8BA-4F9CCB47047E}">
      <dgm:prSet/>
      <dgm:spPr/>
      <dgm:t>
        <a:bodyPr/>
        <a:lstStyle/>
        <a:p>
          <a:endParaRPr lang="uk-UA"/>
        </a:p>
      </dgm:t>
    </dgm:pt>
    <dgm:pt modelId="{3F2EC1FD-AF9F-46A9-9820-09153F2C91B0}">
      <dgm:prSet/>
      <dgm:spPr/>
      <dgm:t>
        <a:bodyPr/>
        <a:lstStyle/>
        <a:p>
          <a:r>
            <a:rPr lang="ru-RU" b="0" i="0" dirty="0"/>
            <a:t>«Слово про Закон і Благодать»</a:t>
          </a:r>
          <a:endParaRPr lang="uk-UA" dirty="0"/>
        </a:p>
      </dgm:t>
    </dgm:pt>
    <dgm:pt modelId="{FEF122E2-55F0-4629-A86D-7A5497A4EC8B}" type="parTrans" cxnId="{8561D805-333D-4E61-B139-21AC4075B6F3}">
      <dgm:prSet/>
      <dgm:spPr/>
      <dgm:t>
        <a:bodyPr/>
        <a:lstStyle/>
        <a:p>
          <a:endParaRPr lang="uk-UA"/>
        </a:p>
      </dgm:t>
    </dgm:pt>
    <dgm:pt modelId="{822C940F-15DD-4927-A6FA-CF4D7222E169}" type="sibTrans" cxnId="{8561D805-333D-4E61-B139-21AC4075B6F3}">
      <dgm:prSet/>
      <dgm:spPr/>
      <dgm:t>
        <a:bodyPr/>
        <a:lstStyle/>
        <a:p>
          <a:endParaRPr lang="uk-UA"/>
        </a:p>
      </dgm:t>
    </dgm:pt>
    <dgm:pt modelId="{F408A42D-9748-49BA-B71A-DD0407E23999}" type="pres">
      <dgm:prSet presAssocID="{732EDE19-EBB1-44D5-8B51-44A1C7891411}" presName="linear" presStyleCnt="0">
        <dgm:presLayoutVars>
          <dgm:animLvl val="lvl"/>
          <dgm:resizeHandles val="exact"/>
        </dgm:presLayoutVars>
      </dgm:prSet>
      <dgm:spPr/>
    </dgm:pt>
    <dgm:pt modelId="{CA12FADF-B463-41CF-81E6-0DE712AF6904}" type="pres">
      <dgm:prSet presAssocID="{016418D9-3183-4A47-BE30-1E7EECF15C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865B31-F029-4828-9CFA-D87B3E281703}" type="pres">
      <dgm:prSet presAssocID="{5B33FCF7-E7F0-474A-9D29-EB0BAAD68741}" presName="spacer" presStyleCnt="0"/>
      <dgm:spPr/>
    </dgm:pt>
    <dgm:pt modelId="{A96CAC3D-4BF4-4407-9F6A-5478C372C95D}" type="pres">
      <dgm:prSet presAssocID="{831254DB-D4A1-4D77-89AB-E55089A2A1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A036C2-391A-4EC0-BEA5-00BAB06D26DD}" type="pres">
      <dgm:prSet presAssocID="{A68D0F86-5774-4CB8-9BD2-F78B8319B410}" presName="spacer" presStyleCnt="0"/>
      <dgm:spPr/>
    </dgm:pt>
    <dgm:pt modelId="{712788AD-9378-4E28-A039-BAD57706DD7D}" type="pres">
      <dgm:prSet presAssocID="{93EBF7BF-14AE-48E4-8C67-C19E0454F4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E83CF4-0E47-49F5-9D71-6E26CC75BD6E}" type="pres">
      <dgm:prSet presAssocID="{7A600AAC-DE1F-4E09-A5AF-451F13AA5DAC}" presName="spacer" presStyleCnt="0"/>
      <dgm:spPr/>
    </dgm:pt>
    <dgm:pt modelId="{A5E867B2-055D-45D7-B497-A64232A53FC3}" type="pres">
      <dgm:prSet presAssocID="{3F2EC1FD-AF9F-46A9-9820-09153F2C91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561D805-333D-4E61-B139-21AC4075B6F3}" srcId="{732EDE19-EBB1-44D5-8B51-44A1C7891411}" destId="{3F2EC1FD-AF9F-46A9-9820-09153F2C91B0}" srcOrd="3" destOrd="0" parTransId="{FEF122E2-55F0-4629-A86D-7A5497A4EC8B}" sibTransId="{822C940F-15DD-4927-A6FA-CF4D7222E169}"/>
    <dgm:cxn modelId="{113AF406-1C94-442F-B8BA-4F9CCB47047E}" srcId="{732EDE19-EBB1-44D5-8B51-44A1C7891411}" destId="{93EBF7BF-14AE-48E4-8C67-C19E0454F460}" srcOrd="2" destOrd="0" parTransId="{149B9EC7-A381-48E2-AAD8-C61803DEB3D2}" sibTransId="{7A600AAC-DE1F-4E09-A5AF-451F13AA5DAC}"/>
    <dgm:cxn modelId="{AF60FF3F-F6CB-413E-A067-80FF2BEA1E3B}" type="presOf" srcId="{016418D9-3183-4A47-BE30-1E7EECF15C10}" destId="{CA12FADF-B463-41CF-81E6-0DE712AF6904}" srcOrd="0" destOrd="0" presId="urn:microsoft.com/office/officeart/2005/8/layout/vList2"/>
    <dgm:cxn modelId="{667DA25C-A361-49D3-B325-D80BDA5886E3}" type="presOf" srcId="{93EBF7BF-14AE-48E4-8C67-C19E0454F460}" destId="{712788AD-9378-4E28-A039-BAD57706DD7D}" srcOrd="0" destOrd="0" presId="urn:microsoft.com/office/officeart/2005/8/layout/vList2"/>
    <dgm:cxn modelId="{DCEDE173-D164-43BB-B08B-5959F8E2E800}" type="presOf" srcId="{732EDE19-EBB1-44D5-8B51-44A1C7891411}" destId="{F408A42D-9748-49BA-B71A-DD0407E23999}" srcOrd="0" destOrd="0" presId="urn:microsoft.com/office/officeart/2005/8/layout/vList2"/>
    <dgm:cxn modelId="{4D2B3F80-7B47-4EA6-8CBF-BA11ECED3DD7}" type="presOf" srcId="{3F2EC1FD-AF9F-46A9-9820-09153F2C91B0}" destId="{A5E867B2-055D-45D7-B497-A64232A53FC3}" srcOrd="0" destOrd="0" presId="urn:microsoft.com/office/officeart/2005/8/layout/vList2"/>
    <dgm:cxn modelId="{DD2E4DA9-5EE9-46E5-82CF-02C21826F0DD}" srcId="{732EDE19-EBB1-44D5-8B51-44A1C7891411}" destId="{831254DB-D4A1-4D77-89AB-E55089A2A195}" srcOrd="1" destOrd="0" parTransId="{47F25CCF-F7EA-441A-8CB1-770740BB01BA}" sibTransId="{A68D0F86-5774-4CB8-9BD2-F78B8319B410}"/>
    <dgm:cxn modelId="{21CED7BB-214F-4251-AF03-AC2E6B6175C5}" srcId="{732EDE19-EBB1-44D5-8B51-44A1C7891411}" destId="{016418D9-3183-4A47-BE30-1E7EECF15C10}" srcOrd="0" destOrd="0" parTransId="{9491DED2-1D10-4470-A985-A26C4DE0BFB8}" sibTransId="{5B33FCF7-E7F0-474A-9D29-EB0BAAD68741}"/>
    <dgm:cxn modelId="{7A8B64E3-B075-47C7-9AD5-68A99C1E247D}" type="presOf" srcId="{831254DB-D4A1-4D77-89AB-E55089A2A195}" destId="{A96CAC3D-4BF4-4407-9F6A-5478C372C95D}" srcOrd="0" destOrd="0" presId="urn:microsoft.com/office/officeart/2005/8/layout/vList2"/>
    <dgm:cxn modelId="{0D4D1A9A-4DDB-486A-8486-68ED25724077}" type="presParOf" srcId="{F408A42D-9748-49BA-B71A-DD0407E23999}" destId="{CA12FADF-B463-41CF-81E6-0DE712AF6904}" srcOrd="0" destOrd="0" presId="urn:microsoft.com/office/officeart/2005/8/layout/vList2"/>
    <dgm:cxn modelId="{8E19CA47-D2B1-40A5-A9FC-CC30D1C405C3}" type="presParOf" srcId="{F408A42D-9748-49BA-B71A-DD0407E23999}" destId="{FB865B31-F029-4828-9CFA-D87B3E281703}" srcOrd="1" destOrd="0" presId="urn:microsoft.com/office/officeart/2005/8/layout/vList2"/>
    <dgm:cxn modelId="{2B79AD6C-73F7-47DA-88E3-BCD5386B5A50}" type="presParOf" srcId="{F408A42D-9748-49BA-B71A-DD0407E23999}" destId="{A96CAC3D-4BF4-4407-9F6A-5478C372C95D}" srcOrd="2" destOrd="0" presId="urn:microsoft.com/office/officeart/2005/8/layout/vList2"/>
    <dgm:cxn modelId="{D580AA57-F7EF-425B-80B0-0E31DCE90735}" type="presParOf" srcId="{F408A42D-9748-49BA-B71A-DD0407E23999}" destId="{8BA036C2-391A-4EC0-BEA5-00BAB06D26DD}" srcOrd="3" destOrd="0" presId="urn:microsoft.com/office/officeart/2005/8/layout/vList2"/>
    <dgm:cxn modelId="{F0213408-5B2B-404D-BE94-A051E1C1EDB5}" type="presParOf" srcId="{F408A42D-9748-49BA-B71A-DD0407E23999}" destId="{712788AD-9378-4E28-A039-BAD57706DD7D}" srcOrd="4" destOrd="0" presId="urn:microsoft.com/office/officeart/2005/8/layout/vList2"/>
    <dgm:cxn modelId="{6E69A204-00BB-497D-B05E-E705E951C409}" type="presParOf" srcId="{F408A42D-9748-49BA-B71A-DD0407E23999}" destId="{74E83CF4-0E47-49F5-9D71-6E26CC75BD6E}" srcOrd="5" destOrd="0" presId="urn:microsoft.com/office/officeart/2005/8/layout/vList2"/>
    <dgm:cxn modelId="{28E56FB7-13FF-4745-9B82-71B4A11FE972}" type="presParOf" srcId="{F408A42D-9748-49BA-B71A-DD0407E23999}" destId="{A5E867B2-055D-45D7-B497-A64232A53FC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475661-6045-4855-AAB4-34C2A750149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8A94FD-1731-4A7E-9D21-A9201E3FEE04}">
      <dgm:prSet/>
      <dgm:spPr/>
      <dgm:t>
        <a:bodyPr/>
        <a:lstStyle/>
        <a:p>
          <a:r>
            <a:rPr lang="uk-UA" b="0" i="0" dirty="0"/>
            <a:t>київської</a:t>
          </a:r>
          <a:endParaRPr lang="uk-UA" dirty="0"/>
        </a:p>
      </dgm:t>
    </dgm:pt>
    <dgm:pt modelId="{BC7D590F-3CCA-4CE9-86FD-7797196F484F}" type="parTrans" cxnId="{47A48812-0A6B-4D8B-AD35-6313AEE50D51}">
      <dgm:prSet/>
      <dgm:spPr/>
      <dgm:t>
        <a:bodyPr/>
        <a:lstStyle/>
        <a:p>
          <a:endParaRPr lang="uk-UA"/>
        </a:p>
      </dgm:t>
    </dgm:pt>
    <dgm:pt modelId="{A5D8C927-B158-49EA-93DF-1D58B3576218}" type="sibTrans" cxnId="{47A48812-0A6B-4D8B-AD35-6313AEE50D51}">
      <dgm:prSet/>
      <dgm:spPr/>
      <dgm:t>
        <a:bodyPr/>
        <a:lstStyle/>
        <a:p>
          <a:endParaRPr lang="uk-UA"/>
        </a:p>
      </dgm:t>
    </dgm:pt>
    <dgm:pt modelId="{893EF992-DE0F-4C6F-9D09-1E0D1BDA0123}">
      <dgm:prSet/>
      <dgm:spPr/>
      <dgm:t>
        <a:bodyPr/>
        <a:lstStyle/>
        <a:p>
          <a:r>
            <a:rPr lang="uk-UA" b="0" i="0"/>
            <a:t>переяславської</a:t>
          </a:r>
          <a:endParaRPr lang="uk-UA"/>
        </a:p>
      </dgm:t>
    </dgm:pt>
    <dgm:pt modelId="{92F73AFC-DF71-4E3D-9C3A-DE595F87459A}" type="parTrans" cxnId="{9BD83710-D42A-4AD6-98CA-060A55030579}">
      <dgm:prSet/>
      <dgm:spPr/>
      <dgm:t>
        <a:bodyPr/>
        <a:lstStyle/>
        <a:p>
          <a:endParaRPr lang="uk-UA"/>
        </a:p>
      </dgm:t>
    </dgm:pt>
    <dgm:pt modelId="{17502E71-EF54-4A2B-87B2-5FF87238762E}" type="sibTrans" cxnId="{9BD83710-D42A-4AD6-98CA-060A55030579}">
      <dgm:prSet/>
      <dgm:spPr/>
      <dgm:t>
        <a:bodyPr/>
        <a:lstStyle/>
        <a:p>
          <a:endParaRPr lang="uk-UA"/>
        </a:p>
      </dgm:t>
    </dgm:pt>
    <dgm:pt modelId="{2D746DDC-20A3-45BF-925F-71093E1E7D84}">
      <dgm:prSet/>
      <dgm:spPr/>
      <dgm:t>
        <a:bodyPr/>
        <a:lstStyle/>
        <a:p>
          <a:r>
            <a:rPr lang="uk-UA" b="0" i="0" dirty="0"/>
            <a:t>чернігівської</a:t>
          </a:r>
          <a:endParaRPr lang="uk-UA" dirty="0"/>
        </a:p>
      </dgm:t>
    </dgm:pt>
    <dgm:pt modelId="{7925F08B-D4DF-4829-B808-97F7316E5ECE}" type="parTrans" cxnId="{69122988-F838-48C8-AFD6-B5E683F8714C}">
      <dgm:prSet/>
      <dgm:spPr/>
      <dgm:t>
        <a:bodyPr/>
        <a:lstStyle/>
        <a:p>
          <a:endParaRPr lang="uk-UA"/>
        </a:p>
      </dgm:t>
    </dgm:pt>
    <dgm:pt modelId="{9A5CFAF3-251B-42DE-8F58-E350C74B2138}" type="sibTrans" cxnId="{69122988-F838-48C8-AFD6-B5E683F8714C}">
      <dgm:prSet/>
      <dgm:spPr/>
      <dgm:t>
        <a:bodyPr/>
        <a:lstStyle/>
        <a:p>
          <a:endParaRPr lang="uk-UA"/>
        </a:p>
      </dgm:t>
    </dgm:pt>
    <dgm:pt modelId="{E204F916-C97A-48C8-BFF2-2F4A7A7992C4}">
      <dgm:prSet/>
      <dgm:spPr/>
      <dgm:t>
        <a:bodyPr/>
        <a:lstStyle/>
        <a:p>
          <a:r>
            <a:rPr lang="uk-UA" b="0" i="0" dirty="0"/>
            <a:t>галицької</a:t>
          </a:r>
          <a:endParaRPr lang="uk-UA" dirty="0"/>
        </a:p>
      </dgm:t>
    </dgm:pt>
    <dgm:pt modelId="{2553113C-8013-426B-AEEE-5705D9C3CE84}" type="parTrans" cxnId="{37F82B62-9791-4997-B6BD-EA294D072453}">
      <dgm:prSet/>
      <dgm:spPr/>
      <dgm:t>
        <a:bodyPr/>
        <a:lstStyle/>
        <a:p>
          <a:endParaRPr lang="uk-UA"/>
        </a:p>
      </dgm:t>
    </dgm:pt>
    <dgm:pt modelId="{ACC87AEE-FFC0-446A-B28A-AEDF37ECB5FB}" type="sibTrans" cxnId="{37F82B62-9791-4997-B6BD-EA294D072453}">
      <dgm:prSet/>
      <dgm:spPr/>
      <dgm:t>
        <a:bodyPr/>
        <a:lstStyle/>
        <a:p>
          <a:endParaRPr lang="uk-UA"/>
        </a:p>
      </dgm:t>
    </dgm:pt>
    <dgm:pt modelId="{ABF97D4D-31C2-412C-812E-123B6F6EE50A}" type="pres">
      <dgm:prSet presAssocID="{9C475661-6045-4855-AAB4-34C2A7501498}" presName="matrix" presStyleCnt="0">
        <dgm:presLayoutVars>
          <dgm:chMax val="1"/>
          <dgm:dir/>
          <dgm:resizeHandles val="exact"/>
        </dgm:presLayoutVars>
      </dgm:prSet>
      <dgm:spPr/>
    </dgm:pt>
    <dgm:pt modelId="{87073C14-61BF-4F07-818B-E978C5799119}" type="pres">
      <dgm:prSet presAssocID="{9C475661-6045-4855-AAB4-34C2A7501498}" presName="diamond" presStyleLbl="bgShp" presStyleIdx="0" presStyleCnt="1"/>
      <dgm:spPr/>
    </dgm:pt>
    <dgm:pt modelId="{F05526F8-E876-472D-A2FC-1435200A6050}" type="pres">
      <dgm:prSet presAssocID="{9C475661-6045-4855-AAB4-34C2A750149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E1C4F0-7CF9-416D-8B09-03791EA6D9D3}" type="pres">
      <dgm:prSet presAssocID="{9C475661-6045-4855-AAB4-34C2A750149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725646-1650-4065-8848-7D48ADC57AA8}" type="pres">
      <dgm:prSet presAssocID="{9C475661-6045-4855-AAB4-34C2A750149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B948ACD-19F8-4133-8F77-A0DBD62BB9E2}" type="pres">
      <dgm:prSet presAssocID="{9C475661-6045-4855-AAB4-34C2A750149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D83710-D42A-4AD6-98CA-060A55030579}" srcId="{9C475661-6045-4855-AAB4-34C2A7501498}" destId="{893EF992-DE0F-4C6F-9D09-1E0D1BDA0123}" srcOrd="1" destOrd="0" parTransId="{92F73AFC-DF71-4E3D-9C3A-DE595F87459A}" sibTransId="{17502E71-EF54-4A2B-87B2-5FF87238762E}"/>
    <dgm:cxn modelId="{47A48812-0A6B-4D8B-AD35-6313AEE50D51}" srcId="{9C475661-6045-4855-AAB4-34C2A7501498}" destId="{4C8A94FD-1731-4A7E-9D21-A9201E3FEE04}" srcOrd="0" destOrd="0" parTransId="{BC7D590F-3CCA-4CE9-86FD-7797196F484F}" sibTransId="{A5D8C927-B158-49EA-93DF-1D58B3576218}"/>
    <dgm:cxn modelId="{5EFD8815-E3F3-469E-B889-B7359FA9272A}" type="presOf" srcId="{893EF992-DE0F-4C6F-9D09-1E0D1BDA0123}" destId="{CEE1C4F0-7CF9-416D-8B09-03791EA6D9D3}" srcOrd="0" destOrd="0" presId="urn:microsoft.com/office/officeart/2005/8/layout/matrix3"/>
    <dgm:cxn modelId="{37F82B62-9791-4997-B6BD-EA294D072453}" srcId="{9C475661-6045-4855-AAB4-34C2A7501498}" destId="{E204F916-C97A-48C8-BFF2-2F4A7A7992C4}" srcOrd="3" destOrd="0" parTransId="{2553113C-8013-426B-AEEE-5705D9C3CE84}" sibTransId="{ACC87AEE-FFC0-446A-B28A-AEDF37ECB5FB}"/>
    <dgm:cxn modelId="{C834437F-4122-41CB-AF5C-4C187BCC4F72}" type="presOf" srcId="{E204F916-C97A-48C8-BFF2-2F4A7A7992C4}" destId="{5B948ACD-19F8-4133-8F77-A0DBD62BB9E2}" srcOrd="0" destOrd="0" presId="urn:microsoft.com/office/officeart/2005/8/layout/matrix3"/>
    <dgm:cxn modelId="{69122988-F838-48C8-AFD6-B5E683F8714C}" srcId="{9C475661-6045-4855-AAB4-34C2A7501498}" destId="{2D746DDC-20A3-45BF-925F-71093E1E7D84}" srcOrd="2" destOrd="0" parTransId="{7925F08B-D4DF-4829-B808-97F7316E5ECE}" sibTransId="{9A5CFAF3-251B-42DE-8F58-E350C74B2138}"/>
    <dgm:cxn modelId="{75D8BD92-2222-4783-AFA8-1DDD61B17985}" type="presOf" srcId="{2D746DDC-20A3-45BF-925F-71093E1E7D84}" destId="{D4725646-1650-4065-8848-7D48ADC57AA8}" srcOrd="0" destOrd="0" presId="urn:microsoft.com/office/officeart/2005/8/layout/matrix3"/>
    <dgm:cxn modelId="{612AAED5-142C-40F0-AB61-11CB13180C70}" type="presOf" srcId="{4C8A94FD-1731-4A7E-9D21-A9201E3FEE04}" destId="{F05526F8-E876-472D-A2FC-1435200A6050}" srcOrd="0" destOrd="0" presId="urn:microsoft.com/office/officeart/2005/8/layout/matrix3"/>
    <dgm:cxn modelId="{7470A1F3-85DC-4176-81BC-D4DA61BE4E57}" type="presOf" srcId="{9C475661-6045-4855-AAB4-34C2A7501498}" destId="{ABF97D4D-31C2-412C-812E-123B6F6EE50A}" srcOrd="0" destOrd="0" presId="urn:microsoft.com/office/officeart/2005/8/layout/matrix3"/>
    <dgm:cxn modelId="{98A6A052-A54D-491E-A6F5-BB0B8B541E4B}" type="presParOf" srcId="{ABF97D4D-31C2-412C-812E-123B6F6EE50A}" destId="{87073C14-61BF-4F07-818B-E978C5799119}" srcOrd="0" destOrd="0" presId="urn:microsoft.com/office/officeart/2005/8/layout/matrix3"/>
    <dgm:cxn modelId="{FE9391E4-BAC5-4084-A93A-D5A226B3402C}" type="presParOf" srcId="{ABF97D4D-31C2-412C-812E-123B6F6EE50A}" destId="{F05526F8-E876-472D-A2FC-1435200A6050}" srcOrd="1" destOrd="0" presId="urn:microsoft.com/office/officeart/2005/8/layout/matrix3"/>
    <dgm:cxn modelId="{FE9F8101-3667-4C4D-B9ED-E0E00A7DAB0F}" type="presParOf" srcId="{ABF97D4D-31C2-412C-812E-123B6F6EE50A}" destId="{CEE1C4F0-7CF9-416D-8B09-03791EA6D9D3}" srcOrd="2" destOrd="0" presId="urn:microsoft.com/office/officeart/2005/8/layout/matrix3"/>
    <dgm:cxn modelId="{0B9A0291-210C-410B-AAC0-9FA657C58462}" type="presParOf" srcId="{ABF97D4D-31C2-412C-812E-123B6F6EE50A}" destId="{D4725646-1650-4065-8848-7D48ADC57AA8}" srcOrd="3" destOrd="0" presId="urn:microsoft.com/office/officeart/2005/8/layout/matrix3"/>
    <dgm:cxn modelId="{07F21157-CEF2-43B7-A52F-77BA41B1F5E1}" type="presParOf" srcId="{ABF97D4D-31C2-412C-812E-123B6F6EE50A}" destId="{5B948ACD-19F8-4133-8F77-A0DBD62BB9E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4C652E1-DB98-4BC6-B3EC-A8B2E73C08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E83D5E9-8509-4533-847D-0EA49DF3E3EF}">
      <dgm:prSet/>
      <dgm:spPr/>
      <dgm:t>
        <a:bodyPr/>
        <a:lstStyle/>
        <a:p>
          <a:r>
            <a:rPr lang="uk-UA" b="0" i="0" dirty="0"/>
            <a:t>Споруда була першим кам’яним храмом Київської держави.</a:t>
          </a:r>
          <a:endParaRPr lang="uk-UA" dirty="0"/>
        </a:p>
      </dgm:t>
    </dgm:pt>
    <dgm:pt modelId="{60C99CA9-F4F1-4E81-A6AF-83337398B605}" type="parTrans" cxnId="{B54C6FAD-46C1-4CF9-9F71-C89B42CAA396}">
      <dgm:prSet/>
      <dgm:spPr/>
      <dgm:t>
        <a:bodyPr/>
        <a:lstStyle/>
        <a:p>
          <a:endParaRPr lang="uk-UA"/>
        </a:p>
      </dgm:t>
    </dgm:pt>
    <dgm:pt modelId="{871D4837-A503-43A7-A8CF-1643E1D37ADE}" type="sibTrans" cxnId="{B54C6FAD-46C1-4CF9-9F71-C89B42CAA396}">
      <dgm:prSet/>
      <dgm:spPr/>
      <dgm:t>
        <a:bodyPr/>
        <a:lstStyle/>
        <a:p>
          <a:endParaRPr lang="uk-UA"/>
        </a:p>
      </dgm:t>
    </dgm:pt>
    <dgm:pt modelId="{99DFD8D5-8DF1-4018-90DE-1DCC43C31518}">
      <dgm:prSet/>
      <dgm:spPr/>
      <dgm:t>
        <a:bodyPr/>
        <a:lstStyle/>
        <a:p>
          <a:r>
            <a:rPr lang="uk-UA" b="0" i="0" dirty="0"/>
            <a:t>Спорудження храму було завершено за князювання Ярослава Мудрого.</a:t>
          </a:r>
          <a:endParaRPr lang="uk-UA" dirty="0"/>
        </a:p>
      </dgm:t>
    </dgm:pt>
    <dgm:pt modelId="{B7262A2B-9AC2-4D45-96B4-B2FB29538A33}" type="parTrans" cxnId="{310C0474-FF9D-48DA-BE2E-8E462BD0B100}">
      <dgm:prSet/>
      <dgm:spPr/>
      <dgm:t>
        <a:bodyPr/>
        <a:lstStyle/>
        <a:p>
          <a:endParaRPr lang="uk-UA"/>
        </a:p>
      </dgm:t>
    </dgm:pt>
    <dgm:pt modelId="{94333725-22DB-4DBF-AF4F-6F9C8349DA39}" type="sibTrans" cxnId="{310C0474-FF9D-48DA-BE2E-8E462BD0B100}">
      <dgm:prSet/>
      <dgm:spPr/>
      <dgm:t>
        <a:bodyPr/>
        <a:lstStyle/>
        <a:p>
          <a:endParaRPr lang="uk-UA"/>
        </a:p>
      </dgm:t>
    </dgm:pt>
    <dgm:pt modelId="{216B5935-9E71-4568-92FB-AA1E2D58B9F6}">
      <dgm:prSet/>
      <dgm:spPr/>
      <dgm:t>
        <a:bodyPr/>
        <a:lstStyle/>
        <a:p>
          <a:r>
            <a:rPr lang="uk-UA" b="0" i="0" dirty="0"/>
            <a:t>До наших днів пам’ятка </a:t>
          </a:r>
          <a:r>
            <a:rPr lang="uk-UA" b="0" i="0" dirty="0" err="1"/>
            <a:t>збереглася</a:t>
          </a:r>
          <a:r>
            <a:rPr lang="uk-UA" b="0" i="0" dirty="0"/>
            <a:t> у своєму первісному вигляді.</a:t>
          </a:r>
          <a:endParaRPr lang="uk-UA" dirty="0"/>
        </a:p>
      </dgm:t>
    </dgm:pt>
    <dgm:pt modelId="{C604A90E-213D-4029-A78E-D7946795A6C9}" type="parTrans" cxnId="{194C933C-E56A-48AF-B164-E067A4689C5F}">
      <dgm:prSet/>
      <dgm:spPr/>
      <dgm:t>
        <a:bodyPr/>
        <a:lstStyle/>
        <a:p>
          <a:endParaRPr lang="uk-UA"/>
        </a:p>
      </dgm:t>
    </dgm:pt>
    <dgm:pt modelId="{FA58580B-CCC4-4738-A7C4-309744DDD439}" type="sibTrans" cxnId="{194C933C-E56A-48AF-B164-E067A4689C5F}">
      <dgm:prSet/>
      <dgm:spPr/>
      <dgm:t>
        <a:bodyPr/>
        <a:lstStyle/>
        <a:p>
          <a:endParaRPr lang="uk-UA"/>
        </a:p>
      </dgm:t>
    </dgm:pt>
    <dgm:pt modelId="{C902EEF3-FEC2-4934-81C4-846EFB46212B}" type="pres">
      <dgm:prSet presAssocID="{E4C652E1-DB98-4BC6-B3EC-A8B2E73C08F2}" presName="linear" presStyleCnt="0">
        <dgm:presLayoutVars>
          <dgm:animLvl val="lvl"/>
          <dgm:resizeHandles val="exact"/>
        </dgm:presLayoutVars>
      </dgm:prSet>
      <dgm:spPr/>
    </dgm:pt>
    <dgm:pt modelId="{5A8D387E-712A-404A-8A93-DF9D1B8B3ED4}" type="pres">
      <dgm:prSet presAssocID="{AE83D5E9-8509-4533-847D-0EA49DF3E3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79C696-B98B-4FA0-9187-C4B587218C9F}" type="pres">
      <dgm:prSet presAssocID="{871D4837-A503-43A7-A8CF-1643E1D37ADE}" presName="spacer" presStyleCnt="0"/>
      <dgm:spPr/>
    </dgm:pt>
    <dgm:pt modelId="{E45371F6-6AE5-48BA-A7AE-D2B3A9E58844}" type="pres">
      <dgm:prSet presAssocID="{99DFD8D5-8DF1-4018-90DE-1DCC43C315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330F78-1D54-4DAA-AFE8-27DB6AE728D2}" type="pres">
      <dgm:prSet presAssocID="{94333725-22DB-4DBF-AF4F-6F9C8349DA39}" presName="spacer" presStyleCnt="0"/>
      <dgm:spPr/>
    </dgm:pt>
    <dgm:pt modelId="{C86F7169-D3CE-4CE8-8465-B56E7D3A4533}" type="pres">
      <dgm:prSet presAssocID="{216B5935-9E71-4568-92FB-AA1E2D58B9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71D6409-305F-4870-9C24-9C86FE323F79}" type="presOf" srcId="{E4C652E1-DB98-4BC6-B3EC-A8B2E73C08F2}" destId="{C902EEF3-FEC2-4934-81C4-846EFB46212B}" srcOrd="0" destOrd="0" presId="urn:microsoft.com/office/officeart/2005/8/layout/vList2"/>
    <dgm:cxn modelId="{3E86091A-203D-4CD8-A195-AF2AF2EC7BA2}" type="presOf" srcId="{AE83D5E9-8509-4533-847D-0EA49DF3E3EF}" destId="{5A8D387E-712A-404A-8A93-DF9D1B8B3ED4}" srcOrd="0" destOrd="0" presId="urn:microsoft.com/office/officeart/2005/8/layout/vList2"/>
    <dgm:cxn modelId="{194C933C-E56A-48AF-B164-E067A4689C5F}" srcId="{E4C652E1-DB98-4BC6-B3EC-A8B2E73C08F2}" destId="{216B5935-9E71-4568-92FB-AA1E2D58B9F6}" srcOrd="2" destOrd="0" parTransId="{C604A90E-213D-4029-A78E-D7946795A6C9}" sibTransId="{FA58580B-CCC4-4738-A7C4-309744DDD439}"/>
    <dgm:cxn modelId="{310C0474-FF9D-48DA-BE2E-8E462BD0B100}" srcId="{E4C652E1-DB98-4BC6-B3EC-A8B2E73C08F2}" destId="{99DFD8D5-8DF1-4018-90DE-1DCC43C31518}" srcOrd="1" destOrd="0" parTransId="{B7262A2B-9AC2-4D45-96B4-B2FB29538A33}" sibTransId="{94333725-22DB-4DBF-AF4F-6F9C8349DA39}"/>
    <dgm:cxn modelId="{B54C6FAD-46C1-4CF9-9F71-C89B42CAA396}" srcId="{E4C652E1-DB98-4BC6-B3EC-A8B2E73C08F2}" destId="{AE83D5E9-8509-4533-847D-0EA49DF3E3EF}" srcOrd="0" destOrd="0" parTransId="{60C99CA9-F4F1-4E81-A6AF-83337398B605}" sibTransId="{871D4837-A503-43A7-A8CF-1643E1D37ADE}"/>
    <dgm:cxn modelId="{B367CCBF-A828-4AF2-AF85-D2465D2F8073}" type="presOf" srcId="{99DFD8D5-8DF1-4018-90DE-1DCC43C31518}" destId="{E45371F6-6AE5-48BA-A7AE-D2B3A9E58844}" srcOrd="0" destOrd="0" presId="urn:microsoft.com/office/officeart/2005/8/layout/vList2"/>
    <dgm:cxn modelId="{94FA3AFF-8988-4866-867D-32A39453B4B6}" type="presOf" srcId="{216B5935-9E71-4568-92FB-AA1E2D58B9F6}" destId="{C86F7169-D3CE-4CE8-8465-B56E7D3A4533}" srcOrd="0" destOrd="0" presId="urn:microsoft.com/office/officeart/2005/8/layout/vList2"/>
    <dgm:cxn modelId="{B0BB3291-36FB-4DFE-B147-51363374E699}" type="presParOf" srcId="{C902EEF3-FEC2-4934-81C4-846EFB46212B}" destId="{5A8D387E-712A-404A-8A93-DF9D1B8B3ED4}" srcOrd="0" destOrd="0" presId="urn:microsoft.com/office/officeart/2005/8/layout/vList2"/>
    <dgm:cxn modelId="{7A8593B5-E2D1-48F1-926A-B2717DAD641D}" type="presParOf" srcId="{C902EEF3-FEC2-4934-81C4-846EFB46212B}" destId="{6D79C696-B98B-4FA0-9187-C4B587218C9F}" srcOrd="1" destOrd="0" presId="urn:microsoft.com/office/officeart/2005/8/layout/vList2"/>
    <dgm:cxn modelId="{DBC4E1E7-A8EC-4D46-A58B-14AEE6754115}" type="presParOf" srcId="{C902EEF3-FEC2-4934-81C4-846EFB46212B}" destId="{E45371F6-6AE5-48BA-A7AE-D2B3A9E58844}" srcOrd="2" destOrd="0" presId="urn:microsoft.com/office/officeart/2005/8/layout/vList2"/>
    <dgm:cxn modelId="{5A4E583F-88CC-44D2-9EB7-5F81C37DE869}" type="presParOf" srcId="{C902EEF3-FEC2-4934-81C4-846EFB46212B}" destId="{17330F78-1D54-4DAA-AFE8-27DB6AE728D2}" srcOrd="3" destOrd="0" presId="urn:microsoft.com/office/officeart/2005/8/layout/vList2"/>
    <dgm:cxn modelId="{0D9A70F7-24DA-465F-9942-93BE0D8C64BF}" type="presParOf" srcId="{C902EEF3-FEC2-4934-81C4-846EFB46212B}" destId="{C86F7169-D3CE-4CE8-8465-B56E7D3A45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312DDA8-958B-478F-9032-DA13451440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1AF02E-8FE8-4B97-ADDB-F09ECAD264DC}">
      <dgm:prSet/>
      <dgm:spPr/>
      <dgm:t>
        <a:bodyPr/>
        <a:lstStyle/>
        <a:p>
          <a:r>
            <a:rPr lang="uk-UA" b="0" i="0" dirty="0"/>
            <a:t>Згідно з «Повістю минулих літ» храм було зведено на честь перемоги над печенігами.</a:t>
          </a:r>
          <a:endParaRPr lang="uk-UA" dirty="0"/>
        </a:p>
      </dgm:t>
    </dgm:pt>
    <dgm:pt modelId="{0BD19E36-E6BE-4783-9370-E073AE6FDFDB}" type="parTrans" cxnId="{42B4533A-933E-47B7-96CB-C29B82A70F84}">
      <dgm:prSet/>
      <dgm:spPr/>
      <dgm:t>
        <a:bodyPr/>
        <a:lstStyle/>
        <a:p>
          <a:endParaRPr lang="uk-UA"/>
        </a:p>
      </dgm:t>
    </dgm:pt>
    <dgm:pt modelId="{D6F1AD86-45C7-460C-BBB8-EA1A82C4A783}" type="sibTrans" cxnId="{42B4533A-933E-47B7-96CB-C29B82A70F84}">
      <dgm:prSet/>
      <dgm:spPr/>
      <dgm:t>
        <a:bodyPr/>
        <a:lstStyle/>
        <a:p>
          <a:endParaRPr lang="uk-UA"/>
        </a:p>
      </dgm:t>
    </dgm:pt>
    <dgm:pt modelId="{403FFB3C-2C19-4B2D-BCDA-20DC4284F07E}">
      <dgm:prSet/>
      <dgm:spPr/>
      <dgm:t>
        <a:bodyPr/>
        <a:lstStyle/>
        <a:p>
          <a:r>
            <a:rPr lang="uk-UA" b="0" i="0" dirty="0"/>
            <a:t>При храмі було створено першу відому бібліотеку на Русі.</a:t>
          </a:r>
          <a:endParaRPr lang="uk-UA" dirty="0"/>
        </a:p>
      </dgm:t>
    </dgm:pt>
    <dgm:pt modelId="{B062340B-3336-4037-8F6D-8CA6C56809E1}" type="parTrans" cxnId="{6E967640-62F5-491B-93EC-E86C8BD87BF9}">
      <dgm:prSet/>
      <dgm:spPr/>
      <dgm:t>
        <a:bodyPr/>
        <a:lstStyle/>
        <a:p>
          <a:endParaRPr lang="uk-UA"/>
        </a:p>
      </dgm:t>
    </dgm:pt>
    <dgm:pt modelId="{11EDB40A-4887-4B4B-A8E0-E0491B93FC67}" type="sibTrans" cxnId="{6E967640-62F5-491B-93EC-E86C8BD87BF9}">
      <dgm:prSet/>
      <dgm:spPr/>
      <dgm:t>
        <a:bodyPr/>
        <a:lstStyle/>
        <a:p>
          <a:endParaRPr lang="uk-UA"/>
        </a:p>
      </dgm:t>
    </dgm:pt>
    <dgm:pt modelId="{880FE8A8-35B2-4CFB-8282-8F9B7BC6BEC6}">
      <dgm:prSet/>
      <dgm:spPr/>
      <dgm:t>
        <a:bodyPr/>
        <a:lstStyle/>
        <a:p>
          <a:r>
            <a:rPr lang="uk-UA" b="0" i="0"/>
            <a:t>Споруду було зведено з дотриманням канону та традицій готичної архітектури.</a:t>
          </a:r>
          <a:endParaRPr lang="uk-UA"/>
        </a:p>
      </dgm:t>
    </dgm:pt>
    <dgm:pt modelId="{F0172DA5-4AFA-4575-B6A0-D783A4F53787}" type="parTrans" cxnId="{44A5C4B9-8AC6-4A8D-8E4F-EB36486AD98D}">
      <dgm:prSet/>
      <dgm:spPr/>
      <dgm:t>
        <a:bodyPr/>
        <a:lstStyle/>
        <a:p>
          <a:endParaRPr lang="uk-UA"/>
        </a:p>
      </dgm:t>
    </dgm:pt>
    <dgm:pt modelId="{D259C06A-0A01-4CEB-BD7B-BBC3CE2E6C61}" type="sibTrans" cxnId="{44A5C4B9-8AC6-4A8D-8E4F-EB36486AD98D}">
      <dgm:prSet/>
      <dgm:spPr/>
      <dgm:t>
        <a:bodyPr/>
        <a:lstStyle/>
        <a:p>
          <a:endParaRPr lang="uk-UA"/>
        </a:p>
      </dgm:t>
    </dgm:pt>
    <dgm:pt modelId="{1CABA0AD-F5F0-433C-942A-C47774535189}">
      <dgm:prSet/>
      <dgm:spPr/>
      <dgm:t>
        <a:bodyPr/>
        <a:lstStyle/>
        <a:p>
          <a:r>
            <a:rPr lang="uk-UA" b="0" i="0" dirty="0"/>
            <a:t>Храм поєднував у собі функції культової споруди та дитинця</a:t>
          </a:r>
          <a:endParaRPr lang="uk-UA" dirty="0"/>
        </a:p>
      </dgm:t>
    </dgm:pt>
    <dgm:pt modelId="{6060B4BF-C051-4546-8507-300D1DDEC235}" type="parTrans" cxnId="{A0825A7A-1DFB-4E21-9FAE-C3766B6A7CF1}">
      <dgm:prSet/>
      <dgm:spPr/>
      <dgm:t>
        <a:bodyPr/>
        <a:lstStyle/>
        <a:p>
          <a:endParaRPr lang="uk-UA"/>
        </a:p>
      </dgm:t>
    </dgm:pt>
    <dgm:pt modelId="{A5D79FF4-C9E6-4436-82E3-7684C488256C}" type="sibTrans" cxnId="{A0825A7A-1DFB-4E21-9FAE-C3766B6A7CF1}">
      <dgm:prSet/>
      <dgm:spPr/>
      <dgm:t>
        <a:bodyPr/>
        <a:lstStyle/>
        <a:p>
          <a:endParaRPr lang="uk-UA"/>
        </a:p>
      </dgm:t>
    </dgm:pt>
    <dgm:pt modelId="{A7C9EDF3-4F57-4728-8910-F6DBD3F516CA}" type="pres">
      <dgm:prSet presAssocID="{4312DDA8-958B-478F-9032-DA134514405A}" presName="linear" presStyleCnt="0">
        <dgm:presLayoutVars>
          <dgm:animLvl val="lvl"/>
          <dgm:resizeHandles val="exact"/>
        </dgm:presLayoutVars>
      </dgm:prSet>
      <dgm:spPr/>
    </dgm:pt>
    <dgm:pt modelId="{567264FD-BA76-4432-9D5D-5E4FC4683011}" type="pres">
      <dgm:prSet presAssocID="{9B1AF02E-8FE8-4B97-ADDB-F09ECAD264DC}" presName="parentText" presStyleLbl="node1" presStyleIdx="0" presStyleCnt="4" custLinFactNeighborY="-78937">
        <dgm:presLayoutVars>
          <dgm:chMax val="0"/>
          <dgm:bulletEnabled val="1"/>
        </dgm:presLayoutVars>
      </dgm:prSet>
      <dgm:spPr/>
    </dgm:pt>
    <dgm:pt modelId="{EA274124-EC76-4701-B5D2-B40B8AAEC42A}" type="pres">
      <dgm:prSet presAssocID="{D6F1AD86-45C7-460C-BBB8-EA1A82C4A783}" presName="spacer" presStyleCnt="0"/>
      <dgm:spPr/>
    </dgm:pt>
    <dgm:pt modelId="{3F82BA5B-E790-464A-8EEF-070F452A450C}" type="pres">
      <dgm:prSet presAssocID="{403FFB3C-2C19-4B2D-BCDA-20DC4284F0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360490-E052-412B-90B4-8B7354C61EC2}" type="pres">
      <dgm:prSet presAssocID="{11EDB40A-4887-4B4B-A8E0-E0491B93FC67}" presName="spacer" presStyleCnt="0"/>
      <dgm:spPr/>
    </dgm:pt>
    <dgm:pt modelId="{9C44FCA9-48AE-4C1B-8A5B-770847C9362D}" type="pres">
      <dgm:prSet presAssocID="{880FE8A8-35B2-4CFB-8282-8F9B7BC6BE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478ACA-A7E3-4F81-B38E-C9F8E10CDCA7}" type="pres">
      <dgm:prSet presAssocID="{D259C06A-0A01-4CEB-BD7B-BBC3CE2E6C61}" presName="spacer" presStyleCnt="0"/>
      <dgm:spPr/>
    </dgm:pt>
    <dgm:pt modelId="{B0D176BA-B74A-4E5D-A4FE-6C9C38E43937}" type="pres">
      <dgm:prSet presAssocID="{1CABA0AD-F5F0-433C-942A-C477745351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4AF40F-48D8-4948-96F9-B7C475E5EADC}" type="presOf" srcId="{1CABA0AD-F5F0-433C-942A-C47774535189}" destId="{B0D176BA-B74A-4E5D-A4FE-6C9C38E43937}" srcOrd="0" destOrd="0" presId="urn:microsoft.com/office/officeart/2005/8/layout/vList2"/>
    <dgm:cxn modelId="{42B4533A-933E-47B7-96CB-C29B82A70F84}" srcId="{4312DDA8-958B-478F-9032-DA134514405A}" destId="{9B1AF02E-8FE8-4B97-ADDB-F09ECAD264DC}" srcOrd="0" destOrd="0" parTransId="{0BD19E36-E6BE-4783-9370-E073AE6FDFDB}" sibTransId="{D6F1AD86-45C7-460C-BBB8-EA1A82C4A783}"/>
    <dgm:cxn modelId="{6E967640-62F5-491B-93EC-E86C8BD87BF9}" srcId="{4312DDA8-958B-478F-9032-DA134514405A}" destId="{403FFB3C-2C19-4B2D-BCDA-20DC4284F07E}" srcOrd="1" destOrd="0" parTransId="{B062340B-3336-4037-8F6D-8CA6C56809E1}" sibTransId="{11EDB40A-4887-4B4B-A8E0-E0491B93FC67}"/>
    <dgm:cxn modelId="{FF417268-49E5-4C48-853B-F0B849742128}" type="presOf" srcId="{880FE8A8-35B2-4CFB-8282-8F9B7BC6BEC6}" destId="{9C44FCA9-48AE-4C1B-8A5B-770847C9362D}" srcOrd="0" destOrd="0" presId="urn:microsoft.com/office/officeart/2005/8/layout/vList2"/>
    <dgm:cxn modelId="{3E293054-4E94-4B23-9EFC-5CAF919D896E}" type="presOf" srcId="{9B1AF02E-8FE8-4B97-ADDB-F09ECAD264DC}" destId="{567264FD-BA76-4432-9D5D-5E4FC4683011}" srcOrd="0" destOrd="0" presId="urn:microsoft.com/office/officeart/2005/8/layout/vList2"/>
    <dgm:cxn modelId="{A0825A7A-1DFB-4E21-9FAE-C3766B6A7CF1}" srcId="{4312DDA8-958B-478F-9032-DA134514405A}" destId="{1CABA0AD-F5F0-433C-942A-C47774535189}" srcOrd="3" destOrd="0" parTransId="{6060B4BF-C051-4546-8507-300D1DDEC235}" sibTransId="{A5D79FF4-C9E6-4436-82E3-7684C488256C}"/>
    <dgm:cxn modelId="{30FB4DA6-3A27-4F10-90FC-706D16540EF9}" type="presOf" srcId="{403FFB3C-2C19-4B2D-BCDA-20DC4284F07E}" destId="{3F82BA5B-E790-464A-8EEF-070F452A450C}" srcOrd="0" destOrd="0" presId="urn:microsoft.com/office/officeart/2005/8/layout/vList2"/>
    <dgm:cxn modelId="{44A5C4B9-8AC6-4A8D-8E4F-EB36486AD98D}" srcId="{4312DDA8-958B-478F-9032-DA134514405A}" destId="{880FE8A8-35B2-4CFB-8282-8F9B7BC6BEC6}" srcOrd="2" destOrd="0" parTransId="{F0172DA5-4AFA-4575-B6A0-D783A4F53787}" sibTransId="{D259C06A-0A01-4CEB-BD7B-BBC3CE2E6C61}"/>
    <dgm:cxn modelId="{A4B0A3F4-4023-42ED-9813-8D80482E2745}" type="presOf" srcId="{4312DDA8-958B-478F-9032-DA134514405A}" destId="{A7C9EDF3-4F57-4728-8910-F6DBD3F516CA}" srcOrd="0" destOrd="0" presId="urn:microsoft.com/office/officeart/2005/8/layout/vList2"/>
    <dgm:cxn modelId="{CDA2F3DD-8C06-4473-B8E0-42CDD1B22EAF}" type="presParOf" srcId="{A7C9EDF3-4F57-4728-8910-F6DBD3F516CA}" destId="{567264FD-BA76-4432-9D5D-5E4FC4683011}" srcOrd="0" destOrd="0" presId="urn:microsoft.com/office/officeart/2005/8/layout/vList2"/>
    <dgm:cxn modelId="{28E3A92A-597A-4404-B4B7-49E4564B38E2}" type="presParOf" srcId="{A7C9EDF3-4F57-4728-8910-F6DBD3F516CA}" destId="{EA274124-EC76-4701-B5D2-B40B8AAEC42A}" srcOrd="1" destOrd="0" presId="urn:microsoft.com/office/officeart/2005/8/layout/vList2"/>
    <dgm:cxn modelId="{04EDAE4B-C68D-4742-9230-D86AB3D15887}" type="presParOf" srcId="{A7C9EDF3-4F57-4728-8910-F6DBD3F516CA}" destId="{3F82BA5B-E790-464A-8EEF-070F452A450C}" srcOrd="2" destOrd="0" presId="urn:microsoft.com/office/officeart/2005/8/layout/vList2"/>
    <dgm:cxn modelId="{00248480-5125-4B75-9A46-5A2ED1C6C982}" type="presParOf" srcId="{A7C9EDF3-4F57-4728-8910-F6DBD3F516CA}" destId="{67360490-E052-412B-90B4-8B7354C61EC2}" srcOrd="3" destOrd="0" presId="urn:microsoft.com/office/officeart/2005/8/layout/vList2"/>
    <dgm:cxn modelId="{FDF232EB-4DB0-49A1-A191-E033DB702E9E}" type="presParOf" srcId="{A7C9EDF3-4F57-4728-8910-F6DBD3F516CA}" destId="{9C44FCA9-48AE-4C1B-8A5B-770847C9362D}" srcOrd="4" destOrd="0" presId="urn:microsoft.com/office/officeart/2005/8/layout/vList2"/>
    <dgm:cxn modelId="{333A1D5B-29A6-4F7A-A53A-4BBDAD227F09}" type="presParOf" srcId="{A7C9EDF3-4F57-4728-8910-F6DBD3F516CA}" destId="{D0478ACA-A7E3-4F81-B38E-C9F8E10CDCA7}" srcOrd="5" destOrd="0" presId="urn:microsoft.com/office/officeart/2005/8/layout/vList2"/>
    <dgm:cxn modelId="{087BB67D-F044-4B75-8FB5-E361A705470C}" type="presParOf" srcId="{A7C9EDF3-4F57-4728-8910-F6DBD3F516CA}" destId="{B0D176BA-B74A-4E5D-A4FE-6C9C38E439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8027A9F-2EC8-48F6-8D23-07D8114D50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812D67D-1CAC-4391-A5D7-CC593185DD49}">
      <dgm:prSet/>
      <dgm:spPr/>
      <dgm:t>
        <a:bodyPr/>
        <a:lstStyle/>
        <a:p>
          <a:r>
            <a:rPr lang="ru-RU" b="0" i="0"/>
            <a:t>П’ятницька церква в Чернігові</a:t>
          </a:r>
          <a:endParaRPr lang="uk-UA"/>
        </a:p>
      </dgm:t>
    </dgm:pt>
    <dgm:pt modelId="{50021E6E-FA42-4BC6-9FE4-812E7CC550D5}" type="parTrans" cxnId="{807DE2B2-93A1-4C9D-8562-BA5029E4DA6C}">
      <dgm:prSet/>
      <dgm:spPr/>
      <dgm:t>
        <a:bodyPr/>
        <a:lstStyle/>
        <a:p>
          <a:endParaRPr lang="uk-UA"/>
        </a:p>
      </dgm:t>
    </dgm:pt>
    <dgm:pt modelId="{74869809-863A-42E7-A270-B2ACDD5C5A73}" type="sibTrans" cxnId="{807DE2B2-93A1-4C9D-8562-BA5029E4DA6C}">
      <dgm:prSet/>
      <dgm:spPr/>
      <dgm:t>
        <a:bodyPr/>
        <a:lstStyle/>
        <a:p>
          <a:endParaRPr lang="uk-UA"/>
        </a:p>
      </dgm:t>
    </dgm:pt>
    <dgm:pt modelId="{F5F2EB52-9AFB-40FD-BE9A-A1AC02410464}">
      <dgm:prSet/>
      <dgm:spPr/>
      <dgm:t>
        <a:bodyPr/>
        <a:lstStyle/>
        <a:p>
          <a:r>
            <a:rPr lang="ru-RU" b="0" i="0"/>
            <a:t>Іллінська церква в Суботові</a:t>
          </a:r>
          <a:endParaRPr lang="uk-UA"/>
        </a:p>
      </dgm:t>
    </dgm:pt>
    <dgm:pt modelId="{37E51F17-8F4F-4F90-A85B-732A35375BAC}" type="parTrans" cxnId="{CF11C29C-2ED3-4039-A557-8DA7EB509077}">
      <dgm:prSet/>
      <dgm:spPr/>
      <dgm:t>
        <a:bodyPr/>
        <a:lstStyle/>
        <a:p>
          <a:endParaRPr lang="uk-UA"/>
        </a:p>
      </dgm:t>
    </dgm:pt>
    <dgm:pt modelId="{B8BF45B3-17E7-49D8-8642-2757DC19455E}" type="sibTrans" cxnId="{CF11C29C-2ED3-4039-A557-8DA7EB509077}">
      <dgm:prSet/>
      <dgm:spPr/>
      <dgm:t>
        <a:bodyPr/>
        <a:lstStyle/>
        <a:p>
          <a:endParaRPr lang="uk-UA"/>
        </a:p>
      </dgm:t>
    </dgm:pt>
    <dgm:pt modelId="{2C9BA699-393E-4015-996E-785E4B749E6E}">
      <dgm:prSet/>
      <dgm:spPr/>
      <dgm:t>
        <a:bodyPr/>
        <a:lstStyle/>
        <a:p>
          <a:r>
            <a:rPr lang="ru-RU" b="0" i="0"/>
            <a:t>Покровська церква в Києві</a:t>
          </a:r>
          <a:endParaRPr lang="uk-UA"/>
        </a:p>
      </dgm:t>
    </dgm:pt>
    <dgm:pt modelId="{09E41000-B3CB-44C7-A90A-9796898E23EF}" type="parTrans" cxnId="{11816778-385F-489F-9838-5A7BCAEE395E}">
      <dgm:prSet/>
      <dgm:spPr/>
      <dgm:t>
        <a:bodyPr/>
        <a:lstStyle/>
        <a:p>
          <a:endParaRPr lang="uk-UA"/>
        </a:p>
      </dgm:t>
    </dgm:pt>
    <dgm:pt modelId="{5AE51959-FE3C-4C77-878D-B702A3FA473C}" type="sibTrans" cxnId="{11816778-385F-489F-9838-5A7BCAEE395E}">
      <dgm:prSet/>
      <dgm:spPr/>
      <dgm:t>
        <a:bodyPr/>
        <a:lstStyle/>
        <a:p>
          <a:endParaRPr lang="uk-UA"/>
        </a:p>
      </dgm:t>
    </dgm:pt>
    <dgm:pt modelId="{00B65812-411D-4DCB-94C3-727C87545A4F}">
      <dgm:prSet/>
      <dgm:spPr/>
      <dgm:t>
        <a:bodyPr/>
        <a:lstStyle/>
        <a:p>
          <a:r>
            <a:rPr lang="ru-RU" b="0" i="0" dirty="0"/>
            <a:t>Церква Св. Пантелеймона </a:t>
          </a:r>
          <a:r>
            <a:rPr lang="ru-RU" b="0" i="0" dirty="0" err="1"/>
            <a:t>під</a:t>
          </a:r>
          <a:r>
            <a:rPr lang="ru-RU" b="0" i="0" dirty="0"/>
            <a:t> Галичем</a:t>
          </a:r>
          <a:endParaRPr lang="uk-UA" dirty="0"/>
        </a:p>
      </dgm:t>
    </dgm:pt>
    <dgm:pt modelId="{0FD02C13-CBBC-4660-A2B1-51FEBF5FFEC8}" type="parTrans" cxnId="{B5EA31F1-9CA9-411B-85FC-62AA20E4A68A}">
      <dgm:prSet/>
      <dgm:spPr/>
      <dgm:t>
        <a:bodyPr/>
        <a:lstStyle/>
        <a:p>
          <a:endParaRPr lang="uk-UA"/>
        </a:p>
      </dgm:t>
    </dgm:pt>
    <dgm:pt modelId="{945191F2-D034-4E97-AC33-17A09228FBB7}" type="sibTrans" cxnId="{B5EA31F1-9CA9-411B-85FC-62AA20E4A68A}">
      <dgm:prSet/>
      <dgm:spPr/>
      <dgm:t>
        <a:bodyPr/>
        <a:lstStyle/>
        <a:p>
          <a:endParaRPr lang="uk-UA"/>
        </a:p>
      </dgm:t>
    </dgm:pt>
    <dgm:pt modelId="{0509EFAB-3F0B-4824-B5FC-0E65C4D1E9F3}" type="pres">
      <dgm:prSet presAssocID="{38027A9F-2EC8-48F6-8D23-07D8114D50BE}" presName="linear" presStyleCnt="0">
        <dgm:presLayoutVars>
          <dgm:animLvl val="lvl"/>
          <dgm:resizeHandles val="exact"/>
        </dgm:presLayoutVars>
      </dgm:prSet>
      <dgm:spPr/>
    </dgm:pt>
    <dgm:pt modelId="{2264F11F-DE4D-47E5-B396-19BF3B72AACD}" type="pres">
      <dgm:prSet presAssocID="{8812D67D-1CAC-4391-A5D7-CC593185DD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6BCD89-CE3C-43CE-A583-812E4701E9A4}" type="pres">
      <dgm:prSet presAssocID="{74869809-863A-42E7-A270-B2ACDD5C5A73}" presName="spacer" presStyleCnt="0"/>
      <dgm:spPr/>
    </dgm:pt>
    <dgm:pt modelId="{381D0650-0722-43AC-B9E7-32DC404C6C6E}" type="pres">
      <dgm:prSet presAssocID="{F5F2EB52-9AFB-40FD-BE9A-A1AC024104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4D8CC1-B4EE-4AD3-ACE0-71FCA2896109}" type="pres">
      <dgm:prSet presAssocID="{B8BF45B3-17E7-49D8-8642-2757DC19455E}" presName="spacer" presStyleCnt="0"/>
      <dgm:spPr/>
    </dgm:pt>
    <dgm:pt modelId="{82D272E1-329C-4B61-8260-05F1E8CBFB55}" type="pres">
      <dgm:prSet presAssocID="{2C9BA699-393E-4015-996E-785E4B749E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062244-7940-4D95-A681-C1DB21B878E9}" type="pres">
      <dgm:prSet presAssocID="{5AE51959-FE3C-4C77-878D-B702A3FA473C}" presName="spacer" presStyleCnt="0"/>
      <dgm:spPr/>
    </dgm:pt>
    <dgm:pt modelId="{43C93D50-1343-4765-A33F-E16159DE68F1}" type="pres">
      <dgm:prSet presAssocID="{00B65812-411D-4DCB-94C3-727C87545A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78741F-2656-44AC-B8A8-FC0B1A6499BC}" type="presOf" srcId="{00B65812-411D-4DCB-94C3-727C87545A4F}" destId="{43C93D50-1343-4765-A33F-E16159DE68F1}" srcOrd="0" destOrd="0" presId="urn:microsoft.com/office/officeart/2005/8/layout/vList2"/>
    <dgm:cxn modelId="{7F243825-0A17-4E92-A4EA-F113A7853360}" type="presOf" srcId="{38027A9F-2EC8-48F6-8D23-07D8114D50BE}" destId="{0509EFAB-3F0B-4824-B5FC-0E65C4D1E9F3}" srcOrd="0" destOrd="0" presId="urn:microsoft.com/office/officeart/2005/8/layout/vList2"/>
    <dgm:cxn modelId="{C10BC971-D245-4E69-91F7-3D6F6CB98239}" type="presOf" srcId="{F5F2EB52-9AFB-40FD-BE9A-A1AC02410464}" destId="{381D0650-0722-43AC-B9E7-32DC404C6C6E}" srcOrd="0" destOrd="0" presId="urn:microsoft.com/office/officeart/2005/8/layout/vList2"/>
    <dgm:cxn modelId="{11816778-385F-489F-9838-5A7BCAEE395E}" srcId="{38027A9F-2EC8-48F6-8D23-07D8114D50BE}" destId="{2C9BA699-393E-4015-996E-785E4B749E6E}" srcOrd="2" destOrd="0" parTransId="{09E41000-B3CB-44C7-A90A-9796898E23EF}" sibTransId="{5AE51959-FE3C-4C77-878D-B702A3FA473C}"/>
    <dgm:cxn modelId="{CF11C29C-2ED3-4039-A557-8DA7EB509077}" srcId="{38027A9F-2EC8-48F6-8D23-07D8114D50BE}" destId="{F5F2EB52-9AFB-40FD-BE9A-A1AC02410464}" srcOrd="1" destOrd="0" parTransId="{37E51F17-8F4F-4F90-A85B-732A35375BAC}" sibTransId="{B8BF45B3-17E7-49D8-8642-2757DC19455E}"/>
    <dgm:cxn modelId="{807DE2B2-93A1-4C9D-8562-BA5029E4DA6C}" srcId="{38027A9F-2EC8-48F6-8D23-07D8114D50BE}" destId="{8812D67D-1CAC-4391-A5D7-CC593185DD49}" srcOrd="0" destOrd="0" parTransId="{50021E6E-FA42-4BC6-9FE4-812E7CC550D5}" sibTransId="{74869809-863A-42E7-A270-B2ACDD5C5A73}"/>
    <dgm:cxn modelId="{EDC2F0C3-37B6-4751-ABAD-C6F5D5E95DCE}" type="presOf" srcId="{8812D67D-1CAC-4391-A5D7-CC593185DD49}" destId="{2264F11F-DE4D-47E5-B396-19BF3B72AACD}" srcOrd="0" destOrd="0" presId="urn:microsoft.com/office/officeart/2005/8/layout/vList2"/>
    <dgm:cxn modelId="{704691D3-D775-4237-A012-356482E70909}" type="presOf" srcId="{2C9BA699-393E-4015-996E-785E4B749E6E}" destId="{82D272E1-329C-4B61-8260-05F1E8CBFB55}" srcOrd="0" destOrd="0" presId="urn:microsoft.com/office/officeart/2005/8/layout/vList2"/>
    <dgm:cxn modelId="{B5EA31F1-9CA9-411B-85FC-62AA20E4A68A}" srcId="{38027A9F-2EC8-48F6-8D23-07D8114D50BE}" destId="{00B65812-411D-4DCB-94C3-727C87545A4F}" srcOrd="3" destOrd="0" parTransId="{0FD02C13-CBBC-4660-A2B1-51FEBF5FFEC8}" sibTransId="{945191F2-D034-4E97-AC33-17A09228FBB7}"/>
    <dgm:cxn modelId="{0BFA634E-5CE0-4C6A-813B-D2176B5311A4}" type="presParOf" srcId="{0509EFAB-3F0B-4824-B5FC-0E65C4D1E9F3}" destId="{2264F11F-DE4D-47E5-B396-19BF3B72AACD}" srcOrd="0" destOrd="0" presId="urn:microsoft.com/office/officeart/2005/8/layout/vList2"/>
    <dgm:cxn modelId="{FCC6E117-FDFF-4EB3-99A5-24A6BD9EC972}" type="presParOf" srcId="{0509EFAB-3F0B-4824-B5FC-0E65C4D1E9F3}" destId="{576BCD89-CE3C-43CE-A583-812E4701E9A4}" srcOrd="1" destOrd="0" presId="urn:microsoft.com/office/officeart/2005/8/layout/vList2"/>
    <dgm:cxn modelId="{A7372169-3003-44EC-8976-E743A448FE5E}" type="presParOf" srcId="{0509EFAB-3F0B-4824-B5FC-0E65C4D1E9F3}" destId="{381D0650-0722-43AC-B9E7-32DC404C6C6E}" srcOrd="2" destOrd="0" presId="urn:microsoft.com/office/officeart/2005/8/layout/vList2"/>
    <dgm:cxn modelId="{C79F91A2-AD7E-4BDC-A9D7-C0F1C3BE6939}" type="presParOf" srcId="{0509EFAB-3F0B-4824-B5FC-0E65C4D1E9F3}" destId="{544D8CC1-B4EE-4AD3-ACE0-71FCA2896109}" srcOrd="3" destOrd="0" presId="urn:microsoft.com/office/officeart/2005/8/layout/vList2"/>
    <dgm:cxn modelId="{73EFE0B9-4E26-46AD-AF4F-D2BF5FDE7D71}" type="presParOf" srcId="{0509EFAB-3F0B-4824-B5FC-0E65C4D1E9F3}" destId="{82D272E1-329C-4B61-8260-05F1E8CBFB55}" srcOrd="4" destOrd="0" presId="urn:microsoft.com/office/officeart/2005/8/layout/vList2"/>
    <dgm:cxn modelId="{E7F8252E-39EB-41B2-8F2C-FABB2C83809E}" type="presParOf" srcId="{0509EFAB-3F0B-4824-B5FC-0E65C4D1E9F3}" destId="{1C062244-7940-4D95-A681-C1DB21B878E9}" srcOrd="5" destOrd="0" presId="urn:microsoft.com/office/officeart/2005/8/layout/vList2"/>
    <dgm:cxn modelId="{1F52A928-0D67-4989-BC8F-30E5294A2B44}" type="presParOf" srcId="{0509EFAB-3F0B-4824-B5FC-0E65C4D1E9F3}" destId="{43C93D50-1343-4765-A33F-E16159DE68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F0CE5D9-0448-4669-BE0A-AC39854F0E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04A98D-40AB-4AF3-AE16-3CAD8D5D2B32}">
      <dgm:prSet/>
      <dgm:spPr/>
      <dgm:t>
        <a:bodyPr/>
        <a:lstStyle/>
        <a:p>
          <a:r>
            <a:rPr lang="ru-RU" b="0" i="0" dirty="0" err="1"/>
            <a:t>Ігоря</a:t>
          </a:r>
          <a:r>
            <a:rPr lang="ru-RU" b="0" i="0" dirty="0"/>
            <a:t> Рюриковича.</a:t>
          </a:r>
          <a:endParaRPr lang="uk-UA" dirty="0"/>
        </a:p>
      </dgm:t>
    </dgm:pt>
    <dgm:pt modelId="{720A53C8-540A-4699-994D-C880F407126D}" type="parTrans" cxnId="{6C48B566-CD4A-41F1-A64E-1FA640B39351}">
      <dgm:prSet/>
      <dgm:spPr/>
      <dgm:t>
        <a:bodyPr/>
        <a:lstStyle/>
        <a:p>
          <a:endParaRPr lang="uk-UA"/>
        </a:p>
      </dgm:t>
    </dgm:pt>
    <dgm:pt modelId="{11654574-9F89-4CCC-AA5D-ED5E3F6F6785}" type="sibTrans" cxnId="{6C48B566-CD4A-41F1-A64E-1FA640B39351}">
      <dgm:prSet/>
      <dgm:spPr/>
      <dgm:t>
        <a:bodyPr/>
        <a:lstStyle/>
        <a:p>
          <a:endParaRPr lang="uk-UA"/>
        </a:p>
      </dgm:t>
    </dgm:pt>
    <dgm:pt modelId="{905C0B7C-E00F-4991-AD59-6B522C5D7267}">
      <dgm:prSet/>
      <dgm:spPr/>
      <dgm:t>
        <a:bodyPr/>
        <a:lstStyle/>
        <a:p>
          <a:r>
            <a:rPr lang="ru-RU" b="0" i="0"/>
            <a:t>Володимира Святославича.</a:t>
          </a:r>
          <a:endParaRPr lang="uk-UA"/>
        </a:p>
      </dgm:t>
    </dgm:pt>
    <dgm:pt modelId="{AD40CBDD-3533-48EF-8A2D-80E80F42F93B}" type="parTrans" cxnId="{42BA8553-DB0A-49DA-AC5D-990C4C4863BC}">
      <dgm:prSet/>
      <dgm:spPr/>
      <dgm:t>
        <a:bodyPr/>
        <a:lstStyle/>
        <a:p>
          <a:endParaRPr lang="uk-UA"/>
        </a:p>
      </dgm:t>
    </dgm:pt>
    <dgm:pt modelId="{724BF47D-F53B-43D6-9424-4A3D1E94F787}" type="sibTrans" cxnId="{42BA8553-DB0A-49DA-AC5D-990C4C4863BC}">
      <dgm:prSet/>
      <dgm:spPr/>
      <dgm:t>
        <a:bodyPr/>
        <a:lstStyle/>
        <a:p>
          <a:endParaRPr lang="uk-UA"/>
        </a:p>
      </dgm:t>
    </dgm:pt>
    <dgm:pt modelId="{65319E23-792F-49FC-9171-A26FE75039F3}">
      <dgm:prSet/>
      <dgm:spPr/>
      <dgm:t>
        <a:bodyPr/>
        <a:lstStyle/>
        <a:p>
          <a:r>
            <a:rPr lang="ru-RU" b="0" i="0" dirty="0"/>
            <a:t>Ярослава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6E8F0762-9C95-41BC-A6A8-9C05DB2B4FDA}" type="parTrans" cxnId="{59705876-FE25-4F87-9076-802D5FBC393A}">
      <dgm:prSet/>
      <dgm:spPr/>
      <dgm:t>
        <a:bodyPr/>
        <a:lstStyle/>
        <a:p>
          <a:endParaRPr lang="uk-UA"/>
        </a:p>
      </dgm:t>
    </dgm:pt>
    <dgm:pt modelId="{50D78E97-3C7C-4DF7-8D8A-D350C83A42DA}" type="sibTrans" cxnId="{59705876-FE25-4F87-9076-802D5FBC393A}">
      <dgm:prSet/>
      <dgm:spPr/>
      <dgm:t>
        <a:bodyPr/>
        <a:lstStyle/>
        <a:p>
          <a:endParaRPr lang="uk-UA"/>
        </a:p>
      </dgm:t>
    </dgm:pt>
    <dgm:pt modelId="{F85C4C43-61F5-4CC0-9D92-B5B5812F61A3}">
      <dgm:prSet/>
      <dgm:spPr/>
      <dgm:t>
        <a:bodyPr/>
        <a:lstStyle/>
        <a:p>
          <a:r>
            <a:rPr lang="ru-RU" b="0" i="0" dirty="0"/>
            <a:t>Всеволода Ярославича.</a:t>
          </a:r>
          <a:endParaRPr lang="uk-UA" dirty="0"/>
        </a:p>
      </dgm:t>
    </dgm:pt>
    <dgm:pt modelId="{2CE3C1A5-5DAC-4E4A-8F60-3F722E86F981}" type="parTrans" cxnId="{0B7B401D-6962-4106-A36E-6B6459A89DA2}">
      <dgm:prSet/>
      <dgm:spPr/>
      <dgm:t>
        <a:bodyPr/>
        <a:lstStyle/>
        <a:p>
          <a:endParaRPr lang="uk-UA"/>
        </a:p>
      </dgm:t>
    </dgm:pt>
    <dgm:pt modelId="{611A635F-E603-44E1-8799-BC430568A929}" type="sibTrans" cxnId="{0B7B401D-6962-4106-A36E-6B6459A89DA2}">
      <dgm:prSet/>
      <dgm:spPr/>
      <dgm:t>
        <a:bodyPr/>
        <a:lstStyle/>
        <a:p>
          <a:endParaRPr lang="uk-UA"/>
        </a:p>
      </dgm:t>
    </dgm:pt>
    <dgm:pt modelId="{40679C54-E323-44E0-8068-F4176086EB48}" type="pres">
      <dgm:prSet presAssocID="{7F0CE5D9-0448-4669-BE0A-AC39854F0EB1}" presName="linear" presStyleCnt="0">
        <dgm:presLayoutVars>
          <dgm:animLvl val="lvl"/>
          <dgm:resizeHandles val="exact"/>
        </dgm:presLayoutVars>
      </dgm:prSet>
      <dgm:spPr/>
    </dgm:pt>
    <dgm:pt modelId="{F296C3ED-B469-4A64-A12D-62D03D64209A}" type="pres">
      <dgm:prSet presAssocID="{8704A98D-40AB-4AF3-AE16-3CAD8D5D2B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16B807-2697-410F-BE96-BC0359BD370B}" type="pres">
      <dgm:prSet presAssocID="{11654574-9F89-4CCC-AA5D-ED5E3F6F6785}" presName="spacer" presStyleCnt="0"/>
      <dgm:spPr/>
    </dgm:pt>
    <dgm:pt modelId="{52F1C147-E189-4DE1-A237-1A2C87E2767B}" type="pres">
      <dgm:prSet presAssocID="{905C0B7C-E00F-4991-AD59-6B522C5D72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FECC81-412B-4487-9127-64B279D4E484}" type="pres">
      <dgm:prSet presAssocID="{724BF47D-F53B-43D6-9424-4A3D1E94F787}" presName="spacer" presStyleCnt="0"/>
      <dgm:spPr/>
    </dgm:pt>
    <dgm:pt modelId="{3222583A-E791-477B-95BE-523A997EEF82}" type="pres">
      <dgm:prSet presAssocID="{65319E23-792F-49FC-9171-A26FE75039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08DB6A-A77F-421C-8B40-D51AC0041CD8}" type="pres">
      <dgm:prSet presAssocID="{50D78E97-3C7C-4DF7-8D8A-D350C83A42DA}" presName="spacer" presStyleCnt="0"/>
      <dgm:spPr/>
    </dgm:pt>
    <dgm:pt modelId="{AB1ECE69-3765-43A8-BDE5-FF35CB05B696}" type="pres">
      <dgm:prSet presAssocID="{F85C4C43-61F5-4CC0-9D92-B5B5812F61A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B7B401D-6962-4106-A36E-6B6459A89DA2}" srcId="{7F0CE5D9-0448-4669-BE0A-AC39854F0EB1}" destId="{F85C4C43-61F5-4CC0-9D92-B5B5812F61A3}" srcOrd="3" destOrd="0" parTransId="{2CE3C1A5-5DAC-4E4A-8F60-3F722E86F981}" sibTransId="{611A635F-E603-44E1-8799-BC430568A929}"/>
    <dgm:cxn modelId="{9EBFC645-A296-4C4A-8999-BF30D1EB3B08}" type="presOf" srcId="{F85C4C43-61F5-4CC0-9D92-B5B5812F61A3}" destId="{AB1ECE69-3765-43A8-BDE5-FF35CB05B696}" srcOrd="0" destOrd="0" presId="urn:microsoft.com/office/officeart/2005/8/layout/vList2"/>
    <dgm:cxn modelId="{6C48B566-CD4A-41F1-A64E-1FA640B39351}" srcId="{7F0CE5D9-0448-4669-BE0A-AC39854F0EB1}" destId="{8704A98D-40AB-4AF3-AE16-3CAD8D5D2B32}" srcOrd="0" destOrd="0" parTransId="{720A53C8-540A-4699-994D-C880F407126D}" sibTransId="{11654574-9F89-4CCC-AA5D-ED5E3F6F6785}"/>
    <dgm:cxn modelId="{F24AD14F-BAB4-4597-AC1B-247CCCB763E7}" type="presOf" srcId="{65319E23-792F-49FC-9171-A26FE75039F3}" destId="{3222583A-E791-477B-95BE-523A997EEF82}" srcOrd="0" destOrd="0" presId="urn:microsoft.com/office/officeart/2005/8/layout/vList2"/>
    <dgm:cxn modelId="{42BA8553-DB0A-49DA-AC5D-990C4C4863BC}" srcId="{7F0CE5D9-0448-4669-BE0A-AC39854F0EB1}" destId="{905C0B7C-E00F-4991-AD59-6B522C5D7267}" srcOrd="1" destOrd="0" parTransId="{AD40CBDD-3533-48EF-8A2D-80E80F42F93B}" sibTransId="{724BF47D-F53B-43D6-9424-4A3D1E94F787}"/>
    <dgm:cxn modelId="{59705876-FE25-4F87-9076-802D5FBC393A}" srcId="{7F0CE5D9-0448-4669-BE0A-AC39854F0EB1}" destId="{65319E23-792F-49FC-9171-A26FE75039F3}" srcOrd="2" destOrd="0" parTransId="{6E8F0762-9C95-41BC-A6A8-9C05DB2B4FDA}" sibTransId="{50D78E97-3C7C-4DF7-8D8A-D350C83A42DA}"/>
    <dgm:cxn modelId="{80560D77-968E-45EA-AB42-FCAE2E09E11C}" type="presOf" srcId="{905C0B7C-E00F-4991-AD59-6B522C5D7267}" destId="{52F1C147-E189-4DE1-A237-1A2C87E2767B}" srcOrd="0" destOrd="0" presId="urn:microsoft.com/office/officeart/2005/8/layout/vList2"/>
    <dgm:cxn modelId="{43568DDA-D2A2-4630-92C7-8E6BD06348AB}" type="presOf" srcId="{7F0CE5D9-0448-4669-BE0A-AC39854F0EB1}" destId="{40679C54-E323-44E0-8068-F4176086EB48}" srcOrd="0" destOrd="0" presId="urn:microsoft.com/office/officeart/2005/8/layout/vList2"/>
    <dgm:cxn modelId="{CD8986E0-370A-4441-B41C-00559FA3F6EE}" type="presOf" srcId="{8704A98D-40AB-4AF3-AE16-3CAD8D5D2B32}" destId="{F296C3ED-B469-4A64-A12D-62D03D64209A}" srcOrd="0" destOrd="0" presId="urn:microsoft.com/office/officeart/2005/8/layout/vList2"/>
    <dgm:cxn modelId="{3CCA56FD-8BD7-47CB-B647-66C7FAFD8B1E}" type="presParOf" srcId="{40679C54-E323-44E0-8068-F4176086EB48}" destId="{F296C3ED-B469-4A64-A12D-62D03D64209A}" srcOrd="0" destOrd="0" presId="urn:microsoft.com/office/officeart/2005/8/layout/vList2"/>
    <dgm:cxn modelId="{F9FE2C97-BFA7-4B21-B500-988921C54C7D}" type="presParOf" srcId="{40679C54-E323-44E0-8068-F4176086EB48}" destId="{6916B807-2697-410F-BE96-BC0359BD370B}" srcOrd="1" destOrd="0" presId="urn:microsoft.com/office/officeart/2005/8/layout/vList2"/>
    <dgm:cxn modelId="{9EB9F773-DB97-407B-A843-479D531B17CF}" type="presParOf" srcId="{40679C54-E323-44E0-8068-F4176086EB48}" destId="{52F1C147-E189-4DE1-A237-1A2C87E2767B}" srcOrd="2" destOrd="0" presId="urn:microsoft.com/office/officeart/2005/8/layout/vList2"/>
    <dgm:cxn modelId="{AC21B418-6235-4521-962E-5D8816A9C8F8}" type="presParOf" srcId="{40679C54-E323-44E0-8068-F4176086EB48}" destId="{68FECC81-412B-4487-9127-64B279D4E484}" srcOrd="3" destOrd="0" presId="urn:microsoft.com/office/officeart/2005/8/layout/vList2"/>
    <dgm:cxn modelId="{FE3DD784-7EC1-44B7-AC6E-7FC4F4DAD029}" type="presParOf" srcId="{40679C54-E323-44E0-8068-F4176086EB48}" destId="{3222583A-E791-477B-95BE-523A997EEF82}" srcOrd="4" destOrd="0" presId="urn:microsoft.com/office/officeart/2005/8/layout/vList2"/>
    <dgm:cxn modelId="{F11683C3-037E-4001-9E5C-BC7909B62A54}" type="presParOf" srcId="{40679C54-E323-44E0-8068-F4176086EB48}" destId="{2D08DB6A-A77F-421C-8B40-D51AC0041CD8}" srcOrd="5" destOrd="0" presId="urn:microsoft.com/office/officeart/2005/8/layout/vList2"/>
    <dgm:cxn modelId="{01AF8308-B6ED-4B59-8BEE-80A627704E41}" type="presParOf" srcId="{40679C54-E323-44E0-8068-F4176086EB48}" destId="{AB1ECE69-3765-43A8-BDE5-FF35CB05B6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F2EEC9D-C9E1-4CF9-BD89-53E2FB3F2B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927ACE7-E14E-4D18-BB08-712792BAD086}">
      <dgm:prSet/>
      <dgm:spPr/>
      <dgm:t>
        <a:bodyPr/>
        <a:lstStyle/>
        <a:p>
          <a:r>
            <a:rPr lang="ru-RU" b="0" i="0"/>
            <a:t>"Ізборник Святослава"</a:t>
          </a:r>
          <a:endParaRPr lang="uk-UA"/>
        </a:p>
      </dgm:t>
    </dgm:pt>
    <dgm:pt modelId="{D01C292D-523B-4132-88ED-0D2138400C9E}" type="parTrans" cxnId="{04CABC1E-EF35-4840-B15D-827341DCF250}">
      <dgm:prSet/>
      <dgm:spPr/>
      <dgm:t>
        <a:bodyPr/>
        <a:lstStyle/>
        <a:p>
          <a:endParaRPr lang="uk-UA"/>
        </a:p>
      </dgm:t>
    </dgm:pt>
    <dgm:pt modelId="{1D625B99-EDE6-4AA3-A178-BB5CA7285F91}" type="sibTrans" cxnId="{04CABC1E-EF35-4840-B15D-827341DCF250}">
      <dgm:prSet/>
      <dgm:spPr/>
      <dgm:t>
        <a:bodyPr/>
        <a:lstStyle/>
        <a:p>
          <a:endParaRPr lang="uk-UA"/>
        </a:p>
      </dgm:t>
    </dgm:pt>
    <dgm:pt modelId="{F120CB2D-16CA-48A8-BAB9-A2228F1782F7}">
      <dgm:prSet/>
      <dgm:spPr/>
      <dgm:t>
        <a:bodyPr/>
        <a:lstStyle/>
        <a:p>
          <a:r>
            <a:rPr lang="ru-RU" b="0" i="0"/>
            <a:t>"Слово о полку Ігоревім"</a:t>
          </a:r>
          <a:endParaRPr lang="uk-UA"/>
        </a:p>
      </dgm:t>
    </dgm:pt>
    <dgm:pt modelId="{FEEF51BB-6014-40B8-93D9-9301071BB706}" type="parTrans" cxnId="{2A70BE8B-09DC-45EE-B89C-3E8FDAD5DC6A}">
      <dgm:prSet/>
      <dgm:spPr/>
      <dgm:t>
        <a:bodyPr/>
        <a:lstStyle/>
        <a:p>
          <a:endParaRPr lang="uk-UA"/>
        </a:p>
      </dgm:t>
    </dgm:pt>
    <dgm:pt modelId="{2BDFC6A7-2B76-4E03-9D49-20B13A4C8EC7}" type="sibTrans" cxnId="{2A70BE8B-09DC-45EE-B89C-3E8FDAD5DC6A}">
      <dgm:prSet/>
      <dgm:spPr/>
      <dgm:t>
        <a:bodyPr/>
        <a:lstStyle/>
        <a:p>
          <a:endParaRPr lang="uk-UA"/>
        </a:p>
      </dgm:t>
    </dgm:pt>
    <dgm:pt modelId="{2D0BBF40-A27E-4A99-9B19-ABD71846B547}">
      <dgm:prSet/>
      <dgm:spPr/>
      <dgm:t>
        <a:bodyPr/>
        <a:lstStyle/>
        <a:p>
          <a:r>
            <a:rPr lang="ru-RU" b="0" i="0" dirty="0"/>
            <a:t>"Остромирове </a:t>
          </a:r>
          <a:r>
            <a:rPr lang="ru-RU" b="0" i="0" dirty="0" err="1"/>
            <a:t>Євангеліє</a:t>
          </a:r>
          <a:r>
            <a:rPr lang="ru-RU" b="0" i="0" dirty="0"/>
            <a:t>"</a:t>
          </a:r>
          <a:endParaRPr lang="uk-UA" dirty="0"/>
        </a:p>
      </dgm:t>
    </dgm:pt>
    <dgm:pt modelId="{0BD907C9-A77A-4DF6-90EF-D562500B6115}" type="parTrans" cxnId="{B556EC26-4FDB-4569-9BA4-902C8435D376}">
      <dgm:prSet/>
      <dgm:spPr/>
      <dgm:t>
        <a:bodyPr/>
        <a:lstStyle/>
        <a:p>
          <a:endParaRPr lang="uk-UA"/>
        </a:p>
      </dgm:t>
    </dgm:pt>
    <dgm:pt modelId="{F3CD053D-92A3-4C5F-BA2F-302384A03EC4}" type="sibTrans" cxnId="{B556EC26-4FDB-4569-9BA4-902C8435D376}">
      <dgm:prSet/>
      <dgm:spPr/>
      <dgm:t>
        <a:bodyPr/>
        <a:lstStyle/>
        <a:p>
          <a:endParaRPr lang="uk-UA"/>
        </a:p>
      </dgm:t>
    </dgm:pt>
    <dgm:pt modelId="{E40996E8-2576-4CC8-8B27-4E5F2CED2981}">
      <dgm:prSet/>
      <dgm:spPr/>
      <dgm:t>
        <a:bodyPr/>
        <a:lstStyle/>
        <a:p>
          <a:r>
            <a:rPr lang="ru-RU" b="0" i="0" dirty="0"/>
            <a:t>"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" (перша </a:t>
          </a:r>
          <a:r>
            <a:rPr lang="ru-RU" b="0" i="0" dirty="0" err="1"/>
            <a:t>редакція</a:t>
          </a:r>
          <a:r>
            <a:rPr lang="ru-RU" b="0" i="0" dirty="0"/>
            <a:t> </a:t>
          </a:r>
          <a:r>
            <a:rPr lang="ru-RU" b="0" i="0" dirty="0" err="1"/>
            <a:t>ченця</a:t>
          </a:r>
          <a:r>
            <a:rPr lang="ru-RU" b="0" i="0" dirty="0"/>
            <a:t> Нестора)</a:t>
          </a:r>
          <a:endParaRPr lang="uk-UA" dirty="0"/>
        </a:p>
      </dgm:t>
    </dgm:pt>
    <dgm:pt modelId="{D0F498C7-2DD9-4441-811D-3E71A8085BA9}" type="parTrans" cxnId="{D1514171-D576-4477-8BBE-58849DEAE4E8}">
      <dgm:prSet/>
      <dgm:spPr/>
      <dgm:t>
        <a:bodyPr/>
        <a:lstStyle/>
        <a:p>
          <a:endParaRPr lang="uk-UA"/>
        </a:p>
      </dgm:t>
    </dgm:pt>
    <dgm:pt modelId="{7E2031F3-B59B-4C2F-95E0-48D75938EC27}" type="sibTrans" cxnId="{D1514171-D576-4477-8BBE-58849DEAE4E8}">
      <dgm:prSet/>
      <dgm:spPr/>
      <dgm:t>
        <a:bodyPr/>
        <a:lstStyle/>
        <a:p>
          <a:endParaRPr lang="uk-UA"/>
        </a:p>
      </dgm:t>
    </dgm:pt>
    <dgm:pt modelId="{C97EA477-E008-4F67-8F1C-BE72B02749C8}" type="pres">
      <dgm:prSet presAssocID="{DF2EEC9D-C9E1-4CF9-BD89-53E2FB3F2B8E}" presName="linear" presStyleCnt="0">
        <dgm:presLayoutVars>
          <dgm:animLvl val="lvl"/>
          <dgm:resizeHandles val="exact"/>
        </dgm:presLayoutVars>
      </dgm:prSet>
      <dgm:spPr/>
    </dgm:pt>
    <dgm:pt modelId="{E823CEA4-62CA-4C79-8873-6600202017F6}" type="pres">
      <dgm:prSet presAssocID="{6927ACE7-E14E-4D18-BB08-712792BAD0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AFDE64-B472-4448-B8D2-524B70FA4114}" type="pres">
      <dgm:prSet presAssocID="{1D625B99-EDE6-4AA3-A178-BB5CA7285F91}" presName="spacer" presStyleCnt="0"/>
      <dgm:spPr/>
    </dgm:pt>
    <dgm:pt modelId="{7ED42C25-1C3C-43DA-8534-E04C61C9D85F}" type="pres">
      <dgm:prSet presAssocID="{F120CB2D-16CA-48A8-BAB9-A2228F1782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414056-E4E2-4681-B01E-3D525A90FCF9}" type="pres">
      <dgm:prSet presAssocID="{2BDFC6A7-2B76-4E03-9D49-20B13A4C8EC7}" presName="spacer" presStyleCnt="0"/>
      <dgm:spPr/>
    </dgm:pt>
    <dgm:pt modelId="{EC22ED31-DB2F-4419-8D61-A511A04D4785}" type="pres">
      <dgm:prSet presAssocID="{2D0BBF40-A27E-4A99-9B19-ABD71846B5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DC601F-FB63-40E8-AD5B-0212CC8D1E4C}" type="pres">
      <dgm:prSet presAssocID="{F3CD053D-92A3-4C5F-BA2F-302384A03EC4}" presName="spacer" presStyleCnt="0"/>
      <dgm:spPr/>
    </dgm:pt>
    <dgm:pt modelId="{93563CA2-A3E3-4379-9B2A-44A4A682EE02}" type="pres">
      <dgm:prSet presAssocID="{E40996E8-2576-4CC8-8B27-4E5F2CED29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DBE91D-F9ED-42AE-9875-9FF4EDF1DE6B}" type="presOf" srcId="{DF2EEC9D-C9E1-4CF9-BD89-53E2FB3F2B8E}" destId="{C97EA477-E008-4F67-8F1C-BE72B02749C8}" srcOrd="0" destOrd="0" presId="urn:microsoft.com/office/officeart/2005/8/layout/vList2"/>
    <dgm:cxn modelId="{04CABC1E-EF35-4840-B15D-827341DCF250}" srcId="{DF2EEC9D-C9E1-4CF9-BD89-53E2FB3F2B8E}" destId="{6927ACE7-E14E-4D18-BB08-712792BAD086}" srcOrd="0" destOrd="0" parTransId="{D01C292D-523B-4132-88ED-0D2138400C9E}" sibTransId="{1D625B99-EDE6-4AA3-A178-BB5CA7285F91}"/>
    <dgm:cxn modelId="{6353EB21-D595-4626-94FF-345E662AE3AF}" type="presOf" srcId="{2D0BBF40-A27E-4A99-9B19-ABD71846B547}" destId="{EC22ED31-DB2F-4419-8D61-A511A04D4785}" srcOrd="0" destOrd="0" presId="urn:microsoft.com/office/officeart/2005/8/layout/vList2"/>
    <dgm:cxn modelId="{B556EC26-4FDB-4569-9BA4-902C8435D376}" srcId="{DF2EEC9D-C9E1-4CF9-BD89-53E2FB3F2B8E}" destId="{2D0BBF40-A27E-4A99-9B19-ABD71846B547}" srcOrd="2" destOrd="0" parTransId="{0BD907C9-A77A-4DF6-90EF-D562500B6115}" sibTransId="{F3CD053D-92A3-4C5F-BA2F-302384A03EC4}"/>
    <dgm:cxn modelId="{460DE66A-09A1-40CC-AE35-512F54753F4A}" type="presOf" srcId="{6927ACE7-E14E-4D18-BB08-712792BAD086}" destId="{E823CEA4-62CA-4C79-8873-6600202017F6}" srcOrd="0" destOrd="0" presId="urn:microsoft.com/office/officeart/2005/8/layout/vList2"/>
    <dgm:cxn modelId="{D1514171-D576-4477-8BBE-58849DEAE4E8}" srcId="{DF2EEC9D-C9E1-4CF9-BD89-53E2FB3F2B8E}" destId="{E40996E8-2576-4CC8-8B27-4E5F2CED2981}" srcOrd="3" destOrd="0" parTransId="{D0F498C7-2DD9-4441-811D-3E71A8085BA9}" sibTransId="{7E2031F3-B59B-4C2F-95E0-48D75938EC27}"/>
    <dgm:cxn modelId="{2A70BE8B-09DC-45EE-B89C-3E8FDAD5DC6A}" srcId="{DF2EEC9D-C9E1-4CF9-BD89-53E2FB3F2B8E}" destId="{F120CB2D-16CA-48A8-BAB9-A2228F1782F7}" srcOrd="1" destOrd="0" parTransId="{FEEF51BB-6014-40B8-93D9-9301071BB706}" sibTransId="{2BDFC6A7-2B76-4E03-9D49-20B13A4C8EC7}"/>
    <dgm:cxn modelId="{8D198CDC-263C-48AA-B5D6-69F45416B86E}" type="presOf" srcId="{E40996E8-2576-4CC8-8B27-4E5F2CED2981}" destId="{93563CA2-A3E3-4379-9B2A-44A4A682EE02}" srcOrd="0" destOrd="0" presId="urn:microsoft.com/office/officeart/2005/8/layout/vList2"/>
    <dgm:cxn modelId="{3EB1F6EB-5910-4345-B66B-48954C7CF5A2}" type="presOf" srcId="{F120CB2D-16CA-48A8-BAB9-A2228F1782F7}" destId="{7ED42C25-1C3C-43DA-8534-E04C61C9D85F}" srcOrd="0" destOrd="0" presId="urn:microsoft.com/office/officeart/2005/8/layout/vList2"/>
    <dgm:cxn modelId="{288A2EEC-4B9C-433B-9EB4-11ED4B903911}" type="presParOf" srcId="{C97EA477-E008-4F67-8F1C-BE72B02749C8}" destId="{E823CEA4-62CA-4C79-8873-6600202017F6}" srcOrd="0" destOrd="0" presId="urn:microsoft.com/office/officeart/2005/8/layout/vList2"/>
    <dgm:cxn modelId="{58BEB044-7956-4C04-ADE3-6717A64D4E48}" type="presParOf" srcId="{C97EA477-E008-4F67-8F1C-BE72B02749C8}" destId="{28AFDE64-B472-4448-B8D2-524B70FA4114}" srcOrd="1" destOrd="0" presId="urn:microsoft.com/office/officeart/2005/8/layout/vList2"/>
    <dgm:cxn modelId="{D19A1D7D-6AF8-48BC-94EB-1D33A2EE221D}" type="presParOf" srcId="{C97EA477-E008-4F67-8F1C-BE72B02749C8}" destId="{7ED42C25-1C3C-43DA-8534-E04C61C9D85F}" srcOrd="2" destOrd="0" presId="urn:microsoft.com/office/officeart/2005/8/layout/vList2"/>
    <dgm:cxn modelId="{D6B4EF13-55DC-4C1E-8C6D-172A64984AEA}" type="presParOf" srcId="{C97EA477-E008-4F67-8F1C-BE72B02749C8}" destId="{99414056-E4E2-4681-B01E-3D525A90FCF9}" srcOrd="3" destOrd="0" presId="urn:microsoft.com/office/officeart/2005/8/layout/vList2"/>
    <dgm:cxn modelId="{C1B9DF7C-5C4B-4E06-B992-6508D7BD317E}" type="presParOf" srcId="{C97EA477-E008-4F67-8F1C-BE72B02749C8}" destId="{EC22ED31-DB2F-4419-8D61-A511A04D4785}" srcOrd="4" destOrd="0" presId="urn:microsoft.com/office/officeart/2005/8/layout/vList2"/>
    <dgm:cxn modelId="{7734B0DF-70A8-4CEC-B745-543858B7293F}" type="presParOf" srcId="{C97EA477-E008-4F67-8F1C-BE72B02749C8}" destId="{9EDC601F-FB63-40E8-AD5B-0212CC8D1E4C}" srcOrd="5" destOrd="0" presId="urn:microsoft.com/office/officeart/2005/8/layout/vList2"/>
    <dgm:cxn modelId="{86C6FC51-8256-4842-8155-516034C6EDB5}" type="presParOf" srcId="{C97EA477-E008-4F67-8F1C-BE72B02749C8}" destId="{93563CA2-A3E3-4379-9B2A-44A4A682EE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4F62666-EE69-4184-8D90-8570B93708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B0D26B-596F-4509-94B4-9D3989A7DA32}">
      <dgm:prSet/>
      <dgm:spPr/>
      <dgm:t>
        <a:bodyPr/>
        <a:lstStyle/>
        <a:p>
          <a:r>
            <a:rPr lang="ru-RU" b="0" i="0"/>
            <a:t>«Слово про закон і благодать»</a:t>
          </a:r>
          <a:endParaRPr lang="uk-UA"/>
        </a:p>
      </dgm:t>
    </dgm:pt>
    <dgm:pt modelId="{84816B96-34B3-4E3E-8652-EF85FC5F9A86}" type="parTrans" cxnId="{ADBE8313-D11C-4D55-9BF0-84EDC05435B2}">
      <dgm:prSet/>
      <dgm:spPr/>
      <dgm:t>
        <a:bodyPr/>
        <a:lstStyle/>
        <a:p>
          <a:endParaRPr lang="uk-UA"/>
        </a:p>
      </dgm:t>
    </dgm:pt>
    <dgm:pt modelId="{57CC8D12-7EEF-42F4-9D99-0DBD8015DACD}" type="sibTrans" cxnId="{ADBE8313-D11C-4D55-9BF0-84EDC05435B2}">
      <dgm:prSet/>
      <dgm:spPr/>
      <dgm:t>
        <a:bodyPr/>
        <a:lstStyle/>
        <a:p>
          <a:endParaRPr lang="uk-UA"/>
        </a:p>
      </dgm:t>
    </dgm:pt>
    <dgm:pt modelId="{27D5AA80-0E74-43CC-9E3C-BDADC942F182}">
      <dgm:prSet/>
      <dgm:spPr/>
      <dgm:t>
        <a:bodyPr/>
        <a:lstStyle/>
        <a:p>
          <a:r>
            <a:rPr lang="ru-RU" b="0" i="0"/>
            <a:t>«Повість минулих літ»</a:t>
          </a:r>
          <a:endParaRPr lang="uk-UA"/>
        </a:p>
      </dgm:t>
    </dgm:pt>
    <dgm:pt modelId="{ECC568EE-3A97-405F-8666-AAFAE874711B}" type="parTrans" cxnId="{756BB584-602B-42CE-97F3-148154F04725}">
      <dgm:prSet/>
      <dgm:spPr/>
      <dgm:t>
        <a:bodyPr/>
        <a:lstStyle/>
        <a:p>
          <a:endParaRPr lang="uk-UA"/>
        </a:p>
      </dgm:t>
    </dgm:pt>
    <dgm:pt modelId="{5F36D3B1-9BDC-4FE7-B78A-05531B376F5A}" type="sibTrans" cxnId="{756BB584-602B-42CE-97F3-148154F04725}">
      <dgm:prSet/>
      <dgm:spPr/>
      <dgm:t>
        <a:bodyPr/>
        <a:lstStyle/>
        <a:p>
          <a:endParaRPr lang="uk-UA"/>
        </a:p>
      </dgm:t>
    </dgm:pt>
    <dgm:pt modelId="{B804445A-77AF-4E3E-B96A-9922C0FDA784}">
      <dgm:prSet/>
      <dgm:spPr/>
      <dgm:t>
        <a:bodyPr/>
        <a:lstStyle/>
        <a:p>
          <a:r>
            <a:rPr lang="ru-RU" b="0" i="0"/>
            <a:t>«Києво-Печерський патерик»</a:t>
          </a:r>
          <a:endParaRPr lang="uk-UA"/>
        </a:p>
      </dgm:t>
    </dgm:pt>
    <dgm:pt modelId="{07402DF9-FE52-48AF-93E7-794681BA7549}" type="parTrans" cxnId="{2E0E4DFE-E12A-412E-A219-22463637A609}">
      <dgm:prSet/>
      <dgm:spPr/>
      <dgm:t>
        <a:bodyPr/>
        <a:lstStyle/>
        <a:p>
          <a:endParaRPr lang="uk-UA"/>
        </a:p>
      </dgm:t>
    </dgm:pt>
    <dgm:pt modelId="{2FC0B530-BF9B-4ADE-84AE-56F8B090F902}" type="sibTrans" cxnId="{2E0E4DFE-E12A-412E-A219-22463637A609}">
      <dgm:prSet/>
      <dgm:spPr/>
      <dgm:t>
        <a:bodyPr/>
        <a:lstStyle/>
        <a:p>
          <a:endParaRPr lang="uk-UA"/>
        </a:p>
      </dgm:t>
    </dgm:pt>
    <dgm:pt modelId="{6CCF3C4B-8DF7-402B-B3F5-681FEC5B4703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</a:t>
          </a:r>
          <a:endParaRPr lang="uk-UA" dirty="0"/>
        </a:p>
      </dgm:t>
    </dgm:pt>
    <dgm:pt modelId="{597023FA-1578-433E-8803-BE6F56C62E4A}" type="parTrans" cxnId="{9F121A80-F283-445E-93A1-951C73E5EF34}">
      <dgm:prSet/>
      <dgm:spPr/>
      <dgm:t>
        <a:bodyPr/>
        <a:lstStyle/>
        <a:p>
          <a:endParaRPr lang="uk-UA"/>
        </a:p>
      </dgm:t>
    </dgm:pt>
    <dgm:pt modelId="{5D3C5148-E418-43C7-973F-70612CEAF98B}" type="sibTrans" cxnId="{9F121A80-F283-445E-93A1-951C73E5EF34}">
      <dgm:prSet/>
      <dgm:spPr/>
      <dgm:t>
        <a:bodyPr/>
        <a:lstStyle/>
        <a:p>
          <a:endParaRPr lang="uk-UA"/>
        </a:p>
      </dgm:t>
    </dgm:pt>
    <dgm:pt modelId="{E0872F47-F5C8-4002-AAD8-BB155DF5B3C9}" type="pres">
      <dgm:prSet presAssocID="{24F62666-EE69-4184-8D90-8570B9370818}" presName="linear" presStyleCnt="0">
        <dgm:presLayoutVars>
          <dgm:animLvl val="lvl"/>
          <dgm:resizeHandles val="exact"/>
        </dgm:presLayoutVars>
      </dgm:prSet>
      <dgm:spPr/>
    </dgm:pt>
    <dgm:pt modelId="{94232C0C-DC55-49FD-9B66-D66E59DF065D}" type="pres">
      <dgm:prSet presAssocID="{92B0D26B-596F-4509-94B4-9D3989A7DA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ACA4CB5-60A2-4373-ACE9-B0CF6766D6E3}" type="pres">
      <dgm:prSet presAssocID="{57CC8D12-7EEF-42F4-9D99-0DBD8015DACD}" presName="spacer" presStyleCnt="0"/>
      <dgm:spPr/>
    </dgm:pt>
    <dgm:pt modelId="{8939D33E-0846-4721-B4F4-BC4E8E75820F}" type="pres">
      <dgm:prSet presAssocID="{27D5AA80-0E74-43CC-9E3C-BDADC942F1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864F8C-20DA-40DA-884C-E477C6D492B2}" type="pres">
      <dgm:prSet presAssocID="{5F36D3B1-9BDC-4FE7-B78A-05531B376F5A}" presName="spacer" presStyleCnt="0"/>
      <dgm:spPr/>
    </dgm:pt>
    <dgm:pt modelId="{B534E61C-4F8E-4949-8910-932F0F36DEE9}" type="pres">
      <dgm:prSet presAssocID="{B804445A-77AF-4E3E-B96A-9922C0FDA7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B848DC-3389-403B-80F7-B5C21B61B1E5}" type="pres">
      <dgm:prSet presAssocID="{2FC0B530-BF9B-4ADE-84AE-56F8B090F902}" presName="spacer" presStyleCnt="0"/>
      <dgm:spPr/>
    </dgm:pt>
    <dgm:pt modelId="{70AACAFA-D992-438C-B5A0-6FF8D89E190B}" type="pres">
      <dgm:prSet presAssocID="{6CCF3C4B-8DF7-402B-B3F5-681FEC5B47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703F00-75B7-4A79-BAA1-89DA9DB497D7}" type="presOf" srcId="{B804445A-77AF-4E3E-B96A-9922C0FDA784}" destId="{B534E61C-4F8E-4949-8910-932F0F36DEE9}" srcOrd="0" destOrd="0" presId="urn:microsoft.com/office/officeart/2005/8/layout/vList2"/>
    <dgm:cxn modelId="{ADBE8313-D11C-4D55-9BF0-84EDC05435B2}" srcId="{24F62666-EE69-4184-8D90-8570B9370818}" destId="{92B0D26B-596F-4509-94B4-9D3989A7DA32}" srcOrd="0" destOrd="0" parTransId="{84816B96-34B3-4E3E-8652-EF85FC5F9A86}" sibTransId="{57CC8D12-7EEF-42F4-9D99-0DBD8015DACD}"/>
    <dgm:cxn modelId="{AE6B7A48-29DF-47D2-AB5A-28F47BC4399D}" type="presOf" srcId="{92B0D26B-596F-4509-94B4-9D3989A7DA32}" destId="{94232C0C-DC55-49FD-9B66-D66E59DF065D}" srcOrd="0" destOrd="0" presId="urn:microsoft.com/office/officeart/2005/8/layout/vList2"/>
    <dgm:cxn modelId="{D2C7EB7C-7C01-4E9C-8A3A-898110C326F4}" type="presOf" srcId="{6CCF3C4B-8DF7-402B-B3F5-681FEC5B4703}" destId="{70AACAFA-D992-438C-B5A0-6FF8D89E190B}" srcOrd="0" destOrd="0" presId="urn:microsoft.com/office/officeart/2005/8/layout/vList2"/>
    <dgm:cxn modelId="{9F121A80-F283-445E-93A1-951C73E5EF34}" srcId="{24F62666-EE69-4184-8D90-8570B9370818}" destId="{6CCF3C4B-8DF7-402B-B3F5-681FEC5B4703}" srcOrd="3" destOrd="0" parTransId="{597023FA-1578-433E-8803-BE6F56C62E4A}" sibTransId="{5D3C5148-E418-43C7-973F-70612CEAF98B}"/>
    <dgm:cxn modelId="{756BB584-602B-42CE-97F3-148154F04725}" srcId="{24F62666-EE69-4184-8D90-8570B9370818}" destId="{27D5AA80-0E74-43CC-9E3C-BDADC942F182}" srcOrd="1" destOrd="0" parTransId="{ECC568EE-3A97-405F-8666-AAFAE874711B}" sibTransId="{5F36D3B1-9BDC-4FE7-B78A-05531B376F5A}"/>
    <dgm:cxn modelId="{9F9F9DD6-6265-4CB3-934A-75F60D26C57E}" type="presOf" srcId="{24F62666-EE69-4184-8D90-8570B9370818}" destId="{E0872F47-F5C8-4002-AAD8-BB155DF5B3C9}" srcOrd="0" destOrd="0" presId="urn:microsoft.com/office/officeart/2005/8/layout/vList2"/>
    <dgm:cxn modelId="{FEC121F9-5427-4020-908C-880B64D2561E}" type="presOf" srcId="{27D5AA80-0E74-43CC-9E3C-BDADC942F182}" destId="{8939D33E-0846-4721-B4F4-BC4E8E75820F}" srcOrd="0" destOrd="0" presId="urn:microsoft.com/office/officeart/2005/8/layout/vList2"/>
    <dgm:cxn modelId="{2E0E4DFE-E12A-412E-A219-22463637A609}" srcId="{24F62666-EE69-4184-8D90-8570B9370818}" destId="{B804445A-77AF-4E3E-B96A-9922C0FDA784}" srcOrd="2" destOrd="0" parTransId="{07402DF9-FE52-48AF-93E7-794681BA7549}" sibTransId="{2FC0B530-BF9B-4ADE-84AE-56F8B090F902}"/>
    <dgm:cxn modelId="{6887293B-8D33-4F21-B99F-4D65E145D8F6}" type="presParOf" srcId="{E0872F47-F5C8-4002-AAD8-BB155DF5B3C9}" destId="{94232C0C-DC55-49FD-9B66-D66E59DF065D}" srcOrd="0" destOrd="0" presId="urn:microsoft.com/office/officeart/2005/8/layout/vList2"/>
    <dgm:cxn modelId="{075D9369-0388-4EFA-8B35-90B35C9967A7}" type="presParOf" srcId="{E0872F47-F5C8-4002-AAD8-BB155DF5B3C9}" destId="{3ACA4CB5-60A2-4373-ACE9-B0CF6766D6E3}" srcOrd="1" destOrd="0" presId="urn:microsoft.com/office/officeart/2005/8/layout/vList2"/>
    <dgm:cxn modelId="{CD8931F8-4C7B-4C9D-AAD6-CAD83D2423F2}" type="presParOf" srcId="{E0872F47-F5C8-4002-AAD8-BB155DF5B3C9}" destId="{8939D33E-0846-4721-B4F4-BC4E8E75820F}" srcOrd="2" destOrd="0" presId="urn:microsoft.com/office/officeart/2005/8/layout/vList2"/>
    <dgm:cxn modelId="{7867E1FB-6F12-4365-85B8-F49C70A997FA}" type="presParOf" srcId="{E0872F47-F5C8-4002-AAD8-BB155DF5B3C9}" destId="{1F864F8C-20DA-40DA-884C-E477C6D492B2}" srcOrd="3" destOrd="0" presId="urn:microsoft.com/office/officeart/2005/8/layout/vList2"/>
    <dgm:cxn modelId="{9153BE4D-E7A4-4716-9097-CAE6C868E0E9}" type="presParOf" srcId="{E0872F47-F5C8-4002-AAD8-BB155DF5B3C9}" destId="{B534E61C-4F8E-4949-8910-932F0F36DEE9}" srcOrd="4" destOrd="0" presId="urn:microsoft.com/office/officeart/2005/8/layout/vList2"/>
    <dgm:cxn modelId="{742F9FF0-98C5-4053-B561-16DCEC31ABCB}" type="presParOf" srcId="{E0872F47-F5C8-4002-AAD8-BB155DF5B3C9}" destId="{AFB848DC-3389-403B-80F7-B5C21B61B1E5}" srcOrd="5" destOrd="0" presId="urn:microsoft.com/office/officeart/2005/8/layout/vList2"/>
    <dgm:cxn modelId="{11AE43CC-2132-4829-BE21-944EB170213A}" type="presParOf" srcId="{E0872F47-F5C8-4002-AAD8-BB155DF5B3C9}" destId="{70AACAFA-D992-438C-B5A0-6FF8D89E19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6654E8D-F654-461A-A77B-0620A16EC84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CFE3C05-6389-4B2E-AAD7-66396811B8C7}">
      <dgm:prSet/>
      <dgm:spPr/>
      <dgm:t>
        <a:bodyPr/>
        <a:lstStyle/>
        <a:p>
          <a:r>
            <a:rPr lang="ru-RU" b="0" i="0"/>
            <a:t>«Повість минулих літ»</a:t>
          </a:r>
          <a:endParaRPr lang="uk-UA"/>
        </a:p>
      </dgm:t>
    </dgm:pt>
    <dgm:pt modelId="{F3C3BB14-9891-4FFE-A012-57F43BD7E55B}" type="parTrans" cxnId="{3F8589FF-82A7-4942-BCCE-19FCCB91A629}">
      <dgm:prSet/>
      <dgm:spPr/>
      <dgm:t>
        <a:bodyPr/>
        <a:lstStyle/>
        <a:p>
          <a:endParaRPr lang="uk-UA"/>
        </a:p>
      </dgm:t>
    </dgm:pt>
    <dgm:pt modelId="{109A7208-29A4-4F91-82A6-B1F06389D73C}" type="sibTrans" cxnId="{3F8589FF-82A7-4942-BCCE-19FCCB91A629}">
      <dgm:prSet/>
      <dgm:spPr/>
      <dgm:t>
        <a:bodyPr/>
        <a:lstStyle/>
        <a:p>
          <a:endParaRPr lang="uk-UA"/>
        </a:p>
      </dgm:t>
    </dgm:pt>
    <dgm:pt modelId="{8861231A-6F2C-4DB0-8A38-39AA64180B11}">
      <dgm:prSet/>
      <dgm:spPr/>
      <dgm:t>
        <a:bodyPr/>
        <a:lstStyle/>
        <a:p>
          <a:r>
            <a:rPr lang="ru-RU" b="0" i="0"/>
            <a:t>«Києво-Печерський патерик»</a:t>
          </a:r>
          <a:endParaRPr lang="uk-UA"/>
        </a:p>
      </dgm:t>
    </dgm:pt>
    <dgm:pt modelId="{94B38091-A722-4748-9176-544B1BFA3D34}" type="parTrans" cxnId="{C107045C-427D-4A3C-942D-DB345F2A783A}">
      <dgm:prSet/>
      <dgm:spPr/>
      <dgm:t>
        <a:bodyPr/>
        <a:lstStyle/>
        <a:p>
          <a:endParaRPr lang="uk-UA"/>
        </a:p>
      </dgm:t>
    </dgm:pt>
    <dgm:pt modelId="{5A564B51-4E57-4DCF-A20E-02B60F06CB6A}" type="sibTrans" cxnId="{C107045C-427D-4A3C-942D-DB345F2A783A}">
      <dgm:prSet/>
      <dgm:spPr/>
      <dgm:t>
        <a:bodyPr/>
        <a:lstStyle/>
        <a:p>
          <a:endParaRPr lang="uk-UA"/>
        </a:p>
      </dgm:t>
    </dgm:pt>
    <dgm:pt modelId="{41F23FE9-91B2-4CFA-A16A-D95A93B6D98B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113DFDC3-A1B1-4C89-9F1D-2C52D436A4F8}" type="parTrans" cxnId="{B3B48427-3951-4D51-AB8A-5FAD6827B56E}">
      <dgm:prSet/>
      <dgm:spPr/>
      <dgm:t>
        <a:bodyPr/>
        <a:lstStyle/>
        <a:p>
          <a:endParaRPr lang="uk-UA"/>
        </a:p>
      </dgm:t>
    </dgm:pt>
    <dgm:pt modelId="{DEAB9028-0644-4029-AD5E-F5876D340DEA}" type="sibTrans" cxnId="{B3B48427-3951-4D51-AB8A-5FAD6827B56E}">
      <dgm:prSet/>
      <dgm:spPr/>
      <dgm:t>
        <a:bodyPr/>
        <a:lstStyle/>
        <a:p>
          <a:endParaRPr lang="uk-UA"/>
        </a:p>
      </dgm:t>
    </dgm:pt>
    <dgm:pt modelId="{C7A09A4D-5271-4966-B7B8-B528E0CC5525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</a:t>
          </a:r>
          <a:endParaRPr lang="uk-UA" dirty="0"/>
        </a:p>
      </dgm:t>
    </dgm:pt>
    <dgm:pt modelId="{91419568-9901-481D-9229-40D7DE88492D}" type="parTrans" cxnId="{A568D6F6-03CE-4BDD-8910-2201F0496537}">
      <dgm:prSet/>
      <dgm:spPr/>
      <dgm:t>
        <a:bodyPr/>
        <a:lstStyle/>
        <a:p>
          <a:endParaRPr lang="uk-UA"/>
        </a:p>
      </dgm:t>
    </dgm:pt>
    <dgm:pt modelId="{66A1A20C-3A65-4A1C-8016-500A21264062}" type="sibTrans" cxnId="{A568D6F6-03CE-4BDD-8910-2201F0496537}">
      <dgm:prSet/>
      <dgm:spPr/>
      <dgm:t>
        <a:bodyPr/>
        <a:lstStyle/>
        <a:p>
          <a:endParaRPr lang="uk-UA"/>
        </a:p>
      </dgm:t>
    </dgm:pt>
    <dgm:pt modelId="{5F299B18-F4A0-4028-BB53-F0AB59932F2C}" type="pres">
      <dgm:prSet presAssocID="{26654E8D-F654-461A-A77B-0620A16EC840}" presName="Name0" presStyleCnt="0">
        <dgm:presLayoutVars>
          <dgm:chMax val="7"/>
          <dgm:chPref val="7"/>
          <dgm:dir/>
        </dgm:presLayoutVars>
      </dgm:prSet>
      <dgm:spPr/>
    </dgm:pt>
    <dgm:pt modelId="{E08A428F-BC9A-4FD9-98EA-BB063F4859A6}" type="pres">
      <dgm:prSet presAssocID="{26654E8D-F654-461A-A77B-0620A16EC840}" presName="Name1" presStyleCnt="0"/>
      <dgm:spPr/>
    </dgm:pt>
    <dgm:pt modelId="{2F8559FF-3675-44CF-9289-05A33CB8CB16}" type="pres">
      <dgm:prSet presAssocID="{26654E8D-F654-461A-A77B-0620A16EC840}" presName="cycle" presStyleCnt="0"/>
      <dgm:spPr/>
    </dgm:pt>
    <dgm:pt modelId="{3063F3B1-5C7B-46B3-8756-A4964BF19DA1}" type="pres">
      <dgm:prSet presAssocID="{26654E8D-F654-461A-A77B-0620A16EC840}" presName="srcNode" presStyleLbl="node1" presStyleIdx="0" presStyleCnt="4"/>
      <dgm:spPr/>
    </dgm:pt>
    <dgm:pt modelId="{D68C424F-C77A-44EB-AE1F-D54714A284B4}" type="pres">
      <dgm:prSet presAssocID="{26654E8D-F654-461A-A77B-0620A16EC840}" presName="conn" presStyleLbl="parChTrans1D2" presStyleIdx="0" presStyleCnt="1"/>
      <dgm:spPr/>
    </dgm:pt>
    <dgm:pt modelId="{6891A0F1-0DC2-4408-9AA5-E55EF4DFCDAB}" type="pres">
      <dgm:prSet presAssocID="{26654E8D-F654-461A-A77B-0620A16EC840}" presName="extraNode" presStyleLbl="node1" presStyleIdx="0" presStyleCnt="4"/>
      <dgm:spPr/>
    </dgm:pt>
    <dgm:pt modelId="{B5F110B5-37DE-4D5C-9FE4-56FB9FFF9738}" type="pres">
      <dgm:prSet presAssocID="{26654E8D-F654-461A-A77B-0620A16EC840}" presName="dstNode" presStyleLbl="node1" presStyleIdx="0" presStyleCnt="4"/>
      <dgm:spPr/>
    </dgm:pt>
    <dgm:pt modelId="{C54516BA-6EE6-401D-ACC9-C51D8ED490A4}" type="pres">
      <dgm:prSet presAssocID="{ECFE3C05-6389-4B2E-AAD7-66396811B8C7}" presName="text_1" presStyleLbl="node1" presStyleIdx="0" presStyleCnt="4">
        <dgm:presLayoutVars>
          <dgm:bulletEnabled val="1"/>
        </dgm:presLayoutVars>
      </dgm:prSet>
      <dgm:spPr/>
    </dgm:pt>
    <dgm:pt modelId="{F41F78AF-3822-4D00-B4A9-0A37A51A4E24}" type="pres">
      <dgm:prSet presAssocID="{ECFE3C05-6389-4B2E-AAD7-66396811B8C7}" presName="accent_1" presStyleCnt="0"/>
      <dgm:spPr/>
    </dgm:pt>
    <dgm:pt modelId="{95A2A343-4D3A-424F-977A-8B0BEF6410DE}" type="pres">
      <dgm:prSet presAssocID="{ECFE3C05-6389-4B2E-AAD7-66396811B8C7}" presName="accentRepeatNode" presStyleLbl="solidFgAcc1" presStyleIdx="0" presStyleCnt="4"/>
      <dgm:spPr/>
    </dgm:pt>
    <dgm:pt modelId="{0A6F1E9F-889C-43AD-AF59-3ACDC8BC569A}" type="pres">
      <dgm:prSet presAssocID="{8861231A-6F2C-4DB0-8A38-39AA64180B11}" presName="text_2" presStyleLbl="node1" presStyleIdx="1" presStyleCnt="4">
        <dgm:presLayoutVars>
          <dgm:bulletEnabled val="1"/>
        </dgm:presLayoutVars>
      </dgm:prSet>
      <dgm:spPr/>
    </dgm:pt>
    <dgm:pt modelId="{2841626B-AD60-4FAF-903B-B4FEC1140B5C}" type="pres">
      <dgm:prSet presAssocID="{8861231A-6F2C-4DB0-8A38-39AA64180B11}" presName="accent_2" presStyleCnt="0"/>
      <dgm:spPr/>
    </dgm:pt>
    <dgm:pt modelId="{6ED78A31-0E15-413C-BBD8-69234D4641B1}" type="pres">
      <dgm:prSet presAssocID="{8861231A-6F2C-4DB0-8A38-39AA64180B11}" presName="accentRepeatNode" presStyleLbl="solidFgAcc1" presStyleIdx="1" presStyleCnt="4"/>
      <dgm:spPr/>
    </dgm:pt>
    <dgm:pt modelId="{70336DAE-234D-4661-8672-AB86C5F4669C}" type="pres">
      <dgm:prSet presAssocID="{41F23FE9-91B2-4CFA-A16A-D95A93B6D98B}" presName="text_3" presStyleLbl="node1" presStyleIdx="2" presStyleCnt="4">
        <dgm:presLayoutVars>
          <dgm:bulletEnabled val="1"/>
        </dgm:presLayoutVars>
      </dgm:prSet>
      <dgm:spPr/>
    </dgm:pt>
    <dgm:pt modelId="{6F7118C2-3BD9-4055-86D0-6554C78DC4B5}" type="pres">
      <dgm:prSet presAssocID="{41F23FE9-91B2-4CFA-A16A-D95A93B6D98B}" presName="accent_3" presStyleCnt="0"/>
      <dgm:spPr/>
    </dgm:pt>
    <dgm:pt modelId="{4489EA35-1E0E-4D04-9654-64325378A9F8}" type="pres">
      <dgm:prSet presAssocID="{41F23FE9-91B2-4CFA-A16A-D95A93B6D98B}" presName="accentRepeatNode" presStyleLbl="solidFgAcc1" presStyleIdx="2" presStyleCnt="4"/>
      <dgm:spPr/>
    </dgm:pt>
    <dgm:pt modelId="{568EC94E-985C-4F6D-A941-A27C00E42513}" type="pres">
      <dgm:prSet presAssocID="{C7A09A4D-5271-4966-B7B8-B528E0CC5525}" presName="text_4" presStyleLbl="node1" presStyleIdx="3" presStyleCnt="4">
        <dgm:presLayoutVars>
          <dgm:bulletEnabled val="1"/>
        </dgm:presLayoutVars>
      </dgm:prSet>
      <dgm:spPr/>
    </dgm:pt>
    <dgm:pt modelId="{17E7409A-7F9B-4BBA-86BD-D17155D34BB1}" type="pres">
      <dgm:prSet presAssocID="{C7A09A4D-5271-4966-B7B8-B528E0CC5525}" presName="accent_4" presStyleCnt="0"/>
      <dgm:spPr/>
    </dgm:pt>
    <dgm:pt modelId="{B113435F-F637-4DD9-B8B3-0FB7B4BBE5E9}" type="pres">
      <dgm:prSet presAssocID="{C7A09A4D-5271-4966-B7B8-B528E0CC5525}" presName="accentRepeatNode" presStyleLbl="solidFgAcc1" presStyleIdx="3" presStyleCnt="4"/>
      <dgm:spPr/>
    </dgm:pt>
  </dgm:ptLst>
  <dgm:cxnLst>
    <dgm:cxn modelId="{B3B48427-3951-4D51-AB8A-5FAD6827B56E}" srcId="{26654E8D-F654-461A-A77B-0620A16EC840}" destId="{41F23FE9-91B2-4CFA-A16A-D95A93B6D98B}" srcOrd="2" destOrd="0" parTransId="{113DFDC3-A1B1-4C89-9F1D-2C52D436A4F8}" sibTransId="{DEAB9028-0644-4029-AD5E-F5876D340DEA}"/>
    <dgm:cxn modelId="{C107045C-427D-4A3C-942D-DB345F2A783A}" srcId="{26654E8D-F654-461A-A77B-0620A16EC840}" destId="{8861231A-6F2C-4DB0-8A38-39AA64180B11}" srcOrd="1" destOrd="0" parTransId="{94B38091-A722-4748-9176-544B1BFA3D34}" sibTransId="{5A564B51-4E57-4DCF-A20E-02B60F06CB6A}"/>
    <dgm:cxn modelId="{21F66F56-284E-44D4-B0BD-D1F102736B79}" type="presOf" srcId="{41F23FE9-91B2-4CFA-A16A-D95A93B6D98B}" destId="{70336DAE-234D-4661-8672-AB86C5F4669C}" srcOrd="0" destOrd="0" presId="urn:microsoft.com/office/officeart/2008/layout/VerticalCurvedList"/>
    <dgm:cxn modelId="{A8B72358-604D-400D-87FE-9BD99118F617}" type="presOf" srcId="{ECFE3C05-6389-4B2E-AAD7-66396811B8C7}" destId="{C54516BA-6EE6-401D-ACC9-C51D8ED490A4}" srcOrd="0" destOrd="0" presId="urn:microsoft.com/office/officeart/2008/layout/VerticalCurvedList"/>
    <dgm:cxn modelId="{F8208F90-AE86-4E58-AE8F-AD85495EE298}" type="presOf" srcId="{8861231A-6F2C-4DB0-8A38-39AA64180B11}" destId="{0A6F1E9F-889C-43AD-AF59-3ACDC8BC569A}" srcOrd="0" destOrd="0" presId="urn:microsoft.com/office/officeart/2008/layout/VerticalCurvedList"/>
    <dgm:cxn modelId="{29519690-A512-440B-BB90-0A4F3E8797B2}" type="presOf" srcId="{109A7208-29A4-4F91-82A6-B1F06389D73C}" destId="{D68C424F-C77A-44EB-AE1F-D54714A284B4}" srcOrd="0" destOrd="0" presId="urn:microsoft.com/office/officeart/2008/layout/VerticalCurvedList"/>
    <dgm:cxn modelId="{4B7031DD-9363-4896-BB1F-CF095C09BE63}" type="presOf" srcId="{26654E8D-F654-461A-A77B-0620A16EC840}" destId="{5F299B18-F4A0-4028-BB53-F0AB59932F2C}" srcOrd="0" destOrd="0" presId="urn:microsoft.com/office/officeart/2008/layout/VerticalCurvedList"/>
    <dgm:cxn modelId="{15DFFEEE-DFEC-4D75-84FC-0171785F06EC}" type="presOf" srcId="{C7A09A4D-5271-4966-B7B8-B528E0CC5525}" destId="{568EC94E-985C-4F6D-A941-A27C00E42513}" srcOrd="0" destOrd="0" presId="urn:microsoft.com/office/officeart/2008/layout/VerticalCurvedList"/>
    <dgm:cxn modelId="{A568D6F6-03CE-4BDD-8910-2201F0496537}" srcId="{26654E8D-F654-461A-A77B-0620A16EC840}" destId="{C7A09A4D-5271-4966-B7B8-B528E0CC5525}" srcOrd="3" destOrd="0" parTransId="{91419568-9901-481D-9229-40D7DE88492D}" sibTransId="{66A1A20C-3A65-4A1C-8016-500A21264062}"/>
    <dgm:cxn modelId="{3F8589FF-82A7-4942-BCCE-19FCCB91A629}" srcId="{26654E8D-F654-461A-A77B-0620A16EC840}" destId="{ECFE3C05-6389-4B2E-AAD7-66396811B8C7}" srcOrd="0" destOrd="0" parTransId="{F3C3BB14-9891-4FFE-A012-57F43BD7E55B}" sibTransId="{109A7208-29A4-4F91-82A6-B1F06389D73C}"/>
    <dgm:cxn modelId="{9B804EF2-D0E9-4CAB-B8E4-7E83C0E2DD18}" type="presParOf" srcId="{5F299B18-F4A0-4028-BB53-F0AB59932F2C}" destId="{E08A428F-BC9A-4FD9-98EA-BB063F4859A6}" srcOrd="0" destOrd="0" presId="urn:microsoft.com/office/officeart/2008/layout/VerticalCurvedList"/>
    <dgm:cxn modelId="{F737C347-321B-4325-AC52-D5991972330C}" type="presParOf" srcId="{E08A428F-BC9A-4FD9-98EA-BB063F4859A6}" destId="{2F8559FF-3675-44CF-9289-05A33CB8CB16}" srcOrd="0" destOrd="0" presId="urn:microsoft.com/office/officeart/2008/layout/VerticalCurvedList"/>
    <dgm:cxn modelId="{BC4ACC30-A0BC-4375-B4A3-1EA8D8A8CC36}" type="presParOf" srcId="{2F8559FF-3675-44CF-9289-05A33CB8CB16}" destId="{3063F3B1-5C7B-46B3-8756-A4964BF19DA1}" srcOrd="0" destOrd="0" presId="urn:microsoft.com/office/officeart/2008/layout/VerticalCurvedList"/>
    <dgm:cxn modelId="{0D9D3AFA-D3F5-4394-BE8A-3902D3DBE801}" type="presParOf" srcId="{2F8559FF-3675-44CF-9289-05A33CB8CB16}" destId="{D68C424F-C77A-44EB-AE1F-D54714A284B4}" srcOrd="1" destOrd="0" presId="urn:microsoft.com/office/officeart/2008/layout/VerticalCurvedList"/>
    <dgm:cxn modelId="{E484F772-52C7-4805-930E-F511A83EE8CA}" type="presParOf" srcId="{2F8559FF-3675-44CF-9289-05A33CB8CB16}" destId="{6891A0F1-0DC2-4408-9AA5-E55EF4DFCDAB}" srcOrd="2" destOrd="0" presId="urn:microsoft.com/office/officeart/2008/layout/VerticalCurvedList"/>
    <dgm:cxn modelId="{53B7CDA9-A8D9-4B33-AE97-24C517FAB957}" type="presParOf" srcId="{2F8559FF-3675-44CF-9289-05A33CB8CB16}" destId="{B5F110B5-37DE-4D5C-9FE4-56FB9FFF9738}" srcOrd="3" destOrd="0" presId="urn:microsoft.com/office/officeart/2008/layout/VerticalCurvedList"/>
    <dgm:cxn modelId="{DF7589F6-F1E4-4DB6-9D9E-DF21D108AC70}" type="presParOf" srcId="{E08A428F-BC9A-4FD9-98EA-BB063F4859A6}" destId="{C54516BA-6EE6-401D-ACC9-C51D8ED490A4}" srcOrd="1" destOrd="0" presId="urn:microsoft.com/office/officeart/2008/layout/VerticalCurvedList"/>
    <dgm:cxn modelId="{2CD494B9-D555-4940-9AAD-9C940E63D028}" type="presParOf" srcId="{E08A428F-BC9A-4FD9-98EA-BB063F4859A6}" destId="{F41F78AF-3822-4D00-B4A9-0A37A51A4E24}" srcOrd="2" destOrd="0" presId="urn:microsoft.com/office/officeart/2008/layout/VerticalCurvedList"/>
    <dgm:cxn modelId="{38C6F9E7-FF28-403E-B196-DAEE70BE32BB}" type="presParOf" srcId="{F41F78AF-3822-4D00-B4A9-0A37A51A4E24}" destId="{95A2A343-4D3A-424F-977A-8B0BEF6410DE}" srcOrd="0" destOrd="0" presId="urn:microsoft.com/office/officeart/2008/layout/VerticalCurvedList"/>
    <dgm:cxn modelId="{AB00ACF5-E74C-4F4C-AD66-DBB8EC507B6D}" type="presParOf" srcId="{E08A428F-BC9A-4FD9-98EA-BB063F4859A6}" destId="{0A6F1E9F-889C-43AD-AF59-3ACDC8BC569A}" srcOrd="3" destOrd="0" presId="urn:microsoft.com/office/officeart/2008/layout/VerticalCurvedList"/>
    <dgm:cxn modelId="{333975ED-DAA8-4CC8-ADC1-109FDC2C7701}" type="presParOf" srcId="{E08A428F-BC9A-4FD9-98EA-BB063F4859A6}" destId="{2841626B-AD60-4FAF-903B-B4FEC1140B5C}" srcOrd="4" destOrd="0" presId="urn:microsoft.com/office/officeart/2008/layout/VerticalCurvedList"/>
    <dgm:cxn modelId="{92C22461-6FCD-4499-93C1-B7E78D2C5608}" type="presParOf" srcId="{2841626B-AD60-4FAF-903B-B4FEC1140B5C}" destId="{6ED78A31-0E15-413C-BBD8-69234D4641B1}" srcOrd="0" destOrd="0" presId="urn:microsoft.com/office/officeart/2008/layout/VerticalCurvedList"/>
    <dgm:cxn modelId="{B16B3673-A984-449E-8958-C345E6674243}" type="presParOf" srcId="{E08A428F-BC9A-4FD9-98EA-BB063F4859A6}" destId="{70336DAE-234D-4661-8672-AB86C5F4669C}" srcOrd="5" destOrd="0" presId="urn:microsoft.com/office/officeart/2008/layout/VerticalCurvedList"/>
    <dgm:cxn modelId="{4C151DA9-2FFD-458E-9135-C2364692024F}" type="presParOf" srcId="{E08A428F-BC9A-4FD9-98EA-BB063F4859A6}" destId="{6F7118C2-3BD9-4055-86D0-6554C78DC4B5}" srcOrd="6" destOrd="0" presId="urn:microsoft.com/office/officeart/2008/layout/VerticalCurvedList"/>
    <dgm:cxn modelId="{6A1154AA-7396-4BE8-B8AE-D975C0BF1480}" type="presParOf" srcId="{6F7118C2-3BD9-4055-86D0-6554C78DC4B5}" destId="{4489EA35-1E0E-4D04-9654-64325378A9F8}" srcOrd="0" destOrd="0" presId="urn:microsoft.com/office/officeart/2008/layout/VerticalCurvedList"/>
    <dgm:cxn modelId="{5DC69AB6-556A-46A3-A432-498092DB1496}" type="presParOf" srcId="{E08A428F-BC9A-4FD9-98EA-BB063F4859A6}" destId="{568EC94E-985C-4F6D-A941-A27C00E42513}" srcOrd="7" destOrd="0" presId="urn:microsoft.com/office/officeart/2008/layout/VerticalCurvedList"/>
    <dgm:cxn modelId="{73187B59-3F9B-4B61-8AD4-13C079EAF4F5}" type="presParOf" srcId="{E08A428F-BC9A-4FD9-98EA-BB063F4859A6}" destId="{17E7409A-7F9B-4BBA-86BD-D17155D34BB1}" srcOrd="8" destOrd="0" presId="urn:microsoft.com/office/officeart/2008/layout/VerticalCurvedList"/>
    <dgm:cxn modelId="{39403034-D868-4C1F-8B00-A55AB717234A}" type="presParOf" srcId="{17E7409A-7F9B-4BBA-86BD-D17155D34BB1}" destId="{B113435F-F637-4DD9-B8B3-0FB7B4BBE5E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4474A2B-DA3A-4AA4-B0D7-0F4D5E05C79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7630F0-D60B-4E05-A486-761FA8850EB5}">
      <dgm:prSet/>
      <dgm:spPr/>
      <dgm:t>
        <a:bodyPr/>
        <a:lstStyle/>
        <a:p>
          <a:r>
            <a:rPr lang="uk-UA" b="0" i="1" dirty="0"/>
            <a:t>«Був дехто з Києва, який постригся під іменем Агапіта... цей Агапіт... допомагав хворим. І коли хто з братії хворів... то оздоровлювався молитвою його. І через те прозваний він був Лікарем...»</a:t>
          </a:r>
          <a:endParaRPr lang="uk-UA" dirty="0"/>
        </a:p>
      </dgm:t>
    </dgm:pt>
    <dgm:pt modelId="{A1BBDE05-EF85-4249-B746-0F5257E878CB}" type="parTrans" cxnId="{D07A244B-329E-4B20-936A-E5C089A24BF0}">
      <dgm:prSet/>
      <dgm:spPr/>
      <dgm:t>
        <a:bodyPr/>
        <a:lstStyle/>
        <a:p>
          <a:endParaRPr lang="uk-UA"/>
        </a:p>
      </dgm:t>
    </dgm:pt>
    <dgm:pt modelId="{8379B3E1-F1C6-40E4-AB22-E36EF17F9E36}" type="sibTrans" cxnId="{D07A244B-329E-4B20-936A-E5C089A24BF0}">
      <dgm:prSet/>
      <dgm:spPr/>
      <dgm:t>
        <a:bodyPr/>
        <a:lstStyle/>
        <a:p>
          <a:endParaRPr lang="uk-UA"/>
        </a:p>
      </dgm:t>
    </dgm:pt>
    <dgm:pt modelId="{EADE7FB1-E08D-4FA5-819B-BA3C4927A162}">
      <dgm:prSet/>
      <dgm:spPr/>
      <dgm:t>
        <a:bodyPr/>
        <a:lstStyle/>
        <a:p>
          <a:r>
            <a:rPr lang="uk-UA" b="0" i="1" dirty="0"/>
            <a:t>«...Паче всього — убогих не забувайте, годуйте й подавайте сироті ...гордості не майте в серці і в умі. Старих шануй, як отця, а молодих — як братів...»</a:t>
          </a:r>
          <a:endParaRPr lang="uk-UA" dirty="0"/>
        </a:p>
      </dgm:t>
    </dgm:pt>
    <dgm:pt modelId="{F14AEB50-6960-487E-92CF-7131723A1D9E}" type="parTrans" cxnId="{E6560706-3620-40D1-A458-97DD782A2E72}">
      <dgm:prSet/>
      <dgm:spPr/>
      <dgm:t>
        <a:bodyPr/>
        <a:lstStyle/>
        <a:p>
          <a:endParaRPr lang="uk-UA"/>
        </a:p>
      </dgm:t>
    </dgm:pt>
    <dgm:pt modelId="{6E694A5B-FD45-4091-A8D6-E105F58F5C7D}" type="sibTrans" cxnId="{E6560706-3620-40D1-A458-97DD782A2E72}">
      <dgm:prSet/>
      <dgm:spPr/>
      <dgm:t>
        <a:bodyPr/>
        <a:lstStyle/>
        <a:p>
          <a:endParaRPr lang="uk-UA"/>
        </a:p>
      </dgm:t>
    </dgm:pt>
    <dgm:pt modelId="{27FE2F94-A387-4197-97C2-8EEA41426010}" type="pres">
      <dgm:prSet presAssocID="{A4474A2B-DA3A-4AA4-B0D7-0F4D5E05C799}" presName="linear" presStyleCnt="0">
        <dgm:presLayoutVars>
          <dgm:animLvl val="lvl"/>
          <dgm:resizeHandles val="exact"/>
        </dgm:presLayoutVars>
      </dgm:prSet>
      <dgm:spPr/>
    </dgm:pt>
    <dgm:pt modelId="{4BB15628-B712-4579-BCDB-A299190528D1}" type="pres">
      <dgm:prSet presAssocID="{777630F0-D60B-4E05-A486-761FA8850E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CFB028E-4F0E-4D2F-A35E-4A1A8A28B362}" type="pres">
      <dgm:prSet presAssocID="{8379B3E1-F1C6-40E4-AB22-E36EF17F9E36}" presName="spacer" presStyleCnt="0"/>
      <dgm:spPr/>
    </dgm:pt>
    <dgm:pt modelId="{F42840B0-6A35-4B23-8DA8-60F4C36AA1C6}" type="pres">
      <dgm:prSet presAssocID="{EADE7FB1-E08D-4FA5-819B-BA3C4927A16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560706-3620-40D1-A458-97DD782A2E72}" srcId="{A4474A2B-DA3A-4AA4-B0D7-0F4D5E05C799}" destId="{EADE7FB1-E08D-4FA5-819B-BA3C4927A162}" srcOrd="1" destOrd="0" parTransId="{F14AEB50-6960-487E-92CF-7131723A1D9E}" sibTransId="{6E694A5B-FD45-4091-A8D6-E105F58F5C7D}"/>
    <dgm:cxn modelId="{BD773A14-3C85-4E42-9E57-AD5C261CF269}" type="presOf" srcId="{EADE7FB1-E08D-4FA5-819B-BA3C4927A162}" destId="{F42840B0-6A35-4B23-8DA8-60F4C36AA1C6}" srcOrd="0" destOrd="0" presId="urn:microsoft.com/office/officeart/2005/8/layout/vList2"/>
    <dgm:cxn modelId="{5E290C34-6FB0-49CC-B8C6-3C5624B9C0C5}" type="presOf" srcId="{777630F0-D60B-4E05-A486-761FA8850EB5}" destId="{4BB15628-B712-4579-BCDB-A299190528D1}" srcOrd="0" destOrd="0" presId="urn:microsoft.com/office/officeart/2005/8/layout/vList2"/>
    <dgm:cxn modelId="{D07A244B-329E-4B20-936A-E5C089A24BF0}" srcId="{A4474A2B-DA3A-4AA4-B0D7-0F4D5E05C799}" destId="{777630F0-D60B-4E05-A486-761FA8850EB5}" srcOrd="0" destOrd="0" parTransId="{A1BBDE05-EF85-4249-B746-0F5257E878CB}" sibTransId="{8379B3E1-F1C6-40E4-AB22-E36EF17F9E36}"/>
    <dgm:cxn modelId="{5B02175A-045D-4205-883D-9837D55C384C}" type="presOf" srcId="{A4474A2B-DA3A-4AA4-B0D7-0F4D5E05C799}" destId="{27FE2F94-A387-4197-97C2-8EEA41426010}" srcOrd="0" destOrd="0" presId="urn:microsoft.com/office/officeart/2005/8/layout/vList2"/>
    <dgm:cxn modelId="{874B8851-89C4-4BBF-A203-D712139471AE}" type="presParOf" srcId="{27FE2F94-A387-4197-97C2-8EEA41426010}" destId="{4BB15628-B712-4579-BCDB-A299190528D1}" srcOrd="0" destOrd="0" presId="urn:microsoft.com/office/officeart/2005/8/layout/vList2"/>
    <dgm:cxn modelId="{682D459A-ED8C-4C55-9F36-F62919DF66B8}" type="presParOf" srcId="{27FE2F94-A387-4197-97C2-8EEA41426010}" destId="{BCFB028E-4F0E-4D2F-A35E-4A1A8A28B362}" srcOrd="1" destOrd="0" presId="urn:microsoft.com/office/officeart/2005/8/layout/vList2"/>
    <dgm:cxn modelId="{281FC5AF-FF10-4582-9518-750C6B72E984}" type="presParOf" srcId="{27FE2F94-A387-4197-97C2-8EEA41426010}" destId="{F42840B0-6A35-4B23-8DA8-60F4C36AA1C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6837FDA-421E-446C-BC7A-7E73BB7FCD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2C59034-C618-4D7B-B163-0C736C9AA211}">
      <dgm:prSet/>
      <dgm:spPr/>
      <dgm:t>
        <a:bodyPr/>
        <a:lstStyle/>
        <a:p>
          <a:r>
            <a:rPr lang="ru-RU" b="0" i="1" dirty="0"/>
            <a:t>«Данило </a:t>
          </a:r>
          <a:r>
            <a:rPr lang="ru-RU" b="0" i="1" dirty="0" err="1"/>
            <a:t>вийшов</a:t>
          </a:r>
          <a:r>
            <a:rPr lang="ru-RU" b="0" i="1" dirty="0"/>
            <a:t> з </a:t>
          </a:r>
          <a:r>
            <a:rPr lang="ru-RU" b="0" i="1" dirty="0" err="1"/>
            <a:t>військом</a:t>
          </a:r>
          <a:r>
            <a:rPr lang="ru-RU" b="0" i="1" dirty="0"/>
            <a:t> </a:t>
          </a:r>
          <a:r>
            <a:rPr lang="ru-RU" b="0" i="1" dirty="0" err="1"/>
            <a:t>із</a:t>
          </a:r>
          <a:r>
            <a:rPr lang="ru-RU" b="0" i="1" dirty="0"/>
            <a:t> Холма та на </a:t>
          </a:r>
          <a:r>
            <a:rPr lang="ru-RU" b="0" i="1" dirty="0" err="1"/>
            <a:t>третій</a:t>
          </a:r>
          <a:r>
            <a:rPr lang="ru-RU" b="0" i="1" dirty="0"/>
            <a:t> день став у </a:t>
          </a:r>
          <a:r>
            <a:rPr lang="ru-RU" b="0" i="1" dirty="0" err="1"/>
            <a:t>Галичі</a:t>
          </a:r>
          <a:r>
            <a:rPr lang="ru-RU" b="0" i="1" dirty="0"/>
            <a:t>. ...</a:t>
          </a:r>
          <a:r>
            <a:rPr lang="ru-RU" b="0" i="1" dirty="0" err="1"/>
            <a:t>ввійшов</a:t>
          </a:r>
          <a:r>
            <a:rPr lang="ru-RU" b="0" i="1" dirty="0"/>
            <a:t> у </a:t>
          </a:r>
          <a:r>
            <a:rPr lang="ru-RU" b="0" i="1" dirty="0" err="1"/>
            <a:t>свій</a:t>
          </a:r>
          <a:r>
            <a:rPr lang="ru-RU" b="0" i="1" dirty="0"/>
            <a:t> город... та </a:t>
          </a:r>
          <a:r>
            <a:rPr lang="ru-RU" b="0" i="1" dirty="0" err="1"/>
            <a:t>прийняв</a:t>
          </a:r>
          <a:r>
            <a:rPr lang="ru-RU" b="0" i="1" dirty="0"/>
            <a:t> </a:t>
          </a:r>
          <a:r>
            <a:rPr lang="ru-RU" b="0" i="1" dirty="0" err="1"/>
            <a:t>стіл</a:t>
          </a:r>
          <a:r>
            <a:rPr lang="ru-RU" b="0" i="1" dirty="0"/>
            <a:t> </a:t>
          </a:r>
          <a:r>
            <a:rPr lang="ru-RU" b="0" i="1" dirty="0" err="1"/>
            <a:t>свого</a:t>
          </a:r>
          <a:r>
            <a:rPr lang="ru-RU" b="0" i="1" dirty="0"/>
            <a:t> батька, та проголосив перемогу...»</a:t>
          </a:r>
          <a:endParaRPr lang="uk-UA" dirty="0"/>
        </a:p>
      </dgm:t>
    </dgm:pt>
    <dgm:pt modelId="{B19D3FF1-6BD3-4B39-8F05-E75E427CB489}" type="parTrans" cxnId="{A89445B5-1FAF-446F-A8E4-A485BFA9D758}">
      <dgm:prSet/>
      <dgm:spPr/>
      <dgm:t>
        <a:bodyPr/>
        <a:lstStyle/>
        <a:p>
          <a:endParaRPr lang="uk-UA"/>
        </a:p>
      </dgm:t>
    </dgm:pt>
    <dgm:pt modelId="{6D863CC8-0D57-4725-9B24-08B31F129339}" type="sibTrans" cxnId="{A89445B5-1FAF-446F-A8E4-A485BFA9D758}">
      <dgm:prSet/>
      <dgm:spPr/>
      <dgm:t>
        <a:bodyPr/>
        <a:lstStyle/>
        <a:p>
          <a:endParaRPr lang="uk-UA"/>
        </a:p>
      </dgm:t>
    </dgm:pt>
    <dgm:pt modelId="{4178F482-976D-43B8-88ED-1D167FE24DA2}">
      <dgm:prSet/>
      <dgm:spPr/>
      <dgm:t>
        <a:bodyPr/>
        <a:lstStyle/>
        <a:p>
          <a:r>
            <a:rPr lang="ru-RU" b="0" i="1" dirty="0"/>
            <a:t>«Коли ж </a:t>
          </a:r>
          <a:r>
            <a:rPr lang="ru-RU" b="0" i="1" dirty="0" err="1"/>
            <a:t>поляни</a:t>
          </a:r>
          <a:r>
            <a:rPr lang="ru-RU" b="0" i="1" dirty="0"/>
            <a:t> жили </a:t>
          </a:r>
          <a:r>
            <a:rPr lang="ru-RU" b="0" i="1" dirty="0" err="1"/>
            <a:t>осібно</a:t>
          </a:r>
          <a:r>
            <a:rPr lang="ru-RU" b="0" i="1" dirty="0"/>
            <a:t> і </a:t>
          </a:r>
          <a:r>
            <a:rPr lang="ru-RU" b="0" i="1" dirty="0" err="1"/>
            <a:t>володіли</a:t>
          </a:r>
          <a:r>
            <a:rPr lang="ru-RU" b="0" i="1" dirty="0"/>
            <a:t> родами </a:t>
          </a:r>
          <a:r>
            <a:rPr lang="ru-RU" b="0" i="1" dirty="0" err="1"/>
            <a:t>своїми</a:t>
          </a:r>
          <a:r>
            <a:rPr lang="ru-RU" b="0" i="1" dirty="0"/>
            <a:t>... — то </a:t>
          </a:r>
          <a:r>
            <a:rPr lang="ru-RU" b="0" i="1" dirty="0" err="1"/>
            <a:t>було</a:t>
          </a:r>
          <a:r>
            <a:rPr lang="ru-RU" b="0" i="1" dirty="0"/>
            <a:t> </a:t>
          </a:r>
          <a:r>
            <a:rPr lang="ru-RU" b="0" i="1" dirty="0" err="1"/>
            <a:t>між</a:t>
          </a:r>
          <a:r>
            <a:rPr lang="ru-RU" b="0" i="1" dirty="0"/>
            <a:t> них три </a:t>
          </a:r>
          <a:r>
            <a:rPr lang="ru-RU" b="0" i="1" dirty="0" err="1"/>
            <a:t>брати</a:t>
          </a:r>
          <a:r>
            <a:rPr lang="ru-RU" b="0" i="1" dirty="0"/>
            <a:t>: одному </a:t>
          </a:r>
          <a:r>
            <a:rPr lang="ru-RU" b="0" i="1" dirty="0" err="1"/>
            <a:t>ім’я</a:t>
          </a:r>
          <a:r>
            <a:rPr lang="ru-RU" b="0" i="1" dirty="0"/>
            <a:t> Кий, а другому — Щек, а </a:t>
          </a:r>
          <a:r>
            <a:rPr lang="ru-RU" b="0" i="1" dirty="0" err="1"/>
            <a:t>третьому</a:t>
          </a:r>
          <a:r>
            <a:rPr lang="ru-RU" b="0" i="1" dirty="0"/>
            <a:t> — Хорив, і сестра </a:t>
          </a:r>
          <a:r>
            <a:rPr lang="ru-RU" b="0" i="1" dirty="0" err="1"/>
            <a:t>їх</a:t>
          </a:r>
          <a:r>
            <a:rPr lang="ru-RU" b="0" i="1" dirty="0"/>
            <a:t> — </a:t>
          </a:r>
          <a:r>
            <a:rPr lang="ru-RU" b="0" i="1" dirty="0" err="1"/>
            <a:t>Либідь</a:t>
          </a:r>
          <a:r>
            <a:rPr lang="ru-RU" b="0" i="1" dirty="0"/>
            <a:t>. ...</a:t>
          </a:r>
          <a:r>
            <a:rPr lang="ru-RU" b="0" i="1" dirty="0" err="1"/>
            <a:t>Зробили</a:t>
          </a:r>
          <a:r>
            <a:rPr lang="ru-RU" b="0" i="1" dirty="0"/>
            <a:t> вони городок і... назвали </a:t>
          </a:r>
          <a:r>
            <a:rPr lang="ru-RU" b="0" i="1" dirty="0" err="1"/>
            <a:t>його</a:t>
          </a:r>
          <a:r>
            <a:rPr lang="ru-RU" b="0" i="1" dirty="0"/>
            <a:t> </a:t>
          </a:r>
          <a:r>
            <a:rPr lang="ru-RU" b="0" i="1" dirty="0" err="1"/>
            <a:t>Києвом</a:t>
          </a:r>
          <a:r>
            <a:rPr lang="ru-RU" b="0" i="1" dirty="0"/>
            <a:t>...»</a:t>
          </a:r>
          <a:endParaRPr lang="uk-UA" dirty="0"/>
        </a:p>
      </dgm:t>
    </dgm:pt>
    <dgm:pt modelId="{CE05C0FB-1190-4A81-AD4B-FC1176813D5B}" type="parTrans" cxnId="{F78D6EA6-E5B7-4370-AB8F-AF1792AE6D97}">
      <dgm:prSet/>
      <dgm:spPr/>
      <dgm:t>
        <a:bodyPr/>
        <a:lstStyle/>
        <a:p>
          <a:endParaRPr lang="uk-UA"/>
        </a:p>
      </dgm:t>
    </dgm:pt>
    <dgm:pt modelId="{B3646F0E-71AA-45AA-9E07-53D40390D95C}" type="sibTrans" cxnId="{F78D6EA6-E5B7-4370-AB8F-AF1792AE6D97}">
      <dgm:prSet/>
      <dgm:spPr/>
      <dgm:t>
        <a:bodyPr/>
        <a:lstStyle/>
        <a:p>
          <a:endParaRPr lang="uk-UA"/>
        </a:p>
      </dgm:t>
    </dgm:pt>
    <dgm:pt modelId="{37C80469-BA16-4B1B-80AF-BAA1B6BBA2DD}" type="pres">
      <dgm:prSet presAssocID="{C6837FDA-421E-446C-BC7A-7E73BB7FCD6E}" presName="linear" presStyleCnt="0">
        <dgm:presLayoutVars>
          <dgm:animLvl val="lvl"/>
          <dgm:resizeHandles val="exact"/>
        </dgm:presLayoutVars>
      </dgm:prSet>
      <dgm:spPr/>
    </dgm:pt>
    <dgm:pt modelId="{8426DC7D-D4AD-413F-8460-7F576A61DA68}" type="pres">
      <dgm:prSet presAssocID="{12C59034-C618-4D7B-B163-0C736C9AA2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01FA4C6-C99F-460D-BEB3-2AD33DE15D9E}" type="pres">
      <dgm:prSet presAssocID="{6D863CC8-0D57-4725-9B24-08B31F129339}" presName="spacer" presStyleCnt="0"/>
      <dgm:spPr/>
    </dgm:pt>
    <dgm:pt modelId="{9D0E090A-6A6C-4384-931C-5B59A4AC612B}" type="pres">
      <dgm:prSet presAssocID="{4178F482-976D-43B8-88ED-1D167FE24DA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0CD415-CD2C-4509-AB5E-1C00CBB3C61B}" type="presOf" srcId="{4178F482-976D-43B8-88ED-1D167FE24DA2}" destId="{9D0E090A-6A6C-4384-931C-5B59A4AC612B}" srcOrd="0" destOrd="0" presId="urn:microsoft.com/office/officeart/2005/8/layout/vList2"/>
    <dgm:cxn modelId="{F78D6EA6-E5B7-4370-AB8F-AF1792AE6D97}" srcId="{C6837FDA-421E-446C-BC7A-7E73BB7FCD6E}" destId="{4178F482-976D-43B8-88ED-1D167FE24DA2}" srcOrd="1" destOrd="0" parTransId="{CE05C0FB-1190-4A81-AD4B-FC1176813D5B}" sibTransId="{B3646F0E-71AA-45AA-9E07-53D40390D95C}"/>
    <dgm:cxn modelId="{A89445B5-1FAF-446F-A8E4-A485BFA9D758}" srcId="{C6837FDA-421E-446C-BC7A-7E73BB7FCD6E}" destId="{12C59034-C618-4D7B-B163-0C736C9AA211}" srcOrd="0" destOrd="0" parTransId="{B19D3FF1-6BD3-4B39-8F05-E75E427CB489}" sibTransId="{6D863CC8-0D57-4725-9B24-08B31F129339}"/>
    <dgm:cxn modelId="{C22728DA-5873-4277-8DF5-AC5A2D6C95A0}" type="presOf" srcId="{C6837FDA-421E-446C-BC7A-7E73BB7FCD6E}" destId="{37C80469-BA16-4B1B-80AF-BAA1B6BBA2DD}" srcOrd="0" destOrd="0" presId="urn:microsoft.com/office/officeart/2005/8/layout/vList2"/>
    <dgm:cxn modelId="{2ED372E1-F5E9-4DB6-AAE5-34C803A5C602}" type="presOf" srcId="{12C59034-C618-4D7B-B163-0C736C9AA211}" destId="{8426DC7D-D4AD-413F-8460-7F576A61DA68}" srcOrd="0" destOrd="0" presId="urn:microsoft.com/office/officeart/2005/8/layout/vList2"/>
    <dgm:cxn modelId="{22D996AF-56A2-464F-A912-85F7003A0608}" type="presParOf" srcId="{37C80469-BA16-4B1B-80AF-BAA1B6BBA2DD}" destId="{8426DC7D-D4AD-413F-8460-7F576A61DA68}" srcOrd="0" destOrd="0" presId="urn:microsoft.com/office/officeart/2005/8/layout/vList2"/>
    <dgm:cxn modelId="{A8ABE639-B062-4786-A80B-AC3AD5CF7E0C}" type="presParOf" srcId="{37C80469-BA16-4B1B-80AF-BAA1B6BBA2DD}" destId="{501FA4C6-C99F-460D-BEB3-2AD33DE15D9E}" srcOrd="1" destOrd="0" presId="urn:microsoft.com/office/officeart/2005/8/layout/vList2"/>
    <dgm:cxn modelId="{BFCF96E3-8824-4032-BDF0-E10EA4EBA1B8}" type="presParOf" srcId="{37C80469-BA16-4B1B-80AF-BAA1B6BBA2DD}" destId="{9D0E090A-6A6C-4384-931C-5B59A4AC612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6F113F1-31EA-4B29-8466-7B6387584A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6904729-283A-4808-A174-89E427CDB924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Галицький</a:t>
          </a:r>
          <a:r>
            <a:rPr lang="ru-RU" b="0" i="1" dirty="0"/>
            <a:t> </a:t>
          </a:r>
          <a:r>
            <a:rPr lang="ru-RU" b="0" i="1" dirty="0" err="1"/>
            <a:t>Осмомисле</a:t>
          </a:r>
          <a:r>
            <a:rPr lang="ru-RU" b="0" i="1" dirty="0"/>
            <a:t> Ярославе! </a:t>
          </a:r>
          <a:r>
            <a:rPr lang="ru-RU" b="0" i="1" dirty="0" err="1"/>
            <a:t>Високо</a:t>
          </a:r>
          <a:r>
            <a:rPr lang="ru-RU" b="0" i="1" dirty="0"/>
            <a:t> </a:t>
          </a:r>
          <a:r>
            <a:rPr lang="ru-RU" b="0" i="1" dirty="0" err="1"/>
            <a:t>сидиш</a:t>
          </a:r>
          <a:r>
            <a:rPr lang="ru-RU" b="0" i="1" dirty="0"/>
            <a:t> </a:t>
          </a:r>
          <a:r>
            <a:rPr lang="ru-RU" b="0" i="1" dirty="0" err="1"/>
            <a:t>ти</a:t>
          </a:r>
          <a:r>
            <a:rPr lang="ru-RU" b="0" i="1" dirty="0"/>
            <a:t> на </a:t>
          </a:r>
          <a:r>
            <a:rPr lang="ru-RU" b="0" i="1" dirty="0" err="1"/>
            <a:t>своїм</a:t>
          </a:r>
          <a:r>
            <a:rPr lang="ru-RU" b="0" i="1" dirty="0"/>
            <a:t> </a:t>
          </a:r>
          <a:r>
            <a:rPr lang="ru-RU" b="0" i="1" dirty="0" err="1"/>
            <a:t>золотокованім</a:t>
          </a:r>
          <a:r>
            <a:rPr lang="ru-RU" b="0" i="1" dirty="0"/>
            <a:t> </a:t>
          </a:r>
          <a:r>
            <a:rPr lang="ru-RU" b="0" i="1" dirty="0" err="1"/>
            <a:t>столі</a:t>
          </a:r>
          <a:r>
            <a:rPr lang="ru-RU" b="0" i="1" dirty="0"/>
            <a:t>... </a:t>
          </a:r>
          <a:r>
            <a:rPr lang="ru-RU" b="0" i="1" dirty="0" err="1"/>
            <a:t>Стріляй</a:t>
          </a:r>
          <a:r>
            <a:rPr lang="ru-RU" b="0" i="1" dirty="0"/>
            <a:t>, господарю, Кончака, раба поганого, за землю </a:t>
          </a:r>
          <a:r>
            <a:rPr lang="ru-RU" b="0" i="1" dirty="0" err="1"/>
            <a:t>Руську</a:t>
          </a:r>
          <a:r>
            <a:rPr lang="ru-RU" b="0" i="1" dirty="0"/>
            <a:t>, за рани </a:t>
          </a:r>
          <a:r>
            <a:rPr lang="ru-RU" b="0" i="1" dirty="0" err="1"/>
            <a:t>Ігореві</a:t>
          </a:r>
          <a:r>
            <a:rPr lang="ru-RU" b="0" i="1" dirty="0"/>
            <a:t>, </a:t>
          </a:r>
          <a:r>
            <a:rPr lang="ru-RU" b="0" i="1" dirty="0" err="1"/>
            <a:t>смілого</a:t>
          </a:r>
          <a:r>
            <a:rPr lang="ru-RU" b="0" i="1" dirty="0"/>
            <a:t> Святославича!..»</a:t>
          </a:r>
          <a:endParaRPr lang="uk-UA" dirty="0"/>
        </a:p>
      </dgm:t>
    </dgm:pt>
    <dgm:pt modelId="{1801642F-8750-4C7B-93AE-9C7A28A546FC}" type="parTrans" cxnId="{AFCF55DD-23ED-4A3A-B488-C08E5BBC5CA8}">
      <dgm:prSet/>
      <dgm:spPr/>
      <dgm:t>
        <a:bodyPr/>
        <a:lstStyle/>
        <a:p>
          <a:endParaRPr lang="uk-UA"/>
        </a:p>
      </dgm:t>
    </dgm:pt>
    <dgm:pt modelId="{52BF7946-C53C-439E-A8A8-E821FAEF7194}" type="sibTrans" cxnId="{AFCF55DD-23ED-4A3A-B488-C08E5BBC5CA8}">
      <dgm:prSet/>
      <dgm:spPr/>
      <dgm:t>
        <a:bodyPr/>
        <a:lstStyle/>
        <a:p>
          <a:endParaRPr lang="uk-UA"/>
        </a:p>
      </dgm:t>
    </dgm:pt>
    <dgm:pt modelId="{AD7C7B5C-F710-4940-BBE2-1A16AD018028}" type="pres">
      <dgm:prSet presAssocID="{D6F113F1-31EA-4B29-8466-7B6387584A27}" presName="linear" presStyleCnt="0">
        <dgm:presLayoutVars>
          <dgm:animLvl val="lvl"/>
          <dgm:resizeHandles val="exact"/>
        </dgm:presLayoutVars>
      </dgm:prSet>
      <dgm:spPr/>
    </dgm:pt>
    <dgm:pt modelId="{DC27EB39-AAC3-41AC-AB09-004C3DD7ABE2}" type="pres">
      <dgm:prSet presAssocID="{66904729-283A-4808-A174-89E427CDB924}" presName="parentText" presStyleLbl="node1" presStyleIdx="0" presStyleCnt="1" custScaleY="32416" custLinFactNeighborX="-1448" custLinFactNeighborY="-339">
        <dgm:presLayoutVars>
          <dgm:chMax val="0"/>
          <dgm:bulletEnabled val="1"/>
        </dgm:presLayoutVars>
      </dgm:prSet>
      <dgm:spPr/>
    </dgm:pt>
  </dgm:ptLst>
  <dgm:cxnLst>
    <dgm:cxn modelId="{A9811681-6728-4269-8B81-D02018F51DF2}" type="presOf" srcId="{D6F113F1-31EA-4B29-8466-7B6387584A27}" destId="{AD7C7B5C-F710-4940-BBE2-1A16AD018028}" srcOrd="0" destOrd="0" presId="urn:microsoft.com/office/officeart/2005/8/layout/vList2"/>
    <dgm:cxn modelId="{43B21AB6-8D29-4973-8F8B-97C12AC8B78A}" type="presOf" srcId="{66904729-283A-4808-A174-89E427CDB924}" destId="{DC27EB39-AAC3-41AC-AB09-004C3DD7ABE2}" srcOrd="0" destOrd="0" presId="urn:microsoft.com/office/officeart/2005/8/layout/vList2"/>
    <dgm:cxn modelId="{AFCF55DD-23ED-4A3A-B488-C08E5BBC5CA8}" srcId="{D6F113F1-31EA-4B29-8466-7B6387584A27}" destId="{66904729-283A-4808-A174-89E427CDB924}" srcOrd="0" destOrd="0" parTransId="{1801642F-8750-4C7B-93AE-9C7A28A546FC}" sibTransId="{52BF7946-C53C-439E-A8A8-E821FAEF7194}"/>
    <dgm:cxn modelId="{E2F212D4-B773-4FAD-94CC-973B9A0B0D38}" type="presParOf" srcId="{AD7C7B5C-F710-4940-BBE2-1A16AD018028}" destId="{DC27EB39-AAC3-41AC-AB09-004C3DD7AB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09EBE0F-AF2B-4015-A4B6-074E0A356C3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E16A0F-CA58-4020-948F-1037B98DA4B1}">
      <dgm:prSet/>
      <dgm:spPr/>
      <dgm:t>
        <a:bodyPr/>
        <a:lstStyle/>
        <a:p>
          <a:r>
            <a:rPr lang="uk-UA" b="0" i="0"/>
            <a:t>віче.</a:t>
          </a:r>
          <a:endParaRPr lang="uk-UA"/>
        </a:p>
      </dgm:t>
    </dgm:pt>
    <dgm:pt modelId="{9818E6C5-23C2-4306-B991-0227DA861991}" type="parTrans" cxnId="{829196C8-08F3-4FC9-AF61-44947753091E}">
      <dgm:prSet/>
      <dgm:spPr/>
      <dgm:t>
        <a:bodyPr/>
        <a:lstStyle/>
        <a:p>
          <a:endParaRPr lang="uk-UA"/>
        </a:p>
      </dgm:t>
    </dgm:pt>
    <dgm:pt modelId="{A080E3D3-5D98-4297-AF9C-9C1398F4E8FC}" type="sibTrans" cxnId="{829196C8-08F3-4FC9-AF61-44947753091E}">
      <dgm:prSet/>
      <dgm:spPr/>
      <dgm:t>
        <a:bodyPr/>
        <a:lstStyle/>
        <a:p>
          <a:endParaRPr lang="uk-UA"/>
        </a:p>
      </dgm:t>
    </dgm:pt>
    <dgm:pt modelId="{36BACA1C-FAAA-41DB-B9E3-2ED003AE521F}">
      <dgm:prSet/>
      <dgm:spPr/>
      <dgm:t>
        <a:bodyPr/>
        <a:lstStyle/>
        <a:p>
          <a:r>
            <a:rPr lang="uk-UA" b="0" i="0" dirty="0" err="1"/>
            <a:t>снем</a:t>
          </a:r>
          <a:r>
            <a:rPr lang="uk-UA" b="0" i="0" dirty="0"/>
            <a:t>.</a:t>
          </a:r>
          <a:endParaRPr lang="uk-UA" dirty="0"/>
        </a:p>
      </dgm:t>
    </dgm:pt>
    <dgm:pt modelId="{88201B6B-7692-4995-B2E7-A773F8A344A5}" type="parTrans" cxnId="{75E99004-482C-40DA-88E9-1C3BF76529A8}">
      <dgm:prSet/>
      <dgm:spPr/>
      <dgm:t>
        <a:bodyPr/>
        <a:lstStyle/>
        <a:p>
          <a:endParaRPr lang="uk-UA"/>
        </a:p>
      </dgm:t>
    </dgm:pt>
    <dgm:pt modelId="{5E1C6B4A-D2C6-4A0F-A155-86A265B413A7}" type="sibTrans" cxnId="{75E99004-482C-40DA-88E9-1C3BF76529A8}">
      <dgm:prSet/>
      <dgm:spPr/>
      <dgm:t>
        <a:bodyPr/>
        <a:lstStyle/>
        <a:p>
          <a:endParaRPr lang="uk-UA"/>
        </a:p>
      </dgm:t>
    </dgm:pt>
    <dgm:pt modelId="{DDB9ACA4-11D7-4642-B404-0626E9129221}">
      <dgm:prSet/>
      <dgm:spPr/>
      <dgm:t>
        <a:bodyPr/>
        <a:lstStyle/>
        <a:p>
          <a:r>
            <a:rPr lang="uk-UA" b="0" i="0"/>
            <a:t>раду.</a:t>
          </a:r>
          <a:endParaRPr lang="uk-UA"/>
        </a:p>
      </dgm:t>
    </dgm:pt>
    <dgm:pt modelId="{B116110C-4D70-4A26-A75B-11CDF92CC341}" type="parTrans" cxnId="{0CDE1B3B-1FD5-4D45-9AD4-BC08BB6647B4}">
      <dgm:prSet/>
      <dgm:spPr/>
      <dgm:t>
        <a:bodyPr/>
        <a:lstStyle/>
        <a:p>
          <a:endParaRPr lang="uk-UA"/>
        </a:p>
      </dgm:t>
    </dgm:pt>
    <dgm:pt modelId="{19A3357C-8000-437C-A845-33596CC0599E}" type="sibTrans" cxnId="{0CDE1B3B-1FD5-4D45-9AD4-BC08BB6647B4}">
      <dgm:prSet/>
      <dgm:spPr/>
      <dgm:t>
        <a:bodyPr/>
        <a:lstStyle/>
        <a:p>
          <a:endParaRPr lang="uk-UA"/>
        </a:p>
      </dgm:t>
    </dgm:pt>
    <dgm:pt modelId="{D7B8E2F3-CB9E-4A7E-9C55-7740BCFAFC50}">
      <dgm:prSet/>
      <dgm:spPr/>
      <dgm:t>
        <a:bodyPr/>
        <a:lstStyle/>
        <a:p>
          <a:r>
            <a:rPr lang="uk-UA" b="0" i="0" dirty="0"/>
            <a:t>сейм</a:t>
          </a:r>
          <a:endParaRPr lang="uk-UA" dirty="0"/>
        </a:p>
      </dgm:t>
    </dgm:pt>
    <dgm:pt modelId="{D8085545-44A2-4E4E-86D3-380FECB4FD6D}" type="parTrans" cxnId="{AD7B8DA3-0922-4B3B-A335-469AD269A177}">
      <dgm:prSet/>
      <dgm:spPr/>
      <dgm:t>
        <a:bodyPr/>
        <a:lstStyle/>
        <a:p>
          <a:endParaRPr lang="uk-UA"/>
        </a:p>
      </dgm:t>
    </dgm:pt>
    <dgm:pt modelId="{D7F7D099-8A0F-45C3-ADA5-62291DAFB54A}" type="sibTrans" cxnId="{AD7B8DA3-0922-4B3B-A335-469AD269A177}">
      <dgm:prSet/>
      <dgm:spPr/>
      <dgm:t>
        <a:bodyPr/>
        <a:lstStyle/>
        <a:p>
          <a:endParaRPr lang="uk-UA"/>
        </a:p>
      </dgm:t>
    </dgm:pt>
    <dgm:pt modelId="{E906D92D-CF91-4A7C-9EB6-42AE464C086C}" type="pres">
      <dgm:prSet presAssocID="{609EBE0F-AF2B-4015-A4B6-074E0A356C36}" presName="matrix" presStyleCnt="0">
        <dgm:presLayoutVars>
          <dgm:chMax val="1"/>
          <dgm:dir/>
          <dgm:resizeHandles val="exact"/>
        </dgm:presLayoutVars>
      </dgm:prSet>
      <dgm:spPr/>
    </dgm:pt>
    <dgm:pt modelId="{1AE4B94E-BE1A-4D7F-8E3E-5C2F6562F4B1}" type="pres">
      <dgm:prSet presAssocID="{609EBE0F-AF2B-4015-A4B6-074E0A356C36}" presName="diamond" presStyleLbl="bgShp" presStyleIdx="0" presStyleCnt="1"/>
      <dgm:spPr/>
    </dgm:pt>
    <dgm:pt modelId="{6731577D-A6C7-49C4-8578-4785AB4082DF}" type="pres">
      <dgm:prSet presAssocID="{609EBE0F-AF2B-4015-A4B6-074E0A356C3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FD5AC77-BC48-4F92-A51C-A484498D134D}" type="pres">
      <dgm:prSet presAssocID="{609EBE0F-AF2B-4015-A4B6-074E0A356C3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363C869-5C87-4EFF-AFA1-89B759C3948A}" type="pres">
      <dgm:prSet presAssocID="{609EBE0F-AF2B-4015-A4B6-074E0A356C3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BEA4803-ED23-465A-8CC9-B2FADEE2CFB4}" type="pres">
      <dgm:prSet presAssocID="{609EBE0F-AF2B-4015-A4B6-074E0A356C3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5E99004-482C-40DA-88E9-1C3BF76529A8}" srcId="{609EBE0F-AF2B-4015-A4B6-074E0A356C36}" destId="{36BACA1C-FAAA-41DB-B9E3-2ED003AE521F}" srcOrd="1" destOrd="0" parTransId="{88201B6B-7692-4995-B2E7-A773F8A344A5}" sibTransId="{5E1C6B4A-D2C6-4A0F-A155-86A265B413A7}"/>
    <dgm:cxn modelId="{D66D6136-6C15-4BC0-863C-0EC67EB17039}" type="presOf" srcId="{36BACA1C-FAAA-41DB-B9E3-2ED003AE521F}" destId="{BFD5AC77-BC48-4F92-A51C-A484498D134D}" srcOrd="0" destOrd="0" presId="urn:microsoft.com/office/officeart/2005/8/layout/matrix3"/>
    <dgm:cxn modelId="{0CDE1B3B-1FD5-4D45-9AD4-BC08BB6647B4}" srcId="{609EBE0F-AF2B-4015-A4B6-074E0A356C36}" destId="{DDB9ACA4-11D7-4642-B404-0626E9129221}" srcOrd="2" destOrd="0" parTransId="{B116110C-4D70-4A26-A75B-11CDF92CC341}" sibTransId="{19A3357C-8000-437C-A845-33596CC0599E}"/>
    <dgm:cxn modelId="{F9B2E376-DB26-49B5-ADD1-11762B26CBD4}" type="presOf" srcId="{E6E16A0F-CA58-4020-948F-1037B98DA4B1}" destId="{6731577D-A6C7-49C4-8578-4785AB4082DF}" srcOrd="0" destOrd="0" presId="urn:microsoft.com/office/officeart/2005/8/layout/matrix3"/>
    <dgm:cxn modelId="{A13EE988-A091-4CB6-8774-F5006B0AE10D}" type="presOf" srcId="{609EBE0F-AF2B-4015-A4B6-074E0A356C36}" destId="{E906D92D-CF91-4A7C-9EB6-42AE464C086C}" srcOrd="0" destOrd="0" presId="urn:microsoft.com/office/officeart/2005/8/layout/matrix3"/>
    <dgm:cxn modelId="{AD7B8DA3-0922-4B3B-A335-469AD269A177}" srcId="{609EBE0F-AF2B-4015-A4B6-074E0A356C36}" destId="{D7B8E2F3-CB9E-4A7E-9C55-7740BCFAFC50}" srcOrd="3" destOrd="0" parTransId="{D8085545-44A2-4E4E-86D3-380FECB4FD6D}" sibTransId="{D7F7D099-8A0F-45C3-ADA5-62291DAFB54A}"/>
    <dgm:cxn modelId="{2CD57DB7-9C32-43F5-8AA6-0487861802E9}" type="presOf" srcId="{DDB9ACA4-11D7-4642-B404-0626E9129221}" destId="{C363C869-5C87-4EFF-AFA1-89B759C3948A}" srcOrd="0" destOrd="0" presId="urn:microsoft.com/office/officeart/2005/8/layout/matrix3"/>
    <dgm:cxn modelId="{7672ECBD-9310-4929-8FA1-6D5D472CD6D8}" type="presOf" srcId="{D7B8E2F3-CB9E-4A7E-9C55-7740BCFAFC50}" destId="{6BEA4803-ED23-465A-8CC9-B2FADEE2CFB4}" srcOrd="0" destOrd="0" presId="urn:microsoft.com/office/officeart/2005/8/layout/matrix3"/>
    <dgm:cxn modelId="{829196C8-08F3-4FC9-AF61-44947753091E}" srcId="{609EBE0F-AF2B-4015-A4B6-074E0A356C36}" destId="{E6E16A0F-CA58-4020-948F-1037B98DA4B1}" srcOrd="0" destOrd="0" parTransId="{9818E6C5-23C2-4306-B991-0227DA861991}" sibTransId="{A080E3D3-5D98-4297-AF9C-9C1398F4E8FC}"/>
    <dgm:cxn modelId="{15504405-D695-4C30-AF0C-8F408187FC8C}" type="presParOf" srcId="{E906D92D-CF91-4A7C-9EB6-42AE464C086C}" destId="{1AE4B94E-BE1A-4D7F-8E3E-5C2F6562F4B1}" srcOrd="0" destOrd="0" presId="urn:microsoft.com/office/officeart/2005/8/layout/matrix3"/>
    <dgm:cxn modelId="{6495A99D-3120-4B25-9A1D-9905AA5CB93C}" type="presParOf" srcId="{E906D92D-CF91-4A7C-9EB6-42AE464C086C}" destId="{6731577D-A6C7-49C4-8578-4785AB4082DF}" srcOrd="1" destOrd="0" presId="urn:microsoft.com/office/officeart/2005/8/layout/matrix3"/>
    <dgm:cxn modelId="{BE373FC4-B779-4A80-B522-7F166FC9ACED}" type="presParOf" srcId="{E906D92D-CF91-4A7C-9EB6-42AE464C086C}" destId="{BFD5AC77-BC48-4F92-A51C-A484498D134D}" srcOrd="2" destOrd="0" presId="urn:microsoft.com/office/officeart/2005/8/layout/matrix3"/>
    <dgm:cxn modelId="{0F8C214F-AA17-4A3B-9D8E-B902C3500C1C}" type="presParOf" srcId="{E906D92D-CF91-4A7C-9EB6-42AE464C086C}" destId="{C363C869-5C87-4EFF-AFA1-89B759C3948A}" srcOrd="3" destOrd="0" presId="urn:microsoft.com/office/officeart/2005/8/layout/matrix3"/>
    <dgm:cxn modelId="{74CB990E-B8B8-4D3B-9B9C-F4ABB90D6861}" type="presParOf" srcId="{E906D92D-CF91-4A7C-9EB6-42AE464C086C}" destId="{6BEA4803-ED23-465A-8CC9-B2FADEE2CFB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A2B215E-32DF-4045-BA12-CC68EA47A5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1D84CE2-A026-4B5E-B319-580A159519CC}">
      <dgm:prSet/>
      <dgm:spPr/>
      <dgm:t>
        <a:bodyPr/>
        <a:lstStyle/>
        <a:p>
          <a:r>
            <a:rPr lang="uk-UA" b="0" i="1" dirty="0"/>
            <a:t>«Костянтин з матір’ю своєю, Єленою, хрест із Єрусалима приніс... Ти ж із своєю бабусею, Ольгою, принесли хрест від нового Єрусалима - </a:t>
          </a:r>
          <a:r>
            <a:rPr lang="uk-UA" b="0" i="1" dirty="0" err="1"/>
            <a:t>Костянтинограда</a:t>
          </a:r>
          <a:r>
            <a:rPr lang="uk-UA" b="0" i="1" dirty="0"/>
            <a:t>, по всій землі своїй розставивши, утвердили віру християнську...»</a:t>
          </a:r>
          <a:endParaRPr lang="uk-UA" dirty="0"/>
        </a:p>
      </dgm:t>
    </dgm:pt>
    <dgm:pt modelId="{6B4F20A3-9A62-4389-A7E1-3DF80FB3D294}" type="parTrans" cxnId="{53425CFD-03CF-4A5F-AA4D-91C9ADA2F2C1}">
      <dgm:prSet/>
      <dgm:spPr/>
      <dgm:t>
        <a:bodyPr/>
        <a:lstStyle/>
        <a:p>
          <a:endParaRPr lang="uk-UA"/>
        </a:p>
      </dgm:t>
    </dgm:pt>
    <dgm:pt modelId="{B719A10E-17F9-49A6-B7CE-03540609A7A4}" type="sibTrans" cxnId="{53425CFD-03CF-4A5F-AA4D-91C9ADA2F2C1}">
      <dgm:prSet/>
      <dgm:spPr/>
      <dgm:t>
        <a:bodyPr/>
        <a:lstStyle/>
        <a:p>
          <a:endParaRPr lang="uk-UA"/>
        </a:p>
      </dgm:t>
    </dgm:pt>
    <dgm:pt modelId="{FBD55CD7-01D1-4A2D-A47C-02E81CABF117}">
      <dgm:prSet/>
      <dgm:spPr/>
      <dgm:t>
        <a:bodyPr/>
        <a:lstStyle/>
        <a:p>
          <a:r>
            <a:rPr lang="uk-UA" b="0" i="1" dirty="0"/>
            <a:t>«Якщо вдарить мечем не на смерть, то має заплатити 3 гривні продажі, а потерпілому - гривню за рану, як лікувальне. Коли ж уб'є на смерть, то платити віру...»</a:t>
          </a:r>
          <a:endParaRPr lang="uk-UA" dirty="0"/>
        </a:p>
      </dgm:t>
    </dgm:pt>
    <dgm:pt modelId="{4FDDEFDB-7A45-4D3B-B34C-999598E8F903}" type="parTrans" cxnId="{9B8F150F-5371-4E74-A7FE-EDF1D27E4F8D}">
      <dgm:prSet/>
      <dgm:spPr/>
      <dgm:t>
        <a:bodyPr/>
        <a:lstStyle/>
        <a:p>
          <a:endParaRPr lang="uk-UA"/>
        </a:p>
      </dgm:t>
    </dgm:pt>
    <dgm:pt modelId="{4A70A0AD-4145-4C35-8429-7228AC8E8022}" type="sibTrans" cxnId="{9B8F150F-5371-4E74-A7FE-EDF1D27E4F8D}">
      <dgm:prSet/>
      <dgm:spPr/>
      <dgm:t>
        <a:bodyPr/>
        <a:lstStyle/>
        <a:p>
          <a:endParaRPr lang="uk-UA"/>
        </a:p>
      </dgm:t>
    </dgm:pt>
    <dgm:pt modelId="{EF7C8BCA-0BFF-464E-A29E-37F9B8B41656}" type="pres">
      <dgm:prSet presAssocID="{4A2B215E-32DF-4045-BA12-CC68EA47A52A}" presName="linear" presStyleCnt="0">
        <dgm:presLayoutVars>
          <dgm:animLvl val="lvl"/>
          <dgm:resizeHandles val="exact"/>
        </dgm:presLayoutVars>
      </dgm:prSet>
      <dgm:spPr/>
    </dgm:pt>
    <dgm:pt modelId="{43DC2AF2-642F-4E8A-8EB6-946C79089414}" type="pres">
      <dgm:prSet presAssocID="{91D84CE2-A026-4B5E-B319-580A159519CC}" presName="parentText" presStyleLbl="node1" presStyleIdx="0" presStyleCnt="2" custLinFactNeighborY="-28561">
        <dgm:presLayoutVars>
          <dgm:chMax val="0"/>
          <dgm:bulletEnabled val="1"/>
        </dgm:presLayoutVars>
      </dgm:prSet>
      <dgm:spPr/>
    </dgm:pt>
    <dgm:pt modelId="{2B799935-8BD0-421A-985B-07D2F42412DF}" type="pres">
      <dgm:prSet presAssocID="{B719A10E-17F9-49A6-B7CE-03540609A7A4}" presName="spacer" presStyleCnt="0"/>
      <dgm:spPr/>
    </dgm:pt>
    <dgm:pt modelId="{7DEBCD0E-1DAD-4EA5-8ED6-32BA341377A3}" type="pres">
      <dgm:prSet presAssocID="{FBD55CD7-01D1-4A2D-A47C-02E81CABF11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B8F150F-5371-4E74-A7FE-EDF1D27E4F8D}" srcId="{4A2B215E-32DF-4045-BA12-CC68EA47A52A}" destId="{FBD55CD7-01D1-4A2D-A47C-02E81CABF117}" srcOrd="1" destOrd="0" parTransId="{4FDDEFDB-7A45-4D3B-B34C-999598E8F903}" sibTransId="{4A70A0AD-4145-4C35-8429-7228AC8E8022}"/>
    <dgm:cxn modelId="{6407307C-32E7-4B02-A706-A1EA44A7A3D9}" type="presOf" srcId="{FBD55CD7-01D1-4A2D-A47C-02E81CABF117}" destId="{7DEBCD0E-1DAD-4EA5-8ED6-32BA341377A3}" srcOrd="0" destOrd="0" presId="urn:microsoft.com/office/officeart/2005/8/layout/vList2"/>
    <dgm:cxn modelId="{D35D2ED9-B521-4E46-BB3B-3E92FD6D542A}" type="presOf" srcId="{4A2B215E-32DF-4045-BA12-CC68EA47A52A}" destId="{EF7C8BCA-0BFF-464E-A29E-37F9B8B41656}" srcOrd="0" destOrd="0" presId="urn:microsoft.com/office/officeart/2005/8/layout/vList2"/>
    <dgm:cxn modelId="{C82B3FDD-4E3D-4B67-B0D6-F624D00A1AF6}" type="presOf" srcId="{91D84CE2-A026-4B5E-B319-580A159519CC}" destId="{43DC2AF2-642F-4E8A-8EB6-946C79089414}" srcOrd="0" destOrd="0" presId="urn:microsoft.com/office/officeart/2005/8/layout/vList2"/>
    <dgm:cxn modelId="{53425CFD-03CF-4A5F-AA4D-91C9ADA2F2C1}" srcId="{4A2B215E-32DF-4045-BA12-CC68EA47A52A}" destId="{91D84CE2-A026-4B5E-B319-580A159519CC}" srcOrd="0" destOrd="0" parTransId="{6B4F20A3-9A62-4389-A7E1-3DF80FB3D294}" sibTransId="{B719A10E-17F9-49A6-B7CE-03540609A7A4}"/>
    <dgm:cxn modelId="{F4A50B61-69FA-4F2D-97FE-38B7781BFF14}" type="presParOf" srcId="{EF7C8BCA-0BFF-464E-A29E-37F9B8B41656}" destId="{43DC2AF2-642F-4E8A-8EB6-946C79089414}" srcOrd="0" destOrd="0" presId="urn:microsoft.com/office/officeart/2005/8/layout/vList2"/>
    <dgm:cxn modelId="{2300E985-DEBA-4E75-9657-225FDD47562A}" type="presParOf" srcId="{EF7C8BCA-0BFF-464E-A29E-37F9B8B41656}" destId="{2B799935-8BD0-421A-985B-07D2F42412DF}" srcOrd="1" destOrd="0" presId="urn:microsoft.com/office/officeart/2005/8/layout/vList2"/>
    <dgm:cxn modelId="{886F5F08-7513-4FB8-96B4-34C2D1DC8950}" type="presParOf" srcId="{EF7C8BCA-0BFF-464E-A29E-37F9B8B41656}" destId="{7DEBCD0E-1DAD-4EA5-8ED6-32BA341377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8959B03-A027-4E9A-9EE1-79190059D4D5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9AA542-2C0D-4C45-9D66-3E7387CC51C6}">
      <dgm:prSet/>
      <dgm:spPr/>
      <dgm:t>
        <a:bodyPr/>
        <a:lstStyle/>
        <a:p>
          <a:r>
            <a:rPr lang="ru-RU" b="0" i="0"/>
            <a:t>«Руська правда»</a:t>
          </a:r>
          <a:endParaRPr lang="uk-UA"/>
        </a:p>
      </dgm:t>
    </dgm:pt>
    <dgm:pt modelId="{3F2771EA-0765-4F94-9002-86F50796D2FC}" type="parTrans" cxnId="{E2EC899D-B0E7-4556-8ADC-4998559BE7C0}">
      <dgm:prSet/>
      <dgm:spPr/>
      <dgm:t>
        <a:bodyPr/>
        <a:lstStyle/>
        <a:p>
          <a:endParaRPr lang="uk-UA"/>
        </a:p>
      </dgm:t>
    </dgm:pt>
    <dgm:pt modelId="{EE39BA43-2A65-4716-9569-B5A2D27D291A}" type="sibTrans" cxnId="{E2EC899D-B0E7-4556-8ADC-4998559BE7C0}">
      <dgm:prSet/>
      <dgm:spPr/>
      <dgm:t>
        <a:bodyPr/>
        <a:lstStyle/>
        <a:p>
          <a:endParaRPr lang="uk-UA"/>
        </a:p>
      </dgm:t>
    </dgm:pt>
    <dgm:pt modelId="{77376727-92F3-4040-91A8-F3CC5EAE6F01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...»</a:t>
          </a:r>
          <a:endParaRPr lang="uk-UA" dirty="0"/>
        </a:p>
      </dgm:t>
    </dgm:pt>
    <dgm:pt modelId="{9E6113CC-E9B4-4B2E-BBF7-FF273D8C4B88}" type="parTrans" cxnId="{B553EDB9-7FAA-47D7-901E-E824A670DBB0}">
      <dgm:prSet/>
      <dgm:spPr/>
      <dgm:t>
        <a:bodyPr/>
        <a:lstStyle/>
        <a:p>
          <a:endParaRPr lang="uk-UA"/>
        </a:p>
      </dgm:t>
    </dgm:pt>
    <dgm:pt modelId="{21BDA979-AE51-49D7-B6B6-AC736B8DF001}" type="sibTrans" cxnId="{B553EDB9-7FAA-47D7-901E-E824A670DBB0}">
      <dgm:prSet/>
      <dgm:spPr/>
      <dgm:t>
        <a:bodyPr/>
        <a:lstStyle/>
        <a:p>
          <a:endParaRPr lang="uk-UA"/>
        </a:p>
      </dgm:t>
    </dgm:pt>
    <dgm:pt modelId="{B41E8584-DDCF-48EA-8EA2-CCD44339745D}">
      <dgm:prSet/>
      <dgm:spPr/>
      <dgm:t>
        <a:bodyPr/>
        <a:lstStyle/>
        <a:p>
          <a:r>
            <a:rPr lang="ru-RU" b="0" i="0" dirty="0"/>
            <a:t>«Слово про Закон і Благодать»</a:t>
          </a:r>
          <a:endParaRPr lang="uk-UA" dirty="0"/>
        </a:p>
      </dgm:t>
    </dgm:pt>
    <dgm:pt modelId="{40471B2E-DDB0-4A2D-AF3E-01540BA2084B}" type="parTrans" cxnId="{A8C3136F-FD20-4786-A0E3-62A9AF2CD0DE}">
      <dgm:prSet/>
      <dgm:spPr/>
      <dgm:t>
        <a:bodyPr/>
        <a:lstStyle/>
        <a:p>
          <a:endParaRPr lang="uk-UA"/>
        </a:p>
      </dgm:t>
    </dgm:pt>
    <dgm:pt modelId="{9C299442-F219-4B8C-B52B-2DF8AF11401F}" type="sibTrans" cxnId="{A8C3136F-FD20-4786-A0E3-62A9AF2CD0DE}">
      <dgm:prSet/>
      <dgm:spPr/>
      <dgm:t>
        <a:bodyPr/>
        <a:lstStyle/>
        <a:p>
          <a:endParaRPr lang="uk-UA"/>
        </a:p>
      </dgm:t>
    </dgm:pt>
    <dgm:pt modelId="{374E79AA-EFF0-4C7C-BDEB-F6C22A91AC17}">
      <dgm:prSet/>
      <dgm:spPr/>
      <dgm:t>
        <a:bodyPr/>
        <a:lstStyle/>
        <a:p>
          <a:r>
            <a:rPr lang="ru-RU" b="0" i="0"/>
            <a:t>«Повість минулих літ»</a:t>
          </a:r>
          <a:endParaRPr lang="uk-UA"/>
        </a:p>
      </dgm:t>
    </dgm:pt>
    <dgm:pt modelId="{D0AA5E5B-A8BA-42B5-AA04-AB9928E245B3}" type="parTrans" cxnId="{A306BDD2-3551-4E6D-9441-67B5D83C72A0}">
      <dgm:prSet/>
      <dgm:spPr/>
      <dgm:t>
        <a:bodyPr/>
        <a:lstStyle/>
        <a:p>
          <a:endParaRPr lang="uk-UA"/>
        </a:p>
      </dgm:t>
    </dgm:pt>
    <dgm:pt modelId="{0A79996A-99C2-4C21-AA14-DA8C9BE96E39}" type="sibTrans" cxnId="{A306BDD2-3551-4E6D-9441-67B5D83C72A0}">
      <dgm:prSet/>
      <dgm:spPr/>
      <dgm:t>
        <a:bodyPr/>
        <a:lstStyle/>
        <a:p>
          <a:endParaRPr lang="uk-UA"/>
        </a:p>
      </dgm:t>
    </dgm:pt>
    <dgm:pt modelId="{782B7F15-D82F-48D3-B2A6-2E1404C25013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</a:t>
          </a:r>
          <a:endParaRPr lang="uk-UA" dirty="0"/>
        </a:p>
      </dgm:t>
    </dgm:pt>
    <dgm:pt modelId="{37C76DF9-8239-4C91-9E37-77D232195BF7}" type="parTrans" cxnId="{C3D345B3-8E6F-4FE2-A59D-9DE3CD66F4DE}">
      <dgm:prSet/>
      <dgm:spPr/>
      <dgm:t>
        <a:bodyPr/>
        <a:lstStyle/>
        <a:p>
          <a:endParaRPr lang="uk-UA"/>
        </a:p>
      </dgm:t>
    </dgm:pt>
    <dgm:pt modelId="{2C8B842A-3C46-4E8B-A3FB-0CD054EF42F8}" type="sibTrans" cxnId="{C3D345B3-8E6F-4FE2-A59D-9DE3CD66F4DE}">
      <dgm:prSet/>
      <dgm:spPr/>
      <dgm:t>
        <a:bodyPr/>
        <a:lstStyle/>
        <a:p>
          <a:endParaRPr lang="uk-UA"/>
        </a:p>
      </dgm:t>
    </dgm:pt>
    <dgm:pt modelId="{4EDE0F90-C1AC-47C3-9459-D2F795F2EFA0}" type="pres">
      <dgm:prSet presAssocID="{D8959B03-A027-4E9A-9EE1-79190059D4D5}" presName="compositeShape" presStyleCnt="0">
        <dgm:presLayoutVars>
          <dgm:chMax val="7"/>
          <dgm:dir/>
          <dgm:resizeHandles val="exact"/>
        </dgm:presLayoutVars>
      </dgm:prSet>
      <dgm:spPr/>
    </dgm:pt>
    <dgm:pt modelId="{8BCFEA0E-05B5-4232-9A70-23C6A6200CDE}" type="pres">
      <dgm:prSet presAssocID="{FF9AA542-2C0D-4C45-9D66-3E7387CC51C6}" presName="circ1" presStyleLbl="vennNode1" presStyleIdx="0" presStyleCnt="5"/>
      <dgm:spPr/>
    </dgm:pt>
    <dgm:pt modelId="{20012819-CF63-44AD-A923-E9FA3A16FDF9}" type="pres">
      <dgm:prSet presAssocID="{FF9AA542-2C0D-4C45-9D66-3E7387CC51C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70889BA-C67E-4438-BA04-5258AD9AF436}" type="pres">
      <dgm:prSet presAssocID="{77376727-92F3-4040-91A8-F3CC5EAE6F01}" presName="circ2" presStyleLbl="vennNode1" presStyleIdx="1" presStyleCnt="5"/>
      <dgm:spPr/>
    </dgm:pt>
    <dgm:pt modelId="{63588850-48E0-49A0-BC30-A005777D5634}" type="pres">
      <dgm:prSet presAssocID="{77376727-92F3-4040-91A8-F3CC5EAE6F0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7A84E84-C3F0-47C8-8D61-A2333BDEDAB0}" type="pres">
      <dgm:prSet presAssocID="{B41E8584-DDCF-48EA-8EA2-CCD44339745D}" presName="circ3" presStyleLbl="vennNode1" presStyleIdx="2" presStyleCnt="5"/>
      <dgm:spPr/>
    </dgm:pt>
    <dgm:pt modelId="{990CE0C1-1752-4AB8-A2B3-3705D80ABE35}" type="pres">
      <dgm:prSet presAssocID="{B41E8584-DDCF-48EA-8EA2-CCD44339745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387A8B6-5980-4635-ACAC-6B1DE67E3FAB}" type="pres">
      <dgm:prSet presAssocID="{374E79AA-EFF0-4C7C-BDEB-F6C22A91AC17}" presName="circ4" presStyleLbl="vennNode1" presStyleIdx="3" presStyleCnt="5"/>
      <dgm:spPr/>
    </dgm:pt>
    <dgm:pt modelId="{29E51770-BFBC-45CE-8DBF-E1A75C28FAC3}" type="pres">
      <dgm:prSet presAssocID="{374E79AA-EFF0-4C7C-BDEB-F6C22A91AC1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19B4AF9-6675-4FB3-84A4-1BF4FCD214D5}" type="pres">
      <dgm:prSet presAssocID="{782B7F15-D82F-48D3-B2A6-2E1404C25013}" presName="circ5" presStyleLbl="vennNode1" presStyleIdx="4" presStyleCnt="5"/>
      <dgm:spPr/>
    </dgm:pt>
    <dgm:pt modelId="{7302F983-72B8-4698-B0B0-5C68D5CE1E37}" type="pres">
      <dgm:prSet presAssocID="{782B7F15-D82F-48D3-B2A6-2E1404C25013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BB99715-BEB6-44D8-ADAE-56025804806E}" type="presOf" srcId="{782B7F15-D82F-48D3-B2A6-2E1404C25013}" destId="{7302F983-72B8-4698-B0B0-5C68D5CE1E37}" srcOrd="0" destOrd="0" presId="urn:microsoft.com/office/officeart/2005/8/layout/venn1"/>
    <dgm:cxn modelId="{A9D8672E-91C1-4490-A4A2-E5E7C1DC656E}" type="presOf" srcId="{77376727-92F3-4040-91A8-F3CC5EAE6F01}" destId="{63588850-48E0-49A0-BC30-A005777D5634}" srcOrd="0" destOrd="0" presId="urn:microsoft.com/office/officeart/2005/8/layout/venn1"/>
    <dgm:cxn modelId="{A8C3136F-FD20-4786-A0E3-62A9AF2CD0DE}" srcId="{D8959B03-A027-4E9A-9EE1-79190059D4D5}" destId="{B41E8584-DDCF-48EA-8EA2-CCD44339745D}" srcOrd="2" destOrd="0" parTransId="{40471B2E-DDB0-4A2D-AF3E-01540BA2084B}" sibTransId="{9C299442-F219-4B8C-B52B-2DF8AF11401F}"/>
    <dgm:cxn modelId="{B02D919A-7400-4643-8E60-F77E10DC1140}" type="presOf" srcId="{FF9AA542-2C0D-4C45-9D66-3E7387CC51C6}" destId="{20012819-CF63-44AD-A923-E9FA3A16FDF9}" srcOrd="0" destOrd="0" presId="urn:microsoft.com/office/officeart/2005/8/layout/venn1"/>
    <dgm:cxn modelId="{E2EC899D-B0E7-4556-8ADC-4998559BE7C0}" srcId="{D8959B03-A027-4E9A-9EE1-79190059D4D5}" destId="{FF9AA542-2C0D-4C45-9D66-3E7387CC51C6}" srcOrd="0" destOrd="0" parTransId="{3F2771EA-0765-4F94-9002-86F50796D2FC}" sibTransId="{EE39BA43-2A65-4716-9569-B5A2D27D291A}"/>
    <dgm:cxn modelId="{056AC8A4-7FCA-4A02-AB14-E2C6E73A1DE4}" type="presOf" srcId="{D8959B03-A027-4E9A-9EE1-79190059D4D5}" destId="{4EDE0F90-C1AC-47C3-9459-D2F795F2EFA0}" srcOrd="0" destOrd="0" presId="urn:microsoft.com/office/officeart/2005/8/layout/venn1"/>
    <dgm:cxn modelId="{02B42EAD-2DCF-4EBD-9ACA-7A4B2CBEADE0}" type="presOf" srcId="{374E79AA-EFF0-4C7C-BDEB-F6C22A91AC17}" destId="{29E51770-BFBC-45CE-8DBF-E1A75C28FAC3}" srcOrd="0" destOrd="0" presId="urn:microsoft.com/office/officeart/2005/8/layout/venn1"/>
    <dgm:cxn modelId="{C3D345B3-8E6F-4FE2-A59D-9DE3CD66F4DE}" srcId="{D8959B03-A027-4E9A-9EE1-79190059D4D5}" destId="{782B7F15-D82F-48D3-B2A6-2E1404C25013}" srcOrd="4" destOrd="0" parTransId="{37C76DF9-8239-4C91-9E37-77D232195BF7}" sibTransId="{2C8B842A-3C46-4E8B-A3FB-0CD054EF42F8}"/>
    <dgm:cxn modelId="{B553EDB9-7FAA-47D7-901E-E824A670DBB0}" srcId="{D8959B03-A027-4E9A-9EE1-79190059D4D5}" destId="{77376727-92F3-4040-91A8-F3CC5EAE6F01}" srcOrd="1" destOrd="0" parTransId="{9E6113CC-E9B4-4B2E-BBF7-FF273D8C4B88}" sibTransId="{21BDA979-AE51-49D7-B6B6-AC736B8DF001}"/>
    <dgm:cxn modelId="{A5451AC4-C6D0-457C-8D8E-2D9F02DDEC6F}" type="presOf" srcId="{B41E8584-DDCF-48EA-8EA2-CCD44339745D}" destId="{990CE0C1-1752-4AB8-A2B3-3705D80ABE35}" srcOrd="0" destOrd="0" presId="urn:microsoft.com/office/officeart/2005/8/layout/venn1"/>
    <dgm:cxn modelId="{A306BDD2-3551-4E6D-9441-67B5D83C72A0}" srcId="{D8959B03-A027-4E9A-9EE1-79190059D4D5}" destId="{374E79AA-EFF0-4C7C-BDEB-F6C22A91AC17}" srcOrd="3" destOrd="0" parTransId="{D0AA5E5B-A8BA-42B5-AA04-AB9928E245B3}" sibTransId="{0A79996A-99C2-4C21-AA14-DA8C9BE96E39}"/>
    <dgm:cxn modelId="{527A21F7-85FD-4466-8585-AE8DC5246416}" type="presParOf" srcId="{4EDE0F90-C1AC-47C3-9459-D2F795F2EFA0}" destId="{8BCFEA0E-05B5-4232-9A70-23C6A6200CDE}" srcOrd="0" destOrd="0" presId="urn:microsoft.com/office/officeart/2005/8/layout/venn1"/>
    <dgm:cxn modelId="{EBE4E709-DAEE-4F10-B50D-4F9FD30D8DC8}" type="presParOf" srcId="{4EDE0F90-C1AC-47C3-9459-D2F795F2EFA0}" destId="{20012819-CF63-44AD-A923-E9FA3A16FDF9}" srcOrd="1" destOrd="0" presId="urn:microsoft.com/office/officeart/2005/8/layout/venn1"/>
    <dgm:cxn modelId="{60496D38-9F76-41F7-919B-2F1948E01F32}" type="presParOf" srcId="{4EDE0F90-C1AC-47C3-9459-D2F795F2EFA0}" destId="{D70889BA-C67E-4438-BA04-5258AD9AF436}" srcOrd="2" destOrd="0" presId="urn:microsoft.com/office/officeart/2005/8/layout/venn1"/>
    <dgm:cxn modelId="{152729A1-D6F5-4AE3-AE6E-F1F69EE919F4}" type="presParOf" srcId="{4EDE0F90-C1AC-47C3-9459-D2F795F2EFA0}" destId="{63588850-48E0-49A0-BC30-A005777D5634}" srcOrd="3" destOrd="0" presId="urn:microsoft.com/office/officeart/2005/8/layout/venn1"/>
    <dgm:cxn modelId="{3CA3AB1D-6EBE-4616-8F41-4A9A00F4575B}" type="presParOf" srcId="{4EDE0F90-C1AC-47C3-9459-D2F795F2EFA0}" destId="{F7A84E84-C3F0-47C8-8D61-A2333BDEDAB0}" srcOrd="4" destOrd="0" presId="urn:microsoft.com/office/officeart/2005/8/layout/venn1"/>
    <dgm:cxn modelId="{E3BBD5CA-7E4C-49B4-B5A6-E24D3B006F22}" type="presParOf" srcId="{4EDE0F90-C1AC-47C3-9459-D2F795F2EFA0}" destId="{990CE0C1-1752-4AB8-A2B3-3705D80ABE35}" srcOrd="5" destOrd="0" presId="urn:microsoft.com/office/officeart/2005/8/layout/venn1"/>
    <dgm:cxn modelId="{4B8AA229-6829-4ED7-9BD0-7A20FBB469F9}" type="presParOf" srcId="{4EDE0F90-C1AC-47C3-9459-D2F795F2EFA0}" destId="{7387A8B6-5980-4635-ACAC-6B1DE67E3FAB}" srcOrd="6" destOrd="0" presId="urn:microsoft.com/office/officeart/2005/8/layout/venn1"/>
    <dgm:cxn modelId="{6D6422C7-8D99-4140-B4D8-C9DA850B434B}" type="presParOf" srcId="{4EDE0F90-C1AC-47C3-9459-D2F795F2EFA0}" destId="{29E51770-BFBC-45CE-8DBF-E1A75C28FAC3}" srcOrd="7" destOrd="0" presId="urn:microsoft.com/office/officeart/2005/8/layout/venn1"/>
    <dgm:cxn modelId="{3CCEE18E-9342-4486-84C2-D5A4FE977656}" type="presParOf" srcId="{4EDE0F90-C1AC-47C3-9459-D2F795F2EFA0}" destId="{E19B4AF9-6675-4FB3-84A4-1BF4FCD214D5}" srcOrd="8" destOrd="0" presId="urn:microsoft.com/office/officeart/2005/8/layout/venn1"/>
    <dgm:cxn modelId="{7EC07440-478B-422C-9F16-74C9582BF51B}" type="presParOf" srcId="{4EDE0F90-C1AC-47C3-9459-D2F795F2EFA0}" destId="{7302F983-72B8-4698-B0B0-5C68D5CE1E37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1C5601C-F076-428F-89E2-F2575F8730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AF2237-DC46-4F31-84F7-52E1AFEEFFE2}">
      <dgm:prSet/>
      <dgm:spPr/>
      <dgm:t>
        <a:bodyPr/>
        <a:lstStyle/>
        <a:p>
          <a:r>
            <a:rPr lang="uk-UA" b="0" i="1" dirty="0"/>
            <a:t>«Й ті ж слов’яни, прийшовши, сіли по Дніпру і назвалися полянами, а інші - деревлянами, бо осіли в лісах... Другі ж сіли на Десні, і по Сейму, і по Сулі називалися сіверянами...»</a:t>
          </a:r>
          <a:endParaRPr lang="uk-UA" dirty="0"/>
        </a:p>
      </dgm:t>
    </dgm:pt>
    <dgm:pt modelId="{95C29CD5-9E9C-463C-AF42-92E4110165B5}" type="parTrans" cxnId="{ED96C4FB-88FA-486A-A869-7F46D4707EC3}">
      <dgm:prSet/>
      <dgm:spPr/>
      <dgm:t>
        <a:bodyPr/>
        <a:lstStyle/>
        <a:p>
          <a:endParaRPr lang="uk-UA"/>
        </a:p>
      </dgm:t>
    </dgm:pt>
    <dgm:pt modelId="{D4999FDF-FED7-4A16-AE3B-2A7C8FC1A345}" type="sibTrans" cxnId="{ED96C4FB-88FA-486A-A869-7F46D4707EC3}">
      <dgm:prSet/>
      <dgm:spPr/>
      <dgm:t>
        <a:bodyPr/>
        <a:lstStyle/>
        <a:p>
          <a:endParaRPr lang="uk-UA"/>
        </a:p>
      </dgm:t>
    </dgm:pt>
    <dgm:pt modelId="{4DCC6C9C-2ADA-4069-BFE6-BDD30DA67D04}">
      <dgm:prSet/>
      <dgm:spPr/>
      <dgm:t>
        <a:bodyPr/>
        <a:lstStyle/>
        <a:p>
          <a:r>
            <a:rPr lang="uk-UA" b="0" i="1" dirty="0"/>
            <a:t>«А найголовніше - убогих не забувайте, а скільки можете, по змозі годуйте і подайте милостиню сироті, і вдовицю оправдуйте самі, не давайте сильним погубити людину...»</a:t>
          </a:r>
          <a:endParaRPr lang="uk-UA" dirty="0"/>
        </a:p>
      </dgm:t>
    </dgm:pt>
    <dgm:pt modelId="{E2D489C5-1D32-4209-BC8F-03F991FFD27B}" type="parTrans" cxnId="{ACB89E0B-BE12-4CC2-A389-08B291951BDB}">
      <dgm:prSet/>
      <dgm:spPr/>
      <dgm:t>
        <a:bodyPr/>
        <a:lstStyle/>
        <a:p>
          <a:endParaRPr lang="uk-UA"/>
        </a:p>
      </dgm:t>
    </dgm:pt>
    <dgm:pt modelId="{03CDD324-D7DD-41FC-BBCC-F1156BCDC358}" type="sibTrans" cxnId="{ACB89E0B-BE12-4CC2-A389-08B291951BDB}">
      <dgm:prSet/>
      <dgm:spPr/>
      <dgm:t>
        <a:bodyPr/>
        <a:lstStyle/>
        <a:p>
          <a:endParaRPr lang="uk-UA"/>
        </a:p>
      </dgm:t>
    </dgm:pt>
    <dgm:pt modelId="{80B4333C-415C-4DEA-ACAF-215B0FCA3A59}" type="pres">
      <dgm:prSet presAssocID="{C1C5601C-F076-428F-89E2-F2575F87305E}" presName="linear" presStyleCnt="0">
        <dgm:presLayoutVars>
          <dgm:animLvl val="lvl"/>
          <dgm:resizeHandles val="exact"/>
        </dgm:presLayoutVars>
      </dgm:prSet>
      <dgm:spPr/>
    </dgm:pt>
    <dgm:pt modelId="{CCEDC873-1AB1-43B2-8778-2FE39AEA92BF}" type="pres">
      <dgm:prSet presAssocID="{83AF2237-DC46-4F31-84F7-52E1AFEEFF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5E676E8-9468-4E82-B3DD-A551C142EFF5}" type="pres">
      <dgm:prSet presAssocID="{D4999FDF-FED7-4A16-AE3B-2A7C8FC1A345}" presName="spacer" presStyleCnt="0"/>
      <dgm:spPr/>
    </dgm:pt>
    <dgm:pt modelId="{C8FADDAF-12C4-48BB-A609-9DA2AD7D39B0}" type="pres">
      <dgm:prSet presAssocID="{4DCC6C9C-2ADA-4069-BFE6-BDD30DA67D0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CB89E0B-BE12-4CC2-A389-08B291951BDB}" srcId="{C1C5601C-F076-428F-89E2-F2575F87305E}" destId="{4DCC6C9C-2ADA-4069-BFE6-BDD30DA67D04}" srcOrd="1" destOrd="0" parTransId="{E2D489C5-1D32-4209-BC8F-03F991FFD27B}" sibTransId="{03CDD324-D7DD-41FC-BBCC-F1156BCDC358}"/>
    <dgm:cxn modelId="{AF0B9F69-F391-4B70-AC65-B3918A6DA87A}" type="presOf" srcId="{83AF2237-DC46-4F31-84F7-52E1AFEEFFE2}" destId="{CCEDC873-1AB1-43B2-8778-2FE39AEA92BF}" srcOrd="0" destOrd="0" presId="urn:microsoft.com/office/officeart/2005/8/layout/vList2"/>
    <dgm:cxn modelId="{1075F8CA-CED7-4EA5-9669-54B916B5B99D}" type="presOf" srcId="{C1C5601C-F076-428F-89E2-F2575F87305E}" destId="{80B4333C-415C-4DEA-ACAF-215B0FCA3A59}" srcOrd="0" destOrd="0" presId="urn:microsoft.com/office/officeart/2005/8/layout/vList2"/>
    <dgm:cxn modelId="{707869F9-2A67-4281-888F-19890D6CD3C0}" type="presOf" srcId="{4DCC6C9C-2ADA-4069-BFE6-BDD30DA67D04}" destId="{C8FADDAF-12C4-48BB-A609-9DA2AD7D39B0}" srcOrd="0" destOrd="0" presId="urn:microsoft.com/office/officeart/2005/8/layout/vList2"/>
    <dgm:cxn modelId="{ED96C4FB-88FA-486A-A869-7F46D4707EC3}" srcId="{C1C5601C-F076-428F-89E2-F2575F87305E}" destId="{83AF2237-DC46-4F31-84F7-52E1AFEEFFE2}" srcOrd="0" destOrd="0" parTransId="{95C29CD5-9E9C-463C-AF42-92E4110165B5}" sibTransId="{D4999FDF-FED7-4A16-AE3B-2A7C8FC1A345}"/>
    <dgm:cxn modelId="{1AA376C2-1565-4A49-8B0C-2CD876C6A026}" type="presParOf" srcId="{80B4333C-415C-4DEA-ACAF-215B0FCA3A59}" destId="{CCEDC873-1AB1-43B2-8778-2FE39AEA92BF}" srcOrd="0" destOrd="0" presId="urn:microsoft.com/office/officeart/2005/8/layout/vList2"/>
    <dgm:cxn modelId="{E7067404-F88A-41C1-A3B3-6147B68F4933}" type="presParOf" srcId="{80B4333C-415C-4DEA-ACAF-215B0FCA3A59}" destId="{D5E676E8-9468-4E82-B3DD-A551C142EFF5}" srcOrd="1" destOrd="0" presId="urn:microsoft.com/office/officeart/2005/8/layout/vList2"/>
    <dgm:cxn modelId="{050A4C41-B588-4A09-83D0-C5F62FB34E47}" type="presParOf" srcId="{80B4333C-415C-4DEA-ACAF-215B0FCA3A59}" destId="{C8FADDAF-12C4-48BB-A609-9DA2AD7D39B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915755C-F9D1-4A52-8524-D7D9EA74F44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C28B47-F128-4744-B40A-1FA8949CA828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15283DE5-81F0-4A47-A672-2F2C213FCAE3}" type="parTrans" cxnId="{038E1E81-ECA3-44F0-990A-7A9131CDBF66}">
      <dgm:prSet/>
      <dgm:spPr/>
      <dgm:t>
        <a:bodyPr/>
        <a:lstStyle/>
        <a:p>
          <a:endParaRPr lang="uk-UA"/>
        </a:p>
      </dgm:t>
    </dgm:pt>
    <dgm:pt modelId="{C0071F82-A727-432F-9616-CFC4638170EE}" type="sibTrans" cxnId="{038E1E81-ECA3-44F0-990A-7A9131CDBF66}">
      <dgm:prSet/>
      <dgm:spPr/>
      <dgm:t>
        <a:bodyPr/>
        <a:lstStyle/>
        <a:p>
          <a:endParaRPr lang="uk-UA"/>
        </a:p>
      </dgm:t>
    </dgm:pt>
    <dgm:pt modelId="{8464CF2B-8C76-4B8A-8D6C-9ED113BF53C5}">
      <dgm:prSet/>
      <dgm:spPr/>
      <dgm:t>
        <a:bodyPr/>
        <a:lstStyle/>
        <a:p>
          <a:r>
            <a:rPr lang="ru-RU" b="0" i="0"/>
            <a:t>988 р.</a:t>
          </a:r>
          <a:endParaRPr lang="uk-UA"/>
        </a:p>
      </dgm:t>
    </dgm:pt>
    <dgm:pt modelId="{8979B178-655A-4A10-A5E6-CE1D547006ED}" type="parTrans" cxnId="{EE37ECF8-D588-47A0-AA43-06CCC455DECF}">
      <dgm:prSet/>
      <dgm:spPr/>
      <dgm:t>
        <a:bodyPr/>
        <a:lstStyle/>
        <a:p>
          <a:endParaRPr lang="uk-UA"/>
        </a:p>
      </dgm:t>
    </dgm:pt>
    <dgm:pt modelId="{BE642A25-293B-43E1-82C0-ABB7D8B40304}" type="sibTrans" cxnId="{EE37ECF8-D588-47A0-AA43-06CCC455DECF}">
      <dgm:prSet/>
      <dgm:spPr/>
      <dgm:t>
        <a:bodyPr/>
        <a:lstStyle/>
        <a:p>
          <a:endParaRPr lang="uk-UA"/>
        </a:p>
      </dgm:t>
    </dgm:pt>
    <dgm:pt modelId="{A2963F9A-F93F-4A62-9BE2-A465488C2BB3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1FEE87DA-0150-4A34-B303-B280C9DD7878}" type="parTrans" cxnId="{597BFCC5-715A-4691-B12A-FCB9BA6C7C92}">
      <dgm:prSet/>
      <dgm:spPr/>
      <dgm:t>
        <a:bodyPr/>
        <a:lstStyle/>
        <a:p>
          <a:endParaRPr lang="uk-UA"/>
        </a:p>
      </dgm:t>
    </dgm:pt>
    <dgm:pt modelId="{722E32A9-92FD-4ED5-9827-50584AF5D25B}" type="sibTrans" cxnId="{597BFCC5-715A-4691-B12A-FCB9BA6C7C92}">
      <dgm:prSet/>
      <dgm:spPr/>
      <dgm:t>
        <a:bodyPr/>
        <a:lstStyle/>
        <a:p>
          <a:endParaRPr lang="uk-UA"/>
        </a:p>
      </dgm:t>
    </dgm:pt>
    <dgm:pt modelId="{B5F957D9-765D-4A0C-B473-A4BCD5C2C006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965B19C5-7164-44AA-87FD-A37FEB476E29}" type="parTrans" cxnId="{019EE358-4E3A-43C3-A5A2-8B29D005816F}">
      <dgm:prSet/>
      <dgm:spPr/>
      <dgm:t>
        <a:bodyPr/>
        <a:lstStyle/>
        <a:p>
          <a:endParaRPr lang="uk-UA"/>
        </a:p>
      </dgm:t>
    </dgm:pt>
    <dgm:pt modelId="{C342F716-D49C-4097-8A3B-6411F46E69F2}" type="sibTrans" cxnId="{019EE358-4E3A-43C3-A5A2-8B29D005816F}">
      <dgm:prSet/>
      <dgm:spPr/>
      <dgm:t>
        <a:bodyPr/>
        <a:lstStyle/>
        <a:p>
          <a:endParaRPr lang="uk-UA"/>
        </a:p>
      </dgm:t>
    </dgm:pt>
    <dgm:pt modelId="{39AB1104-1E48-454E-8879-7B21507BAB67}" type="pres">
      <dgm:prSet presAssocID="{C915755C-F9D1-4A52-8524-D7D9EA74F443}" presName="matrix" presStyleCnt="0">
        <dgm:presLayoutVars>
          <dgm:chMax val="1"/>
          <dgm:dir/>
          <dgm:resizeHandles val="exact"/>
        </dgm:presLayoutVars>
      </dgm:prSet>
      <dgm:spPr/>
    </dgm:pt>
    <dgm:pt modelId="{831DC8D7-5482-4AA1-927E-412805F4292B}" type="pres">
      <dgm:prSet presAssocID="{C915755C-F9D1-4A52-8524-D7D9EA74F443}" presName="diamond" presStyleLbl="bgShp" presStyleIdx="0" presStyleCnt="1"/>
      <dgm:spPr/>
    </dgm:pt>
    <dgm:pt modelId="{95534062-B777-4339-B738-ABD43DF0C6AC}" type="pres">
      <dgm:prSet presAssocID="{C915755C-F9D1-4A52-8524-D7D9EA74F44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F6C5C6E-ED76-4E54-B7E5-F82A3791A23F}" type="pres">
      <dgm:prSet presAssocID="{C915755C-F9D1-4A52-8524-D7D9EA74F44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5456A62-8BB2-4B16-8A67-426377B972D2}" type="pres">
      <dgm:prSet presAssocID="{C915755C-F9D1-4A52-8524-D7D9EA74F44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D87F11C-0D04-4D3D-8D57-B2C52E01AA25}" type="pres">
      <dgm:prSet presAssocID="{C915755C-F9D1-4A52-8524-D7D9EA74F44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0DDF06-7E4D-4D3E-BA82-1A628CFD0E91}" type="presOf" srcId="{C915755C-F9D1-4A52-8524-D7D9EA74F443}" destId="{39AB1104-1E48-454E-8879-7B21507BAB67}" srcOrd="0" destOrd="0" presId="urn:microsoft.com/office/officeart/2005/8/layout/matrix3"/>
    <dgm:cxn modelId="{32BDAB6F-5B46-465A-BEBE-9A2CB0965057}" type="presOf" srcId="{8464CF2B-8C76-4B8A-8D6C-9ED113BF53C5}" destId="{BF6C5C6E-ED76-4E54-B7E5-F82A3791A23F}" srcOrd="0" destOrd="0" presId="urn:microsoft.com/office/officeart/2005/8/layout/matrix3"/>
    <dgm:cxn modelId="{019EE358-4E3A-43C3-A5A2-8B29D005816F}" srcId="{C915755C-F9D1-4A52-8524-D7D9EA74F443}" destId="{B5F957D9-765D-4A0C-B473-A4BCD5C2C006}" srcOrd="3" destOrd="0" parTransId="{965B19C5-7164-44AA-87FD-A37FEB476E29}" sibTransId="{C342F716-D49C-4097-8A3B-6411F46E69F2}"/>
    <dgm:cxn modelId="{9C13197C-46BB-45FD-AA6E-311488394CB6}" type="presOf" srcId="{0BC28B47-F128-4744-B40A-1FA8949CA828}" destId="{95534062-B777-4339-B738-ABD43DF0C6AC}" srcOrd="0" destOrd="0" presId="urn:microsoft.com/office/officeart/2005/8/layout/matrix3"/>
    <dgm:cxn modelId="{038E1E81-ECA3-44F0-990A-7A9131CDBF66}" srcId="{C915755C-F9D1-4A52-8524-D7D9EA74F443}" destId="{0BC28B47-F128-4744-B40A-1FA8949CA828}" srcOrd="0" destOrd="0" parTransId="{15283DE5-81F0-4A47-A672-2F2C213FCAE3}" sibTransId="{C0071F82-A727-432F-9616-CFC4638170EE}"/>
    <dgm:cxn modelId="{597BFCC5-715A-4691-B12A-FCB9BA6C7C92}" srcId="{C915755C-F9D1-4A52-8524-D7D9EA74F443}" destId="{A2963F9A-F93F-4A62-9BE2-A465488C2BB3}" srcOrd="2" destOrd="0" parTransId="{1FEE87DA-0150-4A34-B303-B280C9DD7878}" sibTransId="{722E32A9-92FD-4ED5-9827-50584AF5D25B}"/>
    <dgm:cxn modelId="{B57630D1-639E-4F16-9BB7-967D492F83CA}" type="presOf" srcId="{B5F957D9-765D-4A0C-B473-A4BCD5C2C006}" destId="{7D87F11C-0D04-4D3D-8D57-B2C52E01AA25}" srcOrd="0" destOrd="0" presId="urn:microsoft.com/office/officeart/2005/8/layout/matrix3"/>
    <dgm:cxn modelId="{EE37ECF8-D588-47A0-AA43-06CCC455DECF}" srcId="{C915755C-F9D1-4A52-8524-D7D9EA74F443}" destId="{8464CF2B-8C76-4B8A-8D6C-9ED113BF53C5}" srcOrd="1" destOrd="0" parTransId="{8979B178-655A-4A10-A5E6-CE1D547006ED}" sibTransId="{BE642A25-293B-43E1-82C0-ABB7D8B40304}"/>
    <dgm:cxn modelId="{38817DFA-1DFB-4260-A22A-24AEF9A717D9}" type="presOf" srcId="{A2963F9A-F93F-4A62-9BE2-A465488C2BB3}" destId="{85456A62-8BB2-4B16-8A67-426377B972D2}" srcOrd="0" destOrd="0" presId="urn:microsoft.com/office/officeart/2005/8/layout/matrix3"/>
    <dgm:cxn modelId="{6E3C7FDD-FE84-4317-A38B-53D35A56D4C5}" type="presParOf" srcId="{39AB1104-1E48-454E-8879-7B21507BAB67}" destId="{831DC8D7-5482-4AA1-927E-412805F4292B}" srcOrd="0" destOrd="0" presId="urn:microsoft.com/office/officeart/2005/8/layout/matrix3"/>
    <dgm:cxn modelId="{CD1ACF4B-CAD1-45EE-8FF0-4E468D346F32}" type="presParOf" srcId="{39AB1104-1E48-454E-8879-7B21507BAB67}" destId="{95534062-B777-4339-B738-ABD43DF0C6AC}" srcOrd="1" destOrd="0" presId="urn:microsoft.com/office/officeart/2005/8/layout/matrix3"/>
    <dgm:cxn modelId="{9EFBC317-4935-4603-9469-44022A9CF17E}" type="presParOf" srcId="{39AB1104-1E48-454E-8879-7B21507BAB67}" destId="{BF6C5C6E-ED76-4E54-B7E5-F82A3791A23F}" srcOrd="2" destOrd="0" presId="urn:microsoft.com/office/officeart/2005/8/layout/matrix3"/>
    <dgm:cxn modelId="{6C313E71-4931-4EB9-8061-9C3F2F1E9D21}" type="presParOf" srcId="{39AB1104-1E48-454E-8879-7B21507BAB67}" destId="{85456A62-8BB2-4B16-8A67-426377B972D2}" srcOrd="3" destOrd="0" presId="urn:microsoft.com/office/officeart/2005/8/layout/matrix3"/>
    <dgm:cxn modelId="{66C818EF-A40D-4AB9-BD99-2CFE6851AE25}" type="presParOf" srcId="{39AB1104-1E48-454E-8879-7B21507BAB67}" destId="{7D87F11C-0D04-4D3D-8D57-B2C52E01AA2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1378608-6A03-4F3A-B596-CD8AC26439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198BD5-FCC7-475F-9BC5-2D0A82D4FE9F}">
      <dgm:prSet/>
      <dgm:spPr/>
      <dgm:t>
        <a:bodyPr/>
        <a:lstStyle/>
        <a:p>
          <a:r>
            <a:rPr lang="ru-RU" b="0" i="0"/>
            <a:t>«Слово о полку Ігоревім»</a:t>
          </a:r>
          <a:endParaRPr lang="uk-UA"/>
        </a:p>
      </dgm:t>
    </dgm:pt>
    <dgm:pt modelId="{FEB8B896-5D3B-44D6-978C-CCA6ADEBA03F}" type="parTrans" cxnId="{A5B1378B-DD7D-4D23-BDA3-D14926AB35AA}">
      <dgm:prSet/>
      <dgm:spPr/>
      <dgm:t>
        <a:bodyPr/>
        <a:lstStyle/>
        <a:p>
          <a:endParaRPr lang="uk-UA"/>
        </a:p>
      </dgm:t>
    </dgm:pt>
    <dgm:pt modelId="{58E1D4B3-4EC3-4E37-B38D-5D62E111FB66}" type="sibTrans" cxnId="{A5B1378B-DD7D-4D23-BDA3-D14926AB35AA}">
      <dgm:prSet/>
      <dgm:spPr/>
      <dgm:t>
        <a:bodyPr/>
        <a:lstStyle/>
        <a:p>
          <a:endParaRPr lang="uk-UA"/>
        </a:p>
      </dgm:t>
    </dgm:pt>
    <dgm:pt modelId="{2D1431EE-630B-45F4-8C43-9A7C76C6489B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Руська</a:t>
          </a:r>
          <a:r>
            <a:rPr lang="ru-RU" b="0" i="0" dirty="0"/>
            <a:t> правда» Ярослава Мудрого</a:t>
          </a:r>
          <a:endParaRPr lang="uk-UA" dirty="0"/>
        </a:p>
      </dgm:t>
    </dgm:pt>
    <dgm:pt modelId="{42778E39-0C99-42B7-8ACD-1B4F601BF13E}" type="parTrans" cxnId="{CD0D3465-7D10-4112-85B7-C782C715EAC8}">
      <dgm:prSet/>
      <dgm:spPr/>
      <dgm:t>
        <a:bodyPr/>
        <a:lstStyle/>
        <a:p>
          <a:endParaRPr lang="uk-UA"/>
        </a:p>
      </dgm:t>
    </dgm:pt>
    <dgm:pt modelId="{7F107752-426D-487E-A067-44CEB25B6D28}" type="sibTrans" cxnId="{CD0D3465-7D10-4112-85B7-C782C715EAC8}">
      <dgm:prSet/>
      <dgm:spPr/>
      <dgm:t>
        <a:bodyPr/>
        <a:lstStyle/>
        <a:p>
          <a:endParaRPr lang="uk-UA"/>
        </a:p>
      </dgm:t>
    </dgm:pt>
    <dgm:pt modelId="{87DBF082-E3F1-49D4-86AF-5C312CC60FA8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1D7012EF-AC93-42BC-889E-623C67926ADA}" type="parTrans" cxnId="{A8B7D2A0-653D-486D-A9C6-8CAAB23A6B0A}">
      <dgm:prSet/>
      <dgm:spPr/>
      <dgm:t>
        <a:bodyPr/>
        <a:lstStyle/>
        <a:p>
          <a:endParaRPr lang="uk-UA"/>
        </a:p>
      </dgm:t>
    </dgm:pt>
    <dgm:pt modelId="{107E6FF5-5A40-48ED-AF46-3C4EA85BBD11}" type="sibTrans" cxnId="{A8B7D2A0-653D-486D-A9C6-8CAAB23A6B0A}">
      <dgm:prSet/>
      <dgm:spPr/>
      <dgm:t>
        <a:bodyPr/>
        <a:lstStyle/>
        <a:p>
          <a:endParaRPr lang="uk-UA"/>
        </a:p>
      </dgm:t>
    </dgm:pt>
    <dgm:pt modelId="{BC36CA1C-C63D-4346-9FB1-69D40748D68B}">
      <dgm:prSet/>
      <dgm:spPr/>
      <dgm:t>
        <a:bodyPr/>
        <a:lstStyle/>
        <a:p>
          <a:r>
            <a:rPr lang="ru-RU" b="0" i="0" dirty="0"/>
            <a:t>«Слово про закон і благодать» митрополита </a:t>
          </a:r>
          <a:r>
            <a:rPr lang="ru-RU" b="0" i="0" dirty="0" err="1"/>
            <a:t>Іларіона</a:t>
          </a:r>
          <a:endParaRPr lang="uk-UA" dirty="0"/>
        </a:p>
      </dgm:t>
    </dgm:pt>
    <dgm:pt modelId="{BFE399A2-FF37-4539-9E22-ACA2C8472B01}" type="parTrans" cxnId="{B2AB9DB2-8B4E-4CE9-BC5F-51355E9B86FD}">
      <dgm:prSet/>
      <dgm:spPr/>
      <dgm:t>
        <a:bodyPr/>
        <a:lstStyle/>
        <a:p>
          <a:endParaRPr lang="uk-UA"/>
        </a:p>
      </dgm:t>
    </dgm:pt>
    <dgm:pt modelId="{1124225A-D318-4E83-AF6B-F66AA1888EED}" type="sibTrans" cxnId="{B2AB9DB2-8B4E-4CE9-BC5F-51355E9B86FD}">
      <dgm:prSet/>
      <dgm:spPr/>
      <dgm:t>
        <a:bodyPr/>
        <a:lstStyle/>
        <a:p>
          <a:endParaRPr lang="uk-UA"/>
        </a:p>
      </dgm:t>
    </dgm:pt>
    <dgm:pt modelId="{79C2635F-4E6D-414A-9610-2A664FAAE9F4}" type="pres">
      <dgm:prSet presAssocID="{F1378608-6A03-4F3A-B596-CD8AC26439A9}" presName="linear" presStyleCnt="0">
        <dgm:presLayoutVars>
          <dgm:animLvl val="lvl"/>
          <dgm:resizeHandles val="exact"/>
        </dgm:presLayoutVars>
      </dgm:prSet>
      <dgm:spPr/>
    </dgm:pt>
    <dgm:pt modelId="{1E1FA95D-C4F7-4B84-8B0E-8EA7F40D6A36}" type="pres">
      <dgm:prSet presAssocID="{80198BD5-FCC7-475F-9BC5-2D0A82D4FE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D819A4-B71E-4C48-BFD5-E149F12AE18B}" type="pres">
      <dgm:prSet presAssocID="{58E1D4B3-4EC3-4E37-B38D-5D62E111FB66}" presName="spacer" presStyleCnt="0"/>
      <dgm:spPr/>
    </dgm:pt>
    <dgm:pt modelId="{AECF7A28-C72B-48EC-ACFA-746362455F4D}" type="pres">
      <dgm:prSet presAssocID="{2D1431EE-630B-45F4-8C43-9A7C76C6489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62DE33-2F6C-4A7A-9419-7E1C1AE9329F}" type="pres">
      <dgm:prSet presAssocID="{7F107752-426D-487E-A067-44CEB25B6D28}" presName="spacer" presStyleCnt="0"/>
      <dgm:spPr/>
    </dgm:pt>
    <dgm:pt modelId="{B64B6FA3-94D8-4C1A-AFE1-34A450958F70}" type="pres">
      <dgm:prSet presAssocID="{87DBF082-E3F1-49D4-86AF-5C312CC60F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7AD5FB-6948-49D8-89A0-3FBED6892AD5}" type="pres">
      <dgm:prSet presAssocID="{107E6FF5-5A40-48ED-AF46-3C4EA85BBD11}" presName="spacer" presStyleCnt="0"/>
      <dgm:spPr/>
    </dgm:pt>
    <dgm:pt modelId="{5E1E15C1-DC73-4DA9-9A3C-013B1746F6A6}" type="pres">
      <dgm:prSet presAssocID="{BC36CA1C-C63D-4346-9FB1-69D40748D6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1AA73F-F9EC-434B-98C0-3EC220B39858}" type="presOf" srcId="{80198BD5-FCC7-475F-9BC5-2D0A82D4FE9F}" destId="{1E1FA95D-C4F7-4B84-8B0E-8EA7F40D6A36}" srcOrd="0" destOrd="0" presId="urn:microsoft.com/office/officeart/2005/8/layout/vList2"/>
    <dgm:cxn modelId="{CD0D3465-7D10-4112-85B7-C782C715EAC8}" srcId="{F1378608-6A03-4F3A-B596-CD8AC26439A9}" destId="{2D1431EE-630B-45F4-8C43-9A7C76C6489B}" srcOrd="1" destOrd="0" parTransId="{42778E39-0C99-42B7-8ACD-1B4F601BF13E}" sibTransId="{7F107752-426D-487E-A067-44CEB25B6D28}"/>
    <dgm:cxn modelId="{1C57B045-D9BD-4CA4-BC4D-4C8B19C717C1}" type="presOf" srcId="{87DBF082-E3F1-49D4-86AF-5C312CC60FA8}" destId="{B64B6FA3-94D8-4C1A-AFE1-34A450958F70}" srcOrd="0" destOrd="0" presId="urn:microsoft.com/office/officeart/2005/8/layout/vList2"/>
    <dgm:cxn modelId="{3AB2C581-2468-4DD9-B2F4-17B9FB3C6168}" type="presOf" srcId="{2D1431EE-630B-45F4-8C43-9A7C76C6489B}" destId="{AECF7A28-C72B-48EC-ACFA-746362455F4D}" srcOrd="0" destOrd="0" presId="urn:microsoft.com/office/officeart/2005/8/layout/vList2"/>
    <dgm:cxn modelId="{A5B1378B-DD7D-4D23-BDA3-D14926AB35AA}" srcId="{F1378608-6A03-4F3A-B596-CD8AC26439A9}" destId="{80198BD5-FCC7-475F-9BC5-2D0A82D4FE9F}" srcOrd="0" destOrd="0" parTransId="{FEB8B896-5D3B-44D6-978C-CCA6ADEBA03F}" sibTransId="{58E1D4B3-4EC3-4E37-B38D-5D62E111FB66}"/>
    <dgm:cxn modelId="{A8B7D2A0-653D-486D-A9C6-8CAAB23A6B0A}" srcId="{F1378608-6A03-4F3A-B596-CD8AC26439A9}" destId="{87DBF082-E3F1-49D4-86AF-5C312CC60FA8}" srcOrd="2" destOrd="0" parTransId="{1D7012EF-AC93-42BC-889E-623C67926ADA}" sibTransId="{107E6FF5-5A40-48ED-AF46-3C4EA85BBD11}"/>
    <dgm:cxn modelId="{B2AB9DB2-8B4E-4CE9-BC5F-51355E9B86FD}" srcId="{F1378608-6A03-4F3A-B596-CD8AC26439A9}" destId="{BC36CA1C-C63D-4346-9FB1-69D40748D68B}" srcOrd="3" destOrd="0" parTransId="{BFE399A2-FF37-4539-9E22-ACA2C8472B01}" sibTransId="{1124225A-D318-4E83-AF6B-F66AA1888EED}"/>
    <dgm:cxn modelId="{C6B74BC6-83E8-40D0-AFC2-AEDFE2C7F6A4}" type="presOf" srcId="{F1378608-6A03-4F3A-B596-CD8AC26439A9}" destId="{79C2635F-4E6D-414A-9610-2A664FAAE9F4}" srcOrd="0" destOrd="0" presId="urn:microsoft.com/office/officeart/2005/8/layout/vList2"/>
    <dgm:cxn modelId="{C89CE1E6-A683-4A31-91BD-5EB64B31A26C}" type="presOf" srcId="{BC36CA1C-C63D-4346-9FB1-69D40748D68B}" destId="{5E1E15C1-DC73-4DA9-9A3C-013B1746F6A6}" srcOrd="0" destOrd="0" presId="urn:microsoft.com/office/officeart/2005/8/layout/vList2"/>
    <dgm:cxn modelId="{8921729E-D3FD-4878-94DC-04157674775C}" type="presParOf" srcId="{79C2635F-4E6D-414A-9610-2A664FAAE9F4}" destId="{1E1FA95D-C4F7-4B84-8B0E-8EA7F40D6A36}" srcOrd="0" destOrd="0" presId="urn:microsoft.com/office/officeart/2005/8/layout/vList2"/>
    <dgm:cxn modelId="{B484CF62-471B-4CD4-BDED-257B4F1A184B}" type="presParOf" srcId="{79C2635F-4E6D-414A-9610-2A664FAAE9F4}" destId="{97D819A4-B71E-4C48-BFD5-E149F12AE18B}" srcOrd="1" destOrd="0" presId="urn:microsoft.com/office/officeart/2005/8/layout/vList2"/>
    <dgm:cxn modelId="{2A4156D3-E0C5-492C-B2C1-EC837829BF3A}" type="presParOf" srcId="{79C2635F-4E6D-414A-9610-2A664FAAE9F4}" destId="{AECF7A28-C72B-48EC-ACFA-746362455F4D}" srcOrd="2" destOrd="0" presId="urn:microsoft.com/office/officeart/2005/8/layout/vList2"/>
    <dgm:cxn modelId="{4BCE7AF1-F8FE-4D53-BBDD-2C9E2673E334}" type="presParOf" srcId="{79C2635F-4E6D-414A-9610-2A664FAAE9F4}" destId="{4862DE33-2F6C-4A7A-9419-7E1C1AE9329F}" srcOrd="3" destOrd="0" presId="urn:microsoft.com/office/officeart/2005/8/layout/vList2"/>
    <dgm:cxn modelId="{D8B17479-94BB-442E-A877-9BD2AB77893E}" type="presParOf" srcId="{79C2635F-4E6D-414A-9610-2A664FAAE9F4}" destId="{B64B6FA3-94D8-4C1A-AFE1-34A450958F70}" srcOrd="4" destOrd="0" presId="urn:microsoft.com/office/officeart/2005/8/layout/vList2"/>
    <dgm:cxn modelId="{5F080896-A889-4A66-9782-84A2E72308B0}" type="presParOf" srcId="{79C2635F-4E6D-414A-9610-2A664FAAE9F4}" destId="{067AD5FB-6948-49D8-89A0-3FBED6892AD5}" srcOrd="5" destOrd="0" presId="urn:microsoft.com/office/officeart/2005/8/layout/vList2"/>
    <dgm:cxn modelId="{AD511958-A112-416F-ACD3-F2348AC04038}" type="presParOf" srcId="{79C2635F-4E6D-414A-9610-2A664FAAE9F4}" destId="{5E1E15C1-DC73-4DA9-9A3C-013B1746F6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25C0474-D4F2-406A-B2E8-314ACF9BB9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404B90-EA9E-4605-8451-28FE9C6D2CA8}">
      <dgm:prSet/>
      <dgm:spPr/>
      <dgm:t>
        <a:bodyPr/>
        <a:lstStyle/>
        <a:p>
          <a:r>
            <a:rPr lang="uk-UA" b="0" i="0" dirty="0"/>
            <a:t>збірники норм давньоруського права, особливо важливих для вивчення суспільних відносин і правової системи.</a:t>
          </a:r>
          <a:endParaRPr lang="uk-UA" dirty="0"/>
        </a:p>
      </dgm:t>
    </dgm:pt>
    <dgm:pt modelId="{43AE24C6-1A9F-400D-BFF1-4AB86918EF98}" type="parTrans" cxnId="{9211BFDE-0D19-47DB-9DF0-042BE79EF812}">
      <dgm:prSet/>
      <dgm:spPr/>
      <dgm:t>
        <a:bodyPr/>
        <a:lstStyle/>
        <a:p>
          <a:endParaRPr lang="uk-UA"/>
        </a:p>
      </dgm:t>
    </dgm:pt>
    <dgm:pt modelId="{B183C328-C9DE-43D9-879C-A85499A4C0BC}" type="sibTrans" cxnId="{9211BFDE-0D19-47DB-9DF0-042BE79EF812}">
      <dgm:prSet/>
      <dgm:spPr/>
      <dgm:t>
        <a:bodyPr/>
        <a:lstStyle/>
        <a:p>
          <a:endParaRPr lang="uk-UA"/>
        </a:p>
      </dgm:t>
    </dgm:pt>
    <dgm:pt modelId="{DCA33A2E-B3C1-4B30-BB02-3783D296E7EB}">
      <dgm:prSet/>
      <dgm:spPr/>
      <dgm:t>
        <a:bodyPr/>
        <a:lstStyle/>
        <a:p>
          <a:r>
            <a:rPr lang="uk-UA" b="0" i="0" dirty="0"/>
            <a:t>твори у яких в хронологічному порядку викладено події давньоруської історії, етапи становлення держави</a:t>
          </a:r>
          <a:endParaRPr lang="uk-UA" dirty="0"/>
        </a:p>
      </dgm:t>
    </dgm:pt>
    <dgm:pt modelId="{6807BAAE-7C75-46A0-91B1-11EE7DE3BB7C}" type="parTrans" cxnId="{F446BE19-0C65-4D1C-93F3-9D0568BE574D}">
      <dgm:prSet/>
      <dgm:spPr/>
      <dgm:t>
        <a:bodyPr/>
        <a:lstStyle/>
        <a:p>
          <a:endParaRPr lang="uk-UA"/>
        </a:p>
      </dgm:t>
    </dgm:pt>
    <dgm:pt modelId="{41953C96-0B27-4E1A-B799-93FD9BE9A655}" type="sibTrans" cxnId="{F446BE19-0C65-4D1C-93F3-9D0568BE574D}">
      <dgm:prSet/>
      <dgm:spPr/>
      <dgm:t>
        <a:bodyPr/>
        <a:lstStyle/>
        <a:p>
          <a:endParaRPr lang="uk-UA"/>
        </a:p>
      </dgm:t>
    </dgm:pt>
    <dgm:pt modelId="{D5BD0AA8-4789-48AC-BE60-175A6BC2B964}" type="pres">
      <dgm:prSet presAssocID="{F25C0474-D4F2-406A-B2E8-314ACF9BB9B9}" presName="linear" presStyleCnt="0">
        <dgm:presLayoutVars>
          <dgm:animLvl val="lvl"/>
          <dgm:resizeHandles val="exact"/>
        </dgm:presLayoutVars>
      </dgm:prSet>
      <dgm:spPr/>
    </dgm:pt>
    <dgm:pt modelId="{14724ED3-2C3C-4646-BD74-0312B4740000}" type="pres">
      <dgm:prSet presAssocID="{FD404B90-EA9E-4605-8451-28FE9C6D2C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9ACD11-B10E-4739-874F-790C63A4FCE1}" type="pres">
      <dgm:prSet presAssocID="{B183C328-C9DE-43D9-879C-A85499A4C0BC}" presName="spacer" presStyleCnt="0"/>
      <dgm:spPr/>
    </dgm:pt>
    <dgm:pt modelId="{89BD27BD-0B29-4E6C-8AB1-085FB2817217}" type="pres">
      <dgm:prSet presAssocID="{DCA33A2E-B3C1-4B30-BB02-3783D296E7E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715F206-B855-4FA7-BDF3-DF022412B466}" type="presOf" srcId="{FD404B90-EA9E-4605-8451-28FE9C6D2CA8}" destId="{14724ED3-2C3C-4646-BD74-0312B4740000}" srcOrd="0" destOrd="0" presId="urn:microsoft.com/office/officeart/2005/8/layout/vList2"/>
    <dgm:cxn modelId="{F446BE19-0C65-4D1C-93F3-9D0568BE574D}" srcId="{F25C0474-D4F2-406A-B2E8-314ACF9BB9B9}" destId="{DCA33A2E-B3C1-4B30-BB02-3783D296E7EB}" srcOrd="1" destOrd="0" parTransId="{6807BAAE-7C75-46A0-91B1-11EE7DE3BB7C}" sibTransId="{41953C96-0B27-4E1A-B799-93FD9BE9A655}"/>
    <dgm:cxn modelId="{F6288F33-4A20-4725-90F4-9AD7154DEBD8}" type="presOf" srcId="{F25C0474-D4F2-406A-B2E8-314ACF9BB9B9}" destId="{D5BD0AA8-4789-48AC-BE60-175A6BC2B964}" srcOrd="0" destOrd="0" presId="urn:microsoft.com/office/officeart/2005/8/layout/vList2"/>
    <dgm:cxn modelId="{74A5AE38-B2EB-4913-BCAA-58E6F8EF98F2}" type="presOf" srcId="{DCA33A2E-B3C1-4B30-BB02-3783D296E7EB}" destId="{89BD27BD-0B29-4E6C-8AB1-085FB2817217}" srcOrd="0" destOrd="0" presId="urn:microsoft.com/office/officeart/2005/8/layout/vList2"/>
    <dgm:cxn modelId="{9211BFDE-0D19-47DB-9DF0-042BE79EF812}" srcId="{F25C0474-D4F2-406A-B2E8-314ACF9BB9B9}" destId="{FD404B90-EA9E-4605-8451-28FE9C6D2CA8}" srcOrd="0" destOrd="0" parTransId="{43AE24C6-1A9F-400D-BFF1-4AB86918EF98}" sibTransId="{B183C328-C9DE-43D9-879C-A85499A4C0BC}"/>
    <dgm:cxn modelId="{49E803B4-CA2F-4391-B194-0A3FDAF3C9C8}" type="presParOf" srcId="{D5BD0AA8-4789-48AC-BE60-175A6BC2B964}" destId="{14724ED3-2C3C-4646-BD74-0312B4740000}" srcOrd="0" destOrd="0" presId="urn:microsoft.com/office/officeart/2005/8/layout/vList2"/>
    <dgm:cxn modelId="{82B54B4B-487D-46F9-A264-2E51717808C4}" type="presParOf" srcId="{D5BD0AA8-4789-48AC-BE60-175A6BC2B964}" destId="{559ACD11-B10E-4739-874F-790C63A4FCE1}" srcOrd="1" destOrd="0" presId="urn:microsoft.com/office/officeart/2005/8/layout/vList2"/>
    <dgm:cxn modelId="{9D185890-7B9A-471E-BA5C-3F5799121364}" type="presParOf" srcId="{D5BD0AA8-4789-48AC-BE60-175A6BC2B964}" destId="{89BD27BD-0B29-4E6C-8AB1-085FB281721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08BAA22-9B20-4C63-A884-A909F4ECDB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C0261-342D-4033-8554-2452653A8417}">
      <dgm:prSet/>
      <dgm:spPr/>
      <dgm:t>
        <a:bodyPr/>
        <a:lstStyle/>
        <a:p>
          <a:r>
            <a:rPr lang="ru-RU" b="0" i="0" dirty="0" err="1"/>
            <a:t>грамоти</a:t>
          </a:r>
          <a:r>
            <a:rPr lang="ru-RU" b="0" i="0" dirty="0"/>
            <a:t> великого </a:t>
          </a:r>
          <a:r>
            <a:rPr lang="ru-RU" b="0" i="0" dirty="0" err="1"/>
            <a:t>київського</a:t>
          </a:r>
          <a:r>
            <a:rPr lang="ru-RU" b="0" i="0" dirty="0"/>
            <a:t> князя, </a:t>
          </a:r>
          <a:r>
            <a:rPr lang="ru-RU" b="0" i="0" dirty="0" err="1"/>
            <a:t>що</a:t>
          </a:r>
          <a:r>
            <a:rPr lang="ru-RU" b="0" i="0" dirty="0"/>
            <a:t> надавали дружинникам право </a:t>
          </a:r>
          <a:r>
            <a:rPr lang="ru-RU" b="0" i="0" dirty="0" err="1"/>
            <a:t>управління</a:t>
          </a:r>
          <a:r>
            <a:rPr lang="ru-RU" b="0" i="0" dirty="0"/>
            <a:t> </a:t>
          </a:r>
          <a:r>
            <a:rPr lang="ru-RU" b="0" i="0" dirty="0" err="1"/>
            <a:t>окремими</a:t>
          </a:r>
          <a:r>
            <a:rPr lang="ru-RU" b="0" i="0" dirty="0"/>
            <a:t> </a:t>
          </a:r>
          <a:r>
            <a:rPr lang="ru-RU" b="0" i="0" dirty="0" err="1"/>
            <a:t>територіями</a:t>
          </a:r>
          <a:r>
            <a:rPr lang="ru-RU" b="0" i="0" dirty="0"/>
            <a:t>.</a:t>
          </a:r>
          <a:endParaRPr lang="uk-UA" dirty="0"/>
        </a:p>
      </dgm:t>
    </dgm:pt>
    <dgm:pt modelId="{DF5BB899-C590-4DAF-A963-A21593BC2AAA}" type="parTrans" cxnId="{21D679DB-CD87-409E-A77B-4E40F47DC9EE}">
      <dgm:prSet/>
      <dgm:spPr/>
      <dgm:t>
        <a:bodyPr/>
        <a:lstStyle/>
        <a:p>
          <a:endParaRPr lang="uk-UA"/>
        </a:p>
      </dgm:t>
    </dgm:pt>
    <dgm:pt modelId="{835141A0-0C73-4F4D-9208-354A7DBDE10B}" type="sibTrans" cxnId="{21D679DB-CD87-409E-A77B-4E40F47DC9EE}">
      <dgm:prSet/>
      <dgm:spPr/>
      <dgm:t>
        <a:bodyPr/>
        <a:lstStyle/>
        <a:p>
          <a:endParaRPr lang="uk-UA"/>
        </a:p>
      </dgm:t>
    </dgm:pt>
    <dgm:pt modelId="{4C9076D7-F7B3-40AB-A953-7C632D7C95F2}">
      <dgm:prSet/>
      <dgm:spPr/>
      <dgm:t>
        <a:bodyPr/>
        <a:lstStyle/>
        <a:p>
          <a:r>
            <a:rPr lang="ru-RU" b="0" i="0" dirty="0" err="1"/>
            <a:t>збірки</a:t>
          </a:r>
          <a:r>
            <a:rPr lang="ru-RU" b="0" i="0" dirty="0"/>
            <a:t> </a:t>
          </a:r>
          <a:r>
            <a:rPr lang="ru-RU" b="0" i="0" dirty="0" err="1"/>
            <a:t>творів</a:t>
          </a:r>
          <a:r>
            <a:rPr lang="ru-RU" b="0" i="0" dirty="0"/>
            <a:t> церковно-</a:t>
          </a:r>
          <a:r>
            <a:rPr lang="ru-RU" b="0" i="0" dirty="0" err="1"/>
            <a:t>релігійного</a:t>
          </a:r>
          <a:r>
            <a:rPr lang="ru-RU" b="0" i="0" dirty="0"/>
            <a:t>, </a:t>
          </a:r>
          <a:r>
            <a:rPr lang="ru-RU" b="0" i="0" dirty="0" err="1"/>
            <a:t>публіцистичного</a:t>
          </a:r>
          <a:r>
            <a:rPr lang="ru-RU" b="0" i="0" dirty="0"/>
            <a:t> характеру та </a:t>
          </a:r>
          <a:r>
            <a:rPr lang="ru-RU" b="0" i="0" dirty="0" err="1"/>
            <a:t>загально-моральні</a:t>
          </a:r>
          <a:r>
            <a:rPr lang="ru-RU" b="0" i="0" dirty="0"/>
            <a:t> </a:t>
          </a:r>
          <a:r>
            <a:rPr lang="ru-RU" b="0" i="0" dirty="0" err="1"/>
            <a:t>повчання</a:t>
          </a:r>
          <a:endParaRPr lang="uk-UA" dirty="0"/>
        </a:p>
      </dgm:t>
    </dgm:pt>
    <dgm:pt modelId="{4181425B-9E76-4979-8C96-BF3A55DEF232}" type="parTrans" cxnId="{863C15BE-166E-4888-8E93-8DDC5E53E66C}">
      <dgm:prSet/>
      <dgm:spPr/>
      <dgm:t>
        <a:bodyPr/>
        <a:lstStyle/>
        <a:p>
          <a:endParaRPr lang="uk-UA"/>
        </a:p>
      </dgm:t>
    </dgm:pt>
    <dgm:pt modelId="{344525F1-8EDA-49B2-878D-8835402A7863}" type="sibTrans" cxnId="{863C15BE-166E-4888-8E93-8DDC5E53E66C}">
      <dgm:prSet/>
      <dgm:spPr/>
      <dgm:t>
        <a:bodyPr/>
        <a:lstStyle/>
        <a:p>
          <a:endParaRPr lang="uk-UA"/>
        </a:p>
      </dgm:t>
    </dgm:pt>
    <dgm:pt modelId="{373336B6-B03F-4269-9051-6B51D4D67CCB}" type="pres">
      <dgm:prSet presAssocID="{608BAA22-9B20-4C63-A884-A909F4ECDB7D}" presName="linear" presStyleCnt="0">
        <dgm:presLayoutVars>
          <dgm:animLvl val="lvl"/>
          <dgm:resizeHandles val="exact"/>
        </dgm:presLayoutVars>
      </dgm:prSet>
      <dgm:spPr/>
    </dgm:pt>
    <dgm:pt modelId="{988B595D-EA89-4830-9EE5-6320AFF35D27}" type="pres">
      <dgm:prSet presAssocID="{EF9C0261-342D-4033-8554-2452653A84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6109C5-3EE0-46C6-8C55-0180B9F47CF8}" type="pres">
      <dgm:prSet presAssocID="{835141A0-0C73-4F4D-9208-354A7DBDE10B}" presName="spacer" presStyleCnt="0"/>
      <dgm:spPr/>
    </dgm:pt>
    <dgm:pt modelId="{521D8116-427A-41A1-8C9B-80895AB5C0E0}" type="pres">
      <dgm:prSet presAssocID="{4C9076D7-F7B3-40AB-A953-7C632D7C95F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1D59D33-F225-469E-9624-079529F2E9EC}" type="presOf" srcId="{EF9C0261-342D-4033-8554-2452653A8417}" destId="{988B595D-EA89-4830-9EE5-6320AFF35D27}" srcOrd="0" destOrd="0" presId="urn:microsoft.com/office/officeart/2005/8/layout/vList2"/>
    <dgm:cxn modelId="{75DE4291-1EED-410E-9857-2BBB08A48341}" type="presOf" srcId="{608BAA22-9B20-4C63-A884-A909F4ECDB7D}" destId="{373336B6-B03F-4269-9051-6B51D4D67CCB}" srcOrd="0" destOrd="0" presId="urn:microsoft.com/office/officeart/2005/8/layout/vList2"/>
    <dgm:cxn modelId="{863C15BE-166E-4888-8E93-8DDC5E53E66C}" srcId="{608BAA22-9B20-4C63-A884-A909F4ECDB7D}" destId="{4C9076D7-F7B3-40AB-A953-7C632D7C95F2}" srcOrd="1" destOrd="0" parTransId="{4181425B-9E76-4979-8C96-BF3A55DEF232}" sibTransId="{344525F1-8EDA-49B2-878D-8835402A7863}"/>
    <dgm:cxn modelId="{72EA78DB-D864-4A13-AC73-C9D4E14E2860}" type="presOf" srcId="{4C9076D7-F7B3-40AB-A953-7C632D7C95F2}" destId="{521D8116-427A-41A1-8C9B-80895AB5C0E0}" srcOrd="0" destOrd="0" presId="urn:microsoft.com/office/officeart/2005/8/layout/vList2"/>
    <dgm:cxn modelId="{21D679DB-CD87-409E-A77B-4E40F47DC9EE}" srcId="{608BAA22-9B20-4C63-A884-A909F4ECDB7D}" destId="{EF9C0261-342D-4033-8554-2452653A8417}" srcOrd="0" destOrd="0" parTransId="{DF5BB899-C590-4DAF-A963-A21593BC2AAA}" sibTransId="{835141A0-0C73-4F4D-9208-354A7DBDE10B}"/>
    <dgm:cxn modelId="{07D19F8B-F23E-4907-90EC-97E2DEF86401}" type="presParOf" srcId="{373336B6-B03F-4269-9051-6B51D4D67CCB}" destId="{988B595D-EA89-4830-9EE5-6320AFF35D27}" srcOrd="0" destOrd="0" presId="urn:microsoft.com/office/officeart/2005/8/layout/vList2"/>
    <dgm:cxn modelId="{11E9D4D5-90B3-421B-B545-572DCE0C1FB9}" type="presParOf" srcId="{373336B6-B03F-4269-9051-6B51D4D67CCB}" destId="{5A6109C5-3EE0-46C6-8C55-0180B9F47CF8}" srcOrd="1" destOrd="0" presId="urn:microsoft.com/office/officeart/2005/8/layout/vList2"/>
    <dgm:cxn modelId="{60D3D4DC-37C8-4656-8D36-596D5A04B71F}" type="presParOf" srcId="{373336B6-B03F-4269-9051-6B51D4D67CCB}" destId="{521D8116-427A-41A1-8C9B-80895AB5C0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BA1C848-DBE5-439C-8170-7187F8CE3B1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F6DA84-0F1C-4A45-84C9-BFF334F0AEA0}">
      <dgm:prSet/>
      <dgm:spPr/>
      <dgm:t>
        <a:bodyPr/>
        <a:lstStyle/>
        <a:p>
          <a:r>
            <a:rPr lang="ru-RU" b="0" i="0" dirty="0"/>
            <a:t>1, 2</a:t>
          </a:r>
          <a:endParaRPr lang="uk-UA" dirty="0"/>
        </a:p>
      </dgm:t>
    </dgm:pt>
    <dgm:pt modelId="{6806B1C5-9A60-40E3-802C-726D63151173}" type="parTrans" cxnId="{5AB8BC7C-BAE8-4B19-8933-1521C879C476}">
      <dgm:prSet/>
      <dgm:spPr/>
      <dgm:t>
        <a:bodyPr/>
        <a:lstStyle/>
        <a:p>
          <a:endParaRPr lang="uk-UA"/>
        </a:p>
      </dgm:t>
    </dgm:pt>
    <dgm:pt modelId="{0A0D91B1-29E4-42B5-B35C-EE57FCE0BF4D}" type="sibTrans" cxnId="{5AB8BC7C-BAE8-4B19-8933-1521C879C476}">
      <dgm:prSet/>
      <dgm:spPr/>
      <dgm:t>
        <a:bodyPr/>
        <a:lstStyle/>
        <a:p>
          <a:endParaRPr lang="uk-UA"/>
        </a:p>
      </dgm:t>
    </dgm:pt>
    <dgm:pt modelId="{B2EA82BB-DB3D-46D1-8A2E-4C2C09561499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465703FB-3A20-43F8-A381-28A2E4EC6331}" type="parTrans" cxnId="{CA593D54-1455-48B1-ADB8-218B71CB0D93}">
      <dgm:prSet/>
      <dgm:spPr/>
      <dgm:t>
        <a:bodyPr/>
        <a:lstStyle/>
        <a:p>
          <a:endParaRPr lang="uk-UA"/>
        </a:p>
      </dgm:t>
    </dgm:pt>
    <dgm:pt modelId="{DD565308-4103-42CD-B7CB-693BC7106D23}" type="sibTrans" cxnId="{CA593D54-1455-48B1-ADB8-218B71CB0D93}">
      <dgm:prSet/>
      <dgm:spPr/>
      <dgm:t>
        <a:bodyPr/>
        <a:lstStyle/>
        <a:p>
          <a:endParaRPr lang="uk-UA"/>
        </a:p>
      </dgm:t>
    </dgm:pt>
    <dgm:pt modelId="{CB1F7A7A-6D65-4888-AF69-C547BFF14467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E32EE202-C491-44CF-B06E-E178419745C1}" type="parTrans" cxnId="{8F1F1E15-1FC3-4D6C-8D03-804FE186FF85}">
      <dgm:prSet/>
      <dgm:spPr/>
      <dgm:t>
        <a:bodyPr/>
        <a:lstStyle/>
        <a:p>
          <a:endParaRPr lang="uk-UA"/>
        </a:p>
      </dgm:t>
    </dgm:pt>
    <dgm:pt modelId="{D47E6EFE-691D-4B53-B0A2-2DEEE96418C8}" type="sibTrans" cxnId="{8F1F1E15-1FC3-4D6C-8D03-804FE186FF85}">
      <dgm:prSet/>
      <dgm:spPr/>
      <dgm:t>
        <a:bodyPr/>
        <a:lstStyle/>
        <a:p>
          <a:endParaRPr lang="uk-UA"/>
        </a:p>
      </dgm:t>
    </dgm:pt>
    <dgm:pt modelId="{1B2766C0-722A-4369-BB01-11A5F6138504}">
      <dgm:prSet/>
      <dgm:spPr/>
      <dgm:t>
        <a:bodyPr/>
        <a:lstStyle/>
        <a:p>
          <a:r>
            <a:rPr lang="ru-RU" b="0" i="0" dirty="0"/>
            <a:t>1, 2, 3</a:t>
          </a:r>
          <a:endParaRPr lang="uk-UA" dirty="0"/>
        </a:p>
      </dgm:t>
    </dgm:pt>
    <dgm:pt modelId="{5CF3076E-C8B3-482C-AD05-4A379B6157E2}" type="parTrans" cxnId="{14778DD2-DF17-4272-BBC0-B782FD3BC250}">
      <dgm:prSet/>
      <dgm:spPr/>
      <dgm:t>
        <a:bodyPr/>
        <a:lstStyle/>
        <a:p>
          <a:endParaRPr lang="uk-UA"/>
        </a:p>
      </dgm:t>
    </dgm:pt>
    <dgm:pt modelId="{65C08C27-E0A1-49FD-B3B5-54BB98BABB14}" type="sibTrans" cxnId="{14778DD2-DF17-4272-BBC0-B782FD3BC250}">
      <dgm:prSet/>
      <dgm:spPr/>
      <dgm:t>
        <a:bodyPr/>
        <a:lstStyle/>
        <a:p>
          <a:endParaRPr lang="uk-UA"/>
        </a:p>
      </dgm:t>
    </dgm:pt>
    <dgm:pt modelId="{EBA90F8E-EB43-4EC2-896A-6D3278C1E799}" type="pres">
      <dgm:prSet presAssocID="{5BA1C848-DBE5-439C-8170-7187F8CE3B1F}" presName="matrix" presStyleCnt="0">
        <dgm:presLayoutVars>
          <dgm:chMax val="1"/>
          <dgm:dir/>
          <dgm:resizeHandles val="exact"/>
        </dgm:presLayoutVars>
      </dgm:prSet>
      <dgm:spPr/>
    </dgm:pt>
    <dgm:pt modelId="{9A8CA4E4-ECB6-4EF8-B49F-BE2364BC6532}" type="pres">
      <dgm:prSet presAssocID="{5BA1C848-DBE5-439C-8170-7187F8CE3B1F}" presName="diamond" presStyleLbl="bgShp" presStyleIdx="0" presStyleCnt="1"/>
      <dgm:spPr/>
    </dgm:pt>
    <dgm:pt modelId="{09055E36-A6FD-4E8E-907E-F6C9A6AC2075}" type="pres">
      <dgm:prSet presAssocID="{5BA1C848-DBE5-439C-8170-7187F8CE3B1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5867DB-19AF-4152-90D9-1AE0F09DAA8B}" type="pres">
      <dgm:prSet presAssocID="{5BA1C848-DBE5-439C-8170-7187F8CE3B1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B81C2D9-A6B2-414F-B7EF-1E94608BACB1}" type="pres">
      <dgm:prSet presAssocID="{5BA1C848-DBE5-439C-8170-7187F8CE3B1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CB63F1B-6D53-40F0-B38B-CB968DBB1982}" type="pres">
      <dgm:prSet presAssocID="{5BA1C848-DBE5-439C-8170-7187F8CE3B1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F1F1E15-1FC3-4D6C-8D03-804FE186FF85}" srcId="{5BA1C848-DBE5-439C-8170-7187F8CE3B1F}" destId="{CB1F7A7A-6D65-4888-AF69-C547BFF14467}" srcOrd="2" destOrd="0" parTransId="{E32EE202-C491-44CF-B06E-E178419745C1}" sibTransId="{D47E6EFE-691D-4B53-B0A2-2DEEE96418C8}"/>
    <dgm:cxn modelId="{4FBCA04F-93EE-4513-A8DC-ABC96B190801}" type="presOf" srcId="{7DF6DA84-0F1C-4A45-84C9-BFF334F0AEA0}" destId="{09055E36-A6FD-4E8E-907E-F6C9A6AC2075}" srcOrd="0" destOrd="0" presId="urn:microsoft.com/office/officeart/2005/8/layout/matrix3"/>
    <dgm:cxn modelId="{CA593D54-1455-48B1-ADB8-218B71CB0D93}" srcId="{5BA1C848-DBE5-439C-8170-7187F8CE3B1F}" destId="{B2EA82BB-DB3D-46D1-8A2E-4C2C09561499}" srcOrd="1" destOrd="0" parTransId="{465703FB-3A20-43F8-A381-28A2E4EC6331}" sibTransId="{DD565308-4103-42CD-B7CB-693BC7106D23}"/>
    <dgm:cxn modelId="{753B0B59-9FC4-44F6-B20E-50815804DEA5}" type="presOf" srcId="{CB1F7A7A-6D65-4888-AF69-C547BFF14467}" destId="{5B81C2D9-A6B2-414F-B7EF-1E94608BACB1}" srcOrd="0" destOrd="0" presId="urn:microsoft.com/office/officeart/2005/8/layout/matrix3"/>
    <dgm:cxn modelId="{5AB8BC7C-BAE8-4B19-8933-1521C879C476}" srcId="{5BA1C848-DBE5-439C-8170-7187F8CE3B1F}" destId="{7DF6DA84-0F1C-4A45-84C9-BFF334F0AEA0}" srcOrd="0" destOrd="0" parTransId="{6806B1C5-9A60-40E3-802C-726D63151173}" sibTransId="{0A0D91B1-29E4-42B5-B35C-EE57FCE0BF4D}"/>
    <dgm:cxn modelId="{C20CD78C-9CA0-4370-A9EA-F2366044E74C}" type="presOf" srcId="{1B2766C0-722A-4369-BB01-11A5F6138504}" destId="{FCB63F1B-6D53-40F0-B38B-CB968DBB1982}" srcOrd="0" destOrd="0" presId="urn:microsoft.com/office/officeart/2005/8/layout/matrix3"/>
    <dgm:cxn modelId="{843209A1-2B80-47E6-A861-7A2D6F9D9BA4}" type="presOf" srcId="{B2EA82BB-DB3D-46D1-8A2E-4C2C09561499}" destId="{845867DB-19AF-4152-90D9-1AE0F09DAA8B}" srcOrd="0" destOrd="0" presId="urn:microsoft.com/office/officeart/2005/8/layout/matrix3"/>
    <dgm:cxn modelId="{14778DD2-DF17-4272-BBC0-B782FD3BC250}" srcId="{5BA1C848-DBE5-439C-8170-7187F8CE3B1F}" destId="{1B2766C0-722A-4369-BB01-11A5F6138504}" srcOrd="3" destOrd="0" parTransId="{5CF3076E-C8B3-482C-AD05-4A379B6157E2}" sibTransId="{65C08C27-E0A1-49FD-B3B5-54BB98BABB14}"/>
    <dgm:cxn modelId="{02188CF0-82E9-472B-A8E5-7905425B8317}" type="presOf" srcId="{5BA1C848-DBE5-439C-8170-7187F8CE3B1F}" destId="{EBA90F8E-EB43-4EC2-896A-6D3278C1E799}" srcOrd="0" destOrd="0" presId="urn:microsoft.com/office/officeart/2005/8/layout/matrix3"/>
    <dgm:cxn modelId="{ED1F2D0C-54DC-4433-A566-3F2DE98BDAB5}" type="presParOf" srcId="{EBA90F8E-EB43-4EC2-896A-6D3278C1E799}" destId="{9A8CA4E4-ECB6-4EF8-B49F-BE2364BC6532}" srcOrd="0" destOrd="0" presId="urn:microsoft.com/office/officeart/2005/8/layout/matrix3"/>
    <dgm:cxn modelId="{6CC3FBD1-A831-4FCE-AAF3-6FACF9F36A86}" type="presParOf" srcId="{EBA90F8E-EB43-4EC2-896A-6D3278C1E799}" destId="{09055E36-A6FD-4E8E-907E-F6C9A6AC2075}" srcOrd="1" destOrd="0" presId="urn:microsoft.com/office/officeart/2005/8/layout/matrix3"/>
    <dgm:cxn modelId="{9DF7864B-4157-4FFC-8421-96868B5D6E6F}" type="presParOf" srcId="{EBA90F8E-EB43-4EC2-896A-6D3278C1E799}" destId="{845867DB-19AF-4152-90D9-1AE0F09DAA8B}" srcOrd="2" destOrd="0" presId="urn:microsoft.com/office/officeart/2005/8/layout/matrix3"/>
    <dgm:cxn modelId="{BABE05A0-EE5B-4FDE-A752-E0F49DC4E436}" type="presParOf" srcId="{EBA90F8E-EB43-4EC2-896A-6D3278C1E799}" destId="{5B81C2D9-A6B2-414F-B7EF-1E94608BACB1}" srcOrd="3" destOrd="0" presId="urn:microsoft.com/office/officeart/2005/8/layout/matrix3"/>
    <dgm:cxn modelId="{5D526D74-8124-40CA-BE3F-052EBAFFAF5E}" type="presParOf" srcId="{EBA90F8E-EB43-4EC2-896A-6D3278C1E799}" destId="{FCB63F1B-6D53-40F0-B38B-CB968DBB198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9745372-D2BA-4CC7-8BF7-78EBFD59D7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F9BE66-2D17-4E8B-9719-976D558FF8AD}">
      <dgm:prSet/>
      <dgm:spPr/>
      <dgm:t>
        <a:bodyPr/>
        <a:lstStyle/>
        <a:p>
          <a:r>
            <a:rPr lang="uk-UA" b="0" i="1" dirty="0"/>
            <a:t>«Якщо уб'ють огнищанина, то з убивці стягується 80 гривень. За князівського старосту - 12 гривень, а за князівського рядовича - 5 гривень».</a:t>
          </a:r>
          <a:endParaRPr lang="uk-UA" dirty="0"/>
        </a:p>
      </dgm:t>
    </dgm:pt>
    <dgm:pt modelId="{1343B325-93EE-4812-80EE-961022F39D91}" type="parTrans" cxnId="{F918ED2C-99B7-4F82-8C92-3850D0276289}">
      <dgm:prSet/>
      <dgm:spPr/>
      <dgm:t>
        <a:bodyPr/>
        <a:lstStyle/>
        <a:p>
          <a:endParaRPr lang="uk-UA"/>
        </a:p>
      </dgm:t>
    </dgm:pt>
    <dgm:pt modelId="{E1996E38-ECBC-4A92-BFA3-C4AFE6A0728F}" type="sibTrans" cxnId="{F918ED2C-99B7-4F82-8C92-3850D0276289}">
      <dgm:prSet/>
      <dgm:spPr/>
      <dgm:t>
        <a:bodyPr/>
        <a:lstStyle/>
        <a:p>
          <a:endParaRPr lang="uk-UA"/>
        </a:p>
      </dgm:t>
    </dgm:pt>
    <dgm:pt modelId="{313631DC-69DE-462B-B4AF-D5153DF4D670}">
      <dgm:prSet/>
      <dgm:spPr/>
      <dgm:t>
        <a:bodyPr/>
        <a:lstStyle/>
        <a:p>
          <a:r>
            <a:rPr lang="uk-UA" b="0" i="1" dirty="0"/>
            <a:t>«Якщо смерд умре без дітей, то спадщина його передається князю. …якщо боярин чи з боярської дружини, то [його] спадщина князю не йде...»?</a:t>
          </a:r>
          <a:endParaRPr lang="uk-UA" dirty="0"/>
        </a:p>
      </dgm:t>
    </dgm:pt>
    <dgm:pt modelId="{CD6993B5-CA87-45D6-AA22-4E947DA690DB}" type="parTrans" cxnId="{B6AD3538-4573-44CE-98C0-D0F5EC429477}">
      <dgm:prSet/>
      <dgm:spPr/>
      <dgm:t>
        <a:bodyPr/>
        <a:lstStyle/>
        <a:p>
          <a:endParaRPr lang="uk-UA"/>
        </a:p>
      </dgm:t>
    </dgm:pt>
    <dgm:pt modelId="{95591100-3621-435C-866D-AB09CEE4E7FB}" type="sibTrans" cxnId="{B6AD3538-4573-44CE-98C0-D0F5EC429477}">
      <dgm:prSet/>
      <dgm:spPr/>
      <dgm:t>
        <a:bodyPr/>
        <a:lstStyle/>
        <a:p>
          <a:endParaRPr lang="uk-UA"/>
        </a:p>
      </dgm:t>
    </dgm:pt>
    <dgm:pt modelId="{66806A1D-02F4-4727-8D4F-BE413A373385}" type="pres">
      <dgm:prSet presAssocID="{59745372-D2BA-4CC7-8BF7-78EBFD59D778}" presName="linear" presStyleCnt="0">
        <dgm:presLayoutVars>
          <dgm:animLvl val="lvl"/>
          <dgm:resizeHandles val="exact"/>
        </dgm:presLayoutVars>
      </dgm:prSet>
      <dgm:spPr/>
    </dgm:pt>
    <dgm:pt modelId="{2278D8E0-3AD2-4177-946C-BE5A8974FD39}" type="pres">
      <dgm:prSet presAssocID="{E2F9BE66-2D17-4E8B-9719-976D558FF8A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0024F3-6E7B-43CE-98EF-D8B871AE6E7B}" type="pres">
      <dgm:prSet presAssocID="{E1996E38-ECBC-4A92-BFA3-C4AFE6A0728F}" presName="spacer" presStyleCnt="0"/>
      <dgm:spPr/>
    </dgm:pt>
    <dgm:pt modelId="{5D3AA3E4-41A0-4B8E-A55D-29DD713562FF}" type="pres">
      <dgm:prSet presAssocID="{313631DC-69DE-462B-B4AF-D5153DF4D6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18ED2C-99B7-4F82-8C92-3850D0276289}" srcId="{59745372-D2BA-4CC7-8BF7-78EBFD59D778}" destId="{E2F9BE66-2D17-4E8B-9719-976D558FF8AD}" srcOrd="0" destOrd="0" parTransId="{1343B325-93EE-4812-80EE-961022F39D91}" sibTransId="{E1996E38-ECBC-4A92-BFA3-C4AFE6A0728F}"/>
    <dgm:cxn modelId="{E32BF52C-1539-474F-8C8B-19E0366A5EE8}" type="presOf" srcId="{E2F9BE66-2D17-4E8B-9719-976D558FF8AD}" destId="{2278D8E0-3AD2-4177-946C-BE5A8974FD39}" srcOrd="0" destOrd="0" presId="urn:microsoft.com/office/officeart/2005/8/layout/vList2"/>
    <dgm:cxn modelId="{BF662036-4B87-497F-9144-0F83D3AE845B}" type="presOf" srcId="{59745372-D2BA-4CC7-8BF7-78EBFD59D778}" destId="{66806A1D-02F4-4727-8D4F-BE413A373385}" srcOrd="0" destOrd="0" presId="urn:microsoft.com/office/officeart/2005/8/layout/vList2"/>
    <dgm:cxn modelId="{B6AD3538-4573-44CE-98C0-D0F5EC429477}" srcId="{59745372-D2BA-4CC7-8BF7-78EBFD59D778}" destId="{313631DC-69DE-462B-B4AF-D5153DF4D670}" srcOrd="1" destOrd="0" parTransId="{CD6993B5-CA87-45D6-AA22-4E947DA690DB}" sibTransId="{95591100-3621-435C-866D-AB09CEE4E7FB}"/>
    <dgm:cxn modelId="{4F2F24F7-6BD0-4191-A124-3451A5E5DD6F}" type="presOf" srcId="{313631DC-69DE-462B-B4AF-D5153DF4D670}" destId="{5D3AA3E4-41A0-4B8E-A55D-29DD713562FF}" srcOrd="0" destOrd="0" presId="urn:microsoft.com/office/officeart/2005/8/layout/vList2"/>
    <dgm:cxn modelId="{1BDF151D-1F96-48E4-8182-B34DC65F2028}" type="presParOf" srcId="{66806A1D-02F4-4727-8D4F-BE413A373385}" destId="{2278D8E0-3AD2-4177-946C-BE5A8974FD39}" srcOrd="0" destOrd="0" presId="urn:microsoft.com/office/officeart/2005/8/layout/vList2"/>
    <dgm:cxn modelId="{443760DC-3959-446B-99BF-A7C56E1DB302}" type="presParOf" srcId="{66806A1D-02F4-4727-8D4F-BE413A373385}" destId="{DD0024F3-6E7B-43CE-98EF-D8B871AE6E7B}" srcOrd="1" destOrd="0" presId="urn:microsoft.com/office/officeart/2005/8/layout/vList2"/>
    <dgm:cxn modelId="{3A54F3B3-6D77-4BDF-8B11-B394E339B898}" type="presParOf" srcId="{66806A1D-02F4-4727-8D4F-BE413A373385}" destId="{5D3AA3E4-41A0-4B8E-A55D-29DD713562F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77285DC-9ADD-483E-A028-1CC83205985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C194AC-11F5-4BA2-9DAC-9B65CA7B30D2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Руська</a:t>
          </a:r>
          <a:r>
            <a:rPr lang="ru-RU" b="0" i="0" dirty="0"/>
            <a:t> правда»</a:t>
          </a:r>
          <a:endParaRPr lang="uk-UA" dirty="0"/>
        </a:p>
      </dgm:t>
    </dgm:pt>
    <dgm:pt modelId="{A7D77965-19AD-4CB0-B0A3-1364ABD98288}" type="parTrans" cxnId="{736ECDB7-D177-464D-9AE8-A17D1578B1E4}">
      <dgm:prSet/>
      <dgm:spPr/>
      <dgm:t>
        <a:bodyPr/>
        <a:lstStyle/>
        <a:p>
          <a:endParaRPr lang="uk-UA"/>
        </a:p>
      </dgm:t>
    </dgm:pt>
    <dgm:pt modelId="{0FCC29DB-425A-4645-B68E-CC67204AEA20}" type="sibTrans" cxnId="{736ECDB7-D177-464D-9AE8-A17D1578B1E4}">
      <dgm:prSet/>
      <dgm:spPr/>
      <dgm:t>
        <a:bodyPr/>
        <a:lstStyle/>
        <a:p>
          <a:endParaRPr lang="uk-UA"/>
        </a:p>
      </dgm:t>
    </dgm:pt>
    <dgm:pt modelId="{0105F4CF-FC2C-4C01-A404-CA065A9682F7}">
      <dgm:prSet/>
      <dgm:spPr/>
      <dgm:t>
        <a:bodyPr/>
        <a:lstStyle/>
        <a:p>
          <a:r>
            <a:rPr lang="ru-RU" b="0" i="0"/>
            <a:t>«Слово про закон і благодать»</a:t>
          </a:r>
          <a:endParaRPr lang="uk-UA"/>
        </a:p>
      </dgm:t>
    </dgm:pt>
    <dgm:pt modelId="{DDB4E9FA-6495-4DC4-8211-E6F2FD591FDC}" type="parTrans" cxnId="{346585B0-111C-44D4-9A4C-86653A3DE057}">
      <dgm:prSet/>
      <dgm:spPr/>
      <dgm:t>
        <a:bodyPr/>
        <a:lstStyle/>
        <a:p>
          <a:endParaRPr lang="uk-UA"/>
        </a:p>
      </dgm:t>
    </dgm:pt>
    <dgm:pt modelId="{0AC20D92-50AA-4678-B650-F54B93ED9510}" type="sibTrans" cxnId="{346585B0-111C-44D4-9A4C-86653A3DE057}">
      <dgm:prSet/>
      <dgm:spPr/>
      <dgm:t>
        <a:bodyPr/>
        <a:lstStyle/>
        <a:p>
          <a:endParaRPr lang="uk-UA"/>
        </a:p>
      </dgm:t>
    </dgm:pt>
    <dgm:pt modelId="{690D50AB-9BF6-4F40-B504-C54B4D8E18F3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</a:t>
          </a:r>
          <a:endParaRPr lang="uk-UA" dirty="0"/>
        </a:p>
      </dgm:t>
    </dgm:pt>
    <dgm:pt modelId="{AF83EB4B-11F0-45EF-B0C6-6D637BB07F04}" type="parTrans" cxnId="{1DEB4274-FE58-4ADA-B736-818CB132AD8F}">
      <dgm:prSet/>
      <dgm:spPr/>
      <dgm:t>
        <a:bodyPr/>
        <a:lstStyle/>
        <a:p>
          <a:endParaRPr lang="uk-UA"/>
        </a:p>
      </dgm:t>
    </dgm:pt>
    <dgm:pt modelId="{5B433FD3-F5F9-461F-844C-237358AFA9A1}" type="sibTrans" cxnId="{1DEB4274-FE58-4ADA-B736-818CB132AD8F}">
      <dgm:prSet/>
      <dgm:spPr/>
      <dgm:t>
        <a:bodyPr/>
        <a:lstStyle/>
        <a:p>
          <a:endParaRPr lang="uk-UA"/>
        </a:p>
      </dgm:t>
    </dgm:pt>
    <dgm:pt modelId="{1ECEE715-1088-4DBB-A158-43F37A5BABA7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Ізборнік</a:t>
          </a:r>
          <a:r>
            <a:rPr lang="ru-RU" b="0" i="0" dirty="0"/>
            <a:t> Святослава»</a:t>
          </a:r>
          <a:endParaRPr lang="uk-UA" dirty="0"/>
        </a:p>
      </dgm:t>
    </dgm:pt>
    <dgm:pt modelId="{26AB960D-DA4B-4BF9-8429-5CAB69D4693D}" type="parTrans" cxnId="{E08B7CC3-172B-4C60-A45C-ECAE8E8BE1D1}">
      <dgm:prSet/>
      <dgm:spPr/>
      <dgm:t>
        <a:bodyPr/>
        <a:lstStyle/>
        <a:p>
          <a:endParaRPr lang="uk-UA"/>
        </a:p>
      </dgm:t>
    </dgm:pt>
    <dgm:pt modelId="{217CCB69-E3DA-4981-9F6A-674785CBC0DB}" type="sibTrans" cxnId="{E08B7CC3-172B-4C60-A45C-ECAE8E8BE1D1}">
      <dgm:prSet/>
      <dgm:spPr/>
      <dgm:t>
        <a:bodyPr/>
        <a:lstStyle/>
        <a:p>
          <a:endParaRPr lang="uk-UA"/>
        </a:p>
      </dgm:t>
    </dgm:pt>
    <dgm:pt modelId="{238B546E-F9CA-4E0F-9309-27C68EC6D78C}" type="pres">
      <dgm:prSet presAssocID="{777285DC-9ADD-483E-A028-1CC832059855}" presName="matrix" presStyleCnt="0">
        <dgm:presLayoutVars>
          <dgm:chMax val="1"/>
          <dgm:dir/>
          <dgm:resizeHandles val="exact"/>
        </dgm:presLayoutVars>
      </dgm:prSet>
      <dgm:spPr/>
    </dgm:pt>
    <dgm:pt modelId="{0ED412FB-7E5E-46D0-8FFF-DD1603C6BD70}" type="pres">
      <dgm:prSet presAssocID="{777285DC-9ADD-483E-A028-1CC832059855}" presName="diamond" presStyleLbl="bgShp" presStyleIdx="0" presStyleCnt="1"/>
      <dgm:spPr/>
    </dgm:pt>
    <dgm:pt modelId="{1B272F2A-568F-44F7-9764-4BFA6CC47139}" type="pres">
      <dgm:prSet presAssocID="{777285DC-9ADD-483E-A028-1CC83205985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8EDD340-B257-4274-9104-C128CA4F159D}" type="pres">
      <dgm:prSet presAssocID="{777285DC-9ADD-483E-A028-1CC83205985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FEFAA5C-7E36-4659-A76E-5BD53C75B054}" type="pres">
      <dgm:prSet presAssocID="{777285DC-9ADD-483E-A028-1CC83205985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281A77E-7B66-4EA1-81B5-03B4B5FACEFF}" type="pres">
      <dgm:prSet presAssocID="{777285DC-9ADD-483E-A028-1CC83205985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F43519-9620-4C22-8B81-4C7A9832A32D}" type="presOf" srcId="{690D50AB-9BF6-4F40-B504-C54B4D8E18F3}" destId="{7FEFAA5C-7E36-4659-A76E-5BD53C75B054}" srcOrd="0" destOrd="0" presId="urn:microsoft.com/office/officeart/2005/8/layout/matrix3"/>
    <dgm:cxn modelId="{413FFC64-B056-45C8-8075-4B93B9122B61}" type="presOf" srcId="{777285DC-9ADD-483E-A028-1CC832059855}" destId="{238B546E-F9CA-4E0F-9309-27C68EC6D78C}" srcOrd="0" destOrd="0" presId="urn:microsoft.com/office/officeart/2005/8/layout/matrix3"/>
    <dgm:cxn modelId="{4882004C-4AA7-4A0E-9AD0-E25675E73D5D}" type="presOf" srcId="{0105F4CF-FC2C-4C01-A404-CA065A9682F7}" destId="{B8EDD340-B257-4274-9104-C128CA4F159D}" srcOrd="0" destOrd="0" presId="urn:microsoft.com/office/officeart/2005/8/layout/matrix3"/>
    <dgm:cxn modelId="{1DEB4274-FE58-4ADA-B736-818CB132AD8F}" srcId="{777285DC-9ADD-483E-A028-1CC832059855}" destId="{690D50AB-9BF6-4F40-B504-C54B4D8E18F3}" srcOrd="2" destOrd="0" parTransId="{AF83EB4B-11F0-45EF-B0C6-6D637BB07F04}" sibTransId="{5B433FD3-F5F9-461F-844C-237358AFA9A1}"/>
    <dgm:cxn modelId="{B138EB77-C717-4DE4-BD94-584130F52D48}" type="presOf" srcId="{15C194AC-11F5-4BA2-9DAC-9B65CA7B30D2}" destId="{1B272F2A-568F-44F7-9764-4BFA6CC47139}" srcOrd="0" destOrd="0" presId="urn:microsoft.com/office/officeart/2005/8/layout/matrix3"/>
    <dgm:cxn modelId="{953A6DAD-22E3-4942-9E7E-DBCBC16BD78D}" type="presOf" srcId="{1ECEE715-1088-4DBB-A158-43F37A5BABA7}" destId="{4281A77E-7B66-4EA1-81B5-03B4B5FACEFF}" srcOrd="0" destOrd="0" presId="urn:microsoft.com/office/officeart/2005/8/layout/matrix3"/>
    <dgm:cxn modelId="{346585B0-111C-44D4-9A4C-86653A3DE057}" srcId="{777285DC-9ADD-483E-A028-1CC832059855}" destId="{0105F4CF-FC2C-4C01-A404-CA065A9682F7}" srcOrd="1" destOrd="0" parTransId="{DDB4E9FA-6495-4DC4-8211-E6F2FD591FDC}" sibTransId="{0AC20D92-50AA-4678-B650-F54B93ED9510}"/>
    <dgm:cxn modelId="{736ECDB7-D177-464D-9AE8-A17D1578B1E4}" srcId="{777285DC-9ADD-483E-A028-1CC832059855}" destId="{15C194AC-11F5-4BA2-9DAC-9B65CA7B30D2}" srcOrd="0" destOrd="0" parTransId="{A7D77965-19AD-4CB0-B0A3-1364ABD98288}" sibTransId="{0FCC29DB-425A-4645-B68E-CC67204AEA20}"/>
    <dgm:cxn modelId="{E08B7CC3-172B-4C60-A45C-ECAE8E8BE1D1}" srcId="{777285DC-9ADD-483E-A028-1CC832059855}" destId="{1ECEE715-1088-4DBB-A158-43F37A5BABA7}" srcOrd="3" destOrd="0" parTransId="{26AB960D-DA4B-4BF9-8429-5CAB69D4693D}" sibTransId="{217CCB69-E3DA-4981-9F6A-674785CBC0DB}"/>
    <dgm:cxn modelId="{65B81251-68D2-4750-ABFC-CFA83CAA558B}" type="presParOf" srcId="{238B546E-F9CA-4E0F-9309-27C68EC6D78C}" destId="{0ED412FB-7E5E-46D0-8FFF-DD1603C6BD70}" srcOrd="0" destOrd="0" presId="urn:microsoft.com/office/officeart/2005/8/layout/matrix3"/>
    <dgm:cxn modelId="{124634D3-3F75-4036-813B-298E935F9393}" type="presParOf" srcId="{238B546E-F9CA-4E0F-9309-27C68EC6D78C}" destId="{1B272F2A-568F-44F7-9764-4BFA6CC47139}" srcOrd="1" destOrd="0" presId="urn:microsoft.com/office/officeart/2005/8/layout/matrix3"/>
    <dgm:cxn modelId="{C4318907-7608-4AC3-ABB7-D27ADC1E93A5}" type="presParOf" srcId="{238B546E-F9CA-4E0F-9309-27C68EC6D78C}" destId="{B8EDD340-B257-4274-9104-C128CA4F159D}" srcOrd="2" destOrd="0" presId="urn:microsoft.com/office/officeart/2005/8/layout/matrix3"/>
    <dgm:cxn modelId="{A31E60DF-57FF-4232-BFAC-07B5DB46101F}" type="presParOf" srcId="{238B546E-F9CA-4E0F-9309-27C68EC6D78C}" destId="{7FEFAA5C-7E36-4659-A76E-5BD53C75B054}" srcOrd="3" destOrd="0" presId="urn:microsoft.com/office/officeart/2005/8/layout/matrix3"/>
    <dgm:cxn modelId="{272D221C-59C5-4AD2-B1CA-A38BFAB945E5}" type="presParOf" srcId="{238B546E-F9CA-4E0F-9309-27C68EC6D78C}" destId="{4281A77E-7B66-4EA1-81B5-03B4B5FACEF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A55AC7E-18D3-4DAC-BD26-FBE790F1BD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58482A-340D-4D90-AAC1-967446AE5253}">
      <dgm:prSet/>
      <dgm:spPr/>
      <dgm:t>
        <a:bodyPr/>
        <a:lstStyle/>
        <a:p>
          <a:r>
            <a:rPr lang="uk-UA" b="0" i="0" dirty="0"/>
            <a:t>створення «Ізборника» — одного з перших енциклопедичних збірників Київської Русі</a:t>
          </a:r>
          <a:endParaRPr lang="uk-UA" dirty="0"/>
        </a:p>
      </dgm:t>
    </dgm:pt>
    <dgm:pt modelId="{0EF4CDEB-05C2-4DD1-B87D-34FF88BD8AA3}" type="parTrans" cxnId="{CC57E0A8-F944-43B4-9E75-68F2889E8EC9}">
      <dgm:prSet/>
      <dgm:spPr/>
      <dgm:t>
        <a:bodyPr/>
        <a:lstStyle/>
        <a:p>
          <a:endParaRPr lang="uk-UA"/>
        </a:p>
      </dgm:t>
    </dgm:pt>
    <dgm:pt modelId="{CD2ACDFB-2685-471D-A92A-BD0466DB330B}" type="sibTrans" cxnId="{CC57E0A8-F944-43B4-9E75-68F2889E8EC9}">
      <dgm:prSet/>
      <dgm:spPr/>
      <dgm:t>
        <a:bodyPr/>
        <a:lstStyle/>
        <a:p>
          <a:endParaRPr lang="uk-UA"/>
        </a:p>
      </dgm:t>
    </dgm:pt>
    <dgm:pt modelId="{87070956-7ABA-4051-A3A8-D0BF5E728308}">
      <dgm:prSet/>
      <dgm:spPr/>
      <dgm:t>
        <a:bodyPr/>
        <a:lstStyle/>
        <a:p>
          <a:r>
            <a:rPr lang="uk-UA" b="0" i="0"/>
            <a:t>відкриття першої школи для дітей знаті</a:t>
          </a:r>
          <a:endParaRPr lang="uk-UA"/>
        </a:p>
      </dgm:t>
    </dgm:pt>
    <dgm:pt modelId="{FAB7E61A-77AD-4512-B85A-C2F71CDA2011}" type="parTrans" cxnId="{D4825744-8C31-4465-87C4-035CA0CE8DEA}">
      <dgm:prSet/>
      <dgm:spPr/>
      <dgm:t>
        <a:bodyPr/>
        <a:lstStyle/>
        <a:p>
          <a:endParaRPr lang="uk-UA"/>
        </a:p>
      </dgm:t>
    </dgm:pt>
    <dgm:pt modelId="{BFA6F8AF-38B5-4200-9B7D-F77B7E2BBE96}" type="sibTrans" cxnId="{D4825744-8C31-4465-87C4-035CA0CE8DEA}">
      <dgm:prSet/>
      <dgm:spPr/>
      <dgm:t>
        <a:bodyPr/>
        <a:lstStyle/>
        <a:p>
          <a:endParaRPr lang="uk-UA"/>
        </a:p>
      </dgm:t>
    </dgm:pt>
    <dgm:pt modelId="{CDCCBF21-4754-45A8-B9A1-F47665C014F6}">
      <dgm:prSet/>
      <dgm:spPr/>
      <dgm:t>
        <a:bodyPr/>
        <a:lstStyle/>
        <a:p>
          <a:r>
            <a:rPr lang="uk-UA" b="0" i="0"/>
            <a:t>заснування першої бібліотеки при Софіївському соборі в Києві</a:t>
          </a:r>
          <a:endParaRPr lang="uk-UA"/>
        </a:p>
      </dgm:t>
    </dgm:pt>
    <dgm:pt modelId="{26B9C942-5786-4696-B17A-AB26889C0C6B}" type="parTrans" cxnId="{3EA72EFA-4D17-446C-BF40-1CE459B149AF}">
      <dgm:prSet/>
      <dgm:spPr/>
      <dgm:t>
        <a:bodyPr/>
        <a:lstStyle/>
        <a:p>
          <a:endParaRPr lang="uk-UA"/>
        </a:p>
      </dgm:t>
    </dgm:pt>
    <dgm:pt modelId="{AAC80B32-09C3-409D-A05A-802CE8A4468F}" type="sibTrans" cxnId="{3EA72EFA-4D17-446C-BF40-1CE459B149AF}">
      <dgm:prSet/>
      <dgm:spPr/>
      <dgm:t>
        <a:bodyPr/>
        <a:lstStyle/>
        <a:p>
          <a:endParaRPr lang="uk-UA"/>
        </a:p>
      </dgm:t>
    </dgm:pt>
    <dgm:pt modelId="{AEB53183-AAA8-403C-962C-3352A65F4C41}">
      <dgm:prSet/>
      <dgm:spPr/>
      <dgm:t>
        <a:bodyPr/>
        <a:lstStyle/>
        <a:p>
          <a:r>
            <a:rPr lang="uk-UA" b="0" i="0" dirty="0"/>
            <a:t>укладання Галицько-Волинського літопису</a:t>
          </a:r>
          <a:endParaRPr lang="uk-UA" dirty="0"/>
        </a:p>
      </dgm:t>
    </dgm:pt>
    <dgm:pt modelId="{DA4D2345-9555-45F1-ACF2-B90D6467B658}" type="parTrans" cxnId="{C655200D-2780-4C5A-8B69-D562158CD6BE}">
      <dgm:prSet/>
      <dgm:spPr/>
      <dgm:t>
        <a:bodyPr/>
        <a:lstStyle/>
        <a:p>
          <a:endParaRPr lang="uk-UA"/>
        </a:p>
      </dgm:t>
    </dgm:pt>
    <dgm:pt modelId="{0ADD41CD-4232-489A-9F5F-058ADCBA6961}" type="sibTrans" cxnId="{C655200D-2780-4C5A-8B69-D562158CD6BE}">
      <dgm:prSet/>
      <dgm:spPr/>
      <dgm:t>
        <a:bodyPr/>
        <a:lstStyle/>
        <a:p>
          <a:endParaRPr lang="uk-UA"/>
        </a:p>
      </dgm:t>
    </dgm:pt>
    <dgm:pt modelId="{447BDADA-8840-4C4C-9FCC-211D0786F33D}" type="pres">
      <dgm:prSet presAssocID="{9A55AC7E-18D3-4DAC-BD26-FBE790F1BD93}" presName="linear" presStyleCnt="0">
        <dgm:presLayoutVars>
          <dgm:animLvl val="lvl"/>
          <dgm:resizeHandles val="exact"/>
        </dgm:presLayoutVars>
      </dgm:prSet>
      <dgm:spPr/>
    </dgm:pt>
    <dgm:pt modelId="{5B591F8E-399D-47C8-A825-3AA89FA1F6DA}" type="pres">
      <dgm:prSet presAssocID="{2A58482A-340D-4D90-AAC1-967446AE52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B6B51D-6588-4786-A268-D8C63356F3D7}" type="pres">
      <dgm:prSet presAssocID="{CD2ACDFB-2685-471D-A92A-BD0466DB330B}" presName="spacer" presStyleCnt="0"/>
      <dgm:spPr/>
    </dgm:pt>
    <dgm:pt modelId="{B5822135-BD94-4773-B03C-C5FB5CE4E4C7}" type="pres">
      <dgm:prSet presAssocID="{87070956-7ABA-4051-A3A8-D0BF5E7283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9F801B-850B-4DEA-BF0C-D9579F41CEE2}" type="pres">
      <dgm:prSet presAssocID="{BFA6F8AF-38B5-4200-9B7D-F77B7E2BBE96}" presName="spacer" presStyleCnt="0"/>
      <dgm:spPr/>
    </dgm:pt>
    <dgm:pt modelId="{1FCC87E5-7A1D-485C-9B72-B94F66A17224}" type="pres">
      <dgm:prSet presAssocID="{CDCCBF21-4754-45A8-B9A1-F47665C014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56EF2D-9DAE-44F2-B789-D4158DB187BE}" type="pres">
      <dgm:prSet presAssocID="{AAC80B32-09C3-409D-A05A-802CE8A4468F}" presName="spacer" presStyleCnt="0"/>
      <dgm:spPr/>
    </dgm:pt>
    <dgm:pt modelId="{7DAAB8DF-8C08-44BF-BF4B-08D49D98D542}" type="pres">
      <dgm:prSet presAssocID="{AEB53183-AAA8-403C-962C-3352A65F4C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55200D-2780-4C5A-8B69-D562158CD6BE}" srcId="{9A55AC7E-18D3-4DAC-BD26-FBE790F1BD93}" destId="{AEB53183-AAA8-403C-962C-3352A65F4C41}" srcOrd="3" destOrd="0" parTransId="{DA4D2345-9555-45F1-ACF2-B90D6467B658}" sibTransId="{0ADD41CD-4232-489A-9F5F-058ADCBA6961}"/>
    <dgm:cxn modelId="{F268583F-FAE0-482A-8804-E50EBC1576F8}" type="presOf" srcId="{CDCCBF21-4754-45A8-B9A1-F47665C014F6}" destId="{1FCC87E5-7A1D-485C-9B72-B94F66A17224}" srcOrd="0" destOrd="0" presId="urn:microsoft.com/office/officeart/2005/8/layout/vList2"/>
    <dgm:cxn modelId="{FB02F142-2A3A-4C5A-9E7A-2D419DED6B54}" type="presOf" srcId="{2A58482A-340D-4D90-AAC1-967446AE5253}" destId="{5B591F8E-399D-47C8-A825-3AA89FA1F6DA}" srcOrd="0" destOrd="0" presId="urn:microsoft.com/office/officeart/2005/8/layout/vList2"/>
    <dgm:cxn modelId="{7F3FFD62-D796-4810-87C9-3E4FB18AF8A2}" type="presOf" srcId="{AEB53183-AAA8-403C-962C-3352A65F4C41}" destId="{7DAAB8DF-8C08-44BF-BF4B-08D49D98D542}" srcOrd="0" destOrd="0" presId="urn:microsoft.com/office/officeart/2005/8/layout/vList2"/>
    <dgm:cxn modelId="{D4825744-8C31-4465-87C4-035CA0CE8DEA}" srcId="{9A55AC7E-18D3-4DAC-BD26-FBE790F1BD93}" destId="{87070956-7ABA-4051-A3A8-D0BF5E728308}" srcOrd="1" destOrd="0" parTransId="{FAB7E61A-77AD-4512-B85A-C2F71CDA2011}" sibTransId="{BFA6F8AF-38B5-4200-9B7D-F77B7E2BBE96}"/>
    <dgm:cxn modelId="{CC57E0A8-F944-43B4-9E75-68F2889E8EC9}" srcId="{9A55AC7E-18D3-4DAC-BD26-FBE790F1BD93}" destId="{2A58482A-340D-4D90-AAC1-967446AE5253}" srcOrd="0" destOrd="0" parTransId="{0EF4CDEB-05C2-4DD1-B87D-34FF88BD8AA3}" sibTransId="{CD2ACDFB-2685-471D-A92A-BD0466DB330B}"/>
    <dgm:cxn modelId="{F0E395C7-4D9C-4EAE-A1DB-CD8C5D627704}" type="presOf" srcId="{9A55AC7E-18D3-4DAC-BD26-FBE790F1BD93}" destId="{447BDADA-8840-4C4C-9FCC-211D0786F33D}" srcOrd="0" destOrd="0" presId="urn:microsoft.com/office/officeart/2005/8/layout/vList2"/>
    <dgm:cxn modelId="{0522B5F6-FA17-4367-A362-225A31D93AD2}" type="presOf" srcId="{87070956-7ABA-4051-A3A8-D0BF5E728308}" destId="{B5822135-BD94-4773-B03C-C5FB5CE4E4C7}" srcOrd="0" destOrd="0" presId="urn:microsoft.com/office/officeart/2005/8/layout/vList2"/>
    <dgm:cxn modelId="{3EA72EFA-4D17-446C-BF40-1CE459B149AF}" srcId="{9A55AC7E-18D3-4DAC-BD26-FBE790F1BD93}" destId="{CDCCBF21-4754-45A8-B9A1-F47665C014F6}" srcOrd="2" destOrd="0" parTransId="{26B9C942-5786-4696-B17A-AB26889C0C6B}" sibTransId="{AAC80B32-09C3-409D-A05A-802CE8A4468F}"/>
    <dgm:cxn modelId="{49BE115F-375D-4813-992C-7136A06B660E}" type="presParOf" srcId="{447BDADA-8840-4C4C-9FCC-211D0786F33D}" destId="{5B591F8E-399D-47C8-A825-3AA89FA1F6DA}" srcOrd="0" destOrd="0" presId="urn:microsoft.com/office/officeart/2005/8/layout/vList2"/>
    <dgm:cxn modelId="{398E1FD0-A0BD-4D2F-A3AE-684621D70B4C}" type="presParOf" srcId="{447BDADA-8840-4C4C-9FCC-211D0786F33D}" destId="{97B6B51D-6588-4786-A268-D8C63356F3D7}" srcOrd="1" destOrd="0" presId="urn:microsoft.com/office/officeart/2005/8/layout/vList2"/>
    <dgm:cxn modelId="{D2CD73E8-516F-4744-A434-B6EC0D5C10E5}" type="presParOf" srcId="{447BDADA-8840-4C4C-9FCC-211D0786F33D}" destId="{B5822135-BD94-4773-B03C-C5FB5CE4E4C7}" srcOrd="2" destOrd="0" presId="urn:microsoft.com/office/officeart/2005/8/layout/vList2"/>
    <dgm:cxn modelId="{27809F6A-F902-4CE1-B595-80C54EE211D3}" type="presParOf" srcId="{447BDADA-8840-4C4C-9FCC-211D0786F33D}" destId="{289F801B-850B-4DEA-BF0C-D9579F41CEE2}" srcOrd="3" destOrd="0" presId="urn:microsoft.com/office/officeart/2005/8/layout/vList2"/>
    <dgm:cxn modelId="{F5F67FB6-3441-4071-AF7D-1FDCEF9408FD}" type="presParOf" srcId="{447BDADA-8840-4C4C-9FCC-211D0786F33D}" destId="{1FCC87E5-7A1D-485C-9B72-B94F66A17224}" srcOrd="4" destOrd="0" presId="urn:microsoft.com/office/officeart/2005/8/layout/vList2"/>
    <dgm:cxn modelId="{A6F4810D-D83F-4FD6-85D4-CFC8C3D8AF29}" type="presParOf" srcId="{447BDADA-8840-4C4C-9FCC-211D0786F33D}" destId="{7956EF2D-9DAE-44F2-B789-D4158DB187BE}" srcOrd="5" destOrd="0" presId="urn:microsoft.com/office/officeart/2005/8/layout/vList2"/>
    <dgm:cxn modelId="{5CC5754C-34AF-4B8E-835B-B6F840AE5688}" type="presParOf" srcId="{447BDADA-8840-4C4C-9FCC-211D0786F33D}" destId="{7DAAB8DF-8C08-44BF-BF4B-08D49D98D5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C4CEBBA1-1BE5-4023-A1FA-990971ACC71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116C00-D4A6-4EE1-B5DF-257ABAEE88D8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F30CCD64-DAFE-4A68-9902-3FFC36072AA7}" type="parTrans" cxnId="{0D5C85BE-4FD4-4240-BC63-E3634A308EEF}">
      <dgm:prSet/>
      <dgm:spPr/>
      <dgm:t>
        <a:bodyPr/>
        <a:lstStyle/>
        <a:p>
          <a:endParaRPr lang="uk-UA"/>
        </a:p>
      </dgm:t>
    </dgm:pt>
    <dgm:pt modelId="{8E47C0A9-4BE7-4849-AE7C-F28D08107849}" type="sibTrans" cxnId="{0D5C85BE-4FD4-4240-BC63-E3634A308EEF}">
      <dgm:prSet/>
      <dgm:spPr/>
      <dgm:t>
        <a:bodyPr/>
        <a:lstStyle/>
        <a:p>
          <a:endParaRPr lang="uk-UA"/>
        </a:p>
      </dgm:t>
    </dgm:pt>
    <dgm:pt modelId="{D4673246-6B02-49E6-A1E7-E37942285EAF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089898F9-81C0-4ADC-B94C-0D4C605E6E59}" type="parTrans" cxnId="{E94D7426-1DB7-436B-B4DF-5738805F51D3}">
      <dgm:prSet/>
      <dgm:spPr/>
      <dgm:t>
        <a:bodyPr/>
        <a:lstStyle/>
        <a:p>
          <a:endParaRPr lang="uk-UA"/>
        </a:p>
      </dgm:t>
    </dgm:pt>
    <dgm:pt modelId="{1F59E37B-3BDA-425A-981E-4322466A8D8F}" type="sibTrans" cxnId="{E94D7426-1DB7-436B-B4DF-5738805F51D3}">
      <dgm:prSet/>
      <dgm:spPr/>
      <dgm:t>
        <a:bodyPr/>
        <a:lstStyle/>
        <a:p>
          <a:endParaRPr lang="uk-UA"/>
        </a:p>
      </dgm:t>
    </dgm:pt>
    <dgm:pt modelId="{C2ACA77E-8BA1-45C5-8DE1-C7D717DEA7F1}">
      <dgm:prSet/>
      <dgm:spPr/>
      <dgm:t>
        <a:bodyPr/>
        <a:lstStyle/>
        <a:p>
          <a:r>
            <a:rPr lang="ru-RU" b="0" i="0"/>
            <a:t>Святослав Ярославич</a:t>
          </a:r>
          <a:endParaRPr lang="uk-UA"/>
        </a:p>
      </dgm:t>
    </dgm:pt>
    <dgm:pt modelId="{7FB873AE-3938-423B-B550-FE9B302F22D0}" type="parTrans" cxnId="{188F02B5-1E6A-4CD4-B076-D78E42D1F285}">
      <dgm:prSet/>
      <dgm:spPr/>
      <dgm:t>
        <a:bodyPr/>
        <a:lstStyle/>
        <a:p>
          <a:endParaRPr lang="uk-UA"/>
        </a:p>
      </dgm:t>
    </dgm:pt>
    <dgm:pt modelId="{CADD4D63-35BD-4ADA-95B0-B10985C214BC}" type="sibTrans" cxnId="{188F02B5-1E6A-4CD4-B076-D78E42D1F285}">
      <dgm:prSet/>
      <dgm:spPr/>
      <dgm:t>
        <a:bodyPr/>
        <a:lstStyle/>
        <a:p>
          <a:endParaRPr lang="uk-UA"/>
        </a:p>
      </dgm:t>
    </dgm:pt>
    <dgm:pt modelId="{343EDEBE-9538-4871-8396-A26B277652D1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9788C3EE-5898-4E8F-B690-4CBC1E7127E9}" type="parTrans" cxnId="{4C0C97B7-826F-4A9D-819B-8B441ED0DF12}">
      <dgm:prSet/>
      <dgm:spPr/>
      <dgm:t>
        <a:bodyPr/>
        <a:lstStyle/>
        <a:p>
          <a:endParaRPr lang="uk-UA"/>
        </a:p>
      </dgm:t>
    </dgm:pt>
    <dgm:pt modelId="{905BA682-7305-4EB7-822A-DDAC3CD6472C}" type="sibTrans" cxnId="{4C0C97B7-826F-4A9D-819B-8B441ED0DF12}">
      <dgm:prSet/>
      <dgm:spPr/>
      <dgm:t>
        <a:bodyPr/>
        <a:lstStyle/>
        <a:p>
          <a:endParaRPr lang="uk-UA"/>
        </a:p>
      </dgm:t>
    </dgm:pt>
    <dgm:pt modelId="{2A1EE5E7-F67D-4C93-89E3-2EC5D066C6DB}">
      <dgm:prSet/>
      <dgm:spPr/>
      <dgm:t>
        <a:bodyPr/>
        <a:lstStyle/>
        <a:p>
          <a:r>
            <a:rPr lang="ru-RU" b="0" i="0" dirty="0"/>
            <a:t>Данило Романович</a:t>
          </a:r>
          <a:endParaRPr lang="uk-UA" dirty="0"/>
        </a:p>
      </dgm:t>
    </dgm:pt>
    <dgm:pt modelId="{35917D14-4DB0-4E78-825A-8A7376F824E3}" type="parTrans" cxnId="{7ED0CDE7-503B-4E18-9021-7645AD3BE43E}">
      <dgm:prSet/>
      <dgm:spPr/>
      <dgm:t>
        <a:bodyPr/>
        <a:lstStyle/>
        <a:p>
          <a:endParaRPr lang="uk-UA"/>
        </a:p>
      </dgm:t>
    </dgm:pt>
    <dgm:pt modelId="{8552A0A5-5CB8-490F-A761-9C1351CCA019}" type="sibTrans" cxnId="{7ED0CDE7-503B-4E18-9021-7645AD3BE43E}">
      <dgm:prSet/>
      <dgm:spPr/>
      <dgm:t>
        <a:bodyPr/>
        <a:lstStyle/>
        <a:p>
          <a:endParaRPr lang="uk-UA"/>
        </a:p>
      </dgm:t>
    </dgm:pt>
    <dgm:pt modelId="{369AD3CD-4B97-430E-B541-AF44B37BBCCB}" type="pres">
      <dgm:prSet presAssocID="{C4CEBBA1-1BE5-4023-A1FA-990971ACC71A}" presName="linearFlow" presStyleCnt="0">
        <dgm:presLayoutVars>
          <dgm:dir/>
          <dgm:resizeHandles val="exact"/>
        </dgm:presLayoutVars>
      </dgm:prSet>
      <dgm:spPr/>
    </dgm:pt>
    <dgm:pt modelId="{187876E6-2EA5-4C36-86F5-F9F5CBAAC305}" type="pres">
      <dgm:prSet presAssocID="{3E116C00-D4A6-4EE1-B5DF-257ABAEE88D8}" presName="composite" presStyleCnt="0"/>
      <dgm:spPr/>
    </dgm:pt>
    <dgm:pt modelId="{7706AB37-7268-42ED-9B4B-AF11E66AB63B}" type="pres">
      <dgm:prSet presAssocID="{3E116C00-D4A6-4EE1-B5DF-257ABAEE88D8}" presName="imgShp" presStyleLbl="fgImgPlace1" presStyleIdx="0" presStyleCnt="5"/>
      <dgm:spPr/>
    </dgm:pt>
    <dgm:pt modelId="{E700121E-32DB-4D68-81EA-09ECBA9677B2}" type="pres">
      <dgm:prSet presAssocID="{3E116C00-D4A6-4EE1-B5DF-257ABAEE88D8}" presName="txShp" presStyleLbl="node1" presStyleIdx="0" presStyleCnt="5">
        <dgm:presLayoutVars>
          <dgm:bulletEnabled val="1"/>
        </dgm:presLayoutVars>
      </dgm:prSet>
      <dgm:spPr/>
    </dgm:pt>
    <dgm:pt modelId="{0A1C2C7E-F92D-493D-ACE4-59A881CB9F98}" type="pres">
      <dgm:prSet presAssocID="{8E47C0A9-4BE7-4849-AE7C-F28D08107849}" presName="spacing" presStyleCnt="0"/>
      <dgm:spPr/>
    </dgm:pt>
    <dgm:pt modelId="{4AAD8FAB-86F8-4598-B679-1C8024212005}" type="pres">
      <dgm:prSet presAssocID="{D4673246-6B02-49E6-A1E7-E37942285EAF}" presName="composite" presStyleCnt="0"/>
      <dgm:spPr/>
    </dgm:pt>
    <dgm:pt modelId="{00E0D838-C87F-46D4-911B-A5E6F14C9988}" type="pres">
      <dgm:prSet presAssocID="{D4673246-6B02-49E6-A1E7-E37942285EAF}" presName="imgShp" presStyleLbl="fgImgPlace1" presStyleIdx="1" presStyleCnt="5"/>
      <dgm:spPr/>
    </dgm:pt>
    <dgm:pt modelId="{C95E5973-54AC-4E5C-869F-327F2370F395}" type="pres">
      <dgm:prSet presAssocID="{D4673246-6B02-49E6-A1E7-E37942285EAF}" presName="txShp" presStyleLbl="node1" presStyleIdx="1" presStyleCnt="5">
        <dgm:presLayoutVars>
          <dgm:bulletEnabled val="1"/>
        </dgm:presLayoutVars>
      </dgm:prSet>
      <dgm:spPr/>
    </dgm:pt>
    <dgm:pt modelId="{9B0BF7AF-1B07-41D1-8912-4EAFD158C61E}" type="pres">
      <dgm:prSet presAssocID="{1F59E37B-3BDA-425A-981E-4322466A8D8F}" presName="spacing" presStyleCnt="0"/>
      <dgm:spPr/>
    </dgm:pt>
    <dgm:pt modelId="{3A5A903D-F3A9-4DDF-858A-6208DB14E5BA}" type="pres">
      <dgm:prSet presAssocID="{C2ACA77E-8BA1-45C5-8DE1-C7D717DEA7F1}" presName="composite" presStyleCnt="0"/>
      <dgm:spPr/>
    </dgm:pt>
    <dgm:pt modelId="{F58A64E3-A533-4249-9F85-8741E7711654}" type="pres">
      <dgm:prSet presAssocID="{C2ACA77E-8BA1-45C5-8DE1-C7D717DEA7F1}" presName="imgShp" presStyleLbl="fgImgPlace1" presStyleIdx="2" presStyleCnt="5"/>
      <dgm:spPr/>
    </dgm:pt>
    <dgm:pt modelId="{3013C113-2E37-443B-AE9F-E13A07027F2E}" type="pres">
      <dgm:prSet presAssocID="{C2ACA77E-8BA1-45C5-8DE1-C7D717DEA7F1}" presName="txShp" presStyleLbl="node1" presStyleIdx="2" presStyleCnt="5">
        <dgm:presLayoutVars>
          <dgm:bulletEnabled val="1"/>
        </dgm:presLayoutVars>
      </dgm:prSet>
      <dgm:spPr/>
    </dgm:pt>
    <dgm:pt modelId="{291194A5-B921-4BC8-ACC8-BAAD744D5F67}" type="pres">
      <dgm:prSet presAssocID="{CADD4D63-35BD-4ADA-95B0-B10985C214BC}" presName="spacing" presStyleCnt="0"/>
      <dgm:spPr/>
    </dgm:pt>
    <dgm:pt modelId="{FEF7A94B-B479-472A-9469-DBF004F38EA7}" type="pres">
      <dgm:prSet presAssocID="{343EDEBE-9538-4871-8396-A26B277652D1}" presName="composite" presStyleCnt="0"/>
      <dgm:spPr/>
    </dgm:pt>
    <dgm:pt modelId="{CF724451-72EF-4B51-882E-246AD9912DB9}" type="pres">
      <dgm:prSet presAssocID="{343EDEBE-9538-4871-8396-A26B277652D1}" presName="imgShp" presStyleLbl="fgImgPlace1" presStyleIdx="3" presStyleCnt="5"/>
      <dgm:spPr/>
    </dgm:pt>
    <dgm:pt modelId="{203AC356-6119-4C43-A6F7-D9A3CDA6D564}" type="pres">
      <dgm:prSet presAssocID="{343EDEBE-9538-4871-8396-A26B277652D1}" presName="txShp" presStyleLbl="node1" presStyleIdx="3" presStyleCnt="5">
        <dgm:presLayoutVars>
          <dgm:bulletEnabled val="1"/>
        </dgm:presLayoutVars>
      </dgm:prSet>
      <dgm:spPr/>
    </dgm:pt>
    <dgm:pt modelId="{0A49573A-E6E9-4202-B373-5525CABCAD81}" type="pres">
      <dgm:prSet presAssocID="{905BA682-7305-4EB7-822A-DDAC3CD6472C}" presName="spacing" presStyleCnt="0"/>
      <dgm:spPr/>
    </dgm:pt>
    <dgm:pt modelId="{FC7C53EB-BBEE-4675-A4F4-D1795A9CD0FD}" type="pres">
      <dgm:prSet presAssocID="{2A1EE5E7-F67D-4C93-89E3-2EC5D066C6DB}" presName="composite" presStyleCnt="0"/>
      <dgm:spPr/>
    </dgm:pt>
    <dgm:pt modelId="{4BA8ABD2-4C86-467D-BE1A-BBF0F9D24F89}" type="pres">
      <dgm:prSet presAssocID="{2A1EE5E7-F67D-4C93-89E3-2EC5D066C6DB}" presName="imgShp" presStyleLbl="fgImgPlace1" presStyleIdx="4" presStyleCnt="5"/>
      <dgm:spPr/>
    </dgm:pt>
    <dgm:pt modelId="{9B10894B-8203-4640-AD2F-124D7E1B1BEA}" type="pres">
      <dgm:prSet presAssocID="{2A1EE5E7-F67D-4C93-89E3-2EC5D066C6DB}" presName="txShp" presStyleLbl="node1" presStyleIdx="4" presStyleCnt="5">
        <dgm:presLayoutVars>
          <dgm:bulletEnabled val="1"/>
        </dgm:presLayoutVars>
      </dgm:prSet>
      <dgm:spPr/>
    </dgm:pt>
  </dgm:ptLst>
  <dgm:cxnLst>
    <dgm:cxn modelId="{0E029521-E5EE-4F11-AD8C-66D09D75215A}" type="presOf" srcId="{2A1EE5E7-F67D-4C93-89E3-2EC5D066C6DB}" destId="{9B10894B-8203-4640-AD2F-124D7E1B1BEA}" srcOrd="0" destOrd="0" presId="urn:microsoft.com/office/officeart/2005/8/layout/vList3"/>
    <dgm:cxn modelId="{E94D7426-1DB7-436B-B4DF-5738805F51D3}" srcId="{C4CEBBA1-1BE5-4023-A1FA-990971ACC71A}" destId="{D4673246-6B02-49E6-A1E7-E37942285EAF}" srcOrd="1" destOrd="0" parTransId="{089898F9-81C0-4ADC-B94C-0D4C605E6E59}" sibTransId="{1F59E37B-3BDA-425A-981E-4322466A8D8F}"/>
    <dgm:cxn modelId="{EF48D429-A4EF-4D98-B475-60072CE85D81}" type="presOf" srcId="{3E116C00-D4A6-4EE1-B5DF-257ABAEE88D8}" destId="{E700121E-32DB-4D68-81EA-09ECBA9677B2}" srcOrd="0" destOrd="0" presId="urn:microsoft.com/office/officeart/2005/8/layout/vList3"/>
    <dgm:cxn modelId="{ECEBA85B-6C61-44EF-8C2F-9F28382DF06D}" type="presOf" srcId="{C4CEBBA1-1BE5-4023-A1FA-990971ACC71A}" destId="{369AD3CD-4B97-430E-B541-AF44B37BBCCB}" srcOrd="0" destOrd="0" presId="urn:microsoft.com/office/officeart/2005/8/layout/vList3"/>
    <dgm:cxn modelId="{0A628464-ACE8-4387-A09A-94891514F825}" type="presOf" srcId="{C2ACA77E-8BA1-45C5-8DE1-C7D717DEA7F1}" destId="{3013C113-2E37-443B-AE9F-E13A07027F2E}" srcOrd="0" destOrd="0" presId="urn:microsoft.com/office/officeart/2005/8/layout/vList3"/>
    <dgm:cxn modelId="{188F02B5-1E6A-4CD4-B076-D78E42D1F285}" srcId="{C4CEBBA1-1BE5-4023-A1FA-990971ACC71A}" destId="{C2ACA77E-8BA1-45C5-8DE1-C7D717DEA7F1}" srcOrd="2" destOrd="0" parTransId="{7FB873AE-3938-423B-B550-FE9B302F22D0}" sibTransId="{CADD4D63-35BD-4ADA-95B0-B10985C214BC}"/>
    <dgm:cxn modelId="{8C7936B7-36EF-4E8A-B43F-645448CA27FC}" type="presOf" srcId="{343EDEBE-9538-4871-8396-A26B277652D1}" destId="{203AC356-6119-4C43-A6F7-D9A3CDA6D564}" srcOrd="0" destOrd="0" presId="urn:microsoft.com/office/officeart/2005/8/layout/vList3"/>
    <dgm:cxn modelId="{4C0C97B7-826F-4A9D-819B-8B441ED0DF12}" srcId="{C4CEBBA1-1BE5-4023-A1FA-990971ACC71A}" destId="{343EDEBE-9538-4871-8396-A26B277652D1}" srcOrd="3" destOrd="0" parTransId="{9788C3EE-5898-4E8F-B690-4CBC1E7127E9}" sibTransId="{905BA682-7305-4EB7-822A-DDAC3CD6472C}"/>
    <dgm:cxn modelId="{0D5C85BE-4FD4-4240-BC63-E3634A308EEF}" srcId="{C4CEBBA1-1BE5-4023-A1FA-990971ACC71A}" destId="{3E116C00-D4A6-4EE1-B5DF-257ABAEE88D8}" srcOrd="0" destOrd="0" parTransId="{F30CCD64-DAFE-4A68-9902-3FFC36072AA7}" sibTransId="{8E47C0A9-4BE7-4849-AE7C-F28D08107849}"/>
    <dgm:cxn modelId="{C4E29CC4-12DC-4B58-B763-53D1B033C497}" type="presOf" srcId="{D4673246-6B02-49E6-A1E7-E37942285EAF}" destId="{C95E5973-54AC-4E5C-869F-327F2370F395}" srcOrd="0" destOrd="0" presId="urn:microsoft.com/office/officeart/2005/8/layout/vList3"/>
    <dgm:cxn modelId="{7ED0CDE7-503B-4E18-9021-7645AD3BE43E}" srcId="{C4CEBBA1-1BE5-4023-A1FA-990971ACC71A}" destId="{2A1EE5E7-F67D-4C93-89E3-2EC5D066C6DB}" srcOrd="4" destOrd="0" parTransId="{35917D14-4DB0-4E78-825A-8A7376F824E3}" sibTransId="{8552A0A5-5CB8-490F-A761-9C1351CCA019}"/>
    <dgm:cxn modelId="{4A72B949-F907-498D-89B8-F3F7DB5C877C}" type="presParOf" srcId="{369AD3CD-4B97-430E-B541-AF44B37BBCCB}" destId="{187876E6-2EA5-4C36-86F5-F9F5CBAAC305}" srcOrd="0" destOrd="0" presId="urn:microsoft.com/office/officeart/2005/8/layout/vList3"/>
    <dgm:cxn modelId="{0B05D681-F881-4763-A03C-DDC6B5185CFB}" type="presParOf" srcId="{187876E6-2EA5-4C36-86F5-F9F5CBAAC305}" destId="{7706AB37-7268-42ED-9B4B-AF11E66AB63B}" srcOrd="0" destOrd="0" presId="urn:microsoft.com/office/officeart/2005/8/layout/vList3"/>
    <dgm:cxn modelId="{EDE1EE9E-DC5C-4D64-B977-F67CD9EB1C84}" type="presParOf" srcId="{187876E6-2EA5-4C36-86F5-F9F5CBAAC305}" destId="{E700121E-32DB-4D68-81EA-09ECBA9677B2}" srcOrd="1" destOrd="0" presId="urn:microsoft.com/office/officeart/2005/8/layout/vList3"/>
    <dgm:cxn modelId="{553116A8-E392-4D3D-B07F-E205E1984623}" type="presParOf" srcId="{369AD3CD-4B97-430E-B541-AF44B37BBCCB}" destId="{0A1C2C7E-F92D-493D-ACE4-59A881CB9F98}" srcOrd="1" destOrd="0" presId="urn:microsoft.com/office/officeart/2005/8/layout/vList3"/>
    <dgm:cxn modelId="{07F68458-EFC8-4BC5-B7AA-8DC4EE56EA6D}" type="presParOf" srcId="{369AD3CD-4B97-430E-B541-AF44B37BBCCB}" destId="{4AAD8FAB-86F8-4598-B679-1C8024212005}" srcOrd="2" destOrd="0" presId="urn:microsoft.com/office/officeart/2005/8/layout/vList3"/>
    <dgm:cxn modelId="{167DB1C6-1EDD-4574-BFC2-0C689D1CFC67}" type="presParOf" srcId="{4AAD8FAB-86F8-4598-B679-1C8024212005}" destId="{00E0D838-C87F-46D4-911B-A5E6F14C9988}" srcOrd="0" destOrd="0" presId="urn:microsoft.com/office/officeart/2005/8/layout/vList3"/>
    <dgm:cxn modelId="{53D09EA7-CD82-486A-9551-3C2694C50864}" type="presParOf" srcId="{4AAD8FAB-86F8-4598-B679-1C8024212005}" destId="{C95E5973-54AC-4E5C-869F-327F2370F395}" srcOrd="1" destOrd="0" presId="urn:microsoft.com/office/officeart/2005/8/layout/vList3"/>
    <dgm:cxn modelId="{1F7230B7-C376-4853-A4B3-DBEA0B29356A}" type="presParOf" srcId="{369AD3CD-4B97-430E-B541-AF44B37BBCCB}" destId="{9B0BF7AF-1B07-41D1-8912-4EAFD158C61E}" srcOrd="3" destOrd="0" presId="urn:microsoft.com/office/officeart/2005/8/layout/vList3"/>
    <dgm:cxn modelId="{D0C94B83-E242-4882-AA31-D32C71D40A1E}" type="presParOf" srcId="{369AD3CD-4B97-430E-B541-AF44B37BBCCB}" destId="{3A5A903D-F3A9-4DDF-858A-6208DB14E5BA}" srcOrd="4" destOrd="0" presId="urn:microsoft.com/office/officeart/2005/8/layout/vList3"/>
    <dgm:cxn modelId="{600BCA43-8C07-4AD9-814C-17CC25093C91}" type="presParOf" srcId="{3A5A903D-F3A9-4DDF-858A-6208DB14E5BA}" destId="{F58A64E3-A533-4249-9F85-8741E7711654}" srcOrd="0" destOrd="0" presId="urn:microsoft.com/office/officeart/2005/8/layout/vList3"/>
    <dgm:cxn modelId="{F8AEB37A-2A1D-41DB-955F-BDF9CF7CA690}" type="presParOf" srcId="{3A5A903D-F3A9-4DDF-858A-6208DB14E5BA}" destId="{3013C113-2E37-443B-AE9F-E13A07027F2E}" srcOrd="1" destOrd="0" presId="urn:microsoft.com/office/officeart/2005/8/layout/vList3"/>
    <dgm:cxn modelId="{C3C1DDFA-4D92-413A-8312-8FB8962CDBD8}" type="presParOf" srcId="{369AD3CD-4B97-430E-B541-AF44B37BBCCB}" destId="{291194A5-B921-4BC8-ACC8-BAAD744D5F67}" srcOrd="5" destOrd="0" presId="urn:microsoft.com/office/officeart/2005/8/layout/vList3"/>
    <dgm:cxn modelId="{8977EA6E-1708-435D-8EDC-5EAA38C288A3}" type="presParOf" srcId="{369AD3CD-4B97-430E-B541-AF44B37BBCCB}" destId="{FEF7A94B-B479-472A-9469-DBF004F38EA7}" srcOrd="6" destOrd="0" presId="urn:microsoft.com/office/officeart/2005/8/layout/vList3"/>
    <dgm:cxn modelId="{07606E46-4545-41B8-9A2C-7365CAAA1623}" type="presParOf" srcId="{FEF7A94B-B479-472A-9469-DBF004F38EA7}" destId="{CF724451-72EF-4B51-882E-246AD9912DB9}" srcOrd="0" destOrd="0" presId="urn:microsoft.com/office/officeart/2005/8/layout/vList3"/>
    <dgm:cxn modelId="{E7998768-0E66-4C51-A964-215482B184BE}" type="presParOf" srcId="{FEF7A94B-B479-472A-9469-DBF004F38EA7}" destId="{203AC356-6119-4C43-A6F7-D9A3CDA6D564}" srcOrd="1" destOrd="0" presId="urn:microsoft.com/office/officeart/2005/8/layout/vList3"/>
    <dgm:cxn modelId="{E302D51A-AFA2-454A-A8E6-19AB4AB221C0}" type="presParOf" srcId="{369AD3CD-4B97-430E-B541-AF44B37BBCCB}" destId="{0A49573A-E6E9-4202-B373-5525CABCAD81}" srcOrd="7" destOrd="0" presId="urn:microsoft.com/office/officeart/2005/8/layout/vList3"/>
    <dgm:cxn modelId="{16E85F88-4AD6-4C5C-8934-1E974F74FF58}" type="presParOf" srcId="{369AD3CD-4B97-430E-B541-AF44B37BBCCB}" destId="{FC7C53EB-BBEE-4675-A4F4-D1795A9CD0FD}" srcOrd="8" destOrd="0" presId="urn:microsoft.com/office/officeart/2005/8/layout/vList3"/>
    <dgm:cxn modelId="{EB61B7D6-2FBF-4531-A1C7-A272C206AB4E}" type="presParOf" srcId="{FC7C53EB-BBEE-4675-A4F4-D1795A9CD0FD}" destId="{4BA8ABD2-4C86-467D-BE1A-BBF0F9D24F89}" srcOrd="0" destOrd="0" presId="urn:microsoft.com/office/officeart/2005/8/layout/vList3"/>
    <dgm:cxn modelId="{CFB878E2-6454-4B4F-8535-05379DD072BA}" type="presParOf" srcId="{FC7C53EB-BBEE-4675-A4F4-D1795A9CD0FD}" destId="{9B10894B-8203-4640-AD2F-124D7E1B1BE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475F36C-1B93-4441-8410-9DF6035969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AFB4088-BCE8-47E1-BFC5-8DA037775035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 Нестора-</a:t>
          </a:r>
          <a:r>
            <a:rPr lang="ru-RU" b="0" i="0" dirty="0" err="1"/>
            <a:t>літописця</a:t>
          </a:r>
          <a:r>
            <a:rPr lang="ru-RU" b="0" i="0" dirty="0"/>
            <a:t>.</a:t>
          </a:r>
          <a:endParaRPr lang="uk-UA" dirty="0"/>
        </a:p>
      </dgm:t>
    </dgm:pt>
    <dgm:pt modelId="{9D6B305F-4155-41E9-8461-AD5CB98D9C2A}" type="parTrans" cxnId="{B32EA92F-F2B1-40EF-885D-5ABCE2C2EEC8}">
      <dgm:prSet/>
      <dgm:spPr/>
      <dgm:t>
        <a:bodyPr/>
        <a:lstStyle/>
        <a:p>
          <a:endParaRPr lang="uk-UA"/>
        </a:p>
      </dgm:t>
    </dgm:pt>
    <dgm:pt modelId="{C6D9F6A1-31F7-4886-933D-3190CCAEE87B}" type="sibTrans" cxnId="{B32EA92F-F2B1-40EF-885D-5ABCE2C2EEC8}">
      <dgm:prSet/>
      <dgm:spPr/>
      <dgm:t>
        <a:bodyPr/>
        <a:lstStyle/>
        <a:p>
          <a:endParaRPr lang="uk-UA"/>
        </a:p>
      </dgm:t>
    </dgm:pt>
    <dgm:pt modelId="{FDF62AD0-A818-4309-8900-87F3161755C8}">
      <dgm:prSet/>
      <dgm:spPr/>
      <dgm:t>
        <a:bodyPr/>
        <a:lstStyle/>
        <a:p>
          <a:r>
            <a:rPr lang="ru-RU" b="0" i="0"/>
            <a:t>«Слово о полку Ігоревім».</a:t>
          </a:r>
          <a:endParaRPr lang="uk-UA"/>
        </a:p>
      </dgm:t>
    </dgm:pt>
    <dgm:pt modelId="{9E227610-EA6C-482E-BBA7-C5F5E6097307}" type="parTrans" cxnId="{AD23A07D-65F0-49CA-B16C-0E084C8BD4B7}">
      <dgm:prSet/>
      <dgm:spPr/>
      <dgm:t>
        <a:bodyPr/>
        <a:lstStyle/>
        <a:p>
          <a:endParaRPr lang="uk-UA"/>
        </a:p>
      </dgm:t>
    </dgm:pt>
    <dgm:pt modelId="{BFE8F306-862D-490C-9492-52CBC078EE46}" type="sibTrans" cxnId="{AD23A07D-65F0-49CA-B16C-0E084C8BD4B7}">
      <dgm:prSet/>
      <dgm:spPr/>
      <dgm:t>
        <a:bodyPr/>
        <a:lstStyle/>
        <a:p>
          <a:endParaRPr lang="uk-UA"/>
        </a:p>
      </dgm:t>
    </dgm:pt>
    <dgm:pt modelId="{9CA668D1-E600-416F-A156-F8E5054D4A55}">
      <dgm:prSet/>
      <dgm:spPr/>
      <dgm:t>
        <a:bodyPr/>
        <a:lstStyle/>
        <a:p>
          <a:r>
            <a:rPr lang="ru-RU" b="0" i="0" dirty="0"/>
            <a:t>«Остромирове </a:t>
          </a:r>
          <a:r>
            <a:rPr lang="ru-RU" b="0" i="0" dirty="0" err="1"/>
            <a:t>Євангеліє</a:t>
          </a:r>
          <a:r>
            <a:rPr lang="ru-RU" b="0" i="0" dirty="0"/>
            <a:t>».</a:t>
          </a:r>
          <a:endParaRPr lang="uk-UA" dirty="0"/>
        </a:p>
      </dgm:t>
    </dgm:pt>
    <dgm:pt modelId="{16FD5602-7A52-4704-AEB6-941AEE5C4290}" type="parTrans" cxnId="{5C0F0633-4B91-433C-9826-2D0BB81BBD3B}">
      <dgm:prSet/>
      <dgm:spPr/>
      <dgm:t>
        <a:bodyPr/>
        <a:lstStyle/>
        <a:p>
          <a:endParaRPr lang="uk-UA"/>
        </a:p>
      </dgm:t>
    </dgm:pt>
    <dgm:pt modelId="{69D7B08A-1361-4805-BCF7-D18A507A12A3}" type="sibTrans" cxnId="{5C0F0633-4B91-433C-9826-2D0BB81BBD3B}">
      <dgm:prSet/>
      <dgm:spPr/>
      <dgm:t>
        <a:bodyPr/>
        <a:lstStyle/>
        <a:p>
          <a:endParaRPr lang="uk-UA"/>
        </a:p>
      </dgm:t>
    </dgm:pt>
    <dgm:pt modelId="{3E283745-8C7A-489F-ABA5-9ED690BE1A91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Києво-Печерський</a:t>
          </a:r>
          <a:r>
            <a:rPr lang="ru-RU" b="0" i="0" dirty="0"/>
            <a:t> патерик»</a:t>
          </a:r>
          <a:endParaRPr lang="uk-UA" dirty="0"/>
        </a:p>
      </dgm:t>
    </dgm:pt>
    <dgm:pt modelId="{42858EBF-D326-4500-A22B-32AA509F6AAC}" type="parTrans" cxnId="{EA99EDB9-EC85-455E-9A01-CB2036FE667E}">
      <dgm:prSet/>
      <dgm:spPr/>
      <dgm:t>
        <a:bodyPr/>
        <a:lstStyle/>
        <a:p>
          <a:endParaRPr lang="uk-UA"/>
        </a:p>
      </dgm:t>
    </dgm:pt>
    <dgm:pt modelId="{8D19698B-3DC6-4EA4-8595-F42CBA0A829D}" type="sibTrans" cxnId="{EA99EDB9-EC85-455E-9A01-CB2036FE667E}">
      <dgm:prSet/>
      <dgm:spPr/>
      <dgm:t>
        <a:bodyPr/>
        <a:lstStyle/>
        <a:p>
          <a:endParaRPr lang="uk-UA"/>
        </a:p>
      </dgm:t>
    </dgm:pt>
    <dgm:pt modelId="{66AB5F20-7DCA-44D0-B966-46814232BD3F}" type="pres">
      <dgm:prSet presAssocID="{E475F36C-1B93-4441-8410-9DF603596978}" presName="linear" presStyleCnt="0">
        <dgm:presLayoutVars>
          <dgm:animLvl val="lvl"/>
          <dgm:resizeHandles val="exact"/>
        </dgm:presLayoutVars>
      </dgm:prSet>
      <dgm:spPr/>
    </dgm:pt>
    <dgm:pt modelId="{547F4A22-09B9-4482-8663-4B682E6DDC94}" type="pres">
      <dgm:prSet presAssocID="{EAFB4088-BCE8-47E1-BFC5-8DA0377750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FEE5FC-BBDE-463A-B9D1-C7769F11F160}" type="pres">
      <dgm:prSet presAssocID="{C6D9F6A1-31F7-4886-933D-3190CCAEE87B}" presName="spacer" presStyleCnt="0"/>
      <dgm:spPr/>
    </dgm:pt>
    <dgm:pt modelId="{5095079E-27F6-4986-B5C9-6328C0D41EC1}" type="pres">
      <dgm:prSet presAssocID="{FDF62AD0-A818-4309-8900-87F3161755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62609F-32B4-420C-900B-D9E9A183CFC9}" type="pres">
      <dgm:prSet presAssocID="{BFE8F306-862D-490C-9492-52CBC078EE46}" presName="spacer" presStyleCnt="0"/>
      <dgm:spPr/>
    </dgm:pt>
    <dgm:pt modelId="{160729C2-5D05-4658-AD58-7D3F5586079F}" type="pres">
      <dgm:prSet presAssocID="{9CA668D1-E600-416F-A156-F8E5054D4A5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BCDCCF2-FE47-4435-B53D-CA4ED89BE730}" type="pres">
      <dgm:prSet presAssocID="{69D7B08A-1361-4805-BCF7-D18A507A12A3}" presName="spacer" presStyleCnt="0"/>
      <dgm:spPr/>
    </dgm:pt>
    <dgm:pt modelId="{814602EA-29C4-49B1-86DF-C5AD0B5FB276}" type="pres">
      <dgm:prSet presAssocID="{3E283745-8C7A-489F-ABA5-9ED690BE1A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03E013-9AE2-4E70-AA91-78C8DD459B3C}" type="presOf" srcId="{EAFB4088-BCE8-47E1-BFC5-8DA037775035}" destId="{547F4A22-09B9-4482-8663-4B682E6DDC94}" srcOrd="0" destOrd="0" presId="urn:microsoft.com/office/officeart/2005/8/layout/vList2"/>
    <dgm:cxn modelId="{B32EA92F-F2B1-40EF-885D-5ABCE2C2EEC8}" srcId="{E475F36C-1B93-4441-8410-9DF603596978}" destId="{EAFB4088-BCE8-47E1-BFC5-8DA037775035}" srcOrd="0" destOrd="0" parTransId="{9D6B305F-4155-41E9-8461-AD5CB98D9C2A}" sibTransId="{C6D9F6A1-31F7-4886-933D-3190CCAEE87B}"/>
    <dgm:cxn modelId="{5C0F0633-4B91-433C-9826-2D0BB81BBD3B}" srcId="{E475F36C-1B93-4441-8410-9DF603596978}" destId="{9CA668D1-E600-416F-A156-F8E5054D4A55}" srcOrd="2" destOrd="0" parTransId="{16FD5602-7A52-4704-AEB6-941AEE5C4290}" sibTransId="{69D7B08A-1361-4805-BCF7-D18A507A12A3}"/>
    <dgm:cxn modelId="{AD23A07D-65F0-49CA-B16C-0E084C8BD4B7}" srcId="{E475F36C-1B93-4441-8410-9DF603596978}" destId="{FDF62AD0-A818-4309-8900-87F3161755C8}" srcOrd="1" destOrd="0" parTransId="{9E227610-EA6C-482E-BBA7-C5F5E6097307}" sibTransId="{BFE8F306-862D-490C-9492-52CBC078EE46}"/>
    <dgm:cxn modelId="{EA99EDB9-EC85-455E-9A01-CB2036FE667E}" srcId="{E475F36C-1B93-4441-8410-9DF603596978}" destId="{3E283745-8C7A-489F-ABA5-9ED690BE1A91}" srcOrd="3" destOrd="0" parTransId="{42858EBF-D326-4500-A22B-32AA509F6AAC}" sibTransId="{8D19698B-3DC6-4EA4-8595-F42CBA0A829D}"/>
    <dgm:cxn modelId="{36004FC8-69C5-4F97-AD15-511E26A8AE82}" type="presOf" srcId="{FDF62AD0-A818-4309-8900-87F3161755C8}" destId="{5095079E-27F6-4986-B5C9-6328C0D41EC1}" srcOrd="0" destOrd="0" presId="urn:microsoft.com/office/officeart/2005/8/layout/vList2"/>
    <dgm:cxn modelId="{767AB7D0-D84D-49EF-BBC5-0200E0B01BCC}" type="presOf" srcId="{3E283745-8C7A-489F-ABA5-9ED690BE1A91}" destId="{814602EA-29C4-49B1-86DF-C5AD0B5FB276}" srcOrd="0" destOrd="0" presId="urn:microsoft.com/office/officeart/2005/8/layout/vList2"/>
    <dgm:cxn modelId="{B7CA4AE4-1E35-4AC6-813E-867AFC304130}" type="presOf" srcId="{9CA668D1-E600-416F-A156-F8E5054D4A55}" destId="{160729C2-5D05-4658-AD58-7D3F5586079F}" srcOrd="0" destOrd="0" presId="urn:microsoft.com/office/officeart/2005/8/layout/vList2"/>
    <dgm:cxn modelId="{251E80FB-A30F-4BA2-B93A-E1DCBFC06C26}" type="presOf" srcId="{E475F36C-1B93-4441-8410-9DF603596978}" destId="{66AB5F20-7DCA-44D0-B966-46814232BD3F}" srcOrd="0" destOrd="0" presId="urn:microsoft.com/office/officeart/2005/8/layout/vList2"/>
    <dgm:cxn modelId="{07B9F6B3-D6FE-4EBD-89EC-157BD336BB9D}" type="presParOf" srcId="{66AB5F20-7DCA-44D0-B966-46814232BD3F}" destId="{547F4A22-09B9-4482-8663-4B682E6DDC94}" srcOrd="0" destOrd="0" presId="urn:microsoft.com/office/officeart/2005/8/layout/vList2"/>
    <dgm:cxn modelId="{58E15472-69AB-4F85-AAAD-AD5C0F041866}" type="presParOf" srcId="{66AB5F20-7DCA-44D0-B966-46814232BD3F}" destId="{92FEE5FC-BBDE-463A-B9D1-C7769F11F160}" srcOrd="1" destOrd="0" presId="urn:microsoft.com/office/officeart/2005/8/layout/vList2"/>
    <dgm:cxn modelId="{A70545E9-E80F-4722-9811-431272757519}" type="presParOf" srcId="{66AB5F20-7DCA-44D0-B966-46814232BD3F}" destId="{5095079E-27F6-4986-B5C9-6328C0D41EC1}" srcOrd="2" destOrd="0" presId="urn:microsoft.com/office/officeart/2005/8/layout/vList2"/>
    <dgm:cxn modelId="{A49465D7-B857-4D35-9FA3-FD01E9068F78}" type="presParOf" srcId="{66AB5F20-7DCA-44D0-B966-46814232BD3F}" destId="{FD62609F-32B4-420C-900B-D9E9A183CFC9}" srcOrd="3" destOrd="0" presId="urn:microsoft.com/office/officeart/2005/8/layout/vList2"/>
    <dgm:cxn modelId="{E7594230-8BBF-4516-ABF7-9E6EA18F1404}" type="presParOf" srcId="{66AB5F20-7DCA-44D0-B966-46814232BD3F}" destId="{160729C2-5D05-4658-AD58-7D3F5586079F}" srcOrd="4" destOrd="0" presId="urn:microsoft.com/office/officeart/2005/8/layout/vList2"/>
    <dgm:cxn modelId="{7210CB90-142B-4FBB-813C-BD2302B352F2}" type="presParOf" srcId="{66AB5F20-7DCA-44D0-B966-46814232BD3F}" destId="{7BCDCCF2-FE47-4435-B53D-CA4ED89BE730}" srcOrd="5" destOrd="0" presId="urn:microsoft.com/office/officeart/2005/8/layout/vList2"/>
    <dgm:cxn modelId="{ACF06244-6C71-4252-B7F3-1D693C99805A}" type="presParOf" srcId="{66AB5F20-7DCA-44D0-B966-46814232BD3F}" destId="{814602EA-29C4-49B1-86DF-C5AD0B5FB2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3B64F51-1B52-4D6B-A21E-088C7A8B61B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AED3701-5B95-4A16-92C7-F8637C4C33AE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03D181AC-AE0B-4EB1-A862-593ECF82256F}" type="parTrans" cxnId="{C6CECE56-D4BD-4946-89EB-4F9B8771CCBF}">
      <dgm:prSet/>
      <dgm:spPr/>
      <dgm:t>
        <a:bodyPr/>
        <a:lstStyle/>
        <a:p>
          <a:endParaRPr lang="uk-UA"/>
        </a:p>
      </dgm:t>
    </dgm:pt>
    <dgm:pt modelId="{F257AF0D-B917-4484-8650-0D1D4329686B}" type="sibTrans" cxnId="{C6CECE56-D4BD-4946-89EB-4F9B8771CCBF}">
      <dgm:prSet/>
      <dgm:spPr/>
      <dgm:t>
        <a:bodyPr/>
        <a:lstStyle/>
        <a:p>
          <a:endParaRPr lang="uk-UA"/>
        </a:p>
      </dgm:t>
    </dgm:pt>
    <dgm:pt modelId="{E4290969-AF75-439B-8572-840EED0F2223}">
      <dgm:prSet/>
      <dgm:spPr/>
      <dgm:t>
        <a:bodyPr/>
        <a:lstStyle/>
        <a:p>
          <a:r>
            <a:rPr lang="ru-RU" b="0" i="0"/>
            <a:t>1187 р.</a:t>
          </a:r>
          <a:endParaRPr lang="uk-UA"/>
        </a:p>
      </dgm:t>
    </dgm:pt>
    <dgm:pt modelId="{DE3BDEFA-C8A1-4B61-94D9-15B0F1163464}" type="parTrans" cxnId="{7A5A2DC2-7892-4CE7-8AF1-AB031AA83A70}">
      <dgm:prSet/>
      <dgm:spPr/>
      <dgm:t>
        <a:bodyPr/>
        <a:lstStyle/>
        <a:p>
          <a:endParaRPr lang="uk-UA"/>
        </a:p>
      </dgm:t>
    </dgm:pt>
    <dgm:pt modelId="{2AE93878-D605-42D3-8291-9F8BA31D37F8}" type="sibTrans" cxnId="{7A5A2DC2-7892-4CE7-8AF1-AB031AA83A70}">
      <dgm:prSet/>
      <dgm:spPr/>
      <dgm:t>
        <a:bodyPr/>
        <a:lstStyle/>
        <a:p>
          <a:endParaRPr lang="uk-UA"/>
        </a:p>
      </dgm:t>
    </dgm:pt>
    <dgm:pt modelId="{D15CA603-60B2-4E98-A9D3-E2EF5BBDA37C}">
      <dgm:prSet/>
      <dgm:spPr/>
      <dgm:t>
        <a:bodyPr/>
        <a:lstStyle/>
        <a:p>
          <a:r>
            <a:rPr lang="ru-RU" b="0" i="0"/>
            <a:t>1205 р.</a:t>
          </a:r>
          <a:endParaRPr lang="uk-UA"/>
        </a:p>
      </dgm:t>
    </dgm:pt>
    <dgm:pt modelId="{92BD1010-D6F2-42C6-A48A-E4E3BBFA5A8C}" type="parTrans" cxnId="{0C9C053F-5A0B-474D-9E79-FFDD94F1FBA3}">
      <dgm:prSet/>
      <dgm:spPr/>
      <dgm:t>
        <a:bodyPr/>
        <a:lstStyle/>
        <a:p>
          <a:endParaRPr lang="uk-UA"/>
        </a:p>
      </dgm:t>
    </dgm:pt>
    <dgm:pt modelId="{917C477B-F482-4A2F-BDFA-2E78868A713C}" type="sibTrans" cxnId="{0C9C053F-5A0B-474D-9E79-FFDD94F1FBA3}">
      <dgm:prSet/>
      <dgm:spPr/>
      <dgm:t>
        <a:bodyPr/>
        <a:lstStyle/>
        <a:p>
          <a:endParaRPr lang="uk-UA"/>
        </a:p>
      </dgm:t>
    </dgm:pt>
    <dgm:pt modelId="{EBEA661A-C89A-4E44-9AF0-87DADE27219F}">
      <dgm:prSet/>
      <dgm:spPr/>
      <dgm:t>
        <a:bodyPr/>
        <a:lstStyle/>
        <a:p>
          <a:r>
            <a:rPr lang="ru-RU" b="0" i="0" dirty="0"/>
            <a:t>1264 р.</a:t>
          </a:r>
          <a:endParaRPr lang="uk-UA" dirty="0"/>
        </a:p>
      </dgm:t>
    </dgm:pt>
    <dgm:pt modelId="{B066E993-E9DE-4AAC-B759-78657CF1C141}" type="parTrans" cxnId="{AC08DB65-705B-493E-A63D-D5AB46C8F18D}">
      <dgm:prSet/>
      <dgm:spPr/>
      <dgm:t>
        <a:bodyPr/>
        <a:lstStyle/>
        <a:p>
          <a:endParaRPr lang="uk-UA"/>
        </a:p>
      </dgm:t>
    </dgm:pt>
    <dgm:pt modelId="{8B145E8E-A47F-41A0-B28B-FAD4B72207CE}" type="sibTrans" cxnId="{AC08DB65-705B-493E-A63D-D5AB46C8F18D}">
      <dgm:prSet/>
      <dgm:spPr/>
      <dgm:t>
        <a:bodyPr/>
        <a:lstStyle/>
        <a:p>
          <a:endParaRPr lang="uk-UA"/>
        </a:p>
      </dgm:t>
    </dgm:pt>
    <dgm:pt modelId="{A58BE2AC-5D12-4891-9F59-572B044B6348}" type="pres">
      <dgm:prSet presAssocID="{93B64F51-1B52-4D6B-A21E-088C7A8B61BA}" presName="matrix" presStyleCnt="0">
        <dgm:presLayoutVars>
          <dgm:chMax val="1"/>
          <dgm:dir/>
          <dgm:resizeHandles val="exact"/>
        </dgm:presLayoutVars>
      </dgm:prSet>
      <dgm:spPr/>
    </dgm:pt>
    <dgm:pt modelId="{80FB3A2C-8713-43DD-99D6-44EF25E62250}" type="pres">
      <dgm:prSet presAssocID="{93B64F51-1B52-4D6B-A21E-088C7A8B61BA}" presName="diamond" presStyleLbl="bgShp" presStyleIdx="0" presStyleCnt="1"/>
      <dgm:spPr/>
    </dgm:pt>
    <dgm:pt modelId="{99A9CCE5-8147-4D49-BF26-F53C96683B9D}" type="pres">
      <dgm:prSet presAssocID="{93B64F51-1B52-4D6B-A21E-088C7A8B61B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8AA3867-94F3-4B5D-AC65-5A26D58EDEC6}" type="pres">
      <dgm:prSet presAssocID="{93B64F51-1B52-4D6B-A21E-088C7A8B61B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4EC6300-C4BC-48B3-A2A1-04C591C7E5B7}" type="pres">
      <dgm:prSet presAssocID="{93B64F51-1B52-4D6B-A21E-088C7A8B61B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C6F064-0750-49D5-A431-95896FF2479A}" type="pres">
      <dgm:prSet presAssocID="{93B64F51-1B52-4D6B-A21E-088C7A8B61B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7E8230-AFE9-4AA4-A850-474599ECEBDB}" type="presOf" srcId="{E4290969-AF75-439B-8572-840EED0F2223}" destId="{B8AA3867-94F3-4B5D-AC65-5A26D58EDEC6}" srcOrd="0" destOrd="0" presId="urn:microsoft.com/office/officeart/2005/8/layout/matrix3"/>
    <dgm:cxn modelId="{56EFDB33-B413-4DC2-B961-5553C6632A8C}" type="presOf" srcId="{D15CA603-60B2-4E98-A9D3-E2EF5BBDA37C}" destId="{A4EC6300-C4BC-48B3-A2A1-04C591C7E5B7}" srcOrd="0" destOrd="0" presId="urn:microsoft.com/office/officeart/2005/8/layout/matrix3"/>
    <dgm:cxn modelId="{0C9C053F-5A0B-474D-9E79-FFDD94F1FBA3}" srcId="{93B64F51-1B52-4D6B-A21E-088C7A8B61BA}" destId="{D15CA603-60B2-4E98-A9D3-E2EF5BBDA37C}" srcOrd="2" destOrd="0" parTransId="{92BD1010-D6F2-42C6-A48A-E4E3BBFA5A8C}" sibTransId="{917C477B-F482-4A2F-BDFA-2E78868A713C}"/>
    <dgm:cxn modelId="{9CC4B963-BF74-43E5-B359-A89A7629405E}" type="presOf" srcId="{6AED3701-5B95-4A16-92C7-F8637C4C33AE}" destId="{99A9CCE5-8147-4D49-BF26-F53C96683B9D}" srcOrd="0" destOrd="0" presId="urn:microsoft.com/office/officeart/2005/8/layout/matrix3"/>
    <dgm:cxn modelId="{AC08DB65-705B-493E-A63D-D5AB46C8F18D}" srcId="{93B64F51-1B52-4D6B-A21E-088C7A8B61BA}" destId="{EBEA661A-C89A-4E44-9AF0-87DADE27219F}" srcOrd="3" destOrd="0" parTransId="{B066E993-E9DE-4AAC-B759-78657CF1C141}" sibTransId="{8B145E8E-A47F-41A0-B28B-FAD4B72207CE}"/>
    <dgm:cxn modelId="{C6CECE56-D4BD-4946-89EB-4F9B8771CCBF}" srcId="{93B64F51-1B52-4D6B-A21E-088C7A8B61BA}" destId="{6AED3701-5B95-4A16-92C7-F8637C4C33AE}" srcOrd="0" destOrd="0" parTransId="{03D181AC-AE0B-4EB1-A862-593ECF82256F}" sibTransId="{F257AF0D-B917-4484-8650-0D1D4329686B}"/>
    <dgm:cxn modelId="{427DD79C-0A57-4E2B-8476-8FD050602EFC}" type="presOf" srcId="{EBEA661A-C89A-4E44-9AF0-87DADE27219F}" destId="{4DC6F064-0750-49D5-A431-95896FF2479A}" srcOrd="0" destOrd="0" presId="urn:microsoft.com/office/officeart/2005/8/layout/matrix3"/>
    <dgm:cxn modelId="{7A5A2DC2-7892-4CE7-8AF1-AB031AA83A70}" srcId="{93B64F51-1B52-4D6B-A21E-088C7A8B61BA}" destId="{E4290969-AF75-439B-8572-840EED0F2223}" srcOrd="1" destOrd="0" parTransId="{DE3BDEFA-C8A1-4B61-94D9-15B0F1163464}" sibTransId="{2AE93878-D605-42D3-8291-9F8BA31D37F8}"/>
    <dgm:cxn modelId="{281C5CE8-6645-4A5C-AE6E-20A43A334D14}" type="presOf" srcId="{93B64F51-1B52-4D6B-A21E-088C7A8B61BA}" destId="{A58BE2AC-5D12-4891-9F59-572B044B6348}" srcOrd="0" destOrd="0" presId="urn:microsoft.com/office/officeart/2005/8/layout/matrix3"/>
    <dgm:cxn modelId="{DA2FEC16-5FF2-426A-833B-CBE46CF2D0D9}" type="presParOf" srcId="{A58BE2AC-5D12-4891-9F59-572B044B6348}" destId="{80FB3A2C-8713-43DD-99D6-44EF25E62250}" srcOrd="0" destOrd="0" presId="urn:microsoft.com/office/officeart/2005/8/layout/matrix3"/>
    <dgm:cxn modelId="{F9A76F16-82BB-4B72-8CE7-BFEA74E8FAC1}" type="presParOf" srcId="{A58BE2AC-5D12-4891-9F59-572B044B6348}" destId="{99A9CCE5-8147-4D49-BF26-F53C96683B9D}" srcOrd="1" destOrd="0" presId="urn:microsoft.com/office/officeart/2005/8/layout/matrix3"/>
    <dgm:cxn modelId="{DF47B2B7-0740-436E-9368-90B9F4649373}" type="presParOf" srcId="{A58BE2AC-5D12-4891-9F59-572B044B6348}" destId="{B8AA3867-94F3-4B5D-AC65-5A26D58EDEC6}" srcOrd="2" destOrd="0" presId="urn:microsoft.com/office/officeart/2005/8/layout/matrix3"/>
    <dgm:cxn modelId="{9F5AC493-E798-44F8-91BB-302248C57442}" type="presParOf" srcId="{A58BE2AC-5D12-4891-9F59-572B044B6348}" destId="{A4EC6300-C4BC-48B3-A2A1-04C591C7E5B7}" srcOrd="3" destOrd="0" presId="urn:microsoft.com/office/officeart/2005/8/layout/matrix3"/>
    <dgm:cxn modelId="{FE6BF886-A9CA-4DFF-8137-C3C4254F40B1}" type="presParOf" srcId="{A58BE2AC-5D12-4891-9F59-572B044B6348}" destId="{4DC6F064-0750-49D5-A431-95896FF2479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CA75867-00F7-454A-BD21-E0B54627ED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49A9BD-1BAC-4614-9708-1FFB64C7F265}">
      <dgm:prSet/>
      <dgm:spPr/>
      <dgm:t>
        <a:bodyPr/>
        <a:lstStyle/>
        <a:p>
          <a:r>
            <a:rPr lang="ru-RU" b="0" i="0"/>
            <a:t>заборони звичаю кровної помсти.</a:t>
          </a:r>
          <a:endParaRPr lang="uk-UA"/>
        </a:p>
      </dgm:t>
    </dgm:pt>
    <dgm:pt modelId="{A11A7E7E-C24B-41DC-AF13-B81B10B8FA16}" type="parTrans" cxnId="{F438C035-0E9F-4A80-8CA5-7B3EB016F3A0}">
      <dgm:prSet/>
      <dgm:spPr/>
      <dgm:t>
        <a:bodyPr/>
        <a:lstStyle/>
        <a:p>
          <a:endParaRPr lang="uk-UA"/>
        </a:p>
      </dgm:t>
    </dgm:pt>
    <dgm:pt modelId="{8EFB977A-4875-47DD-9E08-5CABE6B08ADD}" type="sibTrans" cxnId="{F438C035-0E9F-4A80-8CA5-7B3EB016F3A0}">
      <dgm:prSet/>
      <dgm:spPr/>
      <dgm:t>
        <a:bodyPr/>
        <a:lstStyle/>
        <a:p>
          <a:endParaRPr lang="uk-UA"/>
        </a:p>
      </dgm:t>
    </dgm:pt>
    <dgm:pt modelId="{27606B7C-DA4D-4AA1-96F7-02ECE19AA2FD}">
      <dgm:prSet/>
      <dgm:spPr/>
      <dgm:t>
        <a:bodyPr/>
        <a:lstStyle/>
        <a:p>
          <a:r>
            <a:rPr lang="ru-RU" b="0" i="0" dirty="0" err="1"/>
            <a:t>заміни</a:t>
          </a:r>
          <a:r>
            <a:rPr lang="ru-RU" b="0" i="0" dirty="0"/>
            <a:t> </a:t>
          </a:r>
          <a:r>
            <a:rPr lang="ru-RU" b="0" i="0" dirty="0" err="1"/>
            <a:t>фізичних</a:t>
          </a:r>
          <a:r>
            <a:rPr lang="ru-RU" b="0" i="0" dirty="0"/>
            <a:t> </a:t>
          </a:r>
          <a:r>
            <a:rPr lang="ru-RU" b="0" i="0" dirty="0" err="1"/>
            <a:t>покарань</a:t>
          </a:r>
          <a:r>
            <a:rPr lang="ru-RU" b="0" i="0" dirty="0"/>
            <a:t> штрафами.</a:t>
          </a:r>
          <a:endParaRPr lang="uk-UA" dirty="0"/>
        </a:p>
      </dgm:t>
    </dgm:pt>
    <dgm:pt modelId="{8C03E38F-C8EE-4FB2-A7BD-F890F38F6EF1}" type="parTrans" cxnId="{4511BC06-E122-4755-8B38-1F99ABB19E56}">
      <dgm:prSet/>
      <dgm:spPr/>
      <dgm:t>
        <a:bodyPr/>
        <a:lstStyle/>
        <a:p>
          <a:endParaRPr lang="uk-UA"/>
        </a:p>
      </dgm:t>
    </dgm:pt>
    <dgm:pt modelId="{FE8BAE77-9781-4576-A3A2-85F522E567DD}" type="sibTrans" cxnId="{4511BC06-E122-4755-8B38-1F99ABB19E56}">
      <dgm:prSet/>
      <dgm:spPr/>
      <dgm:t>
        <a:bodyPr/>
        <a:lstStyle/>
        <a:p>
          <a:endParaRPr lang="uk-UA"/>
        </a:p>
      </dgm:t>
    </dgm:pt>
    <dgm:pt modelId="{B678B485-6E91-452A-B004-388E1D5237FF}">
      <dgm:prSet/>
      <dgm:spPr/>
      <dgm:t>
        <a:bodyPr/>
        <a:lstStyle/>
        <a:p>
          <a:r>
            <a:rPr lang="ru-RU" b="0" i="0"/>
            <a:t>упорядкування права власності на землю.</a:t>
          </a:r>
          <a:endParaRPr lang="uk-UA"/>
        </a:p>
      </dgm:t>
    </dgm:pt>
    <dgm:pt modelId="{08ABDFFF-A486-48A5-BBB2-60963BBF44E8}" type="parTrans" cxnId="{18322908-4CB2-478F-BDC4-A13E0C0BA4FF}">
      <dgm:prSet/>
      <dgm:spPr/>
      <dgm:t>
        <a:bodyPr/>
        <a:lstStyle/>
        <a:p>
          <a:endParaRPr lang="uk-UA"/>
        </a:p>
      </dgm:t>
    </dgm:pt>
    <dgm:pt modelId="{B9C92123-C6D9-467F-94F7-79C231023B21}" type="sibTrans" cxnId="{18322908-4CB2-478F-BDC4-A13E0C0BA4FF}">
      <dgm:prSet/>
      <dgm:spPr/>
      <dgm:t>
        <a:bodyPr/>
        <a:lstStyle/>
        <a:p>
          <a:endParaRPr lang="uk-UA"/>
        </a:p>
      </dgm:t>
    </dgm:pt>
    <dgm:pt modelId="{5835C891-AEB2-44B7-90BD-6D9F910ED007}">
      <dgm:prSet/>
      <dgm:spPr/>
      <dgm:t>
        <a:bodyPr/>
        <a:lstStyle/>
        <a:p>
          <a:r>
            <a:rPr lang="ru-RU" b="0" i="0" dirty="0" err="1"/>
            <a:t>створення</a:t>
          </a:r>
          <a:r>
            <a:rPr lang="ru-RU" b="0" i="0" dirty="0"/>
            <a:t> </a:t>
          </a:r>
          <a:r>
            <a:rPr lang="ru-RU" b="0" i="0" dirty="0" err="1"/>
            <a:t>єдиного</a:t>
          </a:r>
          <a:r>
            <a:rPr lang="ru-RU" b="0" i="0" dirty="0"/>
            <a:t> стану </a:t>
          </a:r>
          <a:r>
            <a:rPr lang="ru-RU" b="0" i="0" dirty="0" err="1"/>
            <a:t>кріпосних</a:t>
          </a:r>
          <a:r>
            <a:rPr lang="ru-RU" b="0" i="0" dirty="0"/>
            <a:t> селян.</a:t>
          </a:r>
          <a:endParaRPr lang="uk-UA" dirty="0"/>
        </a:p>
      </dgm:t>
    </dgm:pt>
    <dgm:pt modelId="{52AFB689-5895-4370-AD73-2DA8AED68915}" type="parTrans" cxnId="{724C9F8C-C406-40A4-BE74-1BCD632B3813}">
      <dgm:prSet/>
      <dgm:spPr/>
      <dgm:t>
        <a:bodyPr/>
        <a:lstStyle/>
        <a:p>
          <a:endParaRPr lang="uk-UA"/>
        </a:p>
      </dgm:t>
    </dgm:pt>
    <dgm:pt modelId="{CCB86AC7-15CF-453C-986D-89533F066E8C}" type="sibTrans" cxnId="{724C9F8C-C406-40A4-BE74-1BCD632B3813}">
      <dgm:prSet/>
      <dgm:spPr/>
      <dgm:t>
        <a:bodyPr/>
        <a:lstStyle/>
        <a:p>
          <a:endParaRPr lang="uk-UA"/>
        </a:p>
      </dgm:t>
    </dgm:pt>
    <dgm:pt modelId="{C07859E7-BE64-4F69-A85B-4CBCC6B5B8FE}" type="pres">
      <dgm:prSet presAssocID="{ECA75867-00F7-454A-BD21-E0B54627EDFF}" presName="Name0" presStyleCnt="0">
        <dgm:presLayoutVars>
          <dgm:chMax val="7"/>
          <dgm:chPref val="7"/>
          <dgm:dir/>
        </dgm:presLayoutVars>
      </dgm:prSet>
      <dgm:spPr/>
    </dgm:pt>
    <dgm:pt modelId="{1931A8D3-F28E-435C-8F7B-AFAA13B49B25}" type="pres">
      <dgm:prSet presAssocID="{ECA75867-00F7-454A-BD21-E0B54627EDFF}" presName="Name1" presStyleCnt="0"/>
      <dgm:spPr/>
    </dgm:pt>
    <dgm:pt modelId="{C70C5B96-0494-457E-BF97-DB95D252054D}" type="pres">
      <dgm:prSet presAssocID="{ECA75867-00F7-454A-BD21-E0B54627EDFF}" presName="cycle" presStyleCnt="0"/>
      <dgm:spPr/>
    </dgm:pt>
    <dgm:pt modelId="{AB2D84F5-2F6C-4A16-A610-D78FAD44E525}" type="pres">
      <dgm:prSet presAssocID="{ECA75867-00F7-454A-BD21-E0B54627EDFF}" presName="srcNode" presStyleLbl="node1" presStyleIdx="0" presStyleCnt="4"/>
      <dgm:spPr/>
    </dgm:pt>
    <dgm:pt modelId="{8E573CE5-224F-47DE-B20D-207C59E80DB0}" type="pres">
      <dgm:prSet presAssocID="{ECA75867-00F7-454A-BD21-E0B54627EDFF}" presName="conn" presStyleLbl="parChTrans1D2" presStyleIdx="0" presStyleCnt="1"/>
      <dgm:spPr/>
    </dgm:pt>
    <dgm:pt modelId="{DDED9100-94AD-4554-B20D-F7AC9619CE03}" type="pres">
      <dgm:prSet presAssocID="{ECA75867-00F7-454A-BD21-E0B54627EDFF}" presName="extraNode" presStyleLbl="node1" presStyleIdx="0" presStyleCnt="4"/>
      <dgm:spPr/>
    </dgm:pt>
    <dgm:pt modelId="{5D717544-8F56-4649-A940-76D29AD44D1A}" type="pres">
      <dgm:prSet presAssocID="{ECA75867-00F7-454A-BD21-E0B54627EDFF}" presName="dstNode" presStyleLbl="node1" presStyleIdx="0" presStyleCnt="4"/>
      <dgm:spPr/>
    </dgm:pt>
    <dgm:pt modelId="{7C35B3A7-BC06-4478-8FE2-78E5E492C2C2}" type="pres">
      <dgm:prSet presAssocID="{0A49A9BD-1BAC-4614-9708-1FFB64C7F265}" presName="text_1" presStyleLbl="node1" presStyleIdx="0" presStyleCnt="4">
        <dgm:presLayoutVars>
          <dgm:bulletEnabled val="1"/>
        </dgm:presLayoutVars>
      </dgm:prSet>
      <dgm:spPr/>
    </dgm:pt>
    <dgm:pt modelId="{21E1B6DC-7677-411A-96B1-483490B47CC5}" type="pres">
      <dgm:prSet presAssocID="{0A49A9BD-1BAC-4614-9708-1FFB64C7F265}" presName="accent_1" presStyleCnt="0"/>
      <dgm:spPr/>
    </dgm:pt>
    <dgm:pt modelId="{D4025776-109F-4DF8-A696-3AF93C19C996}" type="pres">
      <dgm:prSet presAssocID="{0A49A9BD-1BAC-4614-9708-1FFB64C7F265}" presName="accentRepeatNode" presStyleLbl="solidFgAcc1" presStyleIdx="0" presStyleCnt="4"/>
      <dgm:spPr/>
    </dgm:pt>
    <dgm:pt modelId="{164E235C-FE1C-4F5C-B005-789522B73820}" type="pres">
      <dgm:prSet presAssocID="{27606B7C-DA4D-4AA1-96F7-02ECE19AA2FD}" presName="text_2" presStyleLbl="node1" presStyleIdx="1" presStyleCnt="4">
        <dgm:presLayoutVars>
          <dgm:bulletEnabled val="1"/>
        </dgm:presLayoutVars>
      </dgm:prSet>
      <dgm:spPr/>
    </dgm:pt>
    <dgm:pt modelId="{FE540F14-160A-4DE3-80BD-46336867A046}" type="pres">
      <dgm:prSet presAssocID="{27606B7C-DA4D-4AA1-96F7-02ECE19AA2FD}" presName="accent_2" presStyleCnt="0"/>
      <dgm:spPr/>
    </dgm:pt>
    <dgm:pt modelId="{99BE04E6-56CC-485E-89FA-1553D7632BF1}" type="pres">
      <dgm:prSet presAssocID="{27606B7C-DA4D-4AA1-96F7-02ECE19AA2FD}" presName="accentRepeatNode" presStyleLbl="solidFgAcc1" presStyleIdx="1" presStyleCnt="4"/>
      <dgm:spPr/>
    </dgm:pt>
    <dgm:pt modelId="{BE82E2BC-E839-42EB-AAC8-2011A8FBF9A6}" type="pres">
      <dgm:prSet presAssocID="{B678B485-6E91-452A-B004-388E1D5237FF}" presName="text_3" presStyleLbl="node1" presStyleIdx="2" presStyleCnt="4">
        <dgm:presLayoutVars>
          <dgm:bulletEnabled val="1"/>
        </dgm:presLayoutVars>
      </dgm:prSet>
      <dgm:spPr/>
    </dgm:pt>
    <dgm:pt modelId="{BD3958B5-12BF-44F0-8D62-DD7D88D626D3}" type="pres">
      <dgm:prSet presAssocID="{B678B485-6E91-452A-B004-388E1D5237FF}" presName="accent_3" presStyleCnt="0"/>
      <dgm:spPr/>
    </dgm:pt>
    <dgm:pt modelId="{5C5E3B98-B014-4AED-AABA-72CDA51DEDA4}" type="pres">
      <dgm:prSet presAssocID="{B678B485-6E91-452A-B004-388E1D5237FF}" presName="accentRepeatNode" presStyleLbl="solidFgAcc1" presStyleIdx="2" presStyleCnt="4"/>
      <dgm:spPr/>
    </dgm:pt>
    <dgm:pt modelId="{82B7E7AB-F6A3-4406-8BEA-8032A45CACA4}" type="pres">
      <dgm:prSet presAssocID="{5835C891-AEB2-44B7-90BD-6D9F910ED007}" presName="text_4" presStyleLbl="node1" presStyleIdx="3" presStyleCnt="4">
        <dgm:presLayoutVars>
          <dgm:bulletEnabled val="1"/>
        </dgm:presLayoutVars>
      </dgm:prSet>
      <dgm:spPr/>
    </dgm:pt>
    <dgm:pt modelId="{E1258F31-B859-4AD3-9A36-4F9305834A1F}" type="pres">
      <dgm:prSet presAssocID="{5835C891-AEB2-44B7-90BD-6D9F910ED007}" presName="accent_4" presStyleCnt="0"/>
      <dgm:spPr/>
    </dgm:pt>
    <dgm:pt modelId="{D760BA6A-5CAD-4628-BA5F-6F9C18F3DE70}" type="pres">
      <dgm:prSet presAssocID="{5835C891-AEB2-44B7-90BD-6D9F910ED007}" presName="accentRepeatNode" presStyleLbl="solidFgAcc1" presStyleIdx="3" presStyleCnt="4"/>
      <dgm:spPr/>
    </dgm:pt>
  </dgm:ptLst>
  <dgm:cxnLst>
    <dgm:cxn modelId="{4511BC06-E122-4755-8B38-1F99ABB19E56}" srcId="{ECA75867-00F7-454A-BD21-E0B54627EDFF}" destId="{27606B7C-DA4D-4AA1-96F7-02ECE19AA2FD}" srcOrd="1" destOrd="0" parTransId="{8C03E38F-C8EE-4FB2-A7BD-F890F38F6EF1}" sibTransId="{FE8BAE77-9781-4576-A3A2-85F522E567DD}"/>
    <dgm:cxn modelId="{9C3CCE07-F736-48F8-A946-12A3943A0218}" type="presOf" srcId="{ECA75867-00F7-454A-BD21-E0B54627EDFF}" destId="{C07859E7-BE64-4F69-A85B-4CBCC6B5B8FE}" srcOrd="0" destOrd="0" presId="urn:microsoft.com/office/officeart/2008/layout/VerticalCurvedList"/>
    <dgm:cxn modelId="{18322908-4CB2-478F-BDC4-A13E0C0BA4FF}" srcId="{ECA75867-00F7-454A-BD21-E0B54627EDFF}" destId="{B678B485-6E91-452A-B004-388E1D5237FF}" srcOrd="2" destOrd="0" parTransId="{08ABDFFF-A486-48A5-BBB2-60963BBF44E8}" sibTransId="{B9C92123-C6D9-467F-94F7-79C231023B21}"/>
    <dgm:cxn modelId="{9D40E90D-9F35-48D6-942B-8DA54EE6B3FD}" type="presOf" srcId="{B678B485-6E91-452A-B004-388E1D5237FF}" destId="{BE82E2BC-E839-42EB-AAC8-2011A8FBF9A6}" srcOrd="0" destOrd="0" presId="urn:microsoft.com/office/officeart/2008/layout/VerticalCurvedList"/>
    <dgm:cxn modelId="{F438C035-0E9F-4A80-8CA5-7B3EB016F3A0}" srcId="{ECA75867-00F7-454A-BD21-E0B54627EDFF}" destId="{0A49A9BD-1BAC-4614-9708-1FFB64C7F265}" srcOrd="0" destOrd="0" parTransId="{A11A7E7E-C24B-41DC-AF13-B81B10B8FA16}" sibTransId="{8EFB977A-4875-47DD-9E08-5CABE6B08ADD}"/>
    <dgm:cxn modelId="{6B8E7D43-127C-4D84-8CB6-DF72B3AD1611}" type="presOf" srcId="{27606B7C-DA4D-4AA1-96F7-02ECE19AA2FD}" destId="{164E235C-FE1C-4F5C-B005-789522B73820}" srcOrd="0" destOrd="0" presId="urn:microsoft.com/office/officeart/2008/layout/VerticalCurvedList"/>
    <dgm:cxn modelId="{8394B172-9C55-4BE8-B894-259CDA981312}" type="presOf" srcId="{5835C891-AEB2-44B7-90BD-6D9F910ED007}" destId="{82B7E7AB-F6A3-4406-8BEA-8032A45CACA4}" srcOrd="0" destOrd="0" presId="urn:microsoft.com/office/officeart/2008/layout/VerticalCurvedList"/>
    <dgm:cxn modelId="{724C9F8C-C406-40A4-BE74-1BCD632B3813}" srcId="{ECA75867-00F7-454A-BD21-E0B54627EDFF}" destId="{5835C891-AEB2-44B7-90BD-6D9F910ED007}" srcOrd="3" destOrd="0" parTransId="{52AFB689-5895-4370-AD73-2DA8AED68915}" sibTransId="{CCB86AC7-15CF-453C-986D-89533F066E8C}"/>
    <dgm:cxn modelId="{785C3FEB-A2A3-425C-8ED4-F37A54E1FECC}" type="presOf" srcId="{0A49A9BD-1BAC-4614-9708-1FFB64C7F265}" destId="{7C35B3A7-BC06-4478-8FE2-78E5E492C2C2}" srcOrd="0" destOrd="0" presId="urn:microsoft.com/office/officeart/2008/layout/VerticalCurvedList"/>
    <dgm:cxn modelId="{97B4E7F8-3DE6-47F2-A0AF-6AACCC561538}" type="presOf" srcId="{8EFB977A-4875-47DD-9E08-5CABE6B08ADD}" destId="{8E573CE5-224F-47DE-B20D-207C59E80DB0}" srcOrd="0" destOrd="0" presId="urn:microsoft.com/office/officeart/2008/layout/VerticalCurvedList"/>
    <dgm:cxn modelId="{1B7DA6F4-4752-4984-A851-3BD40FB2B17C}" type="presParOf" srcId="{C07859E7-BE64-4F69-A85B-4CBCC6B5B8FE}" destId="{1931A8D3-F28E-435C-8F7B-AFAA13B49B25}" srcOrd="0" destOrd="0" presId="urn:microsoft.com/office/officeart/2008/layout/VerticalCurvedList"/>
    <dgm:cxn modelId="{E0925C54-2521-432F-BE0D-15AFD2EE4F78}" type="presParOf" srcId="{1931A8D3-F28E-435C-8F7B-AFAA13B49B25}" destId="{C70C5B96-0494-457E-BF97-DB95D252054D}" srcOrd="0" destOrd="0" presId="urn:microsoft.com/office/officeart/2008/layout/VerticalCurvedList"/>
    <dgm:cxn modelId="{ED07E398-5C18-42E8-8936-B9D2C840088F}" type="presParOf" srcId="{C70C5B96-0494-457E-BF97-DB95D252054D}" destId="{AB2D84F5-2F6C-4A16-A610-D78FAD44E525}" srcOrd="0" destOrd="0" presId="urn:microsoft.com/office/officeart/2008/layout/VerticalCurvedList"/>
    <dgm:cxn modelId="{4306326D-2863-489F-8F11-30C6DF9A2159}" type="presParOf" srcId="{C70C5B96-0494-457E-BF97-DB95D252054D}" destId="{8E573CE5-224F-47DE-B20D-207C59E80DB0}" srcOrd="1" destOrd="0" presId="urn:microsoft.com/office/officeart/2008/layout/VerticalCurvedList"/>
    <dgm:cxn modelId="{29B28F83-891F-46A0-9A63-8B5F8E76A919}" type="presParOf" srcId="{C70C5B96-0494-457E-BF97-DB95D252054D}" destId="{DDED9100-94AD-4554-B20D-F7AC9619CE03}" srcOrd="2" destOrd="0" presId="urn:microsoft.com/office/officeart/2008/layout/VerticalCurvedList"/>
    <dgm:cxn modelId="{C260BDFC-CB44-484E-8A7E-1B8B4E3486FB}" type="presParOf" srcId="{C70C5B96-0494-457E-BF97-DB95D252054D}" destId="{5D717544-8F56-4649-A940-76D29AD44D1A}" srcOrd="3" destOrd="0" presId="urn:microsoft.com/office/officeart/2008/layout/VerticalCurvedList"/>
    <dgm:cxn modelId="{A27C5C2A-56C8-4E44-A105-86751D61508C}" type="presParOf" srcId="{1931A8D3-F28E-435C-8F7B-AFAA13B49B25}" destId="{7C35B3A7-BC06-4478-8FE2-78E5E492C2C2}" srcOrd="1" destOrd="0" presId="urn:microsoft.com/office/officeart/2008/layout/VerticalCurvedList"/>
    <dgm:cxn modelId="{F6DF0D4A-6987-4B03-97B1-B07A45138DBC}" type="presParOf" srcId="{1931A8D3-F28E-435C-8F7B-AFAA13B49B25}" destId="{21E1B6DC-7677-411A-96B1-483490B47CC5}" srcOrd="2" destOrd="0" presId="urn:microsoft.com/office/officeart/2008/layout/VerticalCurvedList"/>
    <dgm:cxn modelId="{631CD8F9-50AA-4692-AD9C-99FD77B4CADD}" type="presParOf" srcId="{21E1B6DC-7677-411A-96B1-483490B47CC5}" destId="{D4025776-109F-4DF8-A696-3AF93C19C996}" srcOrd="0" destOrd="0" presId="urn:microsoft.com/office/officeart/2008/layout/VerticalCurvedList"/>
    <dgm:cxn modelId="{680A94C0-48EC-464F-BBE8-5B203B6A002A}" type="presParOf" srcId="{1931A8D3-F28E-435C-8F7B-AFAA13B49B25}" destId="{164E235C-FE1C-4F5C-B005-789522B73820}" srcOrd="3" destOrd="0" presId="urn:microsoft.com/office/officeart/2008/layout/VerticalCurvedList"/>
    <dgm:cxn modelId="{0C9F270A-197C-4242-B39E-45A0E55B7FCA}" type="presParOf" srcId="{1931A8D3-F28E-435C-8F7B-AFAA13B49B25}" destId="{FE540F14-160A-4DE3-80BD-46336867A046}" srcOrd="4" destOrd="0" presId="urn:microsoft.com/office/officeart/2008/layout/VerticalCurvedList"/>
    <dgm:cxn modelId="{13D35DA4-CF60-4357-858C-5C571D40FD0E}" type="presParOf" srcId="{FE540F14-160A-4DE3-80BD-46336867A046}" destId="{99BE04E6-56CC-485E-89FA-1553D7632BF1}" srcOrd="0" destOrd="0" presId="urn:microsoft.com/office/officeart/2008/layout/VerticalCurvedList"/>
    <dgm:cxn modelId="{31306B99-1645-4718-A2BB-40101C63F491}" type="presParOf" srcId="{1931A8D3-F28E-435C-8F7B-AFAA13B49B25}" destId="{BE82E2BC-E839-42EB-AAC8-2011A8FBF9A6}" srcOrd="5" destOrd="0" presId="urn:microsoft.com/office/officeart/2008/layout/VerticalCurvedList"/>
    <dgm:cxn modelId="{83314AAC-089B-42CA-930B-D56C62CDFC3A}" type="presParOf" srcId="{1931A8D3-F28E-435C-8F7B-AFAA13B49B25}" destId="{BD3958B5-12BF-44F0-8D62-DD7D88D626D3}" srcOrd="6" destOrd="0" presId="urn:microsoft.com/office/officeart/2008/layout/VerticalCurvedList"/>
    <dgm:cxn modelId="{7B26F5FB-0A52-41D9-B773-E0CCB93E0DD2}" type="presParOf" srcId="{BD3958B5-12BF-44F0-8D62-DD7D88D626D3}" destId="{5C5E3B98-B014-4AED-AABA-72CDA51DEDA4}" srcOrd="0" destOrd="0" presId="urn:microsoft.com/office/officeart/2008/layout/VerticalCurvedList"/>
    <dgm:cxn modelId="{26F5BC4A-FC79-4177-ABB9-F33DE293A110}" type="presParOf" srcId="{1931A8D3-F28E-435C-8F7B-AFAA13B49B25}" destId="{82B7E7AB-F6A3-4406-8BEA-8032A45CACA4}" srcOrd="7" destOrd="0" presId="urn:microsoft.com/office/officeart/2008/layout/VerticalCurvedList"/>
    <dgm:cxn modelId="{535F9F39-7773-46DB-A128-0F7DA702DE49}" type="presParOf" srcId="{1931A8D3-F28E-435C-8F7B-AFAA13B49B25}" destId="{E1258F31-B859-4AD3-9A36-4F9305834A1F}" srcOrd="8" destOrd="0" presId="urn:microsoft.com/office/officeart/2008/layout/VerticalCurvedList"/>
    <dgm:cxn modelId="{B8E0CA0B-B2A9-46C8-B914-632C6D3422D2}" type="presParOf" srcId="{E1258F31-B859-4AD3-9A36-4F9305834A1F}" destId="{D760BA6A-5CAD-4628-BA5F-6F9C18F3DE7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AAF6DF27-6776-4C97-9FEA-4451EF9401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2FAE9C-3640-4AE6-A440-9978E4420BD0}">
      <dgm:prSet/>
      <dgm:spPr/>
      <dgm:t>
        <a:bodyPr/>
        <a:lstStyle/>
        <a:p>
          <a:r>
            <a:rPr lang="ru-RU" b="0" i="0"/>
            <a:t>розвиток торгівлі</a:t>
          </a:r>
          <a:endParaRPr lang="uk-UA"/>
        </a:p>
      </dgm:t>
    </dgm:pt>
    <dgm:pt modelId="{72900572-7047-43A9-A928-8870C62F6A99}" type="parTrans" cxnId="{7F8E7FC1-9BC3-4D65-8713-A9D8906D5954}">
      <dgm:prSet/>
      <dgm:spPr/>
      <dgm:t>
        <a:bodyPr/>
        <a:lstStyle/>
        <a:p>
          <a:endParaRPr lang="uk-UA"/>
        </a:p>
      </dgm:t>
    </dgm:pt>
    <dgm:pt modelId="{6460B3E4-1F7F-4133-AC66-B15C93350555}" type="sibTrans" cxnId="{7F8E7FC1-9BC3-4D65-8713-A9D8906D5954}">
      <dgm:prSet/>
      <dgm:spPr/>
      <dgm:t>
        <a:bodyPr/>
        <a:lstStyle/>
        <a:p>
          <a:endParaRPr lang="uk-UA"/>
        </a:p>
      </dgm:t>
    </dgm:pt>
    <dgm:pt modelId="{1A9A4B58-43B2-432B-B2D5-4CE8F25BC18B}">
      <dgm:prSet/>
      <dgm:spPr/>
      <dgm:t>
        <a:bodyPr/>
        <a:lstStyle/>
        <a:p>
          <a:r>
            <a:rPr lang="ru-RU" b="0" i="0"/>
            <a:t>запровадження християнства</a:t>
          </a:r>
          <a:endParaRPr lang="uk-UA"/>
        </a:p>
      </dgm:t>
    </dgm:pt>
    <dgm:pt modelId="{E328F5D6-E861-4B6B-BC1F-950EDD77AEE6}" type="parTrans" cxnId="{F470E5AC-05E4-471F-A2E3-B02D13A38C06}">
      <dgm:prSet/>
      <dgm:spPr/>
      <dgm:t>
        <a:bodyPr/>
        <a:lstStyle/>
        <a:p>
          <a:endParaRPr lang="uk-UA"/>
        </a:p>
      </dgm:t>
    </dgm:pt>
    <dgm:pt modelId="{D7757ADA-EFAD-4183-A766-4AC9F5A1C270}" type="sibTrans" cxnId="{F470E5AC-05E4-471F-A2E3-B02D13A38C06}">
      <dgm:prSet/>
      <dgm:spPr/>
      <dgm:t>
        <a:bodyPr/>
        <a:lstStyle/>
        <a:p>
          <a:endParaRPr lang="uk-UA"/>
        </a:p>
      </dgm:t>
    </dgm:pt>
    <dgm:pt modelId="{40C683E7-1EE9-485D-9297-B2740616C447}">
      <dgm:prSet/>
      <dgm:spPr/>
      <dgm:t>
        <a:bodyPr/>
        <a:lstStyle/>
        <a:p>
          <a:r>
            <a:rPr lang="ru-RU" b="0" i="0"/>
            <a:t>створення писаних законів</a:t>
          </a:r>
          <a:endParaRPr lang="uk-UA"/>
        </a:p>
      </dgm:t>
    </dgm:pt>
    <dgm:pt modelId="{7BE83E5F-2815-4135-904A-66A598D80782}" type="parTrans" cxnId="{7BB0D30D-EB64-4AD4-B201-9FE3CFDF66CC}">
      <dgm:prSet/>
      <dgm:spPr/>
      <dgm:t>
        <a:bodyPr/>
        <a:lstStyle/>
        <a:p>
          <a:endParaRPr lang="uk-UA"/>
        </a:p>
      </dgm:t>
    </dgm:pt>
    <dgm:pt modelId="{8A77A881-2FD1-416D-8D4D-75B437947C1E}" type="sibTrans" cxnId="{7BB0D30D-EB64-4AD4-B201-9FE3CFDF66CC}">
      <dgm:prSet/>
      <dgm:spPr/>
      <dgm:t>
        <a:bodyPr/>
        <a:lstStyle/>
        <a:p>
          <a:endParaRPr lang="uk-UA"/>
        </a:p>
      </dgm:t>
    </dgm:pt>
    <dgm:pt modelId="{72F525D1-0612-4B5F-B56C-49F244690D25}">
      <dgm:prSet/>
      <dgm:spPr/>
      <dgm:t>
        <a:bodyPr/>
        <a:lstStyle/>
        <a:p>
          <a:r>
            <a:rPr lang="ru-RU" b="0" i="0" dirty="0" err="1"/>
            <a:t>розширення</a:t>
          </a:r>
          <a:r>
            <a:rPr lang="ru-RU" b="0" i="0" dirty="0"/>
            <a:t> </a:t>
          </a:r>
          <a:r>
            <a:rPr lang="ru-RU" b="0" i="0" dirty="0" err="1"/>
            <a:t>кордонів</a:t>
          </a:r>
          <a:r>
            <a:rPr lang="ru-RU" b="0" i="0" dirty="0"/>
            <a:t> </a:t>
          </a:r>
          <a:r>
            <a:rPr lang="ru-RU" b="0" i="0" dirty="0" err="1"/>
            <a:t>держави</a:t>
          </a:r>
          <a:endParaRPr lang="uk-UA" dirty="0"/>
        </a:p>
      </dgm:t>
    </dgm:pt>
    <dgm:pt modelId="{D8E8CE3F-B9E2-4D01-BA67-087DBE348472}" type="parTrans" cxnId="{D8EA265B-41F7-4017-B579-4E929FA9D579}">
      <dgm:prSet/>
      <dgm:spPr/>
      <dgm:t>
        <a:bodyPr/>
        <a:lstStyle/>
        <a:p>
          <a:endParaRPr lang="uk-UA"/>
        </a:p>
      </dgm:t>
    </dgm:pt>
    <dgm:pt modelId="{60DF8830-F36C-4FF2-86FD-A4290B260856}" type="sibTrans" cxnId="{D8EA265B-41F7-4017-B579-4E929FA9D579}">
      <dgm:prSet/>
      <dgm:spPr/>
      <dgm:t>
        <a:bodyPr/>
        <a:lstStyle/>
        <a:p>
          <a:endParaRPr lang="uk-UA"/>
        </a:p>
      </dgm:t>
    </dgm:pt>
    <dgm:pt modelId="{6EB8D39F-1E70-4D34-A48C-0CC3718AB5BE}" type="pres">
      <dgm:prSet presAssocID="{AAF6DF27-6776-4C97-9FEA-4451EF9401A1}" presName="linear" presStyleCnt="0">
        <dgm:presLayoutVars>
          <dgm:animLvl val="lvl"/>
          <dgm:resizeHandles val="exact"/>
        </dgm:presLayoutVars>
      </dgm:prSet>
      <dgm:spPr/>
    </dgm:pt>
    <dgm:pt modelId="{EED84C65-8A08-4AC5-8FEA-BA09F3BF0EC6}" type="pres">
      <dgm:prSet presAssocID="{292FAE9C-3640-4AE6-A440-9978E4420B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F627A9-3430-4DFD-A26D-1A2CAD6956F0}" type="pres">
      <dgm:prSet presAssocID="{6460B3E4-1F7F-4133-AC66-B15C93350555}" presName="spacer" presStyleCnt="0"/>
      <dgm:spPr/>
    </dgm:pt>
    <dgm:pt modelId="{36634633-E8BC-4392-BEFC-379E4D99D200}" type="pres">
      <dgm:prSet presAssocID="{1A9A4B58-43B2-432B-B2D5-4CE8F25BC18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D830AD-823B-462A-BCE0-5BDC0F9B80B4}" type="pres">
      <dgm:prSet presAssocID="{D7757ADA-EFAD-4183-A766-4AC9F5A1C270}" presName="spacer" presStyleCnt="0"/>
      <dgm:spPr/>
    </dgm:pt>
    <dgm:pt modelId="{D8FA170D-2902-44B3-97F7-251E35B5CED1}" type="pres">
      <dgm:prSet presAssocID="{40C683E7-1EE9-485D-9297-B2740616C4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C66901-E349-4D54-87B6-C2F1EEF041B7}" type="pres">
      <dgm:prSet presAssocID="{8A77A881-2FD1-416D-8D4D-75B437947C1E}" presName="spacer" presStyleCnt="0"/>
      <dgm:spPr/>
    </dgm:pt>
    <dgm:pt modelId="{7244D2EB-5F63-4001-A319-BAAE9F4428E0}" type="pres">
      <dgm:prSet presAssocID="{72F525D1-0612-4B5F-B56C-49F244690D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B73C0B-DE46-4E49-894E-D46CAD89F83F}" type="presOf" srcId="{72F525D1-0612-4B5F-B56C-49F244690D25}" destId="{7244D2EB-5F63-4001-A319-BAAE9F4428E0}" srcOrd="0" destOrd="0" presId="urn:microsoft.com/office/officeart/2005/8/layout/vList2"/>
    <dgm:cxn modelId="{7BB0D30D-EB64-4AD4-B201-9FE3CFDF66CC}" srcId="{AAF6DF27-6776-4C97-9FEA-4451EF9401A1}" destId="{40C683E7-1EE9-485D-9297-B2740616C447}" srcOrd="2" destOrd="0" parTransId="{7BE83E5F-2815-4135-904A-66A598D80782}" sibTransId="{8A77A881-2FD1-416D-8D4D-75B437947C1E}"/>
    <dgm:cxn modelId="{D8EA265B-41F7-4017-B579-4E929FA9D579}" srcId="{AAF6DF27-6776-4C97-9FEA-4451EF9401A1}" destId="{72F525D1-0612-4B5F-B56C-49F244690D25}" srcOrd="3" destOrd="0" parTransId="{D8E8CE3F-B9E2-4D01-BA67-087DBE348472}" sibTransId="{60DF8830-F36C-4FF2-86FD-A4290B260856}"/>
    <dgm:cxn modelId="{9D43C843-0117-484E-A77D-E6D5FF771CAB}" type="presOf" srcId="{40C683E7-1EE9-485D-9297-B2740616C447}" destId="{D8FA170D-2902-44B3-97F7-251E35B5CED1}" srcOrd="0" destOrd="0" presId="urn:microsoft.com/office/officeart/2005/8/layout/vList2"/>
    <dgm:cxn modelId="{6A5DA06A-DEB9-4216-B2F4-77FF7F73B61A}" type="presOf" srcId="{AAF6DF27-6776-4C97-9FEA-4451EF9401A1}" destId="{6EB8D39F-1E70-4D34-A48C-0CC3718AB5BE}" srcOrd="0" destOrd="0" presId="urn:microsoft.com/office/officeart/2005/8/layout/vList2"/>
    <dgm:cxn modelId="{F470E5AC-05E4-471F-A2E3-B02D13A38C06}" srcId="{AAF6DF27-6776-4C97-9FEA-4451EF9401A1}" destId="{1A9A4B58-43B2-432B-B2D5-4CE8F25BC18B}" srcOrd="1" destOrd="0" parTransId="{E328F5D6-E861-4B6B-BC1F-950EDD77AEE6}" sibTransId="{D7757ADA-EFAD-4183-A766-4AC9F5A1C270}"/>
    <dgm:cxn modelId="{81726EB0-A0E8-4AD0-98D5-AB17096AE7AE}" type="presOf" srcId="{292FAE9C-3640-4AE6-A440-9978E4420BD0}" destId="{EED84C65-8A08-4AC5-8FEA-BA09F3BF0EC6}" srcOrd="0" destOrd="0" presId="urn:microsoft.com/office/officeart/2005/8/layout/vList2"/>
    <dgm:cxn modelId="{7F8E7FC1-9BC3-4D65-8713-A9D8906D5954}" srcId="{AAF6DF27-6776-4C97-9FEA-4451EF9401A1}" destId="{292FAE9C-3640-4AE6-A440-9978E4420BD0}" srcOrd="0" destOrd="0" parTransId="{72900572-7047-43A9-A928-8870C62F6A99}" sibTransId="{6460B3E4-1F7F-4133-AC66-B15C93350555}"/>
    <dgm:cxn modelId="{91C56EF7-0FE1-4C1E-9E0C-761D3720FC71}" type="presOf" srcId="{1A9A4B58-43B2-432B-B2D5-4CE8F25BC18B}" destId="{36634633-E8BC-4392-BEFC-379E4D99D200}" srcOrd="0" destOrd="0" presId="urn:microsoft.com/office/officeart/2005/8/layout/vList2"/>
    <dgm:cxn modelId="{815466A3-0078-44A6-9BA3-A33CFB5930B8}" type="presParOf" srcId="{6EB8D39F-1E70-4D34-A48C-0CC3718AB5BE}" destId="{EED84C65-8A08-4AC5-8FEA-BA09F3BF0EC6}" srcOrd="0" destOrd="0" presId="urn:microsoft.com/office/officeart/2005/8/layout/vList2"/>
    <dgm:cxn modelId="{A58538EB-7DB0-484B-82B9-249DDBD405FC}" type="presParOf" srcId="{6EB8D39F-1E70-4D34-A48C-0CC3718AB5BE}" destId="{28F627A9-3430-4DFD-A26D-1A2CAD6956F0}" srcOrd="1" destOrd="0" presId="urn:microsoft.com/office/officeart/2005/8/layout/vList2"/>
    <dgm:cxn modelId="{AC211CCA-6022-4B0C-9AE8-AEF6E12C8D0C}" type="presParOf" srcId="{6EB8D39F-1E70-4D34-A48C-0CC3718AB5BE}" destId="{36634633-E8BC-4392-BEFC-379E4D99D200}" srcOrd="2" destOrd="0" presId="urn:microsoft.com/office/officeart/2005/8/layout/vList2"/>
    <dgm:cxn modelId="{B10750A4-B03B-4324-A040-CF4EA5715C73}" type="presParOf" srcId="{6EB8D39F-1E70-4D34-A48C-0CC3718AB5BE}" destId="{F9D830AD-823B-462A-BCE0-5BDC0F9B80B4}" srcOrd="3" destOrd="0" presId="urn:microsoft.com/office/officeart/2005/8/layout/vList2"/>
    <dgm:cxn modelId="{618A2542-541D-48B2-80B2-57124BC2F080}" type="presParOf" srcId="{6EB8D39F-1E70-4D34-A48C-0CC3718AB5BE}" destId="{D8FA170D-2902-44B3-97F7-251E35B5CED1}" srcOrd="4" destOrd="0" presId="urn:microsoft.com/office/officeart/2005/8/layout/vList2"/>
    <dgm:cxn modelId="{878EBA15-3A66-4EBB-8CF2-F9DE5682A2BD}" type="presParOf" srcId="{6EB8D39F-1E70-4D34-A48C-0CC3718AB5BE}" destId="{67C66901-E349-4D54-87B6-C2F1EEF041B7}" srcOrd="5" destOrd="0" presId="urn:microsoft.com/office/officeart/2005/8/layout/vList2"/>
    <dgm:cxn modelId="{F2A5079A-13CB-4A21-AD43-41C4B428144A}" type="presParOf" srcId="{6EB8D39F-1E70-4D34-A48C-0CC3718AB5BE}" destId="{7244D2EB-5F63-4001-A319-BAAE9F4428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9ED3EE28-36FF-4C06-B03F-B2716D9AFB7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34F937-E403-4F37-99D9-68E6B00AD871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</a:t>
          </a:r>
          <a:endParaRPr lang="uk-UA" dirty="0"/>
        </a:p>
      </dgm:t>
    </dgm:pt>
    <dgm:pt modelId="{11C963FE-6F7B-4C23-80A3-5FA4AE1A7367}" type="parTrans" cxnId="{3CB8813B-9158-41FF-B3EF-03156A0DDD92}">
      <dgm:prSet/>
      <dgm:spPr/>
      <dgm:t>
        <a:bodyPr/>
        <a:lstStyle/>
        <a:p>
          <a:endParaRPr lang="uk-UA"/>
        </a:p>
      </dgm:t>
    </dgm:pt>
    <dgm:pt modelId="{5B62C9CB-9677-4E1F-BA16-1E3237B94411}" type="sibTrans" cxnId="{3CB8813B-9158-41FF-B3EF-03156A0DDD92}">
      <dgm:prSet/>
      <dgm:spPr/>
      <dgm:t>
        <a:bodyPr/>
        <a:lstStyle/>
        <a:p>
          <a:endParaRPr lang="uk-UA"/>
        </a:p>
      </dgm:t>
    </dgm:pt>
    <dgm:pt modelId="{F878D1D6-FCAC-44EF-92F7-3BC2BBF53CD0}">
      <dgm:prSet/>
      <dgm:spPr/>
      <dgm:t>
        <a:bodyPr/>
        <a:lstStyle/>
        <a:p>
          <a:r>
            <a:rPr lang="ru-RU" b="0" i="0" dirty="0"/>
            <a:t>«Слово про закон і благодать»</a:t>
          </a:r>
          <a:endParaRPr lang="uk-UA" dirty="0"/>
        </a:p>
      </dgm:t>
    </dgm:pt>
    <dgm:pt modelId="{E0A2F7B6-DAD9-4A12-BB8E-82F51F9C1F91}" type="parTrans" cxnId="{C761137D-784F-45AC-A1E8-24D4ABDF98E0}">
      <dgm:prSet/>
      <dgm:spPr/>
      <dgm:t>
        <a:bodyPr/>
        <a:lstStyle/>
        <a:p>
          <a:endParaRPr lang="uk-UA"/>
        </a:p>
      </dgm:t>
    </dgm:pt>
    <dgm:pt modelId="{91656558-83E9-4B38-8176-56FD2B9CB4E0}" type="sibTrans" cxnId="{C761137D-784F-45AC-A1E8-24D4ABDF98E0}">
      <dgm:prSet/>
      <dgm:spPr/>
      <dgm:t>
        <a:bodyPr/>
        <a:lstStyle/>
        <a:p>
          <a:endParaRPr lang="uk-UA"/>
        </a:p>
      </dgm:t>
    </dgm:pt>
    <dgm:pt modelId="{45F4EA2D-CA0B-4A75-A23C-0C62E8F40653}">
      <dgm:prSet/>
      <dgm:spPr/>
      <dgm:t>
        <a:bodyPr/>
        <a:lstStyle/>
        <a:p>
          <a:r>
            <a:rPr lang="ru-RU" b="0" i="0"/>
            <a:t>«Повість минулих літ»</a:t>
          </a:r>
          <a:endParaRPr lang="uk-UA"/>
        </a:p>
      </dgm:t>
    </dgm:pt>
    <dgm:pt modelId="{CB3F3E35-EFEB-41C7-889C-759BDC9824BA}" type="parTrans" cxnId="{C1CC06F9-84DB-4C8F-B593-908AB93DCB90}">
      <dgm:prSet/>
      <dgm:spPr/>
      <dgm:t>
        <a:bodyPr/>
        <a:lstStyle/>
        <a:p>
          <a:endParaRPr lang="uk-UA"/>
        </a:p>
      </dgm:t>
    </dgm:pt>
    <dgm:pt modelId="{B3A531C8-2148-47F6-9BD7-01F2BF656192}" type="sibTrans" cxnId="{C1CC06F9-84DB-4C8F-B593-908AB93DCB90}">
      <dgm:prSet/>
      <dgm:spPr/>
      <dgm:t>
        <a:bodyPr/>
        <a:lstStyle/>
        <a:p>
          <a:endParaRPr lang="uk-UA"/>
        </a:p>
      </dgm:t>
    </dgm:pt>
    <dgm:pt modelId="{35CA8475-559D-4CA7-9A81-10C3011404F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Руська</a:t>
          </a:r>
          <a:r>
            <a:rPr lang="ru-RU" b="0" i="0" dirty="0"/>
            <a:t> правда»</a:t>
          </a:r>
          <a:endParaRPr lang="uk-UA" dirty="0"/>
        </a:p>
      </dgm:t>
    </dgm:pt>
    <dgm:pt modelId="{04E5CF30-0862-469F-AD4E-C151CF255503}" type="parTrans" cxnId="{7CA4B21D-38A2-4734-A5D5-B3D181E42226}">
      <dgm:prSet/>
      <dgm:spPr/>
      <dgm:t>
        <a:bodyPr/>
        <a:lstStyle/>
        <a:p>
          <a:endParaRPr lang="uk-UA"/>
        </a:p>
      </dgm:t>
    </dgm:pt>
    <dgm:pt modelId="{022822C1-03AC-40D7-B0DA-50A8932F7A73}" type="sibTrans" cxnId="{7CA4B21D-38A2-4734-A5D5-B3D181E42226}">
      <dgm:prSet/>
      <dgm:spPr/>
      <dgm:t>
        <a:bodyPr/>
        <a:lstStyle/>
        <a:p>
          <a:endParaRPr lang="uk-UA"/>
        </a:p>
      </dgm:t>
    </dgm:pt>
    <dgm:pt modelId="{5A669225-C640-4550-B66F-EA3218343092}" type="pres">
      <dgm:prSet presAssocID="{9ED3EE28-36FF-4C06-B03F-B2716D9AFB75}" presName="linearFlow" presStyleCnt="0">
        <dgm:presLayoutVars>
          <dgm:dir/>
          <dgm:resizeHandles val="exact"/>
        </dgm:presLayoutVars>
      </dgm:prSet>
      <dgm:spPr/>
    </dgm:pt>
    <dgm:pt modelId="{AEC48BF5-3AB5-482B-A188-EFD0E6AD863C}" type="pres">
      <dgm:prSet presAssocID="{5A34F937-E403-4F37-99D9-68E6B00AD871}" presName="composite" presStyleCnt="0"/>
      <dgm:spPr/>
    </dgm:pt>
    <dgm:pt modelId="{E4DD1E4C-5ABB-4C48-8731-D548D42D6C42}" type="pres">
      <dgm:prSet presAssocID="{5A34F937-E403-4F37-99D9-68E6B00AD871}" presName="imgShp" presStyleLbl="fgImgPlace1" presStyleIdx="0" presStyleCnt="4"/>
      <dgm:spPr/>
    </dgm:pt>
    <dgm:pt modelId="{DF1439B5-41AD-4C93-A73B-EB5B73844FEA}" type="pres">
      <dgm:prSet presAssocID="{5A34F937-E403-4F37-99D9-68E6B00AD871}" presName="txShp" presStyleLbl="node1" presStyleIdx="0" presStyleCnt="4">
        <dgm:presLayoutVars>
          <dgm:bulletEnabled val="1"/>
        </dgm:presLayoutVars>
      </dgm:prSet>
      <dgm:spPr/>
    </dgm:pt>
    <dgm:pt modelId="{08F4A193-1FE2-4016-B5E8-4A57E0BFDD71}" type="pres">
      <dgm:prSet presAssocID="{5B62C9CB-9677-4E1F-BA16-1E3237B94411}" presName="spacing" presStyleCnt="0"/>
      <dgm:spPr/>
    </dgm:pt>
    <dgm:pt modelId="{DCF315F4-3C92-4157-BE3D-6084CAF5C668}" type="pres">
      <dgm:prSet presAssocID="{F878D1D6-FCAC-44EF-92F7-3BC2BBF53CD0}" presName="composite" presStyleCnt="0"/>
      <dgm:spPr/>
    </dgm:pt>
    <dgm:pt modelId="{7DBCF9D5-E0DE-4AF0-B918-1A2B13FBEB76}" type="pres">
      <dgm:prSet presAssocID="{F878D1D6-FCAC-44EF-92F7-3BC2BBF53CD0}" presName="imgShp" presStyleLbl="fgImgPlace1" presStyleIdx="1" presStyleCnt="4"/>
      <dgm:spPr/>
    </dgm:pt>
    <dgm:pt modelId="{01F34A6B-2B1A-4C12-967F-B55DE7B3E627}" type="pres">
      <dgm:prSet presAssocID="{F878D1D6-FCAC-44EF-92F7-3BC2BBF53CD0}" presName="txShp" presStyleLbl="node1" presStyleIdx="1" presStyleCnt="4">
        <dgm:presLayoutVars>
          <dgm:bulletEnabled val="1"/>
        </dgm:presLayoutVars>
      </dgm:prSet>
      <dgm:spPr/>
    </dgm:pt>
    <dgm:pt modelId="{7B86FAD7-BB14-4D65-8989-176229624480}" type="pres">
      <dgm:prSet presAssocID="{91656558-83E9-4B38-8176-56FD2B9CB4E0}" presName="spacing" presStyleCnt="0"/>
      <dgm:spPr/>
    </dgm:pt>
    <dgm:pt modelId="{CD10A411-BD71-4EF4-B92D-9CE28D0FDE28}" type="pres">
      <dgm:prSet presAssocID="{45F4EA2D-CA0B-4A75-A23C-0C62E8F40653}" presName="composite" presStyleCnt="0"/>
      <dgm:spPr/>
    </dgm:pt>
    <dgm:pt modelId="{068400DA-C63D-4B5A-8A64-205F12812014}" type="pres">
      <dgm:prSet presAssocID="{45F4EA2D-CA0B-4A75-A23C-0C62E8F40653}" presName="imgShp" presStyleLbl="fgImgPlace1" presStyleIdx="2" presStyleCnt="4"/>
      <dgm:spPr/>
    </dgm:pt>
    <dgm:pt modelId="{36893E2B-3045-402B-9FE4-624EF8188BE8}" type="pres">
      <dgm:prSet presAssocID="{45F4EA2D-CA0B-4A75-A23C-0C62E8F40653}" presName="txShp" presStyleLbl="node1" presStyleIdx="2" presStyleCnt="4">
        <dgm:presLayoutVars>
          <dgm:bulletEnabled val="1"/>
        </dgm:presLayoutVars>
      </dgm:prSet>
      <dgm:spPr/>
    </dgm:pt>
    <dgm:pt modelId="{31996ED9-79FA-4217-BCD1-4A26C87B2F7C}" type="pres">
      <dgm:prSet presAssocID="{B3A531C8-2148-47F6-9BD7-01F2BF656192}" presName="spacing" presStyleCnt="0"/>
      <dgm:spPr/>
    </dgm:pt>
    <dgm:pt modelId="{2BADDF2C-39BD-47B2-B4EF-B5D0DA701973}" type="pres">
      <dgm:prSet presAssocID="{35CA8475-559D-4CA7-9A81-10C3011404F4}" presName="composite" presStyleCnt="0"/>
      <dgm:spPr/>
    </dgm:pt>
    <dgm:pt modelId="{4B4D660B-7939-40E5-AF08-E242331E93B9}" type="pres">
      <dgm:prSet presAssocID="{35CA8475-559D-4CA7-9A81-10C3011404F4}" presName="imgShp" presStyleLbl="fgImgPlace1" presStyleIdx="3" presStyleCnt="4"/>
      <dgm:spPr/>
    </dgm:pt>
    <dgm:pt modelId="{B4C13A65-4A47-488F-9970-2D8AD4ED9D94}" type="pres">
      <dgm:prSet presAssocID="{35CA8475-559D-4CA7-9A81-10C3011404F4}" presName="txShp" presStyleLbl="node1" presStyleIdx="3" presStyleCnt="4">
        <dgm:presLayoutVars>
          <dgm:bulletEnabled val="1"/>
        </dgm:presLayoutVars>
      </dgm:prSet>
      <dgm:spPr/>
    </dgm:pt>
  </dgm:ptLst>
  <dgm:cxnLst>
    <dgm:cxn modelId="{02E59F01-55F1-47B6-84E7-07F744B4E5F0}" type="presOf" srcId="{45F4EA2D-CA0B-4A75-A23C-0C62E8F40653}" destId="{36893E2B-3045-402B-9FE4-624EF8188BE8}" srcOrd="0" destOrd="0" presId="urn:microsoft.com/office/officeart/2005/8/layout/vList3"/>
    <dgm:cxn modelId="{7CA4B21D-38A2-4734-A5D5-B3D181E42226}" srcId="{9ED3EE28-36FF-4C06-B03F-B2716D9AFB75}" destId="{35CA8475-559D-4CA7-9A81-10C3011404F4}" srcOrd="3" destOrd="0" parTransId="{04E5CF30-0862-469F-AD4E-C151CF255503}" sibTransId="{022822C1-03AC-40D7-B0DA-50A8932F7A73}"/>
    <dgm:cxn modelId="{3CB8813B-9158-41FF-B3EF-03156A0DDD92}" srcId="{9ED3EE28-36FF-4C06-B03F-B2716D9AFB75}" destId="{5A34F937-E403-4F37-99D9-68E6B00AD871}" srcOrd="0" destOrd="0" parTransId="{11C963FE-6F7B-4C23-80A3-5FA4AE1A7367}" sibTransId="{5B62C9CB-9677-4E1F-BA16-1E3237B94411}"/>
    <dgm:cxn modelId="{13D4FE3C-F9F3-49D0-AEEE-60E81D8B9479}" type="presOf" srcId="{5A34F937-E403-4F37-99D9-68E6B00AD871}" destId="{DF1439B5-41AD-4C93-A73B-EB5B73844FEA}" srcOrd="0" destOrd="0" presId="urn:microsoft.com/office/officeart/2005/8/layout/vList3"/>
    <dgm:cxn modelId="{C761137D-784F-45AC-A1E8-24D4ABDF98E0}" srcId="{9ED3EE28-36FF-4C06-B03F-B2716D9AFB75}" destId="{F878D1D6-FCAC-44EF-92F7-3BC2BBF53CD0}" srcOrd="1" destOrd="0" parTransId="{E0A2F7B6-DAD9-4A12-BB8E-82F51F9C1F91}" sibTransId="{91656558-83E9-4B38-8176-56FD2B9CB4E0}"/>
    <dgm:cxn modelId="{95D3B099-9167-43A1-B2E8-47867CAA0366}" type="presOf" srcId="{35CA8475-559D-4CA7-9A81-10C3011404F4}" destId="{B4C13A65-4A47-488F-9970-2D8AD4ED9D94}" srcOrd="0" destOrd="0" presId="urn:microsoft.com/office/officeart/2005/8/layout/vList3"/>
    <dgm:cxn modelId="{A6AB31CC-9294-47F2-BFC4-78AD6AAAA86C}" type="presOf" srcId="{F878D1D6-FCAC-44EF-92F7-3BC2BBF53CD0}" destId="{01F34A6B-2B1A-4C12-967F-B55DE7B3E627}" srcOrd="0" destOrd="0" presId="urn:microsoft.com/office/officeart/2005/8/layout/vList3"/>
    <dgm:cxn modelId="{33500FF2-A6EB-443D-A3D0-819D882DE73A}" type="presOf" srcId="{9ED3EE28-36FF-4C06-B03F-B2716D9AFB75}" destId="{5A669225-C640-4550-B66F-EA3218343092}" srcOrd="0" destOrd="0" presId="urn:microsoft.com/office/officeart/2005/8/layout/vList3"/>
    <dgm:cxn modelId="{C1CC06F9-84DB-4C8F-B593-908AB93DCB90}" srcId="{9ED3EE28-36FF-4C06-B03F-B2716D9AFB75}" destId="{45F4EA2D-CA0B-4A75-A23C-0C62E8F40653}" srcOrd="2" destOrd="0" parTransId="{CB3F3E35-EFEB-41C7-889C-759BDC9824BA}" sibTransId="{B3A531C8-2148-47F6-9BD7-01F2BF656192}"/>
    <dgm:cxn modelId="{5E271D32-5B53-4D32-A3AF-93C26D60DCFD}" type="presParOf" srcId="{5A669225-C640-4550-B66F-EA3218343092}" destId="{AEC48BF5-3AB5-482B-A188-EFD0E6AD863C}" srcOrd="0" destOrd="0" presId="urn:microsoft.com/office/officeart/2005/8/layout/vList3"/>
    <dgm:cxn modelId="{941E7531-B840-43AA-A478-A901AB466AD6}" type="presParOf" srcId="{AEC48BF5-3AB5-482B-A188-EFD0E6AD863C}" destId="{E4DD1E4C-5ABB-4C48-8731-D548D42D6C42}" srcOrd="0" destOrd="0" presId="urn:microsoft.com/office/officeart/2005/8/layout/vList3"/>
    <dgm:cxn modelId="{195AB540-AAC6-4702-B82C-FDCB667348EF}" type="presParOf" srcId="{AEC48BF5-3AB5-482B-A188-EFD0E6AD863C}" destId="{DF1439B5-41AD-4C93-A73B-EB5B73844FEA}" srcOrd="1" destOrd="0" presId="urn:microsoft.com/office/officeart/2005/8/layout/vList3"/>
    <dgm:cxn modelId="{B8895573-BB01-4DC8-8380-5829D836E4AF}" type="presParOf" srcId="{5A669225-C640-4550-B66F-EA3218343092}" destId="{08F4A193-1FE2-4016-B5E8-4A57E0BFDD71}" srcOrd="1" destOrd="0" presId="urn:microsoft.com/office/officeart/2005/8/layout/vList3"/>
    <dgm:cxn modelId="{448456E9-78DC-46E3-B352-1C1C3ABBAA0F}" type="presParOf" srcId="{5A669225-C640-4550-B66F-EA3218343092}" destId="{DCF315F4-3C92-4157-BE3D-6084CAF5C668}" srcOrd="2" destOrd="0" presId="urn:microsoft.com/office/officeart/2005/8/layout/vList3"/>
    <dgm:cxn modelId="{9CDB6E44-8B0C-4EDB-ADAC-ECDD664B72A4}" type="presParOf" srcId="{DCF315F4-3C92-4157-BE3D-6084CAF5C668}" destId="{7DBCF9D5-E0DE-4AF0-B918-1A2B13FBEB76}" srcOrd="0" destOrd="0" presId="urn:microsoft.com/office/officeart/2005/8/layout/vList3"/>
    <dgm:cxn modelId="{66BFB1D0-9FA3-451C-BB55-2FC466E74A5E}" type="presParOf" srcId="{DCF315F4-3C92-4157-BE3D-6084CAF5C668}" destId="{01F34A6B-2B1A-4C12-967F-B55DE7B3E627}" srcOrd="1" destOrd="0" presId="urn:microsoft.com/office/officeart/2005/8/layout/vList3"/>
    <dgm:cxn modelId="{991D207E-8D8B-49C0-9F4E-075FD0479AEB}" type="presParOf" srcId="{5A669225-C640-4550-B66F-EA3218343092}" destId="{7B86FAD7-BB14-4D65-8989-176229624480}" srcOrd="3" destOrd="0" presId="urn:microsoft.com/office/officeart/2005/8/layout/vList3"/>
    <dgm:cxn modelId="{751E45B9-D361-455D-ADB8-9A12A621E73E}" type="presParOf" srcId="{5A669225-C640-4550-B66F-EA3218343092}" destId="{CD10A411-BD71-4EF4-B92D-9CE28D0FDE28}" srcOrd="4" destOrd="0" presId="urn:microsoft.com/office/officeart/2005/8/layout/vList3"/>
    <dgm:cxn modelId="{0C19780D-0D16-4D1F-9CC8-D37D45989717}" type="presParOf" srcId="{CD10A411-BD71-4EF4-B92D-9CE28D0FDE28}" destId="{068400DA-C63D-4B5A-8A64-205F12812014}" srcOrd="0" destOrd="0" presId="urn:microsoft.com/office/officeart/2005/8/layout/vList3"/>
    <dgm:cxn modelId="{B24CE3DF-FC33-468B-9007-1DC4A1A7F951}" type="presParOf" srcId="{CD10A411-BD71-4EF4-B92D-9CE28D0FDE28}" destId="{36893E2B-3045-402B-9FE4-624EF8188BE8}" srcOrd="1" destOrd="0" presId="urn:microsoft.com/office/officeart/2005/8/layout/vList3"/>
    <dgm:cxn modelId="{7D69BC1E-A517-4AE4-9708-C698D363629B}" type="presParOf" srcId="{5A669225-C640-4550-B66F-EA3218343092}" destId="{31996ED9-79FA-4217-BCD1-4A26C87B2F7C}" srcOrd="5" destOrd="0" presId="urn:microsoft.com/office/officeart/2005/8/layout/vList3"/>
    <dgm:cxn modelId="{EA96B3DE-FE68-410E-B551-6B484C700E42}" type="presParOf" srcId="{5A669225-C640-4550-B66F-EA3218343092}" destId="{2BADDF2C-39BD-47B2-B4EF-B5D0DA701973}" srcOrd="6" destOrd="0" presId="urn:microsoft.com/office/officeart/2005/8/layout/vList3"/>
    <dgm:cxn modelId="{BC4F86F0-08D2-422D-BFA4-0B52BFB81DFD}" type="presParOf" srcId="{2BADDF2C-39BD-47B2-B4EF-B5D0DA701973}" destId="{4B4D660B-7939-40E5-AF08-E242331E93B9}" srcOrd="0" destOrd="0" presId="urn:microsoft.com/office/officeart/2005/8/layout/vList3"/>
    <dgm:cxn modelId="{044E0053-FA9A-4C37-BE44-1624FEEE1812}" type="presParOf" srcId="{2BADDF2C-39BD-47B2-B4EF-B5D0DA701973}" destId="{B4C13A65-4A47-488F-9970-2D8AD4ED9D9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F8FE9440-B9E9-407A-B3E3-E537A90E04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F3E56A2-C4F7-4E24-ABE3-07E10B21C159}">
      <dgm:prSet/>
      <dgm:spPr/>
      <dgm:t>
        <a:bodyPr/>
        <a:lstStyle/>
        <a:p>
          <a:r>
            <a:rPr lang="ru-RU" b="0" i="0"/>
            <a:t>митрополит Іларіон</a:t>
          </a:r>
          <a:endParaRPr lang="uk-UA"/>
        </a:p>
      </dgm:t>
    </dgm:pt>
    <dgm:pt modelId="{A6B56B3C-6087-45B7-8244-F6E02127801F}" type="parTrans" cxnId="{79AD28F2-3A41-488F-803A-13D67DB4EA2A}">
      <dgm:prSet/>
      <dgm:spPr/>
      <dgm:t>
        <a:bodyPr/>
        <a:lstStyle/>
        <a:p>
          <a:endParaRPr lang="uk-UA"/>
        </a:p>
      </dgm:t>
    </dgm:pt>
    <dgm:pt modelId="{AB27EF81-BFD6-40B1-8442-BF20B1A7A426}" type="sibTrans" cxnId="{79AD28F2-3A41-488F-803A-13D67DB4EA2A}">
      <dgm:prSet/>
      <dgm:spPr/>
      <dgm:t>
        <a:bodyPr/>
        <a:lstStyle/>
        <a:p>
          <a:endParaRPr lang="uk-UA"/>
        </a:p>
      </dgm:t>
    </dgm:pt>
    <dgm:pt modelId="{BAB4F383-1382-4A6A-8C41-BC41078DB038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E250D6C7-D0A1-4B3E-84D3-E17C1970BABF}" type="parTrans" cxnId="{11D49DD6-5621-4342-85CD-D40A53F694AF}">
      <dgm:prSet/>
      <dgm:spPr/>
      <dgm:t>
        <a:bodyPr/>
        <a:lstStyle/>
        <a:p>
          <a:endParaRPr lang="uk-UA"/>
        </a:p>
      </dgm:t>
    </dgm:pt>
    <dgm:pt modelId="{B83DE020-B0A0-41FF-B9DD-BBD2F9698F46}" type="sibTrans" cxnId="{11D49DD6-5621-4342-85CD-D40A53F694AF}">
      <dgm:prSet/>
      <dgm:spPr/>
      <dgm:t>
        <a:bodyPr/>
        <a:lstStyle/>
        <a:p>
          <a:endParaRPr lang="uk-UA"/>
        </a:p>
      </dgm:t>
    </dgm:pt>
    <dgm:pt modelId="{81F7DADA-7ABA-44EE-BEE0-6E5A492BF71B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8D52157B-2A90-4F47-BC9E-4CCC766C1109}" type="parTrans" cxnId="{25CA568B-EBFA-44AB-848D-77B2896DAEBF}">
      <dgm:prSet/>
      <dgm:spPr/>
      <dgm:t>
        <a:bodyPr/>
        <a:lstStyle/>
        <a:p>
          <a:endParaRPr lang="uk-UA"/>
        </a:p>
      </dgm:t>
    </dgm:pt>
    <dgm:pt modelId="{DFF9A02A-4C84-472A-B6BA-A58DF4871A18}" type="sibTrans" cxnId="{25CA568B-EBFA-44AB-848D-77B2896DAEBF}">
      <dgm:prSet/>
      <dgm:spPr/>
      <dgm:t>
        <a:bodyPr/>
        <a:lstStyle/>
        <a:p>
          <a:endParaRPr lang="uk-UA"/>
        </a:p>
      </dgm:t>
    </dgm:pt>
    <dgm:pt modelId="{653CB3B5-1501-4ADF-839D-858FAA7C5972}">
      <dgm:prSet/>
      <dgm:spPr/>
      <dgm:t>
        <a:bodyPr/>
        <a:lstStyle/>
        <a:p>
          <a:r>
            <a:rPr lang="ru-RU" b="0" i="0"/>
            <a:t>чернець Нестор</a:t>
          </a:r>
          <a:endParaRPr lang="uk-UA"/>
        </a:p>
      </dgm:t>
    </dgm:pt>
    <dgm:pt modelId="{72EB5EE3-C85A-4465-A4EB-5EE92848F6EA}" type="parTrans" cxnId="{2D26AC3C-5C03-42EC-809B-0D0509D3BFA7}">
      <dgm:prSet/>
      <dgm:spPr/>
      <dgm:t>
        <a:bodyPr/>
        <a:lstStyle/>
        <a:p>
          <a:endParaRPr lang="uk-UA"/>
        </a:p>
      </dgm:t>
    </dgm:pt>
    <dgm:pt modelId="{8903FFBB-AC23-4AEF-8A6E-73ADF1B4E699}" type="sibTrans" cxnId="{2D26AC3C-5C03-42EC-809B-0D0509D3BFA7}">
      <dgm:prSet/>
      <dgm:spPr/>
      <dgm:t>
        <a:bodyPr/>
        <a:lstStyle/>
        <a:p>
          <a:endParaRPr lang="uk-UA"/>
        </a:p>
      </dgm:t>
    </dgm:pt>
    <dgm:pt modelId="{694ABB02-326F-4BC8-B457-F221A70B5245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02CDA1E0-7D45-461F-A95C-12AACE9DEB11}" type="parTrans" cxnId="{1DB4CDCE-98DD-4AD3-B69E-C821557A60B7}">
      <dgm:prSet/>
      <dgm:spPr/>
      <dgm:t>
        <a:bodyPr/>
        <a:lstStyle/>
        <a:p>
          <a:endParaRPr lang="uk-UA"/>
        </a:p>
      </dgm:t>
    </dgm:pt>
    <dgm:pt modelId="{DFADFA01-8817-4394-92A6-A3DD66A120A3}" type="sibTrans" cxnId="{1DB4CDCE-98DD-4AD3-B69E-C821557A60B7}">
      <dgm:prSet/>
      <dgm:spPr/>
      <dgm:t>
        <a:bodyPr/>
        <a:lstStyle/>
        <a:p>
          <a:endParaRPr lang="uk-UA"/>
        </a:p>
      </dgm:t>
    </dgm:pt>
    <dgm:pt modelId="{407E7C34-2923-4F04-83B6-4B02C6D92030}" type="pres">
      <dgm:prSet presAssocID="{F8FE9440-B9E9-407A-B3E3-E537A90E04BC}" presName="Name0" presStyleCnt="0">
        <dgm:presLayoutVars>
          <dgm:chMax val="7"/>
          <dgm:chPref val="7"/>
          <dgm:dir/>
        </dgm:presLayoutVars>
      </dgm:prSet>
      <dgm:spPr/>
    </dgm:pt>
    <dgm:pt modelId="{E7359260-8FF0-45A4-8730-50D874677016}" type="pres">
      <dgm:prSet presAssocID="{F8FE9440-B9E9-407A-B3E3-E537A90E04BC}" presName="Name1" presStyleCnt="0"/>
      <dgm:spPr/>
    </dgm:pt>
    <dgm:pt modelId="{19CCD521-4DE5-4362-9DB7-51810F01CCC7}" type="pres">
      <dgm:prSet presAssocID="{F8FE9440-B9E9-407A-B3E3-E537A90E04BC}" presName="cycle" presStyleCnt="0"/>
      <dgm:spPr/>
    </dgm:pt>
    <dgm:pt modelId="{F77FC1EC-B28A-4EA4-8CE0-C3C2A1F53EF9}" type="pres">
      <dgm:prSet presAssocID="{F8FE9440-B9E9-407A-B3E3-E537A90E04BC}" presName="srcNode" presStyleLbl="node1" presStyleIdx="0" presStyleCnt="5"/>
      <dgm:spPr/>
    </dgm:pt>
    <dgm:pt modelId="{A8908062-6180-4F17-85C8-424EDB4D7896}" type="pres">
      <dgm:prSet presAssocID="{F8FE9440-B9E9-407A-B3E3-E537A90E04BC}" presName="conn" presStyleLbl="parChTrans1D2" presStyleIdx="0" presStyleCnt="1"/>
      <dgm:spPr/>
    </dgm:pt>
    <dgm:pt modelId="{52772EE2-39DA-45DC-8335-DB0ABF697D66}" type="pres">
      <dgm:prSet presAssocID="{F8FE9440-B9E9-407A-B3E3-E537A90E04BC}" presName="extraNode" presStyleLbl="node1" presStyleIdx="0" presStyleCnt="5"/>
      <dgm:spPr/>
    </dgm:pt>
    <dgm:pt modelId="{5F264AF9-D24F-445C-9AD6-A7DB864C489A}" type="pres">
      <dgm:prSet presAssocID="{F8FE9440-B9E9-407A-B3E3-E537A90E04BC}" presName="dstNode" presStyleLbl="node1" presStyleIdx="0" presStyleCnt="5"/>
      <dgm:spPr/>
    </dgm:pt>
    <dgm:pt modelId="{F793D78B-AD25-4DBC-9BB7-8A9E9680C83E}" type="pres">
      <dgm:prSet presAssocID="{6F3E56A2-C4F7-4E24-ABE3-07E10B21C159}" presName="text_1" presStyleLbl="node1" presStyleIdx="0" presStyleCnt="5">
        <dgm:presLayoutVars>
          <dgm:bulletEnabled val="1"/>
        </dgm:presLayoutVars>
      </dgm:prSet>
      <dgm:spPr/>
    </dgm:pt>
    <dgm:pt modelId="{F867BB07-C23C-4992-BBE6-57A255620B79}" type="pres">
      <dgm:prSet presAssocID="{6F3E56A2-C4F7-4E24-ABE3-07E10B21C159}" presName="accent_1" presStyleCnt="0"/>
      <dgm:spPr/>
    </dgm:pt>
    <dgm:pt modelId="{E98F4ED0-9518-457E-A92F-AFF311054ADD}" type="pres">
      <dgm:prSet presAssocID="{6F3E56A2-C4F7-4E24-ABE3-07E10B21C159}" presName="accentRepeatNode" presStyleLbl="solidFgAcc1" presStyleIdx="0" presStyleCnt="5"/>
      <dgm:spPr/>
    </dgm:pt>
    <dgm:pt modelId="{3D6A15F0-FCF5-464D-9EBD-3157652FD59A}" type="pres">
      <dgm:prSet presAssocID="{BAB4F383-1382-4A6A-8C41-BC41078DB038}" presName="text_2" presStyleLbl="node1" presStyleIdx="1" presStyleCnt="5">
        <dgm:presLayoutVars>
          <dgm:bulletEnabled val="1"/>
        </dgm:presLayoutVars>
      </dgm:prSet>
      <dgm:spPr/>
    </dgm:pt>
    <dgm:pt modelId="{96BA7DFB-477D-4E89-9FFB-206F80967A6D}" type="pres">
      <dgm:prSet presAssocID="{BAB4F383-1382-4A6A-8C41-BC41078DB038}" presName="accent_2" presStyleCnt="0"/>
      <dgm:spPr/>
    </dgm:pt>
    <dgm:pt modelId="{7B2CAF4B-1483-43B4-87F3-B006D5595CC4}" type="pres">
      <dgm:prSet presAssocID="{BAB4F383-1382-4A6A-8C41-BC41078DB038}" presName="accentRepeatNode" presStyleLbl="solidFgAcc1" presStyleIdx="1" presStyleCnt="5"/>
      <dgm:spPr/>
    </dgm:pt>
    <dgm:pt modelId="{115DC183-71DE-41C9-A577-8D0CE46205F2}" type="pres">
      <dgm:prSet presAssocID="{81F7DADA-7ABA-44EE-BEE0-6E5A492BF71B}" presName="text_3" presStyleLbl="node1" presStyleIdx="2" presStyleCnt="5">
        <dgm:presLayoutVars>
          <dgm:bulletEnabled val="1"/>
        </dgm:presLayoutVars>
      </dgm:prSet>
      <dgm:spPr/>
    </dgm:pt>
    <dgm:pt modelId="{EF86D3D0-6A0A-48AF-B8D0-6FE6F919155F}" type="pres">
      <dgm:prSet presAssocID="{81F7DADA-7ABA-44EE-BEE0-6E5A492BF71B}" presName="accent_3" presStyleCnt="0"/>
      <dgm:spPr/>
    </dgm:pt>
    <dgm:pt modelId="{57AC3888-2F4A-492A-BF2D-F01473F4479D}" type="pres">
      <dgm:prSet presAssocID="{81F7DADA-7ABA-44EE-BEE0-6E5A492BF71B}" presName="accentRepeatNode" presStyleLbl="solidFgAcc1" presStyleIdx="2" presStyleCnt="5"/>
      <dgm:spPr/>
    </dgm:pt>
    <dgm:pt modelId="{E707F34A-6943-4501-8107-CFB7F9B871EA}" type="pres">
      <dgm:prSet presAssocID="{653CB3B5-1501-4ADF-839D-858FAA7C5972}" presName="text_4" presStyleLbl="node1" presStyleIdx="3" presStyleCnt="5">
        <dgm:presLayoutVars>
          <dgm:bulletEnabled val="1"/>
        </dgm:presLayoutVars>
      </dgm:prSet>
      <dgm:spPr/>
    </dgm:pt>
    <dgm:pt modelId="{4EDBE8DB-77B0-4062-B7D2-920A44D457B5}" type="pres">
      <dgm:prSet presAssocID="{653CB3B5-1501-4ADF-839D-858FAA7C5972}" presName="accent_4" presStyleCnt="0"/>
      <dgm:spPr/>
    </dgm:pt>
    <dgm:pt modelId="{458D1BD6-54F9-4FCC-BADD-B47EEC7E6C3D}" type="pres">
      <dgm:prSet presAssocID="{653CB3B5-1501-4ADF-839D-858FAA7C5972}" presName="accentRepeatNode" presStyleLbl="solidFgAcc1" presStyleIdx="3" presStyleCnt="5"/>
      <dgm:spPr/>
    </dgm:pt>
    <dgm:pt modelId="{80F75C72-0603-4837-B8FF-B43CE259E617}" type="pres">
      <dgm:prSet presAssocID="{694ABB02-326F-4BC8-B457-F221A70B5245}" presName="text_5" presStyleLbl="node1" presStyleIdx="4" presStyleCnt="5">
        <dgm:presLayoutVars>
          <dgm:bulletEnabled val="1"/>
        </dgm:presLayoutVars>
      </dgm:prSet>
      <dgm:spPr/>
    </dgm:pt>
    <dgm:pt modelId="{DD563878-8C58-4DF0-9A59-4C234E133B4D}" type="pres">
      <dgm:prSet presAssocID="{694ABB02-326F-4BC8-B457-F221A70B5245}" presName="accent_5" presStyleCnt="0"/>
      <dgm:spPr/>
    </dgm:pt>
    <dgm:pt modelId="{5E1F0180-F9F8-4762-BEA8-FC2AD8881E6F}" type="pres">
      <dgm:prSet presAssocID="{694ABB02-326F-4BC8-B457-F221A70B5245}" presName="accentRepeatNode" presStyleLbl="solidFgAcc1" presStyleIdx="4" presStyleCnt="5"/>
      <dgm:spPr/>
    </dgm:pt>
  </dgm:ptLst>
  <dgm:cxnLst>
    <dgm:cxn modelId="{66457B14-793E-42B5-BA50-F57C25011D34}" type="presOf" srcId="{81F7DADA-7ABA-44EE-BEE0-6E5A492BF71B}" destId="{115DC183-71DE-41C9-A577-8D0CE46205F2}" srcOrd="0" destOrd="0" presId="urn:microsoft.com/office/officeart/2008/layout/VerticalCurvedList"/>
    <dgm:cxn modelId="{7D38962B-83D7-49B3-880F-3F659A4D2A9B}" type="presOf" srcId="{694ABB02-326F-4BC8-B457-F221A70B5245}" destId="{80F75C72-0603-4837-B8FF-B43CE259E617}" srcOrd="0" destOrd="0" presId="urn:microsoft.com/office/officeart/2008/layout/VerticalCurvedList"/>
    <dgm:cxn modelId="{2D26AC3C-5C03-42EC-809B-0D0509D3BFA7}" srcId="{F8FE9440-B9E9-407A-B3E3-E537A90E04BC}" destId="{653CB3B5-1501-4ADF-839D-858FAA7C5972}" srcOrd="3" destOrd="0" parTransId="{72EB5EE3-C85A-4465-A4EB-5EE92848F6EA}" sibTransId="{8903FFBB-AC23-4AEF-8A6E-73ADF1B4E699}"/>
    <dgm:cxn modelId="{51D4157F-16A1-4C2E-B1EF-BA1670D96179}" type="presOf" srcId="{F8FE9440-B9E9-407A-B3E3-E537A90E04BC}" destId="{407E7C34-2923-4F04-83B6-4B02C6D92030}" srcOrd="0" destOrd="0" presId="urn:microsoft.com/office/officeart/2008/layout/VerticalCurvedList"/>
    <dgm:cxn modelId="{C8BBFC88-74DC-4A65-88AD-0D208CC037AF}" type="presOf" srcId="{6F3E56A2-C4F7-4E24-ABE3-07E10B21C159}" destId="{F793D78B-AD25-4DBC-9BB7-8A9E9680C83E}" srcOrd="0" destOrd="0" presId="urn:microsoft.com/office/officeart/2008/layout/VerticalCurvedList"/>
    <dgm:cxn modelId="{25CA568B-EBFA-44AB-848D-77B2896DAEBF}" srcId="{F8FE9440-B9E9-407A-B3E3-E537A90E04BC}" destId="{81F7DADA-7ABA-44EE-BEE0-6E5A492BF71B}" srcOrd="2" destOrd="0" parTransId="{8D52157B-2A90-4F47-BC9E-4CCC766C1109}" sibTransId="{DFF9A02A-4C84-472A-B6BA-A58DF4871A18}"/>
    <dgm:cxn modelId="{0A57AC9B-8D21-4FC4-8218-DEE701BC4662}" type="presOf" srcId="{653CB3B5-1501-4ADF-839D-858FAA7C5972}" destId="{E707F34A-6943-4501-8107-CFB7F9B871EA}" srcOrd="0" destOrd="0" presId="urn:microsoft.com/office/officeart/2008/layout/VerticalCurvedList"/>
    <dgm:cxn modelId="{C3AF1CCB-2A3F-422B-8769-A4AF51BBF4D1}" type="presOf" srcId="{AB27EF81-BFD6-40B1-8442-BF20B1A7A426}" destId="{A8908062-6180-4F17-85C8-424EDB4D7896}" srcOrd="0" destOrd="0" presId="urn:microsoft.com/office/officeart/2008/layout/VerticalCurvedList"/>
    <dgm:cxn modelId="{1DB4CDCE-98DD-4AD3-B69E-C821557A60B7}" srcId="{F8FE9440-B9E9-407A-B3E3-E537A90E04BC}" destId="{694ABB02-326F-4BC8-B457-F221A70B5245}" srcOrd="4" destOrd="0" parTransId="{02CDA1E0-7D45-461F-A95C-12AACE9DEB11}" sibTransId="{DFADFA01-8817-4394-92A6-A3DD66A120A3}"/>
    <dgm:cxn modelId="{11D49DD6-5621-4342-85CD-D40A53F694AF}" srcId="{F8FE9440-B9E9-407A-B3E3-E537A90E04BC}" destId="{BAB4F383-1382-4A6A-8C41-BC41078DB038}" srcOrd="1" destOrd="0" parTransId="{E250D6C7-D0A1-4B3E-84D3-E17C1970BABF}" sibTransId="{B83DE020-B0A0-41FF-B9DD-BBD2F9698F46}"/>
    <dgm:cxn modelId="{BBC67CDB-1D71-4B41-B42F-15240365524F}" type="presOf" srcId="{BAB4F383-1382-4A6A-8C41-BC41078DB038}" destId="{3D6A15F0-FCF5-464D-9EBD-3157652FD59A}" srcOrd="0" destOrd="0" presId="urn:microsoft.com/office/officeart/2008/layout/VerticalCurvedList"/>
    <dgm:cxn modelId="{79AD28F2-3A41-488F-803A-13D67DB4EA2A}" srcId="{F8FE9440-B9E9-407A-B3E3-E537A90E04BC}" destId="{6F3E56A2-C4F7-4E24-ABE3-07E10B21C159}" srcOrd="0" destOrd="0" parTransId="{A6B56B3C-6087-45B7-8244-F6E02127801F}" sibTransId="{AB27EF81-BFD6-40B1-8442-BF20B1A7A426}"/>
    <dgm:cxn modelId="{B21D3344-CA23-4A36-9A42-4619959D0683}" type="presParOf" srcId="{407E7C34-2923-4F04-83B6-4B02C6D92030}" destId="{E7359260-8FF0-45A4-8730-50D874677016}" srcOrd="0" destOrd="0" presId="urn:microsoft.com/office/officeart/2008/layout/VerticalCurvedList"/>
    <dgm:cxn modelId="{7B39E3B6-C9F1-4C9C-89C4-5FAB69F1482C}" type="presParOf" srcId="{E7359260-8FF0-45A4-8730-50D874677016}" destId="{19CCD521-4DE5-4362-9DB7-51810F01CCC7}" srcOrd="0" destOrd="0" presId="urn:microsoft.com/office/officeart/2008/layout/VerticalCurvedList"/>
    <dgm:cxn modelId="{B6F2F265-F4AE-4402-848B-5BF9398E90F4}" type="presParOf" srcId="{19CCD521-4DE5-4362-9DB7-51810F01CCC7}" destId="{F77FC1EC-B28A-4EA4-8CE0-C3C2A1F53EF9}" srcOrd="0" destOrd="0" presId="urn:microsoft.com/office/officeart/2008/layout/VerticalCurvedList"/>
    <dgm:cxn modelId="{31CB2DF7-0833-4ABE-A55F-52C60843C119}" type="presParOf" srcId="{19CCD521-4DE5-4362-9DB7-51810F01CCC7}" destId="{A8908062-6180-4F17-85C8-424EDB4D7896}" srcOrd="1" destOrd="0" presId="urn:microsoft.com/office/officeart/2008/layout/VerticalCurvedList"/>
    <dgm:cxn modelId="{212C7BB1-2CA8-4E4E-B05E-05DDF4D1F6BD}" type="presParOf" srcId="{19CCD521-4DE5-4362-9DB7-51810F01CCC7}" destId="{52772EE2-39DA-45DC-8335-DB0ABF697D66}" srcOrd="2" destOrd="0" presId="urn:microsoft.com/office/officeart/2008/layout/VerticalCurvedList"/>
    <dgm:cxn modelId="{8E66F081-1616-453B-8A55-E9CA0ACF4BD6}" type="presParOf" srcId="{19CCD521-4DE5-4362-9DB7-51810F01CCC7}" destId="{5F264AF9-D24F-445C-9AD6-A7DB864C489A}" srcOrd="3" destOrd="0" presId="urn:microsoft.com/office/officeart/2008/layout/VerticalCurvedList"/>
    <dgm:cxn modelId="{425B22A2-3FA2-4AE6-BA43-E1B96DE20F02}" type="presParOf" srcId="{E7359260-8FF0-45A4-8730-50D874677016}" destId="{F793D78B-AD25-4DBC-9BB7-8A9E9680C83E}" srcOrd="1" destOrd="0" presId="urn:microsoft.com/office/officeart/2008/layout/VerticalCurvedList"/>
    <dgm:cxn modelId="{B2B99EAB-E394-49BB-84E0-F6E1D085BEF9}" type="presParOf" srcId="{E7359260-8FF0-45A4-8730-50D874677016}" destId="{F867BB07-C23C-4992-BBE6-57A255620B79}" srcOrd="2" destOrd="0" presId="urn:microsoft.com/office/officeart/2008/layout/VerticalCurvedList"/>
    <dgm:cxn modelId="{73838E93-27D1-4280-B944-A6D5C81D26FE}" type="presParOf" srcId="{F867BB07-C23C-4992-BBE6-57A255620B79}" destId="{E98F4ED0-9518-457E-A92F-AFF311054ADD}" srcOrd="0" destOrd="0" presId="urn:microsoft.com/office/officeart/2008/layout/VerticalCurvedList"/>
    <dgm:cxn modelId="{FEBFEBDF-6383-45C4-BDBD-B7BB978B3DDB}" type="presParOf" srcId="{E7359260-8FF0-45A4-8730-50D874677016}" destId="{3D6A15F0-FCF5-464D-9EBD-3157652FD59A}" srcOrd="3" destOrd="0" presId="urn:microsoft.com/office/officeart/2008/layout/VerticalCurvedList"/>
    <dgm:cxn modelId="{C6BB0875-F8C9-4CD2-8DFE-A6C39BF40C78}" type="presParOf" srcId="{E7359260-8FF0-45A4-8730-50D874677016}" destId="{96BA7DFB-477D-4E89-9FFB-206F80967A6D}" srcOrd="4" destOrd="0" presId="urn:microsoft.com/office/officeart/2008/layout/VerticalCurvedList"/>
    <dgm:cxn modelId="{2CC2F429-A93B-4373-B27E-2779C6B6EC95}" type="presParOf" srcId="{96BA7DFB-477D-4E89-9FFB-206F80967A6D}" destId="{7B2CAF4B-1483-43B4-87F3-B006D5595CC4}" srcOrd="0" destOrd="0" presId="urn:microsoft.com/office/officeart/2008/layout/VerticalCurvedList"/>
    <dgm:cxn modelId="{C5136DFE-D8E3-4B6F-8B5E-FFB0D840CB80}" type="presParOf" srcId="{E7359260-8FF0-45A4-8730-50D874677016}" destId="{115DC183-71DE-41C9-A577-8D0CE46205F2}" srcOrd="5" destOrd="0" presId="urn:microsoft.com/office/officeart/2008/layout/VerticalCurvedList"/>
    <dgm:cxn modelId="{D0F4DF53-3569-4A03-9EE7-2A3F614D10BD}" type="presParOf" srcId="{E7359260-8FF0-45A4-8730-50D874677016}" destId="{EF86D3D0-6A0A-48AF-B8D0-6FE6F919155F}" srcOrd="6" destOrd="0" presId="urn:microsoft.com/office/officeart/2008/layout/VerticalCurvedList"/>
    <dgm:cxn modelId="{1AD85B25-7D97-412A-8E83-CC96DFF15C45}" type="presParOf" srcId="{EF86D3D0-6A0A-48AF-B8D0-6FE6F919155F}" destId="{57AC3888-2F4A-492A-BF2D-F01473F4479D}" srcOrd="0" destOrd="0" presId="urn:microsoft.com/office/officeart/2008/layout/VerticalCurvedList"/>
    <dgm:cxn modelId="{2CE4D257-DCA2-481B-A9A6-9173FA432D69}" type="presParOf" srcId="{E7359260-8FF0-45A4-8730-50D874677016}" destId="{E707F34A-6943-4501-8107-CFB7F9B871EA}" srcOrd="7" destOrd="0" presId="urn:microsoft.com/office/officeart/2008/layout/VerticalCurvedList"/>
    <dgm:cxn modelId="{DC5E97E9-D865-4C8D-88DC-8B6A982B6834}" type="presParOf" srcId="{E7359260-8FF0-45A4-8730-50D874677016}" destId="{4EDBE8DB-77B0-4062-B7D2-920A44D457B5}" srcOrd="8" destOrd="0" presId="urn:microsoft.com/office/officeart/2008/layout/VerticalCurvedList"/>
    <dgm:cxn modelId="{BF82991C-693F-497C-99A5-95A77FEEF12C}" type="presParOf" srcId="{4EDBE8DB-77B0-4062-B7D2-920A44D457B5}" destId="{458D1BD6-54F9-4FCC-BADD-B47EEC7E6C3D}" srcOrd="0" destOrd="0" presId="urn:microsoft.com/office/officeart/2008/layout/VerticalCurvedList"/>
    <dgm:cxn modelId="{6EE4693F-78E1-47EF-A84F-432FBC1B0FE3}" type="presParOf" srcId="{E7359260-8FF0-45A4-8730-50D874677016}" destId="{80F75C72-0603-4837-B8FF-B43CE259E617}" srcOrd="9" destOrd="0" presId="urn:microsoft.com/office/officeart/2008/layout/VerticalCurvedList"/>
    <dgm:cxn modelId="{4C399611-9033-496C-AA5A-4C3B2D882DB0}" type="presParOf" srcId="{E7359260-8FF0-45A4-8730-50D874677016}" destId="{DD563878-8C58-4DF0-9A59-4C234E133B4D}" srcOrd="10" destOrd="0" presId="urn:microsoft.com/office/officeart/2008/layout/VerticalCurvedList"/>
    <dgm:cxn modelId="{4009D3E7-51F7-4D5F-B2F9-A3FCF2901F40}" type="presParOf" srcId="{DD563878-8C58-4DF0-9A59-4C234E133B4D}" destId="{5E1F0180-F9F8-4762-BEA8-FC2AD8881E6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07636B9-9F19-4E1A-BE3F-CB0003BBCC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58D650-E5F4-460F-8829-9A9B6730131B}">
      <dgm:prSet/>
      <dgm:spPr/>
      <dgm:t>
        <a:bodyPr/>
        <a:lstStyle/>
        <a:p>
          <a:r>
            <a:rPr lang="ru-RU" b="0" i="0"/>
            <a:t>«Ізборник Святослава»</a:t>
          </a:r>
          <a:endParaRPr lang="uk-UA"/>
        </a:p>
      </dgm:t>
    </dgm:pt>
    <dgm:pt modelId="{C9B69AE6-57F0-44CA-ABAB-FC04C5799A55}" type="parTrans" cxnId="{21A4C7B9-09F7-4B14-8C47-0AB47EBDD87A}">
      <dgm:prSet/>
      <dgm:spPr/>
      <dgm:t>
        <a:bodyPr/>
        <a:lstStyle/>
        <a:p>
          <a:endParaRPr lang="uk-UA"/>
        </a:p>
      </dgm:t>
    </dgm:pt>
    <dgm:pt modelId="{DFE12A64-93BF-4C3A-BDDD-9DAF3E0FD3A6}" type="sibTrans" cxnId="{21A4C7B9-09F7-4B14-8C47-0AB47EBDD87A}">
      <dgm:prSet/>
      <dgm:spPr/>
      <dgm:t>
        <a:bodyPr/>
        <a:lstStyle/>
        <a:p>
          <a:endParaRPr lang="uk-UA"/>
        </a:p>
      </dgm:t>
    </dgm:pt>
    <dgm:pt modelId="{797EE16A-A91C-4A0D-9FE0-840C7045D801}">
      <dgm:prSet/>
      <dgm:spPr/>
      <dgm:t>
        <a:bodyPr/>
        <a:lstStyle/>
        <a:p>
          <a:r>
            <a:rPr lang="ru-RU" b="0" i="0" dirty="0"/>
            <a:t>«Остромирове </a:t>
          </a:r>
          <a:r>
            <a:rPr lang="ru-RU" b="0" i="0" dirty="0" err="1"/>
            <a:t>Євангеліє</a:t>
          </a:r>
          <a:r>
            <a:rPr lang="ru-RU" b="0" i="0" dirty="0"/>
            <a:t>»</a:t>
          </a:r>
          <a:endParaRPr lang="uk-UA" dirty="0"/>
        </a:p>
      </dgm:t>
    </dgm:pt>
    <dgm:pt modelId="{83B0D645-C080-48F7-9796-35BE73FAF88B}" type="parTrans" cxnId="{C0D59501-3001-428B-8D5B-BA0A14568EFE}">
      <dgm:prSet/>
      <dgm:spPr/>
      <dgm:t>
        <a:bodyPr/>
        <a:lstStyle/>
        <a:p>
          <a:endParaRPr lang="uk-UA"/>
        </a:p>
      </dgm:t>
    </dgm:pt>
    <dgm:pt modelId="{3F3AA87C-484A-45B5-AD4D-0EFDAC888C9A}" type="sibTrans" cxnId="{C0D59501-3001-428B-8D5B-BA0A14568EFE}">
      <dgm:prSet/>
      <dgm:spPr/>
      <dgm:t>
        <a:bodyPr/>
        <a:lstStyle/>
        <a:p>
          <a:endParaRPr lang="uk-UA"/>
        </a:p>
      </dgm:t>
    </dgm:pt>
    <dgm:pt modelId="{F3F2DDB5-99C4-48C9-9809-C43A8A9C1FA8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</a:t>
          </a:r>
          <a:endParaRPr lang="uk-UA" dirty="0"/>
        </a:p>
      </dgm:t>
    </dgm:pt>
    <dgm:pt modelId="{E1572758-C18D-4B04-B230-E9BE4540A418}" type="parTrans" cxnId="{DDFC6423-7971-455A-B728-350CC396F4B2}">
      <dgm:prSet/>
      <dgm:spPr/>
      <dgm:t>
        <a:bodyPr/>
        <a:lstStyle/>
        <a:p>
          <a:endParaRPr lang="uk-UA"/>
        </a:p>
      </dgm:t>
    </dgm:pt>
    <dgm:pt modelId="{9664671D-F2B6-4416-B4AC-A88BF807037D}" type="sibTrans" cxnId="{DDFC6423-7971-455A-B728-350CC396F4B2}">
      <dgm:prSet/>
      <dgm:spPr/>
      <dgm:t>
        <a:bodyPr/>
        <a:lstStyle/>
        <a:p>
          <a:endParaRPr lang="uk-UA"/>
        </a:p>
      </dgm:t>
    </dgm:pt>
    <dgm:pt modelId="{83809532-B8E9-468E-B6CB-853B8336F906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 (перша </a:t>
          </a:r>
          <a:r>
            <a:rPr lang="ru-RU" b="0" i="0" dirty="0" err="1"/>
            <a:t>редакція</a:t>
          </a:r>
          <a:r>
            <a:rPr lang="ru-RU" b="0" i="0" dirty="0"/>
            <a:t> </a:t>
          </a:r>
          <a:r>
            <a:rPr lang="ru-RU" b="0" i="0" dirty="0" err="1"/>
            <a:t>ченця</a:t>
          </a:r>
          <a:r>
            <a:rPr lang="ru-RU" b="0" i="0" dirty="0"/>
            <a:t> Нестора)</a:t>
          </a:r>
          <a:endParaRPr lang="uk-UA" dirty="0"/>
        </a:p>
      </dgm:t>
    </dgm:pt>
    <dgm:pt modelId="{796CF5D2-5968-40DE-B24B-ECDF11A1FE98}" type="parTrans" cxnId="{E69B938F-86E2-444B-9D17-77ABF2FC06CC}">
      <dgm:prSet/>
      <dgm:spPr/>
      <dgm:t>
        <a:bodyPr/>
        <a:lstStyle/>
        <a:p>
          <a:endParaRPr lang="uk-UA"/>
        </a:p>
      </dgm:t>
    </dgm:pt>
    <dgm:pt modelId="{99DF0A8A-4115-41B1-8E68-5A0144AA4FAB}" type="sibTrans" cxnId="{E69B938F-86E2-444B-9D17-77ABF2FC06CC}">
      <dgm:prSet/>
      <dgm:spPr/>
      <dgm:t>
        <a:bodyPr/>
        <a:lstStyle/>
        <a:p>
          <a:endParaRPr lang="uk-UA"/>
        </a:p>
      </dgm:t>
    </dgm:pt>
    <dgm:pt modelId="{B61F8169-AF4C-45E0-AC61-5E8C9184140C}" type="pres">
      <dgm:prSet presAssocID="{907636B9-9F19-4E1A-BE3F-CB0003BBCCDA}" presName="linear" presStyleCnt="0">
        <dgm:presLayoutVars>
          <dgm:animLvl val="lvl"/>
          <dgm:resizeHandles val="exact"/>
        </dgm:presLayoutVars>
      </dgm:prSet>
      <dgm:spPr/>
    </dgm:pt>
    <dgm:pt modelId="{A4D986D6-B79F-413F-B4FD-6FA65695FB61}" type="pres">
      <dgm:prSet presAssocID="{ED58D650-E5F4-460F-8829-9A9B673013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92E4B9-0A12-473E-95F0-5CF6A9EB654F}" type="pres">
      <dgm:prSet presAssocID="{DFE12A64-93BF-4C3A-BDDD-9DAF3E0FD3A6}" presName="spacer" presStyleCnt="0"/>
      <dgm:spPr/>
    </dgm:pt>
    <dgm:pt modelId="{E4AC1375-1DEB-4553-A834-DAFB18C72573}" type="pres">
      <dgm:prSet presAssocID="{797EE16A-A91C-4A0D-9FE0-840C7045D8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201B75-AAE1-4C20-AC11-35557A5C0CBD}" type="pres">
      <dgm:prSet presAssocID="{3F3AA87C-484A-45B5-AD4D-0EFDAC888C9A}" presName="spacer" presStyleCnt="0"/>
      <dgm:spPr/>
    </dgm:pt>
    <dgm:pt modelId="{525BAED1-C776-4F5B-BBE6-F723494E2C7D}" type="pres">
      <dgm:prSet presAssocID="{F3F2DDB5-99C4-48C9-9809-C43A8A9C1F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BA9F36-0D4E-405A-AF38-2587EEC8D3BA}" type="pres">
      <dgm:prSet presAssocID="{9664671D-F2B6-4416-B4AC-A88BF807037D}" presName="spacer" presStyleCnt="0"/>
      <dgm:spPr/>
    </dgm:pt>
    <dgm:pt modelId="{D8F0FD75-51B2-4703-941F-E5DA38EED367}" type="pres">
      <dgm:prSet presAssocID="{83809532-B8E9-468E-B6CB-853B8336F9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D59501-3001-428B-8D5B-BA0A14568EFE}" srcId="{907636B9-9F19-4E1A-BE3F-CB0003BBCCDA}" destId="{797EE16A-A91C-4A0D-9FE0-840C7045D801}" srcOrd="1" destOrd="0" parTransId="{83B0D645-C080-48F7-9796-35BE73FAF88B}" sibTransId="{3F3AA87C-484A-45B5-AD4D-0EFDAC888C9A}"/>
    <dgm:cxn modelId="{E4E5B905-EE4E-4762-BE96-932378ABD293}" type="presOf" srcId="{797EE16A-A91C-4A0D-9FE0-840C7045D801}" destId="{E4AC1375-1DEB-4553-A834-DAFB18C72573}" srcOrd="0" destOrd="0" presId="urn:microsoft.com/office/officeart/2005/8/layout/vList2"/>
    <dgm:cxn modelId="{36257E0D-0939-4B11-9E3F-1A2FDEFFE7CD}" type="presOf" srcId="{907636B9-9F19-4E1A-BE3F-CB0003BBCCDA}" destId="{B61F8169-AF4C-45E0-AC61-5E8C9184140C}" srcOrd="0" destOrd="0" presId="urn:microsoft.com/office/officeart/2005/8/layout/vList2"/>
    <dgm:cxn modelId="{DDFC6423-7971-455A-B728-350CC396F4B2}" srcId="{907636B9-9F19-4E1A-BE3F-CB0003BBCCDA}" destId="{F3F2DDB5-99C4-48C9-9809-C43A8A9C1FA8}" srcOrd="2" destOrd="0" parTransId="{E1572758-C18D-4B04-B230-E9BE4540A418}" sibTransId="{9664671D-F2B6-4416-B4AC-A88BF807037D}"/>
    <dgm:cxn modelId="{C30CB453-ABDF-4C10-9975-256082B3B35A}" type="presOf" srcId="{F3F2DDB5-99C4-48C9-9809-C43A8A9C1FA8}" destId="{525BAED1-C776-4F5B-BBE6-F723494E2C7D}" srcOrd="0" destOrd="0" presId="urn:microsoft.com/office/officeart/2005/8/layout/vList2"/>
    <dgm:cxn modelId="{E69B938F-86E2-444B-9D17-77ABF2FC06CC}" srcId="{907636B9-9F19-4E1A-BE3F-CB0003BBCCDA}" destId="{83809532-B8E9-468E-B6CB-853B8336F906}" srcOrd="3" destOrd="0" parTransId="{796CF5D2-5968-40DE-B24B-ECDF11A1FE98}" sibTransId="{99DF0A8A-4115-41B1-8E68-5A0144AA4FAB}"/>
    <dgm:cxn modelId="{F88B9994-EC90-4ADE-972D-7CBD7A007539}" type="presOf" srcId="{ED58D650-E5F4-460F-8829-9A9B6730131B}" destId="{A4D986D6-B79F-413F-B4FD-6FA65695FB61}" srcOrd="0" destOrd="0" presId="urn:microsoft.com/office/officeart/2005/8/layout/vList2"/>
    <dgm:cxn modelId="{21A4C7B9-09F7-4B14-8C47-0AB47EBDD87A}" srcId="{907636B9-9F19-4E1A-BE3F-CB0003BBCCDA}" destId="{ED58D650-E5F4-460F-8829-9A9B6730131B}" srcOrd="0" destOrd="0" parTransId="{C9B69AE6-57F0-44CA-ABAB-FC04C5799A55}" sibTransId="{DFE12A64-93BF-4C3A-BDDD-9DAF3E0FD3A6}"/>
    <dgm:cxn modelId="{B5E31DDF-2178-48F4-BB22-62D03E17020C}" type="presOf" srcId="{83809532-B8E9-468E-B6CB-853B8336F906}" destId="{D8F0FD75-51B2-4703-941F-E5DA38EED367}" srcOrd="0" destOrd="0" presId="urn:microsoft.com/office/officeart/2005/8/layout/vList2"/>
    <dgm:cxn modelId="{1DF36AD9-CFE4-4785-A3ED-2740B867E761}" type="presParOf" srcId="{B61F8169-AF4C-45E0-AC61-5E8C9184140C}" destId="{A4D986D6-B79F-413F-B4FD-6FA65695FB61}" srcOrd="0" destOrd="0" presId="urn:microsoft.com/office/officeart/2005/8/layout/vList2"/>
    <dgm:cxn modelId="{17B239DA-1E62-4B70-8702-FF986B1CD1D6}" type="presParOf" srcId="{B61F8169-AF4C-45E0-AC61-5E8C9184140C}" destId="{4C92E4B9-0A12-473E-95F0-5CF6A9EB654F}" srcOrd="1" destOrd="0" presId="urn:microsoft.com/office/officeart/2005/8/layout/vList2"/>
    <dgm:cxn modelId="{E816C64A-BD21-497D-81FA-2B9A03533B7B}" type="presParOf" srcId="{B61F8169-AF4C-45E0-AC61-5E8C9184140C}" destId="{E4AC1375-1DEB-4553-A834-DAFB18C72573}" srcOrd="2" destOrd="0" presId="urn:microsoft.com/office/officeart/2005/8/layout/vList2"/>
    <dgm:cxn modelId="{28AAFA1E-7E97-449C-8989-BABFE1A981C9}" type="presParOf" srcId="{B61F8169-AF4C-45E0-AC61-5E8C9184140C}" destId="{5F201B75-AAE1-4C20-AC11-35557A5C0CBD}" srcOrd="3" destOrd="0" presId="urn:microsoft.com/office/officeart/2005/8/layout/vList2"/>
    <dgm:cxn modelId="{A106C22C-7F4F-43C4-896D-14805BF18853}" type="presParOf" srcId="{B61F8169-AF4C-45E0-AC61-5E8C9184140C}" destId="{525BAED1-C776-4F5B-BBE6-F723494E2C7D}" srcOrd="4" destOrd="0" presId="urn:microsoft.com/office/officeart/2005/8/layout/vList2"/>
    <dgm:cxn modelId="{4FE3D3FE-E0D9-46DA-B8C7-FCDB38DC8F88}" type="presParOf" srcId="{B61F8169-AF4C-45E0-AC61-5E8C9184140C}" destId="{44BA9F36-0D4E-405A-AF38-2587EEC8D3BA}" srcOrd="5" destOrd="0" presId="urn:microsoft.com/office/officeart/2005/8/layout/vList2"/>
    <dgm:cxn modelId="{768F08EA-16ED-4FA1-B044-68F530EBF2BE}" type="presParOf" srcId="{B61F8169-AF4C-45E0-AC61-5E8C9184140C}" destId="{D8F0FD75-51B2-4703-941F-E5DA38EED3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C183CC8A-B618-4C01-B79C-73738B839FD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1A50A0-8D26-4EC9-BF76-2BEF4E45CB03}">
      <dgm:prSet/>
      <dgm:spPr/>
      <dgm:t>
        <a:bodyPr/>
        <a:lstStyle/>
        <a:p>
          <a:r>
            <a:rPr lang="ru-RU" b="0" i="0" dirty="0"/>
            <a:t>1037 р.</a:t>
          </a:r>
          <a:endParaRPr lang="uk-UA" dirty="0"/>
        </a:p>
      </dgm:t>
    </dgm:pt>
    <dgm:pt modelId="{F68C108B-062C-46F0-B9D4-F6DA0495D76E}" type="parTrans" cxnId="{8FB7B3BF-86F8-4528-A072-C3029E55778F}">
      <dgm:prSet/>
      <dgm:spPr/>
      <dgm:t>
        <a:bodyPr/>
        <a:lstStyle/>
        <a:p>
          <a:endParaRPr lang="uk-UA"/>
        </a:p>
      </dgm:t>
    </dgm:pt>
    <dgm:pt modelId="{AD3C06D9-29B7-4944-A52D-71CA50C40019}" type="sibTrans" cxnId="{8FB7B3BF-86F8-4528-A072-C3029E55778F}">
      <dgm:prSet/>
      <dgm:spPr/>
      <dgm:t>
        <a:bodyPr/>
        <a:lstStyle/>
        <a:p>
          <a:endParaRPr lang="uk-UA"/>
        </a:p>
      </dgm:t>
    </dgm:pt>
    <dgm:pt modelId="{19715AB7-06A1-4850-BE33-663F9DEE5115}">
      <dgm:prSet/>
      <dgm:spPr/>
      <dgm:t>
        <a:bodyPr/>
        <a:lstStyle/>
        <a:p>
          <a:r>
            <a:rPr lang="ru-RU" b="0" i="0"/>
            <a:t>1056–1057 рр.</a:t>
          </a:r>
          <a:endParaRPr lang="uk-UA"/>
        </a:p>
      </dgm:t>
    </dgm:pt>
    <dgm:pt modelId="{C5CA6088-A77E-45A6-BBE2-883489FCE101}" type="parTrans" cxnId="{59DCCF9B-BF33-4B1E-95AD-AD2A3A17C2B9}">
      <dgm:prSet/>
      <dgm:spPr/>
      <dgm:t>
        <a:bodyPr/>
        <a:lstStyle/>
        <a:p>
          <a:endParaRPr lang="uk-UA"/>
        </a:p>
      </dgm:t>
    </dgm:pt>
    <dgm:pt modelId="{B57FF2FF-765C-431E-8F20-4C8FE98412CA}" type="sibTrans" cxnId="{59DCCF9B-BF33-4B1E-95AD-AD2A3A17C2B9}">
      <dgm:prSet/>
      <dgm:spPr/>
      <dgm:t>
        <a:bodyPr/>
        <a:lstStyle/>
        <a:p>
          <a:endParaRPr lang="uk-UA"/>
        </a:p>
      </dgm:t>
    </dgm:pt>
    <dgm:pt modelId="{1293422E-2C30-4456-B41E-8EBD7AED5286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DEC8A0AF-F3BE-49D6-9DCD-2D83884F973F}" type="parTrans" cxnId="{9AE4D970-128A-4256-A367-22FB1AD16673}">
      <dgm:prSet/>
      <dgm:spPr/>
      <dgm:t>
        <a:bodyPr/>
        <a:lstStyle/>
        <a:p>
          <a:endParaRPr lang="uk-UA"/>
        </a:p>
      </dgm:t>
    </dgm:pt>
    <dgm:pt modelId="{0F1BBBB9-0465-4769-A7CD-B326F332967B}" type="sibTrans" cxnId="{9AE4D970-128A-4256-A367-22FB1AD16673}">
      <dgm:prSet/>
      <dgm:spPr/>
      <dgm:t>
        <a:bodyPr/>
        <a:lstStyle/>
        <a:p>
          <a:endParaRPr lang="uk-UA"/>
        </a:p>
      </dgm:t>
    </dgm:pt>
    <dgm:pt modelId="{5CF1E3ED-FD6A-473D-98C8-72617CF3779B}">
      <dgm:prSet/>
      <dgm:spPr/>
      <dgm:t>
        <a:bodyPr/>
        <a:lstStyle/>
        <a:p>
          <a:r>
            <a:rPr lang="ru-RU" b="0" i="0" dirty="0"/>
            <a:t>1187 р.</a:t>
          </a:r>
          <a:endParaRPr lang="uk-UA" dirty="0"/>
        </a:p>
      </dgm:t>
    </dgm:pt>
    <dgm:pt modelId="{EFD8DD09-7B71-49E6-81B9-1D4534C23C03}" type="parTrans" cxnId="{5D8149A4-AE94-4312-9CE8-7938D1F42E62}">
      <dgm:prSet/>
      <dgm:spPr/>
      <dgm:t>
        <a:bodyPr/>
        <a:lstStyle/>
        <a:p>
          <a:endParaRPr lang="uk-UA"/>
        </a:p>
      </dgm:t>
    </dgm:pt>
    <dgm:pt modelId="{C1707147-9C01-4060-A223-2740E970AAE0}" type="sibTrans" cxnId="{5D8149A4-AE94-4312-9CE8-7938D1F42E62}">
      <dgm:prSet/>
      <dgm:spPr/>
      <dgm:t>
        <a:bodyPr/>
        <a:lstStyle/>
        <a:p>
          <a:endParaRPr lang="uk-UA"/>
        </a:p>
      </dgm:t>
    </dgm:pt>
    <dgm:pt modelId="{6FCEE04C-6057-4BE1-B72F-88483E206F35}" type="pres">
      <dgm:prSet presAssocID="{C183CC8A-B618-4C01-B79C-73738B839FDA}" presName="Name0" presStyleCnt="0">
        <dgm:presLayoutVars>
          <dgm:chMax val="7"/>
          <dgm:chPref val="7"/>
          <dgm:dir/>
        </dgm:presLayoutVars>
      </dgm:prSet>
      <dgm:spPr/>
    </dgm:pt>
    <dgm:pt modelId="{4617373B-34F6-4ED5-A9C3-F865C470714F}" type="pres">
      <dgm:prSet presAssocID="{C183CC8A-B618-4C01-B79C-73738B839FDA}" presName="Name1" presStyleCnt="0"/>
      <dgm:spPr/>
    </dgm:pt>
    <dgm:pt modelId="{C9FA1549-707D-4444-BB0C-6F6C8DFDDA74}" type="pres">
      <dgm:prSet presAssocID="{C183CC8A-B618-4C01-B79C-73738B839FDA}" presName="cycle" presStyleCnt="0"/>
      <dgm:spPr/>
    </dgm:pt>
    <dgm:pt modelId="{20E5D585-3D91-4062-B265-CD6B7FA8E033}" type="pres">
      <dgm:prSet presAssocID="{C183CC8A-B618-4C01-B79C-73738B839FDA}" presName="srcNode" presStyleLbl="node1" presStyleIdx="0" presStyleCnt="4"/>
      <dgm:spPr/>
    </dgm:pt>
    <dgm:pt modelId="{D1077E59-DEB5-4F43-98EC-512222E93E9F}" type="pres">
      <dgm:prSet presAssocID="{C183CC8A-B618-4C01-B79C-73738B839FDA}" presName="conn" presStyleLbl="parChTrans1D2" presStyleIdx="0" presStyleCnt="1"/>
      <dgm:spPr/>
    </dgm:pt>
    <dgm:pt modelId="{DCE30E1E-B125-4B97-8B8E-9503265F1C11}" type="pres">
      <dgm:prSet presAssocID="{C183CC8A-B618-4C01-B79C-73738B839FDA}" presName="extraNode" presStyleLbl="node1" presStyleIdx="0" presStyleCnt="4"/>
      <dgm:spPr/>
    </dgm:pt>
    <dgm:pt modelId="{686D50C6-BADC-4552-A6CA-07AFDB3E0D24}" type="pres">
      <dgm:prSet presAssocID="{C183CC8A-B618-4C01-B79C-73738B839FDA}" presName="dstNode" presStyleLbl="node1" presStyleIdx="0" presStyleCnt="4"/>
      <dgm:spPr/>
    </dgm:pt>
    <dgm:pt modelId="{5D90B063-EE62-4CEC-89F0-48FB558ADFA8}" type="pres">
      <dgm:prSet presAssocID="{6B1A50A0-8D26-4EC9-BF76-2BEF4E45CB03}" presName="text_1" presStyleLbl="node1" presStyleIdx="0" presStyleCnt="4">
        <dgm:presLayoutVars>
          <dgm:bulletEnabled val="1"/>
        </dgm:presLayoutVars>
      </dgm:prSet>
      <dgm:spPr/>
    </dgm:pt>
    <dgm:pt modelId="{73967EB6-E439-4C21-B095-E52C7D97B5E3}" type="pres">
      <dgm:prSet presAssocID="{6B1A50A0-8D26-4EC9-BF76-2BEF4E45CB03}" presName="accent_1" presStyleCnt="0"/>
      <dgm:spPr/>
    </dgm:pt>
    <dgm:pt modelId="{9D9C43A7-A67A-443E-96CB-89221A9853F0}" type="pres">
      <dgm:prSet presAssocID="{6B1A50A0-8D26-4EC9-BF76-2BEF4E45CB03}" presName="accentRepeatNode" presStyleLbl="solidFgAcc1" presStyleIdx="0" presStyleCnt="4"/>
      <dgm:spPr/>
    </dgm:pt>
    <dgm:pt modelId="{EDFE6446-B77A-4042-89D1-DAC7A2AEB3E8}" type="pres">
      <dgm:prSet presAssocID="{19715AB7-06A1-4850-BE33-663F9DEE5115}" presName="text_2" presStyleLbl="node1" presStyleIdx="1" presStyleCnt="4">
        <dgm:presLayoutVars>
          <dgm:bulletEnabled val="1"/>
        </dgm:presLayoutVars>
      </dgm:prSet>
      <dgm:spPr/>
    </dgm:pt>
    <dgm:pt modelId="{C5FDC7F4-BB72-4B06-B0E8-20AC460DEDC4}" type="pres">
      <dgm:prSet presAssocID="{19715AB7-06A1-4850-BE33-663F9DEE5115}" presName="accent_2" presStyleCnt="0"/>
      <dgm:spPr/>
    </dgm:pt>
    <dgm:pt modelId="{89763FB4-6D86-42DA-9C80-E738139A627D}" type="pres">
      <dgm:prSet presAssocID="{19715AB7-06A1-4850-BE33-663F9DEE5115}" presName="accentRepeatNode" presStyleLbl="solidFgAcc1" presStyleIdx="1" presStyleCnt="4"/>
      <dgm:spPr/>
    </dgm:pt>
    <dgm:pt modelId="{2E26B612-F842-42A0-BD61-02704D828C44}" type="pres">
      <dgm:prSet presAssocID="{1293422E-2C30-4456-B41E-8EBD7AED5286}" presName="text_3" presStyleLbl="node1" presStyleIdx="2" presStyleCnt="4">
        <dgm:presLayoutVars>
          <dgm:bulletEnabled val="1"/>
        </dgm:presLayoutVars>
      </dgm:prSet>
      <dgm:spPr/>
    </dgm:pt>
    <dgm:pt modelId="{E41C8E5E-60DC-490B-87F0-984D61DAF538}" type="pres">
      <dgm:prSet presAssocID="{1293422E-2C30-4456-B41E-8EBD7AED5286}" presName="accent_3" presStyleCnt="0"/>
      <dgm:spPr/>
    </dgm:pt>
    <dgm:pt modelId="{5D545BFB-0825-4D07-9B3B-AC544B03E4D9}" type="pres">
      <dgm:prSet presAssocID="{1293422E-2C30-4456-B41E-8EBD7AED5286}" presName="accentRepeatNode" presStyleLbl="solidFgAcc1" presStyleIdx="2" presStyleCnt="4"/>
      <dgm:spPr/>
    </dgm:pt>
    <dgm:pt modelId="{07C91343-E5BD-4C1D-9067-C115093741C0}" type="pres">
      <dgm:prSet presAssocID="{5CF1E3ED-FD6A-473D-98C8-72617CF3779B}" presName="text_4" presStyleLbl="node1" presStyleIdx="3" presStyleCnt="4">
        <dgm:presLayoutVars>
          <dgm:bulletEnabled val="1"/>
        </dgm:presLayoutVars>
      </dgm:prSet>
      <dgm:spPr/>
    </dgm:pt>
    <dgm:pt modelId="{F33E11DF-9768-42B7-8966-3873EF6D4DB0}" type="pres">
      <dgm:prSet presAssocID="{5CF1E3ED-FD6A-473D-98C8-72617CF3779B}" presName="accent_4" presStyleCnt="0"/>
      <dgm:spPr/>
    </dgm:pt>
    <dgm:pt modelId="{E4475786-9584-4211-ADA3-5FDB7FFB3831}" type="pres">
      <dgm:prSet presAssocID="{5CF1E3ED-FD6A-473D-98C8-72617CF3779B}" presName="accentRepeatNode" presStyleLbl="solidFgAcc1" presStyleIdx="3" presStyleCnt="4"/>
      <dgm:spPr/>
    </dgm:pt>
  </dgm:ptLst>
  <dgm:cxnLst>
    <dgm:cxn modelId="{14539209-586F-4CC1-AF48-252BBDD043FD}" type="presOf" srcId="{AD3C06D9-29B7-4944-A52D-71CA50C40019}" destId="{D1077E59-DEB5-4F43-98EC-512222E93E9F}" srcOrd="0" destOrd="0" presId="urn:microsoft.com/office/officeart/2008/layout/VerticalCurvedList"/>
    <dgm:cxn modelId="{9AE4D970-128A-4256-A367-22FB1AD16673}" srcId="{C183CC8A-B618-4C01-B79C-73738B839FDA}" destId="{1293422E-2C30-4456-B41E-8EBD7AED5286}" srcOrd="2" destOrd="0" parTransId="{DEC8A0AF-F3BE-49D6-9DCD-2D83884F973F}" sibTransId="{0F1BBBB9-0465-4769-A7CD-B326F332967B}"/>
    <dgm:cxn modelId="{59DCCF9B-BF33-4B1E-95AD-AD2A3A17C2B9}" srcId="{C183CC8A-B618-4C01-B79C-73738B839FDA}" destId="{19715AB7-06A1-4850-BE33-663F9DEE5115}" srcOrd="1" destOrd="0" parTransId="{C5CA6088-A77E-45A6-BBE2-883489FCE101}" sibTransId="{B57FF2FF-765C-431E-8F20-4C8FE98412CA}"/>
    <dgm:cxn modelId="{5D8149A4-AE94-4312-9CE8-7938D1F42E62}" srcId="{C183CC8A-B618-4C01-B79C-73738B839FDA}" destId="{5CF1E3ED-FD6A-473D-98C8-72617CF3779B}" srcOrd="3" destOrd="0" parTransId="{EFD8DD09-7B71-49E6-81B9-1D4534C23C03}" sibTransId="{C1707147-9C01-4060-A223-2740E970AAE0}"/>
    <dgm:cxn modelId="{859BAFA5-DD38-4CC3-A098-D0E5D6B45BB2}" type="presOf" srcId="{C183CC8A-B618-4C01-B79C-73738B839FDA}" destId="{6FCEE04C-6057-4BE1-B72F-88483E206F35}" srcOrd="0" destOrd="0" presId="urn:microsoft.com/office/officeart/2008/layout/VerticalCurvedList"/>
    <dgm:cxn modelId="{D46F81AF-A631-4AE4-A32D-AFF556881CF1}" type="presOf" srcId="{19715AB7-06A1-4850-BE33-663F9DEE5115}" destId="{EDFE6446-B77A-4042-89D1-DAC7A2AEB3E8}" srcOrd="0" destOrd="0" presId="urn:microsoft.com/office/officeart/2008/layout/VerticalCurvedList"/>
    <dgm:cxn modelId="{D1EFD0BB-0387-4936-9321-48C322A739E7}" type="presOf" srcId="{6B1A50A0-8D26-4EC9-BF76-2BEF4E45CB03}" destId="{5D90B063-EE62-4CEC-89F0-48FB558ADFA8}" srcOrd="0" destOrd="0" presId="urn:microsoft.com/office/officeart/2008/layout/VerticalCurvedList"/>
    <dgm:cxn modelId="{8FB7B3BF-86F8-4528-A072-C3029E55778F}" srcId="{C183CC8A-B618-4C01-B79C-73738B839FDA}" destId="{6B1A50A0-8D26-4EC9-BF76-2BEF4E45CB03}" srcOrd="0" destOrd="0" parTransId="{F68C108B-062C-46F0-B9D4-F6DA0495D76E}" sibTransId="{AD3C06D9-29B7-4944-A52D-71CA50C40019}"/>
    <dgm:cxn modelId="{08E55ECB-5B13-4B0D-B78D-8F04D774E8A8}" type="presOf" srcId="{5CF1E3ED-FD6A-473D-98C8-72617CF3779B}" destId="{07C91343-E5BD-4C1D-9067-C115093741C0}" srcOrd="0" destOrd="0" presId="urn:microsoft.com/office/officeart/2008/layout/VerticalCurvedList"/>
    <dgm:cxn modelId="{62193FF5-91FB-4937-B2B1-4B72D5534B1D}" type="presOf" srcId="{1293422E-2C30-4456-B41E-8EBD7AED5286}" destId="{2E26B612-F842-42A0-BD61-02704D828C44}" srcOrd="0" destOrd="0" presId="urn:microsoft.com/office/officeart/2008/layout/VerticalCurvedList"/>
    <dgm:cxn modelId="{D60E5BE7-78D5-46DD-8E8D-5D601A969840}" type="presParOf" srcId="{6FCEE04C-6057-4BE1-B72F-88483E206F35}" destId="{4617373B-34F6-4ED5-A9C3-F865C470714F}" srcOrd="0" destOrd="0" presId="urn:microsoft.com/office/officeart/2008/layout/VerticalCurvedList"/>
    <dgm:cxn modelId="{581245B2-803A-40AC-BE69-D6929EE16216}" type="presParOf" srcId="{4617373B-34F6-4ED5-A9C3-F865C470714F}" destId="{C9FA1549-707D-4444-BB0C-6F6C8DFDDA74}" srcOrd="0" destOrd="0" presId="urn:microsoft.com/office/officeart/2008/layout/VerticalCurvedList"/>
    <dgm:cxn modelId="{DE3C9168-267F-4A1C-8727-93E990A759AF}" type="presParOf" srcId="{C9FA1549-707D-4444-BB0C-6F6C8DFDDA74}" destId="{20E5D585-3D91-4062-B265-CD6B7FA8E033}" srcOrd="0" destOrd="0" presId="urn:microsoft.com/office/officeart/2008/layout/VerticalCurvedList"/>
    <dgm:cxn modelId="{E0040459-F144-4A22-8D4E-343E48A09F76}" type="presParOf" srcId="{C9FA1549-707D-4444-BB0C-6F6C8DFDDA74}" destId="{D1077E59-DEB5-4F43-98EC-512222E93E9F}" srcOrd="1" destOrd="0" presId="urn:microsoft.com/office/officeart/2008/layout/VerticalCurvedList"/>
    <dgm:cxn modelId="{CA229AE0-ACC9-4E32-9E44-788062BC792A}" type="presParOf" srcId="{C9FA1549-707D-4444-BB0C-6F6C8DFDDA74}" destId="{DCE30E1E-B125-4B97-8B8E-9503265F1C11}" srcOrd="2" destOrd="0" presId="urn:microsoft.com/office/officeart/2008/layout/VerticalCurvedList"/>
    <dgm:cxn modelId="{5BC08B73-3203-4A25-9D3A-4E8A6B44CCF5}" type="presParOf" srcId="{C9FA1549-707D-4444-BB0C-6F6C8DFDDA74}" destId="{686D50C6-BADC-4552-A6CA-07AFDB3E0D24}" srcOrd="3" destOrd="0" presId="urn:microsoft.com/office/officeart/2008/layout/VerticalCurvedList"/>
    <dgm:cxn modelId="{77CD0A46-7D0E-400D-B16D-6646B2B89B56}" type="presParOf" srcId="{4617373B-34F6-4ED5-A9C3-F865C470714F}" destId="{5D90B063-EE62-4CEC-89F0-48FB558ADFA8}" srcOrd="1" destOrd="0" presId="urn:microsoft.com/office/officeart/2008/layout/VerticalCurvedList"/>
    <dgm:cxn modelId="{2A28D76F-D40A-48C8-A789-1D01A5C141E6}" type="presParOf" srcId="{4617373B-34F6-4ED5-A9C3-F865C470714F}" destId="{73967EB6-E439-4C21-B095-E52C7D97B5E3}" srcOrd="2" destOrd="0" presId="urn:microsoft.com/office/officeart/2008/layout/VerticalCurvedList"/>
    <dgm:cxn modelId="{0A9B7671-7B74-4B85-9FDD-A67554C63451}" type="presParOf" srcId="{73967EB6-E439-4C21-B095-E52C7D97B5E3}" destId="{9D9C43A7-A67A-443E-96CB-89221A9853F0}" srcOrd="0" destOrd="0" presId="urn:microsoft.com/office/officeart/2008/layout/VerticalCurvedList"/>
    <dgm:cxn modelId="{613A26E5-7556-45EB-BE3D-6B6401BB7010}" type="presParOf" srcId="{4617373B-34F6-4ED5-A9C3-F865C470714F}" destId="{EDFE6446-B77A-4042-89D1-DAC7A2AEB3E8}" srcOrd="3" destOrd="0" presId="urn:microsoft.com/office/officeart/2008/layout/VerticalCurvedList"/>
    <dgm:cxn modelId="{F8FC4CFA-9CB0-443E-9530-25CBA6577191}" type="presParOf" srcId="{4617373B-34F6-4ED5-A9C3-F865C470714F}" destId="{C5FDC7F4-BB72-4B06-B0E8-20AC460DEDC4}" srcOrd="4" destOrd="0" presId="urn:microsoft.com/office/officeart/2008/layout/VerticalCurvedList"/>
    <dgm:cxn modelId="{A97A4C53-13F5-42AA-9A4B-A5208F08FF6F}" type="presParOf" srcId="{C5FDC7F4-BB72-4B06-B0E8-20AC460DEDC4}" destId="{89763FB4-6D86-42DA-9C80-E738139A627D}" srcOrd="0" destOrd="0" presId="urn:microsoft.com/office/officeart/2008/layout/VerticalCurvedList"/>
    <dgm:cxn modelId="{99DA290F-92AD-46C4-9F46-6556A0CE8FA4}" type="presParOf" srcId="{4617373B-34F6-4ED5-A9C3-F865C470714F}" destId="{2E26B612-F842-42A0-BD61-02704D828C44}" srcOrd="5" destOrd="0" presId="urn:microsoft.com/office/officeart/2008/layout/VerticalCurvedList"/>
    <dgm:cxn modelId="{00A4D9DF-A6A4-4D04-9FD5-FDEE3030A231}" type="presParOf" srcId="{4617373B-34F6-4ED5-A9C3-F865C470714F}" destId="{E41C8E5E-60DC-490B-87F0-984D61DAF538}" srcOrd="6" destOrd="0" presId="urn:microsoft.com/office/officeart/2008/layout/VerticalCurvedList"/>
    <dgm:cxn modelId="{D6F1EC57-FC7F-4B90-9DEB-73C3AF0D905B}" type="presParOf" srcId="{E41C8E5E-60DC-490B-87F0-984D61DAF538}" destId="{5D545BFB-0825-4D07-9B3B-AC544B03E4D9}" srcOrd="0" destOrd="0" presId="urn:microsoft.com/office/officeart/2008/layout/VerticalCurvedList"/>
    <dgm:cxn modelId="{F94BF98A-1873-4464-AF65-16ACA5A0EBC2}" type="presParOf" srcId="{4617373B-34F6-4ED5-A9C3-F865C470714F}" destId="{07C91343-E5BD-4C1D-9067-C115093741C0}" srcOrd="7" destOrd="0" presId="urn:microsoft.com/office/officeart/2008/layout/VerticalCurvedList"/>
    <dgm:cxn modelId="{BFD0DEB0-628E-46FD-8FA9-B015E0DD52F1}" type="presParOf" srcId="{4617373B-34F6-4ED5-A9C3-F865C470714F}" destId="{F33E11DF-9768-42B7-8966-3873EF6D4DB0}" srcOrd="8" destOrd="0" presId="urn:microsoft.com/office/officeart/2008/layout/VerticalCurvedList"/>
    <dgm:cxn modelId="{E7F8202D-25C0-4E5A-BAC3-1BEF22733CA9}" type="presParOf" srcId="{F33E11DF-9768-42B7-8966-3873EF6D4DB0}" destId="{E4475786-9584-4211-ADA3-5FDB7FFB383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A687BAF-B38C-4780-960F-38E3FEAD81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B1AE67-AAAE-479B-869E-6F641B4B8FA9}">
      <dgm:prSet/>
      <dgm:spPr/>
      <dgm:t>
        <a:bodyPr/>
        <a:lstStyle/>
        <a:p>
          <a:r>
            <a:rPr lang="uk-UA" b="0" i="0"/>
            <a:t>укладення Нестором першої редакції «Повісті минулих літ»</a:t>
          </a:r>
          <a:endParaRPr lang="uk-UA"/>
        </a:p>
      </dgm:t>
    </dgm:pt>
    <dgm:pt modelId="{A47EDBF4-DCEC-4EDF-B812-FB93EE0AF9F6}" type="parTrans" cxnId="{70760883-E76D-4FD3-9269-72F5D92DE718}">
      <dgm:prSet/>
      <dgm:spPr/>
      <dgm:t>
        <a:bodyPr/>
        <a:lstStyle/>
        <a:p>
          <a:endParaRPr lang="uk-UA"/>
        </a:p>
      </dgm:t>
    </dgm:pt>
    <dgm:pt modelId="{7AE9E799-8260-496C-9090-EE7743F0B1A1}" type="sibTrans" cxnId="{70760883-E76D-4FD3-9269-72F5D92DE718}">
      <dgm:prSet/>
      <dgm:spPr/>
      <dgm:t>
        <a:bodyPr/>
        <a:lstStyle/>
        <a:p>
          <a:endParaRPr lang="uk-UA"/>
        </a:p>
      </dgm:t>
    </dgm:pt>
    <dgm:pt modelId="{C6A90072-62E1-4533-8509-79B37BD4F561}">
      <dgm:prSet/>
      <dgm:spPr/>
      <dgm:t>
        <a:bodyPr/>
        <a:lstStyle/>
        <a:p>
          <a:r>
            <a:rPr lang="uk-UA" b="0" i="0" dirty="0"/>
            <a:t>спорудження Софійського собору в Києві</a:t>
          </a:r>
          <a:endParaRPr lang="uk-UA" dirty="0"/>
        </a:p>
      </dgm:t>
    </dgm:pt>
    <dgm:pt modelId="{7611792F-E7E3-4D02-B0E5-2C43875BB504}" type="parTrans" cxnId="{8F75F10C-F381-4D2D-A919-FFE82AC1B2BC}">
      <dgm:prSet/>
      <dgm:spPr/>
      <dgm:t>
        <a:bodyPr/>
        <a:lstStyle/>
        <a:p>
          <a:endParaRPr lang="uk-UA"/>
        </a:p>
      </dgm:t>
    </dgm:pt>
    <dgm:pt modelId="{625A9B4B-DC42-4554-AEE3-C4135AF3639A}" type="sibTrans" cxnId="{8F75F10C-F381-4D2D-A919-FFE82AC1B2BC}">
      <dgm:prSet/>
      <dgm:spPr/>
      <dgm:t>
        <a:bodyPr/>
        <a:lstStyle/>
        <a:p>
          <a:endParaRPr lang="uk-UA"/>
        </a:p>
      </dgm:t>
    </dgm:pt>
    <dgm:pt modelId="{346C4499-8769-4CEA-B96D-AD1E9B2C4CD0}">
      <dgm:prSet/>
      <dgm:spPr/>
      <dgm:t>
        <a:bodyPr/>
        <a:lstStyle/>
        <a:p>
          <a:r>
            <a:rPr lang="uk-UA" b="0" i="0"/>
            <a:t>створення Остромирового Євангелія</a:t>
          </a:r>
          <a:endParaRPr lang="uk-UA"/>
        </a:p>
      </dgm:t>
    </dgm:pt>
    <dgm:pt modelId="{C164201F-5D6D-4819-BD40-D9F2EDAADBDA}" type="parTrans" cxnId="{46BA1D11-1B3C-4D62-9745-84003364F1AE}">
      <dgm:prSet/>
      <dgm:spPr/>
      <dgm:t>
        <a:bodyPr/>
        <a:lstStyle/>
        <a:p>
          <a:endParaRPr lang="uk-UA"/>
        </a:p>
      </dgm:t>
    </dgm:pt>
    <dgm:pt modelId="{3FC79FAD-F53B-49A0-AFEB-A6CA0D708DCB}" type="sibTrans" cxnId="{46BA1D11-1B3C-4D62-9745-84003364F1AE}">
      <dgm:prSet/>
      <dgm:spPr/>
      <dgm:t>
        <a:bodyPr/>
        <a:lstStyle/>
        <a:p>
          <a:endParaRPr lang="uk-UA"/>
        </a:p>
      </dgm:t>
    </dgm:pt>
    <dgm:pt modelId="{76CFC905-DC11-41A1-B69B-677CDDED25D8}">
      <dgm:prSet/>
      <dgm:spPr/>
      <dgm:t>
        <a:bodyPr/>
        <a:lstStyle/>
        <a:p>
          <a:r>
            <a:rPr lang="uk-UA" b="0" i="0"/>
            <a:t>будівництво Десятинної церкви в Києві</a:t>
          </a:r>
          <a:endParaRPr lang="uk-UA"/>
        </a:p>
      </dgm:t>
    </dgm:pt>
    <dgm:pt modelId="{4F39F775-78A4-47B4-B149-3025A59C1035}" type="parTrans" cxnId="{AAE86335-DEB1-4990-9FAB-AAE177B8F7E7}">
      <dgm:prSet/>
      <dgm:spPr/>
      <dgm:t>
        <a:bodyPr/>
        <a:lstStyle/>
        <a:p>
          <a:endParaRPr lang="uk-UA"/>
        </a:p>
      </dgm:t>
    </dgm:pt>
    <dgm:pt modelId="{775E60D4-4A01-406B-AC35-C7B78053D50D}" type="sibTrans" cxnId="{AAE86335-DEB1-4990-9FAB-AAE177B8F7E7}">
      <dgm:prSet/>
      <dgm:spPr/>
      <dgm:t>
        <a:bodyPr/>
        <a:lstStyle/>
        <a:p>
          <a:endParaRPr lang="uk-UA"/>
        </a:p>
      </dgm:t>
    </dgm:pt>
    <dgm:pt modelId="{FE3A162D-B255-4B2E-BB67-21532C47BD45}">
      <dgm:prSet/>
      <dgm:spPr/>
      <dgm:t>
        <a:bodyPr/>
        <a:lstStyle/>
        <a:p>
          <a:r>
            <a:rPr lang="uk-UA" b="0" i="0" dirty="0"/>
            <a:t>створення «Слова о полку Ігоревім»</a:t>
          </a:r>
          <a:endParaRPr lang="uk-UA" dirty="0"/>
        </a:p>
      </dgm:t>
    </dgm:pt>
    <dgm:pt modelId="{DC26E5B9-A330-41D5-9A75-D4F140A745BB}" type="parTrans" cxnId="{5F72E301-97AC-4A10-B77F-70555A842547}">
      <dgm:prSet/>
      <dgm:spPr/>
      <dgm:t>
        <a:bodyPr/>
        <a:lstStyle/>
        <a:p>
          <a:endParaRPr lang="uk-UA"/>
        </a:p>
      </dgm:t>
    </dgm:pt>
    <dgm:pt modelId="{0E470EB4-E85B-4F81-8122-6B0CAEB39309}" type="sibTrans" cxnId="{5F72E301-97AC-4A10-B77F-70555A842547}">
      <dgm:prSet/>
      <dgm:spPr/>
      <dgm:t>
        <a:bodyPr/>
        <a:lstStyle/>
        <a:p>
          <a:endParaRPr lang="uk-UA"/>
        </a:p>
      </dgm:t>
    </dgm:pt>
    <dgm:pt modelId="{492FF26A-344E-4DF6-B559-5B98747ABC06}" type="pres">
      <dgm:prSet presAssocID="{3A687BAF-B38C-4780-960F-38E3FEAD81A9}" presName="linear" presStyleCnt="0">
        <dgm:presLayoutVars>
          <dgm:animLvl val="lvl"/>
          <dgm:resizeHandles val="exact"/>
        </dgm:presLayoutVars>
      </dgm:prSet>
      <dgm:spPr/>
    </dgm:pt>
    <dgm:pt modelId="{100E88D3-5B9E-47CB-9011-9F0099BC09A8}" type="pres">
      <dgm:prSet presAssocID="{E8B1AE67-AAAE-479B-869E-6F641B4B8FA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8D5E000-E458-4B9E-B4D9-FA9203C9B652}" type="pres">
      <dgm:prSet presAssocID="{7AE9E799-8260-496C-9090-EE7743F0B1A1}" presName="spacer" presStyleCnt="0"/>
      <dgm:spPr/>
    </dgm:pt>
    <dgm:pt modelId="{BB7677C7-2449-466F-BE4C-2183EB176D85}" type="pres">
      <dgm:prSet presAssocID="{C6A90072-62E1-4533-8509-79B37BD4F56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D7AB28C-EE28-40A2-86E3-E34F216A2695}" type="pres">
      <dgm:prSet presAssocID="{625A9B4B-DC42-4554-AEE3-C4135AF3639A}" presName="spacer" presStyleCnt="0"/>
      <dgm:spPr/>
    </dgm:pt>
    <dgm:pt modelId="{EAABE215-FEA3-4681-A992-1247FB1FFE0E}" type="pres">
      <dgm:prSet presAssocID="{346C4499-8769-4CEA-B96D-AD1E9B2C4C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18731EE-D0AE-4FFD-A719-EBA1CE220E0D}" type="pres">
      <dgm:prSet presAssocID="{3FC79FAD-F53B-49A0-AFEB-A6CA0D708DCB}" presName="spacer" presStyleCnt="0"/>
      <dgm:spPr/>
    </dgm:pt>
    <dgm:pt modelId="{E3BE29B7-CF56-415E-A08E-69547EBB5422}" type="pres">
      <dgm:prSet presAssocID="{76CFC905-DC11-41A1-B69B-677CDDED25D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56CA260-AFDE-4B3B-AD51-3EAA8D62919F}" type="pres">
      <dgm:prSet presAssocID="{775E60D4-4A01-406B-AC35-C7B78053D50D}" presName="spacer" presStyleCnt="0"/>
      <dgm:spPr/>
    </dgm:pt>
    <dgm:pt modelId="{5C5DEB8F-8D34-4BE5-A9C3-375A37424CCC}" type="pres">
      <dgm:prSet presAssocID="{FE3A162D-B255-4B2E-BB67-21532C47BD4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F72E301-97AC-4A10-B77F-70555A842547}" srcId="{3A687BAF-B38C-4780-960F-38E3FEAD81A9}" destId="{FE3A162D-B255-4B2E-BB67-21532C47BD45}" srcOrd="4" destOrd="0" parTransId="{DC26E5B9-A330-41D5-9A75-D4F140A745BB}" sibTransId="{0E470EB4-E85B-4F81-8122-6B0CAEB39309}"/>
    <dgm:cxn modelId="{E4E5B504-0A73-414E-8133-2A5ED1983DA4}" type="presOf" srcId="{E8B1AE67-AAAE-479B-869E-6F641B4B8FA9}" destId="{100E88D3-5B9E-47CB-9011-9F0099BC09A8}" srcOrd="0" destOrd="0" presId="urn:microsoft.com/office/officeart/2005/8/layout/vList2"/>
    <dgm:cxn modelId="{8F75F10C-F381-4D2D-A919-FFE82AC1B2BC}" srcId="{3A687BAF-B38C-4780-960F-38E3FEAD81A9}" destId="{C6A90072-62E1-4533-8509-79B37BD4F561}" srcOrd="1" destOrd="0" parTransId="{7611792F-E7E3-4D02-B0E5-2C43875BB504}" sibTransId="{625A9B4B-DC42-4554-AEE3-C4135AF3639A}"/>
    <dgm:cxn modelId="{46BA1D11-1B3C-4D62-9745-84003364F1AE}" srcId="{3A687BAF-B38C-4780-960F-38E3FEAD81A9}" destId="{346C4499-8769-4CEA-B96D-AD1E9B2C4CD0}" srcOrd="2" destOrd="0" parTransId="{C164201F-5D6D-4819-BD40-D9F2EDAADBDA}" sibTransId="{3FC79FAD-F53B-49A0-AFEB-A6CA0D708DCB}"/>
    <dgm:cxn modelId="{AAE86335-DEB1-4990-9FAB-AAE177B8F7E7}" srcId="{3A687BAF-B38C-4780-960F-38E3FEAD81A9}" destId="{76CFC905-DC11-41A1-B69B-677CDDED25D8}" srcOrd="3" destOrd="0" parTransId="{4F39F775-78A4-47B4-B149-3025A59C1035}" sibTransId="{775E60D4-4A01-406B-AC35-C7B78053D50D}"/>
    <dgm:cxn modelId="{83A56865-C6F1-40D9-920F-3BC7760541E5}" type="presOf" srcId="{346C4499-8769-4CEA-B96D-AD1E9B2C4CD0}" destId="{EAABE215-FEA3-4681-A992-1247FB1FFE0E}" srcOrd="0" destOrd="0" presId="urn:microsoft.com/office/officeart/2005/8/layout/vList2"/>
    <dgm:cxn modelId="{70760883-E76D-4FD3-9269-72F5D92DE718}" srcId="{3A687BAF-B38C-4780-960F-38E3FEAD81A9}" destId="{E8B1AE67-AAAE-479B-869E-6F641B4B8FA9}" srcOrd="0" destOrd="0" parTransId="{A47EDBF4-DCEC-4EDF-B812-FB93EE0AF9F6}" sibTransId="{7AE9E799-8260-496C-9090-EE7743F0B1A1}"/>
    <dgm:cxn modelId="{28E54B87-272B-4970-9DCF-44FDEEE66DAA}" type="presOf" srcId="{3A687BAF-B38C-4780-960F-38E3FEAD81A9}" destId="{492FF26A-344E-4DF6-B559-5B98747ABC06}" srcOrd="0" destOrd="0" presId="urn:microsoft.com/office/officeart/2005/8/layout/vList2"/>
    <dgm:cxn modelId="{679729A2-D81A-4C1E-98C3-1BF1FB94ADD8}" type="presOf" srcId="{C6A90072-62E1-4533-8509-79B37BD4F561}" destId="{BB7677C7-2449-466F-BE4C-2183EB176D85}" srcOrd="0" destOrd="0" presId="urn:microsoft.com/office/officeart/2005/8/layout/vList2"/>
    <dgm:cxn modelId="{A7DC51C1-9968-4003-BC45-D92F52CFF2E1}" type="presOf" srcId="{76CFC905-DC11-41A1-B69B-677CDDED25D8}" destId="{E3BE29B7-CF56-415E-A08E-69547EBB5422}" srcOrd="0" destOrd="0" presId="urn:microsoft.com/office/officeart/2005/8/layout/vList2"/>
    <dgm:cxn modelId="{015AC8F7-42DC-4AA9-93FA-297C11BBA23F}" type="presOf" srcId="{FE3A162D-B255-4B2E-BB67-21532C47BD45}" destId="{5C5DEB8F-8D34-4BE5-A9C3-375A37424CCC}" srcOrd="0" destOrd="0" presId="urn:microsoft.com/office/officeart/2005/8/layout/vList2"/>
    <dgm:cxn modelId="{2DE83DFA-B78D-4829-AE7D-E397FD686D7D}" type="presParOf" srcId="{492FF26A-344E-4DF6-B559-5B98747ABC06}" destId="{100E88D3-5B9E-47CB-9011-9F0099BC09A8}" srcOrd="0" destOrd="0" presId="urn:microsoft.com/office/officeart/2005/8/layout/vList2"/>
    <dgm:cxn modelId="{2F5EB154-32F3-4A86-8699-810676DA00E6}" type="presParOf" srcId="{492FF26A-344E-4DF6-B559-5B98747ABC06}" destId="{88D5E000-E458-4B9E-B4D9-FA9203C9B652}" srcOrd="1" destOrd="0" presId="urn:microsoft.com/office/officeart/2005/8/layout/vList2"/>
    <dgm:cxn modelId="{7BC9E95C-5BF7-4E48-B319-B7B4872D5480}" type="presParOf" srcId="{492FF26A-344E-4DF6-B559-5B98747ABC06}" destId="{BB7677C7-2449-466F-BE4C-2183EB176D85}" srcOrd="2" destOrd="0" presId="urn:microsoft.com/office/officeart/2005/8/layout/vList2"/>
    <dgm:cxn modelId="{468EDF65-6622-4FBC-A3B9-0F0271CB4FA8}" type="presParOf" srcId="{492FF26A-344E-4DF6-B559-5B98747ABC06}" destId="{BD7AB28C-EE28-40A2-86E3-E34F216A2695}" srcOrd="3" destOrd="0" presId="urn:microsoft.com/office/officeart/2005/8/layout/vList2"/>
    <dgm:cxn modelId="{04F3B93C-0B41-4252-A609-7756660D599F}" type="presParOf" srcId="{492FF26A-344E-4DF6-B559-5B98747ABC06}" destId="{EAABE215-FEA3-4681-A992-1247FB1FFE0E}" srcOrd="4" destOrd="0" presId="urn:microsoft.com/office/officeart/2005/8/layout/vList2"/>
    <dgm:cxn modelId="{BC440424-2CBB-4264-9691-0AC684475774}" type="presParOf" srcId="{492FF26A-344E-4DF6-B559-5B98747ABC06}" destId="{118731EE-D0AE-4FFD-A719-EBA1CE220E0D}" srcOrd="5" destOrd="0" presId="urn:microsoft.com/office/officeart/2005/8/layout/vList2"/>
    <dgm:cxn modelId="{2F723BBA-FA90-45CC-B44E-CFEA5D6DD911}" type="presParOf" srcId="{492FF26A-344E-4DF6-B559-5B98747ABC06}" destId="{E3BE29B7-CF56-415E-A08E-69547EBB5422}" srcOrd="6" destOrd="0" presId="urn:microsoft.com/office/officeart/2005/8/layout/vList2"/>
    <dgm:cxn modelId="{0175AB97-FB74-4764-A250-EF7DC411573B}" type="presParOf" srcId="{492FF26A-344E-4DF6-B559-5B98747ABC06}" destId="{A56CA260-AFDE-4B3B-AD51-3EAA8D62919F}" srcOrd="7" destOrd="0" presId="urn:microsoft.com/office/officeart/2005/8/layout/vList2"/>
    <dgm:cxn modelId="{4A780614-81D8-4DC9-947F-103146104E36}" type="presParOf" srcId="{492FF26A-344E-4DF6-B559-5B98747ABC06}" destId="{5C5DEB8F-8D34-4BE5-A9C3-375A37424CC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658CC539-9696-4E6C-A4AD-7A22FE0F43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4CACB0-B250-44B3-9390-B023D9D5A62D}">
      <dgm:prSet/>
      <dgm:spPr/>
      <dgm:t>
        <a:bodyPr/>
        <a:lstStyle/>
        <a:p>
          <a:r>
            <a:rPr lang="uk-UA" b="0" i="0"/>
            <a:t>започаткуванням жанру полемічної літератури.</a:t>
          </a:r>
          <a:endParaRPr lang="uk-UA"/>
        </a:p>
      </dgm:t>
    </dgm:pt>
    <dgm:pt modelId="{A54AEC11-E28F-4535-A636-2C492BE80433}" type="parTrans" cxnId="{9DCFAB49-31D4-4076-AE4C-C16DED768F7A}">
      <dgm:prSet/>
      <dgm:spPr/>
      <dgm:t>
        <a:bodyPr/>
        <a:lstStyle/>
        <a:p>
          <a:endParaRPr lang="uk-UA"/>
        </a:p>
      </dgm:t>
    </dgm:pt>
    <dgm:pt modelId="{1D3CCFBB-F332-416A-B5AE-B1AC14BD2ED3}" type="sibTrans" cxnId="{9DCFAB49-31D4-4076-AE4C-C16DED768F7A}">
      <dgm:prSet/>
      <dgm:spPr/>
      <dgm:t>
        <a:bodyPr/>
        <a:lstStyle/>
        <a:p>
          <a:endParaRPr lang="uk-UA"/>
        </a:p>
      </dgm:t>
    </dgm:pt>
    <dgm:pt modelId="{7FBE78C0-9B5F-48DC-B36F-35648C2E3541}">
      <dgm:prSet/>
      <dgm:spPr/>
      <dgm:t>
        <a:bodyPr/>
        <a:lstStyle/>
        <a:p>
          <a:r>
            <a:rPr lang="uk-UA" b="0" i="0" dirty="0"/>
            <a:t>організацією звитяжних воєнних походів козаків.</a:t>
          </a:r>
          <a:endParaRPr lang="uk-UA" dirty="0"/>
        </a:p>
      </dgm:t>
    </dgm:pt>
    <dgm:pt modelId="{36ADB1B2-5B5C-46B8-9714-1A32491F6874}" type="parTrans" cxnId="{5C78F349-9DCE-4A6E-B972-3CB74B4991EB}">
      <dgm:prSet/>
      <dgm:spPr/>
      <dgm:t>
        <a:bodyPr/>
        <a:lstStyle/>
        <a:p>
          <a:endParaRPr lang="uk-UA"/>
        </a:p>
      </dgm:t>
    </dgm:pt>
    <dgm:pt modelId="{0D8CA6EE-7932-44BC-B844-87796C37B025}" type="sibTrans" cxnId="{5C78F349-9DCE-4A6E-B972-3CB74B4991EB}">
      <dgm:prSet/>
      <dgm:spPr/>
      <dgm:t>
        <a:bodyPr/>
        <a:lstStyle/>
        <a:p>
          <a:endParaRPr lang="uk-UA"/>
        </a:p>
      </dgm:t>
    </dgm:pt>
    <dgm:pt modelId="{ECCEC59F-CC9A-439B-85E3-0942C403B677}">
      <dgm:prSet/>
      <dgm:spPr/>
      <dgm:t>
        <a:bodyPr/>
        <a:lstStyle/>
        <a:p>
          <a:r>
            <a:rPr lang="uk-UA" b="0" i="0"/>
            <a:t>науковою діяльністю в європейських університетах.</a:t>
          </a:r>
          <a:endParaRPr lang="uk-UA"/>
        </a:p>
      </dgm:t>
    </dgm:pt>
    <dgm:pt modelId="{155927FE-9BA3-46F5-B24C-0728653548B9}" type="parTrans" cxnId="{829CC727-49B6-4C12-8FD3-F89E7A5FDA08}">
      <dgm:prSet/>
      <dgm:spPr/>
      <dgm:t>
        <a:bodyPr/>
        <a:lstStyle/>
        <a:p>
          <a:endParaRPr lang="uk-UA"/>
        </a:p>
      </dgm:t>
    </dgm:pt>
    <dgm:pt modelId="{4AB78CA9-5407-47E0-9015-E1BA13E8B8BD}" type="sibTrans" cxnId="{829CC727-49B6-4C12-8FD3-F89E7A5FDA08}">
      <dgm:prSet/>
      <dgm:spPr/>
      <dgm:t>
        <a:bodyPr/>
        <a:lstStyle/>
        <a:p>
          <a:endParaRPr lang="uk-UA"/>
        </a:p>
      </dgm:t>
    </dgm:pt>
    <dgm:pt modelId="{D5EACF49-5ED6-49C8-B443-0425F8D23DCA}">
      <dgm:prSet/>
      <dgm:spPr/>
      <dgm:t>
        <a:bodyPr/>
        <a:lstStyle/>
        <a:p>
          <a:r>
            <a:rPr lang="uk-UA" b="0" i="0" dirty="0"/>
            <a:t>ініціюванням укладення Люблінської унії.</a:t>
          </a:r>
          <a:endParaRPr lang="uk-UA" dirty="0"/>
        </a:p>
      </dgm:t>
    </dgm:pt>
    <dgm:pt modelId="{9CC4172B-423A-441A-BDD4-F469851DE8D5}" type="parTrans" cxnId="{AE1984F8-E2B9-4DFD-9235-38C650A978EB}">
      <dgm:prSet/>
      <dgm:spPr/>
      <dgm:t>
        <a:bodyPr/>
        <a:lstStyle/>
        <a:p>
          <a:endParaRPr lang="uk-UA"/>
        </a:p>
      </dgm:t>
    </dgm:pt>
    <dgm:pt modelId="{A969F59E-376B-479D-BEA3-743B6CAD49CF}" type="sibTrans" cxnId="{AE1984F8-E2B9-4DFD-9235-38C650A978EB}">
      <dgm:prSet/>
      <dgm:spPr/>
      <dgm:t>
        <a:bodyPr/>
        <a:lstStyle/>
        <a:p>
          <a:endParaRPr lang="uk-UA"/>
        </a:p>
      </dgm:t>
    </dgm:pt>
    <dgm:pt modelId="{8651EBE4-1C4A-45E5-A352-61E3780E3190}" type="pres">
      <dgm:prSet presAssocID="{658CC539-9696-4E6C-A4AD-7A22FE0F4343}" presName="linear" presStyleCnt="0">
        <dgm:presLayoutVars>
          <dgm:animLvl val="lvl"/>
          <dgm:resizeHandles val="exact"/>
        </dgm:presLayoutVars>
      </dgm:prSet>
      <dgm:spPr/>
    </dgm:pt>
    <dgm:pt modelId="{BE6D9C78-3A64-4340-AD03-228726A1075D}" type="pres">
      <dgm:prSet presAssocID="{4B4CACB0-B250-44B3-9390-B023D9D5A6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9EDF01-D351-4E76-A94B-D1182C0ED84B}" type="pres">
      <dgm:prSet presAssocID="{1D3CCFBB-F332-416A-B5AE-B1AC14BD2ED3}" presName="spacer" presStyleCnt="0"/>
      <dgm:spPr/>
    </dgm:pt>
    <dgm:pt modelId="{AB1AB865-4CA1-4668-9E52-E57144E94B76}" type="pres">
      <dgm:prSet presAssocID="{7FBE78C0-9B5F-48DC-B36F-35648C2E35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3C1F40-88A0-4013-B251-BA0DB1F382E5}" type="pres">
      <dgm:prSet presAssocID="{0D8CA6EE-7932-44BC-B844-87796C37B025}" presName="spacer" presStyleCnt="0"/>
      <dgm:spPr/>
    </dgm:pt>
    <dgm:pt modelId="{90D6DEFD-662E-4CF1-BD18-C3780A4C48DE}" type="pres">
      <dgm:prSet presAssocID="{ECCEC59F-CC9A-439B-85E3-0942C403B6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090A84-F97E-4D77-B7FB-B481F443B201}" type="pres">
      <dgm:prSet presAssocID="{4AB78CA9-5407-47E0-9015-E1BA13E8B8BD}" presName="spacer" presStyleCnt="0"/>
      <dgm:spPr/>
    </dgm:pt>
    <dgm:pt modelId="{90D53C7F-E34B-492B-884D-856147AA2DA2}" type="pres">
      <dgm:prSet presAssocID="{D5EACF49-5ED6-49C8-B443-0425F8D23DC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9CC727-49B6-4C12-8FD3-F89E7A5FDA08}" srcId="{658CC539-9696-4E6C-A4AD-7A22FE0F4343}" destId="{ECCEC59F-CC9A-439B-85E3-0942C403B677}" srcOrd="2" destOrd="0" parTransId="{155927FE-9BA3-46F5-B24C-0728653548B9}" sibTransId="{4AB78CA9-5407-47E0-9015-E1BA13E8B8BD}"/>
    <dgm:cxn modelId="{9DCFAB49-31D4-4076-AE4C-C16DED768F7A}" srcId="{658CC539-9696-4E6C-A4AD-7A22FE0F4343}" destId="{4B4CACB0-B250-44B3-9390-B023D9D5A62D}" srcOrd="0" destOrd="0" parTransId="{A54AEC11-E28F-4535-A636-2C492BE80433}" sibTransId="{1D3CCFBB-F332-416A-B5AE-B1AC14BD2ED3}"/>
    <dgm:cxn modelId="{5C78F349-9DCE-4A6E-B972-3CB74B4991EB}" srcId="{658CC539-9696-4E6C-A4AD-7A22FE0F4343}" destId="{7FBE78C0-9B5F-48DC-B36F-35648C2E3541}" srcOrd="1" destOrd="0" parTransId="{36ADB1B2-5B5C-46B8-9714-1A32491F6874}" sibTransId="{0D8CA6EE-7932-44BC-B844-87796C37B025}"/>
    <dgm:cxn modelId="{D30F6D96-43A9-401F-B7F6-145FDFD10417}" type="presOf" srcId="{ECCEC59F-CC9A-439B-85E3-0942C403B677}" destId="{90D6DEFD-662E-4CF1-BD18-C3780A4C48DE}" srcOrd="0" destOrd="0" presId="urn:microsoft.com/office/officeart/2005/8/layout/vList2"/>
    <dgm:cxn modelId="{74B2F49C-AE13-4228-A0B9-A4F9F7F0EAF5}" type="presOf" srcId="{4B4CACB0-B250-44B3-9390-B023D9D5A62D}" destId="{BE6D9C78-3A64-4340-AD03-228726A1075D}" srcOrd="0" destOrd="0" presId="urn:microsoft.com/office/officeart/2005/8/layout/vList2"/>
    <dgm:cxn modelId="{588246C5-A023-4DFB-BBBF-2BB289D923C1}" type="presOf" srcId="{D5EACF49-5ED6-49C8-B443-0425F8D23DCA}" destId="{90D53C7F-E34B-492B-884D-856147AA2DA2}" srcOrd="0" destOrd="0" presId="urn:microsoft.com/office/officeart/2005/8/layout/vList2"/>
    <dgm:cxn modelId="{80B77FC9-2284-4A3C-9D61-DEED568C1DBE}" type="presOf" srcId="{7FBE78C0-9B5F-48DC-B36F-35648C2E3541}" destId="{AB1AB865-4CA1-4668-9E52-E57144E94B76}" srcOrd="0" destOrd="0" presId="urn:microsoft.com/office/officeart/2005/8/layout/vList2"/>
    <dgm:cxn modelId="{78594AE4-B0DC-4BBA-BA55-D61072CA15EB}" type="presOf" srcId="{658CC539-9696-4E6C-A4AD-7A22FE0F4343}" destId="{8651EBE4-1C4A-45E5-A352-61E3780E3190}" srcOrd="0" destOrd="0" presId="urn:microsoft.com/office/officeart/2005/8/layout/vList2"/>
    <dgm:cxn modelId="{AE1984F8-E2B9-4DFD-9235-38C650A978EB}" srcId="{658CC539-9696-4E6C-A4AD-7A22FE0F4343}" destId="{D5EACF49-5ED6-49C8-B443-0425F8D23DCA}" srcOrd="3" destOrd="0" parTransId="{9CC4172B-423A-441A-BDD4-F469851DE8D5}" sibTransId="{A969F59E-376B-479D-BEA3-743B6CAD49CF}"/>
    <dgm:cxn modelId="{8E2E92E9-927B-445D-B23B-26B77C880BFF}" type="presParOf" srcId="{8651EBE4-1C4A-45E5-A352-61E3780E3190}" destId="{BE6D9C78-3A64-4340-AD03-228726A1075D}" srcOrd="0" destOrd="0" presId="urn:microsoft.com/office/officeart/2005/8/layout/vList2"/>
    <dgm:cxn modelId="{5EC14500-B0DC-49ED-A86C-1B1CE1140229}" type="presParOf" srcId="{8651EBE4-1C4A-45E5-A352-61E3780E3190}" destId="{DC9EDF01-D351-4E76-A94B-D1182C0ED84B}" srcOrd="1" destOrd="0" presId="urn:microsoft.com/office/officeart/2005/8/layout/vList2"/>
    <dgm:cxn modelId="{21B9D662-F41A-40E3-ADF2-78BB35B6A752}" type="presParOf" srcId="{8651EBE4-1C4A-45E5-A352-61E3780E3190}" destId="{AB1AB865-4CA1-4668-9E52-E57144E94B76}" srcOrd="2" destOrd="0" presId="urn:microsoft.com/office/officeart/2005/8/layout/vList2"/>
    <dgm:cxn modelId="{E2242CC1-30AA-4AB5-942E-44063137AB65}" type="presParOf" srcId="{8651EBE4-1C4A-45E5-A352-61E3780E3190}" destId="{433C1F40-88A0-4013-B251-BA0DB1F382E5}" srcOrd="3" destOrd="0" presId="urn:microsoft.com/office/officeart/2005/8/layout/vList2"/>
    <dgm:cxn modelId="{8246FB0F-D651-48EA-B9F6-FCE9F714C4AE}" type="presParOf" srcId="{8651EBE4-1C4A-45E5-A352-61E3780E3190}" destId="{90D6DEFD-662E-4CF1-BD18-C3780A4C48DE}" srcOrd="4" destOrd="0" presId="urn:microsoft.com/office/officeart/2005/8/layout/vList2"/>
    <dgm:cxn modelId="{E7F8349D-A2E8-412A-B278-19E3A6C5F455}" type="presParOf" srcId="{8651EBE4-1C4A-45E5-A352-61E3780E3190}" destId="{ED090A84-F97E-4D77-B7FB-B481F443B201}" srcOrd="5" destOrd="0" presId="urn:microsoft.com/office/officeart/2005/8/layout/vList2"/>
    <dgm:cxn modelId="{5B4813C1-5A0F-47E6-9B78-EAFB3A0C9B2E}" type="presParOf" srcId="{8651EBE4-1C4A-45E5-A352-61E3780E3190}" destId="{90D53C7F-E34B-492B-884D-856147AA2D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5FF46E4-10F6-46FD-BD85-0089557EEE2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E64083-EACB-4FD3-AB6C-03CD6F6D452F}">
      <dgm:prSet/>
      <dgm:spPr/>
      <dgm:t>
        <a:bodyPr/>
        <a:lstStyle/>
        <a:p>
          <a:r>
            <a:rPr lang="uk-UA" b="0" i="0"/>
            <a:t>християнства</a:t>
          </a:r>
          <a:endParaRPr lang="uk-UA"/>
        </a:p>
      </dgm:t>
    </dgm:pt>
    <dgm:pt modelId="{4F4AF942-E5DA-4C57-8AE6-302F81B79A1E}" type="parTrans" cxnId="{ACECFD72-E824-44BB-93BD-4C559FDB88D8}">
      <dgm:prSet/>
      <dgm:spPr/>
      <dgm:t>
        <a:bodyPr/>
        <a:lstStyle/>
        <a:p>
          <a:endParaRPr lang="uk-UA"/>
        </a:p>
      </dgm:t>
    </dgm:pt>
    <dgm:pt modelId="{23E24187-0EC2-4395-98AA-141ADCDF66A8}" type="sibTrans" cxnId="{ACECFD72-E824-44BB-93BD-4C559FDB88D8}">
      <dgm:prSet/>
      <dgm:spPr/>
      <dgm:t>
        <a:bodyPr/>
        <a:lstStyle/>
        <a:p>
          <a:endParaRPr lang="uk-UA"/>
        </a:p>
      </dgm:t>
    </dgm:pt>
    <dgm:pt modelId="{DC75D819-4F33-4CD3-960B-1F506F091809}">
      <dgm:prSet/>
      <dgm:spPr/>
      <dgm:t>
        <a:bodyPr/>
        <a:lstStyle/>
        <a:p>
          <a:r>
            <a:rPr lang="uk-UA" b="0" i="0"/>
            <a:t>іудаїзму</a:t>
          </a:r>
          <a:endParaRPr lang="uk-UA"/>
        </a:p>
      </dgm:t>
    </dgm:pt>
    <dgm:pt modelId="{6F936BE3-93D1-441E-AA82-C3D958615AD7}" type="parTrans" cxnId="{1F81BBA5-C88E-49D8-BC32-E3302576DB31}">
      <dgm:prSet/>
      <dgm:spPr/>
      <dgm:t>
        <a:bodyPr/>
        <a:lstStyle/>
        <a:p>
          <a:endParaRPr lang="uk-UA"/>
        </a:p>
      </dgm:t>
    </dgm:pt>
    <dgm:pt modelId="{09731F44-B6E3-492A-9B0C-EA13338730D5}" type="sibTrans" cxnId="{1F81BBA5-C88E-49D8-BC32-E3302576DB31}">
      <dgm:prSet/>
      <dgm:spPr/>
      <dgm:t>
        <a:bodyPr/>
        <a:lstStyle/>
        <a:p>
          <a:endParaRPr lang="uk-UA"/>
        </a:p>
      </dgm:t>
    </dgm:pt>
    <dgm:pt modelId="{72C75711-A5E6-4183-BF1A-4F1F63E2AF49}">
      <dgm:prSet/>
      <dgm:spPr/>
      <dgm:t>
        <a:bodyPr/>
        <a:lstStyle/>
        <a:p>
          <a:r>
            <a:rPr lang="uk-UA" b="0" i="0"/>
            <a:t>ісламу</a:t>
          </a:r>
          <a:endParaRPr lang="uk-UA"/>
        </a:p>
      </dgm:t>
    </dgm:pt>
    <dgm:pt modelId="{4E3A7C5A-F0F7-486D-AE09-E751CE69D471}" type="parTrans" cxnId="{1CD4D7CE-6FC9-4EE3-B72C-192ADE3B3780}">
      <dgm:prSet/>
      <dgm:spPr/>
      <dgm:t>
        <a:bodyPr/>
        <a:lstStyle/>
        <a:p>
          <a:endParaRPr lang="uk-UA"/>
        </a:p>
      </dgm:t>
    </dgm:pt>
    <dgm:pt modelId="{875FADBB-7127-4425-AE1A-FAD45F81D0DD}" type="sibTrans" cxnId="{1CD4D7CE-6FC9-4EE3-B72C-192ADE3B3780}">
      <dgm:prSet/>
      <dgm:spPr/>
      <dgm:t>
        <a:bodyPr/>
        <a:lstStyle/>
        <a:p>
          <a:endParaRPr lang="uk-UA"/>
        </a:p>
      </dgm:t>
    </dgm:pt>
    <dgm:pt modelId="{C8937D37-1634-4D0E-A458-A9A799393C0C}">
      <dgm:prSet/>
      <dgm:spPr/>
      <dgm:t>
        <a:bodyPr/>
        <a:lstStyle/>
        <a:p>
          <a:r>
            <a:rPr lang="uk-UA" b="0" i="0" dirty="0"/>
            <a:t>буддизму</a:t>
          </a:r>
          <a:endParaRPr lang="uk-UA" dirty="0"/>
        </a:p>
      </dgm:t>
    </dgm:pt>
    <dgm:pt modelId="{B520F1B5-03AC-4060-BA23-CAFDA17BB7B3}" type="parTrans" cxnId="{5898F5E7-C79E-40E7-B85F-FBFBEEB726FE}">
      <dgm:prSet/>
      <dgm:spPr/>
      <dgm:t>
        <a:bodyPr/>
        <a:lstStyle/>
        <a:p>
          <a:endParaRPr lang="uk-UA"/>
        </a:p>
      </dgm:t>
    </dgm:pt>
    <dgm:pt modelId="{3C25F79D-03DD-4F89-8E3D-B813B77EECEB}" type="sibTrans" cxnId="{5898F5E7-C79E-40E7-B85F-FBFBEEB726FE}">
      <dgm:prSet/>
      <dgm:spPr/>
      <dgm:t>
        <a:bodyPr/>
        <a:lstStyle/>
        <a:p>
          <a:endParaRPr lang="uk-UA"/>
        </a:p>
      </dgm:t>
    </dgm:pt>
    <dgm:pt modelId="{CF53FFA0-4C56-4323-ACDE-E501B9360971}">
      <dgm:prSet/>
      <dgm:spPr/>
      <dgm:t>
        <a:bodyPr/>
        <a:lstStyle/>
        <a:p>
          <a:r>
            <a:rPr lang="uk-UA" b="0" i="0"/>
            <a:t>індуїзму</a:t>
          </a:r>
          <a:endParaRPr lang="uk-UA"/>
        </a:p>
      </dgm:t>
    </dgm:pt>
    <dgm:pt modelId="{AEF4CCE4-C73B-4C60-BE59-F10320CF8DA0}" type="parTrans" cxnId="{FDCA6741-53A6-4380-A267-44E3430482DD}">
      <dgm:prSet/>
      <dgm:spPr/>
      <dgm:t>
        <a:bodyPr/>
        <a:lstStyle/>
        <a:p>
          <a:endParaRPr lang="uk-UA"/>
        </a:p>
      </dgm:t>
    </dgm:pt>
    <dgm:pt modelId="{5A6FA521-DFBB-4B9B-AC53-3801C7231397}" type="sibTrans" cxnId="{FDCA6741-53A6-4380-A267-44E3430482DD}">
      <dgm:prSet/>
      <dgm:spPr/>
      <dgm:t>
        <a:bodyPr/>
        <a:lstStyle/>
        <a:p>
          <a:endParaRPr lang="uk-UA"/>
        </a:p>
      </dgm:t>
    </dgm:pt>
    <dgm:pt modelId="{78BAF9E4-1A24-4F3A-9204-DF0D866EED83}">
      <dgm:prSet/>
      <dgm:spPr/>
      <dgm:t>
        <a:bodyPr/>
        <a:lstStyle/>
        <a:p>
          <a:r>
            <a:rPr lang="uk-UA" b="0" i="0"/>
            <a:t>даосизму</a:t>
          </a:r>
          <a:endParaRPr lang="uk-UA"/>
        </a:p>
      </dgm:t>
    </dgm:pt>
    <dgm:pt modelId="{EF65FE02-45CF-4861-AA1E-5501DFE76BB5}" type="parTrans" cxnId="{234E99AE-B34D-497C-AC79-73DF659196EB}">
      <dgm:prSet/>
      <dgm:spPr/>
      <dgm:t>
        <a:bodyPr/>
        <a:lstStyle/>
        <a:p>
          <a:endParaRPr lang="uk-UA"/>
        </a:p>
      </dgm:t>
    </dgm:pt>
    <dgm:pt modelId="{8EF061C7-D575-4189-987E-1362BD4ECB13}" type="sibTrans" cxnId="{234E99AE-B34D-497C-AC79-73DF659196EB}">
      <dgm:prSet/>
      <dgm:spPr/>
      <dgm:t>
        <a:bodyPr/>
        <a:lstStyle/>
        <a:p>
          <a:endParaRPr lang="uk-UA"/>
        </a:p>
      </dgm:t>
    </dgm:pt>
    <dgm:pt modelId="{ECFBB768-1286-4F84-A148-5B301A600C8E}">
      <dgm:prSet/>
      <dgm:spPr/>
      <dgm:t>
        <a:bodyPr/>
        <a:lstStyle/>
        <a:p>
          <a:r>
            <a:rPr lang="uk-UA" b="0" i="0" dirty="0"/>
            <a:t>конфуціанства</a:t>
          </a:r>
          <a:endParaRPr lang="uk-UA" dirty="0"/>
        </a:p>
      </dgm:t>
    </dgm:pt>
    <dgm:pt modelId="{17EA4A82-376F-4015-857A-3B046EA31C21}" type="parTrans" cxnId="{4DCC8AFB-1D28-47F1-ADA2-27A6A6D16E49}">
      <dgm:prSet/>
      <dgm:spPr/>
      <dgm:t>
        <a:bodyPr/>
        <a:lstStyle/>
        <a:p>
          <a:endParaRPr lang="uk-UA"/>
        </a:p>
      </dgm:t>
    </dgm:pt>
    <dgm:pt modelId="{E487891D-2EAE-4C8B-BF9E-BFB4838517CB}" type="sibTrans" cxnId="{4DCC8AFB-1D28-47F1-ADA2-27A6A6D16E49}">
      <dgm:prSet/>
      <dgm:spPr/>
      <dgm:t>
        <a:bodyPr/>
        <a:lstStyle/>
        <a:p>
          <a:endParaRPr lang="uk-UA"/>
        </a:p>
      </dgm:t>
    </dgm:pt>
    <dgm:pt modelId="{BF20800B-9384-43F6-B667-68871ECFB376}" type="pres">
      <dgm:prSet presAssocID="{85FF46E4-10F6-46FD-BD85-0089557EEE20}" presName="compositeShape" presStyleCnt="0">
        <dgm:presLayoutVars>
          <dgm:chMax val="7"/>
          <dgm:dir/>
          <dgm:resizeHandles val="exact"/>
        </dgm:presLayoutVars>
      </dgm:prSet>
      <dgm:spPr/>
    </dgm:pt>
    <dgm:pt modelId="{2162BE4D-5F44-4844-8202-C5070C852082}" type="pres">
      <dgm:prSet presAssocID="{9AE64083-EACB-4FD3-AB6C-03CD6F6D452F}" presName="circ1" presStyleLbl="vennNode1" presStyleIdx="0" presStyleCnt="7"/>
      <dgm:spPr/>
    </dgm:pt>
    <dgm:pt modelId="{9236A6D4-CC32-47E8-8059-C1EABB09CF14}" type="pres">
      <dgm:prSet presAssocID="{9AE64083-EACB-4FD3-AB6C-03CD6F6D452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E4CF44A-EDB0-41C1-81F6-34F8A9B85CCF}" type="pres">
      <dgm:prSet presAssocID="{DC75D819-4F33-4CD3-960B-1F506F091809}" presName="circ2" presStyleLbl="vennNode1" presStyleIdx="1" presStyleCnt="7"/>
      <dgm:spPr/>
    </dgm:pt>
    <dgm:pt modelId="{D9D0967C-CF9F-428D-AA1E-895FFB742671}" type="pres">
      <dgm:prSet presAssocID="{DC75D819-4F33-4CD3-960B-1F506F09180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F7821BD-B99D-4051-9E80-6553143F4C97}" type="pres">
      <dgm:prSet presAssocID="{72C75711-A5E6-4183-BF1A-4F1F63E2AF49}" presName="circ3" presStyleLbl="vennNode1" presStyleIdx="2" presStyleCnt="7"/>
      <dgm:spPr/>
    </dgm:pt>
    <dgm:pt modelId="{0F7D6C42-A79E-4E67-A12F-29947BD78FCD}" type="pres">
      <dgm:prSet presAssocID="{72C75711-A5E6-4183-BF1A-4F1F63E2AF49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308A6EA-7048-4336-BAEF-DD6B322AB834}" type="pres">
      <dgm:prSet presAssocID="{C8937D37-1634-4D0E-A458-A9A799393C0C}" presName="circ4" presStyleLbl="vennNode1" presStyleIdx="3" presStyleCnt="7"/>
      <dgm:spPr/>
    </dgm:pt>
    <dgm:pt modelId="{C6462B9E-5E50-45F8-81F1-5EB16ADBD035}" type="pres">
      <dgm:prSet presAssocID="{C8937D37-1634-4D0E-A458-A9A799393C0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F87CB56-EC27-4807-9105-88B78969C06A}" type="pres">
      <dgm:prSet presAssocID="{CF53FFA0-4C56-4323-ACDE-E501B9360971}" presName="circ5" presStyleLbl="vennNode1" presStyleIdx="4" presStyleCnt="7"/>
      <dgm:spPr/>
    </dgm:pt>
    <dgm:pt modelId="{C9552023-E5BE-49D8-A128-01F80213B730}" type="pres">
      <dgm:prSet presAssocID="{CF53FFA0-4C56-4323-ACDE-E501B936097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5688FFA-C14A-475C-81E2-47744B741EA8}" type="pres">
      <dgm:prSet presAssocID="{78BAF9E4-1A24-4F3A-9204-DF0D866EED83}" presName="circ6" presStyleLbl="vennNode1" presStyleIdx="5" presStyleCnt="7"/>
      <dgm:spPr/>
    </dgm:pt>
    <dgm:pt modelId="{8FF6C3A3-1D77-4053-9D4D-B91A3ABC0F88}" type="pres">
      <dgm:prSet presAssocID="{78BAF9E4-1A24-4F3A-9204-DF0D866EED83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7A62F5D-7BF6-42E0-8342-C69FE313E0A0}" type="pres">
      <dgm:prSet presAssocID="{ECFBB768-1286-4F84-A148-5B301A600C8E}" presName="circ7" presStyleLbl="vennNode1" presStyleIdx="6" presStyleCnt="7"/>
      <dgm:spPr/>
    </dgm:pt>
    <dgm:pt modelId="{9347717A-8C59-4453-AAA7-F2A4278C4726}" type="pres">
      <dgm:prSet presAssocID="{ECFBB768-1286-4F84-A148-5B301A600C8E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A6EDB01-052D-4ABE-B524-30C573FC45A9}" type="presOf" srcId="{DC75D819-4F33-4CD3-960B-1F506F091809}" destId="{D9D0967C-CF9F-428D-AA1E-895FFB742671}" srcOrd="0" destOrd="0" presId="urn:microsoft.com/office/officeart/2005/8/layout/venn1"/>
    <dgm:cxn modelId="{43E4F911-223F-4EF0-B8AD-E206F110B873}" type="presOf" srcId="{78BAF9E4-1A24-4F3A-9204-DF0D866EED83}" destId="{8FF6C3A3-1D77-4053-9D4D-B91A3ABC0F88}" srcOrd="0" destOrd="0" presId="urn:microsoft.com/office/officeart/2005/8/layout/venn1"/>
    <dgm:cxn modelId="{B296FE23-78BB-481B-8B96-86BB4F5B1557}" type="presOf" srcId="{9AE64083-EACB-4FD3-AB6C-03CD6F6D452F}" destId="{9236A6D4-CC32-47E8-8059-C1EABB09CF14}" srcOrd="0" destOrd="0" presId="urn:microsoft.com/office/officeart/2005/8/layout/venn1"/>
    <dgm:cxn modelId="{FDCA6741-53A6-4380-A267-44E3430482DD}" srcId="{85FF46E4-10F6-46FD-BD85-0089557EEE20}" destId="{CF53FFA0-4C56-4323-ACDE-E501B9360971}" srcOrd="4" destOrd="0" parTransId="{AEF4CCE4-C73B-4C60-BE59-F10320CF8DA0}" sibTransId="{5A6FA521-DFBB-4B9B-AC53-3801C7231397}"/>
    <dgm:cxn modelId="{ACECFD72-E824-44BB-93BD-4C559FDB88D8}" srcId="{85FF46E4-10F6-46FD-BD85-0089557EEE20}" destId="{9AE64083-EACB-4FD3-AB6C-03CD6F6D452F}" srcOrd="0" destOrd="0" parTransId="{4F4AF942-E5DA-4C57-8AE6-302F81B79A1E}" sibTransId="{23E24187-0EC2-4395-98AA-141ADCDF66A8}"/>
    <dgm:cxn modelId="{74AB4357-98E1-4B48-B978-440EC0927BD3}" type="presOf" srcId="{85FF46E4-10F6-46FD-BD85-0089557EEE20}" destId="{BF20800B-9384-43F6-B667-68871ECFB376}" srcOrd="0" destOrd="0" presId="urn:microsoft.com/office/officeart/2005/8/layout/venn1"/>
    <dgm:cxn modelId="{F2F20F92-DBA4-4342-9896-B5BCC547E3C1}" type="presOf" srcId="{C8937D37-1634-4D0E-A458-A9A799393C0C}" destId="{C6462B9E-5E50-45F8-81F1-5EB16ADBD035}" srcOrd="0" destOrd="0" presId="urn:microsoft.com/office/officeart/2005/8/layout/venn1"/>
    <dgm:cxn modelId="{1F81BBA5-C88E-49D8-BC32-E3302576DB31}" srcId="{85FF46E4-10F6-46FD-BD85-0089557EEE20}" destId="{DC75D819-4F33-4CD3-960B-1F506F091809}" srcOrd="1" destOrd="0" parTransId="{6F936BE3-93D1-441E-AA82-C3D958615AD7}" sibTransId="{09731F44-B6E3-492A-9B0C-EA13338730D5}"/>
    <dgm:cxn modelId="{234E99AE-B34D-497C-AC79-73DF659196EB}" srcId="{85FF46E4-10F6-46FD-BD85-0089557EEE20}" destId="{78BAF9E4-1A24-4F3A-9204-DF0D866EED83}" srcOrd="5" destOrd="0" parTransId="{EF65FE02-45CF-4861-AA1E-5501DFE76BB5}" sibTransId="{8EF061C7-D575-4189-987E-1362BD4ECB13}"/>
    <dgm:cxn modelId="{1CD4D7CE-6FC9-4EE3-B72C-192ADE3B3780}" srcId="{85FF46E4-10F6-46FD-BD85-0089557EEE20}" destId="{72C75711-A5E6-4183-BF1A-4F1F63E2AF49}" srcOrd="2" destOrd="0" parTransId="{4E3A7C5A-F0F7-486D-AE09-E751CE69D471}" sibTransId="{875FADBB-7127-4425-AE1A-FAD45F81D0DD}"/>
    <dgm:cxn modelId="{902E49D2-98E5-4E54-9643-537216D842CA}" type="presOf" srcId="{ECFBB768-1286-4F84-A148-5B301A600C8E}" destId="{9347717A-8C59-4453-AAA7-F2A4278C4726}" srcOrd="0" destOrd="0" presId="urn:microsoft.com/office/officeart/2005/8/layout/venn1"/>
    <dgm:cxn modelId="{5898F5E7-C79E-40E7-B85F-FBFBEEB726FE}" srcId="{85FF46E4-10F6-46FD-BD85-0089557EEE20}" destId="{C8937D37-1634-4D0E-A458-A9A799393C0C}" srcOrd="3" destOrd="0" parTransId="{B520F1B5-03AC-4060-BA23-CAFDA17BB7B3}" sibTransId="{3C25F79D-03DD-4F89-8E3D-B813B77EECEB}"/>
    <dgm:cxn modelId="{E741EBEA-DA5E-4461-B7DA-895CB420EE83}" type="presOf" srcId="{CF53FFA0-4C56-4323-ACDE-E501B9360971}" destId="{C9552023-E5BE-49D8-A128-01F80213B730}" srcOrd="0" destOrd="0" presId="urn:microsoft.com/office/officeart/2005/8/layout/venn1"/>
    <dgm:cxn modelId="{AE1D12EF-AD75-4957-9DBA-8970BFD2C869}" type="presOf" srcId="{72C75711-A5E6-4183-BF1A-4F1F63E2AF49}" destId="{0F7D6C42-A79E-4E67-A12F-29947BD78FCD}" srcOrd="0" destOrd="0" presId="urn:microsoft.com/office/officeart/2005/8/layout/venn1"/>
    <dgm:cxn modelId="{4DCC8AFB-1D28-47F1-ADA2-27A6A6D16E49}" srcId="{85FF46E4-10F6-46FD-BD85-0089557EEE20}" destId="{ECFBB768-1286-4F84-A148-5B301A600C8E}" srcOrd="6" destOrd="0" parTransId="{17EA4A82-376F-4015-857A-3B046EA31C21}" sibTransId="{E487891D-2EAE-4C8B-BF9E-BFB4838517CB}"/>
    <dgm:cxn modelId="{0454E277-D5EF-4BD5-B642-A97FB17BB90A}" type="presParOf" srcId="{BF20800B-9384-43F6-B667-68871ECFB376}" destId="{2162BE4D-5F44-4844-8202-C5070C852082}" srcOrd="0" destOrd="0" presId="urn:microsoft.com/office/officeart/2005/8/layout/venn1"/>
    <dgm:cxn modelId="{A545D3FA-BB65-493C-9127-DA2212C06084}" type="presParOf" srcId="{BF20800B-9384-43F6-B667-68871ECFB376}" destId="{9236A6D4-CC32-47E8-8059-C1EABB09CF14}" srcOrd="1" destOrd="0" presId="urn:microsoft.com/office/officeart/2005/8/layout/venn1"/>
    <dgm:cxn modelId="{0A947FFB-BCC0-4971-B877-B4C7F4AA85B2}" type="presParOf" srcId="{BF20800B-9384-43F6-B667-68871ECFB376}" destId="{0E4CF44A-EDB0-41C1-81F6-34F8A9B85CCF}" srcOrd="2" destOrd="0" presId="urn:microsoft.com/office/officeart/2005/8/layout/venn1"/>
    <dgm:cxn modelId="{758CAD72-9592-45D6-A2A6-4E6EACC8C591}" type="presParOf" srcId="{BF20800B-9384-43F6-B667-68871ECFB376}" destId="{D9D0967C-CF9F-428D-AA1E-895FFB742671}" srcOrd="3" destOrd="0" presId="urn:microsoft.com/office/officeart/2005/8/layout/venn1"/>
    <dgm:cxn modelId="{1B088476-9CDE-4C38-A9EF-D29A5F648609}" type="presParOf" srcId="{BF20800B-9384-43F6-B667-68871ECFB376}" destId="{4F7821BD-B99D-4051-9E80-6553143F4C97}" srcOrd="4" destOrd="0" presId="urn:microsoft.com/office/officeart/2005/8/layout/venn1"/>
    <dgm:cxn modelId="{F5E466D0-895A-419C-89EB-2F99D168C3FF}" type="presParOf" srcId="{BF20800B-9384-43F6-B667-68871ECFB376}" destId="{0F7D6C42-A79E-4E67-A12F-29947BD78FCD}" srcOrd="5" destOrd="0" presId="urn:microsoft.com/office/officeart/2005/8/layout/venn1"/>
    <dgm:cxn modelId="{C65536FA-CF77-4C5D-909F-3604D2C9CE8F}" type="presParOf" srcId="{BF20800B-9384-43F6-B667-68871ECFB376}" destId="{0308A6EA-7048-4336-BAEF-DD6B322AB834}" srcOrd="6" destOrd="0" presId="urn:microsoft.com/office/officeart/2005/8/layout/venn1"/>
    <dgm:cxn modelId="{2EAF6298-AF5B-4079-B56F-29BBEE64296C}" type="presParOf" srcId="{BF20800B-9384-43F6-B667-68871ECFB376}" destId="{C6462B9E-5E50-45F8-81F1-5EB16ADBD035}" srcOrd="7" destOrd="0" presId="urn:microsoft.com/office/officeart/2005/8/layout/venn1"/>
    <dgm:cxn modelId="{4A21B088-C2CD-4316-9702-E9342F3943F6}" type="presParOf" srcId="{BF20800B-9384-43F6-B667-68871ECFB376}" destId="{0F87CB56-EC27-4807-9105-88B78969C06A}" srcOrd="8" destOrd="0" presId="urn:microsoft.com/office/officeart/2005/8/layout/venn1"/>
    <dgm:cxn modelId="{611CE99C-F8CB-495A-B48F-99DEAB1354EC}" type="presParOf" srcId="{BF20800B-9384-43F6-B667-68871ECFB376}" destId="{C9552023-E5BE-49D8-A128-01F80213B730}" srcOrd="9" destOrd="0" presId="urn:microsoft.com/office/officeart/2005/8/layout/venn1"/>
    <dgm:cxn modelId="{7A25A735-D1C4-46ED-BFA5-99F5B8B0374C}" type="presParOf" srcId="{BF20800B-9384-43F6-B667-68871ECFB376}" destId="{15688FFA-C14A-475C-81E2-47744B741EA8}" srcOrd="10" destOrd="0" presId="urn:microsoft.com/office/officeart/2005/8/layout/venn1"/>
    <dgm:cxn modelId="{F8833A55-10CD-4B9B-99C5-805AE0306014}" type="presParOf" srcId="{BF20800B-9384-43F6-B667-68871ECFB376}" destId="{8FF6C3A3-1D77-4053-9D4D-B91A3ABC0F88}" srcOrd="11" destOrd="0" presId="urn:microsoft.com/office/officeart/2005/8/layout/venn1"/>
    <dgm:cxn modelId="{248FA6E8-7604-42B9-A02E-A1F539DC481A}" type="presParOf" srcId="{BF20800B-9384-43F6-B667-68871ECFB376}" destId="{77A62F5D-7BF6-42E0-8342-C69FE313E0A0}" srcOrd="12" destOrd="0" presId="urn:microsoft.com/office/officeart/2005/8/layout/venn1"/>
    <dgm:cxn modelId="{5A4BBCFF-C6F6-4F1C-BBDD-17C98AC27630}" type="presParOf" srcId="{BF20800B-9384-43F6-B667-68871ECFB376}" destId="{9347717A-8C59-4453-AAA7-F2A4278C4726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DCAFCD16-A800-4261-98C6-C0CD956763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71F7095-0AE2-4B98-9631-44D7C9EA4003}">
      <dgm:prSet/>
      <dgm:spPr/>
      <dgm:t>
        <a:bodyPr/>
        <a:lstStyle/>
        <a:p>
          <a:r>
            <a:rPr lang="ru-RU" b="0" i="0"/>
            <a:t>Святослава Ігоревича</a:t>
          </a:r>
          <a:endParaRPr lang="uk-UA"/>
        </a:p>
      </dgm:t>
    </dgm:pt>
    <dgm:pt modelId="{629F816C-AD95-46E7-93F0-58956812B663}" type="parTrans" cxnId="{2A896BC5-63C6-40B3-AF34-F17D65532BE9}">
      <dgm:prSet/>
      <dgm:spPr/>
      <dgm:t>
        <a:bodyPr/>
        <a:lstStyle/>
        <a:p>
          <a:endParaRPr lang="uk-UA"/>
        </a:p>
      </dgm:t>
    </dgm:pt>
    <dgm:pt modelId="{F1489F48-7A4E-4CA8-8DDD-4BD2967BC93A}" type="sibTrans" cxnId="{2A896BC5-63C6-40B3-AF34-F17D65532BE9}">
      <dgm:prSet/>
      <dgm:spPr/>
      <dgm:t>
        <a:bodyPr/>
        <a:lstStyle/>
        <a:p>
          <a:endParaRPr lang="uk-UA"/>
        </a:p>
      </dgm:t>
    </dgm:pt>
    <dgm:pt modelId="{4C4E4D0A-EFEB-4BDA-A373-F2268E55EF26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6A785D4C-F5BA-4EE1-961E-012671CAFA7C}" type="parTrans" cxnId="{039C06FD-5F84-496E-A923-43F690EE928E}">
      <dgm:prSet/>
      <dgm:spPr/>
      <dgm:t>
        <a:bodyPr/>
        <a:lstStyle/>
        <a:p>
          <a:endParaRPr lang="uk-UA"/>
        </a:p>
      </dgm:t>
    </dgm:pt>
    <dgm:pt modelId="{556868CC-7098-46EF-BDE1-E9BC6293DA3D}" type="sibTrans" cxnId="{039C06FD-5F84-496E-A923-43F690EE928E}">
      <dgm:prSet/>
      <dgm:spPr/>
      <dgm:t>
        <a:bodyPr/>
        <a:lstStyle/>
        <a:p>
          <a:endParaRPr lang="uk-UA"/>
        </a:p>
      </dgm:t>
    </dgm:pt>
    <dgm:pt modelId="{93DF5BAE-59F2-4CAE-82AB-7A4875426FAF}">
      <dgm:prSet/>
      <dgm:spPr/>
      <dgm:t>
        <a:bodyPr/>
        <a:lstStyle/>
        <a:p>
          <a:r>
            <a:rPr lang="ru-RU" b="0" i="0"/>
            <a:t>Ярослава Мудрого</a:t>
          </a:r>
          <a:endParaRPr lang="uk-UA"/>
        </a:p>
      </dgm:t>
    </dgm:pt>
    <dgm:pt modelId="{E06A9F1F-7ABD-4865-A4F9-65E4D4A19D1E}" type="parTrans" cxnId="{6F6F9EE7-A429-42DF-9C2B-6EE46E1740E8}">
      <dgm:prSet/>
      <dgm:spPr/>
      <dgm:t>
        <a:bodyPr/>
        <a:lstStyle/>
        <a:p>
          <a:endParaRPr lang="uk-UA"/>
        </a:p>
      </dgm:t>
    </dgm:pt>
    <dgm:pt modelId="{32702B94-3981-4AB1-8A18-BABF9AA84062}" type="sibTrans" cxnId="{6F6F9EE7-A429-42DF-9C2B-6EE46E1740E8}">
      <dgm:prSet/>
      <dgm:spPr/>
      <dgm:t>
        <a:bodyPr/>
        <a:lstStyle/>
        <a:p>
          <a:endParaRPr lang="uk-UA"/>
        </a:p>
      </dgm:t>
    </dgm:pt>
    <dgm:pt modelId="{10B69236-CA48-41DD-A886-C63756B0202F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14A307A8-8DB0-4779-A827-28EAB901E834}" type="parTrans" cxnId="{DCD464D3-F7D3-42AB-8BEA-05FC02E4DB21}">
      <dgm:prSet/>
      <dgm:spPr/>
      <dgm:t>
        <a:bodyPr/>
        <a:lstStyle/>
        <a:p>
          <a:endParaRPr lang="uk-UA"/>
        </a:p>
      </dgm:t>
    </dgm:pt>
    <dgm:pt modelId="{26EAC82C-2C2E-40A2-A0BC-BCA0B3F9CBEC}" type="sibTrans" cxnId="{DCD464D3-F7D3-42AB-8BEA-05FC02E4DB21}">
      <dgm:prSet/>
      <dgm:spPr/>
      <dgm:t>
        <a:bodyPr/>
        <a:lstStyle/>
        <a:p>
          <a:endParaRPr lang="uk-UA"/>
        </a:p>
      </dgm:t>
    </dgm:pt>
    <dgm:pt modelId="{D6258D6A-6B7F-43FE-AA45-8E2D1A66F4F4}" type="pres">
      <dgm:prSet presAssocID="{DCAFCD16-A800-4261-98C6-C0CD956763C2}" presName="linear" presStyleCnt="0">
        <dgm:presLayoutVars>
          <dgm:animLvl val="lvl"/>
          <dgm:resizeHandles val="exact"/>
        </dgm:presLayoutVars>
      </dgm:prSet>
      <dgm:spPr/>
    </dgm:pt>
    <dgm:pt modelId="{F3FCB433-C911-4ACF-AE38-9F7A417C1790}" type="pres">
      <dgm:prSet presAssocID="{071F7095-0AE2-4B98-9631-44D7C9EA40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991308-B94B-46E1-803D-315F4F178172}" type="pres">
      <dgm:prSet presAssocID="{F1489F48-7A4E-4CA8-8DDD-4BD2967BC93A}" presName="spacer" presStyleCnt="0"/>
      <dgm:spPr/>
    </dgm:pt>
    <dgm:pt modelId="{8A8E5730-5D0C-41A5-A3EB-2581B1D8DFB9}" type="pres">
      <dgm:prSet presAssocID="{4C4E4D0A-EFEB-4BDA-A373-F2268E55EF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97B2BC-9BFC-49A5-B285-F997179433B4}" type="pres">
      <dgm:prSet presAssocID="{556868CC-7098-46EF-BDE1-E9BC6293DA3D}" presName="spacer" presStyleCnt="0"/>
      <dgm:spPr/>
    </dgm:pt>
    <dgm:pt modelId="{C8C68AE7-43B1-4A7E-A206-DCD391849607}" type="pres">
      <dgm:prSet presAssocID="{93DF5BAE-59F2-4CAE-82AB-7A4875426F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2F6EB7-1B61-4D61-928E-6F6B9C07D4BB}" type="pres">
      <dgm:prSet presAssocID="{32702B94-3981-4AB1-8A18-BABF9AA84062}" presName="spacer" presStyleCnt="0"/>
      <dgm:spPr/>
    </dgm:pt>
    <dgm:pt modelId="{93535F48-1DA5-4FA3-8703-1486CF03F893}" type="pres">
      <dgm:prSet presAssocID="{10B69236-CA48-41DD-A886-C63756B02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C77208-440E-4353-83AF-2CE52DA1672D}" type="presOf" srcId="{10B69236-CA48-41DD-A886-C63756B0202F}" destId="{93535F48-1DA5-4FA3-8703-1486CF03F893}" srcOrd="0" destOrd="0" presId="urn:microsoft.com/office/officeart/2005/8/layout/vList2"/>
    <dgm:cxn modelId="{3C692848-AE79-4312-A995-E1ED96EBF1E9}" type="presOf" srcId="{DCAFCD16-A800-4261-98C6-C0CD956763C2}" destId="{D6258D6A-6B7F-43FE-AA45-8E2D1A66F4F4}" srcOrd="0" destOrd="0" presId="urn:microsoft.com/office/officeart/2005/8/layout/vList2"/>
    <dgm:cxn modelId="{CB311F70-8D8D-4581-B6BB-C04FA07FF030}" type="presOf" srcId="{071F7095-0AE2-4B98-9631-44D7C9EA4003}" destId="{F3FCB433-C911-4ACF-AE38-9F7A417C1790}" srcOrd="0" destOrd="0" presId="urn:microsoft.com/office/officeart/2005/8/layout/vList2"/>
    <dgm:cxn modelId="{2A896BC5-63C6-40B3-AF34-F17D65532BE9}" srcId="{DCAFCD16-A800-4261-98C6-C0CD956763C2}" destId="{071F7095-0AE2-4B98-9631-44D7C9EA4003}" srcOrd="0" destOrd="0" parTransId="{629F816C-AD95-46E7-93F0-58956812B663}" sibTransId="{F1489F48-7A4E-4CA8-8DDD-4BD2967BC93A}"/>
    <dgm:cxn modelId="{DCD464D3-F7D3-42AB-8BEA-05FC02E4DB21}" srcId="{DCAFCD16-A800-4261-98C6-C0CD956763C2}" destId="{10B69236-CA48-41DD-A886-C63756B0202F}" srcOrd="3" destOrd="0" parTransId="{14A307A8-8DB0-4779-A827-28EAB901E834}" sibTransId="{26EAC82C-2C2E-40A2-A0BC-BCA0B3F9CBEC}"/>
    <dgm:cxn modelId="{1A551BD7-DB22-4FDB-89DA-AE0069805938}" type="presOf" srcId="{4C4E4D0A-EFEB-4BDA-A373-F2268E55EF26}" destId="{8A8E5730-5D0C-41A5-A3EB-2581B1D8DFB9}" srcOrd="0" destOrd="0" presId="urn:microsoft.com/office/officeart/2005/8/layout/vList2"/>
    <dgm:cxn modelId="{6F6F9EE7-A429-42DF-9C2B-6EE46E1740E8}" srcId="{DCAFCD16-A800-4261-98C6-C0CD956763C2}" destId="{93DF5BAE-59F2-4CAE-82AB-7A4875426FAF}" srcOrd="2" destOrd="0" parTransId="{E06A9F1F-7ABD-4865-A4F9-65E4D4A19D1E}" sibTransId="{32702B94-3981-4AB1-8A18-BABF9AA84062}"/>
    <dgm:cxn modelId="{B65B51F0-0260-4A7F-9259-BE2B62E3BD4C}" type="presOf" srcId="{93DF5BAE-59F2-4CAE-82AB-7A4875426FAF}" destId="{C8C68AE7-43B1-4A7E-A206-DCD391849607}" srcOrd="0" destOrd="0" presId="urn:microsoft.com/office/officeart/2005/8/layout/vList2"/>
    <dgm:cxn modelId="{039C06FD-5F84-496E-A923-43F690EE928E}" srcId="{DCAFCD16-A800-4261-98C6-C0CD956763C2}" destId="{4C4E4D0A-EFEB-4BDA-A373-F2268E55EF26}" srcOrd="1" destOrd="0" parTransId="{6A785D4C-F5BA-4EE1-961E-012671CAFA7C}" sibTransId="{556868CC-7098-46EF-BDE1-E9BC6293DA3D}"/>
    <dgm:cxn modelId="{0EDF26D5-9375-4148-BB18-4F6DFCA1F2D5}" type="presParOf" srcId="{D6258D6A-6B7F-43FE-AA45-8E2D1A66F4F4}" destId="{F3FCB433-C911-4ACF-AE38-9F7A417C1790}" srcOrd="0" destOrd="0" presId="urn:microsoft.com/office/officeart/2005/8/layout/vList2"/>
    <dgm:cxn modelId="{27669BFE-C8A7-4B94-AFBE-3550843B7D2D}" type="presParOf" srcId="{D6258D6A-6B7F-43FE-AA45-8E2D1A66F4F4}" destId="{22991308-B94B-46E1-803D-315F4F178172}" srcOrd="1" destOrd="0" presId="urn:microsoft.com/office/officeart/2005/8/layout/vList2"/>
    <dgm:cxn modelId="{038CBFBE-21D7-487D-96A0-F56E8FDCB6BD}" type="presParOf" srcId="{D6258D6A-6B7F-43FE-AA45-8E2D1A66F4F4}" destId="{8A8E5730-5D0C-41A5-A3EB-2581B1D8DFB9}" srcOrd="2" destOrd="0" presId="urn:microsoft.com/office/officeart/2005/8/layout/vList2"/>
    <dgm:cxn modelId="{DB3BDF5B-3738-4490-802B-C7AE3D0E2C32}" type="presParOf" srcId="{D6258D6A-6B7F-43FE-AA45-8E2D1A66F4F4}" destId="{D797B2BC-9BFC-49A5-B285-F997179433B4}" srcOrd="3" destOrd="0" presId="urn:microsoft.com/office/officeart/2005/8/layout/vList2"/>
    <dgm:cxn modelId="{B8A50EB5-F777-47DE-B2C0-79BDF7558123}" type="presParOf" srcId="{D6258D6A-6B7F-43FE-AA45-8E2D1A66F4F4}" destId="{C8C68AE7-43B1-4A7E-A206-DCD391849607}" srcOrd="4" destOrd="0" presId="urn:microsoft.com/office/officeart/2005/8/layout/vList2"/>
    <dgm:cxn modelId="{800443CB-D092-40E3-80B8-A6618821C278}" type="presParOf" srcId="{D6258D6A-6B7F-43FE-AA45-8E2D1A66F4F4}" destId="{482F6EB7-1B61-4D61-928E-6F6B9C07D4BB}" srcOrd="5" destOrd="0" presId="urn:microsoft.com/office/officeart/2005/8/layout/vList2"/>
    <dgm:cxn modelId="{2A749808-3077-4D74-90B3-42A8A2B9BDE9}" type="presParOf" srcId="{D6258D6A-6B7F-43FE-AA45-8E2D1A66F4F4}" destId="{93535F48-1DA5-4FA3-8703-1486CF03F8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E022328-31D0-48DA-97FF-9D738AD41F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3E99465-E18C-4F48-99BA-E0B58CEE4687}">
      <dgm:prSet/>
      <dgm:spPr/>
      <dgm:t>
        <a:bodyPr/>
        <a:lstStyle/>
        <a:p>
          <a:r>
            <a:rPr lang="uk-UA" b="0" i="0"/>
            <a:t>завершення будівництва Софійського собору</a:t>
          </a:r>
          <a:endParaRPr lang="uk-UA"/>
        </a:p>
      </dgm:t>
    </dgm:pt>
    <dgm:pt modelId="{E147BE42-371E-45B0-BD0A-4AA210EBF565}" type="parTrans" cxnId="{76D15E04-6231-459D-98E4-EFA7BF7D9D33}">
      <dgm:prSet/>
      <dgm:spPr/>
      <dgm:t>
        <a:bodyPr/>
        <a:lstStyle/>
        <a:p>
          <a:endParaRPr lang="uk-UA"/>
        </a:p>
      </dgm:t>
    </dgm:pt>
    <dgm:pt modelId="{29CA2476-2F5A-4F00-95B9-EE202E7C4580}" type="sibTrans" cxnId="{76D15E04-6231-459D-98E4-EFA7BF7D9D33}">
      <dgm:prSet/>
      <dgm:spPr/>
      <dgm:t>
        <a:bodyPr/>
        <a:lstStyle/>
        <a:p>
          <a:endParaRPr lang="uk-UA"/>
        </a:p>
      </dgm:t>
    </dgm:pt>
    <dgm:pt modelId="{2932E165-56DF-4F79-A336-FE45BDC9F7D0}">
      <dgm:prSet/>
      <dgm:spPr/>
      <dgm:t>
        <a:bodyPr/>
        <a:lstStyle/>
        <a:p>
          <a:r>
            <a:rPr lang="uk-UA" b="0" i="0" dirty="0"/>
            <a:t>початок будівництва Десятинної церкви</a:t>
          </a:r>
          <a:endParaRPr lang="uk-UA" dirty="0"/>
        </a:p>
      </dgm:t>
    </dgm:pt>
    <dgm:pt modelId="{C5A4B9FD-2FFB-41F4-A8E0-334AC973515F}" type="parTrans" cxnId="{AC9D02E5-BF01-414F-8969-99CED371B273}">
      <dgm:prSet/>
      <dgm:spPr/>
      <dgm:t>
        <a:bodyPr/>
        <a:lstStyle/>
        <a:p>
          <a:endParaRPr lang="uk-UA"/>
        </a:p>
      </dgm:t>
    </dgm:pt>
    <dgm:pt modelId="{1243A527-0DB3-4961-AF62-A6A0BCE13678}" type="sibTrans" cxnId="{AC9D02E5-BF01-414F-8969-99CED371B273}">
      <dgm:prSet/>
      <dgm:spPr/>
      <dgm:t>
        <a:bodyPr/>
        <a:lstStyle/>
        <a:p>
          <a:endParaRPr lang="uk-UA"/>
        </a:p>
      </dgm:t>
    </dgm:pt>
    <dgm:pt modelId="{BD6D6E78-D843-4888-80FD-72CA791A7AC0}">
      <dgm:prSet/>
      <dgm:spPr/>
      <dgm:t>
        <a:bodyPr/>
        <a:lstStyle/>
        <a:p>
          <a:r>
            <a:rPr lang="uk-UA" b="0" i="0"/>
            <a:t>створення пантеону язичницьких богів</a:t>
          </a:r>
          <a:endParaRPr lang="uk-UA"/>
        </a:p>
      </dgm:t>
    </dgm:pt>
    <dgm:pt modelId="{CC645A8C-D650-43C6-8524-3C1EB234639E}" type="parTrans" cxnId="{A53EB8F9-19AD-458C-97C1-0A698745DFDC}">
      <dgm:prSet/>
      <dgm:spPr/>
      <dgm:t>
        <a:bodyPr/>
        <a:lstStyle/>
        <a:p>
          <a:endParaRPr lang="uk-UA"/>
        </a:p>
      </dgm:t>
    </dgm:pt>
    <dgm:pt modelId="{F7FF720C-4320-4FE9-A019-0AA9D66BE333}" type="sibTrans" cxnId="{A53EB8F9-19AD-458C-97C1-0A698745DFDC}">
      <dgm:prSet/>
      <dgm:spPr/>
      <dgm:t>
        <a:bodyPr/>
        <a:lstStyle/>
        <a:p>
          <a:endParaRPr lang="uk-UA"/>
        </a:p>
      </dgm:t>
    </dgm:pt>
    <dgm:pt modelId="{FDB71429-3DC8-4D9C-8356-041343478F56}">
      <dgm:prSet/>
      <dgm:spPr/>
      <dgm:t>
        <a:bodyPr/>
        <a:lstStyle/>
        <a:p>
          <a:r>
            <a:rPr lang="uk-UA" b="0" i="0" dirty="0"/>
            <a:t>призначення Іларіона митрополитом Київським</a:t>
          </a:r>
          <a:endParaRPr lang="uk-UA" dirty="0"/>
        </a:p>
      </dgm:t>
    </dgm:pt>
    <dgm:pt modelId="{6A6C8432-F6C3-40DD-A6AD-709E7CDC640B}" type="parTrans" cxnId="{F80A8378-86BC-4A0E-B6C2-3B7315BA5186}">
      <dgm:prSet/>
      <dgm:spPr/>
      <dgm:t>
        <a:bodyPr/>
        <a:lstStyle/>
        <a:p>
          <a:endParaRPr lang="uk-UA"/>
        </a:p>
      </dgm:t>
    </dgm:pt>
    <dgm:pt modelId="{02C05B64-F3A9-4A97-94D8-21C35CA540DC}" type="sibTrans" cxnId="{F80A8378-86BC-4A0E-B6C2-3B7315BA5186}">
      <dgm:prSet/>
      <dgm:spPr/>
      <dgm:t>
        <a:bodyPr/>
        <a:lstStyle/>
        <a:p>
          <a:endParaRPr lang="uk-UA"/>
        </a:p>
      </dgm:t>
    </dgm:pt>
    <dgm:pt modelId="{AA0A7708-73BB-403E-B806-403BFFED1257}" type="pres">
      <dgm:prSet presAssocID="{DE022328-31D0-48DA-97FF-9D738AD41F57}" presName="linear" presStyleCnt="0">
        <dgm:presLayoutVars>
          <dgm:animLvl val="lvl"/>
          <dgm:resizeHandles val="exact"/>
        </dgm:presLayoutVars>
      </dgm:prSet>
      <dgm:spPr/>
    </dgm:pt>
    <dgm:pt modelId="{5D0B5F64-DA87-4D7E-BF4B-525F22000BB7}" type="pres">
      <dgm:prSet presAssocID="{A3E99465-E18C-4F48-99BA-E0B58CEE46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6779F9-9C09-4950-B564-871A783C7B33}" type="pres">
      <dgm:prSet presAssocID="{29CA2476-2F5A-4F00-95B9-EE202E7C4580}" presName="spacer" presStyleCnt="0"/>
      <dgm:spPr/>
    </dgm:pt>
    <dgm:pt modelId="{368835D4-98C5-4255-B757-F0C8C94D7C9F}" type="pres">
      <dgm:prSet presAssocID="{2932E165-56DF-4F79-A336-FE45BDC9F7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384423-B1BE-481A-8187-AB3955F03EC6}" type="pres">
      <dgm:prSet presAssocID="{1243A527-0DB3-4961-AF62-A6A0BCE13678}" presName="spacer" presStyleCnt="0"/>
      <dgm:spPr/>
    </dgm:pt>
    <dgm:pt modelId="{8CC73940-3EBD-4626-B2AD-55D89653DF62}" type="pres">
      <dgm:prSet presAssocID="{BD6D6E78-D843-4888-80FD-72CA791A7A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9D30B8-573E-4ACD-89B2-DAE8C4E885BE}" type="pres">
      <dgm:prSet presAssocID="{F7FF720C-4320-4FE9-A019-0AA9D66BE333}" presName="spacer" presStyleCnt="0"/>
      <dgm:spPr/>
    </dgm:pt>
    <dgm:pt modelId="{CABD7D6A-FDB1-4596-9B23-82F387985B25}" type="pres">
      <dgm:prSet presAssocID="{FDB71429-3DC8-4D9C-8356-041343478F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6D15E04-6231-459D-98E4-EFA7BF7D9D33}" srcId="{DE022328-31D0-48DA-97FF-9D738AD41F57}" destId="{A3E99465-E18C-4F48-99BA-E0B58CEE4687}" srcOrd="0" destOrd="0" parTransId="{E147BE42-371E-45B0-BD0A-4AA210EBF565}" sibTransId="{29CA2476-2F5A-4F00-95B9-EE202E7C4580}"/>
    <dgm:cxn modelId="{A0CBF75F-E519-4169-9A67-1D7C01D52E3E}" type="presOf" srcId="{BD6D6E78-D843-4888-80FD-72CA791A7AC0}" destId="{8CC73940-3EBD-4626-B2AD-55D89653DF62}" srcOrd="0" destOrd="0" presId="urn:microsoft.com/office/officeart/2005/8/layout/vList2"/>
    <dgm:cxn modelId="{F80A8378-86BC-4A0E-B6C2-3B7315BA5186}" srcId="{DE022328-31D0-48DA-97FF-9D738AD41F57}" destId="{FDB71429-3DC8-4D9C-8356-041343478F56}" srcOrd="3" destOrd="0" parTransId="{6A6C8432-F6C3-40DD-A6AD-709E7CDC640B}" sibTransId="{02C05B64-F3A9-4A97-94D8-21C35CA540DC}"/>
    <dgm:cxn modelId="{2C0550B7-E6DB-4A9A-A04A-7A7A881B3F45}" type="presOf" srcId="{FDB71429-3DC8-4D9C-8356-041343478F56}" destId="{CABD7D6A-FDB1-4596-9B23-82F387985B25}" srcOrd="0" destOrd="0" presId="urn:microsoft.com/office/officeart/2005/8/layout/vList2"/>
    <dgm:cxn modelId="{F78A81C5-62C9-4A5A-BC10-3AED9926FDE6}" type="presOf" srcId="{2932E165-56DF-4F79-A336-FE45BDC9F7D0}" destId="{368835D4-98C5-4255-B757-F0C8C94D7C9F}" srcOrd="0" destOrd="0" presId="urn:microsoft.com/office/officeart/2005/8/layout/vList2"/>
    <dgm:cxn modelId="{8EECCFC5-B16F-430E-8BBC-2A231DDF1E61}" type="presOf" srcId="{DE022328-31D0-48DA-97FF-9D738AD41F57}" destId="{AA0A7708-73BB-403E-B806-403BFFED1257}" srcOrd="0" destOrd="0" presId="urn:microsoft.com/office/officeart/2005/8/layout/vList2"/>
    <dgm:cxn modelId="{D1FCFDD0-951D-40B1-96AA-396271A7D3D3}" type="presOf" srcId="{A3E99465-E18C-4F48-99BA-E0B58CEE4687}" destId="{5D0B5F64-DA87-4D7E-BF4B-525F22000BB7}" srcOrd="0" destOrd="0" presId="urn:microsoft.com/office/officeart/2005/8/layout/vList2"/>
    <dgm:cxn modelId="{AC9D02E5-BF01-414F-8969-99CED371B273}" srcId="{DE022328-31D0-48DA-97FF-9D738AD41F57}" destId="{2932E165-56DF-4F79-A336-FE45BDC9F7D0}" srcOrd="1" destOrd="0" parTransId="{C5A4B9FD-2FFB-41F4-A8E0-334AC973515F}" sibTransId="{1243A527-0DB3-4961-AF62-A6A0BCE13678}"/>
    <dgm:cxn modelId="{A53EB8F9-19AD-458C-97C1-0A698745DFDC}" srcId="{DE022328-31D0-48DA-97FF-9D738AD41F57}" destId="{BD6D6E78-D843-4888-80FD-72CA791A7AC0}" srcOrd="2" destOrd="0" parTransId="{CC645A8C-D650-43C6-8524-3C1EB234639E}" sibTransId="{F7FF720C-4320-4FE9-A019-0AA9D66BE333}"/>
    <dgm:cxn modelId="{4FBB8764-6999-464B-AD4C-94E5AD7F8532}" type="presParOf" srcId="{AA0A7708-73BB-403E-B806-403BFFED1257}" destId="{5D0B5F64-DA87-4D7E-BF4B-525F22000BB7}" srcOrd="0" destOrd="0" presId="urn:microsoft.com/office/officeart/2005/8/layout/vList2"/>
    <dgm:cxn modelId="{B02EADDF-EC47-43AE-988F-245598AD3D94}" type="presParOf" srcId="{AA0A7708-73BB-403E-B806-403BFFED1257}" destId="{EA6779F9-9C09-4950-B564-871A783C7B33}" srcOrd="1" destOrd="0" presId="urn:microsoft.com/office/officeart/2005/8/layout/vList2"/>
    <dgm:cxn modelId="{512B170D-1F49-4F18-921E-8BD22C1C133D}" type="presParOf" srcId="{AA0A7708-73BB-403E-B806-403BFFED1257}" destId="{368835D4-98C5-4255-B757-F0C8C94D7C9F}" srcOrd="2" destOrd="0" presId="urn:microsoft.com/office/officeart/2005/8/layout/vList2"/>
    <dgm:cxn modelId="{DF9C1C4D-D112-40B1-B6AD-71D0CEB29C6D}" type="presParOf" srcId="{AA0A7708-73BB-403E-B806-403BFFED1257}" destId="{B7384423-B1BE-481A-8187-AB3955F03EC6}" srcOrd="3" destOrd="0" presId="urn:microsoft.com/office/officeart/2005/8/layout/vList2"/>
    <dgm:cxn modelId="{F3B3417B-E4F2-4C1B-B8CF-E5865DB55296}" type="presParOf" srcId="{AA0A7708-73BB-403E-B806-403BFFED1257}" destId="{8CC73940-3EBD-4626-B2AD-55D89653DF62}" srcOrd="4" destOrd="0" presId="urn:microsoft.com/office/officeart/2005/8/layout/vList2"/>
    <dgm:cxn modelId="{6CBF6534-AA9F-4F92-8004-D806EDDC8BDC}" type="presParOf" srcId="{AA0A7708-73BB-403E-B806-403BFFED1257}" destId="{E29D30B8-573E-4ACD-89B2-DAE8C4E885BE}" srcOrd="5" destOrd="0" presId="urn:microsoft.com/office/officeart/2005/8/layout/vList2"/>
    <dgm:cxn modelId="{4A7D28B3-B200-4564-AD8E-DC453F276316}" type="presParOf" srcId="{AA0A7708-73BB-403E-B806-403BFFED1257}" destId="{CABD7D6A-FDB1-4596-9B23-82F387985B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4F60E40B-48D8-4E3C-970B-B0DF80CB07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C243625-174F-4C5F-B091-4B20FAEBEFAC}">
      <dgm:prSet/>
      <dgm:spPr/>
      <dgm:t>
        <a:bodyPr/>
        <a:lstStyle/>
        <a:p>
          <a:r>
            <a:rPr lang="uk-UA" b="0" i="0"/>
            <a:t>укладення «Руської правди»</a:t>
          </a:r>
          <a:endParaRPr lang="uk-UA"/>
        </a:p>
      </dgm:t>
    </dgm:pt>
    <dgm:pt modelId="{7E2E41A8-2F6B-4D7F-BC79-BA7820B9CC45}" type="parTrans" cxnId="{C116F54C-0E91-4AD1-86BA-373C45895FCB}">
      <dgm:prSet/>
      <dgm:spPr/>
      <dgm:t>
        <a:bodyPr/>
        <a:lstStyle/>
        <a:p>
          <a:endParaRPr lang="uk-UA"/>
        </a:p>
      </dgm:t>
    </dgm:pt>
    <dgm:pt modelId="{3F718C76-7A6C-4F7F-BD72-027EEE8F94E4}" type="sibTrans" cxnId="{C116F54C-0E91-4AD1-86BA-373C45895FCB}">
      <dgm:prSet/>
      <dgm:spPr/>
      <dgm:t>
        <a:bodyPr/>
        <a:lstStyle/>
        <a:p>
          <a:endParaRPr lang="uk-UA"/>
        </a:p>
      </dgm:t>
    </dgm:pt>
    <dgm:pt modelId="{71600978-0B06-4357-966F-A67A45625E70}">
      <dgm:prSet/>
      <dgm:spPr/>
      <dgm:t>
        <a:bodyPr/>
        <a:lstStyle/>
        <a:p>
          <a:r>
            <a:rPr lang="uk-UA" b="0" i="0" dirty="0"/>
            <a:t>будівництво Михайлівського Золотоверхого собору</a:t>
          </a:r>
          <a:endParaRPr lang="uk-UA" dirty="0"/>
        </a:p>
      </dgm:t>
    </dgm:pt>
    <dgm:pt modelId="{0D4014BF-846D-41C9-85CA-E9D3F0878173}" type="parTrans" cxnId="{F71E3BAD-3709-4A5A-9C17-4426731A6EAA}">
      <dgm:prSet/>
      <dgm:spPr/>
      <dgm:t>
        <a:bodyPr/>
        <a:lstStyle/>
        <a:p>
          <a:endParaRPr lang="uk-UA"/>
        </a:p>
      </dgm:t>
    </dgm:pt>
    <dgm:pt modelId="{46A2DD7A-4680-475F-8765-FE48B068EA60}" type="sibTrans" cxnId="{F71E3BAD-3709-4A5A-9C17-4426731A6EAA}">
      <dgm:prSet/>
      <dgm:spPr/>
      <dgm:t>
        <a:bodyPr/>
        <a:lstStyle/>
        <a:p>
          <a:endParaRPr lang="uk-UA"/>
        </a:p>
      </dgm:t>
    </dgm:pt>
    <dgm:pt modelId="{96A5E21F-BFDC-4A2C-BCED-2D9E5F1ADD98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</a:t>
          </a:r>
          <a:endParaRPr lang="uk-UA" dirty="0"/>
        </a:p>
      </dgm:t>
    </dgm:pt>
    <dgm:pt modelId="{AAFB3ABB-8D0E-4D12-B90C-4F7AA00BC3C7}" type="parTrans" cxnId="{0B326DF2-343A-46D6-ABAF-8A50D137F929}">
      <dgm:prSet/>
      <dgm:spPr/>
      <dgm:t>
        <a:bodyPr/>
        <a:lstStyle/>
        <a:p>
          <a:endParaRPr lang="uk-UA"/>
        </a:p>
      </dgm:t>
    </dgm:pt>
    <dgm:pt modelId="{D4FCA3EA-529D-456B-B69F-623776BEB538}" type="sibTrans" cxnId="{0B326DF2-343A-46D6-ABAF-8A50D137F929}">
      <dgm:prSet/>
      <dgm:spPr/>
      <dgm:t>
        <a:bodyPr/>
        <a:lstStyle/>
        <a:p>
          <a:endParaRPr lang="uk-UA"/>
        </a:p>
      </dgm:t>
    </dgm:pt>
    <dgm:pt modelId="{8A99D59D-E2A7-47A1-B5B9-77BA632CBF2E}">
      <dgm:prSet/>
      <dgm:spPr/>
      <dgm:t>
        <a:bodyPr/>
        <a:lstStyle/>
        <a:p>
          <a:r>
            <a:rPr lang="uk-UA" b="0" i="0" dirty="0"/>
            <a:t>обрання Іларіона митрополитом Київським</a:t>
          </a:r>
          <a:endParaRPr lang="uk-UA" dirty="0"/>
        </a:p>
      </dgm:t>
    </dgm:pt>
    <dgm:pt modelId="{27F59DEC-B40B-4D8C-A467-D2026FA48700}" type="parTrans" cxnId="{32E7CB03-49D6-4024-B46F-47962165BB80}">
      <dgm:prSet/>
      <dgm:spPr/>
      <dgm:t>
        <a:bodyPr/>
        <a:lstStyle/>
        <a:p>
          <a:endParaRPr lang="uk-UA"/>
        </a:p>
      </dgm:t>
    </dgm:pt>
    <dgm:pt modelId="{44C5D503-44BF-4798-A404-BE719F702144}" type="sibTrans" cxnId="{32E7CB03-49D6-4024-B46F-47962165BB80}">
      <dgm:prSet/>
      <dgm:spPr/>
      <dgm:t>
        <a:bodyPr/>
        <a:lstStyle/>
        <a:p>
          <a:endParaRPr lang="uk-UA"/>
        </a:p>
      </dgm:t>
    </dgm:pt>
    <dgm:pt modelId="{51C6E263-832B-4AE0-86FC-BD1E274BECA9}" type="pres">
      <dgm:prSet presAssocID="{4F60E40B-48D8-4E3C-970B-B0DF80CB076C}" presName="linear" presStyleCnt="0">
        <dgm:presLayoutVars>
          <dgm:animLvl val="lvl"/>
          <dgm:resizeHandles val="exact"/>
        </dgm:presLayoutVars>
      </dgm:prSet>
      <dgm:spPr/>
    </dgm:pt>
    <dgm:pt modelId="{6FD99BEE-7A1C-447D-BCAA-07F7BF604D96}" type="pres">
      <dgm:prSet presAssocID="{0C243625-174F-4C5F-B091-4B20FAEBEFA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B2587A-2108-4396-A2AB-1D4FBF39614C}" type="pres">
      <dgm:prSet presAssocID="{3F718C76-7A6C-4F7F-BD72-027EEE8F94E4}" presName="spacer" presStyleCnt="0"/>
      <dgm:spPr/>
    </dgm:pt>
    <dgm:pt modelId="{DD5B7D4A-57DE-4800-924E-E21F404292EE}" type="pres">
      <dgm:prSet presAssocID="{71600978-0B06-4357-966F-A67A45625E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BBDD3E-3BB2-4A73-9DE7-8A6500238C15}" type="pres">
      <dgm:prSet presAssocID="{46A2DD7A-4680-475F-8765-FE48B068EA60}" presName="spacer" presStyleCnt="0"/>
      <dgm:spPr/>
    </dgm:pt>
    <dgm:pt modelId="{34D58FAA-B08C-4778-8508-F2AE9F07B769}" type="pres">
      <dgm:prSet presAssocID="{96A5E21F-BFDC-4A2C-BCED-2D9E5F1ADD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0AAB0F-127E-4FCD-A63C-EE755BDB902C}" type="pres">
      <dgm:prSet presAssocID="{D4FCA3EA-529D-456B-B69F-623776BEB538}" presName="spacer" presStyleCnt="0"/>
      <dgm:spPr/>
    </dgm:pt>
    <dgm:pt modelId="{D86B956C-25F1-401E-A551-E9F3D72EE62B}" type="pres">
      <dgm:prSet presAssocID="{8A99D59D-E2A7-47A1-B5B9-77BA632CBF2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E7CB03-49D6-4024-B46F-47962165BB80}" srcId="{4F60E40B-48D8-4E3C-970B-B0DF80CB076C}" destId="{8A99D59D-E2A7-47A1-B5B9-77BA632CBF2E}" srcOrd="3" destOrd="0" parTransId="{27F59DEC-B40B-4D8C-A467-D2026FA48700}" sibTransId="{44C5D503-44BF-4798-A404-BE719F702144}"/>
    <dgm:cxn modelId="{9204912C-E514-4CDE-89B1-FDDC0AF9DDBB}" type="presOf" srcId="{0C243625-174F-4C5F-B091-4B20FAEBEFAC}" destId="{6FD99BEE-7A1C-447D-BCAA-07F7BF604D96}" srcOrd="0" destOrd="0" presId="urn:microsoft.com/office/officeart/2005/8/layout/vList2"/>
    <dgm:cxn modelId="{C116F54C-0E91-4AD1-86BA-373C45895FCB}" srcId="{4F60E40B-48D8-4E3C-970B-B0DF80CB076C}" destId="{0C243625-174F-4C5F-B091-4B20FAEBEFAC}" srcOrd="0" destOrd="0" parTransId="{7E2E41A8-2F6B-4D7F-BC79-BA7820B9CC45}" sibTransId="{3F718C76-7A6C-4F7F-BD72-027EEE8F94E4}"/>
    <dgm:cxn modelId="{F5ACAC58-3276-43A3-BF2F-D2BD9D4080B6}" type="presOf" srcId="{96A5E21F-BFDC-4A2C-BCED-2D9E5F1ADD98}" destId="{34D58FAA-B08C-4778-8508-F2AE9F07B769}" srcOrd="0" destOrd="0" presId="urn:microsoft.com/office/officeart/2005/8/layout/vList2"/>
    <dgm:cxn modelId="{E5A7D686-9AA4-4A28-AC5A-D33883C61BCE}" type="presOf" srcId="{4F60E40B-48D8-4E3C-970B-B0DF80CB076C}" destId="{51C6E263-832B-4AE0-86FC-BD1E274BECA9}" srcOrd="0" destOrd="0" presId="urn:microsoft.com/office/officeart/2005/8/layout/vList2"/>
    <dgm:cxn modelId="{F71E3BAD-3709-4A5A-9C17-4426731A6EAA}" srcId="{4F60E40B-48D8-4E3C-970B-B0DF80CB076C}" destId="{71600978-0B06-4357-966F-A67A45625E70}" srcOrd="1" destOrd="0" parTransId="{0D4014BF-846D-41C9-85CA-E9D3F0878173}" sibTransId="{46A2DD7A-4680-475F-8765-FE48B068EA60}"/>
    <dgm:cxn modelId="{7B6AADE2-F652-4641-A3BE-4369F2DE2D30}" type="presOf" srcId="{8A99D59D-E2A7-47A1-B5B9-77BA632CBF2E}" destId="{D86B956C-25F1-401E-A551-E9F3D72EE62B}" srcOrd="0" destOrd="0" presId="urn:microsoft.com/office/officeart/2005/8/layout/vList2"/>
    <dgm:cxn modelId="{9CB2E5F1-5454-4A04-A02D-3C0C0F4441D6}" type="presOf" srcId="{71600978-0B06-4357-966F-A67A45625E70}" destId="{DD5B7D4A-57DE-4800-924E-E21F404292EE}" srcOrd="0" destOrd="0" presId="urn:microsoft.com/office/officeart/2005/8/layout/vList2"/>
    <dgm:cxn modelId="{0B326DF2-343A-46D6-ABAF-8A50D137F929}" srcId="{4F60E40B-48D8-4E3C-970B-B0DF80CB076C}" destId="{96A5E21F-BFDC-4A2C-BCED-2D9E5F1ADD98}" srcOrd="2" destOrd="0" parTransId="{AAFB3ABB-8D0E-4D12-B90C-4F7AA00BC3C7}" sibTransId="{D4FCA3EA-529D-456B-B69F-623776BEB538}"/>
    <dgm:cxn modelId="{AF9A74AF-14E8-4D28-A295-755BE743938F}" type="presParOf" srcId="{51C6E263-832B-4AE0-86FC-BD1E274BECA9}" destId="{6FD99BEE-7A1C-447D-BCAA-07F7BF604D96}" srcOrd="0" destOrd="0" presId="urn:microsoft.com/office/officeart/2005/8/layout/vList2"/>
    <dgm:cxn modelId="{2C24E9CC-E8BA-47B3-B10C-628BE43B87C3}" type="presParOf" srcId="{51C6E263-832B-4AE0-86FC-BD1E274BECA9}" destId="{61B2587A-2108-4396-A2AB-1D4FBF39614C}" srcOrd="1" destOrd="0" presId="urn:microsoft.com/office/officeart/2005/8/layout/vList2"/>
    <dgm:cxn modelId="{74DC3E2C-6A34-4FB8-B01B-0AF00F7A87D8}" type="presParOf" srcId="{51C6E263-832B-4AE0-86FC-BD1E274BECA9}" destId="{DD5B7D4A-57DE-4800-924E-E21F404292EE}" srcOrd="2" destOrd="0" presId="urn:microsoft.com/office/officeart/2005/8/layout/vList2"/>
    <dgm:cxn modelId="{1C107874-8FBD-473A-80C8-76CCC44D2271}" type="presParOf" srcId="{51C6E263-832B-4AE0-86FC-BD1E274BECA9}" destId="{D1BBDD3E-3BB2-4A73-9DE7-8A6500238C15}" srcOrd="3" destOrd="0" presId="urn:microsoft.com/office/officeart/2005/8/layout/vList2"/>
    <dgm:cxn modelId="{79E28DE9-46BC-4570-BBA7-C94C39C46B27}" type="presParOf" srcId="{51C6E263-832B-4AE0-86FC-BD1E274BECA9}" destId="{34D58FAA-B08C-4778-8508-F2AE9F07B769}" srcOrd="4" destOrd="0" presId="urn:microsoft.com/office/officeart/2005/8/layout/vList2"/>
    <dgm:cxn modelId="{1ACCCE24-3010-40B1-B0FB-13A550B31AC6}" type="presParOf" srcId="{51C6E263-832B-4AE0-86FC-BD1E274BECA9}" destId="{1B0AAB0F-127E-4FCD-A63C-EE755BDB902C}" srcOrd="5" destOrd="0" presId="urn:microsoft.com/office/officeart/2005/8/layout/vList2"/>
    <dgm:cxn modelId="{2D48610E-8438-4A0B-A52C-02F17C5AC1EB}" type="presParOf" srcId="{51C6E263-832B-4AE0-86FC-BD1E274BECA9}" destId="{D86B956C-25F1-401E-A551-E9F3D72EE62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95A786B2-E72A-44EF-AE5D-835A43F204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4ED554A-A48A-40E7-8EB5-E0E46C17E691}">
      <dgm:prSet/>
      <dgm:spPr/>
      <dgm:t>
        <a:bodyPr/>
        <a:lstStyle/>
        <a:p>
          <a:r>
            <a:rPr lang="ru-RU" b="0" i="0"/>
            <a:t>будівництво Десятинної церкви</a:t>
          </a:r>
          <a:endParaRPr lang="uk-UA"/>
        </a:p>
      </dgm:t>
    </dgm:pt>
    <dgm:pt modelId="{A73EF6B6-C891-4566-B8D7-278B0BBDE4F5}" type="parTrans" cxnId="{8C639C38-D13C-4650-A63C-54A6F79BF373}">
      <dgm:prSet/>
      <dgm:spPr/>
      <dgm:t>
        <a:bodyPr/>
        <a:lstStyle/>
        <a:p>
          <a:endParaRPr lang="uk-UA"/>
        </a:p>
      </dgm:t>
    </dgm:pt>
    <dgm:pt modelId="{52A552F3-41D5-44C5-9E2C-B851CF2C325F}" type="sibTrans" cxnId="{8C639C38-D13C-4650-A63C-54A6F79BF373}">
      <dgm:prSet/>
      <dgm:spPr/>
      <dgm:t>
        <a:bodyPr/>
        <a:lstStyle/>
        <a:p>
          <a:endParaRPr lang="uk-UA"/>
        </a:p>
      </dgm:t>
    </dgm:pt>
    <dgm:pt modelId="{E8903823-3550-4728-BFB2-C4E2E7EDE291}">
      <dgm:prSet/>
      <dgm:spPr/>
      <dgm:t>
        <a:bodyPr/>
        <a:lstStyle/>
        <a:p>
          <a:r>
            <a:rPr lang="ru-RU" b="0" i="0" dirty="0" err="1"/>
            <a:t>уведення</a:t>
          </a:r>
          <a:r>
            <a:rPr lang="ru-RU" b="0" i="0" dirty="0"/>
            <a:t> в </a:t>
          </a:r>
          <a:r>
            <a:rPr lang="ru-RU" b="0" i="0" dirty="0" err="1"/>
            <a:t>грошовий</a:t>
          </a:r>
          <a:r>
            <a:rPr lang="ru-RU" b="0" i="0" dirty="0"/>
            <a:t> </a:t>
          </a:r>
          <a:r>
            <a:rPr lang="ru-RU" b="0" i="0" dirty="0" err="1"/>
            <a:t>обіг</a:t>
          </a:r>
          <a:r>
            <a:rPr lang="ru-RU" b="0" i="0" dirty="0"/>
            <a:t> </a:t>
          </a:r>
          <a:r>
            <a:rPr lang="ru-RU" b="0" i="0" dirty="0" err="1"/>
            <a:t>власних</a:t>
          </a:r>
          <a:r>
            <a:rPr lang="ru-RU" b="0" i="0" dirty="0"/>
            <a:t> </a:t>
          </a:r>
          <a:r>
            <a:rPr lang="ru-RU" b="0" i="0" dirty="0" err="1"/>
            <a:t>карбованих</a:t>
          </a:r>
          <a:r>
            <a:rPr lang="ru-RU" b="0" i="0" dirty="0"/>
            <a:t> </a:t>
          </a:r>
          <a:r>
            <a:rPr lang="ru-RU" b="0" i="0" dirty="0" err="1"/>
            <a:t>золотих</a:t>
          </a:r>
          <a:r>
            <a:rPr lang="ru-RU" b="0" i="0" dirty="0"/>
            <a:t> і </a:t>
          </a:r>
          <a:r>
            <a:rPr lang="ru-RU" b="0" i="0" dirty="0" err="1"/>
            <a:t>срібних</a:t>
          </a:r>
          <a:r>
            <a:rPr lang="ru-RU" b="0" i="0" dirty="0"/>
            <a:t> монет</a:t>
          </a:r>
          <a:endParaRPr lang="uk-UA" dirty="0"/>
        </a:p>
      </dgm:t>
    </dgm:pt>
    <dgm:pt modelId="{7EDD17C2-BD30-4CE8-A757-EC779D7200FD}" type="parTrans" cxnId="{E14ACCC5-B375-43B3-B331-8282F245A3DE}">
      <dgm:prSet/>
      <dgm:spPr/>
      <dgm:t>
        <a:bodyPr/>
        <a:lstStyle/>
        <a:p>
          <a:endParaRPr lang="uk-UA"/>
        </a:p>
      </dgm:t>
    </dgm:pt>
    <dgm:pt modelId="{485535D7-BFFD-48B5-BADD-96307B28091F}" type="sibTrans" cxnId="{E14ACCC5-B375-43B3-B331-8282F245A3DE}">
      <dgm:prSet/>
      <dgm:spPr/>
      <dgm:t>
        <a:bodyPr/>
        <a:lstStyle/>
        <a:p>
          <a:endParaRPr lang="uk-UA"/>
        </a:p>
      </dgm:t>
    </dgm:pt>
    <dgm:pt modelId="{F6EA25D6-2262-4C5B-8615-0FCA4470DF4C}">
      <dgm:prSet/>
      <dgm:spPr/>
      <dgm:t>
        <a:bodyPr/>
        <a:lstStyle/>
        <a:p>
          <a:r>
            <a:rPr lang="ru-RU" b="0" i="0" dirty="0" err="1"/>
            <a:t>заснування</a:t>
          </a:r>
          <a:r>
            <a:rPr lang="ru-RU" b="0" i="0" dirty="0"/>
            <a:t> </a:t>
          </a:r>
          <a:r>
            <a:rPr lang="ru-RU" b="0" i="0" dirty="0" err="1"/>
            <a:t>Печерського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endParaRPr lang="uk-UA" dirty="0"/>
        </a:p>
      </dgm:t>
    </dgm:pt>
    <dgm:pt modelId="{042ED4BB-D451-432D-9DB2-B1BEAECEC7F6}" type="parTrans" cxnId="{FD628A24-4616-4AFC-B950-7CC8E3BE5B7B}">
      <dgm:prSet/>
      <dgm:spPr/>
      <dgm:t>
        <a:bodyPr/>
        <a:lstStyle/>
        <a:p>
          <a:endParaRPr lang="uk-UA"/>
        </a:p>
      </dgm:t>
    </dgm:pt>
    <dgm:pt modelId="{1309ECB3-5516-4291-B655-6AFC8C7B2CC9}" type="sibTrans" cxnId="{FD628A24-4616-4AFC-B950-7CC8E3BE5B7B}">
      <dgm:prSet/>
      <dgm:spPr/>
      <dgm:t>
        <a:bodyPr/>
        <a:lstStyle/>
        <a:p>
          <a:endParaRPr lang="uk-UA"/>
        </a:p>
      </dgm:t>
    </dgm:pt>
    <dgm:pt modelId="{B5235307-A68F-4497-927D-2BDAEF298BC6}" type="pres">
      <dgm:prSet presAssocID="{95A786B2-E72A-44EF-AE5D-835A43F20473}" presName="linear" presStyleCnt="0">
        <dgm:presLayoutVars>
          <dgm:animLvl val="lvl"/>
          <dgm:resizeHandles val="exact"/>
        </dgm:presLayoutVars>
      </dgm:prSet>
      <dgm:spPr/>
    </dgm:pt>
    <dgm:pt modelId="{292EC13D-5D30-446E-8D64-6BF9DBB1B539}" type="pres">
      <dgm:prSet presAssocID="{F4ED554A-A48A-40E7-8EB5-E0E46C17E6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397BD9-B59E-442A-9B8F-54E12F0E57B3}" type="pres">
      <dgm:prSet presAssocID="{52A552F3-41D5-44C5-9E2C-B851CF2C325F}" presName="spacer" presStyleCnt="0"/>
      <dgm:spPr/>
    </dgm:pt>
    <dgm:pt modelId="{36667F32-E091-489F-A285-ADE92F6A8556}" type="pres">
      <dgm:prSet presAssocID="{E8903823-3550-4728-BFB2-C4E2E7EDE2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BDA78A-3D57-412A-A402-B9AA2178515B}" type="pres">
      <dgm:prSet presAssocID="{485535D7-BFFD-48B5-BADD-96307B28091F}" presName="spacer" presStyleCnt="0"/>
      <dgm:spPr/>
    </dgm:pt>
    <dgm:pt modelId="{E7BF24BA-49F1-4AE0-AF15-F1E07C1B0A0B}" type="pres">
      <dgm:prSet presAssocID="{F6EA25D6-2262-4C5B-8615-0FCA4470DF4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D628A24-4616-4AFC-B950-7CC8E3BE5B7B}" srcId="{95A786B2-E72A-44EF-AE5D-835A43F20473}" destId="{F6EA25D6-2262-4C5B-8615-0FCA4470DF4C}" srcOrd="2" destOrd="0" parTransId="{042ED4BB-D451-432D-9DB2-B1BEAECEC7F6}" sibTransId="{1309ECB3-5516-4291-B655-6AFC8C7B2CC9}"/>
    <dgm:cxn modelId="{8C639C38-D13C-4650-A63C-54A6F79BF373}" srcId="{95A786B2-E72A-44EF-AE5D-835A43F20473}" destId="{F4ED554A-A48A-40E7-8EB5-E0E46C17E691}" srcOrd="0" destOrd="0" parTransId="{A73EF6B6-C891-4566-B8D7-278B0BBDE4F5}" sibTransId="{52A552F3-41D5-44C5-9E2C-B851CF2C325F}"/>
    <dgm:cxn modelId="{DF3ABB3F-F633-4837-BFFF-9656BB0FE7BA}" type="presOf" srcId="{E8903823-3550-4728-BFB2-C4E2E7EDE291}" destId="{36667F32-E091-489F-A285-ADE92F6A8556}" srcOrd="0" destOrd="0" presId="urn:microsoft.com/office/officeart/2005/8/layout/vList2"/>
    <dgm:cxn modelId="{C0A6AF9C-C158-4BD6-87C5-30706B5E6FE7}" type="presOf" srcId="{F4ED554A-A48A-40E7-8EB5-E0E46C17E691}" destId="{292EC13D-5D30-446E-8D64-6BF9DBB1B539}" srcOrd="0" destOrd="0" presId="urn:microsoft.com/office/officeart/2005/8/layout/vList2"/>
    <dgm:cxn modelId="{E14ACCC5-B375-43B3-B331-8282F245A3DE}" srcId="{95A786B2-E72A-44EF-AE5D-835A43F20473}" destId="{E8903823-3550-4728-BFB2-C4E2E7EDE291}" srcOrd="1" destOrd="0" parTransId="{7EDD17C2-BD30-4CE8-A757-EC779D7200FD}" sibTransId="{485535D7-BFFD-48B5-BADD-96307B28091F}"/>
    <dgm:cxn modelId="{17735AD9-85E4-422B-B0B2-81BE5EF7D969}" type="presOf" srcId="{95A786B2-E72A-44EF-AE5D-835A43F20473}" destId="{B5235307-A68F-4497-927D-2BDAEF298BC6}" srcOrd="0" destOrd="0" presId="urn:microsoft.com/office/officeart/2005/8/layout/vList2"/>
    <dgm:cxn modelId="{74147FFA-012C-4049-88E9-BA88BF103035}" type="presOf" srcId="{F6EA25D6-2262-4C5B-8615-0FCA4470DF4C}" destId="{E7BF24BA-49F1-4AE0-AF15-F1E07C1B0A0B}" srcOrd="0" destOrd="0" presId="urn:microsoft.com/office/officeart/2005/8/layout/vList2"/>
    <dgm:cxn modelId="{64A58960-5377-4C2F-BDA5-7ADAB9665CAC}" type="presParOf" srcId="{B5235307-A68F-4497-927D-2BDAEF298BC6}" destId="{292EC13D-5D30-446E-8D64-6BF9DBB1B539}" srcOrd="0" destOrd="0" presId="urn:microsoft.com/office/officeart/2005/8/layout/vList2"/>
    <dgm:cxn modelId="{4178D52E-803A-4412-9BC8-6DCD2182AB50}" type="presParOf" srcId="{B5235307-A68F-4497-927D-2BDAEF298BC6}" destId="{86397BD9-B59E-442A-9B8F-54E12F0E57B3}" srcOrd="1" destOrd="0" presId="urn:microsoft.com/office/officeart/2005/8/layout/vList2"/>
    <dgm:cxn modelId="{7CC42E65-4551-4BAB-8A45-75D6899B58C2}" type="presParOf" srcId="{B5235307-A68F-4497-927D-2BDAEF298BC6}" destId="{36667F32-E091-489F-A285-ADE92F6A8556}" srcOrd="2" destOrd="0" presId="urn:microsoft.com/office/officeart/2005/8/layout/vList2"/>
    <dgm:cxn modelId="{C781DAC6-5A37-4EA6-AB2C-F59040C8B1F0}" type="presParOf" srcId="{B5235307-A68F-4497-927D-2BDAEF298BC6}" destId="{8FBDA78A-3D57-412A-A402-B9AA2178515B}" srcOrd="3" destOrd="0" presId="urn:microsoft.com/office/officeart/2005/8/layout/vList2"/>
    <dgm:cxn modelId="{86BA14CD-8706-4C4E-BACF-83275326676A}" type="presParOf" srcId="{B5235307-A68F-4497-927D-2BDAEF298BC6}" destId="{E7BF24BA-49F1-4AE0-AF15-F1E07C1B0A0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65E267CC-5E82-47B4-8E7A-6A785D0D72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8FB47B-9517-472E-9D7B-2FA75569A89F}">
      <dgm:prSet/>
      <dgm:spPr/>
      <dgm:t>
        <a:bodyPr/>
        <a:lstStyle/>
        <a:p>
          <a:r>
            <a:rPr lang="uk-UA" b="0" i="0" dirty="0" err="1"/>
            <a:t>грошовийштраф</a:t>
          </a:r>
          <a:r>
            <a:rPr lang="uk-UA" b="0" i="0" dirty="0"/>
            <a:t>, передбачений «Руською правдою» за вбивство вільної людини.</a:t>
          </a:r>
          <a:endParaRPr lang="uk-UA" dirty="0"/>
        </a:p>
      </dgm:t>
    </dgm:pt>
    <dgm:pt modelId="{4EAD1479-F368-4C02-BC54-D8CD86F3610C}" type="parTrans" cxnId="{A8BFBFC1-7521-4F75-8E58-16D9741CD645}">
      <dgm:prSet/>
      <dgm:spPr/>
      <dgm:t>
        <a:bodyPr/>
        <a:lstStyle/>
        <a:p>
          <a:endParaRPr lang="uk-UA"/>
        </a:p>
      </dgm:t>
    </dgm:pt>
    <dgm:pt modelId="{873D6E3A-1737-4D80-B2FC-23D93727ED0C}" type="sibTrans" cxnId="{A8BFBFC1-7521-4F75-8E58-16D9741CD645}">
      <dgm:prSet/>
      <dgm:spPr/>
      <dgm:t>
        <a:bodyPr/>
        <a:lstStyle/>
        <a:p>
          <a:endParaRPr lang="uk-UA"/>
        </a:p>
      </dgm:t>
    </dgm:pt>
    <dgm:pt modelId="{2336FE21-D795-4D34-ABAF-FC0C3C522374}">
      <dgm:prSet/>
      <dgm:spPr/>
      <dgm:t>
        <a:bodyPr/>
        <a:lstStyle/>
        <a:p>
          <a:r>
            <a:rPr lang="uk-UA" b="0" i="0" dirty="0"/>
            <a:t>частку доходів великого князя, що надавалася для потреб давньо руських церков.</a:t>
          </a:r>
          <a:endParaRPr lang="uk-UA" dirty="0"/>
        </a:p>
      </dgm:t>
    </dgm:pt>
    <dgm:pt modelId="{BC635A07-37E3-4E8B-A34C-C655F827632B}" type="parTrans" cxnId="{ED8F32E2-BADC-43F2-9A9C-8D714BDE0119}">
      <dgm:prSet/>
      <dgm:spPr/>
      <dgm:t>
        <a:bodyPr/>
        <a:lstStyle/>
        <a:p>
          <a:endParaRPr lang="uk-UA"/>
        </a:p>
      </dgm:t>
    </dgm:pt>
    <dgm:pt modelId="{B508791D-BCE1-4703-BF30-2E9A686899A1}" type="sibTrans" cxnId="{ED8F32E2-BADC-43F2-9A9C-8D714BDE0119}">
      <dgm:prSet/>
      <dgm:spPr/>
      <dgm:t>
        <a:bodyPr/>
        <a:lstStyle/>
        <a:p>
          <a:endParaRPr lang="uk-UA"/>
        </a:p>
      </dgm:t>
    </dgm:pt>
    <dgm:pt modelId="{39AB867E-CA53-409D-A31B-5DC184BBDEA6}" type="pres">
      <dgm:prSet presAssocID="{65E267CC-5E82-47B4-8E7A-6A785D0D72FA}" presName="linear" presStyleCnt="0">
        <dgm:presLayoutVars>
          <dgm:animLvl val="lvl"/>
          <dgm:resizeHandles val="exact"/>
        </dgm:presLayoutVars>
      </dgm:prSet>
      <dgm:spPr/>
    </dgm:pt>
    <dgm:pt modelId="{D84EC2A4-81F8-40C1-83B9-5EF047A3F990}" type="pres">
      <dgm:prSet presAssocID="{0F8FB47B-9517-472E-9D7B-2FA75569A89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4839808-F0B0-4F02-9803-9B6BEE9588E1}" type="pres">
      <dgm:prSet presAssocID="{873D6E3A-1737-4D80-B2FC-23D93727ED0C}" presName="spacer" presStyleCnt="0"/>
      <dgm:spPr/>
    </dgm:pt>
    <dgm:pt modelId="{3C6E8149-1426-420E-8D93-CF211F539BBA}" type="pres">
      <dgm:prSet presAssocID="{2336FE21-D795-4D34-ABAF-FC0C3C52237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291349-C9E9-4931-9707-172B6048FD2A}" type="presOf" srcId="{2336FE21-D795-4D34-ABAF-FC0C3C522374}" destId="{3C6E8149-1426-420E-8D93-CF211F539BBA}" srcOrd="0" destOrd="0" presId="urn:microsoft.com/office/officeart/2005/8/layout/vList2"/>
    <dgm:cxn modelId="{AA23227D-53B9-4FC2-A824-5149DACFF849}" type="presOf" srcId="{65E267CC-5E82-47B4-8E7A-6A785D0D72FA}" destId="{39AB867E-CA53-409D-A31B-5DC184BBDEA6}" srcOrd="0" destOrd="0" presId="urn:microsoft.com/office/officeart/2005/8/layout/vList2"/>
    <dgm:cxn modelId="{A8BFBFC1-7521-4F75-8E58-16D9741CD645}" srcId="{65E267CC-5E82-47B4-8E7A-6A785D0D72FA}" destId="{0F8FB47B-9517-472E-9D7B-2FA75569A89F}" srcOrd="0" destOrd="0" parTransId="{4EAD1479-F368-4C02-BC54-D8CD86F3610C}" sibTransId="{873D6E3A-1737-4D80-B2FC-23D93727ED0C}"/>
    <dgm:cxn modelId="{ED8F32E2-BADC-43F2-9A9C-8D714BDE0119}" srcId="{65E267CC-5E82-47B4-8E7A-6A785D0D72FA}" destId="{2336FE21-D795-4D34-ABAF-FC0C3C522374}" srcOrd="1" destOrd="0" parTransId="{BC635A07-37E3-4E8B-A34C-C655F827632B}" sibTransId="{B508791D-BCE1-4703-BF30-2E9A686899A1}"/>
    <dgm:cxn modelId="{892B78EC-703E-428F-9804-A07358CB6264}" type="presOf" srcId="{0F8FB47B-9517-472E-9D7B-2FA75569A89F}" destId="{D84EC2A4-81F8-40C1-83B9-5EF047A3F990}" srcOrd="0" destOrd="0" presId="urn:microsoft.com/office/officeart/2005/8/layout/vList2"/>
    <dgm:cxn modelId="{7B29D161-FF76-44FD-9068-DE10399FA29C}" type="presParOf" srcId="{39AB867E-CA53-409D-A31B-5DC184BBDEA6}" destId="{D84EC2A4-81F8-40C1-83B9-5EF047A3F990}" srcOrd="0" destOrd="0" presId="urn:microsoft.com/office/officeart/2005/8/layout/vList2"/>
    <dgm:cxn modelId="{3021E2AC-A1D5-45D5-B1C1-CC6B262656AD}" type="presParOf" srcId="{39AB867E-CA53-409D-A31B-5DC184BBDEA6}" destId="{24839808-F0B0-4F02-9803-9B6BEE9588E1}" srcOrd="1" destOrd="0" presId="urn:microsoft.com/office/officeart/2005/8/layout/vList2"/>
    <dgm:cxn modelId="{0C9C3348-6DA2-48E5-B63F-5E3F3A809926}" type="presParOf" srcId="{39AB867E-CA53-409D-A31B-5DC184BBDEA6}" destId="{3C6E8149-1426-420E-8D93-CF211F539BB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86160935-DD32-4ED8-A8E3-9D2066EC7E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CB07CC-047F-483F-83F3-A1E1B67BBB81}">
      <dgm:prSet/>
      <dgm:spPr/>
      <dgm:t>
        <a:bodyPr/>
        <a:lstStyle/>
        <a:p>
          <a:r>
            <a:rPr lang="uk-UA" b="0" i="0" dirty="0"/>
            <a:t>державну повинність, що зобов’язувала селян постачати коней для потреб князя.</a:t>
          </a:r>
          <a:endParaRPr lang="uk-UA" dirty="0"/>
        </a:p>
      </dgm:t>
    </dgm:pt>
    <dgm:pt modelId="{8E650A37-F97A-4D03-9574-9BB3FA8CF503}" type="parTrans" cxnId="{5F3268BC-30B4-46B2-84C9-5A1AA70ECDF5}">
      <dgm:prSet/>
      <dgm:spPr/>
      <dgm:t>
        <a:bodyPr/>
        <a:lstStyle/>
        <a:p>
          <a:endParaRPr lang="uk-UA"/>
        </a:p>
      </dgm:t>
    </dgm:pt>
    <dgm:pt modelId="{C77A3C3B-656B-4A82-BA8C-1063D49D7750}" type="sibTrans" cxnId="{5F3268BC-30B4-46B2-84C9-5A1AA70ECDF5}">
      <dgm:prSet/>
      <dgm:spPr/>
      <dgm:t>
        <a:bodyPr/>
        <a:lstStyle/>
        <a:p>
          <a:endParaRPr lang="uk-UA"/>
        </a:p>
      </dgm:t>
    </dgm:pt>
    <dgm:pt modelId="{CFD2040A-5070-4D73-B501-232E2B2F67B6}">
      <dgm:prSet/>
      <dgm:spPr/>
      <dgm:t>
        <a:bodyPr/>
        <a:lstStyle/>
        <a:p>
          <a:r>
            <a:rPr lang="uk-UA" b="0" i="0" dirty="0"/>
            <a:t>збирання оброку намісником великого київського князя з підлеглого населення.</a:t>
          </a:r>
          <a:endParaRPr lang="uk-UA" dirty="0"/>
        </a:p>
      </dgm:t>
    </dgm:pt>
    <dgm:pt modelId="{8A0A654C-9F8D-44E3-BD71-0EF9CD41D4E6}" type="parTrans" cxnId="{20085E07-F65A-4144-9434-EF78B065AD08}">
      <dgm:prSet/>
      <dgm:spPr/>
      <dgm:t>
        <a:bodyPr/>
        <a:lstStyle/>
        <a:p>
          <a:endParaRPr lang="uk-UA"/>
        </a:p>
      </dgm:t>
    </dgm:pt>
    <dgm:pt modelId="{4C61D8B5-CD4D-4213-B34B-1D8F73027C75}" type="sibTrans" cxnId="{20085E07-F65A-4144-9434-EF78B065AD08}">
      <dgm:prSet/>
      <dgm:spPr/>
      <dgm:t>
        <a:bodyPr/>
        <a:lstStyle/>
        <a:p>
          <a:endParaRPr lang="uk-UA"/>
        </a:p>
      </dgm:t>
    </dgm:pt>
    <dgm:pt modelId="{917A91E4-22B0-4100-BF20-637582357BEB}" type="pres">
      <dgm:prSet presAssocID="{86160935-DD32-4ED8-A8E3-9D2066EC7E80}" presName="linear" presStyleCnt="0">
        <dgm:presLayoutVars>
          <dgm:animLvl val="lvl"/>
          <dgm:resizeHandles val="exact"/>
        </dgm:presLayoutVars>
      </dgm:prSet>
      <dgm:spPr/>
    </dgm:pt>
    <dgm:pt modelId="{DBFD9B3A-5C73-42A4-BDFA-A727663B26D2}" type="pres">
      <dgm:prSet presAssocID="{82CB07CC-047F-483F-83F3-A1E1B67BBB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6DC8381-A4D8-4361-B38A-1E2DA2BE3554}" type="pres">
      <dgm:prSet presAssocID="{C77A3C3B-656B-4A82-BA8C-1063D49D7750}" presName="spacer" presStyleCnt="0"/>
      <dgm:spPr/>
    </dgm:pt>
    <dgm:pt modelId="{6666D6D8-DED2-467E-BDDF-AA64FC98E7F0}" type="pres">
      <dgm:prSet presAssocID="{CFD2040A-5070-4D73-B501-232E2B2F67B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0085E07-F65A-4144-9434-EF78B065AD08}" srcId="{86160935-DD32-4ED8-A8E3-9D2066EC7E80}" destId="{CFD2040A-5070-4D73-B501-232E2B2F67B6}" srcOrd="1" destOrd="0" parTransId="{8A0A654C-9F8D-44E3-BD71-0EF9CD41D4E6}" sibTransId="{4C61D8B5-CD4D-4213-B34B-1D8F73027C75}"/>
    <dgm:cxn modelId="{B2CB8148-A688-4EFE-90E9-610C11D52902}" type="presOf" srcId="{86160935-DD32-4ED8-A8E3-9D2066EC7E80}" destId="{917A91E4-22B0-4100-BF20-637582357BEB}" srcOrd="0" destOrd="0" presId="urn:microsoft.com/office/officeart/2005/8/layout/vList2"/>
    <dgm:cxn modelId="{5F3268BC-30B4-46B2-84C9-5A1AA70ECDF5}" srcId="{86160935-DD32-4ED8-A8E3-9D2066EC7E80}" destId="{82CB07CC-047F-483F-83F3-A1E1B67BBB81}" srcOrd="0" destOrd="0" parTransId="{8E650A37-F97A-4D03-9574-9BB3FA8CF503}" sibTransId="{C77A3C3B-656B-4A82-BA8C-1063D49D7750}"/>
    <dgm:cxn modelId="{524BC6EB-6757-4704-A7F9-C2F2BF6C05BA}" type="presOf" srcId="{CFD2040A-5070-4D73-B501-232E2B2F67B6}" destId="{6666D6D8-DED2-467E-BDDF-AA64FC98E7F0}" srcOrd="0" destOrd="0" presId="urn:microsoft.com/office/officeart/2005/8/layout/vList2"/>
    <dgm:cxn modelId="{41682CF1-ABFB-4519-A8FE-A3EA3C0772CE}" type="presOf" srcId="{82CB07CC-047F-483F-83F3-A1E1B67BBB81}" destId="{DBFD9B3A-5C73-42A4-BDFA-A727663B26D2}" srcOrd="0" destOrd="0" presId="urn:microsoft.com/office/officeart/2005/8/layout/vList2"/>
    <dgm:cxn modelId="{D9CBCFCB-FE47-4D9B-92E9-88B85CB0C35B}" type="presParOf" srcId="{917A91E4-22B0-4100-BF20-637582357BEB}" destId="{DBFD9B3A-5C73-42A4-BDFA-A727663B26D2}" srcOrd="0" destOrd="0" presId="urn:microsoft.com/office/officeart/2005/8/layout/vList2"/>
    <dgm:cxn modelId="{A756DD23-EEE6-4D71-B767-2FD5AD1A1209}" type="presParOf" srcId="{917A91E4-22B0-4100-BF20-637582357BEB}" destId="{06DC8381-A4D8-4361-B38A-1E2DA2BE3554}" srcOrd="1" destOrd="0" presId="urn:microsoft.com/office/officeart/2005/8/layout/vList2"/>
    <dgm:cxn modelId="{8746468F-2C58-45F4-9625-F1262ADA6C7C}" type="presParOf" srcId="{917A91E4-22B0-4100-BF20-637582357BEB}" destId="{6666D6D8-DED2-467E-BDDF-AA64FC98E7F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F96C7858-B7A6-4ABC-B230-20A298A2A2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A4DE418-849F-4CFD-9D97-97EBF37895C0}">
      <dgm:prSet/>
      <dgm:spPr/>
      <dgm:t>
        <a:bodyPr/>
        <a:lstStyle/>
        <a:p>
          <a:r>
            <a:rPr lang="uk-UA" dirty="0"/>
            <a:t>Основа сільськогосподарського виробництва – землеробство та тваринництво.</a:t>
          </a:r>
        </a:p>
      </dgm:t>
    </dgm:pt>
    <dgm:pt modelId="{414595CF-4F5D-4F02-9C93-8592CBEFEA96}" type="parTrans" cxnId="{A59C50EE-39BF-40A8-84A0-1A20AC3B9FBF}">
      <dgm:prSet/>
      <dgm:spPr/>
      <dgm:t>
        <a:bodyPr/>
        <a:lstStyle/>
        <a:p>
          <a:endParaRPr lang="uk-UA"/>
        </a:p>
      </dgm:t>
    </dgm:pt>
    <dgm:pt modelId="{A8DAAD14-5397-4127-AF9D-E33B45F6BAD7}" type="sibTrans" cxnId="{A59C50EE-39BF-40A8-84A0-1A20AC3B9FBF}">
      <dgm:prSet/>
      <dgm:spPr/>
      <dgm:t>
        <a:bodyPr/>
        <a:lstStyle/>
        <a:p>
          <a:endParaRPr lang="uk-UA"/>
        </a:p>
      </dgm:t>
    </dgm:pt>
    <dgm:pt modelId="{D6B28BCF-186E-4314-8007-467BB2829257}">
      <dgm:prSet/>
      <dgm:spPr/>
      <dgm:t>
        <a:bodyPr/>
        <a:lstStyle/>
        <a:p>
          <a:r>
            <a:rPr lang="uk-UA" dirty="0"/>
            <a:t>Поширення на князівських землях фільварків.</a:t>
          </a:r>
        </a:p>
      </dgm:t>
    </dgm:pt>
    <dgm:pt modelId="{C600F179-2D30-4390-959B-816EAB0E292C}" type="parTrans" cxnId="{5B0F2BC3-F275-4D1C-B766-87910CC6AC9F}">
      <dgm:prSet/>
      <dgm:spPr/>
      <dgm:t>
        <a:bodyPr/>
        <a:lstStyle/>
        <a:p>
          <a:endParaRPr lang="uk-UA"/>
        </a:p>
      </dgm:t>
    </dgm:pt>
    <dgm:pt modelId="{1272B30B-6EEF-4096-8A54-1E11050B7B4B}" type="sibTrans" cxnId="{5B0F2BC3-F275-4D1C-B766-87910CC6AC9F}">
      <dgm:prSet/>
      <dgm:spPr/>
      <dgm:t>
        <a:bodyPr/>
        <a:lstStyle/>
        <a:p>
          <a:endParaRPr lang="uk-UA"/>
        </a:p>
      </dgm:t>
    </dgm:pt>
    <dgm:pt modelId="{CAB93678-6A39-4481-B250-3E1272272706}">
      <dgm:prSet/>
      <dgm:spPr/>
      <dgm:t>
        <a:bodyPr/>
        <a:lstStyle/>
        <a:p>
          <a:r>
            <a:rPr lang="uk-UA" dirty="0"/>
            <a:t>Утвердження полюддя та відробітків – основних форм експлуатації селянства.</a:t>
          </a:r>
        </a:p>
      </dgm:t>
    </dgm:pt>
    <dgm:pt modelId="{F0551ACD-686D-4876-8BD4-F8D2B621E5AF}" type="parTrans" cxnId="{74E917DD-B39D-4052-8619-84D204ED4141}">
      <dgm:prSet/>
      <dgm:spPr/>
      <dgm:t>
        <a:bodyPr/>
        <a:lstStyle/>
        <a:p>
          <a:endParaRPr lang="uk-UA"/>
        </a:p>
      </dgm:t>
    </dgm:pt>
    <dgm:pt modelId="{76DEEA71-1974-4658-8A2F-2884DE98B073}" type="sibTrans" cxnId="{74E917DD-B39D-4052-8619-84D204ED4141}">
      <dgm:prSet/>
      <dgm:spPr/>
      <dgm:t>
        <a:bodyPr/>
        <a:lstStyle/>
        <a:p>
          <a:endParaRPr lang="uk-UA"/>
        </a:p>
      </dgm:t>
    </dgm:pt>
    <dgm:pt modelId="{C1C65274-E424-4843-A789-50A2E49E6E56}" type="pres">
      <dgm:prSet presAssocID="{F96C7858-B7A6-4ABC-B230-20A298A2A20A}" presName="linear" presStyleCnt="0">
        <dgm:presLayoutVars>
          <dgm:animLvl val="lvl"/>
          <dgm:resizeHandles val="exact"/>
        </dgm:presLayoutVars>
      </dgm:prSet>
      <dgm:spPr/>
    </dgm:pt>
    <dgm:pt modelId="{58A7BDC3-E22D-4024-A73F-0A7DEC0D47A8}" type="pres">
      <dgm:prSet presAssocID="{6A4DE418-849F-4CFD-9D97-97EBF37895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D2899B-BD3D-448C-B597-7F138CA39A7D}" type="pres">
      <dgm:prSet presAssocID="{A8DAAD14-5397-4127-AF9D-E33B45F6BAD7}" presName="spacer" presStyleCnt="0"/>
      <dgm:spPr/>
    </dgm:pt>
    <dgm:pt modelId="{6107D735-7F62-46DE-B6FC-F189C5421670}" type="pres">
      <dgm:prSet presAssocID="{D6B28BCF-186E-4314-8007-467BB282925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68861B-C6AE-453E-9DF1-07AF686553A0}" type="pres">
      <dgm:prSet presAssocID="{1272B30B-6EEF-4096-8A54-1E11050B7B4B}" presName="spacer" presStyleCnt="0"/>
      <dgm:spPr/>
    </dgm:pt>
    <dgm:pt modelId="{B7AD8F50-B338-4A50-86F8-8804E0D12B85}" type="pres">
      <dgm:prSet presAssocID="{CAB93678-6A39-4481-B250-3E12722727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35A2A5C-17E2-47DC-A1CC-929FCE1C5ED9}" type="presOf" srcId="{F96C7858-B7A6-4ABC-B230-20A298A2A20A}" destId="{C1C65274-E424-4843-A789-50A2E49E6E56}" srcOrd="0" destOrd="0" presId="urn:microsoft.com/office/officeart/2005/8/layout/vList2"/>
    <dgm:cxn modelId="{3C754E68-C0E1-4B03-BC29-D3070AF542F8}" type="presOf" srcId="{CAB93678-6A39-4481-B250-3E1272272706}" destId="{B7AD8F50-B338-4A50-86F8-8804E0D12B85}" srcOrd="0" destOrd="0" presId="urn:microsoft.com/office/officeart/2005/8/layout/vList2"/>
    <dgm:cxn modelId="{2C02C884-D324-4DDF-9CCD-8AA1A3BC56EA}" type="presOf" srcId="{D6B28BCF-186E-4314-8007-467BB2829257}" destId="{6107D735-7F62-46DE-B6FC-F189C5421670}" srcOrd="0" destOrd="0" presId="urn:microsoft.com/office/officeart/2005/8/layout/vList2"/>
    <dgm:cxn modelId="{5B0F2BC3-F275-4D1C-B766-87910CC6AC9F}" srcId="{F96C7858-B7A6-4ABC-B230-20A298A2A20A}" destId="{D6B28BCF-186E-4314-8007-467BB2829257}" srcOrd="1" destOrd="0" parTransId="{C600F179-2D30-4390-959B-816EAB0E292C}" sibTransId="{1272B30B-6EEF-4096-8A54-1E11050B7B4B}"/>
    <dgm:cxn modelId="{74E917DD-B39D-4052-8619-84D204ED4141}" srcId="{F96C7858-B7A6-4ABC-B230-20A298A2A20A}" destId="{CAB93678-6A39-4481-B250-3E1272272706}" srcOrd="2" destOrd="0" parTransId="{F0551ACD-686D-4876-8BD4-F8D2B621E5AF}" sibTransId="{76DEEA71-1974-4658-8A2F-2884DE98B073}"/>
    <dgm:cxn modelId="{0ECDDDE0-D4C8-46B0-83D8-BAF13DA37EA9}" type="presOf" srcId="{6A4DE418-849F-4CFD-9D97-97EBF37895C0}" destId="{58A7BDC3-E22D-4024-A73F-0A7DEC0D47A8}" srcOrd="0" destOrd="0" presId="urn:microsoft.com/office/officeart/2005/8/layout/vList2"/>
    <dgm:cxn modelId="{A59C50EE-39BF-40A8-84A0-1A20AC3B9FBF}" srcId="{F96C7858-B7A6-4ABC-B230-20A298A2A20A}" destId="{6A4DE418-849F-4CFD-9D97-97EBF37895C0}" srcOrd="0" destOrd="0" parTransId="{414595CF-4F5D-4F02-9C93-8592CBEFEA96}" sibTransId="{A8DAAD14-5397-4127-AF9D-E33B45F6BAD7}"/>
    <dgm:cxn modelId="{B2740340-BDED-45EE-A26C-402BB68C31FC}" type="presParOf" srcId="{C1C65274-E424-4843-A789-50A2E49E6E56}" destId="{58A7BDC3-E22D-4024-A73F-0A7DEC0D47A8}" srcOrd="0" destOrd="0" presId="urn:microsoft.com/office/officeart/2005/8/layout/vList2"/>
    <dgm:cxn modelId="{0CEC5DF3-7F70-4050-BDD9-E84B468AA897}" type="presParOf" srcId="{C1C65274-E424-4843-A789-50A2E49E6E56}" destId="{A2D2899B-BD3D-448C-B597-7F138CA39A7D}" srcOrd="1" destOrd="0" presId="urn:microsoft.com/office/officeart/2005/8/layout/vList2"/>
    <dgm:cxn modelId="{80EABEE1-D998-4170-B4FB-003A1D9C3F0C}" type="presParOf" srcId="{C1C65274-E424-4843-A789-50A2E49E6E56}" destId="{6107D735-7F62-46DE-B6FC-F189C5421670}" srcOrd="2" destOrd="0" presId="urn:microsoft.com/office/officeart/2005/8/layout/vList2"/>
    <dgm:cxn modelId="{5897A311-E07C-4E0E-BF63-D0D8DC1915C8}" type="presParOf" srcId="{C1C65274-E424-4843-A789-50A2E49E6E56}" destId="{5D68861B-C6AE-453E-9DF1-07AF686553A0}" srcOrd="3" destOrd="0" presId="urn:microsoft.com/office/officeart/2005/8/layout/vList2"/>
    <dgm:cxn modelId="{2411CF83-F47D-41B5-B8EB-8ED435FDF4FB}" type="presParOf" srcId="{C1C65274-E424-4843-A789-50A2E49E6E56}" destId="{B7AD8F50-B338-4A50-86F8-8804E0D12B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974B274-CE9D-4CE5-B71E-5BD785197E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E8884B-475A-45E6-A0B0-9898B7D96EEB}">
      <dgm:prSet/>
      <dgm:spPr/>
      <dgm:t>
        <a:bodyPr/>
        <a:lstStyle/>
        <a:p>
          <a:r>
            <a:rPr lang="ru-RU"/>
            <a:t>Домінування залізовидобувного та залізоробного ремесел.</a:t>
          </a:r>
          <a:endParaRPr lang="uk-UA"/>
        </a:p>
      </dgm:t>
    </dgm:pt>
    <dgm:pt modelId="{571DD5A0-999D-41B7-8E23-81A64018BF37}" type="parTrans" cxnId="{C6232017-D95E-4E01-AB71-A95BC7DD9642}">
      <dgm:prSet/>
      <dgm:spPr/>
      <dgm:t>
        <a:bodyPr/>
        <a:lstStyle/>
        <a:p>
          <a:endParaRPr lang="uk-UA"/>
        </a:p>
      </dgm:t>
    </dgm:pt>
    <dgm:pt modelId="{BF9529A1-63ED-4EF0-8602-7E5C2804C9B6}" type="sibTrans" cxnId="{C6232017-D95E-4E01-AB71-A95BC7DD9642}">
      <dgm:prSet/>
      <dgm:spPr/>
      <dgm:t>
        <a:bodyPr/>
        <a:lstStyle/>
        <a:p>
          <a:endParaRPr lang="uk-UA"/>
        </a:p>
      </dgm:t>
    </dgm:pt>
    <dgm:pt modelId="{9D5FB7AA-8D58-4C1B-9A49-84FC55541D21}">
      <dgm:prSet/>
      <dgm:spPr/>
      <dgm:t>
        <a:bodyPr/>
        <a:lstStyle/>
        <a:p>
          <a:r>
            <a:rPr lang="ru-RU" dirty="0" err="1"/>
            <a:t>Значне</a:t>
          </a:r>
          <a:r>
            <a:rPr lang="ru-RU" dirty="0"/>
            <a:t> </a:t>
          </a:r>
          <a:r>
            <a:rPr lang="ru-RU" dirty="0" err="1"/>
            <a:t>поширення</a:t>
          </a:r>
          <a:r>
            <a:rPr lang="ru-RU" dirty="0"/>
            <a:t> </a:t>
          </a:r>
          <a:r>
            <a:rPr lang="ru-RU" dirty="0" err="1"/>
            <a:t>промислів</a:t>
          </a:r>
          <a:r>
            <a:rPr lang="ru-RU" dirty="0"/>
            <a:t> – </a:t>
          </a:r>
          <a:r>
            <a:rPr lang="ru-RU" dirty="0" err="1"/>
            <a:t>мисливства</a:t>
          </a:r>
          <a:r>
            <a:rPr lang="ru-RU" dirty="0"/>
            <a:t>, </a:t>
          </a:r>
          <a:r>
            <a:rPr lang="ru-RU" dirty="0" err="1"/>
            <a:t>рибальства</a:t>
          </a:r>
          <a:r>
            <a:rPr lang="ru-RU" dirty="0"/>
            <a:t> та </a:t>
          </a:r>
          <a:r>
            <a:rPr lang="ru-RU" dirty="0" err="1"/>
            <a:t>бортництва</a:t>
          </a:r>
          <a:r>
            <a:rPr lang="ru-RU" dirty="0"/>
            <a:t>.</a:t>
          </a:r>
          <a:endParaRPr lang="uk-UA" dirty="0"/>
        </a:p>
      </dgm:t>
    </dgm:pt>
    <dgm:pt modelId="{67D3FD35-12A3-4A79-BB0F-79A61E087801}" type="parTrans" cxnId="{36168D7C-3A9A-499D-B070-3E086A329A29}">
      <dgm:prSet/>
      <dgm:spPr/>
      <dgm:t>
        <a:bodyPr/>
        <a:lstStyle/>
        <a:p>
          <a:endParaRPr lang="uk-UA"/>
        </a:p>
      </dgm:t>
    </dgm:pt>
    <dgm:pt modelId="{3F21C77D-9130-47AB-ACDE-28B08EE46DC2}" type="sibTrans" cxnId="{36168D7C-3A9A-499D-B070-3E086A329A29}">
      <dgm:prSet/>
      <dgm:spPr/>
      <dgm:t>
        <a:bodyPr/>
        <a:lstStyle/>
        <a:p>
          <a:endParaRPr lang="uk-UA"/>
        </a:p>
      </dgm:t>
    </dgm:pt>
    <dgm:pt modelId="{0AA3B1B8-A517-4633-902E-D66C0D9F9E5B}">
      <dgm:prSet/>
      <dgm:spPr/>
      <dgm:t>
        <a:bodyPr/>
        <a:lstStyle/>
        <a:p>
          <a:r>
            <a:rPr lang="ru-RU"/>
            <a:t>Занепад помісного та вотчинного землеволодіння й господарства.</a:t>
          </a:r>
          <a:endParaRPr lang="uk-UA"/>
        </a:p>
      </dgm:t>
    </dgm:pt>
    <dgm:pt modelId="{760412E3-5D33-4389-9D2D-363056C8F741}" type="parTrans" cxnId="{35E97D13-668D-4F66-9097-FC2AFDF2EE16}">
      <dgm:prSet/>
      <dgm:spPr/>
      <dgm:t>
        <a:bodyPr/>
        <a:lstStyle/>
        <a:p>
          <a:endParaRPr lang="uk-UA"/>
        </a:p>
      </dgm:t>
    </dgm:pt>
    <dgm:pt modelId="{FD2B4F02-1C36-4581-8A23-8D765D27B592}" type="sibTrans" cxnId="{35E97D13-668D-4F66-9097-FC2AFDF2EE16}">
      <dgm:prSet/>
      <dgm:spPr/>
      <dgm:t>
        <a:bodyPr/>
        <a:lstStyle/>
        <a:p>
          <a:endParaRPr lang="uk-UA"/>
        </a:p>
      </dgm:t>
    </dgm:pt>
    <dgm:pt modelId="{C6B3D720-11DC-4B74-9FD5-07828A0234EC}">
      <dgm:prSet/>
      <dgm:spPr/>
      <dgm:t>
        <a:bodyPr/>
        <a:lstStyle/>
        <a:p>
          <a:r>
            <a:rPr lang="ru-RU" dirty="0" err="1"/>
            <a:t>Використання</a:t>
          </a:r>
          <a:r>
            <a:rPr lang="ru-RU" dirty="0"/>
            <a:t> </a:t>
          </a:r>
          <a:r>
            <a:rPr lang="ru-RU" dirty="0" err="1"/>
            <a:t>торговельних</a:t>
          </a:r>
          <a:r>
            <a:rPr lang="ru-RU" dirty="0"/>
            <a:t> </a:t>
          </a:r>
          <a:r>
            <a:rPr lang="ru-RU" dirty="0" err="1"/>
            <a:t>шляхів</a:t>
          </a:r>
          <a:r>
            <a:rPr lang="ru-RU" dirty="0"/>
            <a:t> – «</a:t>
          </a:r>
          <a:r>
            <a:rPr lang="ru-RU" dirty="0" err="1"/>
            <a:t>із</a:t>
          </a:r>
          <a:r>
            <a:rPr lang="ru-RU" dirty="0"/>
            <a:t> варяг у греки», </a:t>
          </a:r>
          <a:r>
            <a:rPr lang="ru-RU" dirty="0" err="1"/>
            <a:t>Грецького</a:t>
          </a:r>
          <a:r>
            <a:rPr lang="ru-RU" dirty="0"/>
            <a:t>, </a:t>
          </a:r>
          <a:r>
            <a:rPr lang="ru-RU" dirty="0" err="1"/>
            <a:t>Залозного</a:t>
          </a:r>
          <a:r>
            <a:rPr lang="ru-RU" dirty="0"/>
            <a:t>.</a:t>
          </a:r>
          <a:endParaRPr lang="uk-UA" dirty="0"/>
        </a:p>
      </dgm:t>
    </dgm:pt>
    <dgm:pt modelId="{0704E726-10F9-4CCD-BDBD-74093D9DF17E}" type="parTrans" cxnId="{1046C2DA-ED11-43D4-8474-972FD9E6C8A4}">
      <dgm:prSet/>
      <dgm:spPr/>
      <dgm:t>
        <a:bodyPr/>
        <a:lstStyle/>
        <a:p>
          <a:endParaRPr lang="uk-UA"/>
        </a:p>
      </dgm:t>
    </dgm:pt>
    <dgm:pt modelId="{1D0D88F6-1F41-4C34-87E5-272921D7472B}" type="sibTrans" cxnId="{1046C2DA-ED11-43D4-8474-972FD9E6C8A4}">
      <dgm:prSet/>
      <dgm:spPr/>
      <dgm:t>
        <a:bodyPr/>
        <a:lstStyle/>
        <a:p>
          <a:endParaRPr lang="uk-UA"/>
        </a:p>
      </dgm:t>
    </dgm:pt>
    <dgm:pt modelId="{363A6BA9-6466-4B1A-8267-8CD59B506B64}" type="pres">
      <dgm:prSet presAssocID="{0974B274-CE9D-4CE5-B71E-5BD785197E7E}" presName="linear" presStyleCnt="0">
        <dgm:presLayoutVars>
          <dgm:animLvl val="lvl"/>
          <dgm:resizeHandles val="exact"/>
        </dgm:presLayoutVars>
      </dgm:prSet>
      <dgm:spPr/>
    </dgm:pt>
    <dgm:pt modelId="{2C171486-548C-4EF9-848B-2CFDAE9470F9}" type="pres">
      <dgm:prSet presAssocID="{D5E8884B-475A-45E6-A0B0-9898B7D96E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ADCA4C0-7779-4E02-A5DE-A6F4A89C442F}" type="pres">
      <dgm:prSet presAssocID="{BF9529A1-63ED-4EF0-8602-7E5C2804C9B6}" presName="spacer" presStyleCnt="0"/>
      <dgm:spPr/>
    </dgm:pt>
    <dgm:pt modelId="{0E9EE31D-E156-4CB5-8794-AF2DEF779466}" type="pres">
      <dgm:prSet presAssocID="{9D5FB7AA-8D58-4C1B-9A49-84FC55541D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611071-2961-48C4-8834-3830F1683412}" type="pres">
      <dgm:prSet presAssocID="{3F21C77D-9130-47AB-ACDE-28B08EE46DC2}" presName="spacer" presStyleCnt="0"/>
      <dgm:spPr/>
    </dgm:pt>
    <dgm:pt modelId="{F48D636F-54FD-43DC-851A-DE48A49A8E38}" type="pres">
      <dgm:prSet presAssocID="{0AA3B1B8-A517-4633-902E-D66C0D9F9E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DCCA5A-1C40-48B0-B68E-09A0CF61B305}" type="pres">
      <dgm:prSet presAssocID="{FD2B4F02-1C36-4581-8A23-8D765D27B592}" presName="spacer" presStyleCnt="0"/>
      <dgm:spPr/>
    </dgm:pt>
    <dgm:pt modelId="{899ED1DF-4D43-4A49-87D6-4295D258368D}" type="pres">
      <dgm:prSet presAssocID="{C6B3D720-11DC-4B74-9FD5-07828A0234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E97D13-668D-4F66-9097-FC2AFDF2EE16}" srcId="{0974B274-CE9D-4CE5-B71E-5BD785197E7E}" destId="{0AA3B1B8-A517-4633-902E-D66C0D9F9E5B}" srcOrd="2" destOrd="0" parTransId="{760412E3-5D33-4389-9D2D-363056C8F741}" sibTransId="{FD2B4F02-1C36-4581-8A23-8D765D27B592}"/>
    <dgm:cxn modelId="{C6232017-D95E-4E01-AB71-A95BC7DD9642}" srcId="{0974B274-CE9D-4CE5-B71E-5BD785197E7E}" destId="{D5E8884B-475A-45E6-A0B0-9898B7D96EEB}" srcOrd="0" destOrd="0" parTransId="{571DD5A0-999D-41B7-8E23-81A64018BF37}" sibTransId="{BF9529A1-63ED-4EF0-8602-7E5C2804C9B6}"/>
    <dgm:cxn modelId="{676C081E-A6AF-4A5C-9D53-ABC44D776639}" type="presOf" srcId="{0AA3B1B8-A517-4633-902E-D66C0D9F9E5B}" destId="{F48D636F-54FD-43DC-851A-DE48A49A8E38}" srcOrd="0" destOrd="0" presId="urn:microsoft.com/office/officeart/2005/8/layout/vList2"/>
    <dgm:cxn modelId="{AAC0131F-F463-46A9-AEC8-6ECDA37DFF42}" type="presOf" srcId="{C6B3D720-11DC-4B74-9FD5-07828A0234EC}" destId="{899ED1DF-4D43-4A49-87D6-4295D258368D}" srcOrd="0" destOrd="0" presId="urn:microsoft.com/office/officeart/2005/8/layout/vList2"/>
    <dgm:cxn modelId="{632A005C-E0E5-4467-81D0-9D9A03C87B81}" type="presOf" srcId="{D5E8884B-475A-45E6-A0B0-9898B7D96EEB}" destId="{2C171486-548C-4EF9-848B-2CFDAE9470F9}" srcOrd="0" destOrd="0" presId="urn:microsoft.com/office/officeart/2005/8/layout/vList2"/>
    <dgm:cxn modelId="{36168D7C-3A9A-499D-B070-3E086A329A29}" srcId="{0974B274-CE9D-4CE5-B71E-5BD785197E7E}" destId="{9D5FB7AA-8D58-4C1B-9A49-84FC55541D21}" srcOrd="1" destOrd="0" parTransId="{67D3FD35-12A3-4A79-BB0F-79A61E087801}" sibTransId="{3F21C77D-9130-47AB-ACDE-28B08EE46DC2}"/>
    <dgm:cxn modelId="{1046C2DA-ED11-43D4-8474-972FD9E6C8A4}" srcId="{0974B274-CE9D-4CE5-B71E-5BD785197E7E}" destId="{C6B3D720-11DC-4B74-9FD5-07828A0234EC}" srcOrd="3" destOrd="0" parTransId="{0704E726-10F9-4CCD-BDBD-74093D9DF17E}" sibTransId="{1D0D88F6-1F41-4C34-87E5-272921D7472B}"/>
    <dgm:cxn modelId="{C2E5FCDF-147E-46FD-99B4-B82B72D0EE4C}" type="presOf" srcId="{9D5FB7AA-8D58-4C1B-9A49-84FC55541D21}" destId="{0E9EE31D-E156-4CB5-8794-AF2DEF779466}" srcOrd="0" destOrd="0" presId="urn:microsoft.com/office/officeart/2005/8/layout/vList2"/>
    <dgm:cxn modelId="{D04201F1-85E8-4992-AF7E-AF06E3D946F6}" type="presOf" srcId="{0974B274-CE9D-4CE5-B71E-5BD785197E7E}" destId="{363A6BA9-6466-4B1A-8267-8CD59B506B64}" srcOrd="0" destOrd="0" presId="urn:microsoft.com/office/officeart/2005/8/layout/vList2"/>
    <dgm:cxn modelId="{C31716A1-4537-40A3-919E-A44BFD5A5142}" type="presParOf" srcId="{363A6BA9-6466-4B1A-8267-8CD59B506B64}" destId="{2C171486-548C-4EF9-848B-2CFDAE9470F9}" srcOrd="0" destOrd="0" presId="urn:microsoft.com/office/officeart/2005/8/layout/vList2"/>
    <dgm:cxn modelId="{DD7CCBB7-9071-43E9-9BDB-49762E11E4BE}" type="presParOf" srcId="{363A6BA9-6466-4B1A-8267-8CD59B506B64}" destId="{1ADCA4C0-7779-4E02-A5DE-A6F4A89C442F}" srcOrd="1" destOrd="0" presId="urn:microsoft.com/office/officeart/2005/8/layout/vList2"/>
    <dgm:cxn modelId="{6E66DFCD-09F6-43E5-A6C2-02DB9664B4DF}" type="presParOf" srcId="{363A6BA9-6466-4B1A-8267-8CD59B506B64}" destId="{0E9EE31D-E156-4CB5-8794-AF2DEF779466}" srcOrd="2" destOrd="0" presId="urn:microsoft.com/office/officeart/2005/8/layout/vList2"/>
    <dgm:cxn modelId="{68D8524B-056C-4519-A8F0-7C468B32A1C5}" type="presParOf" srcId="{363A6BA9-6466-4B1A-8267-8CD59B506B64}" destId="{D6611071-2961-48C4-8834-3830F1683412}" srcOrd="3" destOrd="0" presId="urn:microsoft.com/office/officeart/2005/8/layout/vList2"/>
    <dgm:cxn modelId="{FC192026-7D6D-46F5-97A5-7E254C2AE38E}" type="presParOf" srcId="{363A6BA9-6466-4B1A-8267-8CD59B506B64}" destId="{F48D636F-54FD-43DC-851A-DE48A49A8E38}" srcOrd="4" destOrd="0" presId="urn:microsoft.com/office/officeart/2005/8/layout/vList2"/>
    <dgm:cxn modelId="{ACF77658-92AB-4C41-B5F1-495BFB5E43B4}" type="presParOf" srcId="{363A6BA9-6466-4B1A-8267-8CD59B506B64}" destId="{01DCCA5A-1C40-48B0-B68E-09A0CF61B305}" srcOrd="5" destOrd="0" presId="urn:microsoft.com/office/officeart/2005/8/layout/vList2"/>
    <dgm:cxn modelId="{B31B88EE-EA63-4CDB-AF58-6DFCD37568B5}" type="presParOf" srcId="{363A6BA9-6466-4B1A-8267-8CD59B506B64}" destId="{899ED1DF-4D43-4A49-87D6-4295D25836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36021CE-C8EC-4D0B-84EA-C5607395841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CB6C62-6F57-45F3-9642-5D4E649BF4DE}">
      <dgm:prSet/>
      <dgm:spPr/>
      <dgm:t>
        <a:bodyPr/>
        <a:lstStyle/>
        <a:p>
          <a:r>
            <a:rPr lang="uk-UA" b="0" i="0" dirty="0"/>
            <a:t>холопи.</a:t>
          </a:r>
          <a:endParaRPr lang="uk-UA" dirty="0"/>
        </a:p>
      </dgm:t>
    </dgm:pt>
    <dgm:pt modelId="{A9D47319-134A-4206-A0D8-618856AC922F}" type="parTrans" cxnId="{203AFF37-AD07-47AB-9124-4E68CB8B48AC}">
      <dgm:prSet/>
      <dgm:spPr/>
      <dgm:t>
        <a:bodyPr/>
        <a:lstStyle/>
        <a:p>
          <a:endParaRPr lang="uk-UA"/>
        </a:p>
      </dgm:t>
    </dgm:pt>
    <dgm:pt modelId="{1F72ED9B-863E-4714-A134-A52E35FE1F02}" type="sibTrans" cxnId="{203AFF37-AD07-47AB-9124-4E68CB8B48AC}">
      <dgm:prSet/>
      <dgm:spPr/>
      <dgm:t>
        <a:bodyPr/>
        <a:lstStyle/>
        <a:p>
          <a:endParaRPr lang="uk-UA"/>
        </a:p>
      </dgm:t>
    </dgm:pt>
    <dgm:pt modelId="{4948484B-351B-485F-AC78-541E1C175C11}">
      <dgm:prSet/>
      <dgm:spPr/>
      <dgm:t>
        <a:bodyPr/>
        <a:lstStyle/>
        <a:p>
          <a:r>
            <a:rPr lang="uk-UA" b="0" i="0"/>
            <a:t>смерди.</a:t>
          </a:r>
          <a:endParaRPr lang="uk-UA"/>
        </a:p>
      </dgm:t>
    </dgm:pt>
    <dgm:pt modelId="{3075C130-250A-4BC3-BBB1-CE3582D1B875}" type="parTrans" cxnId="{80107AB2-1C19-4412-8051-4E30C32F2CC7}">
      <dgm:prSet/>
      <dgm:spPr/>
      <dgm:t>
        <a:bodyPr/>
        <a:lstStyle/>
        <a:p>
          <a:endParaRPr lang="uk-UA"/>
        </a:p>
      </dgm:t>
    </dgm:pt>
    <dgm:pt modelId="{E259EED7-5F99-4822-8BED-ECF52499169E}" type="sibTrans" cxnId="{80107AB2-1C19-4412-8051-4E30C32F2CC7}">
      <dgm:prSet/>
      <dgm:spPr/>
      <dgm:t>
        <a:bodyPr/>
        <a:lstStyle/>
        <a:p>
          <a:endParaRPr lang="uk-UA"/>
        </a:p>
      </dgm:t>
    </dgm:pt>
    <dgm:pt modelId="{72FD4CD0-86B5-4CF1-A248-50C2CDFEA0D0}">
      <dgm:prSet/>
      <dgm:spPr/>
      <dgm:t>
        <a:bodyPr/>
        <a:lstStyle/>
        <a:p>
          <a:r>
            <a:rPr lang="uk-UA" b="0" i="0"/>
            <a:t>челядь.</a:t>
          </a:r>
          <a:endParaRPr lang="uk-UA"/>
        </a:p>
      </dgm:t>
    </dgm:pt>
    <dgm:pt modelId="{F45C3318-2BA0-4D42-88E0-8B53CD07DD22}" type="parTrans" cxnId="{3868C7F2-3059-4FD2-9F2D-A323B9B24C8E}">
      <dgm:prSet/>
      <dgm:spPr/>
      <dgm:t>
        <a:bodyPr/>
        <a:lstStyle/>
        <a:p>
          <a:endParaRPr lang="uk-UA"/>
        </a:p>
      </dgm:t>
    </dgm:pt>
    <dgm:pt modelId="{34102E43-EAF8-4DE8-82B7-07253B076BE1}" type="sibTrans" cxnId="{3868C7F2-3059-4FD2-9F2D-A323B9B24C8E}">
      <dgm:prSet/>
      <dgm:spPr/>
      <dgm:t>
        <a:bodyPr/>
        <a:lstStyle/>
        <a:p>
          <a:endParaRPr lang="uk-UA"/>
        </a:p>
      </dgm:t>
    </dgm:pt>
    <dgm:pt modelId="{31BAD887-E84D-430D-88DF-2A724251266F}">
      <dgm:prSet/>
      <dgm:spPr/>
      <dgm:t>
        <a:bodyPr/>
        <a:lstStyle/>
        <a:p>
          <a:r>
            <a:rPr lang="uk-UA" b="0" i="0" dirty="0"/>
            <a:t>ізгої.</a:t>
          </a:r>
          <a:endParaRPr lang="uk-UA" dirty="0"/>
        </a:p>
      </dgm:t>
    </dgm:pt>
    <dgm:pt modelId="{90FAA7D1-D7D7-4D72-B904-993993216049}" type="parTrans" cxnId="{0B6F5F32-DAA9-4F84-A60B-241B88B3648F}">
      <dgm:prSet/>
      <dgm:spPr/>
      <dgm:t>
        <a:bodyPr/>
        <a:lstStyle/>
        <a:p>
          <a:endParaRPr lang="uk-UA"/>
        </a:p>
      </dgm:t>
    </dgm:pt>
    <dgm:pt modelId="{94989F8D-ACA1-4051-9A53-8553F778755B}" type="sibTrans" cxnId="{0B6F5F32-DAA9-4F84-A60B-241B88B3648F}">
      <dgm:prSet/>
      <dgm:spPr/>
      <dgm:t>
        <a:bodyPr/>
        <a:lstStyle/>
        <a:p>
          <a:endParaRPr lang="uk-UA"/>
        </a:p>
      </dgm:t>
    </dgm:pt>
    <dgm:pt modelId="{71A1CEB7-AC59-44F2-8585-32244FA95CDA}" type="pres">
      <dgm:prSet presAssocID="{D36021CE-C8EC-4D0B-84EA-C56073958416}" presName="matrix" presStyleCnt="0">
        <dgm:presLayoutVars>
          <dgm:chMax val="1"/>
          <dgm:dir/>
          <dgm:resizeHandles val="exact"/>
        </dgm:presLayoutVars>
      </dgm:prSet>
      <dgm:spPr/>
    </dgm:pt>
    <dgm:pt modelId="{79F97261-5A4D-4821-A312-B2A399E6C4EC}" type="pres">
      <dgm:prSet presAssocID="{D36021CE-C8EC-4D0B-84EA-C56073958416}" presName="diamond" presStyleLbl="bgShp" presStyleIdx="0" presStyleCnt="1"/>
      <dgm:spPr/>
    </dgm:pt>
    <dgm:pt modelId="{27F101F2-AEB7-4465-804F-2E0B7C638AF7}" type="pres">
      <dgm:prSet presAssocID="{D36021CE-C8EC-4D0B-84EA-C5607395841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48ED04-DEFF-4AE6-8BBB-B489BC2C1DFA}" type="pres">
      <dgm:prSet presAssocID="{D36021CE-C8EC-4D0B-84EA-C5607395841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0C76FAB-C262-4195-96E0-CB793EBEC6A8}" type="pres">
      <dgm:prSet presAssocID="{D36021CE-C8EC-4D0B-84EA-C5607395841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7585878-9811-4F70-A077-B3BD895BB8B2}" type="pres">
      <dgm:prSet presAssocID="{D36021CE-C8EC-4D0B-84EA-C5607395841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B21D311-1EFB-4C24-A3AA-AA2F7CDB0C5B}" type="presOf" srcId="{72FD4CD0-86B5-4CF1-A248-50C2CDFEA0D0}" destId="{30C76FAB-C262-4195-96E0-CB793EBEC6A8}" srcOrd="0" destOrd="0" presId="urn:microsoft.com/office/officeart/2005/8/layout/matrix3"/>
    <dgm:cxn modelId="{0B6F5F32-DAA9-4F84-A60B-241B88B3648F}" srcId="{D36021CE-C8EC-4D0B-84EA-C56073958416}" destId="{31BAD887-E84D-430D-88DF-2A724251266F}" srcOrd="3" destOrd="0" parTransId="{90FAA7D1-D7D7-4D72-B904-993993216049}" sibTransId="{94989F8D-ACA1-4051-9A53-8553F778755B}"/>
    <dgm:cxn modelId="{203AFF37-AD07-47AB-9124-4E68CB8B48AC}" srcId="{D36021CE-C8EC-4D0B-84EA-C56073958416}" destId="{2DCB6C62-6F57-45F3-9642-5D4E649BF4DE}" srcOrd="0" destOrd="0" parTransId="{A9D47319-134A-4206-A0D8-618856AC922F}" sibTransId="{1F72ED9B-863E-4714-A134-A52E35FE1F02}"/>
    <dgm:cxn modelId="{FA018F5A-CB42-4721-B5EB-F8DB8A9F450A}" type="presOf" srcId="{D36021CE-C8EC-4D0B-84EA-C56073958416}" destId="{71A1CEB7-AC59-44F2-8585-32244FA95CDA}" srcOrd="0" destOrd="0" presId="urn:microsoft.com/office/officeart/2005/8/layout/matrix3"/>
    <dgm:cxn modelId="{DF57738E-AE6C-4919-BBBF-D61192EA49C5}" type="presOf" srcId="{31BAD887-E84D-430D-88DF-2A724251266F}" destId="{87585878-9811-4F70-A077-B3BD895BB8B2}" srcOrd="0" destOrd="0" presId="urn:microsoft.com/office/officeart/2005/8/layout/matrix3"/>
    <dgm:cxn modelId="{80107AB2-1C19-4412-8051-4E30C32F2CC7}" srcId="{D36021CE-C8EC-4D0B-84EA-C56073958416}" destId="{4948484B-351B-485F-AC78-541E1C175C11}" srcOrd="1" destOrd="0" parTransId="{3075C130-250A-4BC3-BBB1-CE3582D1B875}" sibTransId="{E259EED7-5F99-4822-8BED-ECF52499169E}"/>
    <dgm:cxn modelId="{E9483BE7-3166-427A-8EA8-2BDB5BCC7EDD}" type="presOf" srcId="{4948484B-351B-485F-AC78-541E1C175C11}" destId="{8948ED04-DEFF-4AE6-8BBB-B489BC2C1DFA}" srcOrd="0" destOrd="0" presId="urn:microsoft.com/office/officeart/2005/8/layout/matrix3"/>
    <dgm:cxn modelId="{3868C7F2-3059-4FD2-9F2D-A323B9B24C8E}" srcId="{D36021CE-C8EC-4D0B-84EA-C56073958416}" destId="{72FD4CD0-86B5-4CF1-A248-50C2CDFEA0D0}" srcOrd="2" destOrd="0" parTransId="{F45C3318-2BA0-4D42-88E0-8B53CD07DD22}" sibTransId="{34102E43-EAF8-4DE8-82B7-07253B076BE1}"/>
    <dgm:cxn modelId="{7022A4FE-4C75-491F-B036-541CCDAFE88C}" type="presOf" srcId="{2DCB6C62-6F57-45F3-9642-5D4E649BF4DE}" destId="{27F101F2-AEB7-4465-804F-2E0B7C638AF7}" srcOrd="0" destOrd="0" presId="urn:microsoft.com/office/officeart/2005/8/layout/matrix3"/>
    <dgm:cxn modelId="{3B652444-54FB-42D4-A284-686D09A54195}" type="presParOf" srcId="{71A1CEB7-AC59-44F2-8585-32244FA95CDA}" destId="{79F97261-5A4D-4821-A312-B2A399E6C4EC}" srcOrd="0" destOrd="0" presId="urn:microsoft.com/office/officeart/2005/8/layout/matrix3"/>
    <dgm:cxn modelId="{C95266A3-60A0-48A7-96EE-95522B11BFD1}" type="presParOf" srcId="{71A1CEB7-AC59-44F2-8585-32244FA95CDA}" destId="{27F101F2-AEB7-4465-804F-2E0B7C638AF7}" srcOrd="1" destOrd="0" presId="urn:microsoft.com/office/officeart/2005/8/layout/matrix3"/>
    <dgm:cxn modelId="{314A087D-9C6D-42B0-BF8C-6E3436734BCD}" type="presParOf" srcId="{71A1CEB7-AC59-44F2-8585-32244FA95CDA}" destId="{8948ED04-DEFF-4AE6-8BBB-B489BC2C1DFA}" srcOrd="2" destOrd="0" presId="urn:microsoft.com/office/officeart/2005/8/layout/matrix3"/>
    <dgm:cxn modelId="{2F2F268A-FD23-43C8-9B8D-B09E8601318B}" type="presParOf" srcId="{71A1CEB7-AC59-44F2-8585-32244FA95CDA}" destId="{30C76FAB-C262-4195-96E0-CB793EBEC6A8}" srcOrd="3" destOrd="0" presId="urn:microsoft.com/office/officeart/2005/8/layout/matrix3"/>
    <dgm:cxn modelId="{F4671C4C-430E-4782-8228-7FDF8367F126}" type="presParOf" srcId="{71A1CEB7-AC59-44F2-8585-32244FA95CDA}" destId="{87585878-9811-4F70-A077-B3BD895BB8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63D03748-BD79-4F06-8377-8A529DEA8F4B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2630BB-60C4-4153-8368-31FD55E17CD8}">
      <dgm:prSet/>
      <dgm:spPr/>
      <dgm:t>
        <a:bodyPr/>
        <a:lstStyle/>
        <a:p>
          <a:r>
            <a:rPr lang="ru-RU" b="0" i="0"/>
            <a:t>смерди</a:t>
          </a:r>
          <a:endParaRPr lang="uk-UA"/>
        </a:p>
      </dgm:t>
    </dgm:pt>
    <dgm:pt modelId="{043D5739-33E4-49E6-BB8A-8512688AFDCC}" type="parTrans" cxnId="{CFE26DFC-917E-4D97-A667-ABDC0CEABA75}">
      <dgm:prSet/>
      <dgm:spPr/>
      <dgm:t>
        <a:bodyPr/>
        <a:lstStyle/>
        <a:p>
          <a:endParaRPr lang="uk-UA"/>
        </a:p>
      </dgm:t>
    </dgm:pt>
    <dgm:pt modelId="{1A27DA44-E421-45C1-842A-7E1B6BB66853}" type="sibTrans" cxnId="{CFE26DFC-917E-4D97-A667-ABDC0CEABA75}">
      <dgm:prSet/>
      <dgm:spPr/>
      <dgm:t>
        <a:bodyPr/>
        <a:lstStyle/>
        <a:p>
          <a:endParaRPr lang="uk-UA"/>
        </a:p>
      </dgm:t>
    </dgm:pt>
    <dgm:pt modelId="{CE755BE7-BED8-4FAA-8D72-E996DE5ACE7B}">
      <dgm:prSet/>
      <dgm:spPr/>
      <dgm:t>
        <a:bodyPr/>
        <a:lstStyle/>
        <a:p>
          <a:r>
            <a:rPr lang="ru-RU" b="0" i="0"/>
            <a:t>баскак</a:t>
          </a:r>
          <a:endParaRPr lang="uk-UA"/>
        </a:p>
      </dgm:t>
    </dgm:pt>
    <dgm:pt modelId="{B285C6F3-D591-4D63-B3A7-15DD07E3D2E7}" type="parTrans" cxnId="{04F016E6-1D10-4F25-A8C9-2C669E8F0188}">
      <dgm:prSet/>
      <dgm:spPr/>
      <dgm:t>
        <a:bodyPr/>
        <a:lstStyle/>
        <a:p>
          <a:endParaRPr lang="uk-UA"/>
        </a:p>
      </dgm:t>
    </dgm:pt>
    <dgm:pt modelId="{85022233-7F5A-4E6E-942A-D76278FC4BA8}" type="sibTrans" cxnId="{04F016E6-1D10-4F25-A8C9-2C669E8F0188}">
      <dgm:prSet/>
      <dgm:spPr/>
      <dgm:t>
        <a:bodyPr/>
        <a:lstStyle/>
        <a:p>
          <a:endParaRPr lang="uk-UA"/>
        </a:p>
      </dgm:t>
    </dgm:pt>
    <dgm:pt modelId="{19B63DD7-A7AC-44C0-9F20-0C3DEED78E0B}">
      <dgm:prSet/>
      <dgm:spPr/>
      <dgm:t>
        <a:bodyPr/>
        <a:lstStyle/>
        <a:p>
          <a:r>
            <a:rPr lang="ru-RU" b="0" i="0" dirty="0" err="1"/>
            <a:t>фільварок</a:t>
          </a:r>
          <a:endParaRPr lang="uk-UA" dirty="0"/>
        </a:p>
      </dgm:t>
    </dgm:pt>
    <dgm:pt modelId="{F131BE19-4467-48C5-92DC-1BB7CF35A6AF}" type="parTrans" cxnId="{1BC4B76C-263E-4246-9F10-C27243D961C5}">
      <dgm:prSet/>
      <dgm:spPr/>
      <dgm:t>
        <a:bodyPr/>
        <a:lstStyle/>
        <a:p>
          <a:endParaRPr lang="uk-UA"/>
        </a:p>
      </dgm:t>
    </dgm:pt>
    <dgm:pt modelId="{A68D1210-C02A-4CA2-AB67-747FD8C199CD}" type="sibTrans" cxnId="{1BC4B76C-263E-4246-9F10-C27243D961C5}">
      <dgm:prSet/>
      <dgm:spPr/>
      <dgm:t>
        <a:bodyPr/>
        <a:lstStyle/>
        <a:p>
          <a:endParaRPr lang="uk-UA"/>
        </a:p>
      </dgm:t>
    </dgm:pt>
    <dgm:pt modelId="{6D328633-37C7-4376-A5EC-1977D0359882}">
      <dgm:prSet/>
      <dgm:spPr/>
      <dgm:t>
        <a:bodyPr/>
        <a:lstStyle/>
        <a:p>
          <a:r>
            <a:rPr lang="ru-RU" b="0" i="0" dirty="0" err="1"/>
            <a:t>ізгої</a:t>
          </a:r>
          <a:endParaRPr lang="uk-UA" dirty="0"/>
        </a:p>
      </dgm:t>
    </dgm:pt>
    <dgm:pt modelId="{BBBC9B07-BCB7-4B60-90EF-0096693A57A7}" type="parTrans" cxnId="{FA9086DA-C606-4E2F-A1B8-B641355BA9B9}">
      <dgm:prSet/>
      <dgm:spPr/>
      <dgm:t>
        <a:bodyPr/>
        <a:lstStyle/>
        <a:p>
          <a:endParaRPr lang="uk-UA"/>
        </a:p>
      </dgm:t>
    </dgm:pt>
    <dgm:pt modelId="{27CA5CF2-94D2-4367-82C6-8164D516ED42}" type="sibTrans" cxnId="{FA9086DA-C606-4E2F-A1B8-B641355BA9B9}">
      <dgm:prSet/>
      <dgm:spPr/>
      <dgm:t>
        <a:bodyPr/>
        <a:lstStyle/>
        <a:p>
          <a:endParaRPr lang="uk-UA"/>
        </a:p>
      </dgm:t>
    </dgm:pt>
    <dgm:pt modelId="{C39C0713-8DD9-44E7-BE40-A248F20B89C9}">
      <dgm:prSet/>
      <dgm:spPr/>
      <dgm:t>
        <a:bodyPr/>
        <a:lstStyle/>
        <a:p>
          <a:r>
            <a:rPr lang="ru-RU" b="0" i="0"/>
            <a:t>клейноди</a:t>
          </a:r>
          <a:endParaRPr lang="uk-UA"/>
        </a:p>
      </dgm:t>
    </dgm:pt>
    <dgm:pt modelId="{89EC00DF-CC6C-4EBA-8F9B-70D57857D437}" type="parTrans" cxnId="{C548ECB4-06B7-444F-AFE6-6FA763EB098F}">
      <dgm:prSet/>
      <dgm:spPr/>
      <dgm:t>
        <a:bodyPr/>
        <a:lstStyle/>
        <a:p>
          <a:endParaRPr lang="uk-UA"/>
        </a:p>
      </dgm:t>
    </dgm:pt>
    <dgm:pt modelId="{B804EB1B-5DA7-44B4-B442-F3F9A07EE7E3}" type="sibTrans" cxnId="{C548ECB4-06B7-444F-AFE6-6FA763EB098F}">
      <dgm:prSet/>
      <dgm:spPr/>
      <dgm:t>
        <a:bodyPr/>
        <a:lstStyle/>
        <a:p>
          <a:endParaRPr lang="uk-UA"/>
        </a:p>
      </dgm:t>
    </dgm:pt>
    <dgm:pt modelId="{EC1C291C-982D-440F-B81E-E40D447A78ED}">
      <dgm:prSet/>
      <dgm:spPr/>
      <dgm:t>
        <a:bodyPr/>
        <a:lstStyle/>
        <a:p>
          <a:r>
            <a:rPr lang="ru-RU" b="0" i="0"/>
            <a:t>закупи</a:t>
          </a:r>
          <a:endParaRPr lang="uk-UA"/>
        </a:p>
      </dgm:t>
    </dgm:pt>
    <dgm:pt modelId="{0C52CE63-FBCB-41B2-8673-B69BF3E040BE}" type="parTrans" cxnId="{C73397E3-DF28-41F4-B59C-6972BF14CC31}">
      <dgm:prSet/>
      <dgm:spPr/>
      <dgm:t>
        <a:bodyPr/>
        <a:lstStyle/>
        <a:p>
          <a:endParaRPr lang="uk-UA"/>
        </a:p>
      </dgm:t>
    </dgm:pt>
    <dgm:pt modelId="{E78DC6BA-30E1-4A9B-A490-CD9806F5A5E1}" type="sibTrans" cxnId="{C73397E3-DF28-41F4-B59C-6972BF14CC31}">
      <dgm:prSet/>
      <dgm:spPr/>
      <dgm:t>
        <a:bodyPr/>
        <a:lstStyle/>
        <a:p>
          <a:endParaRPr lang="uk-UA"/>
        </a:p>
      </dgm:t>
    </dgm:pt>
    <dgm:pt modelId="{FB48029C-BACA-45C9-A4F8-00D87A13CA1C}">
      <dgm:prSet/>
      <dgm:spPr/>
      <dgm:t>
        <a:bodyPr/>
        <a:lstStyle/>
        <a:p>
          <a:r>
            <a:rPr lang="ru-RU" b="0" i="0" dirty="0"/>
            <a:t>шляхта</a:t>
          </a:r>
          <a:endParaRPr lang="uk-UA" dirty="0"/>
        </a:p>
      </dgm:t>
    </dgm:pt>
    <dgm:pt modelId="{91787D68-D438-4F0B-B3B8-56A5B4F040C9}" type="parTrans" cxnId="{ABC92A53-BA9A-4E47-9B66-AEFE80367522}">
      <dgm:prSet/>
      <dgm:spPr/>
      <dgm:t>
        <a:bodyPr/>
        <a:lstStyle/>
        <a:p>
          <a:endParaRPr lang="uk-UA"/>
        </a:p>
      </dgm:t>
    </dgm:pt>
    <dgm:pt modelId="{EF7ECB22-2035-4DD6-A359-B95D88A643DB}" type="sibTrans" cxnId="{ABC92A53-BA9A-4E47-9B66-AEFE80367522}">
      <dgm:prSet/>
      <dgm:spPr/>
      <dgm:t>
        <a:bodyPr/>
        <a:lstStyle/>
        <a:p>
          <a:endParaRPr lang="uk-UA"/>
        </a:p>
      </dgm:t>
    </dgm:pt>
    <dgm:pt modelId="{59406E33-3D87-4489-836B-063BF031C206}" type="pres">
      <dgm:prSet presAssocID="{63D03748-BD79-4F06-8377-8A529DEA8F4B}" presName="compositeShape" presStyleCnt="0">
        <dgm:presLayoutVars>
          <dgm:chMax val="7"/>
          <dgm:dir/>
          <dgm:resizeHandles val="exact"/>
        </dgm:presLayoutVars>
      </dgm:prSet>
      <dgm:spPr/>
    </dgm:pt>
    <dgm:pt modelId="{372BF1AB-A6DD-492E-9051-E8672A9B1BD6}" type="pres">
      <dgm:prSet presAssocID="{492630BB-60C4-4153-8368-31FD55E17CD8}" presName="circ1" presStyleLbl="vennNode1" presStyleIdx="0" presStyleCnt="7"/>
      <dgm:spPr/>
    </dgm:pt>
    <dgm:pt modelId="{ECAD1786-1E33-4E47-9CBF-92051D4D769F}" type="pres">
      <dgm:prSet presAssocID="{492630BB-60C4-4153-8368-31FD55E17CD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81D877-6890-4C4A-8559-AB09D1E6DC08}" type="pres">
      <dgm:prSet presAssocID="{CE755BE7-BED8-4FAA-8D72-E996DE5ACE7B}" presName="circ2" presStyleLbl="vennNode1" presStyleIdx="1" presStyleCnt="7"/>
      <dgm:spPr/>
    </dgm:pt>
    <dgm:pt modelId="{794ADFB2-B918-4C98-8364-51711449A6FF}" type="pres">
      <dgm:prSet presAssocID="{CE755BE7-BED8-4FAA-8D72-E996DE5ACE7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386EC5-2DB7-47CC-B2B5-F41870001035}" type="pres">
      <dgm:prSet presAssocID="{19B63DD7-A7AC-44C0-9F20-0C3DEED78E0B}" presName="circ3" presStyleLbl="vennNode1" presStyleIdx="2" presStyleCnt="7"/>
      <dgm:spPr/>
    </dgm:pt>
    <dgm:pt modelId="{EE6B43FA-143A-4A83-BDF8-E06719E481FE}" type="pres">
      <dgm:prSet presAssocID="{19B63DD7-A7AC-44C0-9F20-0C3DEED78E0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E43E6C-ED39-4C07-994A-35633A454821}" type="pres">
      <dgm:prSet presAssocID="{6D328633-37C7-4376-A5EC-1977D0359882}" presName="circ4" presStyleLbl="vennNode1" presStyleIdx="3" presStyleCnt="7"/>
      <dgm:spPr/>
    </dgm:pt>
    <dgm:pt modelId="{6FA77ACC-C49A-437C-AA23-59B7E812817C}" type="pres">
      <dgm:prSet presAssocID="{6D328633-37C7-4376-A5EC-1977D035988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AA43CC5-5486-433B-B00A-9FA2A2278DED}" type="pres">
      <dgm:prSet presAssocID="{C39C0713-8DD9-44E7-BE40-A248F20B89C9}" presName="circ5" presStyleLbl="vennNode1" presStyleIdx="4" presStyleCnt="7"/>
      <dgm:spPr/>
    </dgm:pt>
    <dgm:pt modelId="{91657C5C-161C-46F7-AA49-619593EB965A}" type="pres">
      <dgm:prSet presAssocID="{C39C0713-8DD9-44E7-BE40-A248F20B89C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F674A-0792-45E0-A12E-E9027A40A6FB}" type="pres">
      <dgm:prSet presAssocID="{EC1C291C-982D-440F-B81E-E40D447A78ED}" presName="circ6" presStyleLbl="vennNode1" presStyleIdx="5" presStyleCnt="7"/>
      <dgm:spPr/>
    </dgm:pt>
    <dgm:pt modelId="{B51DACB7-EC94-4710-B156-69976882216E}" type="pres">
      <dgm:prSet presAssocID="{EC1C291C-982D-440F-B81E-E40D447A78E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E07F1D-0294-400F-9FDC-E09573BCD97E}" type="pres">
      <dgm:prSet presAssocID="{FB48029C-BACA-45C9-A4F8-00D87A13CA1C}" presName="circ7" presStyleLbl="vennNode1" presStyleIdx="6" presStyleCnt="7"/>
      <dgm:spPr/>
    </dgm:pt>
    <dgm:pt modelId="{67D5140A-0711-4791-ADF7-92235D6D3C8C}" type="pres">
      <dgm:prSet presAssocID="{FB48029C-BACA-45C9-A4F8-00D87A13CA1C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4ED1111-108B-4496-B099-3BCE0E9D0499}" type="presOf" srcId="{C39C0713-8DD9-44E7-BE40-A248F20B89C9}" destId="{91657C5C-161C-46F7-AA49-619593EB965A}" srcOrd="0" destOrd="0" presId="urn:microsoft.com/office/officeart/2005/8/layout/venn1"/>
    <dgm:cxn modelId="{C234A537-417C-4969-B720-406A6F4269C6}" type="presOf" srcId="{EC1C291C-982D-440F-B81E-E40D447A78ED}" destId="{B51DACB7-EC94-4710-B156-69976882216E}" srcOrd="0" destOrd="0" presId="urn:microsoft.com/office/officeart/2005/8/layout/venn1"/>
    <dgm:cxn modelId="{D0686E5F-EDEE-4998-954C-DFB85155CB98}" type="presOf" srcId="{19B63DD7-A7AC-44C0-9F20-0C3DEED78E0B}" destId="{EE6B43FA-143A-4A83-BDF8-E06719E481FE}" srcOrd="0" destOrd="0" presId="urn:microsoft.com/office/officeart/2005/8/layout/venn1"/>
    <dgm:cxn modelId="{CA3C5F4A-BAD6-4741-A9CB-AD6BDB913C73}" type="presOf" srcId="{6D328633-37C7-4376-A5EC-1977D0359882}" destId="{6FA77ACC-C49A-437C-AA23-59B7E812817C}" srcOrd="0" destOrd="0" presId="urn:microsoft.com/office/officeart/2005/8/layout/venn1"/>
    <dgm:cxn modelId="{1BC4B76C-263E-4246-9F10-C27243D961C5}" srcId="{63D03748-BD79-4F06-8377-8A529DEA8F4B}" destId="{19B63DD7-A7AC-44C0-9F20-0C3DEED78E0B}" srcOrd="2" destOrd="0" parTransId="{F131BE19-4467-48C5-92DC-1BB7CF35A6AF}" sibTransId="{A68D1210-C02A-4CA2-AB67-747FD8C199CD}"/>
    <dgm:cxn modelId="{70153A52-802F-4A98-BD47-1B157B1A2CC5}" type="presOf" srcId="{FB48029C-BACA-45C9-A4F8-00D87A13CA1C}" destId="{67D5140A-0711-4791-ADF7-92235D6D3C8C}" srcOrd="0" destOrd="0" presId="urn:microsoft.com/office/officeart/2005/8/layout/venn1"/>
    <dgm:cxn modelId="{ABC92A53-BA9A-4E47-9B66-AEFE80367522}" srcId="{63D03748-BD79-4F06-8377-8A529DEA8F4B}" destId="{FB48029C-BACA-45C9-A4F8-00D87A13CA1C}" srcOrd="6" destOrd="0" parTransId="{91787D68-D438-4F0B-B3B8-56A5B4F040C9}" sibTransId="{EF7ECB22-2035-4DD6-A359-B95D88A643DB}"/>
    <dgm:cxn modelId="{930C7473-6D40-435E-87CF-804145EF3806}" type="presOf" srcId="{63D03748-BD79-4F06-8377-8A529DEA8F4B}" destId="{59406E33-3D87-4489-836B-063BF031C206}" srcOrd="0" destOrd="0" presId="urn:microsoft.com/office/officeart/2005/8/layout/venn1"/>
    <dgm:cxn modelId="{8DAF40A0-CF69-4A71-8DDC-BEBD3FCB398F}" type="presOf" srcId="{CE755BE7-BED8-4FAA-8D72-E996DE5ACE7B}" destId="{794ADFB2-B918-4C98-8364-51711449A6FF}" srcOrd="0" destOrd="0" presId="urn:microsoft.com/office/officeart/2005/8/layout/venn1"/>
    <dgm:cxn modelId="{C548ECB4-06B7-444F-AFE6-6FA763EB098F}" srcId="{63D03748-BD79-4F06-8377-8A529DEA8F4B}" destId="{C39C0713-8DD9-44E7-BE40-A248F20B89C9}" srcOrd="4" destOrd="0" parTransId="{89EC00DF-CC6C-4EBA-8F9B-70D57857D437}" sibTransId="{B804EB1B-5DA7-44B4-B442-F3F9A07EE7E3}"/>
    <dgm:cxn modelId="{FA9086DA-C606-4E2F-A1B8-B641355BA9B9}" srcId="{63D03748-BD79-4F06-8377-8A529DEA8F4B}" destId="{6D328633-37C7-4376-A5EC-1977D0359882}" srcOrd="3" destOrd="0" parTransId="{BBBC9B07-BCB7-4B60-90EF-0096693A57A7}" sibTransId="{27CA5CF2-94D2-4367-82C6-8164D516ED42}"/>
    <dgm:cxn modelId="{C73397E3-DF28-41F4-B59C-6972BF14CC31}" srcId="{63D03748-BD79-4F06-8377-8A529DEA8F4B}" destId="{EC1C291C-982D-440F-B81E-E40D447A78ED}" srcOrd="5" destOrd="0" parTransId="{0C52CE63-FBCB-41B2-8673-B69BF3E040BE}" sibTransId="{E78DC6BA-30E1-4A9B-A490-CD9806F5A5E1}"/>
    <dgm:cxn modelId="{04F016E6-1D10-4F25-A8C9-2C669E8F0188}" srcId="{63D03748-BD79-4F06-8377-8A529DEA8F4B}" destId="{CE755BE7-BED8-4FAA-8D72-E996DE5ACE7B}" srcOrd="1" destOrd="0" parTransId="{B285C6F3-D591-4D63-B3A7-15DD07E3D2E7}" sibTransId="{85022233-7F5A-4E6E-942A-D76278FC4BA8}"/>
    <dgm:cxn modelId="{CFE26DFC-917E-4D97-A667-ABDC0CEABA75}" srcId="{63D03748-BD79-4F06-8377-8A529DEA8F4B}" destId="{492630BB-60C4-4153-8368-31FD55E17CD8}" srcOrd="0" destOrd="0" parTransId="{043D5739-33E4-49E6-BB8A-8512688AFDCC}" sibTransId="{1A27DA44-E421-45C1-842A-7E1B6BB66853}"/>
    <dgm:cxn modelId="{B9F9FAFC-828C-40F6-A3AA-30AE3D7D169F}" type="presOf" srcId="{492630BB-60C4-4153-8368-31FD55E17CD8}" destId="{ECAD1786-1E33-4E47-9CBF-92051D4D769F}" srcOrd="0" destOrd="0" presId="urn:microsoft.com/office/officeart/2005/8/layout/venn1"/>
    <dgm:cxn modelId="{3353360A-1C4D-419E-9153-22740DA73F04}" type="presParOf" srcId="{59406E33-3D87-4489-836B-063BF031C206}" destId="{372BF1AB-A6DD-492E-9051-E8672A9B1BD6}" srcOrd="0" destOrd="0" presId="urn:microsoft.com/office/officeart/2005/8/layout/venn1"/>
    <dgm:cxn modelId="{B4110445-A574-44CF-96C1-2234E39829AB}" type="presParOf" srcId="{59406E33-3D87-4489-836B-063BF031C206}" destId="{ECAD1786-1E33-4E47-9CBF-92051D4D769F}" srcOrd="1" destOrd="0" presId="urn:microsoft.com/office/officeart/2005/8/layout/venn1"/>
    <dgm:cxn modelId="{6D0CF869-C58C-438C-8EB1-AF8718313D81}" type="presParOf" srcId="{59406E33-3D87-4489-836B-063BF031C206}" destId="{FB81D877-6890-4C4A-8559-AB09D1E6DC08}" srcOrd="2" destOrd="0" presId="urn:microsoft.com/office/officeart/2005/8/layout/venn1"/>
    <dgm:cxn modelId="{8E3D1C41-F458-4B2C-8723-0657026A32C8}" type="presParOf" srcId="{59406E33-3D87-4489-836B-063BF031C206}" destId="{794ADFB2-B918-4C98-8364-51711449A6FF}" srcOrd="3" destOrd="0" presId="urn:microsoft.com/office/officeart/2005/8/layout/venn1"/>
    <dgm:cxn modelId="{5662B7C1-0376-4AB0-956F-73126DBBD5A1}" type="presParOf" srcId="{59406E33-3D87-4489-836B-063BF031C206}" destId="{42386EC5-2DB7-47CC-B2B5-F41870001035}" srcOrd="4" destOrd="0" presId="urn:microsoft.com/office/officeart/2005/8/layout/venn1"/>
    <dgm:cxn modelId="{03A62465-4540-4514-9113-C1AB8C82D4A1}" type="presParOf" srcId="{59406E33-3D87-4489-836B-063BF031C206}" destId="{EE6B43FA-143A-4A83-BDF8-E06719E481FE}" srcOrd="5" destOrd="0" presId="urn:microsoft.com/office/officeart/2005/8/layout/venn1"/>
    <dgm:cxn modelId="{18ACF356-70F9-4327-B171-DD0214C5187C}" type="presParOf" srcId="{59406E33-3D87-4489-836B-063BF031C206}" destId="{BAE43E6C-ED39-4C07-994A-35633A454821}" srcOrd="6" destOrd="0" presId="urn:microsoft.com/office/officeart/2005/8/layout/venn1"/>
    <dgm:cxn modelId="{5CA4DAFF-27BD-4B34-B827-50110D0A8DA0}" type="presParOf" srcId="{59406E33-3D87-4489-836B-063BF031C206}" destId="{6FA77ACC-C49A-437C-AA23-59B7E812817C}" srcOrd="7" destOrd="0" presId="urn:microsoft.com/office/officeart/2005/8/layout/venn1"/>
    <dgm:cxn modelId="{C9761638-9186-4DFD-808E-EBEADD43AAF7}" type="presParOf" srcId="{59406E33-3D87-4489-836B-063BF031C206}" destId="{9AA43CC5-5486-433B-B00A-9FA2A2278DED}" srcOrd="8" destOrd="0" presId="urn:microsoft.com/office/officeart/2005/8/layout/venn1"/>
    <dgm:cxn modelId="{21D60805-DE2B-4455-952C-45D02B4044CA}" type="presParOf" srcId="{59406E33-3D87-4489-836B-063BF031C206}" destId="{91657C5C-161C-46F7-AA49-619593EB965A}" srcOrd="9" destOrd="0" presId="urn:microsoft.com/office/officeart/2005/8/layout/venn1"/>
    <dgm:cxn modelId="{FDE3A5B0-3ADC-4329-8306-E50DD6B0BFFA}" type="presParOf" srcId="{59406E33-3D87-4489-836B-063BF031C206}" destId="{4C6F674A-0792-45E0-A12E-E9027A40A6FB}" srcOrd="10" destOrd="0" presId="urn:microsoft.com/office/officeart/2005/8/layout/venn1"/>
    <dgm:cxn modelId="{CCF554E5-E610-4BF5-B73F-8463917F7A34}" type="presParOf" srcId="{59406E33-3D87-4489-836B-063BF031C206}" destId="{B51DACB7-EC94-4710-B156-69976882216E}" srcOrd="11" destOrd="0" presId="urn:microsoft.com/office/officeart/2005/8/layout/venn1"/>
    <dgm:cxn modelId="{C7881086-A0F1-444A-8303-AF566B0C2451}" type="presParOf" srcId="{59406E33-3D87-4489-836B-063BF031C206}" destId="{4CE07F1D-0294-400F-9FDC-E09573BCD97E}" srcOrd="12" destOrd="0" presId="urn:microsoft.com/office/officeart/2005/8/layout/venn1"/>
    <dgm:cxn modelId="{E3029E2C-81D8-4B3A-BC9E-3AA2926C367F}" type="presParOf" srcId="{59406E33-3D87-4489-836B-063BF031C206}" destId="{67D5140A-0711-4791-ADF7-92235D6D3C8C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5FD7750D-F10B-44AF-8B5B-DDF449530B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7C548E-A080-4F1B-A0AA-4EE25B35F4C6}">
      <dgm:prSet/>
      <dgm:spPr/>
      <dgm:t>
        <a:bodyPr/>
        <a:lstStyle/>
        <a:p>
          <a:r>
            <a:rPr lang="ru-RU" b="0" i="0"/>
            <a:t>форми селянських повинностей.</a:t>
          </a:r>
          <a:endParaRPr lang="uk-UA"/>
        </a:p>
      </dgm:t>
    </dgm:pt>
    <dgm:pt modelId="{A019E29C-5464-419D-9D36-EBD12F806B91}" type="parTrans" cxnId="{6430DE56-B2CA-483E-BBD9-525C625065F1}">
      <dgm:prSet/>
      <dgm:spPr/>
      <dgm:t>
        <a:bodyPr/>
        <a:lstStyle/>
        <a:p>
          <a:endParaRPr lang="uk-UA"/>
        </a:p>
      </dgm:t>
    </dgm:pt>
    <dgm:pt modelId="{8CECD306-CB1F-4C76-BB96-9BE8C77F2EB2}" type="sibTrans" cxnId="{6430DE56-B2CA-483E-BBD9-525C625065F1}">
      <dgm:prSet/>
      <dgm:spPr/>
      <dgm:t>
        <a:bodyPr/>
        <a:lstStyle/>
        <a:p>
          <a:endParaRPr lang="uk-UA"/>
        </a:p>
      </dgm:t>
    </dgm:pt>
    <dgm:pt modelId="{088734A2-2839-4803-A3E8-0AD537411151}">
      <dgm:prSet/>
      <dgm:spPr/>
      <dgm:t>
        <a:bodyPr/>
        <a:lstStyle/>
        <a:p>
          <a:r>
            <a:rPr lang="ru-RU" b="0" i="0" dirty="0" err="1"/>
            <a:t>воїни</a:t>
          </a:r>
          <a:r>
            <a:rPr lang="ru-RU" b="0" i="0" dirty="0"/>
            <a:t> </a:t>
          </a:r>
          <a:r>
            <a:rPr lang="ru-RU" b="0" i="0" dirty="0" err="1"/>
            <a:t>князівської</a:t>
          </a:r>
          <a:r>
            <a:rPr lang="ru-RU" b="0" i="0" dirty="0"/>
            <a:t> </a:t>
          </a:r>
          <a:r>
            <a:rPr lang="ru-RU" b="0" i="0" dirty="0" err="1"/>
            <a:t>дружини</a:t>
          </a:r>
          <a:r>
            <a:rPr lang="ru-RU" b="0" i="0" dirty="0"/>
            <a:t>.</a:t>
          </a:r>
          <a:endParaRPr lang="uk-UA" dirty="0"/>
        </a:p>
      </dgm:t>
    </dgm:pt>
    <dgm:pt modelId="{ABBFD2C3-44F6-42CF-85E6-A40A06AC8306}" type="parTrans" cxnId="{A1E21BDE-55D8-4B61-82A2-ECDF3870298B}">
      <dgm:prSet/>
      <dgm:spPr/>
      <dgm:t>
        <a:bodyPr/>
        <a:lstStyle/>
        <a:p>
          <a:endParaRPr lang="uk-UA"/>
        </a:p>
      </dgm:t>
    </dgm:pt>
    <dgm:pt modelId="{C5FB1D4D-0633-4B88-B866-893158EE028C}" type="sibTrans" cxnId="{A1E21BDE-55D8-4B61-82A2-ECDF3870298B}">
      <dgm:prSet/>
      <dgm:spPr/>
      <dgm:t>
        <a:bodyPr/>
        <a:lstStyle/>
        <a:p>
          <a:endParaRPr lang="uk-UA"/>
        </a:p>
      </dgm:t>
    </dgm:pt>
    <dgm:pt modelId="{F9081BE6-5C80-4055-A901-9BDF98CC4861}">
      <dgm:prSet/>
      <dgm:spPr/>
      <dgm:t>
        <a:bodyPr/>
        <a:lstStyle/>
        <a:p>
          <a:r>
            <a:rPr lang="ru-RU" b="0" i="0"/>
            <a:t>категорії залежного населення.</a:t>
          </a:r>
          <a:endParaRPr lang="uk-UA"/>
        </a:p>
      </dgm:t>
    </dgm:pt>
    <dgm:pt modelId="{953C50C8-81B4-4505-8527-6DB747D99FD3}" type="parTrans" cxnId="{31FF9FAE-9D8C-495B-B6C8-CF09E83D9E93}">
      <dgm:prSet/>
      <dgm:spPr/>
      <dgm:t>
        <a:bodyPr/>
        <a:lstStyle/>
        <a:p>
          <a:endParaRPr lang="uk-UA"/>
        </a:p>
      </dgm:t>
    </dgm:pt>
    <dgm:pt modelId="{BCEB170D-0090-4B02-B64D-A726611D96B3}" type="sibTrans" cxnId="{31FF9FAE-9D8C-495B-B6C8-CF09E83D9E93}">
      <dgm:prSet/>
      <dgm:spPr/>
      <dgm:t>
        <a:bodyPr/>
        <a:lstStyle/>
        <a:p>
          <a:endParaRPr lang="uk-UA"/>
        </a:p>
      </dgm:t>
    </dgm:pt>
    <dgm:pt modelId="{2649CDA6-47BE-4623-BBE1-8E96074D8321}">
      <dgm:prSet/>
      <dgm:spPr/>
      <dgm:t>
        <a:bodyPr/>
        <a:lstStyle/>
        <a:p>
          <a:r>
            <a:rPr lang="ru-RU" b="0" i="0" dirty="0" err="1"/>
            <a:t>нижчі</a:t>
          </a:r>
          <a:r>
            <a:rPr lang="ru-RU" b="0" i="0" dirty="0"/>
            <a:t> чини </a:t>
          </a:r>
          <a:r>
            <a:rPr lang="ru-RU" b="0" i="0" dirty="0" err="1"/>
            <a:t>церковної</a:t>
          </a:r>
          <a:r>
            <a:rPr lang="ru-RU" b="0" i="0" dirty="0"/>
            <a:t> </a:t>
          </a:r>
          <a:r>
            <a:rPr lang="ru-RU" b="0" i="0" dirty="0" err="1"/>
            <a:t>ієрархії</a:t>
          </a:r>
          <a:r>
            <a:rPr lang="ru-RU" b="0" i="0" dirty="0"/>
            <a:t>.</a:t>
          </a:r>
          <a:endParaRPr lang="uk-UA" dirty="0"/>
        </a:p>
      </dgm:t>
    </dgm:pt>
    <dgm:pt modelId="{1E883259-711F-49D1-83B0-12342695A85B}" type="parTrans" cxnId="{975A2B03-6DEA-4499-A7B6-A93FA2EB0D36}">
      <dgm:prSet/>
      <dgm:spPr/>
      <dgm:t>
        <a:bodyPr/>
        <a:lstStyle/>
        <a:p>
          <a:endParaRPr lang="uk-UA"/>
        </a:p>
      </dgm:t>
    </dgm:pt>
    <dgm:pt modelId="{AEC49BDD-0BC3-4D19-A7C2-B1F6F98F3A7A}" type="sibTrans" cxnId="{975A2B03-6DEA-4499-A7B6-A93FA2EB0D36}">
      <dgm:prSet/>
      <dgm:spPr/>
      <dgm:t>
        <a:bodyPr/>
        <a:lstStyle/>
        <a:p>
          <a:endParaRPr lang="uk-UA"/>
        </a:p>
      </dgm:t>
    </dgm:pt>
    <dgm:pt modelId="{FEAB45EE-0E0D-4826-8FEC-798E2324050C}" type="pres">
      <dgm:prSet presAssocID="{5FD7750D-F10B-44AF-8B5B-DDF449530B37}" presName="linear" presStyleCnt="0">
        <dgm:presLayoutVars>
          <dgm:animLvl val="lvl"/>
          <dgm:resizeHandles val="exact"/>
        </dgm:presLayoutVars>
      </dgm:prSet>
      <dgm:spPr/>
    </dgm:pt>
    <dgm:pt modelId="{8255DF85-1F26-44BD-902F-5AFF8D8F683B}" type="pres">
      <dgm:prSet presAssocID="{267C548E-A080-4F1B-A0AA-4EE25B35F4C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EA90B9-F9B2-4BCB-980D-DDD149BAB192}" type="pres">
      <dgm:prSet presAssocID="{8CECD306-CB1F-4C76-BB96-9BE8C77F2EB2}" presName="spacer" presStyleCnt="0"/>
      <dgm:spPr/>
    </dgm:pt>
    <dgm:pt modelId="{92ADDB8C-41B4-4CB4-8331-863E61421D5C}" type="pres">
      <dgm:prSet presAssocID="{088734A2-2839-4803-A3E8-0AD5374111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5981D-8B62-4C68-BFC6-DF1DF2B11AB8}" type="pres">
      <dgm:prSet presAssocID="{C5FB1D4D-0633-4B88-B866-893158EE028C}" presName="spacer" presStyleCnt="0"/>
      <dgm:spPr/>
    </dgm:pt>
    <dgm:pt modelId="{115E1E0E-700F-4385-BC90-10B307AD879C}" type="pres">
      <dgm:prSet presAssocID="{F9081BE6-5C80-4055-A901-9BDF98CC48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FED6B9E-E660-4E9A-B873-71AD0A3252F0}" type="pres">
      <dgm:prSet presAssocID="{BCEB170D-0090-4B02-B64D-A726611D96B3}" presName="spacer" presStyleCnt="0"/>
      <dgm:spPr/>
    </dgm:pt>
    <dgm:pt modelId="{68F91541-7B73-40B7-9DDC-5BCCA8E50BE0}" type="pres">
      <dgm:prSet presAssocID="{2649CDA6-47BE-4623-BBE1-8E96074D83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5A2B03-6DEA-4499-A7B6-A93FA2EB0D36}" srcId="{5FD7750D-F10B-44AF-8B5B-DDF449530B37}" destId="{2649CDA6-47BE-4623-BBE1-8E96074D8321}" srcOrd="3" destOrd="0" parTransId="{1E883259-711F-49D1-83B0-12342695A85B}" sibTransId="{AEC49BDD-0BC3-4D19-A7C2-B1F6F98F3A7A}"/>
    <dgm:cxn modelId="{CB16D412-DC03-4C49-9AF4-FC1407035985}" type="presOf" srcId="{5FD7750D-F10B-44AF-8B5B-DDF449530B37}" destId="{FEAB45EE-0E0D-4826-8FEC-798E2324050C}" srcOrd="0" destOrd="0" presId="urn:microsoft.com/office/officeart/2005/8/layout/vList2"/>
    <dgm:cxn modelId="{C285981E-111A-4210-ABD5-E973B2079E61}" type="presOf" srcId="{2649CDA6-47BE-4623-BBE1-8E96074D8321}" destId="{68F91541-7B73-40B7-9DDC-5BCCA8E50BE0}" srcOrd="0" destOrd="0" presId="urn:microsoft.com/office/officeart/2005/8/layout/vList2"/>
    <dgm:cxn modelId="{6430DE56-B2CA-483E-BBD9-525C625065F1}" srcId="{5FD7750D-F10B-44AF-8B5B-DDF449530B37}" destId="{267C548E-A080-4F1B-A0AA-4EE25B35F4C6}" srcOrd="0" destOrd="0" parTransId="{A019E29C-5464-419D-9D36-EBD12F806B91}" sibTransId="{8CECD306-CB1F-4C76-BB96-9BE8C77F2EB2}"/>
    <dgm:cxn modelId="{ECC8E4A9-5A0F-46BE-A3DB-999EDE62BCA9}" type="presOf" srcId="{F9081BE6-5C80-4055-A901-9BDF98CC4861}" destId="{115E1E0E-700F-4385-BC90-10B307AD879C}" srcOrd="0" destOrd="0" presId="urn:microsoft.com/office/officeart/2005/8/layout/vList2"/>
    <dgm:cxn modelId="{31FF9FAE-9D8C-495B-B6C8-CF09E83D9E93}" srcId="{5FD7750D-F10B-44AF-8B5B-DDF449530B37}" destId="{F9081BE6-5C80-4055-A901-9BDF98CC4861}" srcOrd="2" destOrd="0" parTransId="{953C50C8-81B4-4505-8527-6DB747D99FD3}" sibTransId="{BCEB170D-0090-4B02-B64D-A726611D96B3}"/>
    <dgm:cxn modelId="{19E221B5-5E56-467D-8A37-022929D09B68}" type="presOf" srcId="{267C548E-A080-4F1B-A0AA-4EE25B35F4C6}" destId="{8255DF85-1F26-44BD-902F-5AFF8D8F683B}" srcOrd="0" destOrd="0" presId="urn:microsoft.com/office/officeart/2005/8/layout/vList2"/>
    <dgm:cxn modelId="{3FEE44B6-1129-4711-AEC2-40C7F6829F56}" type="presOf" srcId="{088734A2-2839-4803-A3E8-0AD537411151}" destId="{92ADDB8C-41B4-4CB4-8331-863E61421D5C}" srcOrd="0" destOrd="0" presId="urn:microsoft.com/office/officeart/2005/8/layout/vList2"/>
    <dgm:cxn modelId="{A1E21BDE-55D8-4B61-82A2-ECDF3870298B}" srcId="{5FD7750D-F10B-44AF-8B5B-DDF449530B37}" destId="{088734A2-2839-4803-A3E8-0AD537411151}" srcOrd="1" destOrd="0" parTransId="{ABBFD2C3-44F6-42CF-85E6-A40A06AC8306}" sibTransId="{C5FB1D4D-0633-4B88-B866-893158EE028C}"/>
    <dgm:cxn modelId="{3691F48B-8725-4A4C-B1E3-AA3052380B6A}" type="presParOf" srcId="{FEAB45EE-0E0D-4826-8FEC-798E2324050C}" destId="{8255DF85-1F26-44BD-902F-5AFF8D8F683B}" srcOrd="0" destOrd="0" presId="urn:microsoft.com/office/officeart/2005/8/layout/vList2"/>
    <dgm:cxn modelId="{A3E2AF8B-8FA2-4682-806E-99075EE8A4BB}" type="presParOf" srcId="{FEAB45EE-0E0D-4826-8FEC-798E2324050C}" destId="{54EA90B9-F9B2-4BCB-980D-DDD149BAB192}" srcOrd="1" destOrd="0" presId="urn:microsoft.com/office/officeart/2005/8/layout/vList2"/>
    <dgm:cxn modelId="{535B2FD7-E2F4-4BE1-B2D6-71B1571299F3}" type="presParOf" srcId="{FEAB45EE-0E0D-4826-8FEC-798E2324050C}" destId="{92ADDB8C-41B4-4CB4-8331-863E61421D5C}" srcOrd="2" destOrd="0" presId="urn:microsoft.com/office/officeart/2005/8/layout/vList2"/>
    <dgm:cxn modelId="{C8122716-B1F1-4822-9357-3A2CF31780BD}" type="presParOf" srcId="{FEAB45EE-0E0D-4826-8FEC-798E2324050C}" destId="{7BC5981D-8B62-4C68-BFC6-DF1DF2B11AB8}" srcOrd="3" destOrd="0" presId="urn:microsoft.com/office/officeart/2005/8/layout/vList2"/>
    <dgm:cxn modelId="{339EB446-6141-4367-B310-5D74F4BC64BB}" type="presParOf" srcId="{FEAB45EE-0E0D-4826-8FEC-798E2324050C}" destId="{115E1E0E-700F-4385-BC90-10B307AD879C}" srcOrd="4" destOrd="0" presId="urn:microsoft.com/office/officeart/2005/8/layout/vList2"/>
    <dgm:cxn modelId="{EB4EAB48-D06C-4DB4-9702-5D076290AD83}" type="presParOf" srcId="{FEAB45EE-0E0D-4826-8FEC-798E2324050C}" destId="{4FED6B9E-E660-4E9A-B873-71AD0A3252F0}" srcOrd="5" destOrd="0" presId="urn:microsoft.com/office/officeart/2005/8/layout/vList2"/>
    <dgm:cxn modelId="{992CDEC6-52F2-41B8-AA40-B983A4E8539F}" type="presParOf" srcId="{FEAB45EE-0E0D-4826-8FEC-798E2324050C}" destId="{68F91541-7B73-40B7-9DDC-5BCCA8E50B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04A5542-12AC-45EC-9513-9EECB16CEB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0E25EA-DD3F-4B05-9438-7E3E3435B3D7}">
      <dgm:prSet/>
      <dgm:spPr/>
      <dgm:t>
        <a:bodyPr/>
        <a:lstStyle/>
        <a:p>
          <a:r>
            <a:rPr lang="uk-UA" b="0" i="0"/>
            <a:t>віче.</a:t>
          </a:r>
          <a:endParaRPr lang="uk-UA"/>
        </a:p>
      </dgm:t>
    </dgm:pt>
    <dgm:pt modelId="{DFA9E90B-DC08-477C-B015-D4EA3A4CC2D8}" type="parTrans" cxnId="{8777FB07-533A-4E90-BBE3-3DC4DD133C42}">
      <dgm:prSet/>
      <dgm:spPr/>
      <dgm:t>
        <a:bodyPr/>
        <a:lstStyle/>
        <a:p>
          <a:endParaRPr lang="uk-UA"/>
        </a:p>
      </dgm:t>
    </dgm:pt>
    <dgm:pt modelId="{9018F087-2041-4B44-8606-A2281CD655E8}" type="sibTrans" cxnId="{8777FB07-533A-4E90-BBE3-3DC4DD133C42}">
      <dgm:prSet/>
      <dgm:spPr/>
      <dgm:t>
        <a:bodyPr/>
        <a:lstStyle/>
        <a:p>
          <a:endParaRPr lang="uk-UA"/>
        </a:p>
      </dgm:t>
    </dgm:pt>
    <dgm:pt modelId="{51C9842F-3ED6-4CEB-AD88-614C8896CA63}">
      <dgm:prSet/>
      <dgm:spPr/>
      <dgm:t>
        <a:bodyPr/>
        <a:lstStyle/>
        <a:p>
          <a:r>
            <a:rPr lang="uk-UA" b="0" i="0"/>
            <a:t>дума.</a:t>
          </a:r>
          <a:endParaRPr lang="uk-UA"/>
        </a:p>
      </dgm:t>
    </dgm:pt>
    <dgm:pt modelId="{BB8AB503-1C3A-41E5-BBBF-16D1392C720D}" type="parTrans" cxnId="{EE08608B-7AC7-4C18-9346-4A5DB956A125}">
      <dgm:prSet/>
      <dgm:spPr/>
      <dgm:t>
        <a:bodyPr/>
        <a:lstStyle/>
        <a:p>
          <a:endParaRPr lang="uk-UA"/>
        </a:p>
      </dgm:t>
    </dgm:pt>
    <dgm:pt modelId="{EA8FD1B8-4EC6-463E-8076-2AAAB320115E}" type="sibTrans" cxnId="{EE08608B-7AC7-4C18-9346-4A5DB956A125}">
      <dgm:prSet/>
      <dgm:spPr/>
      <dgm:t>
        <a:bodyPr/>
        <a:lstStyle/>
        <a:p>
          <a:endParaRPr lang="uk-UA"/>
        </a:p>
      </dgm:t>
    </dgm:pt>
    <dgm:pt modelId="{2B142EB8-5637-4C93-889C-912F00FC2BD7}">
      <dgm:prSet/>
      <dgm:spPr/>
      <dgm:t>
        <a:bodyPr/>
        <a:lstStyle/>
        <a:p>
          <a:r>
            <a:rPr lang="uk-UA" b="0" i="0"/>
            <a:t>рада.</a:t>
          </a:r>
          <a:endParaRPr lang="uk-UA"/>
        </a:p>
      </dgm:t>
    </dgm:pt>
    <dgm:pt modelId="{83A8D404-D94E-4352-A515-45F2E8712AA3}" type="parTrans" cxnId="{05FD7945-1CA7-4A3A-B2AE-56E130344C8C}">
      <dgm:prSet/>
      <dgm:spPr/>
      <dgm:t>
        <a:bodyPr/>
        <a:lstStyle/>
        <a:p>
          <a:endParaRPr lang="uk-UA"/>
        </a:p>
      </dgm:t>
    </dgm:pt>
    <dgm:pt modelId="{7EAAF215-8824-43A9-AE3D-53D02EDB512D}" type="sibTrans" cxnId="{05FD7945-1CA7-4A3A-B2AE-56E130344C8C}">
      <dgm:prSet/>
      <dgm:spPr/>
      <dgm:t>
        <a:bodyPr/>
        <a:lstStyle/>
        <a:p>
          <a:endParaRPr lang="uk-UA"/>
        </a:p>
      </dgm:t>
    </dgm:pt>
    <dgm:pt modelId="{3E11A00A-ABBC-45D0-8458-CF9134B234CF}">
      <dgm:prSet/>
      <dgm:spPr/>
      <dgm:t>
        <a:bodyPr/>
        <a:lstStyle/>
        <a:p>
          <a:r>
            <a:rPr lang="uk-UA" b="0" i="0" dirty="0"/>
            <a:t>магістрат.</a:t>
          </a:r>
          <a:endParaRPr lang="uk-UA" dirty="0"/>
        </a:p>
      </dgm:t>
    </dgm:pt>
    <dgm:pt modelId="{4355C7CA-A7F5-466E-9678-FFD5A0357A79}" type="parTrans" cxnId="{E3676C5C-6C19-4FD2-B814-3515B3A2A1FF}">
      <dgm:prSet/>
      <dgm:spPr/>
      <dgm:t>
        <a:bodyPr/>
        <a:lstStyle/>
        <a:p>
          <a:endParaRPr lang="uk-UA"/>
        </a:p>
      </dgm:t>
    </dgm:pt>
    <dgm:pt modelId="{F68CA809-80A5-47F8-B816-AF4C2974E43D}" type="sibTrans" cxnId="{E3676C5C-6C19-4FD2-B814-3515B3A2A1FF}">
      <dgm:prSet/>
      <dgm:spPr/>
      <dgm:t>
        <a:bodyPr/>
        <a:lstStyle/>
        <a:p>
          <a:endParaRPr lang="uk-UA"/>
        </a:p>
      </dgm:t>
    </dgm:pt>
    <dgm:pt modelId="{076D6737-EDA2-418B-BCB4-4036F48D94ED}" type="pres">
      <dgm:prSet presAssocID="{C04A5542-12AC-45EC-9513-9EECB16CEBCD}" presName="linear" presStyleCnt="0">
        <dgm:presLayoutVars>
          <dgm:animLvl val="lvl"/>
          <dgm:resizeHandles val="exact"/>
        </dgm:presLayoutVars>
      </dgm:prSet>
      <dgm:spPr/>
    </dgm:pt>
    <dgm:pt modelId="{77BB9C64-FF81-489B-B79F-E139A6E5FFFF}" type="pres">
      <dgm:prSet presAssocID="{800E25EA-DD3F-4B05-9438-7E3E3435B3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D8DB6E-3668-483F-9DBF-A36F32F60A90}" type="pres">
      <dgm:prSet presAssocID="{9018F087-2041-4B44-8606-A2281CD655E8}" presName="spacer" presStyleCnt="0"/>
      <dgm:spPr/>
    </dgm:pt>
    <dgm:pt modelId="{8A24BB3E-6E6F-466E-A1C2-12D56B7C1803}" type="pres">
      <dgm:prSet presAssocID="{51C9842F-3ED6-4CEB-AD88-614C8896CA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3ED56F-A7CC-4057-83A7-4449503F4A32}" type="pres">
      <dgm:prSet presAssocID="{EA8FD1B8-4EC6-463E-8076-2AAAB320115E}" presName="spacer" presStyleCnt="0"/>
      <dgm:spPr/>
    </dgm:pt>
    <dgm:pt modelId="{25866BB7-9C47-4797-96AB-E84DBCAA971E}" type="pres">
      <dgm:prSet presAssocID="{2B142EB8-5637-4C93-889C-912F00FC2B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A870CF-9FF7-4201-9CAA-C6514F55C2D3}" type="pres">
      <dgm:prSet presAssocID="{7EAAF215-8824-43A9-AE3D-53D02EDB512D}" presName="spacer" presStyleCnt="0"/>
      <dgm:spPr/>
    </dgm:pt>
    <dgm:pt modelId="{C53C1558-DABB-4D7E-B223-458B8E915801}" type="pres">
      <dgm:prSet presAssocID="{3E11A00A-ABBC-45D0-8458-CF9134B234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77FB07-533A-4E90-BBE3-3DC4DD133C42}" srcId="{C04A5542-12AC-45EC-9513-9EECB16CEBCD}" destId="{800E25EA-DD3F-4B05-9438-7E3E3435B3D7}" srcOrd="0" destOrd="0" parTransId="{DFA9E90B-DC08-477C-B015-D4EA3A4CC2D8}" sibTransId="{9018F087-2041-4B44-8606-A2281CD655E8}"/>
    <dgm:cxn modelId="{4C18C827-8904-4A88-82DE-1BBDDFA16DE5}" type="presOf" srcId="{3E11A00A-ABBC-45D0-8458-CF9134B234CF}" destId="{C53C1558-DABB-4D7E-B223-458B8E915801}" srcOrd="0" destOrd="0" presId="urn:microsoft.com/office/officeart/2005/8/layout/vList2"/>
    <dgm:cxn modelId="{70BA2430-2EAA-4D76-BCC3-05BF1B8FBA37}" type="presOf" srcId="{2B142EB8-5637-4C93-889C-912F00FC2BD7}" destId="{25866BB7-9C47-4797-96AB-E84DBCAA971E}" srcOrd="0" destOrd="0" presId="urn:microsoft.com/office/officeart/2005/8/layout/vList2"/>
    <dgm:cxn modelId="{2F55CB3E-C8CD-4FD3-92DC-8D12DBBA9AFA}" type="presOf" srcId="{800E25EA-DD3F-4B05-9438-7E3E3435B3D7}" destId="{77BB9C64-FF81-489B-B79F-E139A6E5FFFF}" srcOrd="0" destOrd="0" presId="urn:microsoft.com/office/officeart/2005/8/layout/vList2"/>
    <dgm:cxn modelId="{E3676C5C-6C19-4FD2-B814-3515B3A2A1FF}" srcId="{C04A5542-12AC-45EC-9513-9EECB16CEBCD}" destId="{3E11A00A-ABBC-45D0-8458-CF9134B234CF}" srcOrd="3" destOrd="0" parTransId="{4355C7CA-A7F5-466E-9678-FFD5A0357A79}" sibTransId="{F68CA809-80A5-47F8-B816-AF4C2974E43D}"/>
    <dgm:cxn modelId="{05FD7945-1CA7-4A3A-B2AE-56E130344C8C}" srcId="{C04A5542-12AC-45EC-9513-9EECB16CEBCD}" destId="{2B142EB8-5637-4C93-889C-912F00FC2BD7}" srcOrd="2" destOrd="0" parTransId="{83A8D404-D94E-4352-A515-45F2E8712AA3}" sibTransId="{7EAAF215-8824-43A9-AE3D-53D02EDB512D}"/>
    <dgm:cxn modelId="{EE08608B-7AC7-4C18-9346-4A5DB956A125}" srcId="{C04A5542-12AC-45EC-9513-9EECB16CEBCD}" destId="{51C9842F-3ED6-4CEB-AD88-614C8896CA63}" srcOrd="1" destOrd="0" parTransId="{BB8AB503-1C3A-41E5-BBBF-16D1392C720D}" sibTransId="{EA8FD1B8-4EC6-463E-8076-2AAAB320115E}"/>
    <dgm:cxn modelId="{8EA74C97-3E44-4E48-8D9F-52E64D8EA51A}" type="presOf" srcId="{C04A5542-12AC-45EC-9513-9EECB16CEBCD}" destId="{076D6737-EDA2-418B-BCB4-4036F48D94ED}" srcOrd="0" destOrd="0" presId="urn:microsoft.com/office/officeart/2005/8/layout/vList2"/>
    <dgm:cxn modelId="{453AA2B8-74BE-493F-A7D6-B2F4ED4C00CF}" type="presOf" srcId="{51C9842F-3ED6-4CEB-AD88-614C8896CA63}" destId="{8A24BB3E-6E6F-466E-A1C2-12D56B7C1803}" srcOrd="0" destOrd="0" presId="urn:microsoft.com/office/officeart/2005/8/layout/vList2"/>
    <dgm:cxn modelId="{75BC5497-B044-4B43-A694-93F2AFF71AAE}" type="presParOf" srcId="{076D6737-EDA2-418B-BCB4-4036F48D94ED}" destId="{77BB9C64-FF81-489B-B79F-E139A6E5FFFF}" srcOrd="0" destOrd="0" presId="urn:microsoft.com/office/officeart/2005/8/layout/vList2"/>
    <dgm:cxn modelId="{B92D2247-8498-4868-A3EF-CBB92D583F65}" type="presParOf" srcId="{076D6737-EDA2-418B-BCB4-4036F48D94ED}" destId="{44D8DB6E-3668-483F-9DBF-A36F32F60A90}" srcOrd="1" destOrd="0" presId="urn:microsoft.com/office/officeart/2005/8/layout/vList2"/>
    <dgm:cxn modelId="{66DA04E1-9C6E-42F8-A4C6-654660BFE4C8}" type="presParOf" srcId="{076D6737-EDA2-418B-BCB4-4036F48D94ED}" destId="{8A24BB3E-6E6F-466E-A1C2-12D56B7C1803}" srcOrd="2" destOrd="0" presId="urn:microsoft.com/office/officeart/2005/8/layout/vList2"/>
    <dgm:cxn modelId="{A69532D4-2B00-4CE7-8EEA-72EC6E9C72D0}" type="presParOf" srcId="{076D6737-EDA2-418B-BCB4-4036F48D94ED}" destId="{603ED56F-A7CC-4057-83A7-4449503F4A32}" srcOrd="3" destOrd="0" presId="urn:microsoft.com/office/officeart/2005/8/layout/vList2"/>
    <dgm:cxn modelId="{328F53B4-31E4-4F0A-AC9F-09653D7930CC}" type="presParOf" srcId="{076D6737-EDA2-418B-BCB4-4036F48D94ED}" destId="{25866BB7-9C47-4797-96AB-E84DBCAA971E}" srcOrd="4" destOrd="0" presId="urn:microsoft.com/office/officeart/2005/8/layout/vList2"/>
    <dgm:cxn modelId="{094FE919-AE27-40DC-BD74-5AEC0CA2EEAA}" type="presParOf" srcId="{076D6737-EDA2-418B-BCB4-4036F48D94ED}" destId="{28A870CF-9FF7-4201-9CAA-C6514F55C2D3}" srcOrd="5" destOrd="0" presId="urn:microsoft.com/office/officeart/2005/8/layout/vList2"/>
    <dgm:cxn modelId="{50E25065-D512-4300-A9E9-F4A7538E5E44}" type="presParOf" srcId="{076D6737-EDA2-418B-BCB4-4036F48D94ED}" destId="{C53C1558-DABB-4D7E-B223-458B8E9158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C0FE932B-F5CD-4AE0-8011-A383E21169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B76631-8D7E-45E7-8E56-4745766DB35E}">
      <dgm:prSet/>
      <dgm:spPr/>
      <dgm:t>
        <a:bodyPr/>
        <a:lstStyle/>
        <a:p>
          <a:r>
            <a:rPr lang="uk-UA" b="0" i="0" dirty="0"/>
            <a:t>укладення «Руської правди»</a:t>
          </a:r>
          <a:endParaRPr lang="uk-UA" dirty="0"/>
        </a:p>
      </dgm:t>
    </dgm:pt>
    <dgm:pt modelId="{C55A2147-4ED4-4478-B461-9D350FBFE9F1}" type="parTrans" cxnId="{441EC922-68B9-4F1B-9CD4-1A0985C60DBC}">
      <dgm:prSet/>
      <dgm:spPr/>
      <dgm:t>
        <a:bodyPr/>
        <a:lstStyle/>
        <a:p>
          <a:endParaRPr lang="uk-UA"/>
        </a:p>
      </dgm:t>
    </dgm:pt>
    <dgm:pt modelId="{9D31D990-FDC6-42C5-8958-441E41F1269E}" type="sibTrans" cxnId="{441EC922-68B9-4F1B-9CD4-1A0985C60DBC}">
      <dgm:prSet/>
      <dgm:spPr/>
      <dgm:t>
        <a:bodyPr/>
        <a:lstStyle/>
        <a:p>
          <a:endParaRPr lang="uk-UA"/>
        </a:p>
      </dgm:t>
    </dgm:pt>
    <dgm:pt modelId="{F1D481F5-AE16-4ED3-9645-03995F01427A}">
      <dgm:prSet/>
      <dgm:spPr/>
      <dgm:t>
        <a:bodyPr/>
        <a:lstStyle/>
        <a:p>
          <a:r>
            <a:rPr lang="uk-UA" b="0" i="0" dirty="0"/>
            <a:t>будівництво Михайлівського Золотоверхого собору</a:t>
          </a:r>
          <a:endParaRPr lang="uk-UA" dirty="0"/>
        </a:p>
      </dgm:t>
    </dgm:pt>
    <dgm:pt modelId="{12070C58-2EF1-4F76-9C5C-943BCDCAEBC4}" type="parTrans" cxnId="{BEA37AAD-4482-46D2-9BC8-39C1F3428BAB}">
      <dgm:prSet/>
      <dgm:spPr/>
      <dgm:t>
        <a:bodyPr/>
        <a:lstStyle/>
        <a:p>
          <a:endParaRPr lang="uk-UA"/>
        </a:p>
      </dgm:t>
    </dgm:pt>
    <dgm:pt modelId="{26C78F9A-0D5F-4BF5-9CEB-20A119527CE4}" type="sibTrans" cxnId="{BEA37AAD-4482-46D2-9BC8-39C1F3428BAB}">
      <dgm:prSet/>
      <dgm:spPr/>
      <dgm:t>
        <a:bodyPr/>
        <a:lstStyle/>
        <a:p>
          <a:endParaRPr lang="uk-UA"/>
        </a:p>
      </dgm:t>
    </dgm:pt>
    <dgm:pt modelId="{1B695662-4F17-4607-851F-298E0FD63CFE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</a:t>
          </a:r>
          <a:endParaRPr lang="uk-UA" dirty="0"/>
        </a:p>
      </dgm:t>
    </dgm:pt>
    <dgm:pt modelId="{DB613F38-3F20-482C-94F2-E1E57251C0AC}" type="parTrans" cxnId="{9BC01F6A-2DE8-4710-A374-FEB34EA0D174}">
      <dgm:prSet/>
      <dgm:spPr/>
      <dgm:t>
        <a:bodyPr/>
        <a:lstStyle/>
        <a:p>
          <a:endParaRPr lang="uk-UA"/>
        </a:p>
      </dgm:t>
    </dgm:pt>
    <dgm:pt modelId="{8E543C3A-144C-4B7D-93D8-5F4F1E9F8F36}" type="sibTrans" cxnId="{9BC01F6A-2DE8-4710-A374-FEB34EA0D174}">
      <dgm:prSet/>
      <dgm:spPr/>
      <dgm:t>
        <a:bodyPr/>
        <a:lstStyle/>
        <a:p>
          <a:endParaRPr lang="uk-UA"/>
        </a:p>
      </dgm:t>
    </dgm:pt>
    <dgm:pt modelId="{FAEBAE65-3341-42D7-B3D7-409DBC9E78B5}" type="pres">
      <dgm:prSet presAssocID="{C0FE932B-F5CD-4AE0-8011-A383E211691D}" presName="linear" presStyleCnt="0">
        <dgm:presLayoutVars>
          <dgm:animLvl val="lvl"/>
          <dgm:resizeHandles val="exact"/>
        </dgm:presLayoutVars>
      </dgm:prSet>
      <dgm:spPr/>
    </dgm:pt>
    <dgm:pt modelId="{D874C66C-5451-4D30-98C6-BA530EFDB60C}" type="pres">
      <dgm:prSet presAssocID="{9AB76631-8D7E-45E7-8E56-4745766DB35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AF8589-076A-4501-A450-B321FBCC00C0}" type="pres">
      <dgm:prSet presAssocID="{9D31D990-FDC6-42C5-8958-441E41F1269E}" presName="spacer" presStyleCnt="0"/>
      <dgm:spPr/>
    </dgm:pt>
    <dgm:pt modelId="{9B1CEDBA-16CA-4CDB-992E-C555AFF703F8}" type="pres">
      <dgm:prSet presAssocID="{F1D481F5-AE16-4ED3-9645-03995F0142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2E9E79-9DB9-475E-9EE9-40625CCE8E40}" type="pres">
      <dgm:prSet presAssocID="{26C78F9A-0D5F-4BF5-9CEB-20A119527CE4}" presName="spacer" presStyleCnt="0"/>
      <dgm:spPr/>
    </dgm:pt>
    <dgm:pt modelId="{87E2A794-ADBB-4EB1-9FEE-6B23A9A6E641}" type="pres">
      <dgm:prSet presAssocID="{1B695662-4F17-4607-851F-298E0FD63C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1EC922-68B9-4F1B-9CD4-1A0985C60DBC}" srcId="{C0FE932B-F5CD-4AE0-8011-A383E211691D}" destId="{9AB76631-8D7E-45E7-8E56-4745766DB35E}" srcOrd="0" destOrd="0" parTransId="{C55A2147-4ED4-4478-B461-9D350FBFE9F1}" sibTransId="{9D31D990-FDC6-42C5-8958-441E41F1269E}"/>
    <dgm:cxn modelId="{D8E5BB3B-6F74-41FC-BE6E-3AB145E53214}" type="presOf" srcId="{F1D481F5-AE16-4ED3-9645-03995F01427A}" destId="{9B1CEDBA-16CA-4CDB-992E-C555AFF703F8}" srcOrd="0" destOrd="0" presId="urn:microsoft.com/office/officeart/2005/8/layout/vList2"/>
    <dgm:cxn modelId="{CF5BC048-6D5E-4483-9660-1D87DF2AC373}" type="presOf" srcId="{9AB76631-8D7E-45E7-8E56-4745766DB35E}" destId="{D874C66C-5451-4D30-98C6-BA530EFDB60C}" srcOrd="0" destOrd="0" presId="urn:microsoft.com/office/officeart/2005/8/layout/vList2"/>
    <dgm:cxn modelId="{9BC01F6A-2DE8-4710-A374-FEB34EA0D174}" srcId="{C0FE932B-F5CD-4AE0-8011-A383E211691D}" destId="{1B695662-4F17-4607-851F-298E0FD63CFE}" srcOrd="2" destOrd="0" parTransId="{DB613F38-3F20-482C-94F2-E1E57251C0AC}" sibTransId="{8E543C3A-144C-4B7D-93D8-5F4F1E9F8F36}"/>
    <dgm:cxn modelId="{D3676A90-6945-4AB7-8197-7255DA945060}" type="presOf" srcId="{C0FE932B-F5CD-4AE0-8011-A383E211691D}" destId="{FAEBAE65-3341-42D7-B3D7-409DBC9E78B5}" srcOrd="0" destOrd="0" presId="urn:microsoft.com/office/officeart/2005/8/layout/vList2"/>
    <dgm:cxn modelId="{56ADC69A-EA1B-436E-9579-F4843D10273E}" type="presOf" srcId="{1B695662-4F17-4607-851F-298E0FD63CFE}" destId="{87E2A794-ADBB-4EB1-9FEE-6B23A9A6E641}" srcOrd="0" destOrd="0" presId="urn:microsoft.com/office/officeart/2005/8/layout/vList2"/>
    <dgm:cxn modelId="{BEA37AAD-4482-46D2-9BC8-39C1F3428BAB}" srcId="{C0FE932B-F5CD-4AE0-8011-A383E211691D}" destId="{F1D481F5-AE16-4ED3-9645-03995F01427A}" srcOrd="1" destOrd="0" parTransId="{12070C58-2EF1-4F76-9C5C-943BCDCAEBC4}" sibTransId="{26C78F9A-0D5F-4BF5-9CEB-20A119527CE4}"/>
    <dgm:cxn modelId="{84E1B5C5-337E-46BE-9775-E81F0A4621CE}" type="presParOf" srcId="{FAEBAE65-3341-42D7-B3D7-409DBC9E78B5}" destId="{D874C66C-5451-4D30-98C6-BA530EFDB60C}" srcOrd="0" destOrd="0" presId="urn:microsoft.com/office/officeart/2005/8/layout/vList2"/>
    <dgm:cxn modelId="{1BA8678D-67FD-4B77-97D0-ADEF77C415B7}" type="presParOf" srcId="{FAEBAE65-3341-42D7-B3D7-409DBC9E78B5}" destId="{DBAF8589-076A-4501-A450-B321FBCC00C0}" srcOrd="1" destOrd="0" presId="urn:microsoft.com/office/officeart/2005/8/layout/vList2"/>
    <dgm:cxn modelId="{34B2EF7A-EDEC-4153-B7B4-6782F3FB5BDC}" type="presParOf" srcId="{FAEBAE65-3341-42D7-B3D7-409DBC9E78B5}" destId="{9B1CEDBA-16CA-4CDB-992E-C555AFF703F8}" srcOrd="2" destOrd="0" presId="urn:microsoft.com/office/officeart/2005/8/layout/vList2"/>
    <dgm:cxn modelId="{76B7D99C-4374-45C1-99B9-E6229AC9259F}" type="presParOf" srcId="{FAEBAE65-3341-42D7-B3D7-409DBC9E78B5}" destId="{1D2E9E79-9DB9-475E-9EE9-40625CCE8E40}" srcOrd="3" destOrd="0" presId="urn:microsoft.com/office/officeart/2005/8/layout/vList2"/>
    <dgm:cxn modelId="{6178E5EE-FA32-4BBE-9497-9956799E9DF9}" type="presParOf" srcId="{FAEBAE65-3341-42D7-B3D7-409DBC9E78B5}" destId="{87E2A794-ADBB-4EB1-9FEE-6B23A9A6E64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6BB8B244-F153-4E30-A66C-1B697C1A58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B36616-68F9-4A21-86FC-E3F92CF19B86}">
      <dgm:prSet/>
      <dgm:spPr/>
      <dgm:t>
        <a:bodyPr/>
        <a:lstStyle/>
        <a:p>
          <a:r>
            <a:rPr lang="uk-UA" b="0" i="0"/>
            <a:t>обрання Іларіона митрополитом Київським</a:t>
          </a:r>
          <a:endParaRPr lang="uk-UA"/>
        </a:p>
      </dgm:t>
    </dgm:pt>
    <dgm:pt modelId="{3E2295F9-9701-487D-9F58-DDCB7F4610A0}" type="parTrans" cxnId="{4F470EA1-02B1-42B5-B3E1-BF61EC0F506E}">
      <dgm:prSet/>
      <dgm:spPr/>
      <dgm:t>
        <a:bodyPr/>
        <a:lstStyle/>
        <a:p>
          <a:endParaRPr lang="uk-UA"/>
        </a:p>
      </dgm:t>
    </dgm:pt>
    <dgm:pt modelId="{0C465C1F-BA48-4CF5-A803-A714992E1BB8}" type="sibTrans" cxnId="{4F470EA1-02B1-42B5-B3E1-BF61EC0F506E}">
      <dgm:prSet/>
      <dgm:spPr/>
      <dgm:t>
        <a:bodyPr/>
        <a:lstStyle/>
        <a:p>
          <a:endParaRPr lang="uk-UA"/>
        </a:p>
      </dgm:t>
    </dgm:pt>
    <dgm:pt modelId="{A7712DB2-0B2B-43FC-8872-94E5B8B1D0B6}">
      <dgm:prSet/>
      <dgm:spPr/>
      <dgm:t>
        <a:bodyPr/>
        <a:lstStyle/>
        <a:p>
          <a:r>
            <a:rPr lang="uk-UA" b="0" i="0" dirty="0"/>
            <a:t>будівництво Десятинної церкви</a:t>
          </a:r>
          <a:endParaRPr lang="uk-UA" dirty="0"/>
        </a:p>
      </dgm:t>
    </dgm:pt>
    <dgm:pt modelId="{3E80C814-A61E-43EB-A666-6F4B0323FFA5}" type="parTrans" cxnId="{8923031A-21CD-4084-B23A-9FA5B9692499}">
      <dgm:prSet/>
      <dgm:spPr/>
      <dgm:t>
        <a:bodyPr/>
        <a:lstStyle/>
        <a:p>
          <a:endParaRPr lang="uk-UA"/>
        </a:p>
      </dgm:t>
    </dgm:pt>
    <dgm:pt modelId="{63C630D4-C0E6-4FB3-AE9D-A5DF8A6289E6}" type="sibTrans" cxnId="{8923031A-21CD-4084-B23A-9FA5B9692499}">
      <dgm:prSet/>
      <dgm:spPr/>
      <dgm:t>
        <a:bodyPr/>
        <a:lstStyle/>
        <a:p>
          <a:endParaRPr lang="uk-UA"/>
        </a:p>
      </dgm:t>
    </dgm:pt>
    <dgm:pt modelId="{ED8680E6-680B-4584-91AC-7198B2D85320}">
      <dgm:prSet/>
      <dgm:spPr/>
      <dgm:t>
        <a:bodyPr/>
        <a:lstStyle/>
        <a:p>
          <a:r>
            <a:rPr lang="uk-UA" b="0" i="0" dirty="0"/>
            <a:t>уведення в грошовий обіг власних карбованих золотих і срібних монет</a:t>
          </a:r>
          <a:endParaRPr lang="uk-UA" dirty="0"/>
        </a:p>
      </dgm:t>
    </dgm:pt>
    <dgm:pt modelId="{2876EB25-70DE-4237-9A55-E71BAA54C6C1}" type="parTrans" cxnId="{CF1321DA-D72D-41AC-B0DF-073FE4056E3E}">
      <dgm:prSet/>
      <dgm:spPr/>
      <dgm:t>
        <a:bodyPr/>
        <a:lstStyle/>
        <a:p>
          <a:endParaRPr lang="uk-UA"/>
        </a:p>
      </dgm:t>
    </dgm:pt>
    <dgm:pt modelId="{802EA1B2-0788-4EC6-8E7D-76ABA11E9508}" type="sibTrans" cxnId="{CF1321DA-D72D-41AC-B0DF-073FE4056E3E}">
      <dgm:prSet/>
      <dgm:spPr/>
      <dgm:t>
        <a:bodyPr/>
        <a:lstStyle/>
        <a:p>
          <a:endParaRPr lang="uk-UA"/>
        </a:p>
      </dgm:t>
    </dgm:pt>
    <dgm:pt modelId="{E1930519-561C-4B82-A866-D9479B7EAEDA}">
      <dgm:prSet/>
      <dgm:spPr/>
      <dgm:t>
        <a:bodyPr/>
        <a:lstStyle/>
        <a:p>
          <a:r>
            <a:rPr lang="uk-UA" b="0" i="0" dirty="0"/>
            <a:t>заснування Печерського монастиря</a:t>
          </a:r>
          <a:endParaRPr lang="uk-UA" dirty="0"/>
        </a:p>
      </dgm:t>
    </dgm:pt>
    <dgm:pt modelId="{8E0B687A-DDA7-40B1-992B-606882CF91E9}" type="parTrans" cxnId="{2BB0CEE3-0BF3-4133-914A-8EC15C58BDBA}">
      <dgm:prSet/>
      <dgm:spPr/>
      <dgm:t>
        <a:bodyPr/>
        <a:lstStyle/>
        <a:p>
          <a:endParaRPr lang="uk-UA"/>
        </a:p>
      </dgm:t>
    </dgm:pt>
    <dgm:pt modelId="{7DCFFBF4-D891-4C29-BA07-07F0A33CBEA0}" type="sibTrans" cxnId="{2BB0CEE3-0BF3-4133-914A-8EC15C58BDBA}">
      <dgm:prSet/>
      <dgm:spPr/>
      <dgm:t>
        <a:bodyPr/>
        <a:lstStyle/>
        <a:p>
          <a:endParaRPr lang="uk-UA"/>
        </a:p>
      </dgm:t>
    </dgm:pt>
    <dgm:pt modelId="{16087121-6394-45E4-AF71-952EE0B1C521}" type="pres">
      <dgm:prSet presAssocID="{6BB8B244-F153-4E30-A66C-1B697C1A58EC}" presName="linear" presStyleCnt="0">
        <dgm:presLayoutVars>
          <dgm:animLvl val="lvl"/>
          <dgm:resizeHandles val="exact"/>
        </dgm:presLayoutVars>
      </dgm:prSet>
      <dgm:spPr/>
    </dgm:pt>
    <dgm:pt modelId="{BC503E2D-3491-411E-B95D-215B17E6690E}" type="pres">
      <dgm:prSet presAssocID="{61B36616-68F9-4A21-86FC-E3F92CF19B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241F91-1EE6-47A1-BD97-B4F4C017C863}" type="pres">
      <dgm:prSet presAssocID="{0C465C1F-BA48-4CF5-A803-A714992E1BB8}" presName="spacer" presStyleCnt="0"/>
      <dgm:spPr/>
    </dgm:pt>
    <dgm:pt modelId="{0A24893C-FDDC-4DB4-868F-E2D0E281E916}" type="pres">
      <dgm:prSet presAssocID="{A7712DB2-0B2B-43FC-8872-94E5B8B1D0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4BBBBD-2524-4A42-B15E-1A79552420F1}" type="pres">
      <dgm:prSet presAssocID="{63C630D4-C0E6-4FB3-AE9D-A5DF8A6289E6}" presName="spacer" presStyleCnt="0"/>
      <dgm:spPr/>
    </dgm:pt>
    <dgm:pt modelId="{AFCE7A05-7488-4475-BE2C-5F3B986B8E65}" type="pres">
      <dgm:prSet presAssocID="{ED8680E6-680B-4584-91AC-7198B2D853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32039C-8EA2-4D37-AEEE-89EBF7229B2A}" type="pres">
      <dgm:prSet presAssocID="{802EA1B2-0788-4EC6-8E7D-76ABA11E9508}" presName="spacer" presStyleCnt="0"/>
      <dgm:spPr/>
    </dgm:pt>
    <dgm:pt modelId="{30F1CE20-3AD5-466F-BC09-2205611F8492}" type="pres">
      <dgm:prSet presAssocID="{E1930519-561C-4B82-A866-D9479B7EAE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2E2A0A-2770-457E-81A2-BA395C17BADD}" type="presOf" srcId="{6BB8B244-F153-4E30-A66C-1B697C1A58EC}" destId="{16087121-6394-45E4-AF71-952EE0B1C521}" srcOrd="0" destOrd="0" presId="urn:microsoft.com/office/officeart/2005/8/layout/vList2"/>
    <dgm:cxn modelId="{8923031A-21CD-4084-B23A-9FA5B9692499}" srcId="{6BB8B244-F153-4E30-A66C-1B697C1A58EC}" destId="{A7712DB2-0B2B-43FC-8872-94E5B8B1D0B6}" srcOrd="1" destOrd="0" parTransId="{3E80C814-A61E-43EB-A666-6F4B0323FFA5}" sibTransId="{63C630D4-C0E6-4FB3-AE9D-A5DF8A6289E6}"/>
    <dgm:cxn modelId="{CCC6693E-BD78-4903-AD70-77442F2E440A}" type="presOf" srcId="{E1930519-561C-4B82-A866-D9479B7EAEDA}" destId="{30F1CE20-3AD5-466F-BC09-2205611F8492}" srcOrd="0" destOrd="0" presId="urn:microsoft.com/office/officeart/2005/8/layout/vList2"/>
    <dgm:cxn modelId="{6961CA62-F60C-4C4A-B5DC-192FD0EBA958}" type="presOf" srcId="{ED8680E6-680B-4584-91AC-7198B2D85320}" destId="{AFCE7A05-7488-4475-BE2C-5F3B986B8E65}" srcOrd="0" destOrd="0" presId="urn:microsoft.com/office/officeart/2005/8/layout/vList2"/>
    <dgm:cxn modelId="{C3655459-BD1C-4800-9C66-5ED88FC0EF66}" type="presOf" srcId="{61B36616-68F9-4A21-86FC-E3F92CF19B86}" destId="{BC503E2D-3491-411E-B95D-215B17E6690E}" srcOrd="0" destOrd="0" presId="urn:microsoft.com/office/officeart/2005/8/layout/vList2"/>
    <dgm:cxn modelId="{4F470EA1-02B1-42B5-B3E1-BF61EC0F506E}" srcId="{6BB8B244-F153-4E30-A66C-1B697C1A58EC}" destId="{61B36616-68F9-4A21-86FC-E3F92CF19B86}" srcOrd="0" destOrd="0" parTransId="{3E2295F9-9701-487D-9F58-DDCB7F4610A0}" sibTransId="{0C465C1F-BA48-4CF5-A803-A714992E1BB8}"/>
    <dgm:cxn modelId="{FDBB80A6-0C39-46BB-B3EC-13C9746E55FA}" type="presOf" srcId="{A7712DB2-0B2B-43FC-8872-94E5B8B1D0B6}" destId="{0A24893C-FDDC-4DB4-868F-E2D0E281E916}" srcOrd="0" destOrd="0" presId="urn:microsoft.com/office/officeart/2005/8/layout/vList2"/>
    <dgm:cxn modelId="{CF1321DA-D72D-41AC-B0DF-073FE4056E3E}" srcId="{6BB8B244-F153-4E30-A66C-1B697C1A58EC}" destId="{ED8680E6-680B-4584-91AC-7198B2D85320}" srcOrd="2" destOrd="0" parTransId="{2876EB25-70DE-4237-9A55-E71BAA54C6C1}" sibTransId="{802EA1B2-0788-4EC6-8E7D-76ABA11E9508}"/>
    <dgm:cxn modelId="{2BB0CEE3-0BF3-4133-914A-8EC15C58BDBA}" srcId="{6BB8B244-F153-4E30-A66C-1B697C1A58EC}" destId="{E1930519-561C-4B82-A866-D9479B7EAEDA}" srcOrd="3" destOrd="0" parTransId="{8E0B687A-DDA7-40B1-992B-606882CF91E9}" sibTransId="{7DCFFBF4-D891-4C29-BA07-07F0A33CBEA0}"/>
    <dgm:cxn modelId="{F0FCF277-1FF5-4D43-B24F-435DFBB6BB53}" type="presParOf" srcId="{16087121-6394-45E4-AF71-952EE0B1C521}" destId="{BC503E2D-3491-411E-B95D-215B17E6690E}" srcOrd="0" destOrd="0" presId="urn:microsoft.com/office/officeart/2005/8/layout/vList2"/>
    <dgm:cxn modelId="{EABBFA43-1F02-4FA7-8EDF-43A288F534D2}" type="presParOf" srcId="{16087121-6394-45E4-AF71-952EE0B1C521}" destId="{55241F91-1EE6-47A1-BD97-B4F4C017C863}" srcOrd="1" destOrd="0" presId="urn:microsoft.com/office/officeart/2005/8/layout/vList2"/>
    <dgm:cxn modelId="{72B41961-699E-44CD-A627-B71CF9837701}" type="presParOf" srcId="{16087121-6394-45E4-AF71-952EE0B1C521}" destId="{0A24893C-FDDC-4DB4-868F-E2D0E281E916}" srcOrd="2" destOrd="0" presId="urn:microsoft.com/office/officeart/2005/8/layout/vList2"/>
    <dgm:cxn modelId="{89C9C476-2949-49C7-B368-7C109138FA8B}" type="presParOf" srcId="{16087121-6394-45E4-AF71-952EE0B1C521}" destId="{524BBBBD-2524-4A42-B15E-1A79552420F1}" srcOrd="3" destOrd="0" presId="urn:microsoft.com/office/officeart/2005/8/layout/vList2"/>
    <dgm:cxn modelId="{B4E3B007-4D2B-4551-BB0E-003D2752007A}" type="presParOf" srcId="{16087121-6394-45E4-AF71-952EE0B1C521}" destId="{AFCE7A05-7488-4475-BE2C-5F3B986B8E65}" srcOrd="4" destOrd="0" presId="urn:microsoft.com/office/officeart/2005/8/layout/vList2"/>
    <dgm:cxn modelId="{23EA91FF-39FE-4375-8B37-632EEF672C87}" type="presParOf" srcId="{16087121-6394-45E4-AF71-952EE0B1C521}" destId="{7132039C-8EA2-4D37-AEEE-89EBF7229B2A}" srcOrd="5" destOrd="0" presId="urn:microsoft.com/office/officeart/2005/8/layout/vList2"/>
    <dgm:cxn modelId="{B455EA99-B29E-420A-A73C-2F6DC7D0131E}" type="presParOf" srcId="{16087121-6394-45E4-AF71-952EE0B1C521}" destId="{30F1CE20-3AD5-466F-BC09-2205611F84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8E557CA8-2177-4695-995D-A1FD6E0206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55AF32B-A50D-4006-8D16-A1C321D5CC34}">
      <dgm:prSet/>
      <dgm:spPr/>
      <dgm:t>
        <a:bodyPr/>
        <a:lstStyle/>
        <a:p>
          <a:r>
            <a:rPr lang="uk-UA" b="0" i="0" dirty="0"/>
            <a:t>зміні унітарної монархії монархією федеративною.</a:t>
          </a:r>
          <a:endParaRPr lang="uk-UA" dirty="0"/>
        </a:p>
      </dgm:t>
    </dgm:pt>
    <dgm:pt modelId="{931F3BDE-579D-473D-B26E-4887EE41A856}" type="parTrans" cxnId="{55AA173B-8D7B-493F-AAF1-D4AE94390A48}">
      <dgm:prSet/>
      <dgm:spPr/>
      <dgm:t>
        <a:bodyPr/>
        <a:lstStyle/>
        <a:p>
          <a:endParaRPr lang="uk-UA"/>
        </a:p>
      </dgm:t>
    </dgm:pt>
    <dgm:pt modelId="{65C78DD7-2C36-4BD1-A24B-A9A5A2FD8B68}" type="sibTrans" cxnId="{55AA173B-8D7B-493F-AAF1-D4AE94390A48}">
      <dgm:prSet/>
      <dgm:spPr/>
      <dgm:t>
        <a:bodyPr/>
        <a:lstStyle/>
        <a:p>
          <a:endParaRPr lang="uk-UA"/>
        </a:p>
      </dgm:t>
    </dgm:pt>
    <dgm:pt modelId="{9FA4989E-0A0F-4A44-9ED8-999A3AA92C02}">
      <dgm:prSet/>
      <dgm:spPr/>
      <dgm:t>
        <a:bodyPr/>
        <a:lstStyle/>
        <a:p>
          <a:r>
            <a:rPr lang="uk-UA" b="0" i="0" dirty="0"/>
            <a:t>занепаді країни в умовах безперервних князівських міжусобиць.</a:t>
          </a:r>
          <a:endParaRPr lang="uk-UA" dirty="0"/>
        </a:p>
      </dgm:t>
    </dgm:pt>
    <dgm:pt modelId="{09648EA2-3D03-4961-8DE6-B34FAF72DCD0}" type="parTrans" cxnId="{B42A9EA2-BFFB-4332-8FDA-761E1F81C6CC}">
      <dgm:prSet/>
      <dgm:spPr/>
      <dgm:t>
        <a:bodyPr/>
        <a:lstStyle/>
        <a:p>
          <a:endParaRPr lang="uk-UA"/>
        </a:p>
      </dgm:t>
    </dgm:pt>
    <dgm:pt modelId="{B4D15FB7-D7F0-41D0-93F2-BE5C7CF5E736}" type="sibTrans" cxnId="{B42A9EA2-BFFB-4332-8FDA-761E1F81C6CC}">
      <dgm:prSet/>
      <dgm:spPr/>
      <dgm:t>
        <a:bodyPr/>
        <a:lstStyle/>
        <a:p>
          <a:endParaRPr lang="uk-UA"/>
        </a:p>
      </dgm:t>
    </dgm:pt>
    <dgm:pt modelId="{FEDBA2F0-DBD6-4860-A6ED-78B5E7840028}">
      <dgm:prSet/>
      <dgm:spPr/>
      <dgm:t>
        <a:bodyPr/>
        <a:lstStyle/>
        <a:p>
          <a:r>
            <a:rPr lang="uk-UA" b="0" i="0"/>
            <a:t>цілковитій руйнації єдиної держави, розпаді внутрішніх зв’язків.</a:t>
          </a:r>
          <a:endParaRPr lang="uk-UA"/>
        </a:p>
      </dgm:t>
    </dgm:pt>
    <dgm:pt modelId="{D7B3EEE9-ACA5-409E-BCEF-B62D4C26EE92}" type="parTrans" cxnId="{368B0367-832D-4B0A-B0B5-E9803ED2DA9B}">
      <dgm:prSet/>
      <dgm:spPr/>
      <dgm:t>
        <a:bodyPr/>
        <a:lstStyle/>
        <a:p>
          <a:endParaRPr lang="uk-UA"/>
        </a:p>
      </dgm:t>
    </dgm:pt>
    <dgm:pt modelId="{26A45B69-B01E-4D96-9762-D408F27BE960}" type="sibTrans" cxnId="{368B0367-832D-4B0A-B0B5-E9803ED2DA9B}">
      <dgm:prSet/>
      <dgm:spPr/>
      <dgm:t>
        <a:bodyPr/>
        <a:lstStyle/>
        <a:p>
          <a:endParaRPr lang="uk-UA"/>
        </a:p>
      </dgm:t>
    </dgm:pt>
    <dgm:pt modelId="{B516AB31-AD1D-4697-A438-D973AAE76B09}">
      <dgm:prSet/>
      <dgm:spPr/>
      <dgm:t>
        <a:bodyPr/>
        <a:lstStyle/>
        <a:p>
          <a:r>
            <a:rPr lang="uk-UA" b="0" i="0" dirty="0"/>
            <a:t>утраті державної незалежності та заміні загальноруського законодавства удільним.</a:t>
          </a:r>
          <a:endParaRPr lang="uk-UA" dirty="0"/>
        </a:p>
      </dgm:t>
    </dgm:pt>
    <dgm:pt modelId="{B228B7B8-B2A3-41D6-916D-7524A7FA1072}" type="parTrans" cxnId="{ED4C0DAC-AADB-4540-A567-6608FF849110}">
      <dgm:prSet/>
      <dgm:spPr/>
      <dgm:t>
        <a:bodyPr/>
        <a:lstStyle/>
        <a:p>
          <a:endParaRPr lang="uk-UA"/>
        </a:p>
      </dgm:t>
    </dgm:pt>
    <dgm:pt modelId="{2797A77A-E092-492F-8676-AFE53D03814F}" type="sibTrans" cxnId="{ED4C0DAC-AADB-4540-A567-6608FF849110}">
      <dgm:prSet/>
      <dgm:spPr/>
      <dgm:t>
        <a:bodyPr/>
        <a:lstStyle/>
        <a:p>
          <a:endParaRPr lang="uk-UA"/>
        </a:p>
      </dgm:t>
    </dgm:pt>
    <dgm:pt modelId="{E356801D-F61F-4616-9C8A-A116FCEEEEAC}" type="pres">
      <dgm:prSet presAssocID="{8E557CA8-2177-4695-995D-A1FD6E02061B}" presName="linear" presStyleCnt="0">
        <dgm:presLayoutVars>
          <dgm:animLvl val="lvl"/>
          <dgm:resizeHandles val="exact"/>
        </dgm:presLayoutVars>
      </dgm:prSet>
      <dgm:spPr/>
    </dgm:pt>
    <dgm:pt modelId="{AD30D7BC-AA09-4309-9D99-F4DDE46EC37F}" type="pres">
      <dgm:prSet presAssocID="{555AF32B-A50D-4006-8D16-A1C321D5CC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EBE190-06A1-4F2D-82AE-3BBD7A60D9DB}" type="pres">
      <dgm:prSet presAssocID="{65C78DD7-2C36-4BD1-A24B-A9A5A2FD8B68}" presName="spacer" presStyleCnt="0"/>
      <dgm:spPr/>
    </dgm:pt>
    <dgm:pt modelId="{10B0C807-2E59-4200-84A8-7D2D8864C37C}" type="pres">
      <dgm:prSet presAssocID="{9FA4989E-0A0F-4A44-9ED8-999A3AA92C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5CFAB2-FB65-436B-9627-D0756F8400EE}" type="pres">
      <dgm:prSet presAssocID="{B4D15FB7-D7F0-41D0-93F2-BE5C7CF5E736}" presName="spacer" presStyleCnt="0"/>
      <dgm:spPr/>
    </dgm:pt>
    <dgm:pt modelId="{D16B2A74-B863-46CD-A32F-78A9C4461966}" type="pres">
      <dgm:prSet presAssocID="{FEDBA2F0-DBD6-4860-A6ED-78B5E78400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7119A1-E0C7-4A25-90BC-048B610C0929}" type="pres">
      <dgm:prSet presAssocID="{26A45B69-B01E-4D96-9762-D408F27BE960}" presName="spacer" presStyleCnt="0"/>
      <dgm:spPr/>
    </dgm:pt>
    <dgm:pt modelId="{D11258C1-5C37-4338-B4A2-83A8A59819BC}" type="pres">
      <dgm:prSet presAssocID="{B516AB31-AD1D-4697-A438-D973AAE76B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CEF712-CEE9-4DE2-83FE-B30CCF87AFD3}" type="presOf" srcId="{555AF32B-A50D-4006-8D16-A1C321D5CC34}" destId="{AD30D7BC-AA09-4309-9D99-F4DDE46EC37F}" srcOrd="0" destOrd="0" presId="urn:microsoft.com/office/officeart/2005/8/layout/vList2"/>
    <dgm:cxn modelId="{F36F1325-B042-43BD-ABC6-E9BB82990D43}" type="presOf" srcId="{9FA4989E-0A0F-4A44-9ED8-999A3AA92C02}" destId="{10B0C807-2E59-4200-84A8-7D2D8864C37C}" srcOrd="0" destOrd="0" presId="urn:microsoft.com/office/officeart/2005/8/layout/vList2"/>
    <dgm:cxn modelId="{C1D3A136-1C57-4DE3-894B-FF2CB39E488B}" type="presOf" srcId="{FEDBA2F0-DBD6-4860-A6ED-78B5E7840028}" destId="{D16B2A74-B863-46CD-A32F-78A9C4461966}" srcOrd="0" destOrd="0" presId="urn:microsoft.com/office/officeart/2005/8/layout/vList2"/>
    <dgm:cxn modelId="{55AA173B-8D7B-493F-AAF1-D4AE94390A48}" srcId="{8E557CA8-2177-4695-995D-A1FD6E02061B}" destId="{555AF32B-A50D-4006-8D16-A1C321D5CC34}" srcOrd="0" destOrd="0" parTransId="{931F3BDE-579D-473D-B26E-4887EE41A856}" sibTransId="{65C78DD7-2C36-4BD1-A24B-A9A5A2FD8B68}"/>
    <dgm:cxn modelId="{2C7AA23F-05B5-4CD1-8816-83A91CA9DB58}" type="presOf" srcId="{8E557CA8-2177-4695-995D-A1FD6E02061B}" destId="{E356801D-F61F-4616-9C8A-A116FCEEEEAC}" srcOrd="0" destOrd="0" presId="urn:microsoft.com/office/officeart/2005/8/layout/vList2"/>
    <dgm:cxn modelId="{368B0367-832D-4B0A-B0B5-E9803ED2DA9B}" srcId="{8E557CA8-2177-4695-995D-A1FD6E02061B}" destId="{FEDBA2F0-DBD6-4860-A6ED-78B5E7840028}" srcOrd="2" destOrd="0" parTransId="{D7B3EEE9-ACA5-409E-BCEF-B62D4C26EE92}" sibTransId="{26A45B69-B01E-4D96-9762-D408F27BE960}"/>
    <dgm:cxn modelId="{3CCC9E99-A3AC-42C9-8F0F-DEE17771ACE4}" type="presOf" srcId="{B516AB31-AD1D-4697-A438-D973AAE76B09}" destId="{D11258C1-5C37-4338-B4A2-83A8A59819BC}" srcOrd="0" destOrd="0" presId="urn:microsoft.com/office/officeart/2005/8/layout/vList2"/>
    <dgm:cxn modelId="{B42A9EA2-BFFB-4332-8FDA-761E1F81C6CC}" srcId="{8E557CA8-2177-4695-995D-A1FD6E02061B}" destId="{9FA4989E-0A0F-4A44-9ED8-999A3AA92C02}" srcOrd="1" destOrd="0" parTransId="{09648EA2-3D03-4961-8DE6-B34FAF72DCD0}" sibTransId="{B4D15FB7-D7F0-41D0-93F2-BE5C7CF5E736}"/>
    <dgm:cxn modelId="{ED4C0DAC-AADB-4540-A567-6608FF849110}" srcId="{8E557CA8-2177-4695-995D-A1FD6E02061B}" destId="{B516AB31-AD1D-4697-A438-D973AAE76B09}" srcOrd="3" destOrd="0" parTransId="{B228B7B8-B2A3-41D6-916D-7524A7FA1072}" sibTransId="{2797A77A-E092-492F-8676-AFE53D03814F}"/>
    <dgm:cxn modelId="{6A3C3405-6FA6-4543-A578-2B015DD57BB8}" type="presParOf" srcId="{E356801D-F61F-4616-9C8A-A116FCEEEEAC}" destId="{AD30D7BC-AA09-4309-9D99-F4DDE46EC37F}" srcOrd="0" destOrd="0" presId="urn:microsoft.com/office/officeart/2005/8/layout/vList2"/>
    <dgm:cxn modelId="{0CF2CBF0-9ED2-42ED-9BE4-FCB4A36377CA}" type="presParOf" srcId="{E356801D-F61F-4616-9C8A-A116FCEEEEAC}" destId="{C2EBE190-06A1-4F2D-82AE-3BBD7A60D9DB}" srcOrd="1" destOrd="0" presId="urn:microsoft.com/office/officeart/2005/8/layout/vList2"/>
    <dgm:cxn modelId="{12E965F9-7F07-4215-A97C-4B1B476C1F88}" type="presParOf" srcId="{E356801D-F61F-4616-9C8A-A116FCEEEEAC}" destId="{10B0C807-2E59-4200-84A8-7D2D8864C37C}" srcOrd="2" destOrd="0" presId="urn:microsoft.com/office/officeart/2005/8/layout/vList2"/>
    <dgm:cxn modelId="{F7C3E4C4-92F9-48F0-AFDA-713DC2484201}" type="presParOf" srcId="{E356801D-F61F-4616-9C8A-A116FCEEEEAC}" destId="{895CFAB2-FB65-436B-9627-D0756F8400EE}" srcOrd="3" destOrd="0" presId="urn:microsoft.com/office/officeart/2005/8/layout/vList2"/>
    <dgm:cxn modelId="{161BBCE0-5AC6-4DE5-A230-F794DAE66920}" type="presParOf" srcId="{E356801D-F61F-4616-9C8A-A116FCEEEEAC}" destId="{D16B2A74-B863-46CD-A32F-78A9C4461966}" srcOrd="4" destOrd="0" presId="urn:microsoft.com/office/officeart/2005/8/layout/vList2"/>
    <dgm:cxn modelId="{18D122C0-7454-4FAB-B448-1531595F8DE5}" type="presParOf" srcId="{E356801D-F61F-4616-9C8A-A116FCEEEEAC}" destId="{827119A1-E0C7-4A25-90BC-048B610C0929}" srcOrd="5" destOrd="0" presId="urn:microsoft.com/office/officeart/2005/8/layout/vList2"/>
    <dgm:cxn modelId="{17D1CA3B-417C-4F92-B8AA-4AAE49A550E5}" type="presParOf" srcId="{E356801D-F61F-4616-9C8A-A116FCEEEEAC}" destId="{D11258C1-5C37-4338-B4A2-83A8A59819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E14BACA1-335A-4049-838B-3B12BCEFD3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ABE5D65-D082-4786-A9C1-943B5F266E43}">
      <dgm:prSet/>
      <dgm:spPr/>
      <dgm:t>
        <a:bodyPr/>
        <a:lstStyle/>
        <a:p>
          <a:r>
            <a:rPr lang="ru-RU" b="0" i="0"/>
            <a:t>Ігоря</a:t>
          </a:r>
          <a:endParaRPr lang="uk-UA"/>
        </a:p>
      </dgm:t>
    </dgm:pt>
    <dgm:pt modelId="{3499CBA8-3110-42D3-8784-27592C100E17}" type="parTrans" cxnId="{41E1D8CF-4E79-4062-8080-C7DEAB15355A}">
      <dgm:prSet/>
      <dgm:spPr/>
      <dgm:t>
        <a:bodyPr/>
        <a:lstStyle/>
        <a:p>
          <a:endParaRPr lang="uk-UA"/>
        </a:p>
      </dgm:t>
    </dgm:pt>
    <dgm:pt modelId="{73471819-DF02-40E0-8C5D-89CA7C379BD0}" type="sibTrans" cxnId="{41E1D8CF-4E79-4062-8080-C7DEAB15355A}">
      <dgm:prSet/>
      <dgm:spPr/>
      <dgm:t>
        <a:bodyPr/>
        <a:lstStyle/>
        <a:p>
          <a:endParaRPr lang="uk-UA"/>
        </a:p>
      </dgm:t>
    </dgm:pt>
    <dgm:pt modelId="{46684A7F-E50D-4250-8B72-DAF1FBBEB403}">
      <dgm:prSet/>
      <dgm:spPr/>
      <dgm:t>
        <a:bodyPr/>
        <a:lstStyle/>
        <a:p>
          <a:r>
            <a:rPr lang="ru-RU" b="0" i="0"/>
            <a:t>Святослава</a:t>
          </a:r>
          <a:endParaRPr lang="uk-UA"/>
        </a:p>
      </dgm:t>
    </dgm:pt>
    <dgm:pt modelId="{E16A6725-C35F-4126-8B48-210324385DF7}" type="parTrans" cxnId="{C7A53513-8166-4BD6-A74C-5DED972BAF1C}">
      <dgm:prSet/>
      <dgm:spPr/>
      <dgm:t>
        <a:bodyPr/>
        <a:lstStyle/>
        <a:p>
          <a:endParaRPr lang="uk-UA"/>
        </a:p>
      </dgm:t>
    </dgm:pt>
    <dgm:pt modelId="{3F22F4ED-1229-4427-84A8-21751DE2807D}" type="sibTrans" cxnId="{C7A53513-8166-4BD6-A74C-5DED972BAF1C}">
      <dgm:prSet/>
      <dgm:spPr/>
      <dgm:t>
        <a:bodyPr/>
        <a:lstStyle/>
        <a:p>
          <a:endParaRPr lang="uk-UA"/>
        </a:p>
      </dgm:t>
    </dgm:pt>
    <dgm:pt modelId="{C05971C2-D204-4DE7-AEC4-83E2EA78AB7A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323FF01A-BF98-42D8-BE36-3AC4F0707C6E}" type="parTrans" cxnId="{493EBEA2-7A96-4CCF-A10C-9902BC497DF4}">
      <dgm:prSet/>
      <dgm:spPr/>
      <dgm:t>
        <a:bodyPr/>
        <a:lstStyle/>
        <a:p>
          <a:endParaRPr lang="uk-UA"/>
        </a:p>
      </dgm:t>
    </dgm:pt>
    <dgm:pt modelId="{7CD72F35-AD95-4472-9159-295E225FC1EC}" type="sibTrans" cxnId="{493EBEA2-7A96-4CCF-A10C-9902BC497DF4}">
      <dgm:prSet/>
      <dgm:spPr/>
      <dgm:t>
        <a:bodyPr/>
        <a:lstStyle/>
        <a:p>
          <a:endParaRPr lang="uk-UA"/>
        </a:p>
      </dgm:t>
    </dgm:pt>
    <dgm:pt modelId="{23E490A9-836D-490E-B75D-11E88F686624}">
      <dgm:prSet/>
      <dgm:spPr/>
      <dgm:t>
        <a:bodyPr/>
        <a:lstStyle/>
        <a:p>
          <a:r>
            <a:rPr lang="ru-RU" b="0" i="0" dirty="0"/>
            <a:t>Ярослава Мудрого</a:t>
          </a:r>
          <a:endParaRPr lang="uk-UA" dirty="0"/>
        </a:p>
      </dgm:t>
    </dgm:pt>
    <dgm:pt modelId="{CBB86355-C10B-4F83-A39A-3B22DC3A69A5}" type="parTrans" cxnId="{B564130F-9BEE-473D-A9B8-FBE05D48C94B}">
      <dgm:prSet/>
      <dgm:spPr/>
      <dgm:t>
        <a:bodyPr/>
        <a:lstStyle/>
        <a:p>
          <a:endParaRPr lang="uk-UA"/>
        </a:p>
      </dgm:t>
    </dgm:pt>
    <dgm:pt modelId="{D18C9C7D-2D0F-4026-BC9A-38CD75B59F96}" type="sibTrans" cxnId="{B564130F-9BEE-473D-A9B8-FBE05D48C94B}">
      <dgm:prSet/>
      <dgm:spPr/>
      <dgm:t>
        <a:bodyPr/>
        <a:lstStyle/>
        <a:p>
          <a:endParaRPr lang="uk-UA"/>
        </a:p>
      </dgm:t>
    </dgm:pt>
    <dgm:pt modelId="{05DEA41A-4D2A-4C93-AA98-4E750459A953}" type="pres">
      <dgm:prSet presAssocID="{E14BACA1-335A-4049-838B-3B12BCEFD3F9}" presName="matrix" presStyleCnt="0">
        <dgm:presLayoutVars>
          <dgm:chMax val="1"/>
          <dgm:dir/>
          <dgm:resizeHandles val="exact"/>
        </dgm:presLayoutVars>
      </dgm:prSet>
      <dgm:spPr/>
    </dgm:pt>
    <dgm:pt modelId="{ECCED492-FC1D-4E25-8CA4-B9428F63FDA8}" type="pres">
      <dgm:prSet presAssocID="{E14BACA1-335A-4049-838B-3B12BCEFD3F9}" presName="diamond" presStyleLbl="bgShp" presStyleIdx="0" presStyleCnt="1"/>
      <dgm:spPr/>
    </dgm:pt>
    <dgm:pt modelId="{D4DA5EF3-B447-414D-ACF1-B9D05F740AF6}" type="pres">
      <dgm:prSet presAssocID="{E14BACA1-335A-4049-838B-3B12BCEFD3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C1C6BE9-CC9B-4BFD-BC7D-A301201B9B39}" type="pres">
      <dgm:prSet presAssocID="{E14BACA1-335A-4049-838B-3B12BCEFD3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C623F68-7E47-4D97-852C-7F06A28E16C4}" type="pres">
      <dgm:prSet presAssocID="{E14BACA1-335A-4049-838B-3B12BCEFD3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478B589-C43F-422C-9840-B900B3B1C7AF}" type="pres">
      <dgm:prSet presAssocID="{E14BACA1-335A-4049-838B-3B12BCEFD3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564130F-9BEE-473D-A9B8-FBE05D48C94B}" srcId="{E14BACA1-335A-4049-838B-3B12BCEFD3F9}" destId="{23E490A9-836D-490E-B75D-11E88F686624}" srcOrd="3" destOrd="0" parTransId="{CBB86355-C10B-4F83-A39A-3B22DC3A69A5}" sibTransId="{D18C9C7D-2D0F-4026-BC9A-38CD75B59F96}"/>
    <dgm:cxn modelId="{C7A53513-8166-4BD6-A74C-5DED972BAF1C}" srcId="{E14BACA1-335A-4049-838B-3B12BCEFD3F9}" destId="{46684A7F-E50D-4250-8B72-DAF1FBBEB403}" srcOrd="1" destOrd="0" parTransId="{E16A6725-C35F-4126-8B48-210324385DF7}" sibTransId="{3F22F4ED-1229-4427-84A8-21751DE2807D}"/>
    <dgm:cxn modelId="{D4A4E21D-58D1-45BD-96A8-88D3338062AA}" type="presOf" srcId="{E14BACA1-335A-4049-838B-3B12BCEFD3F9}" destId="{05DEA41A-4D2A-4C93-AA98-4E750459A953}" srcOrd="0" destOrd="0" presId="urn:microsoft.com/office/officeart/2005/8/layout/matrix3"/>
    <dgm:cxn modelId="{86001468-DAF3-431F-8B07-FC63A0FCEAE5}" type="presOf" srcId="{23E490A9-836D-490E-B75D-11E88F686624}" destId="{D478B589-C43F-422C-9840-B900B3B1C7AF}" srcOrd="0" destOrd="0" presId="urn:microsoft.com/office/officeart/2005/8/layout/matrix3"/>
    <dgm:cxn modelId="{77789B4A-602E-47A7-8D72-E426E9E4E023}" type="presOf" srcId="{FABE5D65-D082-4786-A9C1-943B5F266E43}" destId="{D4DA5EF3-B447-414D-ACF1-B9D05F740AF6}" srcOrd="0" destOrd="0" presId="urn:microsoft.com/office/officeart/2005/8/layout/matrix3"/>
    <dgm:cxn modelId="{69BE9D9F-50C4-418C-88DC-DA1CD6E8897C}" type="presOf" srcId="{46684A7F-E50D-4250-8B72-DAF1FBBEB403}" destId="{FC1C6BE9-CC9B-4BFD-BC7D-A301201B9B39}" srcOrd="0" destOrd="0" presId="urn:microsoft.com/office/officeart/2005/8/layout/matrix3"/>
    <dgm:cxn modelId="{493EBEA2-7A96-4CCF-A10C-9902BC497DF4}" srcId="{E14BACA1-335A-4049-838B-3B12BCEFD3F9}" destId="{C05971C2-D204-4DE7-AEC4-83E2EA78AB7A}" srcOrd="2" destOrd="0" parTransId="{323FF01A-BF98-42D8-BE36-3AC4F0707C6E}" sibTransId="{7CD72F35-AD95-4472-9159-295E225FC1EC}"/>
    <dgm:cxn modelId="{E44FD4A7-78C5-43B0-BB5F-C9EBDD9D1B96}" type="presOf" srcId="{C05971C2-D204-4DE7-AEC4-83E2EA78AB7A}" destId="{FC623F68-7E47-4D97-852C-7F06A28E16C4}" srcOrd="0" destOrd="0" presId="urn:microsoft.com/office/officeart/2005/8/layout/matrix3"/>
    <dgm:cxn modelId="{41E1D8CF-4E79-4062-8080-C7DEAB15355A}" srcId="{E14BACA1-335A-4049-838B-3B12BCEFD3F9}" destId="{FABE5D65-D082-4786-A9C1-943B5F266E43}" srcOrd="0" destOrd="0" parTransId="{3499CBA8-3110-42D3-8784-27592C100E17}" sibTransId="{73471819-DF02-40E0-8C5D-89CA7C379BD0}"/>
    <dgm:cxn modelId="{695F885F-AFCD-440F-9B44-CCE6B9ECBCBB}" type="presParOf" srcId="{05DEA41A-4D2A-4C93-AA98-4E750459A953}" destId="{ECCED492-FC1D-4E25-8CA4-B9428F63FDA8}" srcOrd="0" destOrd="0" presId="urn:microsoft.com/office/officeart/2005/8/layout/matrix3"/>
    <dgm:cxn modelId="{7F48CA9E-8A8F-4323-BA02-A2FF26A95C68}" type="presParOf" srcId="{05DEA41A-4D2A-4C93-AA98-4E750459A953}" destId="{D4DA5EF3-B447-414D-ACF1-B9D05F740AF6}" srcOrd="1" destOrd="0" presId="urn:microsoft.com/office/officeart/2005/8/layout/matrix3"/>
    <dgm:cxn modelId="{A5A24F51-8767-4EEB-8BAE-DF78E90414E2}" type="presParOf" srcId="{05DEA41A-4D2A-4C93-AA98-4E750459A953}" destId="{FC1C6BE9-CC9B-4BFD-BC7D-A301201B9B39}" srcOrd="2" destOrd="0" presId="urn:microsoft.com/office/officeart/2005/8/layout/matrix3"/>
    <dgm:cxn modelId="{45F3778D-137C-4B24-AC7A-4B1B6866FDAC}" type="presParOf" srcId="{05DEA41A-4D2A-4C93-AA98-4E750459A953}" destId="{FC623F68-7E47-4D97-852C-7F06A28E16C4}" srcOrd="3" destOrd="0" presId="urn:microsoft.com/office/officeart/2005/8/layout/matrix3"/>
    <dgm:cxn modelId="{EED2E729-AD72-4C0B-875B-A0E1ED50F6C1}" type="presParOf" srcId="{05DEA41A-4D2A-4C93-AA98-4E750459A953}" destId="{D478B589-C43F-422C-9840-B900B3B1C7A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13F0B4E2-2A31-474F-B13B-D482D47923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B5F529-2081-4378-AAF6-7F3808844E28}">
      <dgm:prSet/>
      <dgm:spPr/>
      <dgm:t>
        <a:bodyPr/>
        <a:lstStyle/>
        <a:p>
          <a:r>
            <a:rPr lang="uk-UA" b="0" i="0"/>
            <a:t>завершення будівництва Софійського собору</a:t>
          </a:r>
          <a:endParaRPr lang="uk-UA"/>
        </a:p>
      </dgm:t>
    </dgm:pt>
    <dgm:pt modelId="{B4A5BA2E-DB01-4E0A-8A07-61EC70E4F7E0}" type="parTrans" cxnId="{0CD2C8F8-C5C1-4B95-876A-487DA90E8926}">
      <dgm:prSet/>
      <dgm:spPr/>
      <dgm:t>
        <a:bodyPr/>
        <a:lstStyle/>
        <a:p>
          <a:endParaRPr lang="uk-UA"/>
        </a:p>
      </dgm:t>
    </dgm:pt>
    <dgm:pt modelId="{B148ACD2-CEAF-45F7-BA37-2326E0A2F5C3}" type="sibTrans" cxnId="{0CD2C8F8-C5C1-4B95-876A-487DA90E8926}">
      <dgm:prSet/>
      <dgm:spPr/>
      <dgm:t>
        <a:bodyPr/>
        <a:lstStyle/>
        <a:p>
          <a:endParaRPr lang="uk-UA"/>
        </a:p>
      </dgm:t>
    </dgm:pt>
    <dgm:pt modelId="{3377F6EC-EB2E-444F-9499-25F914CA7A28}">
      <dgm:prSet/>
      <dgm:spPr/>
      <dgm:t>
        <a:bodyPr/>
        <a:lstStyle/>
        <a:p>
          <a:r>
            <a:rPr lang="uk-UA" b="0" i="0" dirty="0"/>
            <a:t>початок будівництва Десятинної церкви</a:t>
          </a:r>
          <a:endParaRPr lang="uk-UA" dirty="0"/>
        </a:p>
      </dgm:t>
    </dgm:pt>
    <dgm:pt modelId="{79C77B5C-027D-4D4D-9933-90B2DE0C1D15}" type="parTrans" cxnId="{5EFF85B8-15FD-4532-B4CD-A390E5ACA96C}">
      <dgm:prSet/>
      <dgm:spPr/>
      <dgm:t>
        <a:bodyPr/>
        <a:lstStyle/>
        <a:p>
          <a:endParaRPr lang="uk-UA"/>
        </a:p>
      </dgm:t>
    </dgm:pt>
    <dgm:pt modelId="{7B156112-F5F6-4E63-98BC-B83E545A0527}" type="sibTrans" cxnId="{5EFF85B8-15FD-4532-B4CD-A390E5ACA96C}">
      <dgm:prSet/>
      <dgm:spPr/>
      <dgm:t>
        <a:bodyPr/>
        <a:lstStyle/>
        <a:p>
          <a:endParaRPr lang="uk-UA"/>
        </a:p>
      </dgm:t>
    </dgm:pt>
    <dgm:pt modelId="{B09F490B-F1E6-4AC5-AD4A-30C8D173E4F4}">
      <dgm:prSet/>
      <dgm:spPr/>
      <dgm:t>
        <a:bodyPr/>
        <a:lstStyle/>
        <a:p>
          <a:r>
            <a:rPr lang="uk-UA" b="0" i="0"/>
            <a:t>створення пантеону язичницьких богів</a:t>
          </a:r>
          <a:endParaRPr lang="uk-UA"/>
        </a:p>
      </dgm:t>
    </dgm:pt>
    <dgm:pt modelId="{4369E370-DC57-4924-B973-3C96EF9C9D23}" type="parTrans" cxnId="{FC32EC82-BFB8-4069-A727-11130E07B8C7}">
      <dgm:prSet/>
      <dgm:spPr/>
      <dgm:t>
        <a:bodyPr/>
        <a:lstStyle/>
        <a:p>
          <a:endParaRPr lang="uk-UA"/>
        </a:p>
      </dgm:t>
    </dgm:pt>
    <dgm:pt modelId="{988C6208-0E96-4684-9194-EC429FF1F059}" type="sibTrans" cxnId="{FC32EC82-BFB8-4069-A727-11130E07B8C7}">
      <dgm:prSet/>
      <dgm:spPr/>
      <dgm:t>
        <a:bodyPr/>
        <a:lstStyle/>
        <a:p>
          <a:endParaRPr lang="uk-UA"/>
        </a:p>
      </dgm:t>
    </dgm:pt>
    <dgm:pt modelId="{292DA2C5-4A4E-4C27-A4BB-9D1FD0FCC89B}">
      <dgm:prSet/>
      <dgm:spPr/>
      <dgm:t>
        <a:bodyPr/>
        <a:lstStyle/>
        <a:p>
          <a:r>
            <a:rPr lang="uk-UA" b="0" i="0" dirty="0"/>
            <a:t>призначення Іларіона митрополитом Київським</a:t>
          </a:r>
          <a:endParaRPr lang="uk-UA" dirty="0"/>
        </a:p>
      </dgm:t>
    </dgm:pt>
    <dgm:pt modelId="{72C703A6-3D76-4A38-957E-43D64BFCCA80}" type="parTrans" cxnId="{08AB3BCA-9BE5-4D47-856E-6B5D56D19EFD}">
      <dgm:prSet/>
      <dgm:spPr/>
      <dgm:t>
        <a:bodyPr/>
        <a:lstStyle/>
        <a:p>
          <a:endParaRPr lang="uk-UA"/>
        </a:p>
      </dgm:t>
    </dgm:pt>
    <dgm:pt modelId="{241DFAAE-FD4D-4B8E-809E-75931509EFD0}" type="sibTrans" cxnId="{08AB3BCA-9BE5-4D47-856E-6B5D56D19EFD}">
      <dgm:prSet/>
      <dgm:spPr/>
      <dgm:t>
        <a:bodyPr/>
        <a:lstStyle/>
        <a:p>
          <a:endParaRPr lang="uk-UA"/>
        </a:p>
      </dgm:t>
    </dgm:pt>
    <dgm:pt modelId="{35666836-8496-48F1-A95B-416A5A4C2132}" type="pres">
      <dgm:prSet presAssocID="{13F0B4E2-2A31-474F-B13B-D482D4792346}" presName="linear" presStyleCnt="0">
        <dgm:presLayoutVars>
          <dgm:animLvl val="lvl"/>
          <dgm:resizeHandles val="exact"/>
        </dgm:presLayoutVars>
      </dgm:prSet>
      <dgm:spPr/>
    </dgm:pt>
    <dgm:pt modelId="{8F565299-4BC1-4BF3-B4E9-D9159E307567}" type="pres">
      <dgm:prSet presAssocID="{4CB5F529-2081-4378-AAF6-7F3808844E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95791E-2B23-47AD-BDAA-C6641876BEFD}" type="pres">
      <dgm:prSet presAssocID="{B148ACD2-CEAF-45F7-BA37-2326E0A2F5C3}" presName="spacer" presStyleCnt="0"/>
      <dgm:spPr/>
    </dgm:pt>
    <dgm:pt modelId="{66EEAF14-82B0-4720-BBE5-6A5D11286B87}" type="pres">
      <dgm:prSet presAssocID="{3377F6EC-EB2E-444F-9499-25F914CA7A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1A87F4-2AF4-432E-8A37-4F2BD233C065}" type="pres">
      <dgm:prSet presAssocID="{7B156112-F5F6-4E63-98BC-B83E545A0527}" presName="spacer" presStyleCnt="0"/>
      <dgm:spPr/>
    </dgm:pt>
    <dgm:pt modelId="{BCA66892-009B-4CCE-8DC0-D66CDEDB8F26}" type="pres">
      <dgm:prSet presAssocID="{B09F490B-F1E6-4AC5-AD4A-30C8D173E4F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E369F3-F436-473A-BE2A-3FE4C34A7BBB}" type="pres">
      <dgm:prSet presAssocID="{988C6208-0E96-4684-9194-EC429FF1F059}" presName="spacer" presStyleCnt="0"/>
      <dgm:spPr/>
    </dgm:pt>
    <dgm:pt modelId="{6C7512EC-9322-4208-8568-35319CDC96DE}" type="pres">
      <dgm:prSet presAssocID="{292DA2C5-4A4E-4C27-A4BB-9D1FD0FCC8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9FAE37-C9E6-4FDE-93E5-99DD883DA1E4}" type="presOf" srcId="{4CB5F529-2081-4378-AAF6-7F3808844E28}" destId="{8F565299-4BC1-4BF3-B4E9-D9159E307567}" srcOrd="0" destOrd="0" presId="urn:microsoft.com/office/officeart/2005/8/layout/vList2"/>
    <dgm:cxn modelId="{FC32EC82-BFB8-4069-A727-11130E07B8C7}" srcId="{13F0B4E2-2A31-474F-B13B-D482D4792346}" destId="{B09F490B-F1E6-4AC5-AD4A-30C8D173E4F4}" srcOrd="2" destOrd="0" parTransId="{4369E370-DC57-4924-B973-3C96EF9C9D23}" sibTransId="{988C6208-0E96-4684-9194-EC429FF1F059}"/>
    <dgm:cxn modelId="{B5E8A79D-5F51-4FA5-B188-486D308ACB93}" type="presOf" srcId="{13F0B4E2-2A31-474F-B13B-D482D4792346}" destId="{35666836-8496-48F1-A95B-416A5A4C2132}" srcOrd="0" destOrd="0" presId="urn:microsoft.com/office/officeart/2005/8/layout/vList2"/>
    <dgm:cxn modelId="{5F0A27A6-C65E-4672-BF7C-40CD42446D53}" type="presOf" srcId="{B09F490B-F1E6-4AC5-AD4A-30C8D173E4F4}" destId="{BCA66892-009B-4CCE-8DC0-D66CDEDB8F26}" srcOrd="0" destOrd="0" presId="urn:microsoft.com/office/officeart/2005/8/layout/vList2"/>
    <dgm:cxn modelId="{5EFF85B8-15FD-4532-B4CD-A390E5ACA96C}" srcId="{13F0B4E2-2A31-474F-B13B-D482D4792346}" destId="{3377F6EC-EB2E-444F-9499-25F914CA7A28}" srcOrd="1" destOrd="0" parTransId="{79C77B5C-027D-4D4D-9933-90B2DE0C1D15}" sibTransId="{7B156112-F5F6-4E63-98BC-B83E545A0527}"/>
    <dgm:cxn modelId="{08AB3BCA-9BE5-4D47-856E-6B5D56D19EFD}" srcId="{13F0B4E2-2A31-474F-B13B-D482D4792346}" destId="{292DA2C5-4A4E-4C27-A4BB-9D1FD0FCC89B}" srcOrd="3" destOrd="0" parTransId="{72C703A6-3D76-4A38-957E-43D64BFCCA80}" sibTransId="{241DFAAE-FD4D-4B8E-809E-75931509EFD0}"/>
    <dgm:cxn modelId="{4DAC15CE-9F93-40ED-B2E8-797679EB7D0B}" type="presOf" srcId="{292DA2C5-4A4E-4C27-A4BB-9D1FD0FCC89B}" destId="{6C7512EC-9322-4208-8568-35319CDC96DE}" srcOrd="0" destOrd="0" presId="urn:microsoft.com/office/officeart/2005/8/layout/vList2"/>
    <dgm:cxn modelId="{CF9AF5ED-3B25-41AF-A8C2-17BCF6857B47}" type="presOf" srcId="{3377F6EC-EB2E-444F-9499-25F914CA7A28}" destId="{66EEAF14-82B0-4720-BBE5-6A5D11286B87}" srcOrd="0" destOrd="0" presId="urn:microsoft.com/office/officeart/2005/8/layout/vList2"/>
    <dgm:cxn modelId="{0CD2C8F8-C5C1-4B95-876A-487DA90E8926}" srcId="{13F0B4E2-2A31-474F-B13B-D482D4792346}" destId="{4CB5F529-2081-4378-AAF6-7F3808844E28}" srcOrd="0" destOrd="0" parTransId="{B4A5BA2E-DB01-4E0A-8A07-61EC70E4F7E0}" sibTransId="{B148ACD2-CEAF-45F7-BA37-2326E0A2F5C3}"/>
    <dgm:cxn modelId="{CFDD36FB-2E8A-4ECB-89CC-DFFD80DB710B}" type="presParOf" srcId="{35666836-8496-48F1-A95B-416A5A4C2132}" destId="{8F565299-4BC1-4BF3-B4E9-D9159E307567}" srcOrd="0" destOrd="0" presId="urn:microsoft.com/office/officeart/2005/8/layout/vList2"/>
    <dgm:cxn modelId="{9979D0C5-48D7-4584-948D-00A7D6AC3067}" type="presParOf" srcId="{35666836-8496-48F1-A95B-416A5A4C2132}" destId="{2695791E-2B23-47AD-BDAA-C6641876BEFD}" srcOrd="1" destOrd="0" presId="urn:microsoft.com/office/officeart/2005/8/layout/vList2"/>
    <dgm:cxn modelId="{7CF05766-A7C7-4A71-AE65-E39E9CC2E0DF}" type="presParOf" srcId="{35666836-8496-48F1-A95B-416A5A4C2132}" destId="{66EEAF14-82B0-4720-BBE5-6A5D11286B87}" srcOrd="2" destOrd="0" presId="urn:microsoft.com/office/officeart/2005/8/layout/vList2"/>
    <dgm:cxn modelId="{7055E0FA-EADB-451B-A4D8-EFF5E828020A}" type="presParOf" srcId="{35666836-8496-48F1-A95B-416A5A4C2132}" destId="{3E1A87F4-2AF4-432E-8A37-4F2BD233C065}" srcOrd="3" destOrd="0" presId="urn:microsoft.com/office/officeart/2005/8/layout/vList2"/>
    <dgm:cxn modelId="{FF141B20-E743-4F01-93BD-4210394D1497}" type="presParOf" srcId="{35666836-8496-48F1-A95B-416A5A4C2132}" destId="{BCA66892-009B-4CCE-8DC0-D66CDEDB8F26}" srcOrd="4" destOrd="0" presId="urn:microsoft.com/office/officeart/2005/8/layout/vList2"/>
    <dgm:cxn modelId="{F5C39EBA-7510-4041-93CA-32DBB3D2AAD1}" type="presParOf" srcId="{35666836-8496-48F1-A95B-416A5A4C2132}" destId="{FBE369F3-F436-473A-BE2A-3FE4C34A7BBB}" srcOrd="5" destOrd="0" presId="urn:microsoft.com/office/officeart/2005/8/layout/vList2"/>
    <dgm:cxn modelId="{D801070E-2DBA-40C6-9F9B-DF70861FEADF}" type="presParOf" srcId="{35666836-8496-48F1-A95B-416A5A4C2132}" destId="{6C7512EC-9322-4208-8568-35319CDC96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677FC38F-D6BE-41C1-B49E-2FBE6AD66EE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D58C93-616B-4CDD-833A-D1DBAE48D667}">
      <dgm:prSet/>
      <dgm:spPr/>
      <dgm:t>
        <a:bodyPr/>
        <a:lstStyle/>
        <a:p>
          <a:r>
            <a:rPr lang="uk-UA" b="0" i="0" dirty="0"/>
            <a:t>ізгої</a:t>
          </a:r>
          <a:endParaRPr lang="uk-UA" dirty="0"/>
        </a:p>
      </dgm:t>
    </dgm:pt>
    <dgm:pt modelId="{17E4030A-3B1E-40EB-A419-8C3B6E85B725}" type="parTrans" cxnId="{6CAAF387-5EAB-4440-A6A4-927C65145B65}">
      <dgm:prSet/>
      <dgm:spPr/>
      <dgm:t>
        <a:bodyPr/>
        <a:lstStyle/>
        <a:p>
          <a:endParaRPr lang="uk-UA"/>
        </a:p>
      </dgm:t>
    </dgm:pt>
    <dgm:pt modelId="{5D0B2451-1DBD-4C50-89D6-243679AC7628}" type="sibTrans" cxnId="{6CAAF387-5EAB-4440-A6A4-927C65145B65}">
      <dgm:prSet/>
      <dgm:spPr/>
      <dgm:t>
        <a:bodyPr/>
        <a:lstStyle/>
        <a:p>
          <a:endParaRPr lang="uk-UA"/>
        </a:p>
      </dgm:t>
    </dgm:pt>
    <dgm:pt modelId="{7BF2B1FA-7C34-41FF-9806-9338D0D78F3C}">
      <dgm:prSet/>
      <dgm:spPr/>
      <dgm:t>
        <a:bodyPr/>
        <a:lstStyle/>
        <a:p>
          <a:r>
            <a:rPr lang="uk-UA" b="0" i="0"/>
            <a:t>бояри</a:t>
          </a:r>
          <a:endParaRPr lang="uk-UA"/>
        </a:p>
      </dgm:t>
    </dgm:pt>
    <dgm:pt modelId="{478942BA-292B-4B23-BF0F-971441A5ED3B}" type="parTrans" cxnId="{D676F974-1E3B-41A7-BF5E-857C12D91092}">
      <dgm:prSet/>
      <dgm:spPr/>
      <dgm:t>
        <a:bodyPr/>
        <a:lstStyle/>
        <a:p>
          <a:endParaRPr lang="uk-UA"/>
        </a:p>
      </dgm:t>
    </dgm:pt>
    <dgm:pt modelId="{4ACCE850-C522-46B7-B756-636ECA1F7AE3}" type="sibTrans" cxnId="{D676F974-1E3B-41A7-BF5E-857C12D91092}">
      <dgm:prSet/>
      <dgm:spPr/>
      <dgm:t>
        <a:bodyPr/>
        <a:lstStyle/>
        <a:p>
          <a:endParaRPr lang="uk-UA"/>
        </a:p>
      </dgm:t>
    </dgm:pt>
    <dgm:pt modelId="{FDB037B9-AD31-4313-A2F5-40077F6AA970}">
      <dgm:prSet/>
      <dgm:spPr/>
      <dgm:t>
        <a:bodyPr/>
        <a:lstStyle/>
        <a:p>
          <a:r>
            <a:rPr lang="uk-UA" b="0" i="0" dirty="0"/>
            <a:t>смерди</a:t>
          </a:r>
          <a:endParaRPr lang="uk-UA" dirty="0"/>
        </a:p>
      </dgm:t>
    </dgm:pt>
    <dgm:pt modelId="{64297B62-575B-431F-BF61-BDFD0C2BF3EE}" type="parTrans" cxnId="{482EF817-61FF-4F77-8738-F6155FB5528D}">
      <dgm:prSet/>
      <dgm:spPr/>
      <dgm:t>
        <a:bodyPr/>
        <a:lstStyle/>
        <a:p>
          <a:endParaRPr lang="uk-UA"/>
        </a:p>
      </dgm:t>
    </dgm:pt>
    <dgm:pt modelId="{D92A441F-E7FF-46EA-9F3D-9EC9427C4FCE}" type="sibTrans" cxnId="{482EF817-61FF-4F77-8738-F6155FB5528D}">
      <dgm:prSet/>
      <dgm:spPr/>
      <dgm:t>
        <a:bodyPr/>
        <a:lstStyle/>
        <a:p>
          <a:endParaRPr lang="uk-UA"/>
        </a:p>
      </dgm:t>
    </dgm:pt>
    <dgm:pt modelId="{71AB422B-693A-4101-ABB2-85AAFCF00007}">
      <dgm:prSet/>
      <dgm:spPr/>
      <dgm:t>
        <a:bodyPr/>
        <a:lstStyle/>
        <a:p>
          <a:r>
            <a:rPr lang="uk-UA" b="0" i="0" dirty="0"/>
            <a:t>закупи</a:t>
          </a:r>
          <a:endParaRPr lang="uk-UA" dirty="0"/>
        </a:p>
      </dgm:t>
    </dgm:pt>
    <dgm:pt modelId="{2A03EA76-FAFD-4E5C-BDBB-299E64D82F38}" type="parTrans" cxnId="{14FB1DF1-7CB4-44F1-8A41-D3B01300E6BB}">
      <dgm:prSet/>
      <dgm:spPr/>
      <dgm:t>
        <a:bodyPr/>
        <a:lstStyle/>
        <a:p>
          <a:endParaRPr lang="uk-UA"/>
        </a:p>
      </dgm:t>
    </dgm:pt>
    <dgm:pt modelId="{95B1ACF9-B949-4BF0-A952-1D96A5E664CD}" type="sibTrans" cxnId="{14FB1DF1-7CB4-44F1-8A41-D3B01300E6BB}">
      <dgm:prSet/>
      <dgm:spPr/>
      <dgm:t>
        <a:bodyPr/>
        <a:lstStyle/>
        <a:p>
          <a:endParaRPr lang="uk-UA"/>
        </a:p>
      </dgm:t>
    </dgm:pt>
    <dgm:pt modelId="{A711036E-211E-4DD3-92B0-FAE3A9507CAA}" type="pres">
      <dgm:prSet presAssocID="{677FC38F-D6BE-41C1-B49E-2FBE6AD66EEF}" presName="matrix" presStyleCnt="0">
        <dgm:presLayoutVars>
          <dgm:chMax val="1"/>
          <dgm:dir/>
          <dgm:resizeHandles val="exact"/>
        </dgm:presLayoutVars>
      </dgm:prSet>
      <dgm:spPr/>
    </dgm:pt>
    <dgm:pt modelId="{145A2EA6-66EE-4631-8F01-DAA3310C2F6D}" type="pres">
      <dgm:prSet presAssocID="{677FC38F-D6BE-41C1-B49E-2FBE6AD66EEF}" presName="diamond" presStyleLbl="bgShp" presStyleIdx="0" presStyleCnt="1"/>
      <dgm:spPr/>
    </dgm:pt>
    <dgm:pt modelId="{EAACF9A9-03A9-46E9-A108-D39B7EA04F77}" type="pres">
      <dgm:prSet presAssocID="{677FC38F-D6BE-41C1-B49E-2FBE6AD66EE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A1EA683-6458-40CF-BCCD-C9109CAD5819}" type="pres">
      <dgm:prSet presAssocID="{677FC38F-D6BE-41C1-B49E-2FBE6AD66EE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B1C4607-737E-4C02-9CCE-2291B0CDBC13}" type="pres">
      <dgm:prSet presAssocID="{677FC38F-D6BE-41C1-B49E-2FBE6AD66EE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CE66DB-5577-49D3-9072-98F32ECE97DC}" type="pres">
      <dgm:prSet presAssocID="{677FC38F-D6BE-41C1-B49E-2FBE6AD66EE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D370111-313F-42A6-BA53-C963CF1D83A9}" type="presOf" srcId="{FDB037B9-AD31-4313-A2F5-40077F6AA970}" destId="{2B1C4607-737E-4C02-9CCE-2291B0CDBC13}" srcOrd="0" destOrd="0" presId="urn:microsoft.com/office/officeart/2005/8/layout/matrix3"/>
    <dgm:cxn modelId="{482EF817-61FF-4F77-8738-F6155FB5528D}" srcId="{677FC38F-D6BE-41C1-B49E-2FBE6AD66EEF}" destId="{FDB037B9-AD31-4313-A2F5-40077F6AA970}" srcOrd="2" destOrd="0" parTransId="{64297B62-575B-431F-BF61-BDFD0C2BF3EE}" sibTransId="{D92A441F-E7FF-46EA-9F3D-9EC9427C4FCE}"/>
    <dgm:cxn modelId="{0757CA27-8F08-43FB-86CA-E2173ED3958E}" type="presOf" srcId="{677FC38F-D6BE-41C1-B49E-2FBE6AD66EEF}" destId="{A711036E-211E-4DD3-92B0-FAE3A9507CAA}" srcOrd="0" destOrd="0" presId="urn:microsoft.com/office/officeart/2005/8/layout/matrix3"/>
    <dgm:cxn modelId="{44B3146E-A7CB-4DD8-8136-3FC088B57F8D}" type="presOf" srcId="{71AB422B-693A-4101-ABB2-85AAFCF00007}" destId="{A5CE66DB-5577-49D3-9072-98F32ECE97DC}" srcOrd="0" destOrd="0" presId="urn:microsoft.com/office/officeart/2005/8/layout/matrix3"/>
    <dgm:cxn modelId="{D676F974-1E3B-41A7-BF5E-857C12D91092}" srcId="{677FC38F-D6BE-41C1-B49E-2FBE6AD66EEF}" destId="{7BF2B1FA-7C34-41FF-9806-9338D0D78F3C}" srcOrd="1" destOrd="0" parTransId="{478942BA-292B-4B23-BF0F-971441A5ED3B}" sibTransId="{4ACCE850-C522-46B7-B756-636ECA1F7AE3}"/>
    <dgm:cxn modelId="{6CAAF387-5EAB-4440-A6A4-927C65145B65}" srcId="{677FC38F-D6BE-41C1-B49E-2FBE6AD66EEF}" destId="{0AD58C93-616B-4CDD-833A-D1DBAE48D667}" srcOrd="0" destOrd="0" parTransId="{17E4030A-3B1E-40EB-A419-8C3B6E85B725}" sibTransId="{5D0B2451-1DBD-4C50-89D6-243679AC7628}"/>
    <dgm:cxn modelId="{4C61D0A4-DCF7-46C3-BD2B-66103FF61766}" type="presOf" srcId="{0AD58C93-616B-4CDD-833A-D1DBAE48D667}" destId="{EAACF9A9-03A9-46E9-A108-D39B7EA04F77}" srcOrd="0" destOrd="0" presId="urn:microsoft.com/office/officeart/2005/8/layout/matrix3"/>
    <dgm:cxn modelId="{140572AC-646F-47A7-84D4-5963D090E801}" type="presOf" srcId="{7BF2B1FA-7C34-41FF-9806-9338D0D78F3C}" destId="{7A1EA683-6458-40CF-BCCD-C9109CAD5819}" srcOrd="0" destOrd="0" presId="urn:microsoft.com/office/officeart/2005/8/layout/matrix3"/>
    <dgm:cxn modelId="{14FB1DF1-7CB4-44F1-8A41-D3B01300E6BB}" srcId="{677FC38F-D6BE-41C1-B49E-2FBE6AD66EEF}" destId="{71AB422B-693A-4101-ABB2-85AAFCF00007}" srcOrd="3" destOrd="0" parTransId="{2A03EA76-FAFD-4E5C-BDBB-299E64D82F38}" sibTransId="{95B1ACF9-B949-4BF0-A952-1D96A5E664CD}"/>
    <dgm:cxn modelId="{C26EE253-2934-4B66-873E-232C8B05B9CF}" type="presParOf" srcId="{A711036E-211E-4DD3-92B0-FAE3A9507CAA}" destId="{145A2EA6-66EE-4631-8F01-DAA3310C2F6D}" srcOrd="0" destOrd="0" presId="urn:microsoft.com/office/officeart/2005/8/layout/matrix3"/>
    <dgm:cxn modelId="{FEE59718-22D0-48EA-8D57-E417BAF840B9}" type="presParOf" srcId="{A711036E-211E-4DD3-92B0-FAE3A9507CAA}" destId="{EAACF9A9-03A9-46E9-A108-D39B7EA04F77}" srcOrd="1" destOrd="0" presId="urn:microsoft.com/office/officeart/2005/8/layout/matrix3"/>
    <dgm:cxn modelId="{971D9F95-B059-485E-8356-4E9DD299ABBE}" type="presParOf" srcId="{A711036E-211E-4DD3-92B0-FAE3A9507CAA}" destId="{7A1EA683-6458-40CF-BCCD-C9109CAD5819}" srcOrd="2" destOrd="0" presId="urn:microsoft.com/office/officeart/2005/8/layout/matrix3"/>
    <dgm:cxn modelId="{DCBAC53A-BD42-4635-BDAF-25ADC19B7F06}" type="presParOf" srcId="{A711036E-211E-4DD3-92B0-FAE3A9507CAA}" destId="{2B1C4607-737E-4C02-9CCE-2291B0CDBC13}" srcOrd="3" destOrd="0" presId="urn:microsoft.com/office/officeart/2005/8/layout/matrix3"/>
    <dgm:cxn modelId="{C4BFB01F-86DD-4DCE-89B8-64C367946B59}" type="presParOf" srcId="{A711036E-211E-4DD3-92B0-FAE3A9507CAA}" destId="{A5CE66DB-5577-49D3-9072-98F32ECE97D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520CFE0B-809D-48AC-B706-FAB22E9FDA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6B7B87-3AC3-440F-9291-4B5F8D64A863}">
      <dgm:prSet/>
      <dgm:spPr/>
      <dgm:t>
        <a:bodyPr/>
        <a:lstStyle/>
        <a:p>
          <a:r>
            <a:rPr lang="uk-UA" b="0" i="0"/>
            <a:t>представники правлячого стану в Київський Русі, які займали друге після князів панівне становище в державі</a:t>
          </a:r>
          <a:endParaRPr lang="uk-UA"/>
        </a:p>
      </dgm:t>
    </dgm:pt>
    <dgm:pt modelId="{08DA4587-B883-4495-9BE4-D1F97246F0B4}" type="parTrans" cxnId="{C8B9C6DF-B831-4E2A-9AA9-124D6224F882}">
      <dgm:prSet/>
      <dgm:spPr/>
      <dgm:t>
        <a:bodyPr/>
        <a:lstStyle/>
        <a:p>
          <a:endParaRPr lang="uk-UA"/>
        </a:p>
      </dgm:t>
    </dgm:pt>
    <dgm:pt modelId="{93A8A183-F75D-475A-A7A4-9EEFCD851E01}" type="sibTrans" cxnId="{C8B9C6DF-B831-4E2A-9AA9-124D6224F882}">
      <dgm:prSet/>
      <dgm:spPr/>
      <dgm:t>
        <a:bodyPr/>
        <a:lstStyle/>
        <a:p>
          <a:endParaRPr lang="uk-UA"/>
        </a:p>
      </dgm:t>
    </dgm:pt>
    <dgm:pt modelId="{633E25C2-5139-468A-99AD-628561547792}">
      <dgm:prSet/>
      <dgm:spPr/>
      <dgm:t>
        <a:bodyPr/>
        <a:lstStyle/>
        <a:p>
          <a:r>
            <a:rPr lang="uk-UA" b="0" i="0" dirty="0"/>
            <a:t>особисто вільні селяни, які вели своє господарство та виконували повинності на користь держави</a:t>
          </a:r>
          <a:endParaRPr lang="uk-UA" dirty="0"/>
        </a:p>
      </dgm:t>
    </dgm:pt>
    <dgm:pt modelId="{83FAB1B4-0EB9-465C-AE59-564308639B2C}" type="parTrans" cxnId="{7EFA9E5C-39A9-44EF-9E4E-F85C347B7A38}">
      <dgm:prSet/>
      <dgm:spPr/>
      <dgm:t>
        <a:bodyPr/>
        <a:lstStyle/>
        <a:p>
          <a:endParaRPr lang="uk-UA"/>
        </a:p>
      </dgm:t>
    </dgm:pt>
    <dgm:pt modelId="{DEB878E3-1CA4-4D1E-9AE7-9C5A85D5D3CB}" type="sibTrans" cxnId="{7EFA9E5C-39A9-44EF-9E4E-F85C347B7A38}">
      <dgm:prSet/>
      <dgm:spPr/>
      <dgm:t>
        <a:bodyPr/>
        <a:lstStyle/>
        <a:p>
          <a:endParaRPr lang="uk-UA"/>
        </a:p>
      </dgm:t>
    </dgm:pt>
    <dgm:pt modelId="{9B79DBFF-C627-462D-9743-29202E007EBF}" type="pres">
      <dgm:prSet presAssocID="{520CFE0B-809D-48AC-B706-FAB22E9FDA59}" presName="linear" presStyleCnt="0">
        <dgm:presLayoutVars>
          <dgm:animLvl val="lvl"/>
          <dgm:resizeHandles val="exact"/>
        </dgm:presLayoutVars>
      </dgm:prSet>
      <dgm:spPr/>
    </dgm:pt>
    <dgm:pt modelId="{07D15712-0A11-45B1-9730-B0C03D76C07D}" type="pres">
      <dgm:prSet presAssocID="{3A6B7B87-3AC3-440F-9291-4B5F8D64A86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DA2FBAF-9662-41EA-96FF-A89EF9176767}" type="pres">
      <dgm:prSet presAssocID="{93A8A183-F75D-475A-A7A4-9EEFCD851E01}" presName="spacer" presStyleCnt="0"/>
      <dgm:spPr/>
    </dgm:pt>
    <dgm:pt modelId="{21BF3C9E-BE0F-4BA1-A968-D3129D78AA81}" type="pres">
      <dgm:prSet presAssocID="{633E25C2-5139-468A-99AD-62856154779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F49EF5B-5BB0-4338-985C-70CAA90774DA}" type="presOf" srcId="{520CFE0B-809D-48AC-B706-FAB22E9FDA59}" destId="{9B79DBFF-C627-462D-9743-29202E007EBF}" srcOrd="0" destOrd="0" presId="urn:microsoft.com/office/officeart/2005/8/layout/vList2"/>
    <dgm:cxn modelId="{7EFA9E5C-39A9-44EF-9E4E-F85C347B7A38}" srcId="{520CFE0B-809D-48AC-B706-FAB22E9FDA59}" destId="{633E25C2-5139-468A-99AD-628561547792}" srcOrd="1" destOrd="0" parTransId="{83FAB1B4-0EB9-465C-AE59-564308639B2C}" sibTransId="{DEB878E3-1CA4-4D1E-9AE7-9C5A85D5D3CB}"/>
    <dgm:cxn modelId="{39B6F5D9-02C3-4752-A3B5-58E1C697D35F}" type="presOf" srcId="{633E25C2-5139-468A-99AD-628561547792}" destId="{21BF3C9E-BE0F-4BA1-A968-D3129D78AA81}" srcOrd="0" destOrd="0" presId="urn:microsoft.com/office/officeart/2005/8/layout/vList2"/>
    <dgm:cxn modelId="{C8B9C6DF-B831-4E2A-9AA9-124D6224F882}" srcId="{520CFE0B-809D-48AC-B706-FAB22E9FDA59}" destId="{3A6B7B87-3AC3-440F-9291-4B5F8D64A863}" srcOrd="0" destOrd="0" parTransId="{08DA4587-B883-4495-9BE4-D1F97246F0B4}" sibTransId="{93A8A183-F75D-475A-A7A4-9EEFCD851E01}"/>
    <dgm:cxn modelId="{5596A6EA-7F36-49BE-B7EF-AF67D7699C36}" type="presOf" srcId="{3A6B7B87-3AC3-440F-9291-4B5F8D64A863}" destId="{07D15712-0A11-45B1-9730-B0C03D76C07D}" srcOrd="0" destOrd="0" presId="urn:microsoft.com/office/officeart/2005/8/layout/vList2"/>
    <dgm:cxn modelId="{5B12B58B-B65F-49BE-B2B2-10D163BCF9A6}" type="presParOf" srcId="{9B79DBFF-C627-462D-9743-29202E007EBF}" destId="{07D15712-0A11-45B1-9730-B0C03D76C07D}" srcOrd="0" destOrd="0" presId="urn:microsoft.com/office/officeart/2005/8/layout/vList2"/>
    <dgm:cxn modelId="{CEAEE19F-CEDA-4283-9F67-101FCABB9F64}" type="presParOf" srcId="{9B79DBFF-C627-462D-9743-29202E007EBF}" destId="{9DA2FBAF-9662-41EA-96FF-A89EF9176767}" srcOrd="1" destOrd="0" presId="urn:microsoft.com/office/officeart/2005/8/layout/vList2"/>
    <dgm:cxn modelId="{62C3EDA9-4E28-4EC7-928B-CA9301AA25AF}" type="presParOf" srcId="{9B79DBFF-C627-462D-9743-29202E007EBF}" destId="{21BF3C9E-BE0F-4BA1-A968-D3129D78AA8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BDC47518-E4FE-473E-842C-05E7800FE8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0D2976-25AE-446D-BEC6-CABB7951A422}">
      <dgm:prSet/>
      <dgm:spPr/>
      <dgm:t>
        <a:bodyPr/>
        <a:lstStyle/>
        <a:p>
          <a:r>
            <a:rPr lang="uk-UA" b="0" i="0" dirty="0"/>
            <a:t>тимчасово залежні селяни, які через різні обставини змушені були відпрацьовувати землевласнику грошову позику</a:t>
          </a:r>
          <a:endParaRPr lang="uk-UA" dirty="0"/>
        </a:p>
      </dgm:t>
    </dgm:pt>
    <dgm:pt modelId="{01161722-C4B6-4EE2-A564-B64670BADF24}" type="parTrans" cxnId="{2A6B15F9-7228-495B-8918-CC31EE7ACB4C}">
      <dgm:prSet/>
      <dgm:spPr/>
      <dgm:t>
        <a:bodyPr/>
        <a:lstStyle/>
        <a:p>
          <a:endParaRPr lang="uk-UA"/>
        </a:p>
      </dgm:t>
    </dgm:pt>
    <dgm:pt modelId="{8AB57A32-DAB3-48D4-8C83-0CD411912AD3}" type="sibTrans" cxnId="{2A6B15F9-7228-495B-8918-CC31EE7ACB4C}">
      <dgm:prSet/>
      <dgm:spPr/>
      <dgm:t>
        <a:bodyPr/>
        <a:lstStyle/>
        <a:p>
          <a:endParaRPr lang="uk-UA"/>
        </a:p>
      </dgm:t>
    </dgm:pt>
    <dgm:pt modelId="{F0A65F83-5681-413F-93DF-CE83FB8DA076}">
      <dgm:prSet/>
      <dgm:spPr/>
      <dgm:t>
        <a:bodyPr/>
        <a:lstStyle/>
        <a:p>
          <a:r>
            <a:rPr lang="uk-UA" b="0" i="0"/>
            <a:t>особи, які з певних причин вийшли зі своїх соціальних груп і втратили з ними законний зв’язок</a:t>
          </a:r>
          <a:endParaRPr lang="uk-UA"/>
        </a:p>
      </dgm:t>
    </dgm:pt>
    <dgm:pt modelId="{4556D481-1F22-4030-A7D1-817F91CAF8BD}" type="parTrans" cxnId="{1FF17076-E1C6-4209-9E1B-EFA9E3200E06}">
      <dgm:prSet/>
      <dgm:spPr/>
      <dgm:t>
        <a:bodyPr/>
        <a:lstStyle/>
        <a:p>
          <a:endParaRPr lang="uk-UA"/>
        </a:p>
      </dgm:t>
    </dgm:pt>
    <dgm:pt modelId="{6600062E-B69C-4746-9AA7-CB3724058185}" type="sibTrans" cxnId="{1FF17076-E1C6-4209-9E1B-EFA9E3200E06}">
      <dgm:prSet/>
      <dgm:spPr/>
      <dgm:t>
        <a:bodyPr/>
        <a:lstStyle/>
        <a:p>
          <a:endParaRPr lang="uk-UA"/>
        </a:p>
      </dgm:t>
    </dgm:pt>
    <dgm:pt modelId="{5034AC75-FE10-43DE-A411-A77915F4BAB4}">
      <dgm:prSet/>
      <dgm:spPr/>
      <dgm:t>
        <a:bodyPr/>
        <a:lstStyle/>
        <a:p>
          <a:r>
            <a:rPr lang="uk-UA" b="0" i="0" dirty="0"/>
            <a:t>люди, які перебували в повній власності землевласників (продавалися, дарувалися, передавалися в спадщину)</a:t>
          </a:r>
          <a:endParaRPr lang="uk-UA" dirty="0"/>
        </a:p>
      </dgm:t>
    </dgm:pt>
    <dgm:pt modelId="{7913CB78-A4E2-4F87-979E-E8AA4315B930}" type="parTrans" cxnId="{3B29434E-8704-4896-B5EA-2378A06F9F8C}">
      <dgm:prSet/>
      <dgm:spPr/>
      <dgm:t>
        <a:bodyPr/>
        <a:lstStyle/>
        <a:p>
          <a:endParaRPr lang="uk-UA"/>
        </a:p>
      </dgm:t>
    </dgm:pt>
    <dgm:pt modelId="{E2A16CF5-263B-49F9-96A3-93DB28BB80C1}" type="sibTrans" cxnId="{3B29434E-8704-4896-B5EA-2378A06F9F8C}">
      <dgm:prSet/>
      <dgm:spPr/>
      <dgm:t>
        <a:bodyPr/>
        <a:lstStyle/>
        <a:p>
          <a:endParaRPr lang="uk-UA"/>
        </a:p>
      </dgm:t>
    </dgm:pt>
    <dgm:pt modelId="{BA982C05-A90D-43CE-B9A7-F67FCA5D1E73}" type="pres">
      <dgm:prSet presAssocID="{BDC47518-E4FE-473E-842C-05E7800FE887}" presName="linear" presStyleCnt="0">
        <dgm:presLayoutVars>
          <dgm:animLvl val="lvl"/>
          <dgm:resizeHandles val="exact"/>
        </dgm:presLayoutVars>
      </dgm:prSet>
      <dgm:spPr/>
    </dgm:pt>
    <dgm:pt modelId="{5C5518BF-3AAB-4AED-B089-ABE0DEE21BDD}" type="pres">
      <dgm:prSet presAssocID="{E00D2976-25AE-446D-BEC6-CABB7951A4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1BEDA2-85EF-49E1-BB82-FB21C812DF80}" type="pres">
      <dgm:prSet presAssocID="{8AB57A32-DAB3-48D4-8C83-0CD411912AD3}" presName="spacer" presStyleCnt="0"/>
      <dgm:spPr/>
    </dgm:pt>
    <dgm:pt modelId="{81FA5C8F-0293-4A72-8D97-AF8CD4F23B65}" type="pres">
      <dgm:prSet presAssocID="{F0A65F83-5681-413F-93DF-CE83FB8DA0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A714138-3C45-45EF-B660-F3756DB22717}" type="pres">
      <dgm:prSet presAssocID="{6600062E-B69C-4746-9AA7-CB3724058185}" presName="spacer" presStyleCnt="0"/>
      <dgm:spPr/>
    </dgm:pt>
    <dgm:pt modelId="{958E921F-621A-4929-876A-3E2A495E0A40}" type="pres">
      <dgm:prSet presAssocID="{5034AC75-FE10-43DE-A411-A77915F4BA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AAC62D-E603-400D-B514-B57FFF2A7B45}" type="presOf" srcId="{BDC47518-E4FE-473E-842C-05E7800FE887}" destId="{BA982C05-A90D-43CE-B9A7-F67FCA5D1E73}" srcOrd="0" destOrd="0" presId="urn:microsoft.com/office/officeart/2005/8/layout/vList2"/>
    <dgm:cxn modelId="{3B29434E-8704-4896-B5EA-2378A06F9F8C}" srcId="{BDC47518-E4FE-473E-842C-05E7800FE887}" destId="{5034AC75-FE10-43DE-A411-A77915F4BAB4}" srcOrd="2" destOrd="0" parTransId="{7913CB78-A4E2-4F87-979E-E8AA4315B930}" sibTransId="{E2A16CF5-263B-49F9-96A3-93DB28BB80C1}"/>
    <dgm:cxn modelId="{1FF17076-E1C6-4209-9E1B-EFA9E3200E06}" srcId="{BDC47518-E4FE-473E-842C-05E7800FE887}" destId="{F0A65F83-5681-413F-93DF-CE83FB8DA076}" srcOrd="1" destOrd="0" parTransId="{4556D481-1F22-4030-A7D1-817F91CAF8BD}" sibTransId="{6600062E-B69C-4746-9AA7-CB3724058185}"/>
    <dgm:cxn modelId="{C5D29D8E-B540-43E1-84FB-46D6FD54613F}" type="presOf" srcId="{F0A65F83-5681-413F-93DF-CE83FB8DA076}" destId="{81FA5C8F-0293-4A72-8D97-AF8CD4F23B65}" srcOrd="0" destOrd="0" presId="urn:microsoft.com/office/officeart/2005/8/layout/vList2"/>
    <dgm:cxn modelId="{8768DBDF-4F9D-4A66-A9AF-68560A92CF0B}" type="presOf" srcId="{E00D2976-25AE-446D-BEC6-CABB7951A422}" destId="{5C5518BF-3AAB-4AED-B089-ABE0DEE21BDD}" srcOrd="0" destOrd="0" presId="urn:microsoft.com/office/officeart/2005/8/layout/vList2"/>
    <dgm:cxn modelId="{7A4EE4F4-76F1-476B-9427-3AE235BEC192}" type="presOf" srcId="{5034AC75-FE10-43DE-A411-A77915F4BAB4}" destId="{958E921F-621A-4929-876A-3E2A495E0A40}" srcOrd="0" destOrd="0" presId="urn:microsoft.com/office/officeart/2005/8/layout/vList2"/>
    <dgm:cxn modelId="{2A6B15F9-7228-495B-8918-CC31EE7ACB4C}" srcId="{BDC47518-E4FE-473E-842C-05E7800FE887}" destId="{E00D2976-25AE-446D-BEC6-CABB7951A422}" srcOrd="0" destOrd="0" parTransId="{01161722-C4B6-4EE2-A564-B64670BADF24}" sibTransId="{8AB57A32-DAB3-48D4-8C83-0CD411912AD3}"/>
    <dgm:cxn modelId="{A213DD49-3C35-41F2-A160-B5F7FDABABA1}" type="presParOf" srcId="{BA982C05-A90D-43CE-B9A7-F67FCA5D1E73}" destId="{5C5518BF-3AAB-4AED-B089-ABE0DEE21BDD}" srcOrd="0" destOrd="0" presId="urn:microsoft.com/office/officeart/2005/8/layout/vList2"/>
    <dgm:cxn modelId="{BAC812FC-3403-418E-B225-917E6B219939}" type="presParOf" srcId="{BA982C05-A90D-43CE-B9A7-F67FCA5D1E73}" destId="{4F1BEDA2-85EF-49E1-BB82-FB21C812DF80}" srcOrd="1" destOrd="0" presId="urn:microsoft.com/office/officeart/2005/8/layout/vList2"/>
    <dgm:cxn modelId="{8A337DF3-AA4A-48EC-9694-ED057C40074F}" type="presParOf" srcId="{BA982C05-A90D-43CE-B9A7-F67FCA5D1E73}" destId="{81FA5C8F-0293-4A72-8D97-AF8CD4F23B65}" srcOrd="2" destOrd="0" presId="urn:microsoft.com/office/officeart/2005/8/layout/vList2"/>
    <dgm:cxn modelId="{57FC6AF5-8B94-4324-9978-B4B565D61020}" type="presParOf" srcId="{BA982C05-A90D-43CE-B9A7-F67FCA5D1E73}" destId="{2A714138-3C45-45EF-B660-F3756DB22717}" srcOrd="3" destOrd="0" presId="urn:microsoft.com/office/officeart/2005/8/layout/vList2"/>
    <dgm:cxn modelId="{5706F880-2F08-42CD-8697-FD4A81645B09}" type="presParOf" srcId="{BA982C05-A90D-43CE-B9A7-F67FCA5D1E73}" destId="{958E921F-621A-4929-876A-3E2A495E0A4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B0F2C9AC-D91E-4E9B-9010-0AB6A1A81F3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F01711-EF78-4391-AFF0-042FDF30E4C1}">
      <dgm:prSet/>
      <dgm:spPr/>
      <dgm:t>
        <a:bodyPr/>
        <a:lstStyle/>
        <a:p>
          <a:r>
            <a:rPr lang="uk-UA" b="0" i="0"/>
            <a:t>міщани</a:t>
          </a:r>
          <a:endParaRPr lang="uk-UA"/>
        </a:p>
      </dgm:t>
    </dgm:pt>
    <dgm:pt modelId="{B1A47BE7-9D72-44B6-B925-D68E788C59BF}" type="parTrans" cxnId="{697D0CDB-9523-46C2-BF16-F5E647A345FA}">
      <dgm:prSet/>
      <dgm:spPr/>
      <dgm:t>
        <a:bodyPr/>
        <a:lstStyle/>
        <a:p>
          <a:endParaRPr lang="uk-UA"/>
        </a:p>
      </dgm:t>
    </dgm:pt>
    <dgm:pt modelId="{FF54D312-2D7D-4548-B52E-FD47F81A5CA1}" type="sibTrans" cxnId="{697D0CDB-9523-46C2-BF16-F5E647A345FA}">
      <dgm:prSet/>
      <dgm:spPr/>
      <dgm:t>
        <a:bodyPr/>
        <a:lstStyle/>
        <a:p>
          <a:endParaRPr lang="uk-UA"/>
        </a:p>
      </dgm:t>
    </dgm:pt>
    <dgm:pt modelId="{0429BC35-ABB4-4300-9D6D-7D85D3301755}">
      <dgm:prSet/>
      <dgm:spPr/>
      <dgm:t>
        <a:bodyPr/>
        <a:lstStyle/>
        <a:p>
          <a:r>
            <a:rPr lang="uk-UA" b="0" i="0"/>
            <a:t>бояри</a:t>
          </a:r>
          <a:endParaRPr lang="uk-UA"/>
        </a:p>
      </dgm:t>
    </dgm:pt>
    <dgm:pt modelId="{192CE64A-1A9F-430C-AC13-D1F03DDE3A3E}" type="parTrans" cxnId="{03E9D165-FD4A-42AE-8333-83F980ED648E}">
      <dgm:prSet/>
      <dgm:spPr/>
      <dgm:t>
        <a:bodyPr/>
        <a:lstStyle/>
        <a:p>
          <a:endParaRPr lang="uk-UA"/>
        </a:p>
      </dgm:t>
    </dgm:pt>
    <dgm:pt modelId="{E5CFC673-618C-46B0-A1AA-C9292B9B6CAB}" type="sibTrans" cxnId="{03E9D165-FD4A-42AE-8333-83F980ED648E}">
      <dgm:prSet/>
      <dgm:spPr/>
      <dgm:t>
        <a:bodyPr/>
        <a:lstStyle/>
        <a:p>
          <a:endParaRPr lang="uk-UA"/>
        </a:p>
      </dgm:t>
    </dgm:pt>
    <dgm:pt modelId="{5220E5F9-DE6F-416E-9986-E4D35500BF2B}">
      <dgm:prSet/>
      <dgm:spPr/>
      <dgm:t>
        <a:bodyPr/>
        <a:lstStyle/>
        <a:p>
          <a:r>
            <a:rPr lang="uk-UA" b="0" i="0"/>
            <a:t>смерди</a:t>
          </a:r>
          <a:endParaRPr lang="uk-UA"/>
        </a:p>
      </dgm:t>
    </dgm:pt>
    <dgm:pt modelId="{CC5ECFE9-EE3E-4D07-9A1E-DA89052DE9F8}" type="parTrans" cxnId="{CA1060DA-D56C-453E-B167-48541B2E2C79}">
      <dgm:prSet/>
      <dgm:spPr/>
      <dgm:t>
        <a:bodyPr/>
        <a:lstStyle/>
        <a:p>
          <a:endParaRPr lang="uk-UA"/>
        </a:p>
      </dgm:t>
    </dgm:pt>
    <dgm:pt modelId="{A298327D-954E-4C17-AF1A-3B80A66CE0F3}" type="sibTrans" cxnId="{CA1060DA-D56C-453E-B167-48541B2E2C79}">
      <dgm:prSet/>
      <dgm:spPr/>
      <dgm:t>
        <a:bodyPr/>
        <a:lstStyle/>
        <a:p>
          <a:endParaRPr lang="uk-UA"/>
        </a:p>
      </dgm:t>
    </dgm:pt>
    <dgm:pt modelId="{5AEA410F-5E20-4C71-ABB0-09DB289B77EA}">
      <dgm:prSet/>
      <dgm:spPr/>
      <dgm:t>
        <a:bodyPr/>
        <a:lstStyle/>
        <a:p>
          <a:r>
            <a:rPr lang="uk-UA" b="0" i="0"/>
            <a:t>дружинники</a:t>
          </a:r>
          <a:endParaRPr lang="uk-UA"/>
        </a:p>
      </dgm:t>
    </dgm:pt>
    <dgm:pt modelId="{0B1668E4-F45C-4E16-8C8E-B75C84A002E6}" type="parTrans" cxnId="{B300A876-F238-45D5-831A-3E1839F444F9}">
      <dgm:prSet/>
      <dgm:spPr/>
      <dgm:t>
        <a:bodyPr/>
        <a:lstStyle/>
        <a:p>
          <a:endParaRPr lang="uk-UA"/>
        </a:p>
      </dgm:t>
    </dgm:pt>
    <dgm:pt modelId="{BE038C13-479E-41D1-85EA-15BE3A53F2B6}" type="sibTrans" cxnId="{B300A876-F238-45D5-831A-3E1839F444F9}">
      <dgm:prSet/>
      <dgm:spPr/>
      <dgm:t>
        <a:bodyPr/>
        <a:lstStyle/>
        <a:p>
          <a:endParaRPr lang="uk-UA"/>
        </a:p>
      </dgm:t>
    </dgm:pt>
    <dgm:pt modelId="{6930834F-2D37-4949-9095-B3967223A5B0}" type="pres">
      <dgm:prSet presAssocID="{B0F2C9AC-D91E-4E9B-9010-0AB6A1A81F38}" presName="matrix" presStyleCnt="0">
        <dgm:presLayoutVars>
          <dgm:chMax val="1"/>
          <dgm:dir/>
          <dgm:resizeHandles val="exact"/>
        </dgm:presLayoutVars>
      </dgm:prSet>
      <dgm:spPr/>
    </dgm:pt>
    <dgm:pt modelId="{5417648A-787E-4CAC-8EE7-A9B9D21CE221}" type="pres">
      <dgm:prSet presAssocID="{B0F2C9AC-D91E-4E9B-9010-0AB6A1A81F38}" presName="diamond" presStyleLbl="bgShp" presStyleIdx="0" presStyleCnt="1"/>
      <dgm:spPr/>
    </dgm:pt>
    <dgm:pt modelId="{7D348896-1683-49C3-A424-CC2D6BA403C5}" type="pres">
      <dgm:prSet presAssocID="{B0F2C9AC-D91E-4E9B-9010-0AB6A1A81F3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C85B695-CDCC-4726-9082-447A2FA8869F}" type="pres">
      <dgm:prSet presAssocID="{B0F2C9AC-D91E-4E9B-9010-0AB6A1A81F3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B118E8-8F8D-4AEE-8F7E-3BF1C7A5782B}" type="pres">
      <dgm:prSet presAssocID="{B0F2C9AC-D91E-4E9B-9010-0AB6A1A81F3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60CC4A7-9849-4AAF-B6A6-D70774D483C2}" type="pres">
      <dgm:prSet presAssocID="{B0F2C9AC-D91E-4E9B-9010-0AB6A1A81F3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F79F515-686E-465D-A9D5-CEA7EB272500}" type="presOf" srcId="{0429BC35-ABB4-4300-9D6D-7D85D3301755}" destId="{BC85B695-CDCC-4726-9082-447A2FA8869F}" srcOrd="0" destOrd="0" presId="urn:microsoft.com/office/officeart/2005/8/layout/matrix3"/>
    <dgm:cxn modelId="{6C738F21-12D0-4820-BED1-238C7F6586E0}" type="presOf" srcId="{B0F2C9AC-D91E-4E9B-9010-0AB6A1A81F38}" destId="{6930834F-2D37-4949-9095-B3967223A5B0}" srcOrd="0" destOrd="0" presId="urn:microsoft.com/office/officeart/2005/8/layout/matrix3"/>
    <dgm:cxn modelId="{C0703431-A59E-4B1C-AFC6-95974213CE9B}" type="presOf" srcId="{5220E5F9-DE6F-416E-9986-E4D35500BF2B}" destId="{F8B118E8-8F8D-4AEE-8F7E-3BF1C7A5782B}" srcOrd="0" destOrd="0" presId="urn:microsoft.com/office/officeart/2005/8/layout/matrix3"/>
    <dgm:cxn modelId="{03E9D165-FD4A-42AE-8333-83F980ED648E}" srcId="{B0F2C9AC-D91E-4E9B-9010-0AB6A1A81F38}" destId="{0429BC35-ABB4-4300-9D6D-7D85D3301755}" srcOrd="1" destOrd="0" parTransId="{192CE64A-1A9F-430C-AC13-D1F03DDE3A3E}" sibTransId="{E5CFC673-618C-46B0-A1AA-C9292B9B6CAB}"/>
    <dgm:cxn modelId="{B300A876-F238-45D5-831A-3E1839F444F9}" srcId="{B0F2C9AC-D91E-4E9B-9010-0AB6A1A81F38}" destId="{5AEA410F-5E20-4C71-ABB0-09DB289B77EA}" srcOrd="3" destOrd="0" parTransId="{0B1668E4-F45C-4E16-8C8E-B75C84A002E6}" sibTransId="{BE038C13-479E-41D1-85EA-15BE3A53F2B6}"/>
    <dgm:cxn modelId="{CB944780-781A-4AEB-8130-72FAF6D75D2D}" type="presOf" srcId="{75F01711-EF78-4391-AFF0-042FDF30E4C1}" destId="{7D348896-1683-49C3-A424-CC2D6BA403C5}" srcOrd="0" destOrd="0" presId="urn:microsoft.com/office/officeart/2005/8/layout/matrix3"/>
    <dgm:cxn modelId="{CA1060DA-D56C-453E-B167-48541B2E2C79}" srcId="{B0F2C9AC-D91E-4E9B-9010-0AB6A1A81F38}" destId="{5220E5F9-DE6F-416E-9986-E4D35500BF2B}" srcOrd="2" destOrd="0" parTransId="{CC5ECFE9-EE3E-4D07-9A1E-DA89052DE9F8}" sibTransId="{A298327D-954E-4C17-AF1A-3B80A66CE0F3}"/>
    <dgm:cxn modelId="{697D0CDB-9523-46C2-BF16-F5E647A345FA}" srcId="{B0F2C9AC-D91E-4E9B-9010-0AB6A1A81F38}" destId="{75F01711-EF78-4391-AFF0-042FDF30E4C1}" srcOrd="0" destOrd="0" parTransId="{B1A47BE7-9D72-44B6-B925-D68E788C59BF}" sibTransId="{FF54D312-2D7D-4548-B52E-FD47F81A5CA1}"/>
    <dgm:cxn modelId="{D88B4CF0-C6D4-429D-A282-E76B64969F03}" type="presOf" srcId="{5AEA410F-5E20-4C71-ABB0-09DB289B77EA}" destId="{060CC4A7-9849-4AAF-B6A6-D70774D483C2}" srcOrd="0" destOrd="0" presId="urn:microsoft.com/office/officeart/2005/8/layout/matrix3"/>
    <dgm:cxn modelId="{E429E1AF-AE41-4562-A1E6-C5285D5BD64C}" type="presParOf" srcId="{6930834F-2D37-4949-9095-B3967223A5B0}" destId="{5417648A-787E-4CAC-8EE7-A9B9D21CE221}" srcOrd="0" destOrd="0" presId="urn:microsoft.com/office/officeart/2005/8/layout/matrix3"/>
    <dgm:cxn modelId="{AF3D4D5F-560A-4601-80E7-DE79CBDD9D17}" type="presParOf" srcId="{6930834F-2D37-4949-9095-B3967223A5B0}" destId="{7D348896-1683-49C3-A424-CC2D6BA403C5}" srcOrd="1" destOrd="0" presId="urn:microsoft.com/office/officeart/2005/8/layout/matrix3"/>
    <dgm:cxn modelId="{07FA7CCF-E15E-430A-9CA1-4DC484CC4EBD}" type="presParOf" srcId="{6930834F-2D37-4949-9095-B3967223A5B0}" destId="{BC85B695-CDCC-4726-9082-447A2FA8869F}" srcOrd="2" destOrd="0" presId="urn:microsoft.com/office/officeart/2005/8/layout/matrix3"/>
    <dgm:cxn modelId="{13247FCD-8FE1-45E7-8A9F-37AC96EF78CD}" type="presParOf" srcId="{6930834F-2D37-4949-9095-B3967223A5B0}" destId="{F8B118E8-8F8D-4AEE-8F7E-3BF1C7A5782B}" srcOrd="3" destOrd="0" presId="urn:microsoft.com/office/officeart/2005/8/layout/matrix3"/>
    <dgm:cxn modelId="{71558CA3-9317-4311-98F2-DAC70FABB038}" type="presParOf" srcId="{6930834F-2D37-4949-9095-B3967223A5B0}" destId="{060CC4A7-9849-4AAF-B6A6-D70774D483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434E24EF-4141-4A85-B431-78516CFAD93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581DEE-A1F9-45CD-B0D8-3BFDC393C10D}">
      <dgm:prSet/>
      <dgm:spPr/>
      <dgm:t>
        <a:bodyPr/>
        <a:lstStyle/>
        <a:p>
          <a:r>
            <a:rPr lang="ru-RU" b="0" i="0"/>
            <a:t>Святослава Ігоревича</a:t>
          </a:r>
          <a:endParaRPr lang="uk-UA"/>
        </a:p>
      </dgm:t>
    </dgm:pt>
    <dgm:pt modelId="{8EF1BD61-9D6E-4BDF-A5B6-63C58A2F111C}" type="parTrans" cxnId="{2DC6C8DE-BBC0-46F4-A672-3D996096BEB2}">
      <dgm:prSet/>
      <dgm:spPr/>
      <dgm:t>
        <a:bodyPr/>
        <a:lstStyle/>
        <a:p>
          <a:endParaRPr lang="uk-UA"/>
        </a:p>
      </dgm:t>
    </dgm:pt>
    <dgm:pt modelId="{878789A9-9448-42DA-9010-85F0E4320FDC}" type="sibTrans" cxnId="{2DC6C8DE-BBC0-46F4-A672-3D996096BEB2}">
      <dgm:prSet/>
      <dgm:spPr/>
      <dgm:t>
        <a:bodyPr/>
        <a:lstStyle/>
        <a:p>
          <a:endParaRPr lang="uk-UA"/>
        </a:p>
      </dgm:t>
    </dgm:pt>
    <dgm:pt modelId="{13EA6C92-4740-4021-95D4-4CBAE64EF507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C24E43C2-E6EC-4E44-959A-068C4C89EAF5}" type="parTrans" cxnId="{AAB4ECCB-DBF2-49BE-8F3A-890BDCE67830}">
      <dgm:prSet/>
      <dgm:spPr/>
      <dgm:t>
        <a:bodyPr/>
        <a:lstStyle/>
        <a:p>
          <a:endParaRPr lang="uk-UA"/>
        </a:p>
      </dgm:t>
    </dgm:pt>
    <dgm:pt modelId="{0EEB88CF-47AC-4EBA-AAA8-DCE145A12B1E}" type="sibTrans" cxnId="{AAB4ECCB-DBF2-49BE-8F3A-890BDCE67830}">
      <dgm:prSet/>
      <dgm:spPr/>
      <dgm:t>
        <a:bodyPr/>
        <a:lstStyle/>
        <a:p>
          <a:endParaRPr lang="uk-UA"/>
        </a:p>
      </dgm:t>
    </dgm:pt>
    <dgm:pt modelId="{7827C43C-53B4-423E-847D-D8FC9694D249}">
      <dgm:prSet/>
      <dgm:spPr/>
      <dgm:t>
        <a:bodyPr/>
        <a:lstStyle/>
        <a:p>
          <a:r>
            <a:rPr lang="ru-RU" b="0" i="0"/>
            <a:t>Ярослава Мудрого</a:t>
          </a:r>
          <a:endParaRPr lang="uk-UA"/>
        </a:p>
      </dgm:t>
    </dgm:pt>
    <dgm:pt modelId="{4DA90F5E-C40F-432B-9CC1-173E9C024206}" type="parTrans" cxnId="{801E4CEB-E196-4644-8CF6-39C7F26DEA26}">
      <dgm:prSet/>
      <dgm:spPr/>
      <dgm:t>
        <a:bodyPr/>
        <a:lstStyle/>
        <a:p>
          <a:endParaRPr lang="uk-UA"/>
        </a:p>
      </dgm:t>
    </dgm:pt>
    <dgm:pt modelId="{93CEA36A-5812-46E0-A003-E3D100ADCE19}" type="sibTrans" cxnId="{801E4CEB-E196-4644-8CF6-39C7F26DEA26}">
      <dgm:prSet/>
      <dgm:spPr/>
      <dgm:t>
        <a:bodyPr/>
        <a:lstStyle/>
        <a:p>
          <a:endParaRPr lang="uk-UA"/>
        </a:p>
      </dgm:t>
    </dgm:pt>
    <dgm:pt modelId="{639575E8-213B-4228-A0FF-181C5DCB40F8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87502193-DB4A-4594-8497-7B7F6DDBE7CF}" type="parTrans" cxnId="{582F48B0-F5C6-4080-9BB0-CD45C69D7804}">
      <dgm:prSet/>
      <dgm:spPr/>
      <dgm:t>
        <a:bodyPr/>
        <a:lstStyle/>
        <a:p>
          <a:endParaRPr lang="uk-UA"/>
        </a:p>
      </dgm:t>
    </dgm:pt>
    <dgm:pt modelId="{99462F60-583C-4791-9591-D9ACD121FDBB}" type="sibTrans" cxnId="{582F48B0-F5C6-4080-9BB0-CD45C69D7804}">
      <dgm:prSet/>
      <dgm:spPr/>
      <dgm:t>
        <a:bodyPr/>
        <a:lstStyle/>
        <a:p>
          <a:endParaRPr lang="uk-UA"/>
        </a:p>
      </dgm:t>
    </dgm:pt>
    <dgm:pt modelId="{0B4A2C7C-B16D-4A76-A892-9A27F0F3EF91}" type="pres">
      <dgm:prSet presAssocID="{434E24EF-4141-4A85-B431-78516CFAD935}" presName="matrix" presStyleCnt="0">
        <dgm:presLayoutVars>
          <dgm:chMax val="1"/>
          <dgm:dir/>
          <dgm:resizeHandles val="exact"/>
        </dgm:presLayoutVars>
      </dgm:prSet>
      <dgm:spPr/>
    </dgm:pt>
    <dgm:pt modelId="{A98569D8-6896-48B9-9727-B8621284478C}" type="pres">
      <dgm:prSet presAssocID="{434E24EF-4141-4A85-B431-78516CFAD935}" presName="diamond" presStyleLbl="bgShp" presStyleIdx="0" presStyleCnt="1"/>
      <dgm:spPr/>
    </dgm:pt>
    <dgm:pt modelId="{1266A6C4-876F-491C-95FF-A521D312F3AC}" type="pres">
      <dgm:prSet presAssocID="{434E24EF-4141-4A85-B431-78516CFAD93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059488-7DA9-43C2-8FF5-6290BC329CED}" type="pres">
      <dgm:prSet presAssocID="{434E24EF-4141-4A85-B431-78516CFAD93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8BD285-6588-4DAB-8C9E-A3B684D83DE1}" type="pres">
      <dgm:prSet presAssocID="{434E24EF-4141-4A85-B431-78516CFAD93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66AA1BD-E87A-497B-B5F3-6DDDB4EC6DAD}" type="pres">
      <dgm:prSet presAssocID="{434E24EF-4141-4A85-B431-78516CFAD93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7F0963B-0F7A-4EA0-9163-5C272897C585}" type="presOf" srcId="{639575E8-213B-4228-A0FF-181C5DCB40F8}" destId="{766AA1BD-E87A-497B-B5F3-6DDDB4EC6DAD}" srcOrd="0" destOrd="0" presId="urn:microsoft.com/office/officeart/2005/8/layout/matrix3"/>
    <dgm:cxn modelId="{C84C176A-7D42-461F-B50B-70927AC7688F}" type="presOf" srcId="{434E24EF-4141-4A85-B431-78516CFAD935}" destId="{0B4A2C7C-B16D-4A76-A892-9A27F0F3EF91}" srcOrd="0" destOrd="0" presId="urn:microsoft.com/office/officeart/2005/8/layout/matrix3"/>
    <dgm:cxn modelId="{7478F293-4025-4543-91F7-8C7CFD004FAC}" type="presOf" srcId="{7827C43C-53B4-423E-847D-D8FC9694D249}" destId="{AF8BD285-6588-4DAB-8C9E-A3B684D83DE1}" srcOrd="0" destOrd="0" presId="urn:microsoft.com/office/officeart/2005/8/layout/matrix3"/>
    <dgm:cxn modelId="{582F48B0-F5C6-4080-9BB0-CD45C69D7804}" srcId="{434E24EF-4141-4A85-B431-78516CFAD935}" destId="{639575E8-213B-4228-A0FF-181C5DCB40F8}" srcOrd="3" destOrd="0" parTransId="{87502193-DB4A-4594-8497-7B7F6DDBE7CF}" sibTransId="{99462F60-583C-4791-9591-D9ACD121FDBB}"/>
    <dgm:cxn modelId="{AAB4ECCB-DBF2-49BE-8F3A-890BDCE67830}" srcId="{434E24EF-4141-4A85-B431-78516CFAD935}" destId="{13EA6C92-4740-4021-95D4-4CBAE64EF507}" srcOrd="1" destOrd="0" parTransId="{C24E43C2-E6EC-4E44-959A-068C4C89EAF5}" sibTransId="{0EEB88CF-47AC-4EBA-AAA8-DCE145A12B1E}"/>
    <dgm:cxn modelId="{2DC6C8DE-BBC0-46F4-A672-3D996096BEB2}" srcId="{434E24EF-4141-4A85-B431-78516CFAD935}" destId="{83581DEE-A1F9-45CD-B0D8-3BFDC393C10D}" srcOrd="0" destOrd="0" parTransId="{8EF1BD61-9D6E-4BDF-A5B6-63C58A2F111C}" sibTransId="{878789A9-9448-42DA-9010-85F0E4320FDC}"/>
    <dgm:cxn modelId="{801E4CEB-E196-4644-8CF6-39C7F26DEA26}" srcId="{434E24EF-4141-4A85-B431-78516CFAD935}" destId="{7827C43C-53B4-423E-847D-D8FC9694D249}" srcOrd="2" destOrd="0" parTransId="{4DA90F5E-C40F-432B-9CC1-173E9C024206}" sibTransId="{93CEA36A-5812-46E0-A003-E3D100ADCE19}"/>
    <dgm:cxn modelId="{863532EF-6762-45E0-AD8F-E19B44403425}" type="presOf" srcId="{13EA6C92-4740-4021-95D4-4CBAE64EF507}" destId="{78059488-7DA9-43C2-8FF5-6290BC329CED}" srcOrd="0" destOrd="0" presId="urn:microsoft.com/office/officeart/2005/8/layout/matrix3"/>
    <dgm:cxn modelId="{B51844F9-F681-4151-B1D4-C461E4C42916}" type="presOf" srcId="{83581DEE-A1F9-45CD-B0D8-3BFDC393C10D}" destId="{1266A6C4-876F-491C-95FF-A521D312F3AC}" srcOrd="0" destOrd="0" presId="urn:microsoft.com/office/officeart/2005/8/layout/matrix3"/>
    <dgm:cxn modelId="{5F72E448-BC18-4F3C-9456-39A2D42F77F6}" type="presParOf" srcId="{0B4A2C7C-B16D-4A76-A892-9A27F0F3EF91}" destId="{A98569D8-6896-48B9-9727-B8621284478C}" srcOrd="0" destOrd="0" presId="urn:microsoft.com/office/officeart/2005/8/layout/matrix3"/>
    <dgm:cxn modelId="{9A0AA7B0-0110-4E2C-97FE-995FE0EDF03F}" type="presParOf" srcId="{0B4A2C7C-B16D-4A76-A892-9A27F0F3EF91}" destId="{1266A6C4-876F-491C-95FF-A521D312F3AC}" srcOrd="1" destOrd="0" presId="urn:microsoft.com/office/officeart/2005/8/layout/matrix3"/>
    <dgm:cxn modelId="{F8BB2F9A-939D-40BB-B555-2784A25955B0}" type="presParOf" srcId="{0B4A2C7C-B16D-4A76-A892-9A27F0F3EF91}" destId="{78059488-7DA9-43C2-8FF5-6290BC329CED}" srcOrd="2" destOrd="0" presId="urn:microsoft.com/office/officeart/2005/8/layout/matrix3"/>
    <dgm:cxn modelId="{2E797FCC-690A-447A-B3DA-E13A92446C22}" type="presParOf" srcId="{0B4A2C7C-B16D-4A76-A892-9A27F0F3EF91}" destId="{AF8BD285-6588-4DAB-8C9E-A3B684D83DE1}" srcOrd="3" destOrd="0" presId="urn:microsoft.com/office/officeart/2005/8/layout/matrix3"/>
    <dgm:cxn modelId="{ACA2426D-B56B-44CE-B6C4-4030F0650D9F}" type="presParOf" srcId="{0B4A2C7C-B16D-4A76-A892-9A27F0F3EF91}" destId="{766AA1BD-E87A-497B-B5F3-6DDDB4EC6DA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2EE07E1B-C4CE-485B-8327-96A2DF314EF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3BABF3-40B3-49C3-8FE3-495B5EF1802B}">
      <dgm:prSet/>
      <dgm:spPr/>
      <dgm:t>
        <a:bodyPr/>
        <a:lstStyle/>
        <a:p>
          <a:r>
            <a:rPr lang="ru-RU" b="0" i="0"/>
            <a:t>скотарство та землеробство.</a:t>
          </a:r>
          <a:endParaRPr lang="uk-UA"/>
        </a:p>
      </dgm:t>
    </dgm:pt>
    <dgm:pt modelId="{10CE8F4B-9801-4EC2-9D0B-75803934CF3A}" type="parTrans" cxnId="{A2F60BA1-D0B1-44B1-9311-F8D7815BD34F}">
      <dgm:prSet/>
      <dgm:spPr/>
      <dgm:t>
        <a:bodyPr/>
        <a:lstStyle/>
        <a:p>
          <a:endParaRPr lang="uk-UA"/>
        </a:p>
      </dgm:t>
    </dgm:pt>
    <dgm:pt modelId="{1BDC5817-7853-4A0E-A4D3-758D7F3879BF}" type="sibTrans" cxnId="{A2F60BA1-D0B1-44B1-9311-F8D7815BD34F}">
      <dgm:prSet/>
      <dgm:spPr/>
      <dgm:t>
        <a:bodyPr/>
        <a:lstStyle/>
        <a:p>
          <a:endParaRPr lang="uk-UA"/>
        </a:p>
      </dgm:t>
    </dgm:pt>
    <dgm:pt modelId="{31FFCF31-4903-4A6D-8D12-8C32CD95BE7A}">
      <dgm:prSet/>
      <dgm:spPr/>
      <dgm:t>
        <a:bodyPr/>
        <a:lstStyle/>
        <a:p>
          <a:r>
            <a:rPr lang="ru-RU" b="0" i="0"/>
            <a:t>землеробство та чорна металургія.</a:t>
          </a:r>
          <a:endParaRPr lang="uk-UA"/>
        </a:p>
      </dgm:t>
    </dgm:pt>
    <dgm:pt modelId="{5FCA776F-1464-4B9F-AF98-6F5839D98DCF}" type="parTrans" cxnId="{54BA7C3B-0F84-4A87-9FBD-D3851572E0A6}">
      <dgm:prSet/>
      <dgm:spPr/>
      <dgm:t>
        <a:bodyPr/>
        <a:lstStyle/>
        <a:p>
          <a:endParaRPr lang="uk-UA"/>
        </a:p>
      </dgm:t>
    </dgm:pt>
    <dgm:pt modelId="{556DB385-DA7E-4924-B5FB-78F699BD96A3}" type="sibTrans" cxnId="{54BA7C3B-0F84-4A87-9FBD-D3851572E0A6}">
      <dgm:prSet/>
      <dgm:spPr/>
      <dgm:t>
        <a:bodyPr/>
        <a:lstStyle/>
        <a:p>
          <a:endParaRPr lang="uk-UA"/>
        </a:p>
      </dgm:t>
    </dgm:pt>
    <dgm:pt modelId="{FD5AFD63-4BA7-4B08-B27E-BC3D972DC877}">
      <dgm:prSet/>
      <dgm:spPr/>
      <dgm:t>
        <a:bodyPr/>
        <a:lstStyle/>
        <a:p>
          <a:r>
            <a:rPr lang="ru-RU" b="0" i="0" dirty="0" err="1"/>
            <a:t>чорна</a:t>
          </a:r>
          <a:r>
            <a:rPr lang="ru-RU" b="0" i="0" dirty="0"/>
            <a:t> </a:t>
          </a:r>
          <a:r>
            <a:rPr lang="ru-RU" b="0" i="0" dirty="0" err="1"/>
            <a:t>металургія</a:t>
          </a:r>
          <a:r>
            <a:rPr lang="ru-RU" b="0" i="0" dirty="0"/>
            <a:t> та </a:t>
          </a:r>
          <a:r>
            <a:rPr lang="ru-RU" b="0" i="0" dirty="0" err="1"/>
            <a:t>торгівля</a:t>
          </a:r>
          <a:r>
            <a:rPr lang="ru-RU" b="0" i="0" dirty="0"/>
            <a:t>.</a:t>
          </a:r>
          <a:endParaRPr lang="uk-UA" dirty="0"/>
        </a:p>
      </dgm:t>
    </dgm:pt>
    <dgm:pt modelId="{9B5471B2-E43A-4AF2-AF95-11BC4F4FB55F}" type="parTrans" cxnId="{0955A213-7E45-4146-AA50-053040FC3C10}">
      <dgm:prSet/>
      <dgm:spPr/>
      <dgm:t>
        <a:bodyPr/>
        <a:lstStyle/>
        <a:p>
          <a:endParaRPr lang="uk-UA"/>
        </a:p>
      </dgm:t>
    </dgm:pt>
    <dgm:pt modelId="{3C4F22E5-0A48-4E8F-81CD-25301665ECE8}" type="sibTrans" cxnId="{0955A213-7E45-4146-AA50-053040FC3C10}">
      <dgm:prSet/>
      <dgm:spPr/>
      <dgm:t>
        <a:bodyPr/>
        <a:lstStyle/>
        <a:p>
          <a:endParaRPr lang="uk-UA"/>
        </a:p>
      </dgm:t>
    </dgm:pt>
    <dgm:pt modelId="{BA86E0BB-7D63-49A0-9FF6-62044A60E7B8}">
      <dgm:prSet/>
      <dgm:spPr/>
      <dgm:t>
        <a:bodyPr/>
        <a:lstStyle/>
        <a:p>
          <a:r>
            <a:rPr lang="ru-RU" b="0" i="0" dirty="0" err="1"/>
            <a:t>торгівля</a:t>
          </a:r>
          <a:r>
            <a:rPr lang="ru-RU" b="0" i="0" dirty="0"/>
            <a:t> та </a:t>
          </a:r>
          <a:r>
            <a:rPr lang="ru-RU" b="0" i="0" dirty="0" err="1"/>
            <a:t>промисли</a:t>
          </a:r>
          <a:r>
            <a:rPr lang="ru-RU" b="0" i="0" dirty="0"/>
            <a:t>.</a:t>
          </a:r>
          <a:endParaRPr lang="uk-UA" dirty="0"/>
        </a:p>
      </dgm:t>
    </dgm:pt>
    <dgm:pt modelId="{A648BFA2-16E3-4BAB-9E8F-D9E233D770E0}" type="parTrans" cxnId="{3A3B7F56-B76E-47C1-A449-F9A559612118}">
      <dgm:prSet/>
      <dgm:spPr/>
      <dgm:t>
        <a:bodyPr/>
        <a:lstStyle/>
        <a:p>
          <a:endParaRPr lang="uk-UA"/>
        </a:p>
      </dgm:t>
    </dgm:pt>
    <dgm:pt modelId="{EE2308E5-82FB-4A90-BD54-7DF9CE40A756}" type="sibTrans" cxnId="{3A3B7F56-B76E-47C1-A449-F9A559612118}">
      <dgm:prSet/>
      <dgm:spPr/>
      <dgm:t>
        <a:bodyPr/>
        <a:lstStyle/>
        <a:p>
          <a:endParaRPr lang="uk-UA"/>
        </a:p>
      </dgm:t>
    </dgm:pt>
    <dgm:pt modelId="{C5E59C85-B259-451E-B988-B85AAC37AECE}" type="pres">
      <dgm:prSet presAssocID="{2EE07E1B-C4CE-485B-8327-96A2DF314EFD}" presName="Name0" presStyleCnt="0">
        <dgm:presLayoutVars>
          <dgm:chMax val="7"/>
          <dgm:chPref val="7"/>
          <dgm:dir/>
        </dgm:presLayoutVars>
      </dgm:prSet>
      <dgm:spPr/>
    </dgm:pt>
    <dgm:pt modelId="{000859F2-709D-4E16-BB11-E2A45C289EDF}" type="pres">
      <dgm:prSet presAssocID="{2EE07E1B-C4CE-485B-8327-96A2DF314EFD}" presName="Name1" presStyleCnt="0"/>
      <dgm:spPr/>
    </dgm:pt>
    <dgm:pt modelId="{76C1EBEE-8CFF-4943-99CC-233B3F1678DF}" type="pres">
      <dgm:prSet presAssocID="{2EE07E1B-C4CE-485B-8327-96A2DF314EFD}" presName="cycle" presStyleCnt="0"/>
      <dgm:spPr/>
    </dgm:pt>
    <dgm:pt modelId="{6E5C00D3-0B7E-473B-AB00-5049A0891F85}" type="pres">
      <dgm:prSet presAssocID="{2EE07E1B-C4CE-485B-8327-96A2DF314EFD}" presName="srcNode" presStyleLbl="node1" presStyleIdx="0" presStyleCnt="4"/>
      <dgm:spPr/>
    </dgm:pt>
    <dgm:pt modelId="{64D66BA0-9674-44A9-84E6-3F46BCC0D724}" type="pres">
      <dgm:prSet presAssocID="{2EE07E1B-C4CE-485B-8327-96A2DF314EFD}" presName="conn" presStyleLbl="parChTrans1D2" presStyleIdx="0" presStyleCnt="1"/>
      <dgm:spPr/>
    </dgm:pt>
    <dgm:pt modelId="{79C7AC2D-0AC8-4AAC-AC0C-47F6084E26D8}" type="pres">
      <dgm:prSet presAssocID="{2EE07E1B-C4CE-485B-8327-96A2DF314EFD}" presName="extraNode" presStyleLbl="node1" presStyleIdx="0" presStyleCnt="4"/>
      <dgm:spPr/>
    </dgm:pt>
    <dgm:pt modelId="{3524DBAB-364A-46C5-967A-3B8C19EAAAD7}" type="pres">
      <dgm:prSet presAssocID="{2EE07E1B-C4CE-485B-8327-96A2DF314EFD}" presName="dstNode" presStyleLbl="node1" presStyleIdx="0" presStyleCnt="4"/>
      <dgm:spPr/>
    </dgm:pt>
    <dgm:pt modelId="{683B3D17-F575-442C-B4BC-8590D6E97989}" type="pres">
      <dgm:prSet presAssocID="{C23BABF3-40B3-49C3-8FE3-495B5EF1802B}" presName="text_1" presStyleLbl="node1" presStyleIdx="0" presStyleCnt="4">
        <dgm:presLayoutVars>
          <dgm:bulletEnabled val="1"/>
        </dgm:presLayoutVars>
      </dgm:prSet>
      <dgm:spPr/>
    </dgm:pt>
    <dgm:pt modelId="{0A3E2FCD-5507-45BC-A395-058F102976C2}" type="pres">
      <dgm:prSet presAssocID="{C23BABF3-40B3-49C3-8FE3-495B5EF1802B}" presName="accent_1" presStyleCnt="0"/>
      <dgm:spPr/>
    </dgm:pt>
    <dgm:pt modelId="{16218A04-A428-48E9-9813-F7AAE49140A3}" type="pres">
      <dgm:prSet presAssocID="{C23BABF3-40B3-49C3-8FE3-495B5EF1802B}" presName="accentRepeatNode" presStyleLbl="solidFgAcc1" presStyleIdx="0" presStyleCnt="4"/>
      <dgm:spPr/>
    </dgm:pt>
    <dgm:pt modelId="{50D46BD1-6B8B-46A0-AC01-071201776BC1}" type="pres">
      <dgm:prSet presAssocID="{31FFCF31-4903-4A6D-8D12-8C32CD95BE7A}" presName="text_2" presStyleLbl="node1" presStyleIdx="1" presStyleCnt="4">
        <dgm:presLayoutVars>
          <dgm:bulletEnabled val="1"/>
        </dgm:presLayoutVars>
      </dgm:prSet>
      <dgm:spPr/>
    </dgm:pt>
    <dgm:pt modelId="{E603886D-C59A-4FE8-B92A-F92D54F086DB}" type="pres">
      <dgm:prSet presAssocID="{31FFCF31-4903-4A6D-8D12-8C32CD95BE7A}" presName="accent_2" presStyleCnt="0"/>
      <dgm:spPr/>
    </dgm:pt>
    <dgm:pt modelId="{99104817-F3AE-4904-AFEB-C29CE43EA60B}" type="pres">
      <dgm:prSet presAssocID="{31FFCF31-4903-4A6D-8D12-8C32CD95BE7A}" presName="accentRepeatNode" presStyleLbl="solidFgAcc1" presStyleIdx="1" presStyleCnt="4"/>
      <dgm:spPr/>
    </dgm:pt>
    <dgm:pt modelId="{2A1B37BA-E39A-4D4B-A65A-3D0ECBA5470D}" type="pres">
      <dgm:prSet presAssocID="{FD5AFD63-4BA7-4B08-B27E-BC3D972DC877}" presName="text_3" presStyleLbl="node1" presStyleIdx="2" presStyleCnt="4">
        <dgm:presLayoutVars>
          <dgm:bulletEnabled val="1"/>
        </dgm:presLayoutVars>
      </dgm:prSet>
      <dgm:spPr/>
    </dgm:pt>
    <dgm:pt modelId="{C6B0FE89-4499-45F6-899C-5DC54C02B66D}" type="pres">
      <dgm:prSet presAssocID="{FD5AFD63-4BA7-4B08-B27E-BC3D972DC877}" presName="accent_3" presStyleCnt="0"/>
      <dgm:spPr/>
    </dgm:pt>
    <dgm:pt modelId="{F4653D1F-10D2-4AD4-B628-2CB902528AAD}" type="pres">
      <dgm:prSet presAssocID="{FD5AFD63-4BA7-4B08-B27E-BC3D972DC877}" presName="accentRepeatNode" presStyleLbl="solidFgAcc1" presStyleIdx="2" presStyleCnt="4"/>
      <dgm:spPr/>
    </dgm:pt>
    <dgm:pt modelId="{85847B80-2B22-427D-9499-27EC27C8CABE}" type="pres">
      <dgm:prSet presAssocID="{BA86E0BB-7D63-49A0-9FF6-62044A60E7B8}" presName="text_4" presStyleLbl="node1" presStyleIdx="3" presStyleCnt="4">
        <dgm:presLayoutVars>
          <dgm:bulletEnabled val="1"/>
        </dgm:presLayoutVars>
      </dgm:prSet>
      <dgm:spPr/>
    </dgm:pt>
    <dgm:pt modelId="{B63B13FC-9AA3-4F02-8B51-AEA41197654E}" type="pres">
      <dgm:prSet presAssocID="{BA86E0BB-7D63-49A0-9FF6-62044A60E7B8}" presName="accent_4" presStyleCnt="0"/>
      <dgm:spPr/>
    </dgm:pt>
    <dgm:pt modelId="{179B62F5-61AE-4000-BE87-D951FAA4D755}" type="pres">
      <dgm:prSet presAssocID="{BA86E0BB-7D63-49A0-9FF6-62044A60E7B8}" presName="accentRepeatNode" presStyleLbl="solidFgAcc1" presStyleIdx="3" presStyleCnt="4"/>
      <dgm:spPr/>
    </dgm:pt>
  </dgm:ptLst>
  <dgm:cxnLst>
    <dgm:cxn modelId="{0955A213-7E45-4146-AA50-053040FC3C10}" srcId="{2EE07E1B-C4CE-485B-8327-96A2DF314EFD}" destId="{FD5AFD63-4BA7-4B08-B27E-BC3D972DC877}" srcOrd="2" destOrd="0" parTransId="{9B5471B2-E43A-4AF2-AF95-11BC4F4FB55F}" sibTransId="{3C4F22E5-0A48-4E8F-81CD-25301665ECE8}"/>
    <dgm:cxn modelId="{59B71B16-13C0-49DD-927C-FD26B749C8EE}" type="presOf" srcId="{31FFCF31-4903-4A6D-8D12-8C32CD95BE7A}" destId="{50D46BD1-6B8B-46A0-AC01-071201776BC1}" srcOrd="0" destOrd="0" presId="urn:microsoft.com/office/officeart/2008/layout/VerticalCurvedList"/>
    <dgm:cxn modelId="{54BA7C3B-0F84-4A87-9FBD-D3851572E0A6}" srcId="{2EE07E1B-C4CE-485B-8327-96A2DF314EFD}" destId="{31FFCF31-4903-4A6D-8D12-8C32CD95BE7A}" srcOrd="1" destOrd="0" parTransId="{5FCA776F-1464-4B9F-AF98-6F5839D98DCF}" sibTransId="{556DB385-DA7E-4924-B5FB-78F699BD96A3}"/>
    <dgm:cxn modelId="{D36E0965-501A-47C4-AC41-6F04647F414C}" type="presOf" srcId="{BA86E0BB-7D63-49A0-9FF6-62044A60E7B8}" destId="{85847B80-2B22-427D-9499-27EC27C8CABE}" srcOrd="0" destOrd="0" presId="urn:microsoft.com/office/officeart/2008/layout/VerticalCurvedList"/>
    <dgm:cxn modelId="{87E99275-1F24-418B-BB0C-0000DFFA3365}" type="presOf" srcId="{FD5AFD63-4BA7-4B08-B27E-BC3D972DC877}" destId="{2A1B37BA-E39A-4D4B-A65A-3D0ECBA5470D}" srcOrd="0" destOrd="0" presId="urn:microsoft.com/office/officeart/2008/layout/VerticalCurvedList"/>
    <dgm:cxn modelId="{3A3B7F56-B76E-47C1-A449-F9A559612118}" srcId="{2EE07E1B-C4CE-485B-8327-96A2DF314EFD}" destId="{BA86E0BB-7D63-49A0-9FF6-62044A60E7B8}" srcOrd="3" destOrd="0" parTransId="{A648BFA2-16E3-4BAB-9E8F-D9E233D770E0}" sibTransId="{EE2308E5-82FB-4A90-BD54-7DF9CE40A756}"/>
    <dgm:cxn modelId="{A2F60BA1-D0B1-44B1-9311-F8D7815BD34F}" srcId="{2EE07E1B-C4CE-485B-8327-96A2DF314EFD}" destId="{C23BABF3-40B3-49C3-8FE3-495B5EF1802B}" srcOrd="0" destOrd="0" parTransId="{10CE8F4B-9801-4EC2-9D0B-75803934CF3A}" sibTransId="{1BDC5817-7853-4A0E-A4D3-758D7F3879BF}"/>
    <dgm:cxn modelId="{2B5218B2-5580-4D73-A389-BC7BD6393398}" type="presOf" srcId="{C23BABF3-40B3-49C3-8FE3-495B5EF1802B}" destId="{683B3D17-F575-442C-B4BC-8590D6E97989}" srcOrd="0" destOrd="0" presId="urn:microsoft.com/office/officeart/2008/layout/VerticalCurvedList"/>
    <dgm:cxn modelId="{6E0268F7-D345-47B4-8BF3-BCAF52D85BD5}" type="presOf" srcId="{2EE07E1B-C4CE-485B-8327-96A2DF314EFD}" destId="{C5E59C85-B259-451E-B988-B85AAC37AECE}" srcOrd="0" destOrd="0" presId="urn:microsoft.com/office/officeart/2008/layout/VerticalCurvedList"/>
    <dgm:cxn modelId="{07495BF9-895C-4CF2-9C7C-6873C2A22C4A}" type="presOf" srcId="{1BDC5817-7853-4A0E-A4D3-758D7F3879BF}" destId="{64D66BA0-9674-44A9-84E6-3F46BCC0D724}" srcOrd="0" destOrd="0" presId="urn:microsoft.com/office/officeart/2008/layout/VerticalCurvedList"/>
    <dgm:cxn modelId="{8CBA5BB3-3F79-44C2-B6C2-A10843C6B323}" type="presParOf" srcId="{C5E59C85-B259-451E-B988-B85AAC37AECE}" destId="{000859F2-709D-4E16-BB11-E2A45C289EDF}" srcOrd="0" destOrd="0" presId="urn:microsoft.com/office/officeart/2008/layout/VerticalCurvedList"/>
    <dgm:cxn modelId="{08A40904-A719-46F4-BD51-F8160A44808F}" type="presParOf" srcId="{000859F2-709D-4E16-BB11-E2A45C289EDF}" destId="{76C1EBEE-8CFF-4943-99CC-233B3F1678DF}" srcOrd="0" destOrd="0" presId="urn:microsoft.com/office/officeart/2008/layout/VerticalCurvedList"/>
    <dgm:cxn modelId="{EF76D34E-3B61-4EEC-914B-86F390E039CA}" type="presParOf" srcId="{76C1EBEE-8CFF-4943-99CC-233B3F1678DF}" destId="{6E5C00D3-0B7E-473B-AB00-5049A0891F85}" srcOrd="0" destOrd="0" presId="urn:microsoft.com/office/officeart/2008/layout/VerticalCurvedList"/>
    <dgm:cxn modelId="{A07DD8FA-BD68-4A72-9EFC-AFAFAA372614}" type="presParOf" srcId="{76C1EBEE-8CFF-4943-99CC-233B3F1678DF}" destId="{64D66BA0-9674-44A9-84E6-3F46BCC0D724}" srcOrd="1" destOrd="0" presId="urn:microsoft.com/office/officeart/2008/layout/VerticalCurvedList"/>
    <dgm:cxn modelId="{3E58E539-A346-473E-9195-D0278235F133}" type="presParOf" srcId="{76C1EBEE-8CFF-4943-99CC-233B3F1678DF}" destId="{79C7AC2D-0AC8-4AAC-AC0C-47F6084E26D8}" srcOrd="2" destOrd="0" presId="urn:microsoft.com/office/officeart/2008/layout/VerticalCurvedList"/>
    <dgm:cxn modelId="{825A22B3-E981-4511-BECF-261D4739C967}" type="presParOf" srcId="{76C1EBEE-8CFF-4943-99CC-233B3F1678DF}" destId="{3524DBAB-364A-46C5-967A-3B8C19EAAAD7}" srcOrd="3" destOrd="0" presId="urn:microsoft.com/office/officeart/2008/layout/VerticalCurvedList"/>
    <dgm:cxn modelId="{A8AC3A0E-2EC7-4EA3-BFB7-3152B7363A4B}" type="presParOf" srcId="{000859F2-709D-4E16-BB11-E2A45C289EDF}" destId="{683B3D17-F575-442C-B4BC-8590D6E97989}" srcOrd="1" destOrd="0" presId="urn:microsoft.com/office/officeart/2008/layout/VerticalCurvedList"/>
    <dgm:cxn modelId="{904C2AD9-F190-4AC9-A286-7B28A5A7CFE6}" type="presParOf" srcId="{000859F2-709D-4E16-BB11-E2A45C289EDF}" destId="{0A3E2FCD-5507-45BC-A395-058F102976C2}" srcOrd="2" destOrd="0" presId="urn:microsoft.com/office/officeart/2008/layout/VerticalCurvedList"/>
    <dgm:cxn modelId="{31F3E242-1C0B-4CEF-AB69-DB589E84849C}" type="presParOf" srcId="{0A3E2FCD-5507-45BC-A395-058F102976C2}" destId="{16218A04-A428-48E9-9813-F7AAE49140A3}" srcOrd="0" destOrd="0" presId="urn:microsoft.com/office/officeart/2008/layout/VerticalCurvedList"/>
    <dgm:cxn modelId="{ECF4D1A6-3ADB-42EA-A20C-DA918F6EAB80}" type="presParOf" srcId="{000859F2-709D-4E16-BB11-E2A45C289EDF}" destId="{50D46BD1-6B8B-46A0-AC01-071201776BC1}" srcOrd="3" destOrd="0" presId="urn:microsoft.com/office/officeart/2008/layout/VerticalCurvedList"/>
    <dgm:cxn modelId="{4FD1EAD1-91A4-4448-9782-F46C158D7546}" type="presParOf" srcId="{000859F2-709D-4E16-BB11-E2A45C289EDF}" destId="{E603886D-C59A-4FE8-B92A-F92D54F086DB}" srcOrd="4" destOrd="0" presId="urn:microsoft.com/office/officeart/2008/layout/VerticalCurvedList"/>
    <dgm:cxn modelId="{1ABF8903-2385-4F1D-BF3F-CF59D3D66000}" type="presParOf" srcId="{E603886D-C59A-4FE8-B92A-F92D54F086DB}" destId="{99104817-F3AE-4904-AFEB-C29CE43EA60B}" srcOrd="0" destOrd="0" presId="urn:microsoft.com/office/officeart/2008/layout/VerticalCurvedList"/>
    <dgm:cxn modelId="{22CA6257-2625-4E09-AA74-D1FD8333C905}" type="presParOf" srcId="{000859F2-709D-4E16-BB11-E2A45C289EDF}" destId="{2A1B37BA-E39A-4D4B-A65A-3D0ECBA5470D}" srcOrd="5" destOrd="0" presId="urn:microsoft.com/office/officeart/2008/layout/VerticalCurvedList"/>
    <dgm:cxn modelId="{45BD24EC-3730-445E-98B1-0811BCAB44F7}" type="presParOf" srcId="{000859F2-709D-4E16-BB11-E2A45C289EDF}" destId="{C6B0FE89-4499-45F6-899C-5DC54C02B66D}" srcOrd="6" destOrd="0" presId="urn:microsoft.com/office/officeart/2008/layout/VerticalCurvedList"/>
    <dgm:cxn modelId="{123FAEE5-C343-4E52-AE80-C8E92141D37D}" type="presParOf" srcId="{C6B0FE89-4499-45F6-899C-5DC54C02B66D}" destId="{F4653D1F-10D2-4AD4-B628-2CB902528AAD}" srcOrd="0" destOrd="0" presId="urn:microsoft.com/office/officeart/2008/layout/VerticalCurvedList"/>
    <dgm:cxn modelId="{B42032E3-854F-4272-9B2C-B53151A5A4F3}" type="presParOf" srcId="{000859F2-709D-4E16-BB11-E2A45C289EDF}" destId="{85847B80-2B22-427D-9499-27EC27C8CABE}" srcOrd="7" destOrd="0" presId="urn:microsoft.com/office/officeart/2008/layout/VerticalCurvedList"/>
    <dgm:cxn modelId="{98CC8A7D-019A-49DF-9BD5-6AB976208B26}" type="presParOf" srcId="{000859F2-709D-4E16-BB11-E2A45C289EDF}" destId="{B63B13FC-9AA3-4F02-8B51-AEA41197654E}" srcOrd="8" destOrd="0" presId="urn:microsoft.com/office/officeart/2008/layout/VerticalCurvedList"/>
    <dgm:cxn modelId="{9677C02B-1534-46AA-B63C-DBB0AF17297E}" type="presParOf" srcId="{B63B13FC-9AA3-4F02-8B51-AEA41197654E}" destId="{179B62F5-61AE-4000-BE87-D951FAA4D75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CDA4A709-37BA-4EE0-8D34-01BD61AD5C5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8FDC64-08A2-4747-9D12-B589270AC202}">
      <dgm:prSet/>
      <dgm:spPr/>
      <dgm:t>
        <a:bodyPr/>
        <a:lstStyle/>
        <a:p>
          <a:r>
            <a:rPr lang="en-US" b="0" i="0"/>
            <a:t>VII—IX </a:t>
          </a:r>
          <a:r>
            <a:rPr lang="uk-UA" b="0" i="0"/>
            <a:t>ст.</a:t>
          </a:r>
          <a:endParaRPr lang="uk-UA"/>
        </a:p>
      </dgm:t>
    </dgm:pt>
    <dgm:pt modelId="{79CD95E1-7EF8-423D-B990-382FA64C81AE}" type="parTrans" cxnId="{92BED669-472F-447F-A956-118426807525}">
      <dgm:prSet/>
      <dgm:spPr/>
      <dgm:t>
        <a:bodyPr/>
        <a:lstStyle/>
        <a:p>
          <a:endParaRPr lang="uk-UA"/>
        </a:p>
      </dgm:t>
    </dgm:pt>
    <dgm:pt modelId="{DA9D25DC-8F04-4BAF-8A66-5267B91C7F3F}" type="sibTrans" cxnId="{92BED669-472F-447F-A956-118426807525}">
      <dgm:prSet/>
      <dgm:spPr/>
      <dgm:t>
        <a:bodyPr/>
        <a:lstStyle/>
        <a:p>
          <a:endParaRPr lang="uk-UA"/>
        </a:p>
      </dgm:t>
    </dgm:pt>
    <dgm:pt modelId="{A5AF5C38-8B3F-41AE-8B75-CAEBEF74D1DE}">
      <dgm:prSet/>
      <dgm:spPr/>
      <dgm:t>
        <a:bodyPr/>
        <a:lstStyle/>
        <a:p>
          <a:r>
            <a:rPr lang="en-US" b="0" i="0"/>
            <a:t>VIII—XII </a:t>
          </a:r>
          <a:r>
            <a:rPr lang="uk-UA" b="0" i="0"/>
            <a:t>ст.</a:t>
          </a:r>
          <a:endParaRPr lang="uk-UA"/>
        </a:p>
      </dgm:t>
    </dgm:pt>
    <dgm:pt modelId="{93998563-B549-4973-A64F-B38306F88266}" type="parTrans" cxnId="{54BE2FB6-0782-4AFF-841D-B2A6FE6B90C3}">
      <dgm:prSet/>
      <dgm:spPr/>
      <dgm:t>
        <a:bodyPr/>
        <a:lstStyle/>
        <a:p>
          <a:endParaRPr lang="uk-UA"/>
        </a:p>
      </dgm:t>
    </dgm:pt>
    <dgm:pt modelId="{957B1968-0D12-46C1-89F1-2888A1329B8E}" type="sibTrans" cxnId="{54BE2FB6-0782-4AFF-841D-B2A6FE6B90C3}">
      <dgm:prSet/>
      <dgm:spPr/>
      <dgm:t>
        <a:bodyPr/>
        <a:lstStyle/>
        <a:p>
          <a:endParaRPr lang="uk-UA"/>
        </a:p>
      </dgm:t>
    </dgm:pt>
    <dgm:pt modelId="{EE9F63BF-1762-4F81-A96D-FA5368E32681}">
      <dgm:prSet/>
      <dgm:spPr/>
      <dgm:t>
        <a:bodyPr/>
        <a:lstStyle/>
        <a:p>
          <a:r>
            <a:rPr lang="en-US" b="0" i="0" dirty="0"/>
            <a:t>IX—XIII </a:t>
          </a:r>
          <a:r>
            <a:rPr lang="uk-UA" b="0" i="0" dirty="0"/>
            <a:t>ст.</a:t>
          </a:r>
          <a:endParaRPr lang="uk-UA" dirty="0"/>
        </a:p>
      </dgm:t>
    </dgm:pt>
    <dgm:pt modelId="{3A289DB2-3FD2-4AC7-BB76-14F6B16D50CD}" type="parTrans" cxnId="{3445D1D9-846A-4205-A69B-49C64FA042E2}">
      <dgm:prSet/>
      <dgm:spPr/>
      <dgm:t>
        <a:bodyPr/>
        <a:lstStyle/>
        <a:p>
          <a:endParaRPr lang="uk-UA"/>
        </a:p>
      </dgm:t>
    </dgm:pt>
    <dgm:pt modelId="{C16AE258-9340-406D-8357-ABFDCBBF4D88}" type="sibTrans" cxnId="{3445D1D9-846A-4205-A69B-49C64FA042E2}">
      <dgm:prSet/>
      <dgm:spPr/>
      <dgm:t>
        <a:bodyPr/>
        <a:lstStyle/>
        <a:p>
          <a:endParaRPr lang="uk-UA"/>
        </a:p>
      </dgm:t>
    </dgm:pt>
    <dgm:pt modelId="{8D2738A6-78FD-44F3-97B4-C75F2695531E}">
      <dgm:prSet/>
      <dgm:spPr/>
      <dgm:t>
        <a:bodyPr/>
        <a:lstStyle/>
        <a:p>
          <a:r>
            <a:rPr lang="en-US" b="0" i="0" dirty="0"/>
            <a:t>X—XIV </a:t>
          </a:r>
          <a:r>
            <a:rPr lang="uk-UA" b="0" i="0" dirty="0"/>
            <a:t>ст.</a:t>
          </a:r>
          <a:endParaRPr lang="uk-UA" dirty="0"/>
        </a:p>
      </dgm:t>
    </dgm:pt>
    <dgm:pt modelId="{4FFA31B6-6F95-468E-BADA-F41BC2A27CC0}" type="parTrans" cxnId="{B3FB51AC-5E2C-4B6A-B51C-06C5FB7B8B04}">
      <dgm:prSet/>
      <dgm:spPr/>
      <dgm:t>
        <a:bodyPr/>
        <a:lstStyle/>
        <a:p>
          <a:endParaRPr lang="uk-UA"/>
        </a:p>
      </dgm:t>
    </dgm:pt>
    <dgm:pt modelId="{8763902D-CA64-4C9D-AF96-03DEDA7AA5E5}" type="sibTrans" cxnId="{B3FB51AC-5E2C-4B6A-B51C-06C5FB7B8B04}">
      <dgm:prSet/>
      <dgm:spPr/>
      <dgm:t>
        <a:bodyPr/>
        <a:lstStyle/>
        <a:p>
          <a:endParaRPr lang="uk-UA"/>
        </a:p>
      </dgm:t>
    </dgm:pt>
    <dgm:pt modelId="{914AF090-F852-43AF-8B49-63F2FFE2D31E}" type="pres">
      <dgm:prSet presAssocID="{CDA4A709-37BA-4EE0-8D34-01BD61AD5C59}" presName="compositeShape" presStyleCnt="0">
        <dgm:presLayoutVars>
          <dgm:chMax val="7"/>
          <dgm:dir/>
          <dgm:resizeHandles val="exact"/>
        </dgm:presLayoutVars>
      </dgm:prSet>
      <dgm:spPr/>
    </dgm:pt>
    <dgm:pt modelId="{50CFC874-C422-4C5D-9706-EBF219C81B39}" type="pres">
      <dgm:prSet presAssocID="{F38FDC64-08A2-4747-9D12-B589270AC202}" presName="circ1" presStyleLbl="vennNode1" presStyleIdx="0" presStyleCnt="4"/>
      <dgm:spPr/>
    </dgm:pt>
    <dgm:pt modelId="{F0F31DA1-B8A8-4ADE-9D51-93ED1565C461}" type="pres">
      <dgm:prSet presAssocID="{F38FDC64-08A2-4747-9D12-B589270AC20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CB94FDA-2302-4130-8541-EBAB99D09C82}" type="pres">
      <dgm:prSet presAssocID="{A5AF5C38-8B3F-41AE-8B75-CAEBEF74D1DE}" presName="circ2" presStyleLbl="vennNode1" presStyleIdx="1" presStyleCnt="4"/>
      <dgm:spPr/>
    </dgm:pt>
    <dgm:pt modelId="{2B634D23-0BE9-4A1A-9D37-C96D788F065A}" type="pres">
      <dgm:prSet presAssocID="{A5AF5C38-8B3F-41AE-8B75-CAEBEF74D1D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7E54421-B0DE-4E58-AA8D-BD154F061CB4}" type="pres">
      <dgm:prSet presAssocID="{EE9F63BF-1762-4F81-A96D-FA5368E32681}" presName="circ3" presStyleLbl="vennNode1" presStyleIdx="2" presStyleCnt="4"/>
      <dgm:spPr/>
    </dgm:pt>
    <dgm:pt modelId="{B5A92AC6-319A-4F17-85AC-D20F9B4E529B}" type="pres">
      <dgm:prSet presAssocID="{EE9F63BF-1762-4F81-A96D-FA5368E3268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AEE839C-C81C-4643-9CFB-830EB8DAC41B}" type="pres">
      <dgm:prSet presAssocID="{8D2738A6-78FD-44F3-97B4-C75F2695531E}" presName="circ4" presStyleLbl="vennNode1" presStyleIdx="3" presStyleCnt="4"/>
      <dgm:spPr/>
    </dgm:pt>
    <dgm:pt modelId="{AC3BF2AB-7ECA-4DA6-AB6C-A2AE65717873}" type="pres">
      <dgm:prSet presAssocID="{8D2738A6-78FD-44F3-97B4-C75F2695531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1B2831C-4707-43AB-95D1-E284BB86A746}" type="presOf" srcId="{8D2738A6-78FD-44F3-97B4-C75F2695531E}" destId="{5AEE839C-C81C-4643-9CFB-830EB8DAC41B}" srcOrd="0" destOrd="0" presId="urn:microsoft.com/office/officeart/2005/8/layout/venn1"/>
    <dgm:cxn modelId="{BC1F5032-4DCD-4CBA-ACF9-0C162B401458}" type="presOf" srcId="{A5AF5C38-8B3F-41AE-8B75-CAEBEF74D1DE}" destId="{7CB94FDA-2302-4130-8541-EBAB99D09C82}" srcOrd="0" destOrd="0" presId="urn:microsoft.com/office/officeart/2005/8/layout/venn1"/>
    <dgm:cxn modelId="{34C60E38-1C85-4F9F-A127-7DB6EA548738}" type="presOf" srcId="{A5AF5C38-8B3F-41AE-8B75-CAEBEF74D1DE}" destId="{2B634D23-0BE9-4A1A-9D37-C96D788F065A}" srcOrd="1" destOrd="0" presId="urn:microsoft.com/office/officeart/2005/8/layout/venn1"/>
    <dgm:cxn modelId="{8F665769-7C6D-41B5-96EB-16C116D25851}" type="presOf" srcId="{F38FDC64-08A2-4747-9D12-B589270AC202}" destId="{F0F31DA1-B8A8-4ADE-9D51-93ED1565C461}" srcOrd="1" destOrd="0" presId="urn:microsoft.com/office/officeart/2005/8/layout/venn1"/>
    <dgm:cxn modelId="{92BED669-472F-447F-A956-118426807525}" srcId="{CDA4A709-37BA-4EE0-8D34-01BD61AD5C59}" destId="{F38FDC64-08A2-4747-9D12-B589270AC202}" srcOrd="0" destOrd="0" parTransId="{79CD95E1-7EF8-423D-B990-382FA64C81AE}" sibTransId="{DA9D25DC-8F04-4BAF-8A66-5267B91C7F3F}"/>
    <dgm:cxn modelId="{06D22E71-2E38-46CD-81B8-45E32ED85659}" type="presOf" srcId="{CDA4A709-37BA-4EE0-8D34-01BD61AD5C59}" destId="{914AF090-F852-43AF-8B49-63F2FFE2D31E}" srcOrd="0" destOrd="0" presId="urn:microsoft.com/office/officeart/2005/8/layout/venn1"/>
    <dgm:cxn modelId="{47637394-651F-47ED-A2B3-16121E6413CC}" type="presOf" srcId="{EE9F63BF-1762-4F81-A96D-FA5368E32681}" destId="{B5A92AC6-319A-4F17-85AC-D20F9B4E529B}" srcOrd="1" destOrd="0" presId="urn:microsoft.com/office/officeart/2005/8/layout/venn1"/>
    <dgm:cxn modelId="{2B85B099-4B88-4A0C-978A-C71AFCE0EBE1}" type="presOf" srcId="{F38FDC64-08A2-4747-9D12-B589270AC202}" destId="{50CFC874-C422-4C5D-9706-EBF219C81B39}" srcOrd="0" destOrd="0" presId="urn:microsoft.com/office/officeart/2005/8/layout/venn1"/>
    <dgm:cxn modelId="{318E5C9C-0C67-49F5-A4C7-761D3B35561D}" type="presOf" srcId="{8D2738A6-78FD-44F3-97B4-C75F2695531E}" destId="{AC3BF2AB-7ECA-4DA6-AB6C-A2AE65717873}" srcOrd="1" destOrd="0" presId="urn:microsoft.com/office/officeart/2005/8/layout/venn1"/>
    <dgm:cxn modelId="{B3FB51AC-5E2C-4B6A-B51C-06C5FB7B8B04}" srcId="{CDA4A709-37BA-4EE0-8D34-01BD61AD5C59}" destId="{8D2738A6-78FD-44F3-97B4-C75F2695531E}" srcOrd="3" destOrd="0" parTransId="{4FFA31B6-6F95-468E-BADA-F41BC2A27CC0}" sibTransId="{8763902D-CA64-4C9D-AF96-03DEDA7AA5E5}"/>
    <dgm:cxn modelId="{54BE2FB6-0782-4AFF-841D-B2A6FE6B90C3}" srcId="{CDA4A709-37BA-4EE0-8D34-01BD61AD5C59}" destId="{A5AF5C38-8B3F-41AE-8B75-CAEBEF74D1DE}" srcOrd="1" destOrd="0" parTransId="{93998563-B549-4973-A64F-B38306F88266}" sibTransId="{957B1968-0D12-46C1-89F1-2888A1329B8E}"/>
    <dgm:cxn modelId="{3445D1D9-846A-4205-A69B-49C64FA042E2}" srcId="{CDA4A709-37BA-4EE0-8D34-01BD61AD5C59}" destId="{EE9F63BF-1762-4F81-A96D-FA5368E32681}" srcOrd="2" destOrd="0" parTransId="{3A289DB2-3FD2-4AC7-BB76-14F6B16D50CD}" sibTransId="{C16AE258-9340-406D-8357-ABFDCBBF4D88}"/>
    <dgm:cxn modelId="{82F7D8FB-F52F-4E18-8D70-D4CAF71953E1}" type="presOf" srcId="{EE9F63BF-1762-4F81-A96D-FA5368E32681}" destId="{B7E54421-B0DE-4E58-AA8D-BD154F061CB4}" srcOrd="0" destOrd="0" presId="urn:microsoft.com/office/officeart/2005/8/layout/venn1"/>
    <dgm:cxn modelId="{125D8424-3A4F-452F-82B5-9526CC0D7521}" type="presParOf" srcId="{914AF090-F852-43AF-8B49-63F2FFE2D31E}" destId="{50CFC874-C422-4C5D-9706-EBF219C81B39}" srcOrd="0" destOrd="0" presId="urn:microsoft.com/office/officeart/2005/8/layout/venn1"/>
    <dgm:cxn modelId="{845FD9A4-43AE-49E6-B210-E89FBAD5BBC0}" type="presParOf" srcId="{914AF090-F852-43AF-8B49-63F2FFE2D31E}" destId="{F0F31DA1-B8A8-4ADE-9D51-93ED1565C461}" srcOrd="1" destOrd="0" presId="urn:microsoft.com/office/officeart/2005/8/layout/venn1"/>
    <dgm:cxn modelId="{CAFF0D75-CFD5-42F3-9969-772459C7D99C}" type="presParOf" srcId="{914AF090-F852-43AF-8B49-63F2FFE2D31E}" destId="{7CB94FDA-2302-4130-8541-EBAB99D09C82}" srcOrd="2" destOrd="0" presId="urn:microsoft.com/office/officeart/2005/8/layout/venn1"/>
    <dgm:cxn modelId="{DF69FE6B-18F8-4848-AF79-2D56A1DDAC2F}" type="presParOf" srcId="{914AF090-F852-43AF-8B49-63F2FFE2D31E}" destId="{2B634D23-0BE9-4A1A-9D37-C96D788F065A}" srcOrd="3" destOrd="0" presId="urn:microsoft.com/office/officeart/2005/8/layout/venn1"/>
    <dgm:cxn modelId="{CF88437A-6D75-401B-884F-83DBC7092D2E}" type="presParOf" srcId="{914AF090-F852-43AF-8B49-63F2FFE2D31E}" destId="{B7E54421-B0DE-4E58-AA8D-BD154F061CB4}" srcOrd="4" destOrd="0" presId="urn:microsoft.com/office/officeart/2005/8/layout/venn1"/>
    <dgm:cxn modelId="{95E1D959-0055-47E4-9216-0EB91466F654}" type="presParOf" srcId="{914AF090-F852-43AF-8B49-63F2FFE2D31E}" destId="{B5A92AC6-319A-4F17-85AC-D20F9B4E529B}" srcOrd="5" destOrd="0" presId="urn:microsoft.com/office/officeart/2005/8/layout/venn1"/>
    <dgm:cxn modelId="{48C869B6-119D-44A9-93E5-99305C63BCC7}" type="presParOf" srcId="{914AF090-F852-43AF-8B49-63F2FFE2D31E}" destId="{5AEE839C-C81C-4643-9CFB-830EB8DAC41B}" srcOrd="6" destOrd="0" presId="urn:microsoft.com/office/officeart/2005/8/layout/venn1"/>
    <dgm:cxn modelId="{796C8573-33FA-41AE-B3FC-493BC9CD02F5}" type="presParOf" srcId="{914AF090-F852-43AF-8B49-63F2FFE2D31E}" destId="{AC3BF2AB-7ECA-4DA6-AB6C-A2AE65717873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9EB82F38-848D-46F9-A84B-BEB421C12D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B6075F-83EA-4C66-8223-408FA302F4A3}">
      <dgm:prSet/>
      <dgm:spPr/>
      <dgm:t>
        <a:bodyPr/>
        <a:lstStyle/>
        <a:p>
          <a:r>
            <a:rPr lang="ru-RU" b="0" i="0" dirty="0" err="1"/>
            <a:t>вільних</a:t>
          </a:r>
          <a:r>
            <a:rPr lang="ru-RU" b="0" i="0" dirty="0"/>
            <a:t> селян, </a:t>
          </a:r>
          <a:r>
            <a:rPr lang="ru-RU" b="0" i="0" dirty="0" err="1"/>
            <a:t>які</a:t>
          </a:r>
          <a:r>
            <a:rPr lang="ru-RU" b="0" i="0" dirty="0"/>
            <a:t> </a:t>
          </a:r>
          <a:r>
            <a:rPr lang="ru-RU" b="0" i="0" dirty="0" err="1"/>
            <a:t>мали</a:t>
          </a:r>
          <a:r>
            <a:rPr lang="ru-RU" b="0" i="0" dirty="0"/>
            <a:t> </a:t>
          </a:r>
          <a:r>
            <a:rPr lang="ru-RU" b="0" i="0" dirty="0" err="1"/>
            <a:t>земельні</a:t>
          </a:r>
          <a:r>
            <a:rPr lang="ru-RU" b="0" i="0" dirty="0"/>
            <a:t> </a:t>
          </a:r>
          <a:r>
            <a:rPr lang="ru-RU" b="0" i="0" dirty="0" err="1"/>
            <a:t>наділи</a:t>
          </a:r>
          <a:r>
            <a:rPr lang="ru-RU" b="0" i="0" dirty="0"/>
            <a:t>, вели </a:t>
          </a:r>
          <a:r>
            <a:rPr lang="ru-RU" b="0" i="0" dirty="0" err="1"/>
            <a:t>своє</a:t>
          </a:r>
          <a:r>
            <a:rPr lang="ru-RU" b="0" i="0" dirty="0"/>
            <a:t> </a:t>
          </a:r>
          <a:r>
            <a:rPr lang="ru-RU" b="0" i="0" dirty="0" err="1"/>
            <a:t>господарство</a:t>
          </a:r>
          <a:r>
            <a:rPr lang="ru-RU" b="0" i="0" dirty="0"/>
            <a:t> та </a:t>
          </a:r>
          <a:r>
            <a:rPr lang="ru-RU" b="0" i="0" dirty="0" err="1"/>
            <a:t>виконували</a:t>
          </a:r>
          <a:r>
            <a:rPr lang="ru-RU" b="0" i="0" dirty="0"/>
            <a:t> </a:t>
          </a:r>
          <a:r>
            <a:rPr lang="ru-RU" b="0" i="0" dirty="0" err="1"/>
            <a:t>повинності</a:t>
          </a:r>
          <a:r>
            <a:rPr lang="ru-RU" b="0" i="0" dirty="0"/>
            <a:t> на </a:t>
          </a:r>
          <a:r>
            <a:rPr lang="ru-RU" b="0" i="0" dirty="0" err="1"/>
            <a:t>користь</a:t>
          </a:r>
          <a:r>
            <a:rPr lang="ru-RU" b="0" i="0" dirty="0"/>
            <a:t> феодала.</a:t>
          </a:r>
          <a:endParaRPr lang="uk-UA" dirty="0"/>
        </a:p>
      </dgm:t>
    </dgm:pt>
    <dgm:pt modelId="{8ACBE5CC-EB96-44E4-8E5E-1E481D0DF289}" type="parTrans" cxnId="{1C270494-EEB1-430A-891F-D2113AE2BCC0}">
      <dgm:prSet/>
      <dgm:spPr/>
      <dgm:t>
        <a:bodyPr/>
        <a:lstStyle/>
        <a:p>
          <a:endParaRPr lang="uk-UA"/>
        </a:p>
      </dgm:t>
    </dgm:pt>
    <dgm:pt modelId="{3B05F720-E82C-489A-9B9C-A26BFD1BE95D}" type="sibTrans" cxnId="{1C270494-EEB1-430A-891F-D2113AE2BCC0}">
      <dgm:prSet/>
      <dgm:spPr/>
      <dgm:t>
        <a:bodyPr/>
        <a:lstStyle/>
        <a:p>
          <a:endParaRPr lang="uk-UA"/>
        </a:p>
      </dgm:t>
    </dgm:pt>
    <dgm:pt modelId="{70F3A2BB-9FB4-4367-9195-C65851F5BDDE}">
      <dgm:prSet/>
      <dgm:spPr/>
      <dgm:t>
        <a:bodyPr/>
        <a:lstStyle/>
        <a:p>
          <a:r>
            <a:rPr lang="ru-RU" b="0" i="0" dirty="0"/>
            <a:t>людей, </a:t>
          </a:r>
          <a:r>
            <a:rPr lang="ru-RU" b="0" i="0" dirty="0" err="1"/>
            <a:t>які</a:t>
          </a:r>
          <a:r>
            <a:rPr lang="ru-RU" b="0" i="0" dirty="0"/>
            <a:t> </a:t>
          </a:r>
          <a:r>
            <a:rPr lang="ru-RU" b="0" i="0" dirty="0" err="1"/>
            <a:t>перебували</a:t>
          </a:r>
          <a:r>
            <a:rPr lang="ru-RU" b="0" i="0" dirty="0"/>
            <a:t> у </a:t>
          </a:r>
          <a:r>
            <a:rPr lang="ru-RU" b="0" i="0" dirty="0" err="1"/>
            <a:t>повній</a:t>
          </a:r>
          <a:r>
            <a:rPr lang="ru-RU" b="0" i="0" dirty="0"/>
            <a:t> </a:t>
          </a:r>
          <a:r>
            <a:rPr lang="ru-RU" b="0" i="0" dirty="0" err="1"/>
            <a:t>власності</a:t>
          </a:r>
          <a:r>
            <a:rPr lang="ru-RU" b="0" i="0" dirty="0"/>
            <a:t> феодала (</a:t>
          </a:r>
          <a:r>
            <a:rPr lang="ru-RU" b="0" i="0" dirty="0" err="1"/>
            <a:t>продавалися</a:t>
          </a:r>
          <a:r>
            <a:rPr lang="ru-RU" b="0" i="0" dirty="0"/>
            <a:t>, </a:t>
          </a:r>
          <a:r>
            <a:rPr lang="ru-RU" b="0" i="0" dirty="0" err="1"/>
            <a:t>дарувалися</a:t>
          </a:r>
          <a:r>
            <a:rPr lang="ru-RU" b="0" i="0" dirty="0"/>
            <a:t>, передавались у </a:t>
          </a:r>
          <a:r>
            <a:rPr lang="ru-RU" b="0" i="0" dirty="0" err="1"/>
            <a:t>спадщину</a:t>
          </a:r>
          <a:r>
            <a:rPr lang="ru-RU" b="0" i="0" dirty="0"/>
            <a:t>).</a:t>
          </a:r>
          <a:endParaRPr lang="uk-UA" dirty="0"/>
        </a:p>
      </dgm:t>
    </dgm:pt>
    <dgm:pt modelId="{42887845-CF98-4AA6-9D9A-C97F634F8675}" type="parTrans" cxnId="{B2223B9B-E951-4BA9-A2A2-6F8B8365344D}">
      <dgm:prSet/>
      <dgm:spPr/>
      <dgm:t>
        <a:bodyPr/>
        <a:lstStyle/>
        <a:p>
          <a:endParaRPr lang="uk-UA"/>
        </a:p>
      </dgm:t>
    </dgm:pt>
    <dgm:pt modelId="{B141B4F3-56BA-4004-8530-801C92EAB3B7}" type="sibTrans" cxnId="{B2223B9B-E951-4BA9-A2A2-6F8B8365344D}">
      <dgm:prSet/>
      <dgm:spPr/>
      <dgm:t>
        <a:bodyPr/>
        <a:lstStyle/>
        <a:p>
          <a:endParaRPr lang="uk-UA"/>
        </a:p>
      </dgm:t>
    </dgm:pt>
    <dgm:pt modelId="{DD02A372-14FC-42D7-ABF9-A99C4ADBA7F3}">
      <dgm:prSet/>
      <dgm:spPr/>
      <dgm:t>
        <a:bodyPr/>
        <a:lstStyle/>
        <a:p>
          <a:r>
            <a:rPr lang="ru-RU" b="0" i="0"/>
            <a:t>селян, які потрапили у залежність від феодала, відпрацьовуючи у його господарстві взяті у борг гроші.</a:t>
          </a:r>
          <a:endParaRPr lang="uk-UA"/>
        </a:p>
      </dgm:t>
    </dgm:pt>
    <dgm:pt modelId="{E02AB99A-CADB-4CC5-93F1-87FFBD2DDD3D}" type="parTrans" cxnId="{C6DA9ECB-ED9B-45F8-B433-E4A623F8DE20}">
      <dgm:prSet/>
      <dgm:spPr/>
      <dgm:t>
        <a:bodyPr/>
        <a:lstStyle/>
        <a:p>
          <a:endParaRPr lang="uk-UA"/>
        </a:p>
      </dgm:t>
    </dgm:pt>
    <dgm:pt modelId="{79AD15F0-E662-4CC1-BF56-0E91A04A0074}" type="sibTrans" cxnId="{C6DA9ECB-ED9B-45F8-B433-E4A623F8DE20}">
      <dgm:prSet/>
      <dgm:spPr/>
      <dgm:t>
        <a:bodyPr/>
        <a:lstStyle/>
        <a:p>
          <a:endParaRPr lang="uk-UA"/>
        </a:p>
      </dgm:t>
    </dgm:pt>
    <dgm:pt modelId="{F5F69D65-2F6F-42B2-9B3E-F4DB0557C885}">
      <dgm:prSet/>
      <dgm:spPr/>
      <dgm:t>
        <a:bodyPr/>
        <a:lstStyle/>
        <a:p>
          <a:r>
            <a:rPr lang="ru-RU" b="0" i="0" dirty="0" err="1"/>
            <a:t>ремісників</a:t>
          </a:r>
          <a:r>
            <a:rPr lang="ru-RU" b="0" i="0" dirty="0"/>
            <a:t>, </a:t>
          </a:r>
          <a:r>
            <a:rPr lang="ru-RU" b="0" i="0" dirty="0" err="1"/>
            <a:t>які</a:t>
          </a:r>
          <a:r>
            <a:rPr lang="ru-RU" b="0" i="0" dirty="0"/>
            <a:t> мешкали у </a:t>
          </a:r>
          <a:r>
            <a:rPr lang="ru-RU" b="0" i="0" dirty="0" err="1"/>
            <a:t>садибах</a:t>
          </a:r>
          <a:r>
            <a:rPr lang="ru-RU" b="0" i="0" dirty="0"/>
            <a:t> </a:t>
          </a:r>
          <a:r>
            <a:rPr lang="ru-RU" b="0" i="0" dirty="0" err="1"/>
            <a:t>феодалів</a:t>
          </a:r>
          <a:r>
            <a:rPr lang="ru-RU" b="0" i="0" dirty="0"/>
            <a:t>, </a:t>
          </a:r>
          <a:r>
            <a:rPr lang="ru-RU" b="0" i="0" dirty="0" err="1"/>
            <a:t>працювали</a:t>
          </a:r>
          <a:r>
            <a:rPr lang="ru-RU" b="0" i="0" dirty="0"/>
            <a:t> у </a:t>
          </a:r>
          <a:r>
            <a:rPr lang="ru-RU" b="0" i="0" dirty="0" err="1"/>
            <a:t>їхніх</a:t>
          </a:r>
          <a:r>
            <a:rPr lang="ru-RU" b="0" i="0" dirty="0"/>
            <a:t> </a:t>
          </a:r>
          <a:r>
            <a:rPr lang="ru-RU" b="0" i="0" dirty="0" err="1"/>
            <a:t>майстернях</a:t>
          </a:r>
          <a:r>
            <a:rPr lang="ru-RU" b="0" i="0" dirty="0"/>
            <a:t> і </a:t>
          </a:r>
          <a:r>
            <a:rPr lang="ru-RU" b="0" i="0" dirty="0" err="1"/>
            <a:t>сплачували</a:t>
          </a:r>
          <a:r>
            <a:rPr lang="ru-RU" b="0" i="0" dirty="0"/>
            <a:t> </a:t>
          </a:r>
          <a:r>
            <a:rPr lang="ru-RU" b="0" i="0" dirty="0" err="1"/>
            <a:t>грошову</a:t>
          </a:r>
          <a:r>
            <a:rPr lang="ru-RU" b="0" i="0" dirty="0"/>
            <a:t> </a:t>
          </a:r>
          <a:r>
            <a:rPr lang="ru-RU" b="0" i="0" dirty="0" err="1"/>
            <a:t>данину</a:t>
          </a:r>
          <a:endParaRPr lang="uk-UA" dirty="0"/>
        </a:p>
      </dgm:t>
    </dgm:pt>
    <dgm:pt modelId="{382138CC-951A-4663-A827-A1EC8CCAF471}" type="parTrans" cxnId="{C70C9A80-EEF0-4124-A902-FB7A05C28518}">
      <dgm:prSet/>
      <dgm:spPr/>
      <dgm:t>
        <a:bodyPr/>
        <a:lstStyle/>
        <a:p>
          <a:endParaRPr lang="uk-UA"/>
        </a:p>
      </dgm:t>
    </dgm:pt>
    <dgm:pt modelId="{E585C2B1-D1A2-4D7D-A621-BEF12692C643}" type="sibTrans" cxnId="{C70C9A80-EEF0-4124-A902-FB7A05C28518}">
      <dgm:prSet/>
      <dgm:spPr/>
      <dgm:t>
        <a:bodyPr/>
        <a:lstStyle/>
        <a:p>
          <a:endParaRPr lang="uk-UA"/>
        </a:p>
      </dgm:t>
    </dgm:pt>
    <dgm:pt modelId="{A173A68A-BC3E-45BB-AC6D-F8CCD45F6C13}" type="pres">
      <dgm:prSet presAssocID="{9EB82F38-848D-46F9-A84B-BEB421C12D57}" presName="linear" presStyleCnt="0">
        <dgm:presLayoutVars>
          <dgm:animLvl val="lvl"/>
          <dgm:resizeHandles val="exact"/>
        </dgm:presLayoutVars>
      </dgm:prSet>
      <dgm:spPr/>
    </dgm:pt>
    <dgm:pt modelId="{80632C62-423D-4565-8513-7F6598F9BFEA}" type="pres">
      <dgm:prSet presAssocID="{7DB6075F-83EA-4C66-8223-408FA302F4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85FBC3-07D4-496A-A868-353800A73183}" type="pres">
      <dgm:prSet presAssocID="{3B05F720-E82C-489A-9B9C-A26BFD1BE95D}" presName="spacer" presStyleCnt="0"/>
      <dgm:spPr/>
    </dgm:pt>
    <dgm:pt modelId="{0324C026-287F-4BCD-81F7-7B840A3B0696}" type="pres">
      <dgm:prSet presAssocID="{70F3A2BB-9FB4-4367-9195-C65851F5BD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2D42D8-E471-4020-9FE8-01FC6F8E2A48}" type="pres">
      <dgm:prSet presAssocID="{B141B4F3-56BA-4004-8530-801C92EAB3B7}" presName="spacer" presStyleCnt="0"/>
      <dgm:spPr/>
    </dgm:pt>
    <dgm:pt modelId="{25B9B32E-D803-4435-8CBB-58F041858505}" type="pres">
      <dgm:prSet presAssocID="{DD02A372-14FC-42D7-ABF9-A99C4ADBA7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E182C2-A20F-4347-8611-583A781A4105}" type="pres">
      <dgm:prSet presAssocID="{79AD15F0-E662-4CC1-BF56-0E91A04A0074}" presName="spacer" presStyleCnt="0"/>
      <dgm:spPr/>
    </dgm:pt>
    <dgm:pt modelId="{A7DAA88F-DA22-44EA-86A0-1476E7FF2AD2}" type="pres">
      <dgm:prSet presAssocID="{F5F69D65-2F6F-42B2-9B3E-F4DB0557C8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8DB0D25-FF37-4355-9277-82A5AC1A425E}" type="presOf" srcId="{F5F69D65-2F6F-42B2-9B3E-F4DB0557C885}" destId="{A7DAA88F-DA22-44EA-86A0-1476E7FF2AD2}" srcOrd="0" destOrd="0" presId="urn:microsoft.com/office/officeart/2005/8/layout/vList2"/>
    <dgm:cxn modelId="{A8F4242F-0748-41DC-85B5-21CEFE099BA4}" type="presOf" srcId="{9EB82F38-848D-46F9-A84B-BEB421C12D57}" destId="{A173A68A-BC3E-45BB-AC6D-F8CCD45F6C13}" srcOrd="0" destOrd="0" presId="urn:microsoft.com/office/officeart/2005/8/layout/vList2"/>
    <dgm:cxn modelId="{39F56843-DAEE-496B-939C-EEFD11B7E613}" type="presOf" srcId="{DD02A372-14FC-42D7-ABF9-A99C4ADBA7F3}" destId="{25B9B32E-D803-4435-8CBB-58F041858505}" srcOrd="0" destOrd="0" presId="urn:microsoft.com/office/officeart/2005/8/layout/vList2"/>
    <dgm:cxn modelId="{C70C9A80-EEF0-4124-A902-FB7A05C28518}" srcId="{9EB82F38-848D-46F9-A84B-BEB421C12D57}" destId="{F5F69D65-2F6F-42B2-9B3E-F4DB0557C885}" srcOrd="3" destOrd="0" parTransId="{382138CC-951A-4663-A827-A1EC8CCAF471}" sibTransId="{E585C2B1-D1A2-4D7D-A621-BEF12692C643}"/>
    <dgm:cxn modelId="{B3C00E86-1FDE-41D1-8D46-D7C81CE7960F}" type="presOf" srcId="{70F3A2BB-9FB4-4367-9195-C65851F5BDDE}" destId="{0324C026-287F-4BCD-81F7-7B840A3B0696}" srcOrd="0" destOrd="0" presId="urn:microsoft.com/office/officeart/2005/8/layout/vList2"/>
    <dgm:cxn modelId="{1C270494-EEB1-430A-891F-D2113AE2BCC0}" srcId="{9EB82F38-848D-46F9-A84B-BEB421C12D57}" destId="{7DB6075F-83EA-4C66-8223-408FA302F4A3}" srcOrd="0" destOrd="0" parTransId="{8ACBE5CC-EB96-44E4-8E5E-1E481D0DF289}" sibTransId="{3B05F720-E82C-489A-9B9C-A26BFD1BE95D}"/>
    <dgm:cxn modelId="{B2223B9B-E951-4BA9-A2A2-6F8B8365344D}" srcId="{9EB82F38-848D-46F9-A84B-BEB421C12D57}" destId="{70F3A2BB-9FB4-4367-9195-C65851F5BDDE}" srcOrd="1" destOrd="0" parTransId="{42887845-CF98-4AA6-9D9A-C97F634F8675}" sibTransId="{B141B4F3-56BA-4004-8530-801C92EAB3B7}"/>
    <dgm:cxn modelId="{446220C2-9945-4A5A-9448-CE7128D7ECD4}" type="presOf" srcId="{7DB6075F-83EA-4C66-8223-408FA302F4A3}" destId="{80632C62-423D-4565-8513-7F6598F9BFEA}" srcOrd="0" destOrd="0" presId="urn:microsoft.com/office/officeart/2005/8/layout/vList2"/>
    <dgm:cxn modelId="{C6DA9ECB-ED9B-45F8-B433-E4A623F8DE20}" srcId="{9EB82F38-848D-46F9-A84B-BEB421C12D57}" destId="{DD02A372-14FC-42D7-ABF9-A99C4ADBA7F3}" srcOrd="2" destOrd="0" parTransId="{E02AB99A-CADB-4CC5-93F1-87FFBD2DDD3D}" sibTransId="{79AD15F0-E662-4CC1-BF56-0E91A04A0074}"/>
    <dgm:cxn modelId="{AFEA580F-CC74-45B7-B1EA-09487D9A9B51}" type="presParOf" srcId="{A173A68A-BC3E-45BB-AC6D-F8CCD45F6C13}" destId="{80632C62-423D-4565-8513-7F6598F9BFEA}" srcOrd="0" destOrd="0" presId="urn:microsoft.com/office/officeart/2005/8/layout/vList2"/>
    <dgm:cxn modelId="{93CD513E-6CF6-412B-A89C-26E86D9F2E5C}" type="presParOf" srcId="{A173A68A-BC3E-45BB-AC6D-F8CCD45F6C13}" destId="{B885FBC3-07D4-496A-A868-353800A73183}" srcOrd="1" destOrd="0" presId="urn:microsoft.com/office/officeart/2005/8/layout/vList2"/>
    <dgm:cxn modelId="{83479C48-6B78-4588-90FC-07EB3515A74B}" type="presParOf" srcId="{A173A68A-BC3E-45BB-AC6D-F8CCD45F6C13}" destId="{0324C026-287F-4BCD-81F7-7B840A3B0696}" srcOrd="2" destOrd="0" presId="urn:microsoft.com/office/officeart/2005/8/layout/vList2"/>
    <dgm:cxn modelId="{4ECB17C7-6CF3-4A39-BFA2-877A5A9280E1}" type="presParOf" srcId="{A173A68A-BC3E-45BB-AC6D-F8CCD45F6C13}" destId="{B92D42D8-E471-4020-9FE8-01FC6F8E2A48}" srcOrd="3" destOrd="0" presId="urn:microsoft.com/office/officeart/2005/8/layout/vList2"/>
    <dgm:cxn modelId="{F045D5FA-8067-4AE3-9809-3F5B46E3748B}" type="presParOf" srcId="{A173A68A-BC3E-45BB-AC6D-F8CCD45F6C13}" destId="{25B9B32E-D803-4435-8CBB-58F041858505}" srcOrd="4" destOrd="0" presId="urn:microsoft.com/office/officeart/2005/8/layout/vList2"/>
    <dgm:cxn modelId="{06F01768-ABDA-4BF9-91EE-30BD6A85CF7D}" type="presParOf" srcId="{A173A68A-BC3E-45BB-AC6D-F8CCD45F6C13}" destId="{C9E182C2-A20F-4347-8611-583A781A4105}" srcOrd="5" destOrd="0" presId="urn:microsoft.com/office/officeart/2005/8/layout/vList2"/>
    <dgm:cxn modelId="{DDB687E5-185C-40BF-88A6-6ADDBF9DD166}" type="presParOf" srcId="{A173A68A-BC3E-45BB-AC6D-F8CCD45F6C13}" destId="{A7DAA88F-DA22-44EA-86A0-1476E7FF2A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D4D91F3D-C2C2-40AF-83A4-E9D8171927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D2286C-5BFC-4556-A5CD-FAF475012BAF}">
      <dgm:prSet/>
      <dgm:spPr/>
      <dgm:t>
        <a:bodyPr/>
        <a:lstStyle/>
        <a:p>
          <a:r>
            <a:rPr lang="uk-UA" b="0" i="0" dirty="0"/>
            <a:t>розгортання тривалої боротьби держави та церкви з традиційними віруваннями.</a:t>
          </a:r>
          <a:endParaRPr lang="uk-UA" dirty="0"/>
        </a:p>
      </dgm:t>
    </dgm:pt>
    <dgm:pt modelId="{9A072176-81FB-45AC-81BF-60711A5FA268}" type="parTrans" cxnId="{0874181B-AFBC-4A69-9D29-EFDBA5EBD62F}">
      <dgm:prSet/>
      <dgm:spPr/>
      <dgm:t>
        <a:bodyPr/>
        <a:lstStyle/>
        <a:p>
          <a:endParaRPr lang="uk-UA"/>
        </a:p>
      </dgm:t>
    </dgm:pt>
    <dgm:pt modelId="{76836593-202A-426F-9A0E-829D669CF3C3}" type="sibTrans" cxnId="{0874181B-AFBC-4A69-9D29-EFDBA5EBD62F}">
      <dgm:prSet/>
      <dgm:spPr/>
      <dgm:t>
        <a:bodyPr/>
        <a:lstStyle/>
        <a:p>
          <a:endParaRPr lang="uk-UA"/>
        </a:p>
      </dgm:t>
    </dgm:pt>
    <dgm:pt modelId="{A683BC44-2D95-467E-B163-19CE64EA346E}">
      <dgm:prSet/>
      <dgm:spPr/>
      <dgm:t>
        <a:bodyPr/>
        <a:lstStyle/>
        <a:p>
          <a:r>
            <a:rPr lang="uk-UA" b="0" i="0" dirty="0"/>
            <a:t>об’єднання всіх східнослов’янських племен у єдину державу під зверхністю Константинополя</a:t>
          </a:r>
          <a:endParaRPr lang="uk-UA" dirty="0"/>
        </a:p>
      </dgm:t>
    </dgm:pt>
    <dgm:pt modelId="{4ACFE296-76AD-4786-B5CB-D75731C3A2E8}" type="parTrans" cxnId="{6388D57C-1A9F-4661-8A44-C031C2DF69BE}">
      <dgm:prSet/>
      <dgm:spPr/>
      <dgm:t>
        <a:bodyPr/>
        <a:lstStyle/>
        <a:p>
          <a:endParaRPr lang="uk-UA"/>
        </a:p>
      </dgm:t>
    </dgm:pt>
    <dgm:pt modelId="{474F059F-F300-4744-9E66-9D018B4C17E1}" type="sibTrans" cxnId="{6388D57C-1A9F-4661-8A44-C031C2DF69BE}">
      <dgm:prSet/>
      <dgm:spPr/>
      <dgm:t>
        <a:bodyPr/>
        <a:lstStyle/>
        <a:p>
          <a:endParaRPr lang="uk-UA"/>
        </a:p>
      </dgm:t>
    </dgm:pt>
    <dgm:pt modelId="{B406F061-13D6-4C87-9739-C7736E7EBB14}" type="pres">
      <dgm:prSet presAssocID="{D4D91F3D-C2C2-40AF-83A4-E9D8171927E5}" presName="linear" presStyleCnt="0">
        <dgm:presLayoutVars>
          <dgm:animLvl val="lvl"/>
          <dgm:resizeHandles val="exact"/>
        </dgm:presLayoutVars>
      </dgm:prSet>
      <dgm:spPr/>
    </dgm:pt>
    <dgm:pt modelId="{7C248E70-6E80-40FA-AF86-3D563E816768}" type="pres">
      <dgm:prSet presAssocID="{4AD2286C-5BFC-4556-A5CD-FAF475012BA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F27B055-B160-4FFC-9531-100313098D48}" type="pres">
      <dgm:prSet presAssocID="{76836593-202A-426F-9A0E-829D669CF3C3}" presName="spacer" presStyleCnt="0"/>
      <dgm:spPr/>
    </dgm:pt>
    <dgm:pt modelId="{C490629A-EBF3-49DB-BF9A-5AC00BBF91CD}" type="pres">
      <dgm:prSet presAssocID="{A683BC44-2D95-467E-B163-19CE64EA346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74181B-AFBC-4A69-9D29-EFDBA5EBD62F}" srcId="{D4D91F3D-C2C2-40AF-83A4-E9D8171927E5}" destId="{4AD2286C-5BFC-4556-A5CD-FAF475012BAF}" srcOrd="0" destOrd="0" parTransId="{9A072176-81FB-45AC-81BF-60711A5FA268}" sibTransId="{76836593-202A-426F-9A0E-829D669CF3C3}"/>
    <dgm:cxn modelId="{92FD102A-6A79-40CB-BC88-E93A0BD6EAB7}" type="presOf" srcId="{D4D91F3D-C2C2-40AF-83A4-E9D8171927E5}" destId="{B406F061-13D6-4C87-9739-C7736E7EBB14}" srcOrd="0" destOrd="0" presId="urn:microsoft.com/office/officeart/2005/8/layout/vList2"/>
    <dgm:cxn modelId="{6000EF32-5B9F-4F45-8065-884B96F35A14}" type="presOf" srcId="{4AD2286C-5BFC-4556-A5CD-FAF475012BAF}" destId="{7C248E70-6E80-40FA-AF86-3D563E816768}" srcOrd="0" destOrd="0" presId="urn:microsoft.com/office/officeart/2005/8/layout/vList2"/>
    <dgm:cxn modelId="{A6CD4C33-63E0-4594-BF91-94C5BECF5D92}" type="presOf" srcId="{A683BC44-2D95-467E-B163-19CE64EA346E}" destId="{C490629A-EBF3-49DB-BF9A-5AC00BBF91CD}" srcOrd="0" destOrd="0" presId="urn:microsoft.com/office/officeart/2005/8/layout/vList2"/>
    <dgm:cxn modelId="{6388D57C-1A9F-4661-8A44-C031C2DF69BE}" srcId="{D4D91F3D-C2C2-40AF-83A4-E9D8171927E5}" destId="{A683BC44-2D95-467E-B163-19CE64EA346E}" srcOrd="1" destOrd="0" parTransId="{4ACFE296-76AD-4786-B5CB-D75731C3A2E8}" sibTransId="{474F059F-F300-4744-9E66-9D018B4C17E1}"/>
    <dgm:cxn modelId="{B3A8A6F8-FB9A-4954-B5BC-AA284630BA41}" type="presParOf" srcId="{B406F061-13D6-4C87-9739-C7736E7EBB14}" destId="{7C248E70-6E80-40FA-AF86-3D563E816768}" srcOrd="0" destOrd="0" presId="urn:microsoft.com/office/officeart/2005/8/layout/vList2"/>
    <dgm:cxn modelId="{AD865E2E-9263-4B72-B52C-2C58822957F7}" type="presParOf" srcId="{B406F061-13D6-4C87-9739-C7736E7EBB14}" destId="{0F27B055-B160-4FFC-9531-100313098D48}" srcOrd="1" destOrd="0" presId="urn:microsoft.com/office/officeart/2005/8/layout/vList2"/>
    <dgm:cxn modelId="{BD176A7B-28E0-43B7-853D-7E74892B3FEB}" type="presParOf" srcId="{B406F061-13D6-4C87-9739-C7736E7EBB14}" destId="{C490629A-EBF3-49DB-BF9A-5AC00BBF91C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34F06654-086A-4DCE-BD0B-EBEA6E6CAD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3111ACB-24D7-4688-A7F4-FD9882020FED}">
      <dgm:prSet/>
      <dgm:spPr/>
      <dgm:t>
        <a:bodyPr/>
        <a:lstStyle/>
        <a:p>
          <a:r>
            <a:rPr lang="uk-UA" b="0" i="0" dirty="0"/>
            <a:t>установлення повної воєнно-політичної залежності Київської Русі від Візантійської імперії.</a:t>
          </a:r>
          <a:endParaRPr lang="uk-UA" dirty="0"/>
        </a:p>
      </dgm:t>
    </dgm:pt>
    <dgm:pt modelId="{76A79861-75BF-4509-B50C-4EEF77733E7B}" type="parTrans" cxnId="{35B6FFAF-1C55-43CA-A210-6B73D718134D}">
      <dgm:prSet/>
      <dgm:spPr/>
      <dgm:t>
        <a:bodyPr/>
        <a:lstStyle/>
        <a:p>
          <a:endParaRPr lang="uk-UA"/>
        </a:p>
      </dgm:t>
    </dgm:pt>
    <dgm:pt modelId="{3AC658C9-9580-45DA-AFA2-FB44753E37C8}" type="sibTrans" cxnId="{35B6FFAF-1C55-43CA-A210-6B73D718134D}">
      <dgm:prSet/>
      <dgm:spPr/>
      <dgm:t>
        <a:bodyPr/>
        <a:lstStyle/>
        <a:p>
          <a:endParaRPr lang="uk-UA"/>
        </a:p>
      </dgm:t>
    </dgm:pt>
    <dgm:pt modelId="{A0B30804-E255-40BD-828B-4FE44DDF6926}">
      <dgm:prSet/>
      <dgm:spPr/>
      <dgm:t>
        <a:bodyPr/>
        <a:lstStyle/>
        <a:p>
          <a:r>
            <a:rPr lang="uk-UA" b="0" i="0" dirty="0"/>
            <a:t>посилення політичної та культурної ізоляції Київської Русі з боку держав Західної Європи.</a:t>
          </a:r>
          <a:endParaRPr lang="uk-UA" dirty="0"/>
        </a:p>
      </dgm:t>
    </dgm:pt>
    <dgm:pt modelId="{520C7019-EB15-4BE3-BF66-B651224BB0AD}" type="parTrans" cxnId="{2540F1F7-E5FD-4D75-A058-8F662D307631}">
      <dgm:prSet/>
      <dgm:spPr/>
      <dgm:t>
        <a:bodyPr/>
        <a:lstStyle/>
        <a:p>
          <a:endParaRPr lang="uk-UA"/>
        </a:p>
      </dgm:t>
    </dgm:pt>
    <dgm:pt modelId="{F4B94643-5644-4392-8DFB-68AD0834B32D}" type="sibTrans" cxnId="{2540F1F7-E5FD-4D75-A058-8F662D307631}">
      <dgm:prSet/>
      <dgm:spPr/>
      <dgm:t>
        <a:bodyPr/>
        <a:lstStyle/>
        <a:p>
          <a:endParaRPr lang="uk-UA"/>
        </a:p>
      </dgm:t>
    </dgm:pt>
    <dgm:pt modelId="{92C5ED0D-8AEA-4DB9-8679-28980EFAE9EE}" type="pres">
      <dgm:prSet presAssocID="{34F06654-086A-4DCE-BD0B-EBEA6E6CAD8F}" presName="linear" presStyleCnt="0">
        <dgm:presLayoutVars>
          <dgm:animLvl val="lvl"/>
          <dgm:resizeHandles val="exact"/>
        </dgm:presLayoutVars>
      </dgm:prSet>
      <dgm:spPr/>
    </dgm:pt>
    <dgm:pt modelId="{5E19BBB0-D971-4387-B015-CABE4A7A021C}" type="pres">
      <dgm:prSet presAssocID="{33111ACB-24D7-4688-A7F4-FD9882020F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90A316-A3BE-4778-9326-AFBDDB26357E}" type="pres">
      <dgm:prSet presAssocID="{3AC658C9-9580-45DA-AFA2-FB44753E37C8}" presName="spacer" presStyleCnt="0"/>
      <dgm:spPr/>
    </dgm:pt>
    <dgm:pt modelId="{12CEEDAD-0B1A-4402-8FB3-32C8B088524E}" type="pres">
      <dgm:prSet presAssocID="{A0B30804-E255-40BD-828B-4FE44DDF69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F2E7959-7363-4542-9A09-01B3EBFF442B}" type="presOf" srcId="{A0B30804-E255-40BD-828B-4FE44DDF6926}" destId="{12CEEDAD-0B1A-4402-8FB3-32C8B088524E}" srcOrd="0" destOrd="0" presId="urn:microsoft.com/office/officeart/2005/8/layout/vList2"/>
    <dgm:cxn modelId="{35B6FFAF-1C55-43CA-A210-6B73D718134D}" srcId="{34F06654-086A-4DCE-BD0B-EBEA6E6CAD8F}" destId="{33111ACB-24D7-4688-A7F4-FD9882020FED}" srcOrd="0" destOrd="0" parTransId="{76A79861-75BF-4509-B50C-4EEF77733E7B}" sibTransId="{3AC658C9-9580-45DA-AFA2-FB44753E37C8}"/>
    <dgm:cxn modelId="{663F3AD1-33EA-458D-AD3F-D73DAFFAA442}" type="presOf" srcId="{34F06654-086A-4DCE-BD0B-EBEA6E6CAD8F}" destId="{92C5ED0D-8AEA-4DB9-8679-28980EFAE9EE}" srcOrd="0" destOrd="0" presId="urn:microsoft.com/office/officeart/2005/8/layout/vList2"/>
    <dgm:cxn modelId="{2540F1F7-E5FD-4D75-A058-8F662D307631}" srcId="{34F06654-086A-4DCE-BD0B-EBEA6E6CAD8F}" destId="{A0B30804-E255-40BD-828B-4FE44DDF6926}" srcOrd="1" destOrd="0" parTransId="{520C7019-EB15-4BE3-BF66-B651224BB0AD}" sibTransId="{F4B94643-5644-4392-8DFB-68AD0834B32D}"/>
    <dgm:cxn modelId="{D5B024F8-2EEB-4FCC-8A2E-CA1BADAE12AC}" type="presOf" srcId="{33111ACB-24D7-4688-A7F4-FD9882020FED}" destId="{5E19BBB0-D971-4387-B015-CABE4A7A021C}" srcOrd="0" destOrd="0" presId="urn:microsoft.com/office/officeart/2005/8/layout/vList2"/>
    <dgm:cxn modelId="{86C64CA2-5AAD-41D1-82AC-4CD9D5EEB748}" type="presParOf" srcId="{92C5ED0D-8AEA-4DB9-8679-28980EFAE9EE}" destId="{5E19BBB0-D971-4387-B015-CABE4A7A021C}" srcOrd="0" destOrd="0" presId="urn:microsoft.com/office/officeart/2005/8/layout/vList2"/>
    <dgm:cxn modelId="{9CD9EFC1-FF48-45E1-B3C1-94456F00452B}" type="presParOf" srcId="{92C5ED0D-8AEA-4DB9-8679-28980EFAE9EE}" destId="{A390A316-A3BE-4778-9326-AFBDDB26357E}" srcOrd="1" destOrd="0" presId="urn:microsoft.com/office/officeart/2005/8/layout/vList2"/>
    <dgm:cxn modelId="{E4641851-EC79-4C2A-BDDC-3D59DE680D07}" type="presParOf" srcId="{92C5ED0D-8AEA-4DB9-8679-28980EFAE9EE}" destId="{12CEEDAD-0B1A-4402-8FB3-32C8B088524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15EE076A-3525-49B5-BBE8-D43751CEEF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C2BC9A-F574-4076-A5DA-BB47745BDD80}">
      <dgm:prSet/>
      <dgm:spPr/>
      <dgm:t>
        <a:bodyPr/>
        <a:lstStyle/>
        <a:p>
          <a:r>
            <a:rPr lang="uk-UA" b="0" i="0"/>
            <a:t>картини, написані фарбами (водяними або на вапняному молоці) по свіжій вогкій штукатурці</a:t>
          </a:r>
          <a:endParaRPr lang="uk-UA"/>
        </a:p>
      </dgm:t>
    </dgm:pt>
    <dgm:pt modelId="{45EBEFCD-A351-4903-8F5F-7DFE08D71EAB}" type="parTrans" cxnId="{7466D701-BBD8-4924-8845-7B6D8900F93A}">
      <dgm:prSet/>
      <dgm:spPr/>
      <dgm:t>
        <a:bodyPr/>
        <a:lstStyle/>
        <a:p>
          <a:endParaRPr lang="uk-UA"/>
        </a:p>
      </dgm:t>
    </dgm:pt>
    <dgm:pt modelId="{B324281D-F773-4641-8BAD-2516E8D8C919}" type="sibTrans" cxnId="{7466D701-BBD8-4924-8845-7B6D8900F93A}">
      <dgm:prSet/>
      <dgm:spPr/>
      <dgm:t>
        <a:bodyPr/>
        <a:lstStyle/>
        <a:p>
          <a:endParaRPr lang="uk-UA"/>
        </a:p>
      </dgm:t>
    </dgm:pt>
    <dgm:pt modelId="{EEE4377E-4BEB-42FC-8F5A-BB5A982FD85B}">
      <dgm:prSet/>
      <dgm:spPr/>
      <dgm:t>
        <a:bodyPr/>
        <a:lstStyle/>
        <a:p>
          <a:r>
            <a:rPr lang="uk-UA" b="0" i="0" dirty="0"/>
            <a:t>кольорові малюнки, що ілюстрували й доповнювали текст рукопису та розміщувалися на його полях або між рядками</a:t>
          </a:r>
          <a:endParaRPr lang="uk-UA" dirty="0"/>
        </a:p>
      </dgm:t>
    </dgm:pt>
    <dgm:pt modelId="{2F6E53A0-7C1A-4923-906E-1B8D66578E80}" type="parTrans" cxnId="{D0EEABEF-C214-4728-970A-C37B0DB4D477}">
      <dgm:prSet/>
      <dgm:spPr/>
      <dgm:t>
        <a:bodyPr/>
        <a:lstStyle/>
        <a:p>
          <a:endParaRPr lang="uk-UA"/>
        </a:p>
      </dgm:t>
    </dgm:pt>
    <dgm:pt modelId="{4C0530BF-313B-4EBA-9106-20DC408007EC}" type="sibTrans" cxnId="{D0EEABEF-C214-4728-970A-C37B0DB4D477}">
      <dgm:prSet/>
      <dgm:spPr/>
      <dgm:t>
        <a:bodyPr/>
        <a:lstStyle/>
        <a:p>
          <a:endParaRPr lang="uk-UA"/>
        </a:p>
      </dgm:t>
    </dgm:pt>
    <dgm:pt modelId="{A7020DE7-FB85-4634-A05A-AEFF1A560E08}">
      <dgm:prSet/>
      <dgm:spPr/>
      <dgm:t>
        <a:bodyPr/>
        <a:lstStyle/>
        <a:p>
          <a:r>
            <a:rPr lang="uk-UA" b="0" i="0" dirty="0"/>
            <a:t>народні епічні пісні, у яких, як правило, прославлялися подвиги давньоруських героїв-богатирів у боротьбі з кочовиками</a:t>
          </a:r>
          <a:endParaRPr lang="uk-UA" dirty="0"/>
        </a:p>
      </dgm:t>
    </dgm:pt>
    <dgm:pt modelId="{B38A4C89-C3B0-4454-92C3-68707538CDE9}" type="parTrans" cxnId="{03D6596A-6B33-45FC-941E-6A4C7076A1B8}">
      <dgm:prSet/>
      <dgm:spPr/>
      <dgm:t>
        <a:bodyPr/>
        <a:lstStyle/>
        <a:p>
          <a:endParaRPr lang="uk-UA"/>
        </a:p>
      </dgm:t>
    </dgm:pt>
    <dgm:pt modelId="{8AEFCE63-EC93-4AF9-888F-B184CB4E7B0C}" type="sibTrans" cxnId="{03D6596A-6B33-45FC-941E-6A4C7076A1B8}">
      <dgm:prSet/>
      <dgm:spPr/>
      <dgm:t>
        <a:bodyPr/>
        <a:lstStyle/>
        <a:p>
          <a:endParaRPr lang="uk-UA"/>
        </a:p>
      </dgm:t>
    </dgm:pt>
    <dgm:pt modelId="{A7A80BC1-167E-40F2-A1EC-14315F1E3C50}">
      <dgm:prSet/>
      <dgm:spPr/>
      <dgm:t>
        <a:bodyPr/>
        <a:lstStyle/>
        <a:p>
          <a:r>
            <a:rPr lang="uk-UA" b="0" i="0"/>
            <a:t>зображення, зроблені з окремих, щільно припасованих один до одного й закріплених на цементі різнокольорових шматочків скла, мармуру тощо</a:t>
          </a:r>
          <a:endParaRPr lang="uk-UA"/>
        </a:p>
      </dgm:t>
    </dgm:pt>
    <dgm:pt modelId="{37BB76B6-0F71-4324-AD3A-68F8B67093BB}" type="parTrans" cxnId="{DDB3C209-E22F-480C-9ADF-6AFF9AAC6726}">
      <dgm:prSet/>
      <dgm:spPr/>
      <dgm:t>
        <a:bodyPr/>
        <a:lstStyle/>
        <a:p>
          <a:endParaRPr lang="uk-UA"/>
        </a:p>
      </dgm:t>
    </dgm:pt>
    <dgm:pt modelId="{15C2E846-1D8D-42D3-9647-4A389CA0ACBA}" type="sibTrans" cxnId="{DDB3C209-E22F-480C-9ADF-6AFF9AAC6726}">
      <dgm:prSet/>
      <dgm:spPr/>
      <dgm:t>
        <a:bodyPr/>
        <a:lstStyle/>
        <a:p>
          <a:endParaRPr lang="uk-UA"/>
        </a:p>
      </dgm:t>
    </dgm:pt>
    <dgm:pt modelId="{8802F68C-A7EF-4CE5-96F7-86A4731105AD}">
      <dgm:prSet/>
      <dgm:spPr/>
      <dgm:t>
        <a:bodyPr/>
        <a:lstStyle/>
        <a:p>
          <a:r>
            <a:rPr lang="uk-UA" b="0" i="0" dirty="0"/>
            <a:t>історико-літературні твори, створені на основі різних джерел, у яких оповіді про події та факти подаються за роками</a:t>
          </a:r>
          <a:endParaRPr lang="uk-UA" dirty="0"/>
        </a:p>
      </dgm:t>
    </dgm:pt>
    <dgm:pt modelId="{424E321F-163B-41CB-80FB-46FB6A1A6E51}" type="parTrans" cxnId="{5E2A1401-66F3-443D-B551-24DF336DB6D2}">
      <dgm:prSet/>
      <dgm:spPr/>
      <dgm:t>
        <a:bodyPr/>
        <a:lstStyle/>
        <a:p>
          <a:endParaRPr lang="uk-UA"/>
        </a:p>
      </dgm:t>
    </dgm:pt>
    <dgm:pt modelId="{3F829952-E2DA-41A3-BFB7-0F80F8E4E87B}" type="sibTrans" cxnId="{5E2A1401-66F3-443D-B551-24DF336DB6D2}">
      <dgm:prSet/>
      <dgm:spPr/>
      <dgm:t>
        <a:bodyPr/>
        <a:lstStyle/>
        <a:p>
          <a:endParaRPr lang="uk-UA"/>
        </a:p>
      </dgm:t>
    </dgm:pt>
    <dgm:pt modelId="{A612EF62-8435-4533-A7A5-7F77DF65F772}" type="pres">
      <dgm:prSet presAssocID="{15EE076A-3525-49B5-BBE8-D43751CEEF0D}" presName="linear" presStyleCnt="0">
        <dgm:presLayoutVars>
          <dgm:animLvl val="lvl"/>
          <dgm:resizeHandles val="exact"/>
        </dgm:presLayoutVars>
      </dgm:prSet>
      <dgm:spPr/>
    </dgm:pt>
    <dgm:pt modelId="{EFB02F69-0CAB-4D04-90AB-757F03E9702B}" type="pres">
      <dgm:prSet presAssocID="{32C2BC9A-F574-4076-A5DA-BB47745BDD8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871DEBF-768E-472C-903E-5020F2F8EE5A}" type="pres">
      <dgm:prSet presAssocID="{B324281D-F773-4641-8BAD-2516E8D8C919}" presName="spacer" presStyleCnt="0"/>
      <dgm:spPr/>
    </dgm:pt>
    <dgm:pt modelId="{B39F6050-830C-48BA-9120-BDC0D6C3FC2A}" type="pres">
      <dgm:prSet presAssocID="{EEE4377E-4BEB-42FC-8F5A-BB5A982FD8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A3ED035-9B1F-4502-94D9-F1357465F5A9}" type="pres">
      <dgm:prSet presAssocID="{4C0530BF-313B-4EBA-9106-20DC408007EC}" presName="spacer" presStyleCnt="0"/>
      <dgm:spPr/>
    </dgm:pt>
    <dgm:pt modelId="{54BB6C5A-B5C8-44B5-8021-A4A17A81A3DC}" type="pres">
      <dgm:prSet presAssocID="{A7020DE7-FB85-4634-A05A-AEFF1A560E0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9D91D2-593C-40C8-AA20-2E8984434051}" type="pres">
      <dgm:prSet presAssocID="{8AEFCE63-EC93-4AF9-888F-B184CB4E7B0C}" presName="spacer" presStyleCnt="0"/>
      <dgm:spPr/>
    </dgm:pt>
    <dgm:pt modelId="{90F3CE31-BCA9-4262-B874-C443CE804C3B}" type="pres">
      <dgm:prSet presAssocID="{A7A80BC1-167E-40F2-A1EC-14315F1E3C5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689B321-556D-4B4A-A5D6-4A68630DC2F8}" type="pres">
      <dgm:prSet presAssocID="{15C2E846-1D8D-42D3-9647-4A389CA0ACBA}" presName="spacer" presStyleCnt="0"/>
      <dgm:spPr/>
    </dgm:pt>
    <dgm:pt modelId="{02CE4A7C-A9EC-4047-9AAE-D62680B66E34}" type="pres">
      <dgm:prSet presAssocID="{8802F68C-A7EF-4CE5-96F7-86A4731105A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E2A1401-66F3-443D-B551-24DF336DB6D2}" srcId="{15EE076A-3525-49B5-BBE8-D43751CEEF0D}" destId="{8802F68C-A7EF-4CE5-96F7-86A4731105AD}" srcOrd="4" destOrd="0" parTransId="{424E321F-163B-41CB-80FB-46FB6A1A6E51}" sibTransId="{3F829952-E2DA-41A3-BFB7-0F80F8E4E87B}"/>
    <dgm:cxn modelId="{7466D701-BBD8-4924-8845-7B6D8900F93A}" srcId="{15EE076A-3525-49B5-BBE8-D43751CEEF0D}" destId="{32C2BC9A-F574-4076-A5DA-BB47745BDD80}" srcOrd="0" destOrd="0" parTransId="{45EBEFCD-A351-4903-8F5F-7DFE08D71EAB}" sibTransId="{B324281D-F773-4641-8BAD-2516E8D8C919}"/>
    <dgm:cxn modelId="{100CA504-F09C-4CAC-82A3-A90EB4C1C0B7}" type="presOf" srcId="{A7A80BC1-167E-40F2-A1EC-14315F1E3C50}" destId="{90F3CE31-BCA9-4262-B874-C443CE804C3B}" srcOrd="0" destOrd="0" presId="urn:microsoft.com/office/officeart/2005/8/layout/vList2"/>
    <dgm:cxn modelId="{DDB3C209-E22F-480C-9ADF-6AFF9AAC6726}" srcId="{15EE076A-3525-49B5-BBE8-D43751CEEF0D}" destId="{A7A80BC1-167E-40F2-A1EC-14315F1E3C50}" srcOrd="3" destOrd="0" parTransId="{37BB76B6-0F71-4324-AD3A-68F8B67093BB}" sibTransId="{15C2E846-1D8D-42D3-9647-4A389CA0ACBA}"/>
    <dgm:cxn modelId="{03D6596A-6B33-45FC-941E-6A4C7076A1B8}" srcId="{15EE076A-3525-49B5-BBE8-D43751CEEF0D}" destId="{A7020DE7-FB85-4634-A05A-AEFF1A560E08}" srcOrd="2" destOrd="0" parTransId="{B38A4C89-C3B0-4454-92C3-68707538CDE9}" sibTransId="{8AEFCE63-EC93-4AF9-888F-B184CB4E7B0C}"/>
    <dgm:cxn modelId="{07226983-8E21-47BB-BA40-9ADF215720EC}" type="presOf" srcId="{A7020DE7-FB85-4634-A05A-AEFF1A560E08}" destId="{54BB6C5A-B5C8-44B5-8021-A4A17A81A3DC}" srcOrd="0" destOrd="0" presId="urn:microsoft.com/office/officeart/2005/8/layout/vList2"/>
    <dgm:cxn modelId="{5E23AF8E-7A6D-4026-916D-B751CD00E553}" type="presOf" srcId="{8802F68C-A7EF-4CE5-96F7-86A4731105AD}" destId="{02CE4A7C-A9EC-4047-9AAE-D62680B66E34}" srcOrd="0" destOrd="0" presId="urn:microsoft.com/office/officeart/2005/8/layout/vList2"/>
    <dgm:cxn modelId="{1F0C478F-9FA0-47DF-9D82-83A7FAC30A8B}" type="presOf" srcId="{15EE076A-3525-49B5-BBE8-D43751CEEF0D}" destId="{A612EF62-8435-4533-A7A5-7F77DF65F772}" srcOrd="0" destOrd="0" presId="urn:microsoft.com/office/officeart/2005/8/layout/vList2"/>
    <dgm:cxn modelId="{A455CFB9-B81B-4D14-8461-7847F4BBC4CD}" type="presOf" srcId="{32C2BC9A-F574-4076-A5DA-BB47745BDD80}" destId="{EFB02F69-0CAB-4D04-90AB-757F03E9702B}" srcOrd="0" destOrd="0" presId="urn:microsoft.com/office/officeart/2005/8/layout/vList2"/>
    <dgm:cxn modelId="{D0EEABEF-C214-4728-970A-C37B0DB4D477}" srcId="{15EE076A-3525-49B5-BBE8-D43751CEEF0D}" destId="{EEE4377E-4BEB-42FC-8F5A-BB5A982FD85B}" srcOrd="1" destOrd="0" parTransId="{2F6E53A0-7C1A-4923-906E-1B8D66578E80}" sibTransId="{4C0530BF-313B-4EBA-9106-20DC408007EC}"/>
    <dgm:cxn modelId="{10D1F2FC-6BBB-4BA0-BF78-EF3E53C504F8}" type="presOf" srcId="{EEE4377E-4BEB-42FC-8F5A-BB5A982FD85B}" destId="{B39F6050-830C-48BA-9120-BDC0D6C3FC2A}" srcOrd="0" destOrd="0" presId="urn:microsoft.com/office/officeart/2005/8/layout/vList2"/>
    <dgm:cxn modelId="{E8F0208F-06CA-41B5-8A99-40BA4F7A3071}" type="presParOf" srcId="{A612EF62-8435-4533-A7A5-7F77DF65F772}" destId="{EFB02F69-0CAB-4D04-90AB-757F03E9702B}" srcOrd="0" destOrd="0" presId="urn:microsoft.com/office/officeart/2005/8/layout/vList2"/>
    <dgm:cxn modelId="{83D5BD8B-D993-4513-BF87-6F572BF28ACA}" type="presParOf" srcId="{A612EF62-8435-4533-A7A5-7F77DF65F772}" destId="{E871DEBF-768E-472C-903E-5020F2F8EE5A}" srcOrd="1" destOrd="0" presId="urn:microsoft.com/office/officeart/2005/8/layout/vList2"/>
    <dgm:cxn modelId="{4F063B64-85BA-40EB-9E22-B8F070EF3BEE}" type="presParOf" srcId="{A612EF62-8435-4533-A7A5-7F77DF65F772}" destId="{B39F6050-830C-48BA-9120-BDC0D6C3FC2A}" srcOrd="2" destOrd="0" presId="urn:microsoft.com/office/officeart/2005/8/layout/vList2"/>
    <dgm:cxn modelId="{3AF5C01E-FF62-46D9-B5B8-CA390CC85582}" type="presParOf" srcId="{A612EF62-8435-4533-A7A5-7F77DF65F772}" destId="{DA3ED035-9B1F-4502-94D9-F1357465F5A9}" srcOrd="3" destOrd="0" presId="urn:microsoft.com/office/officeart/2005/8/layout/vList2"/>
    <dgm:cxn modelId="{EF9DB89A-AA47-4DD9-AACA-B92247B5A8A8}" type="presParOf" srcId="{A612EF62-8435-4533-A7A5-7F77DF65F772}" destId="{54BB6C5A-B5C8-44B5-8021-A4A17A81A3DC}" srcOrd="4" destOrd="0" presId="urn:microsoft.com/office/officeart/2005/8/layout/vList2"/>
    <dgm:cxn modelId="{5AA828FF-7D64-4AFB-9594-77B87CE07631}" type="presParOf" srcId="{A612EF62-8435-4533-A7A5-7F77DF65F772}" destId="{099D91D2-593C-40C8-AA20-2E8984434051}" srcOrd="5" destOrd="0" presId="urn:microsoft.com/office/officeart/2005/8/layout/vList2"/>
    <dgm:cxn modelId="{7863C668-A5F1-4346-9627-13C2DB5B05C3}" type="presParOf" srcId="{A612EF62-8435-4533-A7A5-7F77DF65F772}" destId="{90F3CE31-BCA9-4262-B874-C443CE804C3B}" srcOrd="6" destOrd="0" presId="urn:microsoft.com/office/officeart/2005/8/layout/vList2"/>
    <dgm:cxn modelId="{36D31F04-4E1B-4CD0-9542-B12FF5BF037A}" type="presParOf" srcId="{A612EF62-8435-4533-A7A5-7F77DF65F772}" destId="{B689B321-556D-4B4A-A5D6-4A68630DC2F8}" srcOrd="7" destOrd="0" presId="urn:microsoft.com/office/officeart/2005/8/layout/vList2"/>
    <dgm:cxn modelId="{9EE5D927-20CD-43B6-BBC3-733D6C13AF69}" type="presParOf" srcId="{A612EF62-8435-4533-A7A5-7F77DF65F772}" destId="{02CE4A7C-A9EC-4047-9AAE-D62680B66E3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17AAC506-D185-4CA1-9118-943071B6AB6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C2FE4AB-BAAE-41B6-9343-F8762F4D0198}">
      <dgm:prSet/>
      <dgm:spPr/>
      <dgm:t>
        <a:bodyPr/>
        <a:lstStyle/>
        <a:p>
          <a:r>
            <a:rPr lang="uk-UA" b="0" i="0"/>
            <a:t>билини</a:t>
          </a:r>
          <a:endParaRPr lang="uk-UA"/>
        </a:p>
      </dgm:t>
    </dgm:pt>
    <dgm:pt modelId="{26BDC4FD-C38E-469D-B97D-D0696D7DB726}" type="parTrans" cxnId="{878AD7E6-CD0C-4B99-B7FD-C7440C14E377}">
      <dgm:prSet/>
      <dgm:spPr/>
      <dgm:t>
        <a:bodyPr/>
        <a:lstStyle/>
        <a:p>
          <a:endParaRPr lang="uk-UA"/>
        </a:p>
      </dgm:t>
    </dgm:pt>
    <dgm:pt modelId="{C78A4200-B588-45D4-BED6-90E2B81469BB}" type="sibTrans" cxnId="{878AD7E6-CD0C-4B99-B7FD-C7440C14E377}">
      <dgm:prSet/>
      <dgm:spPr/>
      <dgm:t>
        <a:bodyPr/>
        <a:lstStyle/>
        <a:p>
          <a:endParaRPr lang="uk-UA"/>
        </a:p>
      </dgm:t>
    </dgm:pt>
    <dgm:pt modelId="{297D7940-1D76-42DD-9A15-1D9CF7E57A33}">
      <dgm:prSet/>
      <dgm:spPr/>
      <dgm:t>
        <a:bodyPr/>
        <a:lstStyle/>
        <a:p>
          <a:r>
            <a:rPr lang="uk-UA" b="0" i="0" dirty="0"/>
            <a:t>літописи</a:t>
          </a:r>
          <a:endParaRPr lang="uk-UA" dirty="0"/>
        </a:p>
      </dgm:t>
    </dgm:pt>
    <dgm:pt modelId="{0ADECBF8-FFCF-494B-A6C5-A68E6B20FCFB}" type="parTrans" cxnId="{2346F404-C8AB-4535-9413-FE5C24D1BB51}">
      <dgm:prSet/>
      <dgm:spPr/>
      <dgm:t>
        <a:bodyPr/>
        <a:lstStyle/>
        <a:p>
          <a:endParaRPr lang="uk-UA"/>
        </a:p>
      </dgm:t>
    </dgm:pt>
    <dgm:pt modelId="{60E2D24A-BBEF-49EA-B27E-DBC6EADAE29C}" type="sibTrans" cxnId="{2346F404-C8AB-4535-9413-FE5C24D1BB51}">
      <dgm:prSet/>
      <dgm:spPr/>
      <dgm:t>
        <a:bodyPr/>
        <a:lstStyle/>
        <a:p>
          <a:endParaRPr lang="uk-UA"/>
        </a:p>
      </dgm:t>
    </dgm:pt>
    <dgm:pt modelId="{B644115B-8455-4978-ABCF-CC58FB199F0B}">
      <dgm:prSet/>
      <dgm:spPr/>
      <dgm:t>
        <a:bodyPr/>
        <a:lstStyle/>
        <a:p>
          <a:r>
            <a:rPr lang="uk-UA" b="0" i="0"/>
            <a:t>мозаїки</a:t>
          </a:r>
          <a:endParaRPr lang="uk-UA"/>
        </a:p>
      </dgm:t>
    </dgm:pt>
    <dgm:pt modelId="{250AE7EF-C3E8-4678-98DE-D4316E6DA75E}" type="parTrans" cxnId="{0D319278-2F4E-4569-997F-04D0B2C134A2}">
      <dgm:prSet/>
      <dgm:spPr/>
      <dgm:t>
        <a:bodyPr/>
        <a:lstStyle/>
        <a:p>
          <a:endParaRPr lang="uk-UA"/>
        </a:p>
      </dgm:t>
    </dgm:pt>
    <dgm:pt modelId="{2268BBC6-E3DE-4B3C-86BE-D15027CDCC69}" type="sibTrans" cxnId="{0D319278-2F4E-4569-997F-04D0B2C134A2}">
      <dgm:prSet/>
      <dgm:spPr/>
      <dgm:t>
        <a:bodyPr/>
        <a:lstStyle/>
        <a:p>
          <a:endParaRPr lang="uk-UA"/>
        </a:p>
      </dgm:t>
    </dgm:pt>
    <dgm:pt modelId="{394F9F33-3A31-4592-AA40-2EFBE16786F8}">
      <dgm:prSet/>
      <dgm:spPr/>
      <dgm:t>
        <a:bodyPr/>
        <a:lstStyle/>
        <a:p>
          <a:r>
            <a:rPr lang="uk-UA" b="0" i="0" dirty="0"/>
            <a:t>фрески</a:t>
          </a:r>
          <a:endParaRPr lang="uk-UA" dirty="0"/>
        </a:p>
      </dgm:t>
    </dgm:pt>
    <dgm:pt modelId="{E221F056-6D40-4CF3-BC6F-E5DE2CE1DB3E}" type="parTrans" cxnId="{FA7706BF-B424-4156-87C4-E5FEC8C51085}">
      <dgm:prSet/>
      <dgm:spPr/>
      <dgm:t>
        <a:bodyPr/>
        <a:lstStyle/>
        <a:p>
          <a:endParaRPr lang="uk-UA"/>
        </a:p>
      </dgm:t>
    </dgm:pt>
    <dgm:pt modelId="{D7F9CEAD-CC14-412F-B896-6DB3106FD2E9}" type="sibTrans" cxnId="{FA7706BF-B424-4156-87C4-E5FEC8C51085}">
      <dgm:prSet/>
      <dgm:spPr/>
      <dgm:t>
        <a:bodyPr/>
        <a:lstStyle/>
        <a:p>
          <a:endParaRPr lang="uk-UA"/>
        </a:p>
      </dgm:t>
    </dgm:pt>
    <dgm:pt modelId="{7490714A-E8BE-4226-B42D-4977B52B2D79}" type="pres">
      <dgm:prSet presAssocID="{17AAC506-D185-4CA1-9118-943071B6AB66}" presName="matrix" presStyleCnt="0">
        <dgm:presLayoutVars>
          <dgm:chMax val="1"/>
          <dgm:dir/>
          <dgm:resizeHandles val="exact"/>
        </dgm:presLayoutVars>
      </dgm:prSet>
      <dgm:spPr/>
    </dgm:pt>
    <dgm:pt modelId="{BCCA5015-39ED-4C05-8627-8E4BEE5997C6}" type="pres">
      <dgm:prSet presAssocID="{17AAC506-D185-4CA1-9118-943071B6AB66}" presName="diamond" presStyleLbl="bgShp" presStyleIdx="0" presStyleCnt="1"/>
      <dgm:spPr/>
    </dgm:pt>
    <dgm:pt modelId="{C7FC0C3B-B7E2-44E2-B20E-8A265D4084BE}" type="pres">
      <dgm:prSet presAssocID="{17AAC506-D185-4CA1-9118-943071B6AB6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7C9B059-9ED7-45FD-B412-BD398DB85ECD}" type="pres">
      <dgm:prSet presAssocID="{17AAC506-D185-4CA1-9118-943071B6AB6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E0DA3D-1AEB-4B94-90DD-29DAB7F927CB}" type="pres">
      <dgm:prSet presAssocID="{17AAC506-D185-4CA1-9118-943071B6AB6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559CB2-FD4C-4BF7-A2C4-E0CD2766BA98}" type="pres">
      <dgm:prSet presAssocID="{17AAC506-D185-4CA1-9118-943071B6AB6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346F404-C8AB-4535-9413-FE5C24D1BB51}" srcId="{17AAC506-D185-4CA1-9118-943071B6AB66}" destId="{297D7940-1D76-42DD-9A15-1D9CF7E57A33}" srcOrd="1" destOrd="0" parTransId="{0ADECBF8-FFCF-494B-A6C5-A68E6B20FCFB}" sibTransId="{60E2D24A-BBEF-49EA-B27E-DBC6EADAE29C}"/>
    <dgm:cxn modelId="{504BCC0E-7B3D-40C1-A4F4-2718D65BB2FA}" type="presOf" srcId="{394F9F33-3A31-4592-AA40-2EFBE16786F8}" destId="{0E559CB2-FD4C-4BF7-A2C4-E0CD2766BA98}" srcOrd="0" destOrd="0" presId="urn:microsoft.com/office/officeart/2005/8/layout/matrix3"/>
    <dgm:cxn modelId="{8965872D-5F77-4941-99BC-C5C1CC1C5ADC}" type="presOf" srcId="{17AAC506-D185-4CA1-9118-943071B6AB66}" destId="{7490714A-E8BE-4226-B42D-4977B52B2D79}" srcOrd="0" destOrd="0" presId="urn:microsoft.com/office/officeart/2005/8/layout/matrix3"/>
    <dgm:cxn modelId="{0D319278-2F4E-4569-997F-04D0B2C134A2}" srcId="{17AAC506-D185-4CA1-9118-943071B6AB66}" destId="{B644115B-8455-4978-ABCF-CC58FB199F0B}" srcOrd="2" destOrd="0" parTransId="{250AE7EF-C3E8-4678-98DE-D4316E6DA75E}" sibTransId="{2268BBC6-E3DE-4B3C-86BE-D15027CDCC69}"/>
    <dgm:cxn modelId="{C95729AF-46BF-4F93-8620-BED4D58DB2D8}" type="presOf" srcId="{CC2FE4AB-BAAE-41B6-9343-F8762F4D0198}" destId="{C7FC0C3B-B7E2-44E2-B20E-8A265D4084BE}" srcOrd="0" destOrd="0" presId="urn:microsoft.com/office/officeart/2005/8/layout/matrix3"/>
    <dgm:cxn modelId="{2F9C93B1-D093-49D5-A2AF-6CADA3CD4E5A}" type="presOf" srcId="{297D7940-1D76-42DD-9A15-1D9CF7E57A33}" destId="{77C9B059-9ED7-45FD-B412-BD398DB85ECD}" srcOrd="0" destOrd="0" presId="urn:microsoft.com/office/officeart/2005/8/layout/matrix3"/>
    <dgm:cxn modelId="{8AAF06BC-FFF7-4076-831D-EA01DAC46AA2}" type="presOf" srcId="{B644115B-8455-4978-ABCF-CC58FB199F0B}" destId="{72E0DA3D-1AEB-4B94-90DD-29DAB7F927CB}" srcOrd="0" destOrd="0" presId="urn:microsoft.com/office/officeart/2005/8/layout/matrix3"/>
    <dgm:cxn modelId="{FA7706BF-B424-4156-87C4-E5FEC8C51085}" srcId="{17AAC506-D185-4CA1-9118-943071B6AB66}" destId="{394F9F33-3A31-4592-AA40-2EFBE16786F8}" srcOrd="3" destOrd="0" parTransId="{E221F056-6D40-4CF3-BC6F-E5DE2CE1DB3E}" sibTransId="{D7F9CEAD-CC14-412F-B896-6DB3106FD2E9}"/>
    <dgm:cxn modelId="{878AD7E6-CD0C-4B99-B7FD-C7440C14E377}" srcId="{17AAC506-D185-4CA1-9118-943071B6AB66}" destId="{CC2FE4AB-BAAE-41B6-9343-F8762F4D0198}" srcOrd="0" destOrd="0" parTransId="{26BDC4FD-C38E-469D-B97D-D0696D7DB726}" sibTransId="{C78A4200-B588-45D4-BED6-90E2B81469BB}"/>
    <dgm:cxn modelId="{715BA282-EF56-47BD-A1BE-4DE792E21D77}" type="presParOf" srcId="{7490714A-E8BE-4226-B42D-4977B52B2D79}" destId="{BCCA5015-39ED-4C05-8627-8E4BEE5997C6}" srcOrd="0" destOrd="0" presId="urn:microsoft.com/office/officeart/2005/8/layout/matrix3"/>
    <dgm:cxn modelId="{DA97A1B9-52F5-4540-97B3-DA4AADCFD427}" type="presParOf" srcId="{7490714A-E8BE-4226-B42D-4977B52B2D79}" destId="{C7FC0C3B-B7E2-44E2-B20E-8A265D4084BE}" srcOrd="1" destOrd="0" presId="urn:microsoft.com/office/officeart/2005/8/layout/matrix3"/>
    <dgm:cxn modelId="{ABBE9BE6-9235-44F5-B425-A8253696EAC4}" type="presParOf" srcId="{7490714A-E8BE-4226-B42D-4977B52B2D79}" destId="{77C9B059-9ED7-45FD-B412-BD398DB85ECD}" srcOrd="2" destOrd="0" presId="urn:microsoft.com/office/officeart/2005/8/layout/matrix3"/>
    <dgm:cxn modelId="{E9F0D80A-3FED-42DE-9889-6D09CF197FE0}" type="presParOf" srcId="{7490714A-E8BE-4226-B42D-4977B52B2D79}" destId="{72E0DA3D-1AEB-4B94-90DD-29DAB7F927CB}" srcOrd="3" destOrd="0" presId="urn:microsoft.com/office/officeart/2005/8/layout/matrix3"/>
    <dgm:cxn modelId="{9A672C95-43DF-4F9F-9B51-A10C45308060}" type="presParOf" srcId="{7490714A-E8BE-4226-B42D-4977B52B2D79}" destId="{0E559CB2-FD4C-4BF7-A2C4-E0CD2766BA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00CB329A-BD46-4BC0-9866-771E84C873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C2C56B-AE5D-46FF-9F4B-CD18182D7493}">
      <dgm:prSet/>
      <dgm:spPr/>
      <dgm:t>
        <a:bodyPr/>
        <a:lstStyle/>
        <a:p>
          <a:r>
            <a:rPr lang="ru-RU" b="0" i="0" dirty="0"/>
            <a:t>селян, </a:t>
          </a:r>
          <a:r>
            <a:rPr lang="ru-RU" b="0" i="0" dirty="0" err="1"/>
            <a:t>які</a:t>
          </a:r>
          <a:r>
            <a:rPr lang="ru-RU" b="0" i="0" dirty="0"/>
            <a:t> </a:t>
          </a:r>
          <a:r>
            <a:rPr lang="ru-RU" b="0" i="0" dirty="0" err="1"/>
            <a:t>мали</a:t>
          </a:r>
          <a:r>
            <a:rPr lang="ru-RU" b="0" i="0" dirty="0"/>
            <a:t> </a:t>
          </a:r>
          <a:r>
            <a:rPr lang="ru-RU" b="0" i="0" dirty="0" err="1"/>
            <a:t>земельні</a:t>
          </a:r>
          <a:r>
            <a:rPr lang="ru-RU" b="0" i="0" dirty="0"/>
            <a:t> </a:t>
          </a:r>
          <a:r>
            <a:rPr lang="ru-RU" b="0" i="0" dirty="0" err="1"/>
            <a:t>наділи</a:t>
          </a:r>
          <a:r>
            <a:rPr lang="ru-RU" b="0" i="0" dirty="0"/>
            <a:t>, вели </a:t>
          </a:r>
          <a:r>
            <a:rPr lang="ru-RU" b="0" i="0" dirty="0" err="1"/>
            <a:t>своє</a:t>
          </a:r>
          <a:r>
            <a:rPr lang="ru-RU" b="0" i="0" dirty="0"/>
            <a:t> </a:t>
          </a:r>
          <a:r>
            <a:rPr lang="ru-RU" b="0" i="0" dirty="0" err="1"/>
            <a:t>господарство</a:t>
          </a:r>
          <a:r>
            <a:rPr lang="ru-RU" b="0" i="0" dirty="0"/>
            <a:t> та </a:t>
          </a:r>
          <a:r>
            <a:rPr lang="ru-RU" b="0" i="0" dirty="0" err="1"/>
            <a:t>виконували</a:t>
          </a:r>
          <a:r>
            <a:rPr lang="ru-RU" b="0" i="0" dirty="0"/>
            <a:t> </a:t>
          </a:r>
          <a:r>
            <a:rPr lang="ru-RU" b="0" i="0" dirty="0" err="1"/>
            <a:t>повинності</a:t>
          </a:r>
          <a:r>
            <a:rPr lang="ru-RU" b="0" i="0" dirty="0"/>
            <a:t> на </a:t>
          </a:r>
          <a:r>
            <a:rPr lang="ru-RU" b="0" i="0" dirty="0" err="1"/>
            <a:t>користь</a:t>
          </a:r>
          <a:r>
            <a:rPr lang="ru-RU" b="0" i="0" dirty="0"/>
            <a:t> феодала.</a:t>
          </a:r>
          <a:endParaRPr lang="uk-UA" dirty="0"/>
        </a:p>
      </dgm:t>
    </dgm:pt>
    <dgm:pt modelId="{5D3C522E-D578-4933-AFF6-A1BC3F9673E8}" type="parTrans" cxnId="{4A4ED249-384B-4235-89CF-D5438F884F26}">
      <dgm:prSet/>
      <dgm:spPr/>
      <dgm:t>
        <a:bodyPr/>
        <a:lstStyle/>
        <a:p>
          <a:endParaRPr lang="uk-UA"/>
        </a:p>
      </dgm:t>
    </dgm:pt>
    <dgm:pt modelId="{925AA613-70B9-4FC1-9459-A2112597E63E}" type="sibTrans" cxnId="{4A4ED249-384B-4235-89CF-D5438F884F26}">
      <dgm:prSet/>
      <dgm:spPr/>
      <dgm:t>
        <a:bodyPr/>
        <a:lstStyle/>
        <a:p>
          <a:endParaRPr lang="uk-UA"/>
        </a:p>
      </dgm:t>
    </dgm:pt>
    <dgm:pt modelId="{26E01CEA-9409-46C3-91E8-D4446889A608}">
      <dgm:prSet/>
      <dgm:spPr/>
      <dgm:t>
        <a:bodyPr/>
        <a:lstStyle/>
        <a:p>
          <a:r>
            <a:rPr lang="ru-RU" b="0" i="0" dirty="0"/>
            <a:t>людей, </a:t>
          </a:r>
          <a:r>
            <a:rPr lang="ru-RU" b="0" i="0" dirty="0" err="1"/>
            <a:t>які</a:t>
          </a:r>
          <a:r>
            <a:rPr lang="ru-RU" b="0" i="0" dirty="0"/>
            <a:t> </a:t>
          </a:r>
          <a:r>
            <a:rPr lang="ru-RU" b="0" i="0" dirty="0" err="1"/>
            <a:t>перебували</a:t>
          </a:r>
          <a:r>
            <a:rPr lang="ru-RU" b="0" i="0" dirty="0"/>
            <a:t> у </a:t>
          </a:r>
          <a:r>
            <a:rPr lang="ru-RU" b="0" i="0" dirty="0" err="1"/>
            <a:t>повній</a:t>
          </a:r>
          <a:r>
            <a:rPr lang="ru-RU" b="0" i="0" dirty="0"/>
            <a:t> </a:t>
          </a:r>
          <a:r>
            <a:rPr lang="ru-RU" b="0" i="0" dirty="0" err="1"/>
            <a:t>власності</a:t>
          </a:r>
          <a:r>
            <a:rPr lang="ru-RU" b="0" i="0" dirty="0"/>
            <a:t> феодала (</a:t>
          </a:r>
          <a:r>
            <a:rPr lang="ru-RU" b="0" i="0" dirty="0" err="1"/>
            <a:t>продавалися</a:t>
          </a:r>
          <a:r>
            <a:rPr lang="ru-RU" b="0" i="0" dirty="0"/>
            <a:t>, </a:t>
          </a:r>
          <a:r>
            <a:rPr lang="ru-RU" b="0" i="0" dirty="0" err="1"/>
            <a:t>дарувалися</a:t>
          </a:r>
          <a:r>
            <a:rPr lang="ru-RU" b="0" i="0" dirty="0"/>
            <a:t>, </a:t>
          </a:r>
          <a:r>
            <a:rPr lang="ru-RU" b="0" i="0" dirty="0" err="1"/>
            <a:t>передавалися</a:t>
          </a:r>
          <a:r>
            <a:rPr lang="ru-RU" b="0" i="0" dirty="0"/>
            <a:t> в </a:t>
          </a:r>
          <a:r>
            <a:rPr lang="ru-RU" b="0" i="0" dirty="0" err="1"/>
            <a:t>спадщину</a:t>
          </a:r>
          <a:r>
            <a:rPr lang="ru-RU" b="0" i="0" dirty="0"/>
            <a:t>).</a:t>
          </a:r>
          <a:endParaRPr lang="uk-UA" dirty="0"/>
        </a:p>
      </dgm:t>
    </dgm:pt>
    <dgm:pt modelId="{28B08C23-E6BA-4438-A399-5FEBBF52FC58}" type="parTrans" cxnId="{3940CD85-F3F6-43AC-8F4A-7693D38BDA4B}">
      <dgm:prSet/>
      <dgm:spPr/>
      <dgm:t>
        <a:bodyPr/>
        <a:lstStyle/>
        <a:p>
          <a:endParaRPr lang="uk-UA"/>
        </a:p>
      </dgm:t>
    </dgm:pt>
    <dgm:pt modelId="{F23605EB-B71B-4F86-81C0-C0F08A466B5B}" type="sibTrans" cxnId="{3940CD85-F3F6-43AC-8F4A-7693D38BDA4B}">
      <dgm:prSet/>
      <dgm:spPr/>
      <dgm:t>
        <a:bodyPr/>
        <a:lstStyle/>
        <a:p>
          <a:endParaRPr lang="uk-UA"/>
        </a:p>
      </dgm:t>
    </dgm:pt>
    <dgm:pt modelId="{04F49501-4DC1-4C12-AA69-A443440A40A8}">
      <dgm:prSet/>
      <dgm:spPr/>
      <dgm:t>
        <a:bodyPr/>
        <a:lstStyle/>
        <a:p>
          <a:r>
            <a:rPr lang="ru-RU" b="0" i="0"/>
            <a:t>ремісників, які мешкали в садибах феодалів, працювали в їхніх майстернях і сплачували грошову данину.</a:t>
          </a:r>
          <a:endParaRPr lang="uk-UA"/>
        </a:p>
      </dgm:t>
    </dgm:pt>
    <dgm:pt modelId="{713D844E-E92E-4A0D-8079-5F3CAEE03BCB}" type="parTrans" cxnId="{DAE4CE85-0966-4FF5-B3B0-67B1ACE5909E}">
      <dgm:prSet/>
      <dgm:spPr/>
      <dgm:t>
        <a:bodyPr/>
        <a:lstStyle/>
        <a:p>
          <a:endParaRPr lang="uk-UA"/>
        </a:p>
      </dgm:t>
    </dgm:pt>
    <dgm:pt modelId="{9EBDE35E-556C-40AE-9399-50D86DFF9C10}" type="sibTrans" cxnId="{DAE4CE85-0966-4FF5-B3B0-67B1ACE5909E}">
      <dgm:prSet/>
      <dgm:spPr/>
      <dgm:t>
        <a:bodyPr/>
        <a:lstStyle/>
        <a:p>
          <a:endParaRPr lang="uk-UA"/>
        </a:p>
      </dgm:t>
    </dgm:pt>
    <dgm:pt modelId="{539E9195-6FF0-4C89-9517-CAA07955CF86}">
      <dgm:prSet/>
      <dgm:spPr/>
      <dgm:t>
        <a:bodyPr/>
        <a:lstStyle/>
        <a:p>
          <a:r>
            <a:rPr lang="ru-RU" b="0" i="0" dirty="0"/>
            <a:t>селян, </a:t>
          </a:r>
          <a:r>
            <a:rPr lang="ru-RU" b="0" i="0" dirty="0" err="1"/>
            <a:t>які</a:t>
          </a:r>
          <a:r>
            <a:rPr lang="ru-RU" b="0" i="0" dirty="0"/>
            <a:t> </a:t>
          </a:r>
          <a:r>
            <a:rPr lang="ru-RU" b="0" i="0" dirty="0" err="1"/>
            <a:t>потрапили</a:t>
          </a:r>
          <a:r>
            <a:rPr lang="ru-RU" b="0" i="0" dirty="0"/>
            <a:t> в </a:t>
          </a:r>
          <a:r>
            <a:rPr lang="ru-RU" b="0" i="0" dirty="0" err="1"/>
            <a:t>залежність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феодала, </a:t>
          </a:r>
          <a:r>
            <a:rPr lang="ru-RU" b="0" i="0" dirty="0" err="1"/>
            <a:t>уклавши</a:t>
          </a:r>
          <a:r>
            <a:rPr lang="ru-RU" b="0" i="0" dirty="0"/>
            <a:t> з ним </a:t>
          </a:r>
          <a:r>
            <a:rPr lang="ru-RU" b="0" i="0" dirty="0" err="1"/>
            <a:t>договір</a:t>
          </a:r>
          <a:r>
            <a:rPr lang="ru-RU" b="0" i="0" dirty="0"/>
            <a:t> найму, </a:t>
          </a:r>
          <a:r>
            <a:rPr lang="ru-RU" b="0" i="0" dirty="0" err="1"/>
            <a:t>працювали</a:t>
          </a:r>
          <a:r>
            <a:rPr lang="ru-RU" b="0" i="0" dirty="0"/>
            <a:t> в </a:t>
          </a:r>
          <a:r>
            <a:rPr lang="ru-RU" b="0" i="0" dirty="0" err="1"/>
            <a:t>його</a:t>
          </a:r>
          <a:r>
            <a:rPr lang="ru-RU" b="0" i="0" dirty="0"/>
            <a:t> </a:t>
          </a:r>
          <a:r>
            <a:rPr lang="ru-RU" b="0" i="0" dirty="0" err="1"/>
            <a:t>господарстві</a:t>
          </a:r>
          <a:r>
            <a:rPr lang="ru-RU" b="0" i="0" dirty="0"/>
            <a:t>.</a:t>
          </a:r>
          <a:endParaRPr lang="uk-UA" dirty="0"/>
        </a:p>
      </dgm:t>
    </dgm:pt>
    <dgm:pt modelId="{1E4185AD-063C-4F62-ACAB-6DDED8A08DC5}" type="parTrans" cxnId="{6EEECBA0-8EF4-4246-9107-9C4A8F18D1E6}">
      <dgm:prSet/>
      <dgm:spPr/>
      <dgm:t>
        <a:bodyPr/>
        <a:lstStyle/>
        <a:p>
          <a:endParaRPr lang="uk-UA"/>
        </a:p>
      </dgm:t>
    </dgm:pt>
    <dgm:pt modelId="{ABC943F9-5491-4B7B-80A9-2AA8427A2FB9}" type="sibTrans" cxnId="{6EEECBA0-8EF4-4246-9107-9C4A8F18D1E6}">
      <dgm:prSet/>
      <dgm:spPr/>
      <dgm:t>
        <a:bodyPr/>
        <a:lstStyle/>
        <a:p>
          <a:endParaRPr lang="uk-UA"/>
        </a:p>
      </dgm:t>
    </dgm:pt>
    <dgm:pt modelId="{7CC32AA1-D280-472D-89D0-2FA71FD44829}" type="pres">
      <dgm:prSet presAssocID="{00CB329A-BD46-4BC0-9866-771E84C87314}" presName="linear" presStyleCnt="0">
        <dgm:presLayoutVars>
          <dgm:animLvl val="lvl"/>
          <dgm:resizeHandles val="exact"/>
        </dgm:presLayoutVars>
      </dgm:prSet>
      <dgm:spPr/>
    </dgm:pt>
    <dgm:pt modelId="{BD90480D-976E-4BC3-83EF-FC144A7F70EC}" type="pres">
      <dgm:prSet presAssocID="{7DC2C56B-AE5D-46FF-9F4B-CD18182D74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B1B420-F580-4D47-8EAF-315EED83BE6F}" type="pres">
      <dgm:prSet presAssocID="{925AA613-70B9-4FC1-9459-A2112597E63E}" presName="spacer" presStyleCnt="0"/>
      <dgm:spPr/>
    </dgm:pt>
    <dgm:pt modelId="{384D8949-76B8-40A9-9582-5ED6E75A1642}" type="pres">
      <dgm:prSet presAssocID="{26E01CEA-9409-46C3-91E8-D4446889A6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DE1514-9328-401E-B81A-75A240B4B6AF}" type="pres">
      <dgm:prSet presAssocID="{F23605EB-B71B-4F86-81C0-C0F08A466B5B}" presName="spacer" presStyleCnt="0"/>
      <dgm:spPr/>
    </dgm:pt>
    <dgm:pt modelId="{D3E1EEC6-52F9-48EE-AD81-752C2D21AC65}" type="pres">
      <dgm:prSet presAssocID="{04F49501-4DC1-4C12-AA69-A443440A40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CF423C-0795-4B30-9F12-A2CB15A29343}" type="pres">
      <dgm:prSet presAssocID="{9EBDE35E-556C-40AE-9399-50D86DFF9C10}" presName="spacer" presStyleCnt="0"/>
      <dgm:spPr/>
    </dgm:pt>
    <dgm:pt modelId="{09B78DF7-8959-4F70-A16E-C506622D97B1}" type="pres">
      <dgm:prSet presAssocID="{539E9195-6FF0-4C89-9517-CAA07955CF8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4ED249-384B-4235-89CF-D5438F884F26}" srcId="{00CB329A-BD46-4BC0-9866-771E84C87314}" destId="{7DC2C56B-AE5D-46FF-9F4B-CD18182D7493}" srcOrd="0" destOrd="0" parTransId="{5D3C522E-D578-4933-AFF6-A1BC3F9673E8}" sibTransId="{925AA613-70B9-4FC1-9459-A2112597E63E}"/>
    <dgm:cxn modelId="{27347050-1463-4F31-B718-A1DB5141240F}" type="presOf" srcId="{04F49501-4DC1-4C12-AA69-A443440A40A8}" destId="{D3E1EEC6-52F9-48EE-AD81-752C2D21AC65}" srcOrd="0" destOrd="0" presId="urn:microsoft.com/office/officeart/2005/8/layout/vList2"/>
    <dgm:cxn modelId="{4B1F6974-3D52-4F86-B742-334AA22F6C43}" type="presOf" srcId="{539E9195-6FF0-4C89-9517-CAA07955CF86}" destId="{09B78DF7-8959-4F70-A16E-C506622D97B1}" srcOrd="0" destOrd="0" presId="urn:microsoft.com/office/officeart/2005/8/layout/vList2"/>
    <dgm:cxn modelId="{3940CD85-F3F6-43AC-8F4A-7693D38BDA4B}" srcId="{00CB329A-BD46-4BC0-9866-771E84C87314}" destId="{26E01CEA-9409-46C3-91E8-D4446889A608}" srcOrd="1" destOrd="0" parTransId="{28B08C23-E6BA-4438-A399-5FEBBF52FC58}" sibTransId="{F23605EB-B71B-4F86-81C0-C0F08A466B5B}"/>
    <dgm:cxn modelId="{DAE4CE85-0966-4FF5-B3B0-67B1ACE5909E}" srcId="{00CB329A-BD46-4BC0-9866-771E84C87314}" destId="{04F49501-4DC1-4C12-AA69-A443440A40A8}" srcOrd="2" destOrd="0" parTransId="{713D844E-E92E-4A0D-8079-5F3CAEE03BCB}" sibTransId="{9EBDE35E-556C-40AE-9399-50D86DFF9C10}"/>
    <dgm:cxn modelId="{74F2E79C-682F-4FDF-A84F-DFB6AE4299FA}" type="presOf" srcId="{26E01CEA-9409-46C3-91E8-D4446889A608}" destId="{384D8949-76B8-40A9-9582-5ED6E75A1642}" srcOrd="0" destOrd="0" presId="urn:microsoft.com/office/officeart/2005/8/layout/vList2"/>
    <dgm:cxn modelId="{6EEECBA0-8EF4-4246-9107-9C4A8F18D1E6}" srcId="{00CB329A-BD46-4BC0-9866-771E84C87314}" destId="{539E9195-6FF0-4C89-9517-CAA07955CF86}" srcOrd="3" destOrd="0" parTransId="{1E4185AD-063C-4F62-ACAB-6DDED8A08DC5}" sibTransId="{ABC943F9-5491-4B7B-80A9-2AA8427A2FB9}"/>
    <dgm:cxn modelId="{5B1CC4B0-F27F-4189-AE06-C935C50FD8F9}" type="presOf" srcId="{00CB329A-BD46-4BC0-9866-771E84C87314}" destId="{7CC32AA1-D280-472D-89D0-2FA71FD44829}" srcOrd="0" destOrd="0" presId="urn:microsoft.com/office/officeart/2005/8/layout/vList2"/>
    <dgm:cxn modelId="{FDCC4FBB-553E-463F-9845-70F088740ABA}" type="presOf" srcId="{7DC2C56B-AE5D-46FF-9F4B-CD18182D7493}" destId="{BD90480D-976E-4BC3-83EF-FC144A7F70EC}" srcOrd="0" destOrd="0" presId="urn:microsoft.com/office/officeart/2005/8/layout/vList2"/>
    <dgm:cxn modelId="{846B5D07-99BF-444F-884E-E9A65B5E393A}" type="presParOf" srcId="{7CC32AA1-D280-472D-89D0-2FA71FD44829}" destId="{BD90480D-976E-4BC3-83EF-FC144A7F70EC}" srcOrd="0" destOrd="0" presId="urn:microsoft.com/office/officeart/2005/8/layout/vList2"/>
    <dgm:cxn modelId="{E94B7202-70F5-49AB-B992-C7C2315EBBA4}" type="presParOf" srcId="{7CC32AA1-D280-472D-89D0-2FA71FD44829}" destId="{09B1B420-F580-4D47-8EAF-315EED83BE6F}" srcOrd="1" destOrd="0" presId="urn:microsoft.com/office/officeart/2005/8/layout/vList2"/>
    <dgm:cxn modelId="{4E58CAC3-B496-4E9E-BE24-50DFC0C14CAF}" type="presParOf" srcId="{7CC32AA1-D280-472D-89D0-2FA71FD44829}" destId="{384D8949-76B8-40A9-9582-5ED6E75A1642}" srcOrd="2" destOrd="0" presId="urn:microsoft.com/office/officeart/2005/8/layout/vList2"/>
    <dgm:cxn modelId="{1E6F1B33-A7AF-44E6-B6FA-AE54EEDA0F78}" type="presParOf" srcId="{7CC32AA1-D280-472D-89D0-2FA71FD44829}" destId="{52DE1514-9328-401E-B81A-75A240B4B6AF}" srcOrd="3" destOrd="0" presId="urn:microsoft.com/office/officeart/2005/8/layout/vList2"/>
    <dgm:cxn modelId="{C8C9AF76-DF21-4829-A6A1-0056F80C2532}" type="presParOf" srcId="{7CC32AA1-D280-472D-89D0-2FA71FD44829}" destId="{D3E1EEC6-52F9-48EE-AD81-752C2D21AC65}" srcOrd="4" destOrd="0" presId="urn:microsoft.com/office/officeart/2005/8/layout/vList2"/>
    <dgm:cxn modelId="{5866EFD4-87FA-43CD-A082-1EFB4C0B9F63}" type="presParOf" srcId="{7CC32AA1-D280-472D-89D0-2FA71FD44829}" destId="{EDCF423C-0795-4B30-9F12-A2CB15A29343}" srcOrd="5" destOrd="0" presId="urn:microsoft.com/office/officeart/2005/8/layout/vList2"/>
    <dgm:cxn modelId="{C59862AF-9316-45A0-8E81-770E273478DC}" type="presParOf" srcId="{7CC32AA1-D280-472D-89D0-2FA71FD44829}" destId="{09B78DF7-8959-4F70-A16E-C506622D97B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D2512D9E-37D8-4A03-8B56-1CFC3E44C2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4E62BD3-2D0E-4937-A053-37753F73746A}">
      <dgm:prSet/>
      <dgm:spPr/>
      <dgm:t>
        <a:bodyPr/>
        <a:lstStyle/>
        <a:p>
          <a:r>
            <a:rPr lang="uk-UA" b="0" i="0" dirty="0"/>
            <a:t>поглиблення </a:t>
          </a:r>
          <a:r>
            <a:rPr lang="uk-UA" b="0" i="0" dirty="0" err="1"/>
            <a:t>феодальноі</a:t>
          </a:r>
          <a:r>
            <a:rPr lang="uk-UA" b="0" i="0" dirty="0"/>
            <a:t>̈ роздробленості в </a:t>
          </a:r>
          <a:r>
            <a:rPr lang="uk-UA" b="0" i="0" dirty="0" err="1"/>
            <a:t>країнах</a:t>
          </a:r>
          <a:r>
            <a:rPr lang="uk-UA" b="0" i="0" dirty="0"/>
            <a:t> </a:t>
          </a:r>
          <a:r>
            <a:rPr lang="uk-UA" b="0" i="0" dirty="0" err="1"/>
            <a:t>Західноі</a:t>
          </a:r>
          <a:r>
            <a:rPr lang="uk-UA" b="0" i="0" dirty="0"/>
            <a:t>̈ Європи.</a:t>
          </a:r>
          <a:endParaRPr lang="uk-UA" dirty="0"/>
        </a:p>
      </dgm:t>
    </dgm:pt>
    <dgm:pt modelId="{E4935254-7654-49BD-A3BD-DD721725F487}" type="parTrans" cxnId="{5CCE03A2-561E-48C9-B6AA-2CEDFD66AE5A}">
      <dgm:prSet/>
      <dgm:spPr/>
      <dgm:t>
        <a:bodyPr/>
        <a:lstStyle/>
        <a:p>
          <a:endParaRPr lang="uk-UA"/>
        </a:p>
      </dgm:t>
    </dgm:pt>
    <dgm:pt modelId="{24FFD114-CF79-4114-9AC0-7FF2C18D32F4}" type="sibTrans" cxnId="{5CCE03A2-561E-48C9-B6AA-2CEDFD66AE5A}">
      <dgm:prSet/>
      <dgm:spPr/>
      <dgm:t>
        <a:bodyPr/>
        <a:lstStyle/>
        <a:p>
          <a:endParaRPr lang="uk-UA"/>
        </a:p>
      </dgm:t>
    </dgm:pt>
    <dgm:pt modelId="{88782713-6B85-4593-AC9A-AC7824197E25}">
      <dgm:prSet/>
      <dgm:spPr/>
      <dgm:t>
        <a:bodyPr/>
        <a:lstStyle/>
        <a:p>
          <a:r>
            <a:rPr lang="uk-UA" b="0" i="0"/>
            <a:t>запровадження християнства як державної релігії Русі.</a:t>
          </a:r>
          <a:endParaRPr lang="uk-UA"/>
        </a:p>
      </dgm:t>
    </dgm:pt>
    <dgm:pt modelId="{E62CDF10-5A15-4AB4-A384-1C62390C3C16}" type="parTrans" cxnId="{BA9C7632-DAAB-4157-A51B-CA29362C2603}">
      <dgm:prSet/>
      <dgm:spPr/>
      <dgm:t>
        <a:bodyPr/>
        <a:lstStyle/>
        <a:p>
          <a:endParaRPr lang="uk-UA"/>
        </a:p>
      </dgm:t>
    </dgm:pt>
    <dgm:pt modelId="{70EDEFBF-28CD-471E-A13C-6A6C5F7D3849}" type="sibTrans" cxnId="{BA9C7632-DAAB-4157-A51B-CA29362C2603}">
      <dgm:prSet/>
      <dgm:spPr/>
      <dgm:t>
        <a:bodyPr/>
        <a:lstStyle/>
        <a:p>
          <a:endParaRPr lang="uk-UA"/>
        </a:p>
      </dgm:t>
    </dgm:pt>
    <dgm:pt modelId="{9C9DF521-E3EC-44C3-A55A-E67D40D9CC63}">
      <dgm:prSet/>
      <dgm:spPr/>
      <dgm:t>
        <a:bodyPr/>
        <a:lstStyle/>
        <a:p>
          <a:r>
            <a:rPr lang="uk-UA" b="0" i="0"/>
            <a:t>зростання могутності руських удільних князівств.</a:t>
          </a:r>
          <a:endParaRPr lang="uk-UA"/>
        </a:p>
      </dgm:t>
    </dgm:pt>
    <dgm:pt modelId="{88A33220-CC56-41DB-B4EB-FC39E58CDE63}" type="parTrans" cxnId="{A13F9A2E-3C55-4BA4-8E9E-269D4B81BDD0}">
      <dgm:prSet/>
      <dgm:spPr/>
      <dgm:t>
        <a:bodyPr/>
        <a:lstStyle/>
        <a:p>
          <a:endParaRPr lang="uk-UA"/>
        </a:p>
      </dgm:t>
    </dgm:pt>
    <dgm:pt modelId="{701D1602-B21B-4E0F-98BF-85D79626C59F}" type="sibTrans" cxnId="{A13F9A2E-3C55-4BA4-8E9E-269D4B81BDD0}">
      <dgm:prSet/>
      <dgm:spPr/>
      <dgm:t>
        <a:bodyPr/>
        <a:lstStyle/>
        <a:p>
          <a:endParaRPr lang="uk-UA"/>
        </a:p>
      </dgm:t>
    </dgm:pt>
    <dgm:pt modelId="{DB5CE657-F0CE-4717-B562-B1C9BFFE50D8}">
      <dgm:prSet/>
      <dgm:spPr/>
      <dgm:t>
        <a:bodyPr/>
        <a:lstStyle/>
        <a:p>
          <a:r>
            <a:rPr lang="uk-UA" b="0" i="0" dirty="0"/>
            <a:t>падіння </a:t>
          </a:r>
          <a:r>
            <a:rPr lang="uk-UA" b="0" i="0" dirty="0" err="1"/>
            <a:t>Візантійськоі</a:t>
          </a:r>
          <a:r>
            <a:rPr lang="uk-UA" b="0" i="0" dirty="0"/>
            <a:t>̈ </a:t>
          </a:r>
          <a:r>
            <a:rPr lang="uk-UA" b="0" i="0" dirty="0" err="1"/>
            <a:t>імперіі</a:t>
          </a:r>
          <a:r>
            <a:rPr lang="uk-UA" b="0" i="0" dirty="0"/>
            <a:t>̈</a:t>
          </a:r>
          <a:endParaRPr lang="uk-UA" dirty="0"/>
        </a:p>
      </dgm:t>
    </dgm:pt>
    <dgm:pt modelId="{D940EE37-C857-4B97-B772-E0B2BC4FEA9B}" type="parTrans" cxnId="{A16FA033-2611-4C26-B644-D730CA6DAB85}">
      <dgm:prSet/>
      <dgm:spPr/>
      <dgm:t>
        <a:bodyPr/>
        <a:lstStyle/>
        <a:p>
          <a:endParaRPr lang="uk-UA"/>
        </a:p>
      </dgm:t>
    </dgm:pt>
    <dgm:pt modelId="{0107AB59-8991-489C-8B0B-52B1A4B3AC04}" type="sibTrans" cxnId="{A16FA033-2611-4C26-B644-D730CA6DAB85}">
      <dgm:prSet/>
      <dgm:spPr/>
      <dgm:t>
        <a:bodyPr/>
        <a:lstStyle/>
        <a:p>
          <a:endParaRPr lang="uk-UA"/>
        </a:p>
      </dgm:t>
    </dgm:pt>
    <dgm:pt modelId="{D687BCF0-2FAE-4E6A-A966-34683DB840D8}" type="pres">
      <dgm:prSet presAssocID="{D2512D9E-37D8-4A03-8B56-1CFC3E44C2F3}" presName="linear" presStyleCnt="0">
        <dgm:presLayoutVars>
          <dgm:animLvl val="lvl"/>
          <dgm:resizeHandles val="exact"/>
        </dgm:presLayoutVars>
      </dgm:prSet>
      <dgm:spPr/>
    </dgm:pt>
    <dgm:pt modelId="{46DC5947-3266-4682-B369-13E267B57210}" type="pres">
      <dgm:prSet presAssocID="{04E62BD3-2D0E-4937-A053-37753F7374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AB66FE-9A3B-44A1-BEAC-86889E58673A}" type="pres">
      <dgm:prSet presAssocID="{24FFD114-CF79-4114-9AC0-7FF2C18D32F4}" presName="spacer" presStyleCnt="0"/>
      <dgm:spPr/>
    </dgm:pt>
    <dgm:pt modelId="{ECFB22A9-5A27-4476-945C-9D0A0552F3B6}" type="pres">
      <dgm:prSet presAssocID="{88782713-6B85-4593-AC9A-AC7824197E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AA09B5-63A8-4E87-B21C-6E6BA8BB4112}" type="pres">
      <dgm:prSet presAssocID="{70EDEFBF-28CD-471E-A13C-6A6C5F7D3849}" presName="spacer" presStyleCnt="0"/>
      <dgm:spPr/>
    </dgm:pt>
    <dgm:pt modelId="{7E131157-A06D-4607-9D6B-E4F3FA482F91}" type="pres">
      <dgm:prSet presAssocID="{9C9DF521-E3EC-44C3-A55A-E67D40D9CC6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58A7C9-5F6D-4156-85A0-0A7246AF4DC9}" type="pres">
      <dgm:prSet presAssocID="{701D1602-B21B-4E0F-98BF-85D79626C59F}" presName="spacer" presStyleCnt="0"/>
      <dgm:spPr/>
    </dgm:pt>
    <dgm:pt modelId="{25D2C15C-BB05-4B43-8C43-044FBC63E8C7}" type="pres">
      <dgm:prSet presAssocID="{DB5CE657-F0CE-4717-B562-B1C9BFFE50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FF4F813-81B4-42AF-A957-2FE7D6460914}" type="presOf" srcId="{DB5CE657-F0CE-4717-B562-B1C9BFFE50D8}" destId="{25D2C15C-BB05-4B43-8C43-044FBC63E8C7}" srcOrd="0" destOrd="0" presId="urn:microsoft.com/office/officeart/2005/8/layout/vList2"/>
    <dgm:cxn modelId="{9DCFE515-A5A8-4FBB-95B7-D4CC37A03788}" type="presOf" srcId="{9C9DF521-E3EC-44C3-A55A-E67D40D9CC63}" destId="{7E131157-A06D-4607-9D6B-E4F3FA482F91}" srcOrd="0" destOrd="0" presId="urn:microsoft.com/office/officeart/2005/8/layout/vList2"/>
    <dgm:cxn modelId="{B97CF91A-DF02-4DA3-B581-D720925467FF}" type="presOf" srcId="{04E62BD3-2D0E-4937-A053-37753F73746A}" destId="{46DC5947-3266-4682-B369-13E267B57210}" srcOrd="0" destOrd="0" presId="urn:microsoft.com/office/officeart/2005/8/layout/vList2"/>
    <dgm:cxn modelId="{DD663A2A-1621-46BF-91A2-6B48A00AEBA8}" type="presOf" srcId="{D2512D9E-37D8-4A03-8B56-1CFC3E44C2F3}" destId="{D687BCF0-2FAE-4E6A-A966-34683DB840D8}" srcOrd="0" destOrd="0" presId="urn:microsoft.com/office/officeart/2005/8/layout/vList2"/>
    <dgm:cxn modelId="{A13F9A2E-3C55-4BA4-8E9E-269D4B81BDD0}" srcId="{D2512D9E-37D8-4A03-8B56-1CFC3E44C2F3}" destId="{9C9DF521-E3EC-44C3-A55A-E67D40D9CC63}" srcOrd="2" destOrd="0" parTransId="{88A33220-CC56-41DB-B4EB-FC39E58CDE63}" sibTransId="{701D1602-B21B-4E0F-98BF-85D79626C59F}"/>
    <dgm:cxn modelId="{BA9C7632-DAAB-4157-A51B-CA29362C2603}" srcId="{D2512D9E-37D8-4A03-8B56-1CFC3E44C2F3}" destId="{88782713-6B85-4593-AC9A-AC7824197E25}" srcOrd="1" destOrd="0" parTransId="{E62CDF10-5A15-4AB4-A384-1C62390C3C16}" sibTransId="{70EDEFBF-28CD-471E-A13C-6A6C5F7D3849}"/>
    <dgm:cxn modelId="{A16FA033-2611-4C26-B644-D730CA6DAB85}" srcId="{D2512D9E-37D8-4A03-8B56-1CFC3E44C2F3}" destId="{DB5CE657-F0CE-4717-B562-B1C9BFFE50D8}" srcOrd="3" destOrd="0" parTransId="{D940EE37-C857-4B97-B772-E0B2BC4FEA9B}" sibTransId="{0107AB59-8991-489C-8B0B-52B1A4B3AC04}"/>
    <dgm:cxn modelId="{5CCE03A2-561E-48C9-B6AA-2CEDFD66AE5A}" srcId="{D2512D9E-37D8-4A03-8B56-1CFC3E44C2F3}" destId="{04E62BD3-2D0E-4937-A053-37753F73746A}" srcOrd="0" destOrd="0" parTransId="{E4935254-7654-49BD-A3BD-DD721725F487}" sibTransId="{24FFD114-CF79-4114-9AC0-7FF2C18D32F4}"/>
    <dgm:cxn modelId="{B30919D2-9EE8-4354-8C6B-601263C50E86}" type="presOf" srcId="{88782713-6B85-4593-AC9A-AC7824197E25}" destId="{ECFB22A9-5A27-4476-945C-9D0A0552F3B6}" srcOrd="0" destOrd="0" presId="urn:microsoft.com/office/officeart/2005/8/layout/vList2"/>
    <dgm:cxn modelId="{52C10D58-C320-4C68-BCB2-9136A17760AC}" type="presParOf" srcId="{D687BCF0-2FAE-4E6A-A966-34683DB840D8}" destId="{46DC5947-3266-4682-B369-13E267B57210}" srcOrd="0" destOrd="0" presId="urn:microsoft.com/office/officeart/2005/8/layout/vList2"/>
    <dgm:cxn modelId="{E1751C7A-F798-42EF-9466-466E7845F243}" type="presParOf" srcId="{D687BCF0-2FAE-4E6A-A966-34683DB840D8}" destId="{75AB66FE-9A3B-44A1-BEAC-86889E58673A}" srcOrd="1" destOrd="0" presId="urn:microsoft.com/office/officeart/2005/8/layout/vList2"/>
    <dgm:cxn modelId="{566E1955-9F1A-449B-BA59-2A487173344B}" type="presParOf" srcId="{D687BCF0-2FAE-4E6A-A966-34683DB840D8}" destId="{ECFB22A9-5A27-4476-945C-9D0A0552F3B6}" srcOrd="2" destOrd="0" presId="urn:microsoft.com/office/officeart/2005/8/layout/vList2"/>
    <dgm:cxn modelId="{6D9E4FAC-FE30-41FD-AC87-14498BEB76CC}" type="presParOf" srcId="{D687BCF0-2FAE-4E6A-A966-34683DB840D8}" destId="{E7AA09B5-63A8-4E87-B21C-6E6BA8BB4112}" srcOrd="3" destOrd="0" presId="urn:microsoft.com/office/officeart/2005/8/layout/vList2"/>
    <dgm:cxn modelId="{146DFBE2-71D5-453A-89AE-58A8D9AFB5F9}" type="presParOf" srcId="{D687BCF0-2FAE-4E6A-A966-34683DB840D8}" destId="{7E131157-A06D-4607-9D6B-E4F3FA482F91}" srcOrd="4" destOrd="0" presId="urn:microsoft.com/office/officeart/2005/8/layout/vList2"/>
    <dgm:cxn modelId="{829C1CC5-23DA-489E-A463-7791E4F5462F}" type="presParOf" srcId="{D687BCF0-2FAE-4E6A-A966-34683DB840D8}" destId="{4E58A7C9-5F6D-4156-85A0-0A7246AF4DC9}" srcOrd="5" destOrd="0" presId="urn:microsoft.com/office/officeart/2005/8/layout/vList2"/>
    <dgm:cxn modelId="{2122DF07-BAAB-41E6-BD77-68C4B0617067}" type="presParOf" srcId="{D687BCF0-2FAE-4E6A-A966-34683DB840D8}" destId="{25D2C15C-BB05-4B43-8C43-044FBC63E8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B817F84E-DAEC-48BD-890E-5A67D33ECD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39F479-B1E1-4FAF-93F6-164AA3F1F2BB}">
      <dgm:prSet/>
      <dgm:spPr/>
      <dgm:t>
        <a:bodyPr/>
        <a:lstStyle/>
        <a:p>
          <a:r>
            <a:rPr lang="uk-UA" b="0" i="0"/>
            <a:t>монгольської навали.</a:t>
          </a:r>
          <a:endParaRPr lang="uk-UA"/>
        </a:p>
      </dgm:t>
    </dgm:pt>
    <dgm:pt modelId="{1BD17415-BB25-4F2A-ADA0-A31D52CB16DC}" type="parTrans" cxnId="{72DED960-5C57-4BC6-B615-750EE2AB721A}">
      <dgm:prSet/>
      <dgm:spPr/>
      <dgm:t>
        <a:bodyPr/>
        <a:lstStyle/>
        <a:p>
          <a:endParaRPr lang="uk-UA"/>
        </a:p>
      </dgm:t>
    </dgm:pt>
    <dgm:pt modelId="{CE245351-EF3C-4581-A28C-2AB9C5826D65}" type="sibTrans" cxnId="{72DED960-5C57-4BC6-B615-750EE2AB721A}">
      <dgm:prSet/>
      <dgm:spPr/>
      <dgm:t>
        <a:bodyPr/>
        <a:lstStyle/>
        <a:p>
          <a:endParaRPr lang="uk-UA"/>
        </a:p>
      </dgm:t>
    </dgm:pt>
    <dgm:pt modelId="{1FDE589A-6B3E-4F05-B345-732AA217FB7B}">
      <dgm:prSet/>
      <dgm:spPr/>
      <dgm:t>
        <a:bodyPr/>
        <a:lstStyle/>
        <a:p>
          <a:r>
            <a:rPr lang="uk-UA" b="0" i="0"/>
            <a:t>політичної роздробленості.</a:t>
          </a:r>
          <a:endParaRPr lang="uk-UA"/>
        </a:p>
      </dgm:t>
    </dgm:pt>
    <dgm:pt modelId="{0FF69267-7854-4C5F-917F-0D22A386D2E7}" type="parTrans" cxnId="{0B3E43C3-EB81-456B-9D52-FFE5D1E23F70}">
      <dgm:prSet/>
      <dgm:spPr/>
      <dgm:t>
        <a:bodyPr/>
        <a:lstStyle/>
        <a:p>
          <a:endParaRPr lang="uk-UA"/>
        </a:p>
      </dgm:t>
    </dgm:pt>
    <dgm:pt modelId="{3C6A105B-FD4F-48AA-9E7B-E7AD4F6B3278}" type="sibTrans" cxnId="{0B3E43C3-EB81-456B-9D52-FFE5D1E23F70}">
      <dgm:prSet/>
      <dgm:spPr/>
      <dgm:t>
        <a:bodyPr/>
        <a:lstStyle/>
        <a:p>
          <a:endParaRPr lang="uk-UA"/>
        </a:p>
      </dgm:t>
    </dgm:pt>
    <dgm:pt modelId="{DA51E80C-8BD9-4A00-B6AF-A4554E396B59}">
      <dgm:prSet/>
      <dgm:spPr/>
      <dgm:t>
        <a:bodyPr/>
        <a:lstStyle/>
        <a:p>
          <a:r>
            <a:rPr lang="uk-UA" b="0" i="0"/>
            <a:t>розпаду тріумвірату Ярославичів.</a:t>
          </a:r>
          <a:endParaRPr lang="uk-UA"/>
        </a:p>
      </dgm:t>
    </dgm:pt>
    <dgm:pt modelId="{E41B5A04-D5EE-4104-BA82-FCBB07F3FCFE}" type="parTrans" cxnId="{B79FE2F3-54D7-4F59-BF1D-463345128627}">
      <dgm:prSet/>
      <dgm:spPr/>
      <dgm:t>
        <a:bodyPr/>
        <a:lstStyle/>
        <a:p>
          <a:endParaRPr lang="uk-UA"/>
        </a:p>
      </dgm:t>
    </dgm:pt>
    <dgm:pt modelId="{35A3B7EE-DB96-4757-909D-0F430A81BD1E}" type="sibTrans" cxnId="{B79FE2F3-54D7-4F59-BF1D-463345128627}">
      <dgm:prSet/>
      <dgm:spPr/>
      <dgm:t>
        <a:bodyPr/>
        <a:lstStyle/>
        <a:p>
          <a:endParaRPr lang="uk-UA"/>
        </a:p>
      </dgm:t>
    </dgm:pt>
    <dgm:pt modelId="{E41DFC28-4F59-4F91-89F8-92CC63AF08C6}">
      <dgm:prSet/>
      <dgm:spPr/>
      <dgm:t>
        <a:bodyPr/>
        <a:lstStyle/>
        <a:p>
          <a:r>
            <a:rPr lang="uk-UA" b="0" i="0" dirty="0"/>
            <a:t>господарського занепаду Києва.</a:t>
          </a:r>
          <a:endParaRPr lang="uk-UA" dirty="0"/>
        </a:p>
      </dgm:t>
    </dgm:pt>
    <dgm:pt modelId="{9E69D9BB-A623-4B11-9B17-95F1A4A02F0F}" type="parTrans" cxnId="{1EF91B4B-B50B-48FE-94D2-6BD0D2C83337}">
      <dgm:prSet/>
      <dgm:spPr/>
      <dgm:t>
        <a:bodyPr/>
        <a:lstStyle/>
        <a:p>
          <a:endParaRPr lang="uk-UA"/>
        </a:p>
      </dgm:t>
    </dgm:pt>
    <dgm:pt modelId="{75D56EBB-78D4-47CB-882D-EE9EC8CB4D8C}" type="sibTrans" cxnId="{1EF91B4B-B50B-48FE-94D2-6BD0D2C83337}">
      <dgm:prSet/>
      <dgm:spPr/>
      <dgm:t>
        <a:bodyPr/>
        <a:lstStyle/>
        <a:p>
          <a:endParaRPr lang="uk-UA"/>
        </a:p>
      </dgm:t>
    </dgm:pt>
    <dgm:pt modelId="{926D7CFB-80C1-4B46-903B-762FF9D383D1}" type="pres">
      <dgm:prSet presAssocID="{B817F84E-DAEC-48BD-890E-5A67D33ECD0A}" presName="linear" presStyleCnt="0">
        <dgm:presLayoutVars>
          <dgm:animLvl val="lvl"/>
          <dgm:resizeHandles val="exact"/>
        </dgm:presLayoutVars>
      </dgm:prSet>
      <dgm:spPr/>
    </dgm:pt>
    <dgm:pt modelId="{B59E8967-9C42-4EA7-A77E-1DA5B1A067FE}" type="pres">
      <dgm:prSet presAssocID="{5239F479-B1E1-4FAF-93F6-164AA3F1F2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3A9807-B5A9-4F68-A64F-39BAAB83D87A}" type="pres">
      <dgm:prSet presAssocID="{CE245351-EF3C-4581-A28C-2AB9C5826D65}" presName="spacer" presStyleCnt="0"/>
      <dgm:spPr/>
    </dgm:pt>
    <dgm:pt modelId="{69A5A783-4EBF-43E2-8069-7CDD0FAABA2A}" type="pres">
      <dgm:prSet presAssocID="{1FDE589A-6B3E-4F05-B345-732AA217FB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E97A4A-0836-40F0-8494-523FF7DB04A2}" type="pres">
      <dgm:prSet presAssocID="{3C6A105B-FD4F-48AA-9E7B-E7AD4F6B3278}" presName="spacer" presStyleCnt="0"/>
      <dgm:spPr/>
    </dgm:pt>
    <dgm:pt modelId="{5DD98661-1322-47C7-9A5E-7804DA616BC5}" type="pres">
      <dgm:prSet presAssocID="{DA51E80C-8BD9-4A00-B6AF-A4554E396B5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D35115-989C-4AB2-B1A0-328A8570564C}" type="pres">
      <dgm:prSet presAssocID="{35A3B7EE-DB96-4757-909D-0F430A81BD1E}" presName="spacer" presStyleCnt="0"/>
      <dgm:spPr/>
    </dgm:pt>
    <dgm:pt modelId="{82D10212-E9A2-4E8A-A5FE-5675EAACA250}" type="pres">
      <dgm:prSet presAssocID="{E41DFC28-4F59-4F91-89F8-92CC63AF08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29A1414-DD49-4F33-AC0F-627F09A1C732}" type="presOf" srcId="{E41DFC28-4F59-4F91-89F8-92CC63AF08C6}" destId="{82D10212-E9A2-4E8A-A5FE-5675EAACA250}" srcOrd="0" destOrd="0" presId="urn:microsoft.com/office/officeart/2005/8/layout/vList2"/>
    <dgm:cxn modelId="{60CAAB2E-54CC-41C5-924A-73A931B3A52B}" type="presOf" srcId="{5239F479-B1E1-4FAF-93F6-164AA3F1F2BB}" destId="{B59E8967-9C42-4EA7-A77E-1DA5B1A067FE}" srcOrd="0" destOrd="0" presId="urn:microsoft.com/office/officeart/2005/8/layout/vList2"/>
    <dgm:cxn modelId="{72DED960-5C57-4BC6-B615-750EE2AB721A}" srcId="{B817F84E-DAEC-48BD-890E-5A67D33ECD0A}" destId="{5239F479-B1E1-4FAF-93F6-164AA3F1F2BB}" srcOrd="0" destOrd="0" parTransId="{1BD17415-BB25-4F2A-ADA0-A31D52CB16DC}" sibTransId="{CE245351-EF3C-4581-A28C-2AB9C5826D65}"/>
    <dgm:cxn modelId="{1EF91B4B-B50B-48FE-94D2-6BD0D2C83337}" srcId="{B817F84E-DAEC-48BD-890E-5A67D33ECD0A}" destId="{E41DFC28-4F59-4F91-89F8-92CC63AF08C6}" srcOrd="3" destOrd="0" parTransId="{9E69D9BB-A623-4B11-9B17-95F1A4A02F0F}" sibTransId="{75D56EBB-78D4-47CB-882D-EE9EC8CB4D8C}"/>
    <dgm:cxn modelId="{2474E655-EE60-413A-93D2-312740B2FAB6}" type="presOf" srcId="{B817F84E-DAEC-48BD-890E-5A67D33ECD0A}" destId="{926D7CFB-80C1-4B46-903B-762FF9D383D1}" srcOrd="0" destOrd="0" presId="urn:microsoft.com/office/officeart/2005/8/layout/vList2"/>
    <dgm:cxn modelId="{6B7E3080-9AEF-41F4-A5CF-4E49E209D241}" type="presOf" srcId="{DA51E80C-8BD9-4A00-B6AF-A4554E396B59}" destId="{5DD98661-1322-47C7-9A5E-7804DA616BC5}" srcOrd="0" destOrd="0" presId="urn:microsoft.com/office/officeart/2005/8/layout/vList2"/>
    <dgm:cxn modelId="{0B3E43C3-EB81-456B-9D52-FFE5D1E23F70}" srcId="{B817F84E-DAEC-48BD-890E-5A67D33ECD0A}" destId="{1FDE589A-6B3E-4F05-B345-732AA217FB7B}" srcOrd="1" destOrd="0" parTransId="{0FF69267-7854-4C5F-917F-0D22A386D2E7}" sibTransId="{3C6A105B-FD4F-48AA-9E7B-E7AD4F6B3278}"/>
    <dgm:cxn modelId="{B79FE2F3-54D7-4F59-BF1D-463345128627}" srcId="{B817F84E-DAEC-48BD-890E-5A67D33ECD0A}" destId="{DA51E80C-8BD9-4A00-B6AF-A4554E396B59}" srcOrd="2" destOrd="0" parTransId="{E41B5A04-D5EE-4104-BA82-FCBB07F3FCFE}" sibTransId="{35A3B7EE-DB96-4757-909D-0F430A81BD1E}"/>
    <dgm:cxn modelId="{6B5C14FB-10D3-4EDF-8B3D-E21320DBE876}" type="presOf" srcId="{1FDE589A-6B3E-4F05-B345-732AA217FB7B}" destId="{69A5A783-4EBF-43E2-8069-7CDD0FAABA2A}" srcOrd="0" destOrd="0" presId="urn:microsoft.com/office/officeart/2005/8/layout/vList2"/>
    <dgm:cxn modelId="{A314D61C-03F8-46E4-8A88-F4746EA9F649}" type="presParOf" srcId="{926D7CFB-80C1-4B46-903B-762FF9D383D1}" destId="{B59E8967-9C42-4EA7-A77E-1DA5B1A067FE}" srcOrd="0" destOrd="0" presId="urn:microsoft.com/office/officeart/2005/8/layout/vList2"/>
    <dgm:cxn modelId="{0B0DFB7E-7F4D-42D2-85BA-B9487E18FB12}" type="presParOf" srcId="{926D7CFB-80C1-4B46-903B-762FF9D383D1}" destId="{2D3A9807-B5A9-4F68-A64F-39BAAB83D87A}" srcOrd="1" destOrd="0" presId="urn:microsoft.com/office/officeart/2005/8/layout/vList2"/>
    <dgm:cxn modelId="{946E3CE1-ACCA-466E-82E8-63D15AAC8D3A}" type="presParOf" srcId="{926D7CFB-80C1-4B46-903B-762FF9D383D1}" destId="{69A5A783-4EBF-43E2-8069-7CDD0FAABA2A}" srcOrd="2" destOrd="0" presId="urn:microsoft.com/office/officeart/2005/8/layout/vList2"/>
    <dgm:cxn modelId="{A74AB93D-AEEB-4B04-BC4B-EA7D4141769C}" type="presParOf" srcId="{926D7CFB-80C1-4B46-903B-762FF9D383D1}" destId="{4BE97A4A-0836-40F0-8494-523FF7DB04A2}" srcOrd="3" destOrd="0" presId="urn:microsoft.com/office/officeart/2005/8/layout/vList2"/>
    <dgm:cxn modelId="{321CCB83-2E26-4129-B62F-E0ACFDFC5521}" type="presParOf" srcId="{926D7CFB-80C1-4B46-903B-762FF9D383D1}" destId="{5DD98661-1322-47C7-9A5E-7804DA616BC5}" srcOrd="4" destOrd="0" presId="urn:microsoft.com/office/officeart/2005/8/layout/vList2"/>
    <dgm:cxn modelId="{975ECA92-D43D-4DF4-93A3-14FEB9201779}" type="presParOf" srcId="{926D7CFB-80C1-4B46-903B-762FF9D383D1}" destId="{CED35115-989C-4AB2-B1A0-328A8570564C}" srcOrd="5" destOrd="0" presId="urn:microsoft.com/office/officeart/2005/8/layout/vList2"/>
    <dgm:cxn modelId="{59BB228D-C19D-4EC3-8BED-69B596C3C1E7}" type="presParOf" srcId="{926D7CFB-80C1-4B46-903B-762FF9D383D1}" destId="{82D10212-E9A2-4E8A-A5FE-5675EAACA2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3F93BE93-DBED-45AA-8126-F8ED283FFCC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CEF89D-9DAD-404F-B2D0-38B16A6ED8A8}">
      <dgm:prSet/>
      <dgm:spPr/>
      <dgm:t>
        <a:bodyPr/>
        <a:lstStyle/>
        <a:p>
          <a:r>
            <a:rPr lang="uk-UA" b="0" i="0"/>
            <a:t>смерди</a:t>
          </a:r>
          <a:endParaRPr lang="uk-UA"/>
        </a:p>
      </dgm:t>
    </dgm:pt>
    <dgm:pt modelId="{6E4CDA4F-AA94-4BC7-AEDA-DBCF543F7165}" type="parTrans" cxnId="{ED29982C-7F2D-4E93-BCFB-234A76DDEC7E}">
      <dgm:prSet/>
      <dgm:spPr/>
      <dgm:t>
        <a:bodyPr/>
        <a:lstStyle/>
        <a:p>
          <a:endParaRPr lang="uk-UA"/>
        </a:p>
      </dgm:t>
    </dgm:pt>
    <dgm:pt modelId="{FAB72AED-A26B-4141-B5A9-6684EBDEDFCC}" type="sibTrans" cxnId="{ED29982C-7F2D-4E93-BCFB-234A76DDEC7E}">
      <dgm:prSet/>
      <dgm:spPr/>
      <dgm:t>
        <a:bodyPr/>
        <a:lstStyle/>
        <a:p>
          <a:endParaRPr lang="uk-UA"/>
        </a:p>
      </dgm:t>
    </dgm:pt>
    <dgm:pt modelId="{4608B5C6-B6F4-4AC0-8139-0957A71651A4}">
      <dgm:prSet/>
      <dgm:spPr/>
      <dgm:t>
        <a:bodyPr/>
        <a:lstStyle/>
        <a:p>
          <a:r>
            <a:rPr lang="uk-UA" b="0" i="0"/>
            <a:t>бояри</a:t>
          </a:r>
          <a:endParaRPr lang="uk-UA"/>
        </a:p>
      </dgm:t>
    </dgm:pt>
    <dgm:pt modelId="{3483C534-5F3B-478D-90ED-B6FB224275F6}" type="parTrans" cxnId="{41FB977C-4E9E-4A23-81E4-18725FA53FAA}">
      <dgm:prSet/>
      <dgm:spPr/>
      <dgm:t>
        <a:bodyPr/>
        <a:lstStyle/>
        <a:p>
          <a:endParaRPr lang="uk-UA"/>
        </a:p>
      </dgm:t>
    </dgm:pt>
    <dgm:pt modelId="{6DE3004C-BA9D-4F18-8D41-EBA2AFD1D3D6}" type="sibTrans" cxnId="{41FB977C-4E9E-4A23-81E4-18725FA53FAA}">
      <dgm:prSet/>
      <dgm:spPr/>
      <dgm:t>
        <a:bodyPr/>
        <a:lstStyle/>
        <a:p>
          <a:endParaRPr lang="uk-UA"/>
        </a:p>
      </dgm:t>
    </dgm:pt>
    <dgm:pt modelId="{F5C7C4CD-814D-4B2E-B431-FF86CC8B41B1}">
      <dgm:prSet/>
      <dgm:spPr/>
      <dgm:t>
        <a:bodyPr/>
        <a:lstStyle/>
        <a:p>
          <a:r>
            <a:rPr lang="uk-UA" b="0" i="0" dirty="0"/>
            <a:t>священики</a:t>
          </a:r>
          <a:endParaRPr lang="uk-UA" dirty="0"/>
        </a:p>
      </dgm:t>
    </dgm:pt>
    <dgm:pt modelId="{EBDC6047-CEC7-45AE-BC34-69671BD60A75}" type="parTrans" cxnId="{4820122E-0F6D-476C-81E0-FED167F0177C}">
      <dgm:prSet/>
      <dgm:spPr/>
      <dgm:t>
        <a:bodyPr/>
        <a:lstStyle/>
        <a:p>
          <a:endParaRPr lang="uk-UA"/>
        </a:p>
      </dgm:t>
    </dgm:pt>
    <dgm:pt modelId="{731BC56F-BDCC-47C9-BA00-395D12CBB905}" type="sibTrans" cxnId="{4820122E-0F6D-476C-81E0-FED167F0177C}">
      <dgm:prSet/>
      <dgm:spPr/>
      <dgm:t>
        <a:bodyPr/>
        <a:lstStyle/>
        <a:p>
          <a:endParaRPr lang="uk-UA"/>
        </a:p>
      </dgm:t>
    </dgm:pt>
    <dgm:pt modelId="{41FBE7AA-50B8-4A8A-8CB9-6AFEEE8FD04D}">
      <dgm:prSet/>
      <dgm:spPr/>
      <dgm:t>
        <a:bodyPr/>
        <a:lstStyle/>
        <a:p>
          <a:r>
            <a:rPr lang="uk-UA" b="0" i="0" dirty="0"/>
            <a:t>міщани</a:t>
          </a:r>
          <a:endParaRPr lang="uk-UA" dirty="0"/>
        </a:p>
      </dgm:t>
    </dgm:pt>
    <dgm:pt modelId="{8D8298BB-F003-470C-BC61-6A0C95522689}" type="parTrans" cxnId="{B6913CB8-3C0B-432C-A7FC-D53621ED0903}">
      <dgm:prSet/>
      <dgm:spPr/>
      <dgm:t>
        <a:bodyPr/>
        <a:lstStyle/>
        <a:p>
          <a:endParaRPr lang="uk-UA"/>
        </a:p>
      </dgm:t>
    </dgm:pt>
    <dgm:pt modelId="{DD329F30-390E-415B-A11C-52FAA0A90311}" type="sibTrans" cxnId="{B6913CB8-3C0B-432C-A7FC-D53621ED0903}">
      <dgm:prSet/>
      <dgm:spPr/>
      <dgm:t>
        <a:bodyPr/>
        <a:lstStyle/>
        <a:p>
          <a:endParaRPr lang="uk-UA"/>
        </a:p>
      </dgm:t>
    </dgm:pt>
    <dgm:pt modelId="{D0B75F3D-8912-47FD-B7D0-423A2ACE111E}" type="pres">
      <dgm:prSet presAssocID="{3F93BE93-DBED-45AA-8126-F8ED283FFCC4}" presName="matrix" presStyleCnt="0">
        <dgm:presLayoutVars>
          <dgm:chMax val="1"/>
          <dgm:dir/>
          <dgm:resizeHandles val="exact"/>
        </dgm:presLayoutVars>
      </dgm:prSet>
      <dgm:spPr/>
    </dgm:pt>
    <dgm:pt modelId="{B9B81064-CA04-4C09-ACB3-419F5784B822}" type="pres">
      <dgm:prSet presAssocID="{3F93BE93-DBED-45AA-8126-F8ED283FFCC4}" presName="diamond" presStyleLbl="bgShp" presStyleIdx="0" presStyleCnt="1"/>
      <dgm:spPr/>
    </dgm:pt>
    <dgm:pt modelId="{D4CA64F6-D8DA-4EB3-A2C2-1068545E8DFB}" type="pres">
      <dgm:prSet presAssocID="{3F93BE93-DBED-45AA-8126-F8ED283FFCC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150BC79-43E4-42CB-9959-271A453F4F7D}" type="pres">
      <dgm:prSet presAssocID="{3F93BE93-DBED-45AA-8126-F8ED283FFCC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8E8486C-51D6-497E-86DB-FF16C0D42C94}" type="pres">
      <dgm:prSet presAssocID="{3F93BE93-DBED-45AA-8126-F8ED283FFCC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586179A-FD62-4823-96CB-A9370AD5C3A6}" type="pres">
      <dgm:prSet presAssocID="{3F93BE93-DBED-45AA-8126-F8ED283FFCC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78A520-8D83-4E7F-B862-2D07E1197485}" type="presOf" srcId="{F5C7C4CD-814D-4B2E-B431-FF86CC8B41B1}" destId="{B8E8486C-51D6-497E-86DB-FF16C0D42C94}" srcOrd="0" destOrd="0" presId="urn:microsoft.com/office/officeart/2005/8/layout/matrix3"/>
    <dgm:cxn modelId="{ED29982C-7F2D-4E93-BCFB-234A76DDEC7E}" srcId="{3F93BE93-DBED-45AA-8126-F8ED283FFCC4}" destId="{7BCEF89D-9DAD-404F-B2D0-38B16A6ED8A8}" srcOrd="0" destOrd="0" parTransId="{6E4CDA4F-AA94-4BC7-AEDA-DBCF543F7165}" sibTransId="{FAB72AED-A26B-4141-B5A9-6684EBDEDFCC}"/>
    <dgm:cxn modelId="{4820122E-0F6D-476C-81E0-FED167F0177C}" srcId="{3F93BE93-DBED-45AA-8126-F8ED283FFCC4}" destId="{F5C7C4CD-814D-4B2E-B431-FF86CC8B41B1}" srcOrd="2" destOrd="0" parTransId="{EBDC6047-CEC7-45AE-BC34-69671BD60A75}" sibTransId="{731BC56F-BDCC-47C9-BA00-395D12CBB905}"/>
    <dgm:cxn modelId="{5A6DB73B-A6C5-4202-A0DB-9059D17E71C7}" type="presOf" srcId="{3F93BE93-DBED-45AA-8126-F8ED283FFCC4}" destId="{D0B75F3D-8912-47FD-B7D0-423A2ACE111E}" srcOrd="0" destOrd="0" presId="urn:microsoft.com/office/officeart/2005/8/layout/matrix3"/>
    <dgm:cxn modelId="{41FB977C-4E9E-4A23-81E4-18725FA53FAA}" srcId="{3F93BE93-DBED-45AA-8126-F8ED283FFCC4}" destId="{4608B5C6-B6F4-4AC0-8139-0957A71651A4}" srcOrd="1" destOrd="0" parTransId="{3483C534-5F3B-478D-90ED-B6FB224275F6}" sibTransId="{6DE3004C-BA9D-4F18-8D41-EBA2AFD1D3D6}"/>
    <dgm:cxn modelId="{B6913CB8-3C0B-432C-A7FC-D53621ED0903}" srcId="{3F93BE93-DBED-45AA-8126-F8ED283FFCC4}" destId="{41FBE7AA-50B8-4A8A-8CB9-6AFEEE8FD04D}" srcOrd="3" destOrd="0" parTransId="{8D8298BB-F003-470C-BC61-6A0C95522689}" sibTransId="{DD329F30-390E-415B-A11C-52FAA0A90311}"/>
    <dgm:cxn modelId="{3EC4EDB9-DF71-48A5-8EAD-316479B9AA97}" type="presOf" srcId="{4608B5C6-B6F4-4AC0-8139-0957A71651A4}" destId="{D150BC79-43E4-42CB-9959-271A453F4F7D}" srcOrd="0" destOrd="0" presId="urn:microsoft.com/office/officeart/2005/8/layout/matrix3"/>
    <dgm:cxn modelId="{4BEFD9E3-421C-4498-BB2D-ECEAE84413E7}" type="presOf" srcId="{41FBE7AA-50B8-4A8A-8CB9-6AFEEE8FD04D}" destId="{C586179A-FD62-4823-96CB-A9370AD5C3A6}" srcOrd="0" destOrd="0" presId="urn:microsoft.com/office/officeart/2005/8/layout/matrix3"/>
    <dgm:cxn modelId="{A055ACF9-638D-46A7-B8D1-B0BAA9B7D133}" type="presOf" srcId="{7BCEF89D-9DAD-404F-B2D0-38B16A6ED8A8}" destId="{D4CA64F6-D8DA-4EB3-A2C2-1068545E8DFB}" srcOrd="0" destOrd="0" presId="urn:microsoft.com/office/officeart/2005/8/layout/matrix3"/>
    <dgm:cxn modelId="{6FD6EB98-64C8-44C9-B36B-202A98F62725}" type="presParOf" srcId="{D0B75F3D-8912-47FD-B7D0-423A2ACE111E}" destId="{B9B81064-CA04-4C09-ACB3-419F5784B822}" srcOrd="0" destOrd="0" presId="urn:microsoft.com/office/officeart/2005/8/layout/matrix3"/>
    <dgm:cxn modelId="{686130A3-2F87-41D8-A75E-2C3819C55209}" type="presParOf" srcId="{D0B75F3D-8912-47FD-B7D0-423A2ACE111E}" destId="{D4CA64F6-D8DA-4EB3-A2C2-1068545E8DFB}" srcOrd="1" destOrd="0" presId="urn:microsoft.com/office/officeart/2005/8/layout/matrix3"/>
    <dgm:cxn modelId="{513A8D2D-A492-4284-AE82-75EA814C4EC9}" type="presParOf" srcId="{D0B75F3D-8912-47FD-B7D0-423A2ACE111E}" destId="{D150BC79-43E4-42CB-9959-271A453F4F7D}" srcOrd="2" destOrd="0" presId="urn:microsoft.com/office/officeart/2005/8/layout/matrix3"/>
    <dgm:cxn modelId="{9E858343-E4AA-45A5-9651-FD446B024DDD}" type="presParOf" srcId="{D0B75F3D-8912-47FD-B7D0-423A2ACE111E}" destId="{B8E8486C-51D6-497E-86DB-FF16C0D42C94}" srcOrd="3" destOrd="0" presId="urn:microsoft.com/office/officeart/2005/8/layout/matrix3"/>
    <dgm:cxn modelId="{A12F3A49-CFC9-49C1-B36D-CAFA2E0DF263}" type="presParOf" srcId="{D0B75F3D-8912-47FD-B7D0-423A2ACE111E}" destId="{C586179A-FD62-4823-96CB-A9370AD5C3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F7811BF9-C053-4BC3-8C5D-43DF5A724B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BBC762-80F7-47EF-A26F-7B5C644C3F63}">
      <dgm:prSet/>
      <dgm:spPr/>
      <dgm:t>
        <a:bodyPr/>
        <a:lstStyle/>
        <a:p>
          <a:r>
            <a:rPr lang="ru-RU" b="0" i="0" dirty="0" err="1"/>
            <a:t>поширення</a:t>
          </a:r>
          <a:r>
            <a:rPr lang="ru-RU" b="0" i="0" dirty="0"/>
            <a:t> </a:t>
          </a:r>
          <a:r>
            <a:rPr lang="ru-RU" b="0" i="0" dirty="0" err="1"/>
            <a:t>полемічної</a:t>
          </a:r>
          <a:r>
            <a:rPr lang="ru-RU" b="0" i="0" dirty="0"/>
            <a:t> </a:t>
          </a:r>
          <a:r>
            <a:rPr lang="ru-RU" b="0" i="0" dirty="0" err="1"/>
            <a:t>літератури</a:t>
          </a:r>
          <a:r>
            <a:rPr lang="ru-RU" b="0" i="0" dirty="0"/>
            <a:t> на </a:t>
          </a:r>
          <a:r>
            <a:rPr lang="ru-RU" b="0" i="0" dirty="0" err="1"/>
            <a:t>Волині</a:t>
          </a:r>
          <a:r>
            <a:rPr lang="ru-RU" b="0" i="0" dirty="0"/>
            <a:t> та </a:t>
          </a:r>
          <a:r>
            <a:rPr lang="ru-RU" b="0" i="0" dirty="0" err="1"/>
            <a:t>Поділлі</a:t>
          </a:r>
          <a:r>
            <a:rPr lang="ru-RU" b="0" i="0" dirty="0"/>
            <a:t>.</a:t>
          </a:r>
          <a:endParaRPr lang="uk-UA" dirty="0"/>
        </a:p>
      </dgm:t>
    </dgm:pt>
    <dgm:pt modelId="{6FEB7DB3-2135-47D0-88A7-959659FAC4C8}" type="parTrans" cxnId="{C9556A7B-5744-4920-94D7-CC02A902ECDC}">
      <dgm:prSet/>
      <dgm:spPr/>
      <dgm:t>
        <a:bodyPr/>
        <a:lstStyle/>
        <a:p>
          <a:endParaRPr lang="uk-UA"/>
        </a:p>
      </dgm:t>
    </dgm:pt>
    <dgm:pt modelId="{C12D9330-5F41-4124-8C6D-27C064100C84}" type="sibTrans" cxnId="{C9556A7B-5744-4920-94D7-CC02A902ECDC}">
      <dgm:prSet/>
      <dgm:spPr/>
      <dgm:t>
        <a:bodyPr/>
        <a:lstStyle/>
        <a:p>
          <a:endParaRPr lang="uk-UA"/>
        </a:p>
      </dgm:t>
    </dgm:pt>
    <dgm:pt modelId="{9F142806-B1F1-4FA4-AF3B-59F885E20083}">
      <dgm:prSet/>
      <dgm:spPr/>
      <dgm:t>
        <a:bodyPr/>
        <a:lstStyle/>
        <a:p>
          <a:r>
            <a:rPr lang="ru-RU" b="0" i="0" dirty="0" err="1"/>
            <a:t>домінування</a:t>
          </a:r>
          <a:r>
            <a:rPr lang="ru-RU" b="0" i="0" dirty="0"/>
            <a:t> в </a:t>
          </a:r>
          <a:r>
            <a:rPr lang="ru-RU" b="0" i="0" dirty="0" err="1"/>
            <a:t>архітектурі</a:t>
          </a:r>
          <a:r>
            <a:rPr lang="ru-RU" b="0" i="0" dirty="0"/>
            <a:t> Львова та </a:t>
          </a:r>
          <a:r>
            <a:rPr lang="ru-RU" b="0" i="0" dirty="0" err="1"/>
            <a:t>Києва</a:t>
          </a:r>
          <a:r>
            <a:rPr lang="ru-RU" b="0" i="0" dirty="0"/>
            <a:t> стилю </a:t>
          </a:r>
          <a:r>
            <a:rPr lang="ru-RU" b="0" i="0" dirty="0" err="1"/>
            <a:t>бароко</a:t>
          </a:r>
          <a:r>
            <a:rPr lang="ru-RU" b="0" i="0" dirty="0"/>
            <a:t>.</a:t>
          </a:r>
          <a:endParaRPr lang="uk-UA" dirty="0"/>
        </a:p>
      </dgm:t>
    </dgm:pt>
    <dgm:pt modelId="{04FC211B-FD08-4605-B10D-D265E48193C1}" type="parTrans" cxnId="{57798B14-9314-4905-B1F9-0192F7BEDDD9}">
      <dgm:prSet/>
      <dgm:spPr/>
      <dgm:t>
        <a:bodyPr/>
        <a:lstStyle/>
        <a:p>
          <a:endParaRPr lang="uk-UA"/>
        </a:p>
      </dgm:t>
    </dgm:pt>
    <dgm:pt modelId="{F8EE0D99-7047-4A39-8AF0-4EEC6CFD3C95}" type="sibTrans" cxnId="{57798B14-9314-4905-B1F9-0192F7BEDDD9}">
      <dgm:prSet/>
      <dgm:spPr/>
      <dgm:t>
        <a:bodyPr/>
        <a:lstStyle/>
        <a:p>
          <a:endParaRPr lang="uk-UA"/>
        </a:p>
      </dgm:t>
    </dgm:pt>
    <dgm:pt modelId="{F15C411E-2805-48DE-BFAC-712418A23759}" type="pres">
      <dgm:prSet presAssocID="{F7811BF9-C053-4BC3-8C5D-43DF5A724BCC}" presName="linear" presStyleCnt="0">
        <dgm:presLayoutVars>
          <dgm:animLvl val="lvl"/>
          <dgm:resizeHandles val="exact"/>
        </dgm:presLayoutVars>
      </dgm:prSet>
      <dgm:spPr/>
    </dgm:pt>
    <dgm:pt modelId="{9F793000-4545-4ECC-ACB6-EDAA387CBFCF}" type="pres">
      <dgm:prSet presAssocID="{2DBBC762-80F7-47EF-A26F-7B5C644C3F6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C829DD-5AA4-4D31-A6FF-7AFEB7C68FC0}" type="pres">
      <dgm:prSet presAssocID="{C12D9330-5F41-4124-8C6D-27C064100C84}" presName="spacer" presStyleCnt="0"/>
      <dgm:spPr/>
    </dgm:pt>
    <dgm:pt modelId="{EC494F0F-477E-4C29-B2C4-FB1FFADD7DA1}" type="pres">
      <dgm:prSet presAssocID="{9F142806-B1F1-4FA4-AF3B-59F885E2008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2AE70D-7CF0-4E53-84B3-326C730ADD29}" type="presOf" srcId="{2DBBC762-80F7-47EF-A26F-7B5C644C3F63}" destId="{9F793000-4545-4ECC-ACB6-EDAA387CBFCF}" srcOrd="0" destOrd="0" presId="urn:microsoft.com/office/officeart/2005/8/layout/vList2"/>
    <dgm:cxn modelId="{57798B14-9314-4905-B1F9-0192F7BEDDD9}" srcId="{F7811BF9-C053-4BC3-8C5D-43DF5A724BCC}" destId="{9F142806-B1F1-4FA4-AF3B-59F885E20083}" srcOrd="1" destOrd="0" parTransId="{04FC211B-FD08-4605-B10D-D265E48193C1}" sibTransId="{F8EE0D99-7047-4A39-8AF0-4EEC6CFD3C95}"/>
    <dgm:cxn modelId="{E9C85178-4113-493B-BB2F-502EA88006B6}" type="presOf" srcId="{9F142806-B1F1-4FA4-AF3B-59F885E20083}" destId="{EC494F0F-477E-4C29-B2C4-FB1FFADD7DA1}" srcOrd="0" destOrd="0" presId="urn:microsoft.com/office/officeart/2005/8/layout/vList2"/>
    <dgm:cxn modelId="{C9556A7B-5744-4920-94D7-CC02A902ECDC}" srcId="{F7811BF9-C053-4BC3-8C5D-43DF5A724BCC}" destId="{2DBBC762-80F7-47EF-A26F-7B5C644C3F63}" srcOrd="0" destOrd="0" parTransId="{6FEB7DB3-2135-47D0-88A7-959659FAC4C8}" sibTransId="{C12D9330-5F41-4124-8C6D-27C064100C84}"/>
    <dgm:cxn modelId="{8ED5FFB3-9FD7-4BC4-9C64-3503F88F266D}" type="presOf" srcId="{F7811BF9-C053-4BC3-8C5D-43DF5A724BCC}" destId="{F15C411E-2805-48DE-BFAC-712418A23759}" srcOrd="0" destOrd="0" presId="urn:microsoft.com/office/officeart/2005/8/layout/vList2"/>
    <dgm:cxn modelId="{953605AC-D964-404B-88EB-25E016503F74}" type="presParOf" srcId="{F15C411E-2805-48DE-BFAC-712418A23759}" destId="{9F793000-4545-4ECC-ACB6-EDAA387CBFCF}" srcOrd="0" destOrd="0" presId="urn:microsoft.com/office/officeart/2005/8/layout/vList2"/>
    <dgm:cxn modelId="{CC0FF3FE-2A61-4825-BCF4-79798C784CB3}" type="presParOf" srcId="{F15C411E-2805-48DE-BFAC-712418A23759}" destId="{47C829DD-5AA4-4D31-A6FF-7AFEB7C68FC0}" srcOrd="1" destOrd="0" presId="urn:microsoft.com/office/officeart/2005/8/layout/vList2"/>
    <dgm:cxn modelId="{A4313C7F-0663-4D94-81C5-443810A84C9D}" type="presParOf" srcId="{F15C411E-2805-48DE-BFAC-712418A23759}" destId="{EC494F0F-477E-4C29-B2C4-FB1FFADD7DA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81EDB693-26F7-410B-9189-6C40E1209D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82117C9-99BB-4307-B652-3F3E8D5B6B3D}">
      <dgm:prSet/>
      <dgm:spPr/>
      <dgm:t>
        <a:bodyPr/>
        <a:lstStyle/>
        <a:p>
          <a:r>
            <a:rPr lang="ru-RU" b="0" i="0" dirty="0" err="1"/>
            <a:t>видання</a:t>
          </a:r>
          <a:r>
            <a:rPr lang="ru-RU" b="0" i="0" dirty="0"/>
            <a:t> </a:t>
          </a:r>
          <a:r>
            <a:rPr lang="ru-RU" b="0" i="0" dirty="0" err="1"/>
            <a:t>перших</a:t>
          </a:r>
          <a:r>
            <a:rPr lang="ru-RU" b="0" i="0" dirty="0"/>
            <a:t> </a:t>
          </a:r>
          <a:r>
            <a:rPr lang="ru-RU" b="0" i="0" dirty="0" err="1"/>
            <a:t>друкованих</a:t>
          </a:r>
          <a:r>
            <a:rPr lang="ru-RU" b="0" i="0" dirty="0"/>
            <a:t> </a:t>
          </a:r>
          <a:r>
            <a:rPr lang="ru-RU" b="0" i="0" dirty="0" err="1"/>
            <a:t>підручників</a:t>
          </a:r>
          <a:r>
            <a:rPr lang="ru-RU" b="0" i="0" dirty="0"/>
            <a:t> </a:t>
          </a:r>
          <a:r>
            <a:rPr lang="ru-RU" b="0" i="0" dirty="0" err="1"/>
            <a:t>Києво-Печерською</a:t>
          </a:r>
          <a:r>
            <a:rPr lang="ru-RU" b="0" i="0" dirty="0"/>
            <a:t> лаврою.</a:t>
          </a:r>
          <a:endParaRPr lang="uk-UA" dirty="0"/>
        </a:p>
      </dgm:t>
    </dgm:pt>
    <dgm:pt modelId="{A559D593-2778-4FCD-8063-4CB86F18EB38}" type="parTrans" cxnId="{F42C3A1D-DC11-41A1-AE76-6CCBE620A85C}">
      <dgm:prSet/>
      <dgm:spPr/>
      <dgm:t>
        <a:bodyPr/>
        <a:lstStyle/>
        <a:p>
          <a:endParaRPr lang="uk-UA"/>
        </a:p>
      </dgm:t>
    </dgm:pt>
    <dgm:pt modelId="{78B2DFA1-2954-4FC1-8B0A-0C422D9A3639}" type="sibTrans" cxnId="{F42C3A1D-DC11-41A1-AE76-6CCBE620A85C}">
      <dgm:prSet/>
      <dgm:spPr/>
      <dgm:t>
        <a:bodyPr/>
        <a:lstStyle/>
        <a:p>
          <a:endParaRPr lang="uk-UA"/>
        </a:p>
      </dgm:t>
    </dgm:pt>
    <dgm:pt modelId="{B4A516A3-AD8B-4BF9-9B08-866CC413AE62}">
      <dgm:prSet/>
      <dgm:spPr/>
      <dgm:t>
        <a:bodyPr/>
        <a:lstStyle/>
        <a:p>
          <a:r>
            <a:rPr lang="ru-RU" b="0" i="0" dirty="0" err="1"/>
            <a:t>виникнення</a:t>
          </a:r>
          <a:r>
            <a:rPr lang="ru-RU" b="0" i="0" dirty="0"/>
            <a:t> </a:t>
          </a:r>
          <a:r>
            <a:rPr lang="ru-RU" b="0" i="0" dirty="0" err="1"/>
            <a:t>нових</a:t>
          </a:r>
          <a:r>
            <a:rPr lang="ru-RU" b="0" i="0" dirty="0"/>
            <a:t> </a:t>
          </a:r>
          <a:r>
            <a:rPr lang="ru-RU" b="0" i="0" dirty="0" err="1"/>
            <a:t>центрів</a:t>
          </a:r>
          <a:r>
            <a:rPr lang="ru-RU" b="0" i="0" dirty="0"/>
            <a:t> </a:t>
          </a:r>
          <a:r>
            <a:rPr lang="ru-RU" b="0" i="0" dirty="0" err="1"/>
            <a:t>літописання</a:t>
          </a:r>
          <a:r>
            <a:rPr lang="ru-RU" b="0" i="0" dirty="0"/>
            <a:t> в </a:t>
          </a:r>
          <a:r>
            <a:rPr lang="ru-RU" b="0" i="0" dirty="0" err="1"/>
            <a:t>Холмі</a:t>
          </a:r>
          <a:r>
            <a:rPr lang="ru-RU" b="0" i="0" dirty="0"/>
            <a:t>, </a:t>
          </a:r>
          <a:r>
            <a:rPr lang="ru-RU" b="0" i="0" dirty="0" err="1"/>
            <a:t>Луцьку</a:t>
          </a:r>
          <a:r>
            <a:rPr lang="ru-RU" b="0" i="0" dirty="0"/>
            <a:t>, </a:t>
          </a:r>
          <a:r>
            <a:rPr lang="ru-RU" b="0" i="0" dirty="0" err="1"/>
            <a:t>Острозі</a:t>
          </a:r>
          <a:r>
            <a:rPr lang="ru-RU" b="0" i="0" dirty="0"/>
            <a:t>.</a:t>
          </a:r>
          <a:endParaRPr lang="uk-UA" dirty="0"/>
        </a:p>
      </dgm:t>
    </dgm:pt>
    <dgm:pt modelId="{30B9C2D7-3CBD-4DA4-A8A8-0B97659B7441}" type="parTrans" cxnId="{F40E4959-917E-41FF-9623-A795F788F771}">
      <dgm:prSet/>
      <dgm:spPr/>
      <dgm:t>
        <a:bodyPr/>
        <a:lstStyle/>
        <a:p>
          <a:endParaRPr lang="uk-UA"/>
        </a:p>
      </dgm:t>
    </dgm:pt>
    <dgm:pt modelId="{3A049C8E-9CFE-4726-842B-6076880B9228}" type="sibTrans" cxnId="{F40E4959-917E-41FF-9623-A795F788F771}">
      <dgm:prSet/>
      <dgm:spPr/>
      <dgm:t>
        <a:bodyPr/>
        <a:lstStyle/>
        <a:p>
          <a:endParaRPr lang="uk-UA"/>
        </a:p>
      </dgm:t>
    </dgm:pt>
    <dgm:pt modelId="{E0551088-666F-4359-A5A8-861BEB6AF65F}" type="pres">
      <dgm:prSet presAssocID="{81EDB693-26F7-410B-9189-6C40E1209DC2}" presName="linear" presStyleCnt="0">
        <dgm:presLayoutVars>
          <dgm:animLvl val="lvl"/>
          <dgm:resizeHandles val="exact"/>
        </dgm:presLayoutVars>
      </dgm:prSet>
      <dgm:spPr/>
    </dgm:pt>
    <dgm:pt modelId="{25BD25F3-3F41-4DDB-A8CA-010D69C191CF}" type="pres">
      <dgm:prSet presAssocID="{482117C9-99BB-4307-B652-3F3E8D5B6B3D}" presName="parentText" presStyleLbl="node1" presStyleIdx="0" presStyleCnt="2" custScaleY="119847">
        <dgm:presLayoutVars>
          <dgm:chMax val="0"/>
          <dgm:bulletEnabled val="1"/>
        </dgm:presLayoutVars>
      </dgm:prSet>
      <dgm:spPr/>
    </dgm:pt>
    <dgm:pt modelId="{89E2A531-652A-41F2-BC3E-29C78BC332BF}" type="pres">
      <dgm:prSet presAssocID="{78B2DFA1-2954-4FC1-8B0A-0C422D9A3639}" presName="spacer" presStyleCnt="0"/>
      <dgm:spPr/>
    </dgm:pt>
    <dgm:pt modelId="{B48CC267-B200-437D-B1BF-F55001B368B1}" type="pres">
      <dgm:prSet presAssocID="{B4A516A3-AD8B-4BF9-9B08-866CC413AE6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42C3A1D-DC11-41A1-AE76-6CCBE620A85C}" srcId="{81EDB693-26F7-410B-9189-6C40E1209DC2}" destId="{482117C9-99BB-4307-B652-3F3E8D5B6B3D}" srcOrd="0" destOrd="0" parTransId="{A559D593-2778-4FCD-8063-4CB86F18EB38}" sibTransId="{78B2DFA1-2954-4FC1-8B0A-0C422D9A3639}"/>
    <dgm:cxn modelId="{571CFC43-560A-48DE-AAA1-D0C44CD9B363}" type="presOf" srcId="{81EDB693-26F7-410B-9189-6C40E1209DC2}" destId="{E0551088-666F-4359-A5A8-861BEB6AF65F}" srcOrd="0" destOrd="0" presId="urn:microsoft.com/office/officeart/2005/8/layout/vList2"/>
    <dgm:cxn modelId="{E2B0534E-982B-4BF3-AD82-26DD4CB57B51}" type="presOf" srcId="{B4A516A3-AD8B-4BF9-9B08-866CC413AE62}" destId="{B48CC267-B200-437D-B1BF-F55001B368B1}" srcOrd="0" destOrd="0" presId="urn:microsoft.com/office/officeart/2005/8/layout/vList2"/>
    <dgm:cxn modelId="{F40E4959-917E-41FF-9623-A795F788F771}" srcId="{81EDB693-26F7-410B-9189-6C40E1209DC2}" destId="{B4A516A3-AD8B-4BF9-9B08-866CC413AE62}" srcOrd="1" destOrd="0" parTransId="{30B9C2D7-3CBD-4DA4-A8A8-0B97659B7441}" sibTransId="{3A049C8E-9CFE-4726-842B-6076880B9228}"/>
    <dgm:cxn modelId="{EFA1DE8A-E2E0-4C8A-B80B-CA7850782250}" type="presOf" srcId="{482117C9-99BB-4307-B652-3F3E8D5B6B3D}" destId="{25BD25F3-3F41-4DDB-A8CA-010D69C191CF}" srcOrd="0" destOrd="0" presId="urn:microsoft.com/office/officeart/2005/8/layout/vList2"/>
    <dgm:cxn modelId="{44389D25-FECF-44C4-971A-1C73F97BFA1F}" type="presParOf" srcId="{E0551088-666F-4359-A5A8-861BEB6AF65F}" destId="{25BD25F3-3F41-4DDB-A8CA-010D69C191CF}" srcOrd="0" destOrd="0" presId="urn:microsoft.com/office/officeart/2005/8/layout/vList2"/>
    <dgm:cxn modelId="{BB450B29-2DEE-47CF-957D-A417838B8C17}" type="presParOf" srcId="{E0551088-666F-4359-A5A8-861BEB6AF65F}" destId="{89E2A531-652A-41F2-BC3E-29C78BC332BF}" srcOrd="1" destOrd="0" presId="urn:microsoft.com/office/officeart/2005/8/layout/vList2"/>
    <dgm:cxn modelId="{94CBE7C5-3DC5-451C-971F-96AE51458873}" type="presParOf" srcId="{E0551088-666F-4359-A5A8-861BEB6AF65F}" destId="{B48CC267-B200-437D-B1BF-F55001B368B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A3D69-81C7-4EC6-86D9-CDF3546ECDB3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7D300-698E-446B-9473-AECF29A6CA54}">
      <dsp:nvSpPr>
        <dsp:cNvPr id="0" name=""/>
        <dsp:cNvSpPr/>
      </dsp:nvSpPr>
      <dsp:spPr>
        <a:xfrm>
          <a:off x="410257" y="277901"/>
          <a:ext cx="4475601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Спасо-Преображенського</a:t>
          </a:r>
          <a:r>
            <a:rPr lang="ru-RU" sz="1600" b="0" i="0" kern="1200" dirty="0"/>
            <a:t> собору в </a:t>
          </a:r>
          <a:r>
            <a:rPr lang="ru-RU" sz="1600" b="0" i="0" kern="1200" dirty="0" err="1"/>
            <a:t>Чернігові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410257" y="277901"/>
        <a:ext cx="4475601" cy="556091"/>
      </dsp:txXfrm>
    </dsp:sp>
    <dsp:sp modelId="{744C97ED-4EEE-4E9E-B32E-D645312F6F07}">
      <dsp:nvSpPr>
        <dsp:cNvPr id="0" name=""/>
        <dsp:cNvSpPr/>
      </dsp:nvSpPr>
      <dsp:spPr>
        <a:xfrm>
          <a:off x="62700" y="208389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54B0C-29C8-41EA-A315-AAF2C9D35F6E}">
      <dsp:nvSpPr>
        <dsp:cNvPr id="0" name=""/>
        <dsp:cNvSpPr/>
      </dsp:nvSpPr>
      <dsp:spPr>
        <a:xfrm>
          <a:off x="729077" y="1112182"/>
          <a:ext cx="4156781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церкви святого Пантелеймона </a:t>
          </a:r>
          <a:r>
            <a:rPr lang="ru-RU" sz="1600" b="0" i="0" kern="1200" dirty="0" err="1"/>
            <a:t>поблизу</a:t>
          </a:r>
          <a:r>
            <a:rPr lang="ru-RU" sz="1600" b="0" i="0" kern="1200" dirty="0"/>
            <a:t> Галича.</a:t>
          </a:r>
          <a:endParaRPr lang="uk-UA" sz="1600" kern="1200" dirty="0"/>
        </a:p>
      </dsp:txBody>
      <dsp:txXfrm>
        <a:off x="729077" y="1112182"/>
        <a:ext cx="4156781" cy="556091"/>
      </dsp:txXfrm>
    </dsp:sp>
    <dsp:sp modelId="{F389B200-8C62-43F4-87B7-B32B56B2151C}">
      <dsp:nvSpPr>
        <dsp:cNvPr id="0" name=""/>
        <dsp:cNvSpPr/>
      </dsp:nvSpPr>
      <dsp:spPr>
        <a:xfrm>
          <a:off x="381520" y="1042671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BD991-F84C-4C54-BC82-88F23528E5EC}">
      <dsp:nvSpPr>
        <dsp:cNvPr id="0" name=""/>
        <dsp:cNvSpPr/>
      </dsp:nvSpPr>
      <dsp:spPr>
        <a:xfrm>
          <a:off x="729077" y="1946464"/>
          <a:ext cx="4156781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П’ятницької церкви в Чернігові.</a:t>
          </a:r>
          <a:endParaRPr lang="uk-UA" sz="1600" kern="1200"/>
        </a:p>
      </dsp:txBody>
      <dsp:txXfrm>
        <a:off x="729077" y="1946464"/>
        <a:ext cx="4156781" cy="556091"/>
      </dsp:txXfrm>
    </dsp:sp>
    <dsp:sp modelId="{B216E907-2B0B-489A-8638-B13BF40CBDB9}">
      <dsp:nvSpPr>
        <dsp:cNvPr id="0" name=""/>
        <dsp:cNvSpPr/>
      </dsp:nvSpPr>
      <dsp:spPr>
        <a:xfrm>
          <a:off x="381520" y="1876952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A7AA0-016A-479E-8C08-FF4DF157ECAA}">
      <dsp:nvSpPr>
        <dsp:cNvPr id="0" name=""/>
        <dsp:cNvSpPr/>
      </dsp:nvSpPr>
      <dsp:spPr>
        <a:xfrm>
          <a:off x="410257" y="2780745"/>
          <a:ext cx="4475601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Софійського</a:t>
          </a:r>
          <a:r>
            <a:rPr lang="ru-RU" sz="1600" b="0" i="0" kern="1200" dirty="0"/>
            <a:t> собору в </a:t>
          </a:r>
          <a:r>
            <a:rPr lang="ru-RU" sz="1600" b="0" i="0" kern="1200" dirty="0" err="1"/>
            <a:t>Києві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410257" y="2780745"/>
        <a:ext cx="4475601" cy="556091"/>
      </dsp:txXfrm>
    </dsp:sp>
    <dsp:sp modelId="{FA568D36-9A8B-4B97-89D9-DE51648C1DC7}">
      <dsp:nvSpPr>
        <dsp:cNvPr id="0" name=""/>
        <dsp:cNvSpPr/>
      </dsp:nvSpPr>
      <dsp:spPr>
        <a:xfrm>
          <a:off x="62700" y="2711234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7402E-6DF5-467B-9300-9B173244313D}">
      <dsp:nvSpPr>
        <dsp:cNvPr id="0" name=""/>
        <dsp:cNvSpPr/>
      </dsp:nvSpPr>
      <dsp:spPr>
        <a:xfrm>
          <a:off x="0" y="4588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запровадження християнства як державної релігії Київської Русі</a:t>
          </a:r>
          <a:endParaRPr lang="uk-UA" sz="2100" kern="1200" dirty="0"/>
        </a:p>
      </dsp:txBody>
      <dsp:txXfrm>
        <a:off x="40780" y="86668"/>
        <a:ext cx="4852390" cy="753819"/>
      </dsp:txXfrm>
    </dsp:sp>
    <dsp:sp modelId="{4EBC1749-61FF-470F-AA50-E98F6B885892}">
      <dsp:nvSpPr>
        <dsp:cNvPr id="0" name=""/>
        <dsp:cNvSpPr/>
      </dsp:nvSpPr>
      <dsp:spPr>
        <a:xfrm>
          <a:off x="0" y="94174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«Руської правди» — першої писаної збірки законів</a:t>
          </a:r>
          <a:endParaRPr lang="uk-UA" sz="2100" kern="1200"/>
        </a:p>
      </dsp:txBody>
      <dsp:txXfrm>
        <a:off x="40780" y="982528"/>
        <a:ext cx="4852390" cy="753819"/>
      </dsp:txXfrm>
    </dsp:sp>
    <dsp:sp modelId="{72C2FA82-1526-461B-BDB6-D47FF1EFC73E}">
      <dsp:nvSpPr>
        <dsp:cNvPr id="0" name=""/>
        <dsp:cNvSpPr/>
      </dsp:nvSpPr>
      <dsp:spPr>
        <a:xfrm>
          <a:off x="0" y="183760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призначення главою церкви митрополита-русича Іларіона</a:t>
          </a:r>
          <a:endParaRPr lang="uk-UA" sz="2100" kern="1200"/>
        </a:p>
      </dsp:txBody>
      <dsp:txXfrm>
        <a:off x="40780" y="1878388"/>
        <a:ext cx="4852390" cy="753819"/>
      </dsp:txXfrm>
    </dsp:sp>
    <dsp:sp modelId="{FD173C3A-DB5B-4757-A615-408D5F97995C}">
      <dsp:nvSpPr>
        <dsp:cNvPr id="0" name=""/>
        <dsp:cNvSpPr/>
      </dsp:nvSpPr>
      <dsp:spPr>
        <a:xfrm>
          <a:off x="0" y="273346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утвердження в Києві князівської династії Рюриковичів</a:t>
          </a:r>
          <a:endParaRPr lang="uk-UA" sz="2100" kern="1200" dirty="0"/>
        </a:p>
      </dsp:txBody>
      <dsp:txXfrm>
        <a:off x="40780" y="2774248"/>
        <a:ext cx="4852390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D0C83-697F-484E-A46F-181D1A6AD9D9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E904D-6896-4233-871C-DA317E2673A3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Олег</a:t>
          </a:r>
          <a:endParaRPr lang="uk-UA" sz="1500" kern="1200"/>
        </a:p>
      </dsp:txBody>
      <dsp:txXfrm>
        <a:off x="1073411" y="412218"/>
        <a:ext cx="1272111" cy="1272111"/>
      </dsp:txXfrm>
    </dsp:sp>
    <dsp:sp modelId="{39F5F34F-74BE-42B8-8AD3-72F9381604F3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Святослав</a:t>
          </a:r>
          <a:endParaRPr lang="uk-UA" sz="1500" kern="1200" dirty="0"/>
        </a:p>
      </dsp:txBody>
      <dsp:txXfrm>
        <a:off x="2591601" y="412218"/>
        <a:ext cx="1272111" cy="1272111"/>
      </dsp:txXfrm>
    </dsp:sp>
    <dsp:sp modelId="{FD95FEDC-B215-4DDF-B0F2-581EC66BA91E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Володимир Великий</a:t>
          </a:r>
          <a:endParaRPr lang="uk-UA" sz="1500" kern="1200"/>
        </a:p>
      </dsp:txBody>
      <dsp:txXfrm>
        <a:off x="1073411" y="1930408"/>
        <a:ext cx="1272111" cy="1272111"/>
      </dsp:txXfrm>
    </dsp:sp>
    <dsp:sp modelId="{1143C322-5A95-42EB-A996-8C2AE866C5FC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Ярослав </a:t>
          </a:r>
          <a:r>
            <a:rPr lang="ru-RU" sz="1500" b="0" i="0" kern="1200" dirty="0" err="1"/>
            <a:t>Мудрий</a:t>
          </a:r>
          <a:endParaRPr lang="uk-UA" sz="1500" kern="1200" dirty="0"/>
        </a:p>
      </dsp:txBody>
      <dsp:txXfrm>
        <a:off x="2591601" y="1930408"/>
        <a:ext cx="1272111" cy="12721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48627-C2DA-4583-B031-B7464C85C94E}">
      <dsp:nvSpPr>
        <dsp:cNvPr id="0" name=""/>
        <dsp:cNvSpPr/>
      </dsp:nvSpPr>
      <dsp:spPr>
        <a:xfrm>
          <a:off x="0" y="48192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«Остромирове Євангеліє»</a:t>
          </a:r>
          <a:endParaRPr lang="uk-UA" sz="2100" kern="1200"/>
        </a:p>
      </dsp:txBody>
      <dsp:txXfrm>
        <a:off x="40724" y="88916"/>
        <a:ext cx="4852502" cy="752780"/>
      </dsp:txXfrm>
    </dsp:sp>
    <dsp:sp modelId="{C7796319-FB8A-43C9-80CD-88CF5F910362}">
      <dsp:nvSpPr>
        <dsp:cNvPr id="0" name=""/>
        <dsp:cNvSpPr/>
      </dsp:nvSpPr>
      <dsp:spPr>
        <a:xfrm>
          <a:off x="0" y="942900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Ізборник</a:t>
          </a:r>
          <a:r>
            <a:rPr lang="ru-RU" sz="2100" b="0" i="0" kern="1200" dirty="0"/>
            <a:t> Святослава»</a:t>
          </a:r>
          <a:endParaRPr lang="uk-UA" sz="2100" kern="1200" dirty="0"/>
        </a:p>
      </dsp:txBody>
      <dsp:txXfrm>
        <a:off x="40724" y="983624"/>
        <a:ext cx="4852502" cy="752780"/>
      </dsp:txXfrm>
    </dsp:sp>
    <dsp:sp modelId="{1FB75744-84FF-4BE3-AF0B-E3E0AD402148}">
      <dsp:nvSpPr>
        <dsp:cNvPr id="0" name=""/>
        <dsp:cNvSpPr/>
      </dsp:nvSpPr>
      <dsp:spPr>
        <a:xfrm>
          <a:off x="0" y="1837608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«Слово о полку </a:t>
          </a:r>
          <a:r>
            <a:rPr lang="ru-RU" sz="2100" b="0" i="0" kern="1200" dirty="0" err="1"/>
            <a:t>Ігоревім</a:t>
          </a:r>
          <a:r>
            <a:rPr lang="ru-RU" sz="2100" b="0" i="0" kern="1200" dirty="0"/>
            <a:t>»</a:t>
          </a:r>
          <a:endParaRPr lang="uk-UA" sz="2100" kern="1200" dirty="0"/>
        </a:p>
      </dsp:txBody>
      <dsp:txXfrm>
        <a:off x="40724" y="1878332"/>
        <a:ext cx="4852502" cy="752780"/>
      </dsp:txXfrm>
    </dsp:sp>
    <dsp:sp modelId="{B489C5B6-9490-44DC-B5BC-E4BBF08ACDC9}">
      <dsp:nvSpPr>
        <dsp:cNvPr id="0" name=""/>
        <dsp:cNvSpPr/>
      </dsp:nvSpPr>
      <dsp:spPr>
        <a:xfrm>
          <a:off x="0" y="2732317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Повчання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дітям</a:t>
          </a:r>
          <a:r>
            <a:rPr lang="ru-RU" sz="2100" b="0" i="0" kern="1200" dirty="0"/>
            <a:t>» </a:t>
          </a:r>
          <a:r>
            <a:rPr lang="ru-RU" sz="2100" b="0" i="0" kern="1200" dirty="0" err="1"/>
            <a:t>Володимира</a:t>
          </a:r>
          <a:r>
            <a:rPr lang="ru-RU" sz="2100" b="0" i="0" kern="1200" dirty="0"/>
            <a:t> Мономаха</a:t>
          </a:r>
          <a:endParaRPr lang="uk-UA" sz="2100" kern="1200" dirty="0"/>
        </a:p>
      </dsp:txBody>
      <dsp:txXfrm>
        <a:off x="40724" y="2773041"/>
        <a:ext cx="4852502" cy="752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F1DC2-67E1-471F-B9D5-67926710D7FA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D6E9F-D76B-4DCE-9FB3-8C3C145B7B0E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«Дивосвіт Трипілля»</a:t>
          </a:r>
          <a:endParaRPr lang="uk-UA" sz="1100" kern="1200" dirty="0"/>
        </a:p>
      </dsp:txBody>
      <dsp:txXfrm>
        <a:off x="1071824" y="412218"/>
        <a:ext cx="1272111" cy="1272111"/>
      </dsp:txXfrm>
    </dsp:sp>
    <dsp:sp modelId="{73453028-AC87-47DB-AADD-E9C8515D293A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«Прикраси античного Причорномор'я»</a:t>
          </a:r>
          <a:endParaRPr lang="uk-UA" sz="1100" kern="1200"/>
        </a:p>
      </dsp:txBody>
      <dsp:txXfrm>
        <a:off x="2590014" y="412218"/>
        <a:ext cx="1272111" cy="1272111"/>
      </dsp:txXfrm>
    </dsp:sp>
    <dsp:sp modelId="{8CCB25F1-F6C1-473E-8482-2857A31ABBB7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«Золоті скарби скіфів»</a:t>
          </a:r>
          <a:endParaRPr lang="uk-UA" sz="1100" kern="1200" dirty="0"/>
        </a:p>
      </dsp:txBody>
      <dsp:txXfrm>
        <a:off x="1071824" y="1930408"/>
        <a:ext cx="1272111" cy="1272111"/>
      </dsp:txXfrm>
    </dsp:sp>
    <dsp:sp modelId="{DE27C186-DE8D-4438-A4F9-AADC2FDCC299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«Ювелірні шедеври Київської Русі»</a:t>
          </a:r>
          <a:endParaRPr lang="uk-UA" sz="1100" kern="1200" dirty="0"/>
        </a:p>
      </dsp:txBody>
      <dsp:txXfrm>
        <a:off x="2590014" y="1930408"/>
        <a:ext cx="1272111" cy="12721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B5B5B-1A4E-46BA-94E2-035429DE2FCC}">
      <dsp:nvSpPr>
        <dsp:cNvPr id="0" name=""/>
        <dsp:cNvSpPr/>
      </dsp:nvSpPr>
      <dsp:spPr>
        <a:xfrm>
          <a:off x="0" y="395538"/>
          <a:ext cx="493395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«Руську правду».</a:t>
          </a:r>
          <a:endParaRPr lang="uk-UA" sz="2700" kern="1200"/>
        </a:p>
      </dsp:txBody>
      <dsp:txXfrm>
        <a:off x="31613" y="427151"/>
        <a:ext cx="4870724" cy="584369"/>
      </dsp:txXfrm>
    </dsp:sp>
    <dsp:sp modelId="{84B0A656-BFDD-435B-8218-E5585CCFF241}">
      <dsp:nvSpPr>
        <dsp:cNvPr id="0" name=""/>
        <dsp:cNvSpPr/>
      </dsp:nvSpPr>
      <dsp:spPr>
        <a:xfrm>
          <a:off x="0" y="1120893"/>
          <a:ext cx="493395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«Повість минулих літ».</a:t>
          </a:r>
          <a:endParaRPr lang="uk-UA" sz="2700" kern="1200"/>
        </a:p>
      </dsp:txBody>
      <dsp:txXfrm>
        <a:off x="31613" y="1152506"/>
        <a:ext cx="4870724" cy="584369"/>
      </dsp:txXfrm>
    </dsp:sp>
    <dsp:sp modelId="{2E3A3415-11AC-44BC-BD11-2A4F5A07E8B6}">
      <dsp:nvSpPr>
        <dsp:cNvPr id="0" name=""/>
        <dsp:cNvSpPr/>
      </dsp:nvSpPr>
      <dsp:spPr>
        <a:xfrm>
          <a:off x="0" y="1846249"/>
          <a:ext cx="493395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«Остромирове Євангеліє».</a:t>
          </a:r>
          <a:endParaRPr lang="uk-UA" sz="2700" kern="1200"/>
        </a:p>
      </dsp:txBody>
      <dsp:txXfrm>
        <a:off x="31613" y="1877862"/>
        <a:ext cx="4870724" cy="584369"/>
      </dsp:txXfrm>
    </dsp:sp>
    <dsp:sp modelId="{918B7223-30ED-43D5-BBA2-76B52C1280E6}">
      <dsp:nvSpPr>
        <dsp:cNvPr id="0" name=""/>
        <dsp:cNvSpPr/>
      </dsp:nvSpPr>
      <dsp:spPr>
        <a:xfrm>
          <a:off x="0" y="2571604"/>
          <a:ext cx="493395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/>
            <a:t>«Слово о полку </a:t>
          </a:r>
          <a:r>
            <a:rPr lang="ru-RU" sz="2700" b="0" i="0" kern="1200" dirty="0" err="1"/>
            <a:t>Ігоревім</a:t>
          </a:r>
          <a:r>
            <a:rPr lang="ru-RU" sz="2700" b="0" i="0" kern="1200" dirty="0"/>
            <a:t>».</a:t>
          </a:r>
          <a:endParaRPr lang="uk-UA" sz="2700" kern="1200" dirty="0"/>
        </a:p>
      </dsp:txBody>
      <dsp:txXfrm>
        <a:off x="31613" y="2603217"/>
        <a:ext cx="4870724" cy="5843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86049-0856-4CDC-BB0A-19C2C0C09139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102C8-4D9F-4DA5-9A05-6C0D5074B8B8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/>
            <a:t>західноєвропейська</a:t>
          </a:r>
          <a:endParaRPr lang="uk-UA" sz="900" kern="1200"/>
        </a:p>
      </dsp:txBody>
      <dsp:txXfrm>
        <a:off x="1073411" y="412218"/>
        <a:ext cx="1272111" cy="1272111"/>
      </dsp:txXfrm>
    </dsp:sp>
    <dsp:sp modelId="{CF7754E1-4860-4CD7-AC97-A29B6F01694C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/>
            <a:t>варязька</a:t>
          </a:r>
          <a:endParaRPr lang="uk-UA" sz="900" kern="1200"/>
        </a:p>
      </dsp:txBody>
      <dsp:txXfrm>
        <a:off x="2591601" y="412218"/>
        <a:ext cx="1272111" cy="1272111"/>
      </dsp:txXfrm>
    </dsp:sp>
    <dsp:sp modelId="{337CA339-2D51-47AC-AE91-85D70FF4B20F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 dirty="0"/>
            <a:t>хозарська</a:t>
          </a:r>
          <a:endParaRPr lang="uk-UA" sz="900" kern="1200" dirty="0"/>
        </a:p>
      </dsp:txBody>
      <dsp:txXfrm>
        <a:off x="1073411" y="1930408"/>
        <a:ext cx="1272111" cy="1272111"/>
      </dsp:txXfrm>
    </dsp:sp>
    <dsp:sp modelId="{20E587BE-D650-49FF-8A7C-98A8658027AE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900" b="0" i="0" kern="1200" dirty="0"/>
            <a:t>візантійська</a:t>
          </a:r>
          <a:endParaRPr lang="uk-UA" sz="900" kern="1200" dirty="0"/>
        </a:p>
      </dsp:txBody>
      <dsp:txXfrm>
        <a:off x="2591601" y="1930408"/>
        <a:ext cx="1272111" cy="12721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11F48-5611-4572-817B-9BB43012F910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CF047-40AB-441A-8AA9-B308DD41C747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Чернігова</a:t>
          </a:r>
          <a:endParaRPr lang="uk-UA" sz="1400" kern="1200"/>
        </a:p>
      </dsp:txBody>
      <dsp:txXfrm>
        <a:off x="1071824" y="412218"/>
        <a:ext cx="1272111" cy="1272111"/>
      </dsp:txXfrm>
    </dsp:sp>
    <dsp:sp modelId="{FEAB5981-2BAA-4AAA-8D5C-E86F30D75325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Переяслава</a:t>
          </a:r>
          <a:endParaRPr lang="uk-UA" sz="1400" kern="1200" dirty="0"/>
        </a:p>
      </dsp:txBody>
      <dsp:txXfrm>
        <a:off x="2590014" y="412218"/>
        <a:ext cx="1272111" cy="1272111"/>
      </dsp:txXfrm>
    </dsp:sp>
    <dsp:sp modelId="{1016357A-727F-430E-9594-B72E3044120A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Києва</a:t>
          </a:r>
          <a:endParaRPr lang="uk-UA" sz="1400" kern="1200"/>
        </a:p>
      </dsp:txBody>
      <dsp:txXfrm>
        <a:off x="1071824" y="1930408"/>
        <a:ext cx="1272111" cy="1272111"/>
      </dsp:txXfrm>
    </dsp:sp>
    <dsp:sp modelId="{51D66FCC-4295-4BD5-BFB4-40A7A53ED0EA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Галича</a:t>
          </a:r>
          <a:endParaRPr lang="uk-UA" sz="1400" kern="1200" dirty="0"/>
        </a:p>
      </dsp:txBody>
      <dsp:txXfrm>
        <a:off x="2590014" y="1930408"/>
        <a:ext cx="1272111" cy="12721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FE119-DB1B-4EB9-B608-7F21A33F521D}">
      <dsp:nvSpPr>
        <dsp:cNvPr id="0" name=""/>
        <dsp:cNvSpPr/>
      </dsp:nvSpPr>
      <dsp:spPr>
        <a:xfrm>
          <a:off x="0" y="4588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запровадження християнства як державної релігії.</a:t>
          </a:r>
          <a:endParaRPr lang="uk-UA" sz="2100" kern="1200"/>
        </a:p>
      </dsp:txBody>
      <dsp:txXfrm>
        <a:off x="40780" y="86668"/>
        <a:ext cx="4852390" cy="753819"/>
      </dsp:txXfrm>
    </dsp:sp>
    <dsp:sp modelId="{C3541786-7055-484F-BC65-57B08D139F94}">
      <dsp:nvSpPr>
        <dsp:cNvPr id="0" name=""/>
        <dsp:cNvSpPr/>
      </dsp:nvSpPr>
      <dsp:spPr>
        <a:xfrm>
          <a:off x="0" y="94174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висвячення першого київського митрополита.</a:t>
          </a:r>
          <a:endParaRPr lang="uk-UA" sz="2100" kern="1200" dirty="0"/>
        </a:p>
      </dsp:txBody>
      <dsp:txXfrm>
        <a:off x="40780" y="982528"/>
        <a:ext cx="4852390" cy="753819"/>
      </dsp:txXfrm>
    </dsp:sp>
    <dsp:sp modelId="{261F6874-54C7-4AE8-8481-02671D095FC4}">
      <dsp:nvSpPr>
        <dsp:cNvPr id="0" name=""/>
        <dsp:cNvSpPr/>
      </dsp:nvSpPr>
      <dsp:spPr>
        <a:xfrm>
          <a:off x="0" y="183760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об’єднання північних і південних руських земель.</a:t>
          </a:r>
          <a:endParaRPr lang="uk-UA" sz="2100" kern="1200" dirty="0"/>
        </a:p>
      </dsp:txBody>
      <dsp:txXfrm>
        <a:off x="40780" y="1878388"/>
        <a:ext cx="4852390" cy="753819"/>
      </dsp:txXfrm>
    </dsp:sp>
    <dsp:sp modelId="{ACA7D6E5-5057-4BB6-A2C4-0DF8D45BA0F2}">
      <dsp:nvSpPr>
        <dsp:cNvPr id="0" name=""/>
        <dsp:cNvSpPr/>
      </dsp:nvSpPr>
      <dsp:spPr>
        <a:xfrm>
          <a:off x="0" y="2733468"/>
          <a:ext cx="493395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укладення першого писаного збірника руських законів.</a:t>
          </a:r>
          <a:endParaRPr lang="uk-UA" sz="2100" kern="1200" dirty="0"/>
        </a:p>
      </dsp:txBody>
      <dsp:txXfrm>
        <a:off x="40780" y="2774248"/>
        <a:ext cx="4852390" cy="7538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2FADF-B463-41CF-81E6-0DE712AF6904}">
      <dsp:nvSpPr>
        <dsp:cNvPr id="0" name=""/>
        <dsp:cNvSpPr/>
      </dsp:nvSpPr>
      <dsp:spPr>
        <a:xfrm>
          <a:off x="0" y="552409"/>
          <a:ext cx="493395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«Руська правда»</a:t>
          </a:r>
          <a:endParaRPr lang="uk-UA" sz="2400" kern="1200"/>
        </a:p>
      </dsp:txBody>
      <dsp:txXfrm>
        <a:off x="28100" y="580509"/>
        <a:ext cx="4877750" cy="519439"/>
      </dsp:txXfrm>
    </dsp:sp>
    <dsp:sp modelId="{A96CAC3D-4BF4-4407-9F6A-5478C372C95D}">
      <dsp:nvSpPr>
        <dsp:cNvPr id="0" name=""/>
        <dsp:cNvSpPr/>
      </dsp:nvSpPr>
      <dsp:spPr>
        <a:xfrm>
          <a:off x="0" y="1197169"/>
          <a:ext cx="493395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«</a:t>
          </a:r>
          <a:r>
            <a:rPr lang="ru-RU" sz="2400" b="0" i="0" kern="1200" dirty="0" err="1"/>
            <a:t>Повчання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дітям</a:t>
          </a:r>
          <a:r>
            <a:rPr lang="ru-RU" sz="2400" b="0" i="0" kern="1200" dirty="0"/>
            <a:t>»</a:t>
          </a:r>
          <a:endParaRPr lang="uk-UA" sz="2400" kern="1200" dirty="0"/>
        </a:p>
      </dsp:txBody>
      <dsp:txXfrm>
        <a:off x="28100" y="1225269"/>
        <a:ext cx="4877750" cy="519439"/>
      </dsp:txXfrm>
    </dsp:sp>
    <dsp:sp modelId="{712788AD-9378-4E28-A039-BAD57706DD7D}">
      <dsp:nvSpPr>
        <dsp:cNvPr id="0" name=""/>
        <dsp:cNvSpPr/>
      </dsp:nvSpPr>
      <dsp:spPr>
        <a:xfrm>
          <a:off x="0" y="1841929"/>
          <a:ext cx="493395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«Повість минулих літ»</a:t>
          </a:r>
          <a:endParaRPr lang="uk-UA" sz="2400" kern="1200"/>
        </a:p>
      </dsp:txBody>
      <dsp:txXfrm>
        <a:off x="28100" y="1870029"/>
        <a:ext cx="4877750" cy="519439"/>
      </dsp:txXfrm>
    </dsp:sp>
    <dsp:sp modelId="{A5E867B2-055D-45D7-B497-A64232A53FC3}">
      <dsp:nvSpPr>
        <dsp:cNvPr id="0" name=""/>
        <dsp:cNvSpPr/>
      </dsp:nvSpPr>
      <dsp:spPr>
        <a:xfrm>
          <a:off x="0" y="2486689"/>
          <a:ext cx="493395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«Слово про Закон і Благодать»</a:t>
          </a:r>
          <a:endParaRPr lang="uk-UA" sz="2400" kern="1200" dirty="0"/>
        </a:p>
      </dsp:txBody>
      <dsp:txXfrm>
        <a:off x="28100" y="2514789"/>
        <a:ext cx="4877750" cy="5194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73C14-61BF-4F07-818B-E978C5799119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526F8-E876-472D-A2FC-1435200A6050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київської</a:t>
          </a:r>
          <a:endParaRPr lang="uk-UA" sz="1100" kern="1200" dirty="0"/>
        </a:p>
      </dsp:txBody>
      <dsp:txXfrm>
        <a:off x="1071824" y="412218"/>
        <a:ext cx="1272111" cy="1272111"/>
      </dsp:txXfrm>
    </dsp:sp>
    <dsp:sp modelId="{CEE1C4F0-7CF9-416D-8B09-03791EA6D9D3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переяславської</a:t>
          </a:r>
          <a:endParaRPr lang="uk-UA" sz="1100" kern="1200"/>
        </a:p>
      </dsp:txBody>
      <dsp:txXfrm>
        <a:off x="2590014" y="412218"/>
        <a:ext cx="1272111" cy="1272111"/>
      </dsp:txXfrm>
    </dsp:sp>
    <dsp:sp modelId="{D4725646-1650-4065-8848-7D48ADC57AA8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чернігівської</a:t>
          </a:r>
          <a:endParaRPr lang="uk-UA" sz="1100" kern="1200" dirty="0"/>
        </a:p>
      </dsp:txBody>
      <dsp:txXfrm>
        <a:off x="1071824" y="1930408"/>
        <a:ext cx="1272111" cy="1272111"/>
      </dsp:txXfrm>
    </dsp:sp>
    <dsp:sp modelId="{5B948ACD-19F8-4133-8F77-A0DBD62BB9E2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dirty="0"/>
            <a:t>галицької</a:t>
          </a:r>
          <a:endParaRPr lang="uk-UA" sz="1100" kern="1200" dirty="0"/>
        </a:p>
      </dsp:txBody>
      <dsp:txXfrm>
        <a:off x="2590014" y="1930408"/>
        <a:ext cx="1272111" cy="127211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D387E-712A-404A-8A93-DF9D1B8B3ED4}">
      <dsp:nvSpPr>
        <dsp:cNvPr id="0" name=""/>
        <dsp:cNvSpPr/>
      </dsp:nvSpPr>
      <dsp:spPr>
        <a:xfrm>
          <a:off x="0" y="280957"/>
          <a:ext cx="5794854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Споруда була першим кам’яним храмом Київської держави.</a:t>
          </a:r>
          <a:endParaRPr lang="uk-UA" sz="1200" kern="1200" dirty="0"/>
        </a:p>
      </dsp:txBody>
      <dsp:txXfrm>
        <a:off x="14050" y="295007"/>
        <a:ext cx="5766754" cy="259719"/>
      </dsp:txXfrm>
    </dsp:sp>
    <dsp:sp modelId="{E45371F6-6AE5-48BA-A7AE-D2B3A9E58844}">
      <dsp:nvSpPr>
        <dsp:cNvPr id="0" name=""/>
        <dsp:cNvSpPr/>
      </dsp:nvSpPr>
      <dsp:spPr>
        <a:xfrm>
          <a:off x="0" y="603337"/>
          <a:ext cx="5794854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Спорудження храму було завершено за князювання Ярослава Мудрого.</a:t>
          </a:r>
          <a:endParaRPr lang="uk-UA" sz="1200" kern="1200" dirty="0"/>
        </a:p>
      </dsp:txBody>
      <dsp:txXfrm>
        <a:off x="14050" y="617387"/>
        <a:ext cx="5766754" cy="259719"/>
      </dsp:txXfrm>
    </dsp:sp>
    <dsp:sp modelId="{C86F7169-D3CE-4CE8-8465-B56E7D3A4533}">
      <dsp:nvSpPr>
        <dsp:cNvPr id="0" name=""/>
        <dsp:cNvSpPr/>
      </dsp:nvSpPr>
      <dsp:spPr>
        <a:xfrm>
          <a:off x="0" y="925717"/>
          <a:ext cx="5794854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До наших днів пам’ятка </a:t>
          </a:r>
          <a:r>
            <a:rPr lang="uk-UA" sz="1200" b="0" i="0" kern="1200" dirty="0" err="1"/>
            <a:t>збереглася</a:t>
          </a:r>
          <a:r>
            <a:rPr lang="uk-UA" sz="1200" b="0" i="0" kern="1200" dirty="0"/>
            <a:t> у своєму первісному вигляді.</a:t>
          </a:r>
          <a:endParaRPr lang="uk-UA" sz="1200" kern="1200" dirty="0"/>
        </a:p>
      </dsp:txBody>
      <dsp:txXfrm>
        <a:off x="14050" y="939767"/>
        <a:ext cx="5766754" cy="25971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264FD-BA76-4432-9D5D-5E4FC4683011}">
      <dsp:nvSpPr>
        <dsp:cNvPr id="0" name=""/>
        <dsp:cNvSpPr/>
      </dsp:nvSpPr>
      <dsp:spPr>
        <a:xfrm>
          <a:off x="0" y="22553"/>
          <a:ext cx="5794854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Згідно з «Повістю минулих літ» храм було зведено на честь перемоги над печенігами.</a:t>
          </a:r>
          <a:endParaRPr lang="uk-UA" sz="1300" kern="1200" dirty="0"/>
        </a:p>
      </dsp:txBody>
      <dsp:txXfrm>
        <a:off x="25245" y="47798"/>
        <a:ext cx="5744364" cy="466650"/>
      </dsp:txXfrm>
    </dsp:sp>
    <dsp:sp modelId="{3F82BA5B-E790-464A-8EEF-070F452A450C}">
      <dsp:nvSpPr>
        <dsp:cNvPr id="0" name=""/>
        <dsp:cNvSpPr/>
      </dsp:nvSpPr>
      <dsp:spPr>
        <a:xfrm>
          <a:off x="0" y="606687"/>
          <a:ext cx="5794854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При храмі було створено першу відому бібліотеку на Русі.</a:t>
          </a:r>
          <a:endParaRPr lang="uk-UA" sz="1300" kern="1200" dirty="0"/>
        </a:p>
      </dsp:txBody>
      <dsp:txXfrm>
        <a:off x="25245" y="631932"/>
        <a:ext cx="5744364" cy="466650"/>
      </dsp:txXfrm>
    </dsp:sp>
    <dsp:sp modelId="{9C44FCA9-48AE-4C1B-8A5B-770847C9362D}">
      <dsp:nvSpPr>
        <dsp:cNvPr id="0" name=""/>
        <dsp:cNvSpPr/>
      </dsp:nvSpPr>
      <dsp:spPr>
        <a:xfrm>
          <a:off x="0" y="1161267"/>
          <a:ext cx="5794854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Споруду було зведено з дотриманням канону та традицій готичної архітектури.</a:t>
          </a:r>
          <a:endParaRPr lang="uk-UA" sz="1300" kern="1200"/>
        </a:p>
      </dsp:txBody>
      <dsp:txXfrm>
        <a:off x="25245" y="1186512"/>
        <a:ext cx="5744364" cy="466650"/>
      </dsp:txXfrm>
    </dsp:sp>
    <dsp:sp modelId="{B0D176BA-B74A-4E5D-A4FE-6C9C38E43937}">
      <dsp:nvSpPr>
        <dsp:cNvPr id="0" name=""/>
        <dsp:cNvSpPr/>
      </dsp:nvSpPr>
      <dsp:spPr>
        <a:xfrm>
          <a:off x="0" y="1715847"/>
          <a:ext cx="5794854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Храм поєднував у собі функції культової споруди та дитинця</a:t>
          </a:r>
          <a:endParaRPr lang="uk-UA" sz="1300" kern="1200" dirty="0"/>
        </a:p>
      </dsp:txBody>
      <dsp:txXfrm>
        <a:off x="25245" y="1741092"/>
        <a:ext cx="5744364" cy="4666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4F11F-DE4D-47E5-B396-19BF3B72AACD}">
      <dsp:nvSpPr>
        <dsp:cNvPr id="0" name=""/>
        <dsp:cNvSpPr/>
      </dsp:nvSpPr>
      <dsp:spPr>
        <a:xfrm>
          <a:off x="0" y="48192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П’ятницька церква в Чернігові</a:t>
          </a:r>
          <a:endParaRPr lang="uk-UA" sz="2100" kern="1200"/>
        </a:p>
      </dsp:txBody>
      <dsp:txXfrm>
        <a:off x="40724" y="88916"/>
        <a:ext cx="4852502" cy="752780"/>
      </dsp:txXfrm>
    </dsp:sp>
    <dsp:sp modelId="{381D0650-0722-43AC-B9E7-32DC404C6C6E}">
      <dsp:nvSpPr>
        <dsp:cNvPr id="0" name=""/>
        <dsp:cNvSpPr/>
      </dsp:nvSpPr>
      <dsp:spPr>
        <a:xfrm>
          <a:off x="0" y="942900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Іллінська церква в Суботові</a:t>
          </a:r>
          <a:endParaRPr lang="uk-UA" sz="2100" kern="1200"/>
        </a:p>
      </dsp:txBody>
      <dsp:txXfrm>
        <a:off x="40724" y="983624"/>
        <a:ext cx="4852502" cy="752780"/>
      </dsp:txXfrm>
    </dsp:sp>
    <dsp:sp modelId="{82D272E1-329C-4B61-8260-05F1E8CBFB55}">
      <dsp:nvSpPr>
        <dsp:cNvPr id="0" name=""/>
        <dsp:cNvSpPr/>
      </dsp:nvSpPr>
      <dsp:spPr>
        <a:xfrm>
          <a:off x="0" y="1837608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Покровська церква в Києві</a:t>
          </a:r>
          <a:endParaRPr lang="uk-UA" sz="2100" kern="1200"/>
        </a:p>
      </dsp:txBody>
      <dsp:txXfrm>
        <a:off x="40724" y="1878332"/>
        <a:ext cx="4852502" cy="752780"/>
      </dsp:txXfrm>
    </dsp:sp>
    <dsp:sp modelId="{43C93D50-1343-4765-A33F-E16159DE68F1}">
      <dsp:nvSpPr>
        <dsp:cNvPr id="0" name=""/>
        <dsp:cNvSpPr/>
      </dsp:nvSpPr>
      <dsp:spPr>
        <a:xfrm>
          <a:off x="0" y="2732317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Церква Св. Пантелеймона </a:t>
          </a:r>
          <a:r>
            <a:rPr lang="ru-RU" sz="2100" b="0" i="0" kern="1200" dirty="0" err="1"/>
            <a:t>під</a:t>
          </a:r>
          <a:r>
            <a:rPr lang="ru-RU" sz="2100" b="0" i="0" kern="1200" dirty="0"/>
            <a:t> Галичем</a:t>
          </a:r>
          <a:endParaRPr lang="uk-UA" sz="2100" kern="1200" dirty="0"/>
        </a:p>
      </dsp:txBody>
      <dsp:txXfrm>
        <a:off x="40724" y="2773041"/>
        <a:ext cx="4852502" cy="7527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6C3ED-B469-4A64-A12D-62D03D64209A}">
      <dsp:nvSpPr>
        <dsp:cNvPr id="0" name=""/>
        <dsp:cNvSpPr/>
      </dsp:nvSpPr>
      <dsp:spPr>
        <a:xfrm>
          <a:off x="0" y="500118"/>
          <a:ext cx="493395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Ігоря</a:t>
          </a:r>
          <a:r>
            <a:rPr lang="ru-RU" sz="2500" b="0" i="0" kern="1200" dirty="0"/>
            <a:t> Рюриковича.</a:t>
          </a:r>
          <a:endParaRPr lang="uk-UA" sz="2500" kern="1200" dirty="0"/>
        </a:p>
      </dsp:txBody>
      <dsp:txXfrm>
        <a:off x="29271" y="529389"/>
        <a:ext cx="4875408" cy="541083"/>
      </dsp:txXfrm>
    </dsp:sp>
    <dsp:sp modelId="{52F1C147-E189-4DE1-A237-1A2C87E2767B}">
      <dsp:nvSpPr>
        <dsp:cNvPr id="0" name=""/>
        <dsp:cNvSpPr/>
      </dsp:nvSpPr>
      <dsp:spPr>
        <a:xfrm>
          <a:off x="0" y="1171744"/>
          <a:ext cx="493395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Володимира Святославича.</a:t>
          </a:r>
          <a:endParaRPr lang="uk-UA" sz="2500" kern="1200"/>
        </a:p>
      </dsp:txBody>
      <dsp:txXfrm>
        <a:off x="29271" y="1201015"/>
        <a:ext cx="4875408" cy="541083"/>
      </dsp:txXfrm>
    </dsp:sp>
    <dsp:sp modelId="{3222583A-E791-477B-95BE-523A997EEF82}">
      <dsp:nvSpPr>
        <dsp:cNvPr id="0" name=""/>
        <dsp:cNvSpPr/>
      </dsp:nvSpPr>
      <dsp:spPr>
        <a:xfrm>
          <a:off x="0" y="1843369"/>
          <a:ext cx="493395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Ярослава </a:t>
          </a:r>
          <a:r>
            <a:rPr lang="ru-RU" sz="2500" b="0" i="0" kern="1200" dirty="0" err="1"/>
            <a:t>Володимировича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29271" y="1872640"/>
        <a:ext cx="4875408" cy="541083"/>
      </dsp:txXfrm>
    </dsp:sp>
    <dsp:sp modelId="{AB1ECE69-3765-43A8-BDE5-FF35CB05B696}">
      <dsp:nvSpPr>
        <dsp:cNvPr id="0" name=""/>
        <dsp:cNvSpPr/>
      </dsp:nvSpPr>
      <dsp:spPr>
        <a:xfrm>
          <a:off x="0" y="2514994"/>
          <a:ext cx="493395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Всеволода Ярославича.</a:t>
          </a:r>
          <a:endParaRPr lang="uk-UA" sz="2500" kern="1200" dirty="0"/>
        </a:p>
      </dsp:txBody>
      <dsp:txXfrm>
        <a:off x="29271" y="2544265"/>
        <a:ext cx="4875408" cy="54108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3CEA4-62CA-4C79-8873-6600202017F6}">
      <dsp:nvSpPr>
        <dsp:cNvPr id="0" name=""/>
        <dsp:cNvSpPr/>
      </dsp:nvSpPr>
      <dsp:spPr>
        <a:xfrm>
          <a:off x="0" y="48192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"Ізборник Святослава"</a:t>
          </a:r>
          <a:endParaRPr lang="uk-UA" sz="2100" kern="1200"/>
        </a:p>
      </dsp:txBody>
      <dsp:txXfrm>
        <a:off x="40724" y="88916"/>
        <a:ext cx="4855677" cy="752780"/>
      </dsp:txXfrm>
    </dsp:sp>
    <dsp:sp modelId="{7ED42C25-1C3C-43DA-8534-E04C61C9D85F}">
      <dsp:nvSpPr>
        <dsp:cNvPr id="0" name=""/>
        <dsp:cNvSpPr/>
      </dsp:nvSpPr>
      <dsp:spPr>
        <a:xfrm>
          <a:off x="0" y="942900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"Слово о полку Ігоревім"</a:t>
          </a:r>
          <a:endParaRPr lang="uk-UA" sz="2100" kern="1200"/>
        </a:p>
      </dsp:txBody>
      <dsp:txXfrm>
        <a:off x="40724" y="983624"/>
        <a:ext cx="4855677" cy="752780"/>
      </dsp:txXfrm>
    </dsp:sp>
    <dsp:sp modelId="{EC22ED31-DB2F-4419-8D61-A511A04D4785}">
      <dsp:nvSpPr>
        <dsp:cNvPr id="0" name=""/>
        <dsp:cNvSpPr/>
      </dsp:nvSpPr>
      <dsp:spPr>
        <a:xfrm>
          <a:off x="0" y="1837608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"Остромирове </a:t>
          </a:r>
          <a:r>
            <a:rPr lang="ru-RU" sz="2100" b="0" i="0" kern="1200" dirty="0" err="1"/>
            <a:t>Євангеліє</a:t>
          </a:r>
          <a:r>
            <a:rPr lang="ru-RU" sz="2100" b="0" i="0" kern="1200" dirty="0"/>
            <a:t>"</a:t>
          </a:r>
          <a:endParaRPr lang="uk-UA" sz="2100" kern="1200" dirty="0"/>
        </a:p>
      </dsp:txBody>
      <dsp:txXfrm>
        <a:off x="40724" y="1878332"/>
        <a:ext cx="4855677" cy="752780"/>
      </dsp:txXfrm>
    </dsp:sp>
    <dsp:sp modelId="{93563CA2-A3E3-4379-9B2A-44A4A682EE02}">
      <dsp:nvSpPr>
        <dsp:cNvPr id="0" name=""/>
        <dsp:cNvSpPr/>
      </dsp:nvSpPr>
      <dsp:spPr>
        <a:xfrm>
          <a:off x="0" y="2732317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"</a:t>
          </a:r>
          <a:r>
            <a:rPr lang="ru-RU" sz="2100" b="0" i="0" kern="1200" dirty="0" err="1"/>
            <a:t>Повість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минулих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літ</a:t>
          </a:r>
          <a:r>
            <a:rPr lang="ru-RU" sz="2100" b="0" i="0" kern="1200" dirty="0"/>
            <a:t>" (перша </a:t>
          </a:r>
          <a:r>
            <a:rPr lang="ru-RU" sz="2100" b="0" i="0" kern="1200" dirty="0" err="1"/>
            <a:t>редакція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ченця</a:t>
          </a:r>
          <a:r>
            <a:rPr lang="ru-RU" sz="2100" b="0" i="0" kern="1200" dirty="0"/>
            <a:t> Нестора)</a:t>
          </a:r>
          <a:endParaRPr lang="uk-UA" sz="2100" kern="1200" dirty="0"/>
        </a:p>
      </dsp:txBody>
      <dsp:txXfrm>
        <a:off x="40724" y="2773041"/>
        <a:ext cx="4855677" cy="7527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32C0C-DC55-49FD-9B66-D66E59DF065D}">
      <dsp:nvSpPr>
        <dsp:cNvPr id="0" name=""/>
        <dsp:cNvSpPr/>
      </dsp:nvSpPr>
      <dsp:spPr>
        <a:xfrm>
          <a:off x="0" y="552409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«Слово про закон і благодать»</a:t>
          </a:r>
          <a:endParaRPr lang="uk-UA" sz="2400" kern="1200"/>
        </a:p>
      </dsp:txBody>
      <dsp:txXfrm>
        <a:off x="28100" y="580509"/>
        <a:ext cx="4880925" cy="519439"/>
      </dsp:txXfrm>
    </dsp:sp>
    <dsp:sp modelId="{8939D33E-0846-4721-B4F4-BC4E8E75820F}">
      <dsp:nvSpPr>
        <dsp:cNvPr id="0" name=""/>
        <dsp:cNvSpPr/>
      </dsp:nvSpPr>
      <dsp:spPr>
        <a:xfrm>
          <a:off x="0" y="1197169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«Повість минулих літ»</a:t>
          </a:r>
          <a:endParaRPr lang="uk-UA" sz="2400" kern="1200"/>
        </a:p>
      </dsp:txBody>
      <dsp:txXfrm>
        <a:off x="28100" y="1225269"/>
        <a:ext cx="4880925" cy="519439"/>
      </dsp:txXfrm>
    </dsp:sp>
    <dsp:sp modelId="{B534E61C-4F8E-4949-8910-932F0F36DEE9}">
      <dsp:nvSpPr>
        <dsp:cNvPr id="0" name=""/>
        <dsp:cNvSpPr/>
      </dsp:nvSpPr>
      <dsp:spPr>
        <a:xfrm>
          <a:off x="0" y="1841929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«Києво-Печерський патерик»</a:t>
          </a:r>
          <a:endParaRPr lang="uk-UA" sz="2400" kern="1200"/>
        </a:p>
      </dsp:txBody>
      <dsp:txXfrm>
        <a:off x="28100" y="1870029"/>
        <a:ext cx="4880925" cy="519439"/>
      </dsp:txXfrm>
    </dsp:sp>
    <dsp:sp modelId="{70AACAFA-D992-438C-B5A0-6FF8D89E190B}">
      <dsp:nvSpPr>
        <dsp:cNvPr id="0" name=""/>
        <dsp:cNvSpPr/>
      </dsp:nvSpPr>
      <dsp:spPr>
        <a:xfrm>
          <a:off x="0" y="2486689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«Слово о полку </a:t>
          </a:r>
          <a:r>
            <a:rPr lang="ru-RU" sz="2400" b="0" i="0" kern="1200" dirty="0" err="1"/>
            <a:t>Ігоревім</a:t>
          </a:r>
          <a:r>
            <a:rPr lang="ru-RU" sz="2400" b="0" i="0" kern="1200" dirty="0"/>
            <a:t>»</a:t>
          </a:r>
          <a:endParaRPr lang="uk-UA" sz="2400" kern="1200" dirty="0"/>
        </a:p>
      </dsp:txBody>
      <dsp:txXfrm>
        <a:off x="28100" y="2514789"/>
        <a:ext cx="4880925" cy="51943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C424F-C77A-44EB-AE1F-D54714A284B4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516BA-6EE6-401D-ACC9-C51D8ED490A4}">
      <dsp:nvSpPr>
        <dsp:cNvPr id="0" name=""/>
        <dsp:cNvSpPr/>
      </dsp:nvSpPr>
      <dsp:spPr>
        <a:xfrm>
          <a:off x="410257" y="277901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«Повість минулих літ»</a:t>
          </a:r>
          <a:endParaRPr lang="uk-UA" sz="1600" kern="1200"/>
        </a:p>
      </dsp:txBody>
      <dsp:txXfrm>
        <a:off x="410257" y="277901"/>
        <a:ext cx="4478776" cy="556091"/>
      </dsp:txXfrm>
    </dsp:sp>
    <dsp:sp modelId="{95A2A343-4D3A-424F-977A-8B0BEF6410DE}">
      <dsp:nvSpPr>
        <dsp:cNvPr id="0" name=""/>
        <dsp:cNvSpPr/>
      </dsp:nvSpPr>
      <dsp:spPr>
        <a:xfrm>
          <a:off x="62700" y="208389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F1E9F-889C-43AD-AF59-3ACDC8BC569A}">
      <dsp:nvSpPr>
        <dsp:cNvPr id="0" name=""/>
        <dsp:cNvSpPr/>
      </dsp:nvSpPr>
      <dsp:spPr>
        <a:xfrm>
          <a:off x="729077" y="1112182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«Києво-Печерський патерик»</a:t>
          </a:r>
          <a:endParaRPr lang="uk-UA" sz="1600" kern="1200"/>
        </a:p>
      </dsp:txBody>
      <dsp:txXfrm>
        <a:off x="729077" y="1112182"/>
        <a:ext cx="4159956" cy="556091"/>
      </dsp:txXfrm>
    </dsp:sp>
    <dsp:sp modelId="{6ED78A31-0E15-413C-BBD8-69234D4641B1}">
      <dsp:nvSpPr>
        <dsp:cNvPr id="0" name=""/>
        <dsp:cNvSpPr/>
      </dsp:nvSpPr>
      <dsp:spPr>
        <a:xfrm>
          <a:off x="381520" y="1042671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36DAE-234D-4661-8672-AB86C5F4669C}">
      <dsp:nvSpPr>
        <dsp:cNvPr id="0" name=""/>
        <dsp:cNvSpPr/>
      </dsp:nvSpPr>
      <dsp:spPr>
        <a:xfrm>
          <a:off x="729077" y="1946464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«</a:t>
          </a:r>
          <a:r>
            <a:rPr lang="ru-RU" sz="1600" b="0" i="0" kern="1200" dirty="0" err="1"/>
            <a:t>Повчання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дітям</a:t>
          </a:r>
          <a:r>
            <a:rPr lang="ru-RU" sz="1600" b="0" i="0" kern="1200" dirty="0"/>
            <a:t>» </a:t>
          </a:r>
          <a:r>
            <a:rPr lang="ru-RU" sz="1600" b="0" i="0" kern="1200" dirty="0" err="1"/>
            <a:t>Володимира</a:t>
          </a:r>
          <a:r>
            <a:rPr lang="ru-RU" sz="1600" b="0" i="0" kern="1200" dirty="0"/>
            <a:t> Мономаха</a:t>
          </a:r>
          <a:endParaRPr lang="uk-UA" sz="1600" kern="1200" dirty="0"/>
        </a:p>
      </dsp:txBody>
      <dsp:txXfrm>
        <a:off x="729077" y="1946464"/>
        <a:ext cx="4159956" cy="556091"/>
      </dsp:txXfrm>
    </dsp:sp>
    <dsp:sp modelId="{4489EA35-1E0E-4D04-9654-64325378A9F8}">
      <dsp:nvSpPr>
        <dsp:cNvPr id="0" name=""/>
        <dsp:cNvSpPr/>
      </dsp:nvSpPr>
      <dsp:spPr>
        <a:xfrm>
          <a:off x="381520" y="1876952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EC94E-985C-4F6D-A941-A27C00E42513}">
      <dsp:nvSpPr>
        <dsp:cNvPr id="0" name=""/>
        <dsp:cNvSpPr/>
      </dsp:nvSpPr>
      <dsp:spPr>
        <a:xfrm>
          <a:off x="410257" y="2780745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«Слово о полку </a:t>
          </a:r>
          <a:r>
            <a:rPr lang="ru-RU" sz="1600" b="0" i="0" kern="1200" dirty="0" err="1"/>
            <a:t>Ігоревім</a:t>
          </a:r>
          <a:r>
            <a:rPr lang="ru-RU" sz="1600" b="0" i="0" kern="1200" dirty="0"/>
            <a:t>»</a:t>
          </a:r>
          <a:endParaRPr lang="uk-UA" sz="1600" kern="1200" dirty="0"/>
        </a:p>
      </dsp:txBody>
      <dsp:txXfrm>
        <a:off x="410257" y="2780745"/>
        <a:ext cx="4478776" cy="556091"/>
      </dsp:txXfrm>
    </dsp:sp>
    <dsp:sp modelId="{B113435F-F637-4DD9-B8B3-0FB7B4BBE5E9}">
      <dsp:nvSpPr>
        <dsp:cNvPr id="0" name=""/>
        <dsp:cNvSpPr/>
      </dsp:nvSpPr>
      <dsp:spPr>
        <a:xfrm>
          <a:off x="62700" y="2711234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15628-B712-4579-BCDB-A299190528D1}">
      <dsp:nvSpPr>
        <dsp:cNvPr id="0" name=""/>
        <dsp:cNvSpPr/>
      </dsp:nvSpPr>
      <dsp:spPr>
        <a:xfrm>
          <a:off x="0" y="21824"/>
          <a:ext cx="5902257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 dirty="0"/>
            <a:t>«Був дехто з Києва, який постригся під іменем Агапіта... цей Агапіт... допомагав хворим. І коли хто з братії хворів... то оздоровлювався молитвою його. І через те прозваний він був Лікарем...»</a:t>
          </a:r>
          <a:endParaRPr lang="uk-UA" sz="1300" kern="1200" dirty="0"/>
        </a:p>
      </dsp:txBody>
      <dsp:txXfrm>
        <a:off x="35640" y="57464"/>
        <a:ext cx="5830977" cy="658800"/>
      </dsp:txXfrm>
    </dsp:sp>
    <dsp:sp modelId="{F42840B0-6A35-4B23-8DA8-60F4C36AA1C6}">
      <dsp:nvSpPr>
        <dsp:cNvPr id="0" name=""/>
        <dsp:cNvSpPr/>
      </dsp:nvSpPr>
      <dsp:spPr>
        <a:xfrm>
          <a:off x="0" y="789344"/>
          <a:ext cx="5902257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 dirty="0"/>
            <a:t>«...Паче всього — убогих не забувайте, годуйте й подавайте сироті ...гордості не майте в серці і в умі. Старих шануй, як отця, а молодих — як братів...»</a:t>
          </a:r>
          <a:endParaRPr lang="uk-UA" sz="1300" kern="1200" dirty="0"/>
        </a:p>
      </dsp:txBody>
      <dsp:txXfrm>
        <a:off x="35640" y="824984"/>
        <a:ext cx="5830977" cy="65880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6DC7D-D4AD-413F-8460-7F576A61DA68}">
      <dsp:nvSpPr>
        <dsp:cNvPr id="0" name=""/>
        <dsp:cNvSpPr/>
      </dsp:nvSpPr>
      <dsp:spPr>
        <a:xfrm>
          <a:off x="0" y="10721"/>
          <a:ext cx="58808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1" kern="1200" dirty="0"/>
            <a:t>«Данило </a:t>
          </a:r>
          <a:r>
            <a:rPr lang="ru-RU" sz="1200" b="0" i="1" kern="1200" dirty="0" err="1"/>
            <a:t>вийшов</a:t>
          </a:r>
          <a:r>
            <a:rPr lang="ru-RU" sz="1200" b="0" i="1" kern="1200" dirty="0"/>
            <a:t> з </a:t>
          </a:r>
          <a:r>
            <a:rPr lang="ru-RU" sz="1200" b="0" i="1" kern="1200" dirty="0" err="1"/>
            <a:t>військом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із</a:t>
          </a:r>
          <a:r>
            <a:rPr lang="ru-RU" sz="1200" b="0" i="1" kern="1200" dirty="0"/>
            <a:t> Холма та на </a:t>
          </a:r>
          <a:r>
            <a:rPr lang="ru-RU" sz="1200" b="0" i="1" kern="1200" dirty="0" err="1"/>
            <a:t>третій</a:t>
          </a:r>
          <a:r>
            <a:rPr lang="ru-RU" sz="1200" b="0" i="1" kern="1200" dirty="0"/>
            <a:t> день став у </a:t>
          </a:r>
          <a:r>
            <a:rPr lang="ru-RU" sz="1200" b="0" i="1" kern="1200" dirty="0" err="1"/>
            <a:t>Галичі</a:t>
          </a:r>
          <a:r>
            <a:rPr lang="ru-RU" sz="1200" b="0" i="1" kern="1200" dirty="0"/>
            <a:t>. ...</a:t>
          </a:r>
          <a:r>
            <a:rPr lang="ru-RU" sz="1200" b="0" i="1" kern="1200" dirty="0" err="1"/>
            <a:t>ввійшов</a:t>
          </a:r>
          <a:r>
            <a:rPr lang="ru-RU" sz="1200" b="0" i="1" kern="1200" dirty="0"/>
            <a:t> у </a:t>
          </a:r>
          <a:r>
            <a:rPr lang="ru-RU" sz="1200" b="0" i="1" kern="1200" dirty="0" err="1"/>
            <a:t>свій</a:t>
          </a:r>
          <a:r>
            <a:rPr lang="ru-RU" sz="1200" b="0" i="1" kern="1200" dirty="0"/>
            <a:t> город... та </a:t>
          </a:r>
          <a:r>
            <a:rPr lang="ru-RU" sz="1200" b="0" i="1" kern="1200" dirty="0" err="1"/>
            <a:t>прийняв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стіл</a:t>
          </a:r>
          <a:r>
            <a:rPr lang="ru-RU" sz="1200" b="0" i="1" kern="1200" dirty="0"/>
            <a:t> </a:t>
          </a:r>
          <a:r>
            <a:rPr lang="ru-RU" sz="1200" b="0" i="1" kern="1200" dirty="0" err="1"/>
            <a:t>свого</a:t>
          </a:r>
          <a:r>
            <a:rPr lang="ru-RU" sz="1200" b="0" i="1" kern="1200" dirty="0"/>
            <a:t> батька, та проголосив перемогу...»</a:t>
          </a:r>
          <a:endParaRPr lang="uk-UA" sz="1200" kern="1200" dirty="0"/>
        </a:p>
      </dsp:txBody>
      <dsp:txXfrm>
        <a:off x="32898" y="43619"/>
        <a:ext cx="5815008" cy="608124"/>
      </dsp:txXfrm>
    </dsp:sp>
    <dsp:sp modelId="{9D0E090A-6A6C-4384-931C-5B59A4AC612B}">
      <dsp:nvSpPr>
        <dsp:cNvPr id="0" name=""/>
        <dsp:cNvSpPr/>
      </dsp:nvSpPr>
      <dsp:spPr>
        <a:xfrm>
          <a:off x="0" y="719201"/>
          <a:ext cx="5880804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1" kern="1200" dirty="0"/>
            <a:t>«Коли ж </a:t>
          </a:r>
          <a:r>
            <a:rPr lang="ru-RU" sz="1200" b="0" i="1" kern="1200" dirty="0" err="1"/>
            <a:t>поляни</a:t>
          </a:r>
          <a:r>
            <a:rPr lang="ru-RU" sz="1200" b="0" i="1" kern="1200" dirty="0"/>
            <a:t> жили </a:t>
          </a:r>
          <a:r>
            <a:rPr lang="ru-RU" sz="1200" b="0" i="1" kern="1200" dirty="0" err="1"/>
            <a:t>осібно</a:t>
          </a:r>
          <a:r>
            <a:rPr lang="ru-RU" sz="1200" b="0" i="1" kern="1200" dirty="0"/>
            <a:t> і </a:t>
          </a:r>
          <a:r>
            <a:rPr lang="ru-RU" sz="1200" b="0" i="1" kern="1200" dirty="0" err="1"/>
            <a:t>володіли</a:t>
          </a:r>
          <a:r>
            <a:rPr lang="ru-RU" sz="1200" b="0" i="1" kern="1200" dirty="0"/>
            <a:t> родами </a:t>
          </a:r>
          <a:r>
            <a:rPr lang="ru-RU" sz="1200" b="0" i="1" kern="1200" dirty="0" err="1"/>
            <a:t>своїми</a:t>
          </a:r>
          <a:r>
            <a:rPr lang="ru-RU" sz="1200" b="0" i="1" kern="1200" dirty="0"/>
            <a:t>... — то </a:t>
          </a:r>
          <a:r>
            <a:rPr lang="ru-RU" sz="1200" b="0" i="1" kern="1200" dirty="0" err="1"/>
            <a:t>було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між</a:t>
          </a:r>
          <a:r>
            <a:rPr lang="ru-RU" sz="1200" b="0" i="1" kern="1200" dirty="0"/>
            <a:t> них три </a:t>
          </a:r>
          <a:r>
            <a:rPr lang="ru-RU" sz="1200" b="0" i="1" kern="1200" dirty="0" err="1"/>
            <a:t>брати</a:t>
          </a:r>
          <a:r>
            <a:rPr lang="ru-RU" sz="1200" b="0" i="1" kern="1200" dirty="0"/>
            <a:t>: одному </a:t>
          </a:r>
          <a:r>
            <a:rPr lang="ru-RU" sz="1200" b="0" i="1" kern="1200" dirty="0" err="1"/>
            <a:t>ім’я</a:t>
          </a:r>
          <a:r>
            <a:rPr lang="ru-RU" sz="1200" b="0" i="1" kern="1200" dirty="0"/>
            <a:t> Кий, а другому — Щек, а </a:t>
          </a:r>
          <a:r>
            <a:rPr lang="ru-RU" sz="1200" b="0" i="1" kern="1200" dirty="0" err="1"/>
            <a:t>третьому</a:t>
          </a:r>
          <a:r>
            <a:rPr lang="ru-RU" sz="1200" b="0" i="1" kern="1200" dirty="0"/>
            <a:t> — Хорив, і сестра </a:t>
          </a:r>
          <a:r>
            <a:rPr lang="ru-RU" sz="1200" b="0" i="1" kern="1200" dirty="0" err="1"/>
            <a:t>їх</a:t>
          </a:r>
          <a:r>
            <a:rPr lang="ru-RU" sz="1200" b="0" i="1" kern="1200" dirty="0"/>
            <a:t> — </a:t>
          </a:r>
          <a:r>
            <a:rPr lang="ru-RU" sz="1200" b="0" i="1" kern="1200" dirty="0" err="1"/>
            <a:t>Либідь</a:t>
          </a:r>
          <a:r>
            <a:rPr lang="ru-RU" sz="1200" b="0" i="1" kern="1200" dirty="0"/>
            <a:t>. ...</a:t>
          </a:r>
          <a:r>
            <a:rPr lang="ru-RU" sz="1200" b="0" i="1" kern="1200" dirty="0" err="1"/>
            <a:t>Зробили</a:t>
          </a:r>
          <a:r>
            <a:rPr lang="ru-RU" sz="1200" b="0" i="1" kern="1200" dirty="0"/>
            <a:t> вони городок і... назвали </a:t>
          </a:r>
          <a:r>
            <a:rPr lang="ru-RU" sz="1200" b="0" i="1" kern="1200" dirty="0" err="1"/>
            <a:t>його</a:t>
          </a:r>
          <a:r>
            <a:rPr lang="ru-RU" sz="1200" b="0" i="1" kern="1200" dirty="0"/>
            <a:t> </a:t>
          </a:r>
          <a:r>
            <a:rPr lang="ru-RU" sz="1200" b="0" i="1" kern="1200" dirty="0" err="1"/>
            <a:t>Києвом</a:t>
          </a:r>
          <a:r>
            <a:rPr lang="ru-RU" sz="1200" b="0" i="1" kern="1200" dirty="0"/>
            <a:t>...»</a:t>
          </a:r>
          <a:endParaRPr lang="uk-UA" sz="1200" kern="1200" dirty="0"/>
        </a:p>
      </dsp:txBody>
      <dsp:txXfrm>
        <a:off x="32898" y="752099"/>
        <a:ext cx="5815008" cy="60812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7EB39-AAC3-41AC-AB09-004C3DD7ABE2}">
      <dsp:nvSpPr>
        <dsp:cNvPr id="0" name=""/>
        <dsp:cNvSpPr/>
      </dsp:nvSpPr>
      <dsp:spPr>
        <a:xfrm>
          <a:off x="0" y="0"/>
          <a:ext cx="5880804" cy="7676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1" kern="1200" dirty="0"/>
            <a:t>«</a:t>
          </a:r>
          <a:r>
            <a:rPr lang="ru-RU" sz="1300" b="0" i="1" kern="1200" dirty="0" err="1"/>
            <a:t>Галицький</a:t>
          </a:r>
          <a:r>
            <a:rPr lang="ru-RU" sz="1300" b="0" i="1" kern="1200" dirty="0"/>
            <a:t> </a:t>
          </a:r>
          <a:r>
            <a:rPr lang="ru-RU" sz="1300" b="0" i="1" kern="1200" dirty="0" err="1"/>
            <a:t>Осмомисле</a:t>
          </a:r>
          <a:r>
            <a:rPr lang="ru-RU" sz="1300" b="0" i="1" kern="1200" dirty="0"/>
            <a:t> Ярославе! </a:t>
          </a:r>
          <a:r>
            <a:rPr lang="ru-RU" sz="1300" b="0" i="1" kern="1200" dirty="0" err="1"/>
            <a:t>Високо</a:t>
          </a:r>
          <a:r>
            <a:rPr lang="ru-RU" sz="1300" b="0" i="1" kern="1200" dirty="0"/>
            <a:t> </a:t>
          </a:r>
          <a:r>
            <a:rPr lang="ru-RU" sz="1300" b="0" i="1" kern="1200" dirty="0" err="1"/>
            <a:t>сидиш</a:t>
          </a:r>
          <a:r>
            <a:rPr lang="ru-RU" sz="1300" b="0" i="1" kern="1200" dirty="0"/>
            <a:t> </a:t>
          </a:r>
          <a:r>
            <a:rPr lang="ru-RU" sz="1300" b="0" i="1" kern="1200" dirty="0" err="1"/>
            <a:t>ти</a:t>
          </a:r>
          <a:r>
            <a:rPr lang="ru-RU" sz="1300" b="0" i="1" kern="1200" dirty="0"/>
            <a:t> на </a:t>
          </a:r>
          <a:r>
            <a:rPr lang="ru-RU" sz="1300" b="0" i="1" kern="1200" dirty="0" err="1"/>
            <a:t>своїм</a:t>
          </a:r>
          <a:r>
            <a:rPr lang="ru-RU" sz="1300" b="0" i="1" kern="1200" dirty="0"/>
            <a:t> </a:t>
          </a:r>
          <a:r>
            <a:rPr lang="ru-RU" sz="1300" b="0" i="1" kern="1200" dirty="0" err="1"/>
            <a:t>золотокованім</a:t>
          </a:r>
          <a:r>
            <a:rPr lang="ru-RU" sz="1300" b="0" i="1" kern="1200" dirty="0"/>
            <a:t> </a:t>
          </a:r>
          <a:r>
            <a:rPr lang="ru-RU" sz="1300" b="0" i="1" kern="1200" dirty="0" err="1"/>
            <a:t>столі</a:t>
          </a:r>
          <a:r>
            <a:rPr lang="ru-RU" sz="1300" b="0" i="1" kern="1200" dirty="0"/>
            <a:t>... </a:t>
          </a:r>
          <a:r>
            <a:rPr lang="ru-RU" sz="1300" b="0" i="1" kern="1200" dirty="0" err="1"/>
            <a:t>Стріляй</a:t>
          </a:r>
          <a:r>
            <a:rPr lang="ru-RU" sz="1300" b="0" i="1" kern="1200" dirty="0"/>
            <a:t>, господарю, Кончака, раба поганого, за землю </a:t>
          </a:r>
          <a:r>
            <a:rPr lang="ru-RU" sz="1300" b="0" i="1" kern="1200" dirty="0" err="1"/>
            <a:t>Руську</a:t>
          </a:r>
          <a:r>
            <a:rPr lang="ru-RU" sz="1300" b="0" i="1" kern="1200" dirty="0"/>
            <a:t>, за рани </a:t>
          </a:r>
          <a:r>
            <a:rPr lang="ru-RU" sz="1300" b="0" i="1" kern="1200" dirty="0" err="1"/>
            <a:t>Ігореві</a:t>
          </a:r>
          <a:r>
            <a:rPr lang="ru-RU" sz="1300" b="0" i="1" kern="1200" dirty="0"/>
            <a:t>, </a:t>
          </a:r>
          <a:r>
            <a:rPr lang="ru-RU" sz="1300" b="0" i="1" kern="1200" dirty="0" err="1"/>
            <a:t>смілого</a:t>
          </a:r>
          <a:r>
            <a:rPr lang="ru-RU" sz="1300" b="0" i="1" kern="1200" dirty="0"/>
            <a:t> Святославича!..»</a:t>
          </a:r>
          <a:endParaRPr lang="uk-UA" sz="1300" kern="1200" dirty="0"/>
        </a:p>
      </dsp:txBody>
      <dsp:txXfrm>
        <a:off x="37473" y="37473"/>
        <a:ext cx="5805858" cy="69269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4B94E-BE1A-4D7F-8E3E-5C2F6562F4B1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1577D-A6C7-49C4-8578-4785AB4082DF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віче.</a:t>
          </a:r>
          <a:endParaRPr lang="uk-UA" sz="2700" kern="1200"/>
        </a:p>
      </dsp:txBody>
      <dsp:txXfrm>
        <a:off x="1071824" y="412218"/>
        <a:ext cx="1272111" cy="1272111"/>
      </dsp:txXfrm>
    </dsp:sp>
    <dsp:sp modelId="{BFD5AC77-BC48-4F92-A51C-A484498D134D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 err="1"/>
            <a:t>снем</a:t>
          </a:r>
          <a:r>
            <a:rPr lang="uk-UA" sz="2700" b="0" i="0" kern="1200" dirty="0"/>
            <a:t>.</a:t>
          </a:r>
          <a:endParaRPr lang="uk-UA" sz="2700" kern="1200" dirty="0"/>
        </a:p>
      </dsp:txBody>
      <dsp:txXfrm>
        <a:off x="2590014" y="412218"/>
        <a:ext cx="1272111" cy="1272111"/>
      </dsp:txXfrm>
    </dsp:sp>
    <dsp:sp modelId="{C363C869-5C87-4EFF-AFA1-89B759C3948A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раду.</a:t>
          </a:r>
          <a:endParaRPr lang="uk-UA" sz="2700" kern="1200"/>
        </a:p>
      </dsp:txBody>
      <dsp:txXfrm>
        <a:off x="1071824" y="1930408"/>
        <a:ext cx="1272111" cy="1272111"/>
      </dsp:txXfrm>
    </dsp:sp>
    <dsp:sp modelId="{6BEA4803-ED23-465A-8CC9-B2FADEE2CFB4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сейм</a:t>
          </a:r>
          <a:endParaRPr lang="uk-UA" sz="2700" kern="1200" dirty="0"/>
        </a:p>
      </dsp:txBody>
      <dsp:txXfrm>
        <a:off x="2590014" y="1930408"/>
        <a:ext cx="1272111" cy="127211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C2AF2-642F-4E8A-8EB6-946C79089414}">
      <dsp:nvSpPr>
        <dsp:cNvPr id="0" name=""/>
        <dsp:cNvSpPr/>
      </dsp:nvSpPr>
      <dsp:spPr>
        <a:xfrm>
          <a:off x="0" y="4355"/>
          <a:ext cx="5838305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«Костянтин з матір’ю своєю, Єленою, хрест із Єрусалима приніс... Ти ж із своєю бабусею, Ольгою, принесли хрест від нового Єрусалима - </a:t>
          </a:r>
          <a:r>
            <a:rPr lang="uk-UA" sz="1500" b="0" i="1" kern="1200" dirty="0" err="1"/>
            <a:t>Костянтинограда</a:t>
          </a:r>
          <a:r>
            <a:rPr lang="uk-UA" sz="1500" b="0" i="1" kern="1200" dirty="0"/>
            <a:t>, по всій землі своїй розставивши, утвердили віру християнську...»</a:t>
          </a:r>
          <a:endParaRPr lang="uk-UA" sz="1500" kern="1200" dirty="0"/>
        </a:p>
      </dsp:txBody>
      <dsp:txXfrm>
        <a:off x="52260" y="56615"/>
        <a:ext cx="5733785" cy="966030"/>
      </dsp:txXfrm>
    </dsp:sp>
    <dsp:sp modelId="{7DEBCD0E-1DAD-4EA5-8ED6-32BA341377A3}">
      <dsp:nvSpPr>
        <dsp:cNvPr id="0" name=""/>
        <dsp:cNvSpPr/>
      </dsp:nvSpPr>
      <dsp:spPr>
        <a:xfrm>
          <a:off x="0" y="1130444"/>
          <a:ext cx="5838305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«Якщо вдарить мечем не на смерть, то має заплатити 3 гривні продажі, а потерпілому - гривню за рану, як лікувальне. Коли ж уб'є на смерть, то платити віру...»</a:t>
          </a:r>
          <a:endParaRPr lang="uk-UA" sz="1500" kern="1200" dirty="0"/>
        </a:p>
      </dsp:txBody>
      <dsp:txXfrm>
        <a:off x="52260" y="1182704"/>
        <a:ext cx="5733785" cy="96603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FEA0E-05B5-4232-9A70-23C6A6200CDE}">
      <dsp:nvSpPr>
        <dsp:cNvPr id="0" name=""/>
        <dsp:cNvSpPr/>
      </dsp:nvSpPr>
      <dsp:spPr>
        <a:xfrm>
          <a:off x="1850231" y="1049655"/>
          <a:ext cx="1233487" cy="12334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0012819-CF63-44AD-A923-E9FA3A16FDF9}">
      <dsp:nvSpPr>
        <dsp:cNvPr id="0" name=""/>
        <dsp:cNvSpPr/>
      </dsp:nvSpPr>
      <dsp:spPr>
        <a:xfrm>
          <a:off x="1751552" y="45243"/>
          <a:ext cx="1430845" cy="82819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«Руська правда»</a:t>
          </a:r>
          <a:endParaRPr lang="uk-UA" sz="1700" kern="1200"/>
        </a:p>
      </dsp:txBody>
      <dsp:txXfrm>
        <a:off x="1751552" y="45243"/>
        <a:ext cx="1430845" cy="828198"/>
      </dsp:txXfrm>
    </dsp:sp>
    <dsp:sp modelId="{D70889BA-C67E-4438-BA04-5258AD9AF436}">
      <dsp:nvSpPr>
        <dsp:cNvPr id="0" name=""/>
        <dsp:cNvSpPr/>
      </dsp:nvSpPr>
      <dsp:spPr>
        <a:xfrm>
          <a:off x="2319449" y="1390450"/>
          <a:ext cx="1233487" cy="12334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3588850-48E0-49A0-BC30-A005777D5634}">
      <dsp:nvSpPr>
        <dsp:cNvPr id="0" name=""/>
        <dsp:cNvSpPr/>
      </dsp:nvSpPr>
      <dsp:spPr>
        <a:xfrm>
          <a:off x="3651123" y="1137761"/>
          <a:ext cx="1282827" cy="8986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</a:t>
          </a:r>
          <a:r>
            <a:rPr lang="ru-RU" sz="1700" b="0" i="0" kern="1200" dirty="0" err="1"/>
            <a:t>Повчання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дітям</a:t>
          </a:r>
          <a:r>
            <a:rPr lang="ru-RU" sz="1700" b="0" i="0" kern="1200" dirty="0"/>
            <a:t>...»</a:t>
          </a:r>
          <a:endParaRPr lang="uk-UA" sz="1700" kern="1200" dirty="0"/>
        </a:p>
      </dsp:txBody>
      <dsp:txXfrm>
        <a:off x="3651123" y="1137761"/>
        <a:ext cx="1282827" cy="898683"/>
      </dsp:txXfrm>
    </dsp:sp>
    <dsp:sp modelId="{F7A84E84-C3F0-47C8-8D61-A2333BDEDAB0}">
      <dsp:nvSpPr>
        <dsp:cNvPr id="0" name=""/>
        <dsp:cNvSpPr/>
      </dsp:nvSpPr>
      <dsp:spPr>
        <a:xfrm>
          <a:off x="2140347" y="1942347"/>
          <a:ext cx="1233487" cy="12334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90CE0C1-1752-4AB8-A2B3-3705D80ABE35}">
      <dsp:nvSpPr>
        <dsp:cNvPr id="0" name=""/>
        <dsp:cNvSpPr/>
      </dsp:nvSpPr>
      <dsp:spPr>
        <a:xfrm>
          <a:off x="3453765" y="2670810"/>
          <a:ext cx="1282827" cy="8986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«Слово про Закон і Благодать»</a:t>
          </a:r>
          <a:endParaRPr lang="uk-UA" sz="1700" kern="1200" dirty="0"/>
        </a:p>
      </dsp:txBody>
      <dsp:txXfrm>
        <a:off x="3453765" y="2670810"/>
        <a:ext cx="1282827" cy="898683"/>
      </dsp:txXfrm>
    </dsp:sp>
    <dsp:sp modelId="{7387A8B6-5980-4635-ACAC-6B1DE67E3FAB}">
      <dsp:nvSpPr>
        <dsp:cNvPr id="0" name=""/>
        <dsp:cNvSpPr/>
      </dsp:nvSpPr>
      <dsp:spPr>
        <a:xfrm>
          <a:off x="1560114" y="1942347"/>
          <a:ext cx="1233487" cy="12334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E51770-BFBC-45CE-8DBF-E1A75C28FAC3}">
      <dsp:nvSpPr>
        <dsp:cNvPr id="0" name=""/>
        <dsp:cNvSpPr/>
      </dsp:nvSpPr>
      <dsp:spPr>
        <a:xfrm>
          <a:off x="197358" y="2670810"/>
          <a:ext cx="1282827" cy="8986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«Повість минулих літ»</a:t>
          </a:r>
          <a:endParaRPr lang="uk-UA" sz="1700" kern="1200"/>
        </a:p>
      </dsp:txBody>
      <dsp:txXfrm>
        <a:off x="197358" y="2670810"/>
        <a:ext cx="1282827" cy="898683"/>
      </dsp:txXfrm>
    </dsp:sp>
    <dsp:sp modelId="{E19B4AF9-6675-4FB3-84A4-1BF4FCD214D5}">
      <dsp:nvSpPr>
        <dsp:cNvPr id="0" name=""/>
        <dsp:cNvSpPr/>
      </dsp:nvSpPr>
      <dsp:spPr>
        <a:xfrm>
          <a:off x="1381012" y="1390450"/>
          <a:ext cx="1233487" cy="12334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302F983-72B8-4698-B0B0-5C68D5CE1E37}">
      <dsp:nvSpPr>
        <dsp:cNvPr id="0" name=""/>
        <dsp:cNvSpPr/>
      </dsp:nvSpPr>
      <dsp:spPr>
        <a:xfrm>
          <a:off x="0" y="1137761"/>
          <a:ext cx="1282827" cy="8986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«Слово о полку </a:t>
          </a:r>
          <a:r>
            <a:rPr lang="ru-RU" sz="1700" b="0" i="0" kern="1200" dirty="0" err="1"/>
            <a:t>Ігоревім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>
        <a:off x="0" y="1137761"/>
        <a:ext cx="1282827" cy="89868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DC873-1AB1-43B2-8778-2FE39AEA92BF}">
      <dsp:nvSpPr>
        <dsp:cNvPr id="0" name=""/>
        <dsp:cNvSpPr/>
      </dsp:nvSpPr>
      <dsp:spPr>
        <a:xfrm>
          <a:off x="0" y="16693"/>
          <a:ext cx="5838305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 ті ж слов’яни, прийшовши, сіли по Дніпру і назвалися полянами, а інші - деревлянами, бо осіли в лісах... Другі ж сіли на Десні, і по Сейму, і по Сулі називалися сіверянами...»</a:t>
          </a:r>
          <a:endParaRPr lang="uk-UA" sz="1500" kern="1200" dirty="0"/>
        </a:p>
      </dsp:txBody>
      <dsp:txXfrm>
        <a:off x="52260" y="68953"/>
        <a:ext cx="5733785" cy="966030"/>
      </dsp:txXfrm>
    </dsp:sp>
    <dsp:sp modelId="{C8FADDAF-12C4-48BB-A609-9DA2AD7D39B0}">
      <dsp:nvSpPr>
        <dsp:cNvPr id="0" name=""/>
        <dsp:cNvSpPr/>
      </dsp:nvSpPr>
      <dsp:spPr>
        <a:xfrm>
          <a:off x="0" y="1130444"/>
          <a:ext cx="5838305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«А найголовніше - убогих не забувайте, а скільки можете, по змозі годуйте і подайте милостиню сироті, і вдовицю оправдуйте самі, не давайте сильним погубити людину...»</a:t>
          </a:r>
          <a:endParaRPr lang="uk-UA" sz="1500" kern="1200" dirty="0"/>
        </a:p>
      </dsp:txBody>
      <dsp:txXfrm>
        <a:off x="52260" y="1182704"/>
        <a:ext cx="5733785" cy="96603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DC8D7-5482-4AA1-927E-412805F4292B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34062-B777-4339-B738-ABD43DF0C6AC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882 р.</a:t>
          </a:r>
          <a:endParaRPr lang="uk-UA" sz="3500" kern="1200"/>
        </a:p>
      </dsp:txBody>
      <dsp:txXfrm>
        <a:off x="1073411" y="412218"/>
        <a:ext cx="1272111" cy="1272111"/>
      </dsp:txXfrm>
    </dsp:sp>
    <dsp:sp modelId="{BF6C5C6E-ED76-4E54-B7E5-F82A3791A23F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988 р.</a:t>
          </a:r>
          <a:endParaRPr lang="uk-UA" sz="3500" kern="1200"/>
        </a:p>
      </dsp:txBody>
      <dsp:txXfrm>
        <a:off x="2591601" y="412218"/>
        <a:ext cx="1272111" cy="1272111"/>
      </dsp:txXfrm>
    </dsp:sp>
    <dsp:sp modelId="{85456A62-8BB2-4B16-8A67-426377B972D2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1054 р.</a:t>
          </a:r>
          <a:endParaRPr lang="uk-UA" sz="3500" kern="1200"/>
        </a:p>
      </dsp:txBody>
      <dsp:txXfrm>
        <a:off x="1073411" y="1930408"/>
        <a:ext cx="1272111" cy="1272111"/>
      </dsp:txXfrm>
    </dsp:sp>
    <dsp:sp modelId="{7D87F11C-0D04-4D3D-8D57-B2C52E01AA25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1113 р.</a:t>
          </a:r>
          <a:endParaRPr lang="uk-UA" sz="3500" kern="1200" dirty="0"/>
        </a:p>
      </dsp:txBody>
      <dsp:txXfrm>
        <a:off x="2591601" y="1930408"/>
        <a:ext cx="1272111" cy="127211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FA95D-C4F7-4B84-8B0E-8EA7F40D6A36}">
      <dsp:nvSpPr>
        <dsp:cNvPr id="0" name=""/>
        <dsp:cNvSpPr/>
      </dsp:nvSpPr>
      <dsp:spPr>
        <a:xfrm>
          <a:off x="0" y="48192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«Слово о полку Ігоревім»</a:t>
          </a:r>
          <a:endParaRPr lang="uk-UA" sz="2100" kern="1200"/>
        </a:p>
      </dsp:txBody>
      <dsp:txXfrm>
        <a:off x="40724" y="88916"/>
        <a:ext cx="4852502" cy="752780"/>
      </dsp:txXfrm>
    </dsp:sp>
    <dsp:sp modelId="{AECF7A28-C72B-48EC-ACFA-746362455F4D}">
      <dsp:nvSpPr>
        <dsp:cNvPr id="0" name=""/>
        <dsp:cNvSpPr/>
      </dsp:nvSpPr>
      <dsp:spPr>
        <a:xfrm>
          <a:off x="0" y="942900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Руська</a:t>
          </a:r>
          <a:r>
            <a:rPr lang="ru-RU" sz="2100" b="0" i="0" kern="1200" dirty="0"/>
            <a:t> правда» Ярослава Мудрого</a:t>
          </a:r>
          <a:endParaRPr lang="uk-UA" sz="2100" kern="1200" dirty="0"/>
        </a:p>
      </dsp:txBody>
      <dsp:txXfrm>
        <a:off x="40724" y="983624"/>
        <a:ext cx="4852502" cy="752780"/>
      </dsp:txXfrm>
    </dsp:sp>
    <dsp:sp modelId="{B64B6FA3-94D8-4C1A-AFE1-34A450958F70}">
      <dsp:nvSpPr>
        <dsp:cNvPr id="0" name=""/>
        <dsp:cNvSpPr/>
      </dsp:nvSpPr>
      <dsp:spPr>
        <a:xfrm>
          <a:off x="0" y="1837608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Повчання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дітям</a:t>
          </a:r>
          <a:r>
            <a:rPr lang="ru-RU" sz="2100" b="0" i="0" kern="1200" dirty="0"/>
            <a:t>» </a:t>
          </a:r>
          <a:r>
            <a:rPr lang="ru-RU" sz="2100" b="0" i="0" kern="1200" dirty="0" err="1"/>
            <a:t>Володимира</a:t>
          </a:r>
          <a:r>
            <a:rPr lang="ru-RU" sz="2100" b="0" i="0" kern="1200" dirty="0"/>
            <a:t> Мономаха</a:t>
          </a:r>
          <a:endParaRPr lang="uk-UA" sz="2100" kern="1200" dirty="0"/>
        </a:p>
      </dsp:txBody>
      <dsp:txXfrm>
        <a:off x="40724" y="1878332"/>
        <a:ext cx="4852502" cy="752780"/>
      </dsp:txXfrm>
    </dsp:sp>
    <dsp:sp modelId="{5E1E15C1-DC73-4DA9-9A3C-013B1746F6A6}">
      <dsp:nvSpPr>
        <dsp:cNvPr id="0" name=""/>
        <dsp:cNvSpPr/>
      </dsp:nvSpPr>
      <dsp:spPr>
        <a:xfrm>
          <a:off x="0" y="2732317"/>
          <a:ext cx="493395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«Слово про закон і благодать» митрополита </a:t>
          </a:r>
          <a:r>
            <a:rPr lang="ru-RU" sz="2100" b="0" i="0" kern="1200" dirty="0" err="1"/>
            <a:t>Іларіона</a:t>
          </a:r>
          <a:endParaRPr lang="uk-UA" sz="2100" kern="1200" dirty="0"/>
        </a:p>
      </dsp:txBody>
      <dsp:txXfrm>
        <a:off x="40724" y="2773041"/>
        <a:ext cx="4852502" cy="75278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24ED3-2C3C-4646-BD74-0312B4740000}">
      <dsp:nvSpPr>
        <dsp:cNvPr id="0" name=""/>
        <dsp:cNvSpPr/>
      </dsp:nvSpPr>
      <dsp:spPr>
        <a:xfrm>
          <a:off x="0" y="132738"/>
          <a:ext cx="4937125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збірники норм давньоруського права, особливо важливих для вивчення суспільних відносин і правової системи.</a:t>
          </a:r>
          <a:endParaRPr lang="uk-UA" sz="2300" kern="1200" dirty="0"/>
        </a:p>
      </dsp:txBody>
      <dsp:txXfrm>
        <a:off x="80132" y="212870"/>
        <a:ext cx="4776861" cy="1481245"/>
      </dsp:txXfrm>
    </dsp:sp>
    <dsp:sp modelId="{89BD27BD-0B29-4E6C-8AB1-085FB2817217}">
      <dsp:nvSpPr>
        <dsp:cNvPr id="0" name=""/>
        <dsp:cNvSpPr/>
      </dsp:nvSpPr>
      <dsp:spPr>
        <a:xfrm>
          <a:off x="0" y="1840489"/>
          <a:ext cx="4937125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твори у яких в хронологічному порядку викладено події давньоруської історії, етапи становлення держави</a:t>
          </a:r>
          <a:endParaRPr lang="uk-UA" sz="2300" kern="1200" dirty="0"/>
        </a:p>
      </dsp:txBody>
      <dsp:txXfrm>
        <a:off x="80132" y="1920621"/>
        <a:ext cx="4776861" cy="148124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B595D-EA89-4830-9EE5-6320AFF35D27}">
      <dsp:nvSpPr>
        <dsp:cNvPr id="0" name=""/>
        <dsp:cNvSpPr/>
      </dsp:nvSpPr>
      <dsp:spPr>
        <a:xfrm>
          <a:off x="0" y="205548"/>
          <a:ext cx="4933950" cy="1570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грамоти</a:t>
          </a:r>
          <a:r>
            <a:rPr lang="ru-RU" sz="2200" b="0" i="0" kern="1200" dirty="0"/>
            <a:t> великого </a:t>
          </a:r>
          <a:r>
            <a:rPr lang="ru-RU" sz="2200" b="0" i="0" kern="1200" dirty="0" err="1"/>
            <a:t>київського</a:t>
          </a:r>
          <a:r>
            <a:rPr lang="ru-RU" sz="2200" b="0" i="0" kern="1200" dirty="0"/>
            <a:t> князя, </a:t>
          </a:r>
          <a:r>
            <a:rPr lang="ru-RU" sz="2200" b="0" i="0" kern="1200" dirty="0" err="1"/>
            <a:t>що</a:t>
          </a:r>
          <a:r>
            <a:rPr lang="ru-RU" sz="2200" b="0" i="0" kern="1200" dirty="0"/>
            <a:t> надавали дружинникам право </a:t>
          </a:r>
          <a:r>
            <a:rPr lang="ru-RU" sz="2200" b="0" i="0" kern="1200" dirty="0" err="1"/>
            <a:t>управління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окремими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територіями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76648" y="282196"/>
        <a:ext cx="4780654" cy="1416844"/>
      </dsp:txXfrm>
    </dsp:sp>
    <dsp:sp modelId="{521D8116-427A-41A1-8C9B-80895AB5C0E0}">
      <dsp:nvSpPr>
        <dsp:cNvPr id="0" name=""/>
        <dsp:cNvSpPr/>
      </dsp:nvSpPr>
      <dsp:spPr>
        <a:xfrm>
          <a:off x="0" y="1839048"/>
          <a:ext cx="4933950" cy="1570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збірки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творів</a:t>
          </a:r>
          <a:r>
            <a:rPr lang="ru-RU" sz="2200" b="0" i="0" kern="1200" dirty="0"/>
            <a:t> церковно-</a:t>
          </a:r>
          <a:r>
            <a:rPr lang="ru-RU" sz="2200" b="0" i="0" kern="1200" dirty="0" err="1"/>
            <a:t>релігійного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публіцистичного</a:t>
          </a:r>
          <a:r>
            <a:rPr lang="ru-RU" sz="2200" b="0" i="0" kern="1200" dirty="0"/>
            <a:t> характеру та </a:t>
          </a:r>
          <a:r>
            <a:rPr lang="ru-RU" sz="2200" b="0" i="0" kern="1200" dirty="0" err="1"/>
            <a:t>загально-моральні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повчання</a:t>
          </a:r>
          <a:endParaRPr lang="uk-UA" sz="2200" kern="1200" dirty="0"/>
        </a:p>
      </dsp:txBody>
      <dsp:txXfrm>
        <a:off x="76648" y="1915696"/>
        <a:ext cx="4780654" cy="141684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CA4E4-ECB6-4EF8-B49F-BE2364BC6532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55E36-A6FD-4E8E-907E-F6C9A6AC2075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1, 2</a:t>
          </a:r>
          <a:endParaRPr lang="uk-UA" sz="3500" kern="1200" dirty="0"/>
        </a:p>
      </dsp:txBody>
      <dsp:txXfrm>
        <a:off x="1071824" y="412218"/>
        <a:ext cx="1272111" cy="1272111"/>
      </dsp:txXfrm>
    </dsp:sp>
    <dsp:sp modelId="{845867DB-19AF-4152-90D9-1AE0F09DAA8B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1, 3</a:t>
          </a:r>
          <a:endParaRPr lang="uk-UA" sz="3500" kern="1200" dirty="0"/>
        </a:p>
      </dsp:txBody>
      <dsp:txXfrm>
        <a:off x="2590014" y="412218"/>
        <a:ext cx="1272111" cy="1272111"/>
      </dsp:txXfrm>
    </dsp:sp>
    <dsp:sp modelId="{5B81C2D9-A6B2-414F-B7EF-1E94608BACB1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2, 3</a:t>
          </a:r>
          <a:endParaRPr lang="uk-UA" sz="3500" kern="1200"/>
        </a:p>
      </dsp:txBody>
      <dsp:txXfrm>
        <a:off x="1071824" y="1930408"/>
        <a:ext cx="1272111" cy="1272111"/>
      </dsp:txXfrm>
    </dsp:sp>
    <dsp:sp modelId="{FCB63F1B-6D53-40F0-B38B-CB968DBB1982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1, 2, 3</a:t>
          </a:r>
          <a:endParaRPr lang="uk-UA" sz="3500" kern="1200" dirty="0"/>
        </a:p>
      </dsp:txBody>
      <dsp:txXfrm>
        <a:off x="2590014" y="1930408"/>
        <a:ext cx="1272111" cy="127211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8D8E0-3AD2-4177-946C-BE5A8974FD39}">
      <dsp:nvSpPr>
        <dsp:cNvPr id="0" name=""/>
        <dsp:cNvSpPr/>
      </dsp:nvSpPr>
      <dsp:spPr>
        <a:xfrm>
          <a:off x="0" y="46968"/>
          <a:ext cx="4937125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«Якщо уб'ють огнищанина, то з убивці стягується 80 гривень. За князівського старосту - 12 гривень, а за князівського рядовича - 5 гривень».</a:t>
          </a:r>
          <a:endParaRPr lang="uk-UA" sz="2000" kern="1200" dirty="0"/>
        </a:p>
      </dsp:txBody>
      <dsp:txXfrm>
        <a:off x="84530" y="131498"/>
        <a:ext cx="4768065" cy="1562540"/>
      </dsp:txXfrm>
    </dsp:sp>
    <dsp:sp modelId="{5D3AA3E4-41A0-4B8E-A55D-29DD713562FF}">
      <dsp:nvSpPr>
        <dsp:cNvPr id="0" name=""/>
        <dsp:cNvSpPr/>
      </dsp:nvSpPr>
      <dsp:spPr>
        <a:xfrm>
          <a:off x="0" y="1836169"/>
          <a:ext cx="4937125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«Якщо смерд умре без дітей, то спадщина його передається князю. …якщо боярин чи з боярської дружини, то [його] спадщина князю не йде...»?</a:t>
          </a:r>
          <a:endParaRPr lang="uk-UA" sz="2000" kern="1200" dirty="0"/>
        </a:p>
      </dsp:txBody>
      <dsp:txXfrm>
        <a:off x="84530" y="1920699"/>
        <a:ext cx="4768065" cy="156254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412FB-7E5E-46D0-8FFF-DD1603C6BD70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72F2A-568F-44F7-9764-4BFA6CC47139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«</a:t>
          </a:r>
          <a:r>
            <a:rPr lang="ru-RU" sz="1400" b="0" i="0" kern="1200" dirty="0" err="1"/>
            <a:t>Руська</a:t>
          </a:r>
          <a:r>
            <a:rPr lang="ru-RU" sz="1400" b="0" i="0" kern="1200" dirty="0"/>
            <a:t> правда»</a:t>
          </a:r>
          <a:endParaRPr lang="uk-UA" sz="1400" kern="1200" dirty="0"/>
        </a:p>
      </dsp:txBody>
      <dsp:txXfrm>
        <a:off x="1071824" y="412218"/>
        <a:ext cx="1272111" cy="1272111"/>
      </dsp:txXfrm>
    </dsp:sp>
    <dsp:sp modelId="{B8EDD340-B257-4274-9104-C128CA4F159D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«Слово про закон і благодать»</a:t>
          </a:r>
          <a:endParaRPr lang="uk-UA" sz="1400" kern="1200"/>
        </a:p>
      </dsp:txBody>
      <dsp:txXfrm>
        <a:off x="2590014" y="412218"/>
        <a:ext cx="1272111" cy="1272111"/>
      </dsp:txXfrm>
    </dsp:sp>
    <dsp:sp modelId="{7FEFAA5C-7E36-4659-A76E-5BD53C75B054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«</a:t>
          </a:r>
          <a:r>
            <a:rPr lang="ru-RU" sz="1400" b="0" i="0" kern="1200" dirty="0" err="1"/>
            <a:t>Повчання</a:t>
          </a:r>
          <a:r>
            <a:rPr lang="ru-RU" sz="1400" b="0" i="0" kern="1200" dirty="0"/>
            <a:t> </a:t>
          </a:r>
          <a:r>
            <a:rPr lang="ru-RU" sz="1400" b="0" i="0" kern="1200" dirty="0" err="1"/>
            <a:t>дітям</a:t>
          </a:r>
          <a:r>
            <a:rPr lang="ru-RU" sz="1400" b="0" i="0" kern="1200" dirty="0"/>
            <a:t>»</a:t>
          </a:r>
          <a:endParaRPr lang="uk-UA" sz="1400" kern="1200" dirty="0"/>
        </a:p>
      </dsp:txBody>
      <dsp:txXfrm>
        <a:off x="1071824" y="1930408"/>
        <a:ext cx="1272111" cy="1272111"/>
      </dsp:txXfrm>
    </dsp:sp>
    <dsp:sp modelId="{4281A77E-7B66-4EA1-81B5-03B4B5FACEFF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«</a:t>
          </a:r>
          <a:r>
            <a:rPr lang="ru-RU" sz="1400" b="0" i="0" kern="1200" dirty="0" err="1"/>
            <a:t>Ізборнік</a:t>
          </a:r>
          <a:r>
            <a:rPr lang="ru-RU" sz="1400" b="0" i="0" kern="1200" dirty="0"/>
            <a:t> Святослава»</a:t>
          </a:r>
          <a:endParaRPr lang="uk-UA" sz="1400" kern="1200" dirty="0"/>
        </a:p>
      </dsp:txBody>
      <dsp:txXfrm>
        <a:off x="2590014" y="1930408"/>
        <a:ext cx="1272111" cy="127211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91F8E-399D-47C8-A825-3AA89FA1F6DA}">
      <dsp:nvSpPr>
        <dsp:cNvPr id="0" name=""/>
        <dsp:cNvSpPr/>
      </dsp:nvSpPr>
      <dsp:spPr>
        <a:xfrm>
          <a:off x="0" y="381408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створення «Ізборника» — одного з перших енциклопедичних збірників Київської Русі</a:t>
          </a:r>
          <a:endParaRPr lang="uk-UA" sz="1700" kern="1200" dirty="0"/>
        </a:p>
      </dsp:txBody>
      <dsp:txXfrm>
        <a:off x="33012" y="414420"/>
        <a:ext cx="4871101" cy="610236"/>
      </dsp:txXfrm>
    </dsp:sp>
    <dsp:sp modelId="{B5822135-BD94-4773-B03C-C5FB5CE4E4C7}">
      <dsp:nvSpPr>
        <dsp:cNvPr id="0" name=""/>
        <dsp:cNvSpPr/>
      </dsp:nvSpPr>
      <dsp:spPr>
        <a:xfrm>
          <a:off x="0" y="110662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відкриття першої школи для дітей знаті</a:t>
          </a:r>
          <a:endParaRPr lang="uk-UA" sz="1700" kern="1200"/>
        </a:p>
      </dsp:txBody>
      <dsp:txXfrm>
        <a:off x="33012" y="1139641"/>
        <a:ext cx="4871101" cy="610236"/>
      </dsp:txXfrm>
    </dsp:sp>
    <dsp:sp modelId="{1FCC87E5-7A1D-485C-9B72-B94F66A17224}">
      <dsp:nvSpPr>
        <dsp:cNvPr id="0" name=""/>
        <dsp:cNvSpPr/>
      </dsp:nvSpPr>
      <dsp:spPr>
        <a:xfrm>
          <a:off x="0" y="183184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заснування першої бібліотеки при Софіївському соборі в Києві</a:t>
          </a:r>
          <a:endParaRPr lang="uk-UA" sz="1700" kern="1200"/>
        </a:p>
      </dsp:txBody>
      <dsp:txXfrm>
        <a:off x="33012" y="1864861"/>
        <a:ext cx="4871101" cy="610236"/>
      </dsp:txXfrm>
    </dsp:sp>
    <dsp:sp modelId="{7DAAB8DF-8C08-44BF-BF4B-08D49D98D542}">
      <dsp:nvSpPr>
        <dsp:cNvPr id="0" name=""/>
        <dsp:cNvSpPr/>
      </dsp:nvSpPr>
      <dsp:spPr>
        <a:xfrm>
          <a:off x="0" y="255706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укладання Галицько-Волинського літопису</a:t>
          </a:r>
          <a:endParaRPr lang="uk-UA" sz="1700" kern="1200" dirty="0"/>
        </a:p>
      </dsp:txBody>
      <dsp:txXfrm>
        <a:off x="33012" y="2590081"/>
        <a:ext cx="4871101" cy="61023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0121E-32DB-4D68-81EA-09ECBA9677B2}">
      <dsp:nvSpPr>
        <dsp:cNvPr id="0" name=""/>
        <dsp:cNvSpPr/>
      </dsp:nvSpPr>
      <dsp:spPr>
        <a:xfrm rot="10800000">
          <a:off x="972313" y="231"/>
          <a:ext cx="3281076" cy="5835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1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Володимир Великий</a:t>
          </a:r>
          <a:endParaRPr lang="uk-UA" sz="1900" kern="1200"/>
        </a:p>
      </dsp:txBody>
      <dsp:txXfrm rot="10800000">
        <a:off x="1118190" y="231"/>
        <a:ext cx="3135199" cy="583509"/>
      </dsp:txXfrm>
    </dsp:sp>
    <dsp:sp modelId="{7706AB37-7268-42ED-9B4B-AF11E66AB63B}">
      <dsp:nvSpPr>
        <dsp:cNvPr id="0" name=""/>
        <dsp:cNvSpPr/>
      </dsp:nvSpPr>
      <dsp:spPr>
        <a:xfrm>
          <a:off x="680559" y="231"/>
          <a:ext cx="583509" cy="5835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E5973-54AC-4E5C-869F-327F2370F395}">
      <dsp:nvSpPr>
        <dsp:cNvPr id="0" name=""/>
        <dsp:cNvSpPr/>
      </dsp:nvSpPr>
      <dsp:spPr>
        <a:xfrm rot="10800000">
          <a:off x="972313" y="757922"/>
          <a:ext cx="3281076" cy="5835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1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 </a:t>
          </a:r>
          <a:r>
            <a:rPr lang="ru-RU" sz="1900" b="0" i="0" kern="1200" dirty="0" err="1"/>
            <a:t>Мудрий</a:t>
          </a:r>
          <a:endParaRPr lang="uk-UA" sz="1900" kern="1200" dirty="0"/>
        </a:p>
      </dsp:txBody>
      <dsp:txXfrm rot="10800000">
        <a:off x="1118190" y="757922"/>
        <a:ext cx="3135199" cy="583509"/>
      </dsp:txXfrm>
    </dsp:sp>
    <dsp:sp modelId="{00E0D838-C87F-46D4-911B-A5E6F14C9988}">
      <dsp:nvSpPr>
        <dsp:cNvPr id="0" name=""/>
        <dsp:cNvSpPr/>
      </dsp:nvSpPr>
      <dsp:spPr>
        <a:xfrm>
          <a:off x="680559" y="757922"/>
          <a:ext cx="583509" cy="5835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3C113-2E37-443B-AE9F-E13A07027F2E}">
      <dsp:nvSpPr>
        <dsp:cNvPr id="0" name=""/>
        <dsp:cNvSpPr/>
      </dsp:nvSpPr>
      <dsp:spPr>
        <a:xfrm rot="10800000">
          <a:off x="972313" y="1515614"/>
          <a:ext cx="3281076" cy="5835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1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Святослав Ярославич</a:t>
          </a:r>
          <a:endParaRPr lang="uk-UA" sz="1900" kern="1200"/>
        </a:p>
      </dsp:txBody>
      <dsp:txXfrm rot="10800000">
        <a:off x="1118190" y="1515614"/>
        <a:ext cx="3135199" cy="583509"/>
      </dsp:txXfrm>
    </dsp:sp>
    <dsp:sp modelId="{F58A64E3-A533-4249-9F85-8741E7711654}">
      <dsp:nvSpPr>
        <dsp:cNvPr id="0" name=""/>
        <dsp:cNvSpPr/>
      </dsp:nvSpPr>
      <dsp:spPr>
        <a:xfrm>
          <a:off x="680559" y="1515614"/>
          <a:ext cx="583509" cy="5835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AC356-6119-4C43-A6F7-D9A3CDA6D564}">
      <dsp:nvSpPr>
        <dsp:cNvPr id="0" name=""/>
        <dsp:cNvSpPr/>
      </dsp:nvSpPr>
      <dsp:spPr>
        <a:xfrm rot="10800000">
          <a:off x="972313" y="2273305"/>
          <a:ext cx="3281076" cy="5835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1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Володимир Мономах</a:t>
          </a:r>
          <a:endParaRPr lang="uk-UA" sz="1900" kern="1200"/>
        </a:p>
      </dsp:txBody>
      <dsp:txXfrm rot="10800000">
        <a:off x="1118190" y="2273305"/>
        <a:ext cx="3135199" cy="583509"/>
      </dsp:txXfrm>
    </dsp:sp>
    <dsp:sp modelId="{CF724451-72EF-4B51-882E-246AD9912DB9}">
      <dsp:nvSpPr>
        <dsp:cNvPr id="0" name=""/>
        <dsp:cNvSpPr/>
      </dsp:nvSpPr>
      <dsp:spPr>
        <a:xfrm>
          <a:off x="680559" y="2273305"/>
          <a:ext cx="583509" cy="5835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0894B-8203-4640-AD2F-124D7E1B1BEA}">
      <dsp:nvSpPr>
        <dsp:cNvPr id="0" name=""/>
        <dsp:cNvSpPr/>
      </dsp:nvSpPr>
      <dsp:spPr>
        <a:xfrm rot="10800000">
          <a:off x="972313" y="3030997"/>
          <a:ext cx="3281076" cy="58350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11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Данило Романович</a:t>
          </a:r>
          <a:endParaRPr lang="uk-UA" sz="1900" kern="1200" dirty="0"/>
        </a:p>
      </dsp:txBody>
      <dsp:txXfrm rot="10800000">
        <a:off x="1118190" y="3030997"/>
        <a:ext cx="3135199" cy="583509"/>
      </dsp:txXfrm>
    </dsp:sp>
    <dsp:sp modelId="{4BA8ABD2-4C86-467D-BE1A-BBF0F9D24F89}">
      <dsp:nvSpPr>
        <dsp:cNvPr id="0" name=""/>
        <dsp:cNvSpPr/>
      </dsp:nvSpPr>
      <dsp:spPr>
        <a:xfrm>
          <a:off x="680559" y="3030997"/>
          <a:ext cx="583509" cy="58350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F4A22-09B9-4482-8663-4B682E6DDC94}">
      <dsp:nvSpPr>
        <dsp:cNvPr id="0" name=""/>
        <dsp:cNvSpPr/>
      </dsp:nvSpPr>
      <dsp:spPr>
        <a:xfrm>
          <a:off x="0" y="4588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Повість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минулих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літ</a:t>
          </a:r>
          <a:r>
            <a:rPr lang="ru-RU" sz="2100" b="0" i="0" kern="1200" dirty="0"/>
            <a:t>» Нестора-</a:t>
          </a:r>
          <a:r>
            <a:rPr lang="ru-RU" sz="2100" b="0" i="0" kern="1200" dirty="0" err="1"/>
            <a:t>літописця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80" y="86668"/>
        <a:ext cx="4855565" cy="753819"/>
      </dsp:txXfrm>
    </dsp:sp>
    <dsp:sp modelId="{5095079E-27F6-4986-B5C9-6328C0D41EC1}">
      <dsp:nvSpPr>
        <dsp:cNvPr id="0" name=""/>
        <dsp:cNvSpPr/>
      </dsp:nvSpPr>
      <dsp:spPr>
        <a:xfrm>
          <a:off x="0" y="94174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«Слово о полку Ігоревім».</a:t>
          </a:r>
          <a:endParaRPr lang="uk-UA" sz="2100" kern="1200"/>
        </a:p>
      </dsp:txBody>
      <dsp:txXfrm>
        <a:off x="40780" y="982528"/>
        <a:ext cx="4855565" cy="753819"/>
      </dsp:txXfrm>
    </dsp:sp>
    <dsp:sp modelId="{160729C2-5D05-4658-AD58-7D3F5586079F}">
      <dsp:nvSpPr>
        <dsp:cNvPr id="0" name=""/>
        <dsp:cNvSpPr/>
      </dsp:nvSpPr>
      <dsp:spPr>
        <a:xfrm>
          <a:off x="0" y="183760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«Остромирове </a:t>
          </a:r>
          <a:r>
            <a:rPr lang="ru-RU" sz="2100" b="0" i="0" kern="1200" dirty="0" err="1"/>
            <a:t>Євангеліє</a:t>
          </a:r>
          <a:r>
            <a:rPr lang="ru-RU" sz="2100" b="0" i="0" kern="1200" dirty="0"/>
            <a:t>».</a:t>
          </a:r>
          <a:endParaRPr lang="uk-UA" sz="2100" kern="1200" dirty="0"/>
        </a:p>
      </dsp:txBody>
      <dsp:txXfrm>
        <a:off x="40780" y="1878388"/>
        <a:ext cx="4855565" cy="753819"/>
      </dsp:txXfrm>
    </dsp:sp>
    <dsp:sp modelId="{814602EA-29C4-49B1-86DF-C5AD0B5FB276}">
      <dsp:nvSpPr>
        <dsp:cNvPr id="0" name=""/>
        <dsp:cNvSpPr/>
      </dsp:nvSpPr>
      <dsp:spPr>
        <a:xfrm>
          <a:off x="0" y="273346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Києво-Печерський</a:t>
          </a:r>
          <a:r>
            <a:rPr lang="ru-RU" sz="2100" b="0" i="0" kern="1200" dirty="0"/>
            <a:t> патерик»</a:t>
          </a:r>
          <a:endParaRPr lang="uk-UA" sz="2100" kern="1200" dirty="0"/>
        </a:p>
      </dsp:txBody>
      <dsp:txXfrm>
        <a:off x="40780" y="2774248"/>
        <a:ext cx="4855565" cy="75381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B3A2C-8713-43DD-99D6-44EF25E62250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9CCE5-8147-4D49-BF26-F53C96683B9D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1054 р.</a:t>
          </a:r>
          <a:endParaRPr lang="uk-UA" sz="3500" kern="1200" dirty="0"/>
        </a:p>
      </dsp:txBody>
      <dsp:txXfrm>
        <a:off x="1071824" y="412218"/>
        <a:ext cx="1272111" cy="1272111"/>
      </dsp:txXfrm>
    </dsp:sp>
    <dsp:sp modelId="{B8AA3867-94F3-4B5D-AC65-5A26D58EDEC6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1187 р.</a:t>
          </a:r>
          <a:endParaRPr lang="uk-UA" sz="3500" kern="1200"/>
        </a:p>
      </dsp:txBody>
      <dsp:txXfrm>
        <a:off x="2590014" y="412218"/>
        <a:ext cx="1272111" cy="1272111"/>
      </dsp:txXfrm>
    </dsp:sp>
    <dsp:sp modelId="{A4EC6300-C4BC-48B3-A2A1-04C591C7E5B7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1205 р.</a:t>
          </a:r>
          <a:endParaRPr lang="uk-UA" sz="3500" kern="1200"/>
        </a:p>
      </dsp:txBody>
      <dsp:txXfrm>
        <a:off x="1071824" y="1930408"/>
        <a:ext cx="1272111" cy="1272111"/>
      </dsp:txXfrm>
    </dsp:sp>
    <dsp:sp modelId="{4DC6F064-0750-49D5-A431-95896FF2479A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1264 р.</a:t>
          </a:r>
          <a:endParaRPr lang="uk-UA" sz="3500" kern="1200" dirty="0"/>
        </a:p>
      </dsp:txBody>
      <dsp:txXfrm>
        <a:off x="2590014" y="1930408"/>
        <a:ext cx="1272111" cy="1272111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73CE5-224F-47DE-B20D-207C59E80DB0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5B3A7-BC06-4478-8FE2-78E5E492C2C2}">
      <dsp:nvSpPr>
        <dsp:cNvPr id="0" name=""/>
        <dsp:cNvSpPr/>
      </dsp:nvSpPr>
      <dsp:spPr>
        <a:xfrm>
          <a:off x="410257" y="277901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заборони звичаю кровної помсти.</a:t>
          </a:r>
          <a:endParaRPr lang="uk-UA" sz="1600" kern="1200"/>
        </a:p>
      </dsp:txBody>
      <dsp:txXfrm>
        <a:off x="410257" y="277901"/>
        <a:ext cx="4478776" cy="556091"/>
      </dsp:txXfrm>
    </dsp:sp>
    <dsp:sp modelId="{D4025776-109F-4DF8-A696-3AF93C19C996}">
      <dsp:nvSpPr>
        <dsp:cNvPr id="0" name=""/>
        <dsp:cNvSpPr/>
      </dsp:nvSpPr>
      <dsp:spPr>
        <a:xfrm>
          <a:off x="62700" y="208389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E235C-FE1C-4F5C-B005-789522B73820}">
      <dsp:nvSpPr>
        <dsp:cNvPr id="0" name=""/>
        <dsp:cNvSpPr/>
      </dsp:nvSpPr>
      <dsp:spPr>
        <a:xfrm>
          <a:off x="729077" y="1112182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заміни</a:t>
          </a:r>
          <a:r>
            <a:rPr lang="ru-RU" sz="1600" b="0" i="0" kern="1200" dirty="0"/>
            <a:t> </a:t>
          </a:r>
          <a:r>
            <a:rPr lang="ru-RU" sz="1600" b="0" i="0" kern="1200" dirty="0" err="1"/>
            <a:t>фізичних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покарань</a:t>
          </a:r>
          <a:r>
            <a:rPr lang="ru-RU" sz="1600" b="0" i="0" kern="1200" dirty="0"/>
            <a:t> штрафами.</a:t>
          </a:r>
          <a:endParaRPr lang="uk-UA" sz="1600" kern="1200" dirty="0"/>
        </a:p>
      </dsp:txBody>
      <dsp:txXfrm>
        <a:off x="729077" y="1112182"/>
        <a:ext cx="4159956" cy="556091"/>
      </dsp:txXfrm>
    </dsp:sp>
    <dsp:sp modelId="{99BE04E6-56CC-485E-89FA-1553D7632BF1}">
      <dsp:nvSpPr>
        <dsp:cNvPr id="0" name=""/>
        <dsp:cNvSpPr/>
      </dsp:nvSpPr>
      <dsp:spPr>
        <a:xfrm>
          <a:off x="381520" y="1042671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2E2BC-E839-42EB-AAC8-2011A8FBF9A6}">
      <dsp:nvSpPr>
        <dsp:cNvPr id="0" name=""/>
        <dsp:cNvSpPr/>
      </dsp:nvSpPr>
      <dsp:spPr>
        <a:xfrm>
          <a:off x="729077" y="1946464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упорядкування права власності на землю.</a:t>
          </a:r>
          <a:endParaRPr lang="uk-UA" sz="1600" kern="1200"/>
        </a:p>
      </dsp:txBody>
      <dsp:txXfrm>
        <a:off x="729077" y="1946464"/>
        <a:ext cx="4159956" cy="556091"/>
      </dsp:txXfrm>
    </dsp:sp>
    <dsp:sp modelId="{5C5E3B98-B014-4AED-AABA-72CDA51DEDA4}">
      <dsp:nvSpPr>
        <dsp:cNvPr id="0" name=""/>
        <dsp:cNvSpPr/>
      </dsp:nvSpPr>
      <dsp:spPr>
        <a:xfrm>
          <a:off x="381520" y="1876952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7E7AB-F6A3-4406-8BEA-8032A45CACA4}">
      <dsp:nvSpPr>
        <dsp:cNvPr id="0" name=""/>
        <dsp:cNvSpPr/>
      </dsp:nvSpPr>
      <dsp:spPr>
        <a:xfrm>
          <a:off x="410257" y="2780745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створення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єдиного</a:t>
          </a:r>
          <a:r>
            <a:rPr lang="ru-RU" sz="1600" b="0" i="0" kern="1200" dirty="0"/>
            <a:t> стану </a:t>
          </a:r>
          <a:r>
            <a:rPr lang="ru-RU" sz="1600" b="0" i="0" kern="1200" dirty="0" err="1"/>
            <a:t>кріпосних</a:t>
          </a:r>
          <a:r>
            <a:rPr lang="ru-RU" sz="1600" b="0" i="0" kern="1200" dirty="0"/>
            <a:t> селян.</a:t>
          </a:r>
          <a:endParaRPr lang="uk-UA" sz="1600" kern="1200" dirty="0"/>
        </a:p>
      </dsp:txBody>
      <dsp:txXfrm>
        <a:off x="410257" y="2780745"/>
        <a:ext cx="4478776" cy="556091"/>
      </dsp:txXfrm>
    </dsp:sp>
    <dsp:sp modelId="{D760BA6A-5CAD-4628-BA5F-6F9C18F3DE70}">
      <dsp:nvSpPr>
        <dsp:cNvPr id="0" name=""/>
        <dsp:cNvSpPr/>
      </dsp:nvSpPr>
      <dsp:spPr>
        <a:xfrm>
          <a:off x="62700" y="2711234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84C65-8A08-4AC5-8FEA-BA09F3BF0EC6}">
      <dsp:nvSpPr>
        <dsp:cNvPr id="0" name=""/>
        <dsp:cNvSpPr/>
      </dsp:nvSpPr>
      <dsp:spPr>
        <a:xfrm>
          <a:off x="0" y="604698"/>
          <a:ext cx="493712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розвиток торгівлі</a:t>
          </a:r>
          <a:endParaRPr lang="uk-UA" sz="2300" kern="1200"/>
        </a:p>
      </dsp:txBody>
      <dsp:txXfrm>
        <a:off x="26930" y="631628"/>
        <a:ext cx="4883265" cy="497795"/>
      </dsp:txXfrm>
    </dsp:sp>
    <dsp:sp modelId="{36634633-E8BC-4392-BEFC-379E4D99D200}">
      <dsp:nvSpPr>
        <dsp:cNvPr id="0" name=""/>
        <dsp:cNvSpPr/>
      </dsp:nvSpPr>
      <dsp:spPr>
        <a:xfrm>
          <a:off x="0" y="1222593"/>
          <a:ext cx="493712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запровадження християнства</a:t>
          </a:r>
          <a:endParaRPr lang="uk-UA" sz="2300" kern="1200"/>
        </a:p>
      </dsp:txBody>
      <dsp:txXfrm>
        <a:off x="26930" y="1249523"/>
        <a:ext cx="4883265" cy="497795"/>
      </dsp:txXfrm>
    </dsp:sp>
    <dsp:sp modelId="{D8FA170D-2902-44B3-97F7-251E35B5CED1}">
      <dsp:nvSpPr>
        <dsp:cNvPr id="0" name=""/>
        <dsp:cNvSpPr/>
      </dsp:nvSpPr>
      <dsp:spPr>
        <a:xfrm>
          <a:off x="0" y="1840488"/>
          <a:ext cx="493712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створення писаних законів</a:t>
          </a:r>
          <a:endParaRPr lang="uk-UA" sz="2300" kern="1200"/>
        </a:p>
      </dsp:txBody>
      <dsp:txXfrm>
        <a:off x="26930" y="1867418"/>
        <a:ext cx="4883265" cy="497795"/>
      </dsp:txXfrm>
    </dsp:sp>
    <dsp:sp modelId="{7244D2EB-5F63-4001-A319-BAAE9F4428E0}">
      <dsp:nvSpPr>
        <dsp:cNvPr id="0" name=""/>
        <dsp:cNvSpPr/>
      </dsp:nvSpPr>
      <dsp:spPr>
        <a:xfrm>
          <a:off x="0" y="2458384"/>
          <a:ext cx="4937125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розширення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кордонів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держави</a:t>
          </a:r>
          <a:endParaRPr lang="uk-UA" sz="2300" kern="1200" dirty="0"/>
        </a:p>
      </dsp:txBody>
      <dsp:txXfrm>
        <a:off x="26930" y="2485314"/>
        <a:ext cx="4883265" cy="497795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439B5-41AD-4C93-A73B-EB5B73844FEA}">
      <dsp:nvSpPr>
        <dsp:cNvPr id="0" name=""/>
        <dsp:cNvSpPr/>
      </dsp:nvSpPr>
      <dsp:spPr>
        <a:xfrm rot="10800000">
          <a:off x="1011501" y="593"/>
          <a:ext cx="3283188" cy="7381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49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«</a:t>
          </a:r>
          <a:r>
            <a:rPr lang="ru-RU" sz="2000" b="0" i="0" kern="1200" dirty="0" err="1"/>
            <a:t>Повчання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дітям</a:t>
          </a:r>
          <a:r>
            <a:rPr lang="ru-RU" sz="2000" b="0" i="0" kern="1200" dirty="0"/>
            <a:t>»</a:t>
          </a:r>
          <a:endParaRPr lang="uk-UA" sz="2000" kern="1200" dirty="0"/>
        </a:p>
      </dsp:txBody>
      <dsp:txXfrm rot="10800000">
        <a:off x="1196034" y="593"/>
        <a:ext cx="3098655" cy="738133"/>
      </dsp:txXfrm>
    </dsp:sp>
    <dsp:sp modelId="{E4DD1E4C-5ABB-4C48-8731-D548D42D6C42}">
      <dsp:nvSpPr>
        <dsp:cNvPr id="0" name=""/>
        <dsp:cNvSpPr/>
      </dsp:nvSpPr>
      <dsp:spPr>
        <a:xfrm>
          <a:off x="642434" y="593"/>
          <a:ext cx="738133" cy="7381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34A6B-2B1A-4C12-967F-B55DE7B3E627}">
      <dsp:nvSpPr>
        <dsp:cNvPr id="0" name=""/>
        <dsp:cNvSpPr/>
      </dsp:nvSpPr>
      <dsp:spPr>
        <a:xfrm rot="10800000">
          <a:off x="1011501" y="959065"/>
          <a:ext cx="3283188" cy="7381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49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«Слово про закон і благодать»</a:t>
          </a:r>
          <a:endParaRPr lang="uk-UA" sz="2000" kern="1200" dirty="0"/>
        </a:p>
      </dsp:txBody>
      <dsp:txXfrm rot="10800000">
        <a:off x="1196034" y="959065"/>
        <a:ext cx="3098655" cy="738133"/>
      </dsp:txXfrm>
    </dsp:sp>
    <dsp:sp modelId="{7DBCF9D5-E0DE-4AF0-B918-1A2B13FBEB76}">
      <dsp:nvSpPr>
        <dsp:cNvPr id="0" name=""/>
        <dsp:cNvSpPr/>
      </dsp:nvSpPr>
      <dsp:spPr>
        <a:xfrm>
          <a:off x="642434" y="959065"/>
          <a:ext cx="738133" cy="7381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93E2B-3045-402B-9FE4-624EF8188BE8}">
      <dsp:nvSpPr>
        <dsp:cNvPr id="0" name=""/>
        <dsp:cNvSpPr/>
      </dsp:nvSpPr>
      <dsp:spPr>
        <a:xfrm rot="10800000">
          <a:off x="1011501" y="1917538"/>
          <a:ext cx="3283188" cy="7381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49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«Повість минулих літ»</a:t>
          </a:r>
          <a:endParaRPr lang="uk-UA" sz="2000" kern="1200"/>
        </a:p>
      </dsp:txBody>
      <dsp:txXfrm rot="10800000">
        <a:off x="1196034" y="1917538"/>
        <a:ext cx="3098655" cy="738133"/>
      </dsp:txXfrm>
    </dsp:sp>
    <dsp:sp modelId="{068400DA-C63D-4B5A-8A64-205F12812014}">
      <dsp:nvSpPr>
        <dsp:cNvPr id="0" name=""/>
        <dsp:cNvSpPr/>
      </dsp:nvSpPr>
      <dsp:spPr>
        <a:xfrm>
          <a:off x="642434" y="1917538"/>
          <a:ext cx="738133" cy="7381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13A65-4A47-488F-9970-2D8AD4ED9D94}">
      <dsp:nvSpPr>
        <dsp:cNvPr id="0" name=""/>
        <dsp:cNvSpPr/>
      </dsp:nvSpPr>
      <dsp:spPr>
        <a:xfrm rot="10800000">
          <a:off x="1011501" y="2876010"/>
          <a:ext cx="3283188" cy="7381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49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«</a:t>
          </a:r>
          <a:r>
            <a:rPr lang="ru-RU" sz="2000" b="0" i="0" kern="1200" dirty="0" err="1"/>
            <a:t>Руська</a:t>
          </a:r>
          <a:r>
            <a:rPr lang="ru-RU" sz="2000" b="0" i="0" kern="1200" dirty="0"/>
            <a:t> правда»</a:t>
          </a:r>
          <a:endParaRPr lang="uk-UA" sz="2000" kern="1200" dirty="0"/>
        </a:p>
      </dsp:txBody>
      <dsp:txXfrm rot="10800000">
        <a:off x="1196034" y="2876010"/>
        <a:ext cx="3098655" cy="738133"/>
      </dsp:txXfrm>
    </dsp:sp>
    <dsp:sp modelId="{4B4D660B-7939-40E5-AF08-E242331E93B9}">
      <dsp:nvSpPr>
        <dsp:cNvPr id="0" name=""/>
        <dsp:cNvSpPr/>
      </dsp:nvSpPr>
      <dsp:spPr>
        <a:xfrm>
          <a:off x="642434" y="2876010"/>
          <a:ext cx="738133" cy="7381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08062-6180-4F17-85C8-424EDB4D7896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93D78B-AD25-4DBC-9BB7-8A9E9680C83E}">
      <dsp:nvSpPr>
        <dsp:cNvPr id="0" name=""/>
        <dsp:cNvSpPr/>
      </dsp:nvSpPr>
      <dsp:spPr>
        <a:xfrm>
          <a:off x="343023" y="225848"/>
          <a:ext cx="4542835" cy="451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76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митрополит Іларіон</a:t>
          </a:r>
          <a:endParaRPr lang="uk-UA" sz="2300" kern="1200"/>
        </a:p>
      </dsp:txBody>
      <dsp:txXfrm>
        <a:off x="343023" y="225848"/>
        <a:ext cx="4542835" cy="451986"/>
      </dsp:txXfrm>
    </dsp:sp>
    <dsp:sp modelId="{E98F4ED0-9518-457E-A92F-AFF311054ADD}">
      <dsp:nvSpPr>
        <dsp:cNvPr id="0" name=""/>
        <dsp:cNvSpPr/>
      </dsp:nvSpPr>
      <dsp:spPr>
        <a:xfrm>
          <a:off x="60531" y="169350"/>
          <a:ext cx="564983" cy="5649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A15F0-FCF5-464D-9EBD-3157652FD59A}">
      <dsp:nvSpPr>
        <dsp:cNvPr id="0" name=""/>
        <dsp:cNvSpPr/>
      </dsp:nvSpPr>
      <dsp:spPr>
        <a:xfrm>
          <a:off x="666904" y="903612"/>
          <a:ext cx="4218954" cy="451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76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Володимир</a:t>
          </a:r>
          <a:r>
            <a:rPr lang="ru-RU" sz="2300" b="0" i="0" kern="1200" dirty="0"/>
            <a:t> Мономах</a:t>
          </a:r>
          <a:endParaRPr lang="uk-UA" sz="2300" kern="1200" dirty="0"/>
        </a:p>
      </dsp:txBody>
      <dsp:txXfrm>
        <a:off x="666904" y="903612"/>
        <a:ext cx="4218954" cy="451986"/>
      </dsp:txXfrm>
    </dsp:sp>
    <dsp:sp modelId="{7B2CAF4B-1483-43B4-87F3-B006D5595CC4}">
      <dsp:nvSpPr>
        <dsp:cNvPr id="0" name=""/>
        <dsp:cNvSpPr/>
      </dsp:nvSpPr>
      <dsp:spPr>
        <a:xfrm>
          <a:off x="384412" y="847113"/>
          <a:ext cx="564983" cy="5649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DC183-71DE-41C9-A577-8D0CE46205F2}">
      <dsp:nvSpPr>
        <dsp:cNvPr id="0" name=""/>
        <dsp:cNvSpPr/>
      </dsp:nvSpPr>
      <dsp:spPr>
        <a:xfrm>
          <a:off x="766309" y="1581375"/>
          <a:ext cx="4119549" cy="451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76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Ярослав Мудрий</a:t>
          </a:r>
          <a:endParaRPr lang="uk-UA" sz="2300" kern="1200"/>
        </a:p>
      </dsp:txBody>
      <dsp:txXfrm>
        <a:off x="766309" y="1581375"/>
        <a:ext cx="4119549" cy="451986"/>
      </dsp:txXfrm>
    </dsp:sp>
    <dsp:sp modelId="{57AC3888-2F4A-492A-BF2D-F01473F4479D}">
      <dsp:nvSpPr>
        <dsp:cNvPr id="0" name=""/>
        <dsp:cNvSpPr/>
      </dsp:nvSpPr>
      <dsp:spPr>
        <a:xfrm>
          <a:off x="483817" y="1524877"/>
          <a:ext cx="564983" cy="5649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7F34A-6943-4501-8107-CFB7F9B871EA}">
      <dsp:nvSpPr>
        <dsp:cNvPr id="0" name=""/>
        <dsp:cNvSpPr/>
      </dsp:nvSpPr>
      <dsp:spPr>
        <a:xfrm>
          <a:off x="666904" y="2259138"/>
          <a:ext cx="4218954" cy="451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76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чернець Нестор</a:t>
          </a:r>
          <a:endParaRPr lang="uk-UA" sz="2300" kern="1200"/>
        </a:p>
      </dsp:txBody>
      <dsp:txXfrm>
        <a:off x="666904" y="2259138"/>
        <a:ext cx="4218954" cy="451986"/>
      </dsp:txXfrm>
    </dsp:sp>
    <dsp:sp modelId="{458D1BD6-54F9-4FCC-BADD-B47EEC7E6C3D}">
      <dsp:nvSpPr>
        <dsp:cNvPr id="0" name=""/>
        <dsp:cNvSpPr/>
      </dsp:nvSpPr>
      <dsp:spPr>
        <a:xfrm>
          <a:off x="384412" y="2202640"/>
          <a:ext cx="564983" cy="5649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75C72-0603-4837-B8FF-B43CE259E617}">
      <dsp:nvSpPr>
        <dsp:cNvPr id="0" name=""/>
        <dsp:cNvSpPr/>
      </dsp:nvSpPr>
      <dsp:spPr>
        <a:xfrm>
          <a:off x="343023" y="2936902"/>
          <a:ext cx="4542835" cy="451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76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Володимир</a:t>
          </a:r>
          <a:r>
            <a:rPr lang="ru-RU" sz="2300" b="0" i="0" kern="1200" dirty="0"/>
            <a:t> Великий</a:t>
          </a:r>
          <a:endParaRPr lang="uk-UA" sz="2300" kern="1200" dirty="0"/>
        </a:p>
      </dsp:txBody>
      <dsp:txXfrm>
        <a:off x="343023" y="2936902"/>
        <a:ext cx="4542835" cy="451986"/>
      </dsp:txXfrm>
    </dsp:sp>
    <dsp:sp modelId="{5E1F0180-F9F8-4762-BEA8-FC2AD8881E6F}">
      <dsp:nvSpPr>
        <dsp:cNvPr id="0" name=""/>
        <dsp:cNvSpPr/>
      </dsp:nvSpPr>
      <dsp:spPr>
        <a:xfrm>
          <a:off x="60531" y="2880403"/>
          <a:ext cx="564983" cy="5649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986D6-B79F-413F-B4FD-6FA65695FB61}">
      <dsp:nvSpPr>
        <dsp:cNvPr id="0" name=""/>
        <dsp:cNvSpPr/>
      </dsp:nvSpPr>
      <dsp:spPr>
        <a:xfrm>
          <a:off x="0" y="48192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«Ізборник Святослава»</a:t>
          </a:r>
          <a:endParaRPr lang="uk-UA" sz="2100" kern="1200"/>
        </a:p>
      </dsp:txBody>
      <dsp:txXfrm>
        <a:off x="40724" y="88916"/>
        <a:ext cx="4855677" cy="752780"/>
      </dsp:txXfrm>
    </dsp:sp>
    <dsp:sp modelId="{E4AC1375-1DEB-4553-A834-DAFB18C72573}">
      <dsp:nvSpPr>
        <dsp:cNvPr id="0" name=""/>
        <dsp:cNvSpPr/>
      </dsp:nvSpPr>
      <dsp:spPr>
        <a:xfrm>
          <a:off x="0" y="942900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«Остромирове </a:t>
          </a:r>
          <a:r>
            <a:rPr lang="ru-RU" sz="2100" b="0" i="0" kern="1200" dirty="0" err="1"/>
            <a:t>Євангеліє</a:t>
          </a:r>
          <a:r>
            <a:rPr lang="ru-RU" sz="2100" b="0" i="0" kern="1200" dirty="0"/>
            <a:t>»</a:t>
          </a:r>
          <a:endParaRPr lang="uk-UA" sz="2100" kern="1200" dirty="0"/>
        </a:p>
      </dsp:txBody>
      <dsp:txXfrm>
        <a:off x="40724" y="983624"/>
        <a:ext cx="4855677" cy="752780"/>
      </dsp:txXfrm>
    </dsp:sp>
    <dsp:sp modelId="{525BAED1-C776-4F5B-BBE6-F723494E2C7D}">
      <dsp:nvSpPr>
        <dsp:cNvPr id="0" name=""/>
        <dsp:cNvSpPr/>
      </dsp:nvSpPr>
      <dsp:spPr>
        <a:xfrm>
          <a:off x="0" y="1837608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«Слово о полку </a:t>
          </a:r>
          <a:r>
            <a:rPr lang="ru-RU" sz="2100" b="0" i="0" kern="1200" dirty="0" err="1"/>
            <a:t>Ігоревім</a:t>
          </a:r>
          <a:r>
            <a:rPr lang="ru-RU" sz="2100" b="0" i="0" kern="1200" dirty="0"/>
            <a:t>»</a:t>
          </a:r>
          <a:endParaRPr lang="uk-UA" sz="2100" kern="1200" dirty="0"/>
        </a:p>
      </dsp:txBody>
      <dsp:txXfrm>
        <a:off x="40724" y="1878332"/>
        <a:ext cx="4855677" cy="752780"/>
      </dsp:txXfrm>
    </dsp:sp>
    <dsp:sp modelId="{D8F0FD75-51B2-4703-941F-E5DA38EED367}">
      <dsp:nvSpPr>
        <dsp:cNvPr id="0" name=""/>
        <dsp:cNvSpPr/>
      </dsp:nvSpPr>
      <dsp:spPr>
        <a:xfrm>
          <a:off x="0" y="2732317"/>
          <a:ext cx="49371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«</a:t>
          </a:r>
          <a:r>
            <a:rPr lang="ru-RU" sz="2100" b="0" i="0" kern="1200" dirty="0" err="1"/>
            <a:t>Повість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минулих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літ</a:t>
          </a:r>
          <a:r>
            <a:rPr lang="ru-RU" sz="2100" b="0" i="0" kern="1200" dirty="0"/>
            <a:t>» (перша </a:t>
          </a:r>
          <a:r>
            <a:rPr lang="ru-RU" sz="2100" b="0" i="0" kern="1200" dirty="0" err="1"/>
            <a:t>редакція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ченця</a:t>
          </a:r>
          <a:r>
            <a:rPr lang="ru-RU" sz="2100" b="0" i="0" kern="1200" dirty="0"/>
            <a:t> Нестора)</a:t>
          </a:r>
          <a:endParaRPr lang="uk-UA" sz="2100" kern="1200" dirty="0"/>
        </a:p>
      </dsp:txBody>
      <dsp:txXfrm>
        <a:off x="40724" y="2773041"/>
        <a:ext cx="4855677" cy="75278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77E59-DEB5-4F43-98EC-512222E93E9F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0B063-EE62-4CEC-89F0-48FB558ADFA8}">
      <dsp:nvSpPr>
        <dsp:cNvPr id="0" name=""/>
        <dsp:cNvSpPr/>
      </dsp:nvSpPr>
      <dsp:spPr>
        <a:xfrm>
          <a:off x="410257" y="277901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1037 р.</a:t>
          </a:r>
          <a:endParaRPr lang="uk-UA" sz="2900" kern="1200" dirty="0"/>
        </a:p>
      </dsp:txBody>
      <dsp:txXfrm>
        <a:off x="410257" y="277901"/>
        <a:ext cx="4478776" cy="556091"/>
      </dsp:txXfrm>
    </dsp:sp>
    <dsp:sp modelId="{9D9C43A7-A67A-443E-96CB-89221A9853F0}">
      <dsp:nvSpPr>
        <dsp:cNvPr id="0" name=""/>
        <dsp:cNvSpPr/>
      </dsp:nvSpPr>
      <dsp:spPr>
        <a:xfrm>
          <a:off x="62700" y="208389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E6446-B77A-4042-89D1-DAC7A2AEB3E8}">
      <dsp:nvSpPr>
        <dsp:cNvPr id="0" name=""/>
        <dsp:cNvSpPr/>
      </dsp:nvSpPr>
      <dsp:spPr>
        <a:xfrm>
          <a:off x="729077" y="1112182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1056–1057 рр.</a:t>
          </a:r>
          <a:endParaRPr lang="uk-UA" sz="2900" kern="1200"/>
        </a:p>
      </dsp:txBody>
      <dsp:txXfrm>
        <a:off x="729077" y="1112182"/>
        <a:ext cx="4159956" cy="556091"/>
      </dsp:txXfrm>
    </dsp:sp>
    <dsp:sp modelId="{89763FB4-6D86-42DA-9C80-E738139A627D}">
      <dsp:nvSpPr>
        <dsp:cNvPr id="0" name=""/>
        <dsp:cNvSpPr/>
      </dsp:nvSpPr>
      <dsp:spPr>
        <a:xfrm>
          <a:off x="381520" y="1042671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6B612-F842-42A0-BD61-02704D828C44}">
      <dsp:nvSpPr>
        <dsp:cNvPr id="0" name=""/>
        <dsp:cNvSpPr/>
      </dsp:nvSpPr>
      <dsp:spPr>
        <a:xfrm>
          <a:off x="729077" y="1946464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1113 р.</a:t>
          </a:r>
          <a:endParaRPr lang="uk-UA" sz="2900" kern="1200" dirty="0"/>
        </a:p>
      </dsp:txBody>
      <dsp:txXfrm>
        <a:off x="729077" y="1946464"/>
        <a:ext cx="4159956" cy="556091"/>
      </dsp:txXfrm>
    </dsp:sp>
    <dsp:sp modelId="{5D545BFB-0825-4D07-9B3B-AC544B03E4D9}">
      <dsp:nvSpPr>
        <dsp:cNvPr id="0" name=""/>
        <dsp:cNvSpPr/>
      </dsp:nvSpPr>
      <dsp:spPr>
        <a:xfrm>
          <a:off x="381520" y="1876952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91343-E5BD-4C1D-9067-C115093741C0}">
      <dsp:nvSpPr>
        <dsp:cNvPr id="0" name=""/>
        <dsp:cNvSpPr/>
      </dsp:nvSpPr>
      <dsp:spPr>
        <a:xfrm>
          <a:off x="410257" y="2780745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1187 р.</a:t>
          </a:r>
          <a:endParaRPr lang="uk-UA" sz="2900" kern="1200" dirty="0"/>
        </a:p>
      </dsp:txBody>
      <dsp:txXfrm>
        <a:off x="410257" y="2780745"/>
        <a:ext cx="4478776" cy="556091"/>
      </dsp:txXfrm>
    </dsp:sp>
    <dsp:sp modelId="{E4475786-9584-4211-ADA3-5FDB7FFB3831}">
      <dsp:nvSpPr>
        <dsp:cNvPr id="0" name=""/>
        <dsp:cNvSpPr/>
      </dsp:nvSpPr>
      <dsp:spPr>
        <a:xfrm>
          <a:off x="62700" y="2711234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E88D3-5B9E-47CB-9011-9F0099BC09A8}">
      <dsp:nvSpPr>
        <dsp:cNvPr id="0" name=""/>
        <dsp:cNvSpPr/>
      </dsp:nvSpPr>
      <dsp:spPr>
        <a:xfrm>
          <a:off x="0" y="18799"/>
          <a:ext cx="493395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Нестором першої редакції «Повісті минулих літ»</a:t>
          </a:r>
          <a:endParaRPr lang="uk-UA" sz="1700" kern="1200"/>
        </a:p>
      </dsp:txBody>
      <dsp:txXfrm>
        <a:off x="33012" y="51811"/>
        <a:ext cx="4867926" cy="610236"/>
      </dsp:txXfrm>
    </dsp:sp>
    <dsp:sp modelId="{BB7677C7-2449-466F-BE4C-2183EB176D85}">
      <dsp:nvSpPr>
        <dsp:cNvPr id="0" name=""/>
        <dsp:cNvSpPr/>
      </dsp:nvSpPr>
      <dsp:spPr>
        <a:xfrm>
          <a:off x="0" y="744019"/>
          <a:ext cx="493395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спорудження Софійського собору в Києві</a:t>
          </a:r>
          <a:endParaRPr lang="uk-UA" sz="1700" kern="1200" dirty="0"/>
        </a:p>
      </dsp:txBody>
      <dsp:txXfrm>
        <a:off x="33012" y="777031"/>
        <a:ext cx="4867926" cy="610236"/>
      </dsp:txXfrm>
    </dsp:sp>
    <dsp:sp modelId="{EAABE215-FEA3-4681-A992-1247FB1FFE0E}">
      <dsp:nvSpPr>
        <dsp:cNvPr id="0" name=""/>
        <dsp:cNvSpPr/>
      </dsp:nvSpPr>
      <dsp:spPr>
        <a:xfrm>
          <a:off x="0" y="1469239"/>
          <a:ext cx="493395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створення Остромирового Євангелія</a:t>
          </a:r>
          <a:endParaRPr lang="uk-UA" sz="1700" kern="1200"/>
        </a:p>
      </dsp:txBody>
      <dsp:txXfrm>
        <a:off x="33012" y="1502251"/>
        <a:ext cx="4867926" cy="610236"/>
      </dsp:txXfrm>
    </dsp:sp>
    <dsp:sp modelId="{E3BE29B7-CF56-415E-A08E-69547EBB5422}">
      <dsp:nvSpPr>
        <dsp:cNvPr id="0" name=""/>
        <dsp:cNvSpPr/>
      </dsp:nvSpPr>
      <dsp:spPr>
        <a:xfrm>
          <a:off x="0" y="2194459"/>
          <a:ext cx="493395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будівництво Десятинної церкви в Києві</a:t>
          </a:r>
          <a:endParaRPr lang="uk-UA" sz="1700" kern="1200"/>
        </a:p>
      </dsp:txBody>
      <dsp:txXfrm>
        <a:off x="33012" y="2227471"/>
        <a:ext cx="4867926" cy="610236"/>
      </dsp:txXfrm>
    </dsp:sp>
    <dsp:sp modelId="{5C5DEB8F-8D34-4BE5-A9C3-375A37424CCC}">
      <dsp:nvSpPr>
        <dsp:cNvPr id="0" name=""/>
        <dsp:cNvSpPr/>
      </dsp:nvSpPr>
      <dsp:spPr>
        <a:xfrm>
          <a:off x="0" y="2919679"/>
          <a:ext cx="493395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створення «Слова о полку Ігоревім»</a:t>
          </a:r>
          <a:endParaRPr lang="uk-UA" sz="1700" kern="1200" dirty="0"/>
        </a:p>
      </dsp:txBody>
      <dsp:txXfrm>
        <a:off x="33012" y="2952691"/>
        <a:ext cx="4867926" cy="610236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D9C78-3A64-4340-AD03-228726A1075D}">
      <dsp:nvSpPr>
        <dsp:cNvPr id="0" name=""/>
        <dsp:cNvSpPr/>
      </dsp:nvSpPr>
      <dsp:spPr>
        <a:xfrm>
          <a:off x="0" y="4588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започаткуванням жанру полемічної літератури.</a:t>
          </a:r>
          <a:endParaRPr lang="uk-UA" sz="2100" kern="1200"/>
        </a:p>
      </dsp:txBody>
      <dsp:txXfrm>
        <a:off x="40780" y="86668"/>
        <a:ext cx="4855565" cy="753819"/>
      </dsp:txXfrm>
    </dsp:sp>
    <dsp:sp modelId="{AB1AB865-4CA1-4668-9E52-E57144E94B76}">
      <dsp:nvSpPr>
        <dsp:cNvPr id="0" name=""/>
        <dsp:cNvSpPr/>
      </dsp:nvSpPr>
      <dsp:spPr>
        <a:xfrm>
          <a:off x="0" y="94174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організацією звитяжних воєнних походів козаків.</a:t>
          </a:r>
          <a:endParaRPr lang="uk-UA" sz="2100" kern="1200" dirty="0"/>
        </a:p>
      </dsp:txBody>
      <dsp:txXfrm>
        <a:off x="40780" y="982528"/>
        <a:ext cx="4855565" cy="753819"/>
      </dsp:txXfrm>
    </dsp:sp>
    <dsp:sp modelId="{90D6DEFD-662E-4CF1-BD18-C3780A4C48DE}">
      <dsp:nvSpPr>
        <dsp:cNvPr id="0" name=""/>
        <dsp:cNvSpPr/>
      </dsp:nvSpPr>
      <dsp:spPr>
        <a:xfrm>
          <a:off x="0" y="183760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науковою діяльністю в європейських університетах.</a:t>
          </a:r>
          <a:endParaRPr lang="uk-UA" sz="2100" kern="1200"/>
        </a:p>
      </dsp:txBody>
      <dsp:txXfrm>
        <a:off x="40780" y="1878388"/>
        <a:ext cx="4855565" cy="753819"/>
      </dsp:txXfrm>
    </dsp:sp>
    <dsp:sp modelId="{90D53C7F-E34B-492B-884D-856147AA2DA2}">
      <dsp:nvSpPr>
        <dsp:cNvPr id="0" name=""/>
        <dsp:cNvSpPr/>
      </dsp:nvSpPr>
      <dsp:spPr>
        <a:xfrm>
          <a:off x="0" y="273346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ініціюванням укладення Люблінської унії.</a:t>
          </a:r>
          <a:endParaRPr lang="uk-UA" sz="2100" kern="1200" dirty="0"/>
        </a:p>
      </dsp:txBody>
      <dsp:txXfrm>
        <a:off x="40780" y="2774248"/>
        <a:ext cx="4855565" cy="75381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2BE4D-5F44-4844-8202-C5070C852082}">
      <dsp:nvSpPr>
        <dsp:cNvPr id="0" name=""/>
        <dsp:cNvSpPr/>
      </dsp:nvSpPr>
      <dsp:spPr>
        <a:xfrm>
          <a:off x="1879071" y="920312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236A6D4-CC32-47E8-8059-C1EABB09CF14}">
      <dsp:nvSpPr>
        <dsp:cNvPr id="0" name=""/>
        <dsp:cNvSpPr/>
      </dsp:nvSpPr>
      <dsp:spPr>
        <a:xfrm>
          <a:off x="1793103" y="0"/>
          <a:ext cx="1350917" cy="72294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християнства</a:t>
          </a:r>
          <a:endParaRPr lang="uk-UA" sz="1300" kern="1200"/>
        </a:p>
      </dsp:txBody>
      <dsp:txXfrm>
        <a:off x="1793103" y="0"/>
        <a:ext cx="1350917" cy="722947"/>
      </dsp:txXfrm>
    </dsp:sp>
    <dsp:sp modelId="{0E4CF44A-EDB0-41C1-81F6-34F8A9B85CCF}">
      <dsp:nvSpPr>
        <dsp:cNvPr id="0" name=""/>
        <dsp:cNvSpPr/>
      </dsp:nvSpPr>
      <dsp:spPr>
        <a:xfrm>
          <a:off x="2224906" y="1086590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D0967C-CF9F-428D-AA1E-895FFB742671}">
      <dsp:nvSpPr>
        <dsp:cNvPr id="0" name=""/>
        <dsp:cNvSpPr/>
      </dsp:nvSpPr>
      <dsp:spPr>
        <a:xfrm>
          <a:off x="3549296" y="686800"/>
          <a:ext cx="1277231" cy="7952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іудаїзму</a:t>
          </a:r>
          <a:endParaRPr lang="uk-UA" sz="1300" kern="1200"/>
        </a:p>
      </dsp:txBody>
      <dsp:txXfrm>
        <a:off x="3549296" y="686800"/>
        <a:ext cx="1277231" cy="795242"/>
      </dsp:txXfrm>
    </dsp:sp>
    <dsp:sp modelId="{4F7821BD-B99D-4051-9E80-6553143F4C97}">
      <dsp:nvSpPr>
        <dsp:cNvPr id="0" name=""/>
        <dsp:cNvSpPr/>
      </dsp:nvSpPr>
      <dsp:spPr>
        <a:xfrm>
          <a:off x="2309891" y="1460715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F7D6C42-A79E-4E67-A12F-29947BD78FCD}">
      <dsp:nvSpPr>
        <dsp:cNvPr id="0" name=""/>
        <dsp:cNvSpPr/>
      </dsp:nvSpPr>
      <dsp:spPr>
        <a:xfrm>
          <a:off x="3672107" y="1698926"/>
          <a:ext cx="1252669" cy="8494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ісламу</a:t>
          </a:r>
          <a:endParaRPr lang="uk-UA" sz="1300" kern="1200"/>
        </a:p>
      </dsp:txBody>
      <dsp:txXfrm>
        <a:off x="3672107" y="1698926"/>
        <a:ext cx="1252669" cy="849463"/>
      </dsp:txXfrm>
    </dsp:sp>
    <dsp:sp modelId="{0308A6EA-7048-4336-BAEF-DD6B322AB834}">
      <dsp:nvSpPr>
        <dsp:cNvPr id="0" name=""/>
        <dsp:cNvSpPr/>
      </dsp:nvSpPr>
      <dsp:spPr>
        <a:xfrm>
          <a:off x="2070655" y="1760738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462B9E-5E50-45F8-81F1-5EB16ADBD035}">
      <dsp:nvSpPr>
        <dsp:cNvPr id="0" name=""/>
        <dsp:cNvSpPr/>
      </dsp:nvSpPr>
      <dsp:spPr>
        <a:xfrm>
          <a:off x="3131740" y="2837569"/>
          <a:ext cx="1350917" cy="77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буддизму</a:t>
          </a:r>
          <a:endParaRPr lang="uk-UA" sz="1300" kern="1200" dirty="0"/>
        </a:p>
      </dsp:txBody>
      <dsp:txXfrm>
        <a:off x="3131740" y="2837569"/>
        <a:ext cx="1350917" cy="777168"/>
      </dsp:txXfrm>
    </dsp:sp>
    <dsp:sp modelId="{0F87CB56-EC27-4807-9105-88B78969C06A}">
      <dsp:nvSpPr>
        <dsp:cNvPr id="0" name=""/>
        <dsp:cNvSpPr/>
      </dsp:nvSpPr>
      <dsp:spPr>
        <a:xfrm>
          <a:off x="1687486" y="1760738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9552023-E5BE-49D8-A128-01F80213B730}">
      <dsp:nvSpPr>
        <dsp:cNvPr id="0" name=""/>
        <dsp:cNvSpPr/>
      </dsp:nvSpPr>
      <dsp:spPr>
        <a:xfrm>
          <a:off x="454466" y="2837569"/>
          <a:ext cx="1350917" cy="77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індуїзму</a:t>
          </a:r>
          <a:endParaRPr lang="uk-UA" sz="1300" kern="1200"/>
        </a:p>
      </dsp:txBody>
      <dsp:txXfrm>
        <a:off x="454466" y="2837569"/>
        <a:ext cx="1350917" cy="777168"/>
      </dsp:txXfrm>
    </dsp:sp>
    <dsp:sp modelId="{15688FFA-C14A-475C-81E2-47744B741EA8}">
      <dsp:nvSpPr>
        <dsp:cNvPr id="0" name=""/>
        <dsp:cNvSpPr/>
      </dsp:nvSpPr>
      <dsp:spPr>
        <a:xfrm>
          <a:off x="1448251" y="1460715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FF6C3A3-1D77-4053-9D4D-B91A3ABC0F88}">
      <dsp:nvSpPr>
        <dsp:cNvPr id="0" name=""/>
        <dsp:cNvSpPr/>
      </dsp:nvSpPr>
      <dsp:spPr>
        <a:xfrm>
          <a:off x="12348" y="1698926"/>
          <a:ext cx="1252669" cy="8494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даосизму</a:t>
          </a:r>
          <a:endParaRPr lang="uk-UA" sz="1300" kern="1200"/>
        </a:p>
      </dsp:txBody>
      <dsp:txXfrm>
        <a:off x="12348" y="1698926"/>
        <a:ext cx="1252669" cy="849463"/>
      </dsp:txXfrm>
    </dsp:sp>
    <dsp:sp modelId="{77A62F5D-7BF6-42E0-8342-C69FE313E0A0}">
      <dsp:nvSpPr>
        <dsp:cNvPr id="0" name=""/>
        <dsp:cNvSpPr/>
      </dsp:nvSpPr>
      <dsp:spPr>
        <a:xfrm>
          <a:off x="1533236" y="1086590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347717A-8C59-4453-AAA7-F2A4278C4726}">
      <dsp:nvSpPr>
        <dsp:cNvPr id="0" name=""/>
        <dsp:cNvSpPr/>
      </dsp:nvSpPr>
      <dsp:spPr>
        <a:xfrm>
          <a:off x="110596" y="686800"/>
          <a:ext cx="1277231" cy="7952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конфуціанства</a:t>
          </a:r>
          <a:endParaRPr lang="uk-UA" sz="1300" kern="1200" dirty="0"/>
        </a:p>
      </dsp:txBody>
      <dsp:txXfrm>
        <a:off x="110596" y="686800"/>
        <a:ext cx="1277231" cy="795242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CB433-C911-4ACF-AE38-9F7A417C1790}">
      <dsp:nvSpPr>
        <dsp:cNvPr id="0" name=""/>
        <dsp:cNvSpPr/>
      </dsp:nvSpPr>
      <dsp:spPr>
        <a:xfrm>
          <a:off x="0" y="290958"/>
          <a:ext cx="493395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Святослава Ігоревича</a:t>
          </a:r>
          <a:endParaRPr lang="uk-UA" sz="2900" kern="1200"/>
        </a:p>
      </dsp:txBody>
      <dsp:txXfrm>
        <a:off x="33955" y="324913"/>
        <a:ext cx="4866040" cy="627655"/>
      </dsp:txXfrm>
    </dsp:sp>
    <dsp:sp modelId="{8A8E5730-5D0C-41A5-A3EB-2581B1D8DFB9}">
      <dsp:nvSpPr>
        <dsp:cNvPr id="0" name=""/>
        <dsp:cNvSpPr/>
      </dsp:nvSpPr>
      <dsp:spPr>
        <a:xfrm>
          <a:off x="0" y="1070043"/>
          <a:ext cx="493395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Володимира</a:t>
          </a:r>
          <a:r>
            <a:rPr lang="ru-RU" sz="2900" b="0" i="0" kern="1200" dirty="0"/>
            <a:t> Великого</a:t>
          </a:r>
          <a:endParaRPr lang="uk-UA" sz="2900" kern="1200" dirty="0"/>
        </a:p>
      </dsp:txBody>
      <dsp:txXfrm>
        <a:off x="33955" y="1103998"/>
        <a:ext cx="4866040" cy="627655"/>
      </dsp:txXfrm>
    </dsp:sp>
    <dsp:sp modelId="{C8C68AE7-43B1-4A7E-A206-DCD391849607}">
      <dsp:nvSpPr>
        <dsp:cNvPr id="0" name=""/>
        <dsp:cNvSpPr/>
      </dsp:nvSpPr>
      <dsp:spPr>
        <a:xfrm>
          <a:off x="0" y="1849128"/>
          <a:ext cx="493395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Ярослава Мудрого</a:t>
          </a:r>
          <a:endParaRPr lang="uk-UA" sz="2900" kern="1200"/>
        </a:p>
      </dsp:txBody>
      <dsp:txXfrm>
        <a:off x="33955" y="1883083"/>
        <a:ext cx="4866040" cy="627655"/>
      </dsp:txXfrm>
    </dsp:sp>
    <dsp:sp modelId="{93535F48-1DA5-4FA3-8703-1486CF03F893}">
      <dsp:nvSpPr>
        <dsp:cNvPr id="0" name=""/>
        <dsp:cNvSpPr/>
      </dsp:nvSpPr>
      <dsp:spPr>
        <a:xfrm>
          <a:off x="0" y="2628214"/>
          <a:ext cx="493395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Володимира</a:t>
          </a:r>
          <a:r>
            <a:rPr lang="ru-RU" sz="2900" b="0" i="0" kern="1200" dirty="0"/>
            <a:t> Мономаха</a:t>
          </a:r>
          <a:endParaRPr lang="uk-UA" sz="2900" kern="1200" dirty="0"/>
        </a:p>
      </dsp:txBody>
      <dsp:txXfrm>
        <a:off x="33955" y="2662169"/>
        <a:ext cx="4866040" cy="627655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B5F64-DA87-4D7E-BF4B-525F22000BB7}">
      <dsp:nvSpPr>
        <dsp:cNvPr id="0" name=""/>
        <dsp:cNvSpPr/>
      </dsp:nvSpPr>
      <dsp:spPr>
        <a:xfrm>
          <a:off x="0" y="4588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будівництва Софійського собору</a:t>
          </a:r>
          <a:endParaRPr lang="uk-UA" sz="2100" kern="1200"/>
        </a:p>
      </dsp:txBody>
      <dsp:txXfrm>
        <a:off x="40780" y="86668"/>
        <a:ext cx="4855565" cy="753819"/>
      </dsp:txXfrm>
    </dsp:sp>
    <dsp:sp modelId="{368835D4-98C5-4255-B757-F0C8C94D7C9F}">
      <dsp:nvSpPr>
        <dsp:cNvPr id="0" name=""/>
        <dsp:cNvSpPr/>
      </dsp:nvSpPr>
      <dsp:spPr>
        <a:xfrm>
          <a:off x="0" y="94174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початок будівництва Десятинної церкви</a:t>
          </a:r>
          <a:endParaRPr lang="uk-UA" sz="2100" kern="1200" dirty="0"/>
        </a:p>
      </dsp:txBody>
      <dsp:txXfrm>
        <a:off x="40780" y="982528"/>
        <a:ext cx="4855565" cy="753819"/>
      </dsp:txXfrm>
    </dsp:sp>
    <dsp:sp modelId="{8CC73940-3EBD-4626-B2AD-55D89653DF62}">
      <dsp:nvSpPr>
        <dsp:cNvPr id="0" name=""/>
        <dsp:cNvSpPr/>
      </dsp:nvSpPr>
      <dsp:spPr>
        <a:xfrm>
          <a:off x="0" y="183760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пантеону язичницьких богів</a:t>
          </a:r>
          <a:endParaRPr lang="uk-UA" sz="2100" kern="1200"/>
        </a:p>
      </dsp:txBody>
      <dsp:txXfrm>
        <a:off x="40780" y="1878388"/>
        <a:ext cx="4855565" cy="753819"/>
      </dsp:txXfrm>
    </dsp:sp>
    <dsp:sp modelId="{CABD7D6A-FDB1-4596-9B23-82F387985B25}">
      <dsp:nvSpPr>
        <dsp:cNvPr id="0" name=""/>
        <dsp:cNvSpPr/>
      </dsp:nvSpPr>
      <dsp:spPr>
        <a:xfrm>
          <a:off x="0" y="273346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призначення Іларіона митрополитом Київським</a:t>
          </a:r>
          <a:endParaRPr lang="uk-UA" sz="2100" kern="1200" dirty="0"/>
        </a:p>
      </dsp:txBody>
      <dsp:txXfrm>
        <a:off x="40780" y="2774248"/>
        <a:ext cx="4855565" cy="75381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99BEE-7A1C-447D-BCAA-07F7BF604D96}">
      <dsp:nvSpPr>
        <dsp:cNvPr id="0" name=""/>
        <dsp:cNvSpPr/>
      </dsp:nvSpPr>
      <dsp:spPr>
        <a:xfrm>
          <a:off x="0" y="78055"/>
          <a:ext cx="4644166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укладення «Руської правди»</a:t>
          </a:r>
          <a:endParaRPr lang="uk-UA" sz="2000" kern="1200"/>
        </a:p>
      </dsp:txBody>
      <dsp:txXfrm>
        <a:off x="38784" y="116839"/>
        <a:ext cx="4566598" cy="716935"/>
      </dsp:txXfrm>
    </dsp:sp>
    <dsp:sp modelId="{DD5B7D4A-57DE-4800-924E-E21F404292EE}">
      <dsp:nvSpPr>
        <dsp:cNvPr id="0" name=""/>
        <dsp:cNvSpPr/>
      </dsp:nvSpPr>
      <dsp:spPr>
        <a:xfrm>
          <a:off x="0" y="930158"/>
          <a:ext cx="4644166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будівництво Михайлівського Золотоверхого собору</a:t>
          </a:r>
          <a:endParaRPr lang="uk-UA" sz="2000" kern="1200" dirty="0"/>
        </a:p>
      </dsp:txBody>
      <dsp:txXfrm>
        <a:off x="38784" y="968942"/>
        <a:ext cx="4566598" cy="716935"/>
      </dsp:txXfrm>
    </dsp:sp>
    <dsp:sp modelId="{34D58FAA-B08C-4778-8508-F2AE9F07B769}">
      <dsp:nvSpPr>
        <dsp:cNvPr id="0" name=""/>
        <dsp:cNvSpPr/>
      </dsp:nvSpPr>
      <dsp:spPr>
        <a:xfrm>
          <a:off x="0" y="1782261"/>
          <a:ext cx="4644166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християнства як державної релігії</a:t>
          </a:r>
          <a:endParaRPr lang="uk-UA" sz="2000" kern="1200" dirty="0"/>
        </a:p>
      </dsp:txBody>
      <dsp:txXfrm>
        <a:off x="38784" y="1821045"/>
        <a:ext cx="4566598" cy="716935"/>
      </dsp:txXfrm>
    </dsp:sp>
    <dsp:sp modelId="{D86B956C-25F1-401E-A551-E9F3D72EE62B}">
      <dsp:nvSpPr>
        <dsp:cNvPr id="0" name=""/>
        <dsp:cNvSpPr/>
      </dsp:nvSpPr>
      <dsp:spPr>
        <a:xfrm>
          <a:off x="0" y="2634364"/>
          <a:ext cx="4644166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обрання Іларіона митрополитом Київським</a:t>
          </a:r>
          <a:endParaRPr lang="uk-UA" sz="2000" kern="1200" dirty="0"/>
        </a:p>
      </dsp:txBody>
      <dsp:txXfrm>
        <a:off x="38784" y="2673148"/>
        <a:ext cx="4566598" cy="716935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EC13D-5D30-446E-8D64-6BF9DBB1B539}">
      <dsp:nvSpPr>
        <dsp:cNvPr id="0" name=""/>
        <dsp:cNvSpPr/>
      </dsp:nvSpPr>
      <dsp:spPr>
        <a:xfrm>
          <a:off x="0" y="27794"/>
          <a:ext cx="4735256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будівництво Десятинної церкви</a:t>
          </a:r>
          <a:endParaRPr lang="uk-UA" sz="2400" kern="1200"/>
        </a:p>
      </dsp:txBody>
      <dsp:txXfrm>
        <a:off x="65539" y="93333"/>
        <a:ext cx="4604178" cy="1211496"/>
      </dsp:txXfrm>
    </dsp:sp>
    <dsp:sp modelId="{36667F32-E091-489F-A285-ADE92F6A8556}">
      <dsp:nvSpPr>
        <dsp:cNvPr id="0" name=""/>
        <dsp:cNvSpPr/>
      </dsp:nvSpPr>
      <dsp:spPr>
        <a:xfrm>
          <a:off x="0" y="1439489"/>
          <a:ext cx="4735256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уведення</a:t>
          </a:r>
          <a:r>
            <a:rPr lang="ru-RU" sz="2400" b="0" i="0" kern="1200" dirty="0"/>
            <a:t> в </a:t>
          </a:r>
          <a:r>
            <a:rPr lang="ru-RU" sz="2400" b="0" i="0" kern="1200" dirty="0" err="1"/>
            <a:t>грошовий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обіг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власних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карбованих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золотих</a:t>
          </a:r>
          <a:r>
            <a:rPr lang="ru-RU" sz="2400" b="0" i="0" kern="1200" dirty="0"/>
            <a:t> і </a:t>
          </a:r>
          <a:r>
            <a:rPr lang="ru-RU" sz="2400" b="0" i="0" kern="1200" dirty="0" err="1"/>
            <a:t>срібних</a:t>
          </a:r>
          <a:r>
            <a:rPr lang="ru-RU" sz="2400" b="0" i="0" kern="1200" dirty="0"/>
            <a:t> монет</a:t>
          </a:r>
          <a:endParaRPr lang="uk-UA" sz="2400" kern="1200" dirty="0"/>
        </a:p>
      </dsp:txBody>
      <dsp:txXfrm>
        <a:off x="65539" y="1505028"/>
        <a:ext cx="4604178" cy="1211496"/>
      </dsp:txXfrm>
    </dsp:sp>
    <dsp:sp modelId="{E7BF24BA-49F1-4AE0-AF15-F1E07C1B0A0B}">
      <dsp:nvSpPr>
        <dsp:cNvPr id="0" name=""/>
        <dsp:cNvSpPr/>
      </dsp:nvSpPr>
      <dsp:spPr>
        <a:xfrm>
          <a:off x="0" y="2851183"/>
          <a:ext cx="4735256" cy="1342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заснування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Печерського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монастиря</a:t>
          </a:r>
          <a:endParaRPr lang="uk-UA" sz="2400" kern="1200" dirty="0"/>
        </a:p>
      </dsp:txBody>
      <dsp:txXfrm>
        <a:off x="65539" y="2916722"/>
        <a:ext cx="4604178" cy="1211496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EC2A4-81F8-40C1-83B9-5EF047A3F990}">
      <dsp:nvSpPr>
        <dsp:cNvPr id="0" name=""/>
        <dsp:cNvSpPr/>
      </dsp:nvSpPr>
      <dsp:spPr>
        <a:xfrm>
          <a:off x="0" y="59928"/>
          <a:ext cx="4937125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 err="1"/>
            <a:t>грошовийштраф</a:t>
          </a:r>
          <a:r>
            <a:rPr lang="uk-UA" sz="2400" b="0" i="0" kern="1200" dirty="0"/>
            <a:t>, передбачений «Руською правдою» за вбивство вільної людини.</a:t>
          </a:r>
          <a:endParaRPr lang="uk-UA" sz="2400" kern="1200" dirty="0"/>
        </a:p>
      </dsp:txBody>
      <dsp:txXfrm>
        <a:off x="83616" y="143544"/>
        <a:ext cx="4769893" cy="1545648"/>
      </dsp:txXfrm>
    </dsp:sp>
    <dsp:sp modelId="{3C6E8149-1426-420E-8D93-CF211F539BBA}">
      <dsp:nvSpPr>
        <dsp:cNvPr id="0" name=""/>
        <dsp:cNvSpPr/>
      </dsp:nvSpPr>
      <dsp:spPr>
        <a:xfrm>
          <a:off x="0" y="1841929"/>
          <a:ext cx="4937125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частку доходів великого князя, що надавалася для потреб давньо руських церков.</a:t>
          </a:r>
          <a:endParaRPr lang="uk-UA" sz="2400" kern="1200" dirty="0"/>
        </a:p>
      </dsp:txBody>
      <dsp:txXfrm>
        <a:off x="83616" y="1925545"/>
        <a:ext cx="4769893" cy="1545648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D9B3A-5C73-42A4-BDFA-A727663B26D2}">
      <dsp:nvSpPr>
        <dsp:cNvPr id="0" name=""/>
        <dsp:cNvSpPr/>
      </dsp:nvSpPr>
      <dsp:spPr>
        <a:xfrm>
          <a:off x="0" y="59928"/>
          <a:ext cx="4933950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державну повинність, що зобов’язувала селян постачати коней для потреб князя.</a:t>
          </a:r>
          <a:endParaRPr lang="uk-UA" sz="2400" kern="1200" dirty="0"/>
        </a:p>
      </dsp:txBody>
      <dsp:txXfrm>
        <a:off x="83616" y="143544"/>
        <a:ext cx="4766718" cy="1545648"/>
      </dsp:txXfrm>
    </dsp:sp>
    <dsp:sp modelId="{6666D6D8-DED2-467E-BDDF-AA64FC98E7F0}">
      <dsp:nvSpPr>
        <dsp:cNvPr id="0" name=""/>
        <dsp:cNvSpPr/>
      </dsp:nvSpPr>
      <dsp:spPr>
        <a:xfrm>
          <a:off x="0" y="1841929"/>
          <a:ext cx="4933950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збирання оброку намісником великого київського князя з підлеглого населення.</a:t>
          </a:r>
          <a:endParaRPr lang="uk-UA" sz="2400" kern="1200" dirty="0"/>
        </a:p>
      </dsp:txBody>
      <dsp:txXfrm>
        <a:off x="83616" y="1925545"/>
        <a:ext cx="4766718" cy="1545648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7BDC3-E22D-4024-A73F-0A7DEC0D47A8}">
      <dsp:nvSpPr>
        <dsp:cNvPr id="0" name=""/>
        <dsp:cNvSpPr/>
      </dsp:nvSpPr>
      <dsp:spPr>
        <a:xfrm>
          <a:off x="0" y="104939"/>
          <a:ext cx="5025216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Основа сільськогосподарського виробництва – землеробство та тваринництво.</a:t>
          </a:r>
        </a:p>
      </dsp:txBody>
      <dsp:txXfrm>
        <a:off x="60313" y="165252"/>
        <a:ext cx="4904590" cy="1114894"/>
      </dsp:txXfrm>
    </dsp:sp>
    <dsp:sp modelId="{6107D735-7F62-46DE-B6FC-F189C5421670}">
      <dsp:nvSpPr>
        <dsp:cNvPr id="0" name=""/>
        <dsp:cNvSpPr/>
      </dsp:nvSpPr>
      <dsp:spPr>
        <a:xfrm>
          <a:off x="0" y="1403820"/>
          <a:ext cx="5025216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Поширення на князівських землях фільварків.</a:t>
          </a:r>
        </a:p>
      </dsp:txBody>
      <dsp:txXfrm>
        <a:off x="60313" y="1464133"/>
        <a:ext cx="4904590" cy="1114894"/>
      </dsp:txXfrm>
    </dsp:sp>
    <dsp:sp modelId="{B7AD8F50-B338-4A50-86F8-8804E0D12B85}">
      <dsp:nvSpPr>
        <dsp:cNvPr id="0" name=""/>
        <dsp:cNvSpPr/>
      </dsp:nvSpPr>
      <dsp:spPr>
        <a:xfrm>
          <a:off x="0" y="2702700"/>
          <a:ext cx="5025216" cy="1235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Утвердження полюддя та відробітків – основних форм експлуатації селянства.</a:t>
          </a:r>
        </a:p>
      </dsp:txBody>
      <dsp:txXfrm>
        <a:off x="60313" y="2763013"/>
        <a:ext cx="4904590" cy="111489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71486-548C-4EF9-848B-2CFDAE9470F9}">
      <dsp:nvSpPr>
        <dsp:cNvPr id="0" name=""/>
        <dsp:cNvSpPr/>
      </dsp:nvSpPr>
      <dsp:spPr>
        <a:xfrm>
          <a:off x="0" y="35945"/>
          <a:ext cx="4250624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Домінування залізовидобувного та залізоробного ремесел.</a:t>
          </a:r>
          <a:endParaRPr lang="uk-UA" sz="1800" kern="1200"/>
        </a:p>
      </dsp:txBody>
      <dsp:txXfrm>
        <a:off x="49154" y="85099"/>
        <a:ext cx="4152316" cy="908623"/>
      </dsp:txXfrm>
    </dsp:sp>
    <dsp:sp modelId="{0E9EE31D-E156-4CB5-8794-AF2DEF779466}">
      <dsp:nvSpPr>
        <dsp:cNvPr id="0" name=""/>
        <dsp:cNvSpPr/>
      </dsp:nvSpPr>
      <dsp:spPr>
        <a:xfrm>
          <a:off x="0" y="1094716"/>
          <a:ext cx="4250624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Значне</a:t>
          </a:r>
          <a:r>
            <a:rPr lang="ru-RU" sz="1800" kern="1200" dirty="0"/>
            <a:t> </a:t>
          </a:r>
          <a:r>
            <a:rPr lang="ru-RU" sz="1800" kern="1200" dirty="0" err="1"/>
            <a:t>поширення</a:t>
          </a:r>
          <a:r>
            <a:rPr lang="ru-RU" sz="1800" kern="1200" dirty="0"/>
            <a:t> </a:t>
          </a:r>
          <a:r>
            <a:rPr lang="ru-RU" sz="1800" kern="1200" dirty="0" err="1"/>
            <a:t>промислів</a:t>
          </a:r>
          <a:r>
            <a:rPr lang="ru-RU" sz="1800" kern="1200" dirty="0"/>
            <a:t> – </a:t>
          </a:r>
          <a:r>
            <a:rPr lang="ru-RU" sz="1800" kern="1200" dirty="0" err="1"/>
            <a:t>мисливства</a:t>
          </a:r>
          <a:r>
            <a:rPr lang="ru-RU" sz="1800" kern="1200" dirty="0"/>
            <a:t>, </a:t>
          </a:r>
          <a:r>
            <a:rPr lang="ru-RU" sz="1800" kern="1200" dirty="0" err="1"/>
            <a:t>рибальства</a:t>
          </a:r>
          <a:r>
            <a:rPr lang="ru-RU" sz="1800" kern="1200" dirty="0"/>
            <a:t> та </a:t>
          </a:r>
          <a:r>
            <a:rPr lang="ru-RU" sz="1800" kern="1200" dirty="0" err="1"/>
            <a:t>бортництва</a:t>
          </a:r>
          <a:r>
            <a:rPr lang="ru-RU" sz="1800" kern="1200" dirty="0"/>
            <a:t>.</a:t>
          </a:r>
          <a:endParaRPr lang="uk-UA" sz="1800" kern="1200" dirty="0"/>
        </a:p>
      </dsp:txBody>
      <dsp:txXfrm>
        <a:off x="49154" y="1143870"/>
        <a:ext cx="4152316" cy="908623"/>
      </dsp:txXfrm>
    </dsp:sp>
    <dsp:sp modelId="{F48D636F-54FD-43DC-851A-DE48A49A8E38}">
      <dsp:nvSpPr>
        <dsp:cNvPr id="0" name=""/>
        <dsp:cNvSpPr/>
      </dsp:nvSpPr>
      <dsp:spPr>
        <a:xfrm>
          <a:off x="0" y="2153488"/>
          <a:ext cx="4250624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Занепад помісного та вотчинного землеволодіння й господарства.</a:t>
          </a:r>
          <a:endParaRPr lang="uk-UA" sz="1800" kern="1200"/>
        </a:p>
      </dsp:txBody>
      <dsp:txXfrm>
        <a:off x="49154" y="2202642"/>
        <a:ext cx="4152316" cy="908623"/>
      </dsp:txXfrm>
    </dsp:sp>
    <dsp:sp modelId="{899ED1DF-4D43-4A49-87D6-4295D258368D}">
      <dsp:nvSpPr>
        <dsp:cNvPr id="0" name=""/>
        <dsp:cNvSpPr/>
      </dsp:nvSpPr>
      <dsp:spPr>
        <a:xfrm>
          <a:off x="0" y="3212259"/>
          <a:ext cx="4250624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 err="1"/>
            <a:t>Використання</a:t>
          </a:r>
          <a:r>
            <a:rPr lang="ru-RU" sz="1800" kern="1200" dirty="0"/>
            <a:t> </a:t>
          </a:r>
          <a:r>
            <a:rPr lang="ru-RU" sz="1800" kern="1200" dirty="0" err="1"/>
            <a:t>торговельних</a:t>
          </a:r>
          <a:r>
            <a:rPr lang="ru-RU" sz="1800" kern="1200" dirty="0"/>
            <a:t> </a:t>
          </a:r>
          <a:r>
            <a:rPr lang="ru-RU" sz="1800" kern="1200" dirty="0" err="1"/>
            <a:t>шляхів</a:t>
          </a:r>
          <a:r>
            <a:rPr lang="ru-RU" sz="1800" kern="1200" dirty="0"/>
            <a:t> – «</a:t>
          </a:r>
          <a:r>
            <a:rPr lang="ru-RU" sz="1800" kern="1200" dirty="0" err="1"/>
            <a:t>із</a:t>
          </a:r>
          <a:r>
            <a:rPr lang="ru-RU" sz="1800" kern="1200" dirty="0"/>
            <a:t> варяг у греки», </a:t>
          </a:r>
          <a:r>
            <a:rPr lang="ru-RU" sz="1800" kern="1200" dirty="0" err="1"/>
            <a:t>Грецького</a:t>
          </a:r>
          <a:r>
            <a:rPr lang="ru-RU" sz="1800" kern="1200" dirty="0"/>
            <a:t>, </a:t>
          </a:r>
          <a:r>
            <a:rPr lang="ru-RU" sz="1800" kern="1200" dirty="0" err="1"/>
            <a:t>Залозного</a:t>
          </a:r>
          <a:r>
            <a:rPr lang="ru-RU" sz="1800" kern="1200" dirty="0"/>
            <a:t>.</a:t>
          </a:r>
          <a:endParaRPr lang="uk-UA" sz="1800" kern="1200" dirty="0"/>
        </a:p>
      </dsp:txBody>
      <dsp:txXfrm>
        <a:off x="49154" y="3261413"/>
        <a:ext cx="4152316" cy="908623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97261-5A4D-4821-A312-B2A399E6C4EC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101F2-AEB7-4465-804F-2E0B7C638AF7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холопи.</a:t>
          </a:r>
          <a:endParaRPr lang="uk-UA" sz="2000" kern="1200" dirty="0"/>
        </a:p>
      </dsp:txBody>
      <dsp:txXfrm>
        <a:off x="1073411" y="412218"/>
        <a:ext cx="1272111" cy="1272111"/>
      </dsp:txXfrm>
    </dsp:sp>
    <dsp:sp modelId="{8948ED04-DEFF-4AE6-8BBB-B489BC2C1DFA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смерди.</a:t>
          </a:r>
          <a:endParaRPr lang="uk-UA" sz="2000" kern="1200"/>
        </a:p>
      </dsp:txBody>
      <dsp:txXfrm>
        <a:off x="2591601" y="412218"/>
        <a:ext cx="1272111" cy="1272111"/>
      </dsp:txXfrm>
    </dsp:sp>
    <dsp:sp modelId="{30C76FAB-C262-4195-96E0-CB793EBEC6A8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челядь.</a:t>
          </a:r>
          <a:endParaRPr lang="uk-UA" sz="2000" kern="1200"/>
        </a:p>
      </dsp:txBody>
      <dsp:txXfrm>
        <a:off x="1073411" y="1930408"/>
        <a:ext cx="1272111" cy="1272111"/>
      </dsp:txXfrm>
    </dsp:sp>
    <dsp:sp modelId="{87585878-9811-4F70-A077-B3BD895BB8B2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ізгої.</a:t>
          </a:r>
          <a:endParaRPr lang="uk-UA" sz="2000" kern="1200" dirty="0"/>
        </a:p>
      </dsp:txBody>
      <dsp:txXfrm>
        <a:off x="2591601" y="1930408"/>
        <a:ext cx="1272111" cy="1272111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BF1AB-A6DD-492E-9051-E8672A9B1BD6}">
      <dsp:nvSpPr>
        <dsp:cNvPr id="0" name=""/>
        <dsp:cNvSpPr/>
      </dsp:nvSpPr>
      <dsp:spPr>
        <a:xfrm>
          <a:off x="1879071" y="920312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CAD1786-1E33-4E47-9CBF-92051D4D769F}">
      <dsp:nvSpPr>
        <dsp:cNvPr id="0" name=""/>
        <dsp:cNvSpPr/>
      </dsp:nvSpPr>
      <dsp:spPr>
        <a:xfrm>
          <a:off x="1793103" y="0"/>
          <a:ext cx="1350917" cy="72294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смерди</a:t>
          </a:r>
          <a:endParaRPr lang="uk-UA" sz="1800" kern="1200"/>
        </a:p>
      </dsp:txBody>
      <dsp:txXfrm>
        <a:off x="1793103" y="0"/>
        <a:ext cx="1350917" cy="722947"/>
      </dsp:txXfrm>
    </dsp:sp>
    <dsp:sp modelId="{FB81D877-6890-4C4A-8559-AB09D1E6DC08}">
      <dsp:nvSpPr>
        <dsp:cNvPr id="0" name=""/>
        <dsp:cNvSpPr/>
      </dsp:nvSpPr>
      <dsp:spPr>
        <a:xfrm>
          <a:off x="2224906" y="1086590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94ADFB2-B918-4C98-8364-51711449A6FF}">
      <dsp:nvSpPr>
        <dsp:cNvPr id="0" name=""/>
        <dsp:cNvSpPr/>
      </dsp:nvSpPr>
      <dsp:spPr>
        <a:xfrm>
          <a:off x="3549296" y="686800"/>
          <a:ext cx="1277231" cy="7952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баскак</a:t>
          </a:r>
          <a:endParaRPr lang="uk-UA" sz="1800" kern="1200"/>
        </a:p>
      </dsp:txBody>
      <dsp:txXfrm>
        <a:off x="3549296" y="686800"/>
        <a:ext cx="1277231" cy="795242"/>
      </dsp:txXfrm>
    </dsp:sp>
    <dsp:sp modelId="{42386EC5-2DB7-47CC-B2B5-F41870001035}">
      <dsp:nvSpPr>
        <dsp:cNvPr id="0" name=""/>
        <dsp:cNvSpPr/>
      </dsp:nvSpPr>
      <dsp:spPr>
        <a:xfrm>
          <a:off x="2309891" y="1460715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E6B43FA-143A-4A83-BDF8-E06719E481FE}">
      <dsp:nvSpPr>
        <dsp:cNvPr id="0" name=""/>
        <dsp:cNvSpPr/>
      </dsp:nvSpPr>
      <dsp:spPr>
        <a:xfrm>
          <a:off x="3672107" y="1698926"/>
          <a:ext cx="1252669" cy="8494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фільварок</a:t>
          </a:r>
          <a:endParaRPr lang="uk-UA" sz="1800" kern="1200" dirty="0"/>
        </a:p>
      </dsp:txBody>
      <dsp:txXfrm>
        <a:off x="3672107" y="1698926"/>
        <a:ext cx="1252669" cy="849463"/>
      </dsp:txXfrm>
    </dsp:sp>
    <dsp:sp modelId="{BAE43E6C-ED39-4C07-994A-35633A454821}">
      <dsp:nvSpPr>
        <dsp:cNvPr id="0" name=""/>
        <dsp:cNvSpPr/>
      </dsp:nvSpPr>
      <dsp:spPr>
        <a:xfrm>
          <a:off x="2070655" y="1760738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FA77ACC-C49A-437C-AA23-59B7E812817C}">
      <dsp:nvSpPr>
        <dsp:cNvPr id="0" name=""/>
        <dsp:cNvSpPr/>
      </dsp:nvSpPr>
      <dsp:spPr>
        <a:xfrm>
          <a:off x="3131740" y="2837569"/>
          <a:ext cx="1350917" cy="77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ізгої</a:t>
          </a:r>
          <a:endParaRPr lang="uk-UA" sz="1800" kern="1200" dirty="0"/>
        </a:p>
      </dsp:txBody>
      <dsp:txXfrm>
        <a:off x="3131740" y="2837569"/>
        <a:ext cx="1350917" cy="777168"/>
      </dsp:txXfrm>
    </dsp:sp>
    <dsp:sp modelId="{9AA43CC5-5486-433B-B00A-9FA2A2278DED}">
      <dsp:nvSpPr>
        <dsp:cNvPr id="0" name=""/>
        <dsp:cNvSpPr/>
      </dsp:nvSpPr>
      <dsp:spPr>
        <a:xfrm>
          <a:off x="1687486" y="1760738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657C5C-161C-46F7-AA49-619593EB965A}">
      <dsp:nvSpPr>
        <dsp:cNvPr id="0" name=""/>
        <dsp:cNvSpPr/>
      </dsp:nvSpPr>
      <dsp:spPr>
        <a:xfrm>
          <a:off x="454466" y="2837569"/>
          <a:ext cx="1350917" cy="77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клейноди</a:t>
          </a:r>
          <a:endParaRPr lang="uk-UA" sz="1800" kern="1200"/>
        </a:p>
      </dsp:txBody>
      <dsp:txXfrm>
        <a:off x="454466" y="2837569"/>
        <a:ext cx="1350917" cy="777168"/>
      </dsp:txXfrm>
    </dsp:sp>
    <dsp:sp modelId="{4C6F674A-0792-45E0-A12E-E9027A40A6FB}">
      <dsp:nvSpPr>
        <dsp:cNvPr id="0" name=""/>
        <dsp:cNvSpPr/>
      </dsp:nvSpPr>
      <dsp:spPr>
        <a:xfrm>
          <a:off x="1448251" y="1460715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51DACB7-EC94-4710-B156-69976882216E}">
      <dsp:nvSpPr>
        <dsp:cNvPr id="0" name=""/>
        <dsp:cNvSpPr/>
      </dsp:nvSpPr>
      <dsp:spPr>
        <a:xfrm>
          <a:off x="12348" y="1698926"/>
          <a:ext cx="1252669" cy="8494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закупи</a:t>
          </a:r>
          <a:endParaRPr lang="uk-UA" sz="1800" kern="1200"/>
        </a:p>
      </dsp:txBody>
      <dsp:txXfrm>
        <a:off x="12348" y="1698926"/>
        <a:ext cx="1252669" cy="849463"/>
      </dsp:txXfrm>
    </dsp:sp>
    <dsp:sp modelId="{4CE07F1D-0294-400F-9FDC-E09573BCD97E}">
      <dsp:nvSpPr>
        <dsp:cNvPr id="0" name=""/>
        <dsp:cNvSpPr/>
      </dsp:nvSpPr>
      <dsp:spPr>
        <a:xfrm>
          <a:off x="1533236" y="1086590"/>
          <a:ext cx="1178982" cy="117912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7D5140A-0711-4791-ADF7-92235D6D3C8C}">
      <dsp:nvSpPr>
        <dsp:cNvPr id="0" name=""/>
        <dsp:cNvSpPr/>
      </dsp:nvSpPr>
      <dsp:spPr>
        <a:xfrm>
          <a:off x="110596" y="686800"/>
          <a:ext cx="1277231" cy="7952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шляхта</a:t>
          </a:r>
          <a:endParaRPr lang="uk-UA" sz="1800" kern="1200" dirty="0"/>
        </a:p>
      </dsp:txBody>
      <dsp:txXfrm>
        <a:off x="110596" y="686800"/>
        <a:ext cx="1277231" cy="79524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5DF85-1F26-44BD-902F-5AFF8D8F683B}">
      <dsp:nvSpPr>
        <dsp:cNvPr id="0" name=""/>
        <dsp:cNvSpPr/>
      </dsp:nvSpPr>
      <dsp:spPr>
        <a:xfrm>
          <a:off x="0" y="709279"/>
          <a:ext cx="49371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форми селянських повинностей.</a:t>
          </a:r>
          <a:endParaRPr lang="uk-UA" sz="2100" kern="1200"/>
        </a:p>
      </dsp:txBody>
      <dsp:txXfrm>
        <a:off x="24588" y="733867"/>
        <a:ext cx="4887949" cy="454509"/>
      </dsp:txXfrm>
    </dsp:sp>
    <dsp:sp modelId="{92ADDB8C-41B4-4CB4-8331-863E61421D5C}">
      <dsp:nvSpPr>
        <dsp:cNvPr id="0" name=""/>
        <dsp:cNvSpPr/>
      </dsp:nvSpPr>
      <dsp:spPr>
        <a:xfrm>
          <a:off x="0" y="1273444"/>
          <a:ext cx="49371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воїни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князівської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дружини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24588" y="1298032"/>
        <a:ext cx="4887949" cy="454509"/>
      </dsp:txXfrm>
    </dsp:sp>
    <dsp:sp modelId="{115E1E0E-700F-4385-BC90-10B307AD879C}">
      <dsp:nvSpPr>
        <dsp:cNvPr id="0" name=""/>
        <dsp:cNvSpPr/>
      </dsp:nvSpPr>
      <dsp:spPr>
        <a:xfrm>
          <a:off x="0" y="1837609"/>
          <a:ext cx="49371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категорії залежного населення.</a:t>
          </a:r>
          <a:endParaRPr lang="uk-UA" sz="2100" kern="1200"/>
        </a:p>
      </dsp:txBody>
      <dsp:txXfrm>
        <a:off x="24588" y="1862197"/>
        <a:ext cx="4887949" cy="454509"/>
      </dsp:txXfrm>
    </dsp:sp>
    <dsp:sp modelId="{68F91541-7B73-40B7-9DDC-5BCCA8E50BE0}">
      <dsp:nvSpPr>
        <dsp:cNvPr id="0" name=""/>
        <dsp:cNvSpPr/>
      </dsp:nvSpPr>
      <dsp:spPr>
        <a:xfrm>
          <a:off x="0" y="2401773"/>
          <a:ext cx="4937125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нижчі</a:t>
          </a:r>
          <a:r>
            <a:rPr lang="ru-RU" sz="2100" b="0" i="0" kern="1200" dirty="0"/>
            <a:t> чини </a:t>
          </a:r>
          <a:r>
            <a:rPr lang="ru-RU" sz="2100" b="0" i="0" kern="1200" dirty="0" err="1"/>
            <a:t>церковної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ієрархії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24588" y="2426361"/>
        <a:ext cx="4887949" cy="454509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B9C64-FF81-489B-B79F-E139A6E5FFFF}">
      <dsp:nvSpPr>
        <dsp:cNvPr id="0" name=""/>
        <dsp:cNvSpPr/>
      </dsp:nvSpPr>
      <dsp:spPr>
        <a:xfrm>
          <a:off x="0" y="29508"/>
          <a:ext cx="4937125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віче.</a:t>
          </a:r>
          <a:endParaRPr lang="uk-UA" sz="3400" kern="1200"/>
        </a:p>
      </dsp:txBody>
      <dsp:txXfrm>
        <a:off x="39809" y="69317"/>
        <a:ext cx="4857507" cy="735872"/>
      </dsp:txXfrm>
    </dsp:sp>
    <dsp:sp modelId="{8A24BB3E-6E6F-466E-A1C2-12D56B7C1803}">
      <dsp:nvSpPr>
        <dsp:cNvPr id="0" name=""/>
        <dsp:cNvSpPr/>
      </dsp:nvSpPr>
      <dsp:spPr>
        <a:xfrm>
          <a:off x="0" y="942918"/>
          <a:ext cx="4937125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дума.</a:t>
          </a:r>
          <a:endParaRPr lang="uk-UA" sz="3400" kern="1200"/>
        </a:p>
      </dsp:txBody>
      <dsp:txXfrm>
        <a:off x="39809" y="982727"/>
        <a:ext cx="4857507" cy="735872"/>
      </dsp:txXfrm>
    </dsp:sp>
    <dsp:sp modelId="{25866BB7-9C47-4797-96AB-E84DBCAA971E}">
      <dsp:nvSpPr>
        <dsp:cNvPr id="0" name=""/>
        <dsp:cNvSpPr/>
      </dsp:nvSpPr>
      <dsp:spPr>
        <a:xfrm>
          <a:off x="0" y="1856329"/>
          <a:ext cx="4937125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рада.</a:t>
          </a:r>
          <a:endParaRPr lang="uk-UA" sz="3400" kern="1200"/>
        </a:p>
      </dsp:txBody>
      <dsp:txXfrm>
        <a:off x="39809" y="1896138"/>
        <a:ext cx="4857507" cy="735872"/>
      </dsp:txXfrm>
    </dsp:sp>
    <dsp:sp modelId="{C53C1558-DABB-4D7E-B223-458B8E915801}">
      <dsp:nvSpPr>
        <dsp:cNvPr id="0" name=""/>
        <dsp:cNvSpPr/>
      </dsp:nvSpPr>
      <dsp:spPr>
        <a:xfrm>
          <a:off x="0" y="2769739"/>
          <a:ext cx="4937125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магістрат.</a:t>
          </a:r>
          <a:endParaRPr lang="uk-UA" sz="3400" kern="1200" dirty="0"/>
        </a:p>
      </dsp:txBody>
      <dsp:txXfrm>
        <a:off x="39809" y="2809548"/>
        <a:ext cx="4857507" cy="73587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4C66C-5451-4D30-98C6-BA530EFDB60C}">
      <dsp:nvSpPr>
        <dsp:cNvPr id="0" name=""/>
        <dsp:cNvSpPr/>
      </dsp:nvSpPr>
      <dsp:spPr>
        <a:xfrm>
          <a:off x="0" y="308143"/>
          <a:ext cx="4937125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укладення «Руської правди»</a:t>
          </a:r>
          <a:endParaRPr lang="uk-UA" sz="2400" kern="1200" dirty="0"/>
        </a:p>
      </dsp:txBody>
      <dsp:txXfrm>
        <a:off x="46541" y="354684"/>
        <a:ext cx="4844043" cy="860321"/>
      </dsp:txXfrm>
    </dsp:sp>
    <dsp:sp modelId="{9B1CEDBA-16CA-4CDB-992E-C555AFF703F8}">
      <dsp:nvSpPr>
        <dsp:cNvPr id="0" name=""/>
        <dsp:cNvSpPr/>
      </dsp:nvSpPr>
      <dsp:spPr>
        <a:xfrm>
          <a:off x="0" y="1330667"/>
          <a:ext cx="4937125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будівництво Михайлівського Золотоверхого собору</a:t>
          </a:r>
          <a:endParaRPr lang="uk-UA" sz="2400" kern="1200" dirty="0"/>
        </a:p>
      </dsp:txBody>
      <dsp:txXfrm>
        <a:off x="46541" y="1377208"/>
        <a:ext cx="4844043" cy="860321"/>
      </dsp:txXfrm>
    </dsp:sp>
    <dsp:sp modelId="{87E2A794-ADBB-4EB1-9FEE-6B23A9A6E641}">
      <dsp:nvSpPr>
        <dsp:cNvPr id="0" name=""/>
        <dsp:cNvSpPr/>
      </dsp:nvSpPr>
      <dsp:spPr>
        <a:xfrm>
          <a:off x="0" y="2353190"/>
          <a:ext cx="4937125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запровадження християнства як державної релігії</a:t>
          </a:r>
          <a:endParaRPr lang="uk-UA" sz="2400" kern="1200" dirty="0"/>
        </a:p>
      </dsp:txBody>
      <dsp:txXfrm>
        <a:off x="46541" y="2399731"/>
        <a:ext cx="4844043" cy="860321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03E2D-3491-411E-B95D-215B17E6690E}">
      <dsp:nvSpPr>
        <dsp:cNvPr id="0" name=""/>
        <dsp:cNvSpPr/>
      </dsp:nvSpPr>
      <dsp:spPr>
        <a:xfrm>
          <a:off x="0" y="129769"/>
          <a:ext cx="493395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обрання Іларіона митрополитом Київським</a:t>
          </a:r>
          <a:endParaRPr lang="uk-UA" sz="2000" kern="1200"/>
        </a:p>
      </dsp:txBody>
      <dsp:txXfrm>
        <a:off x="38838" y="168607"/>
        <a:ext cx="4856274" cy="717924"/>
      </dsp:txXfrm>
    </dsp:sp>
    <dsp:sp modelId="{0A24893C-FDDC-4DB4-868F-E2D0E281E916}">
      <dsp:nvSpPr>
        <dsp:cNvPr id="0" name=""/>
        <dsp:cNvSpPr/>
      </dsp:nvSpPr>
      <dsp:spPr>
        <a:xfrm>
          <a:off x="0" y="982969"/>
          <a:ext cx="493395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будівництво Десятинної церкви</a:t>
          </a:r>
          <a:endParaRPr lang="uk-UA" sz="2000" kern="1200" dirty="0"/>
        </a:p>
      </dsp:txBody>
      <dsp:txXfrm>
        <a:off x="38838" y="1021807"/>
        <a:ext cx="4856274" cy="717924"/>
      </dsp:txXfrm>
    </dsp:sp>
    <dsp:sp modelId="{AFCE7A05-7488-4475-BE2C-5F3B986B8E65}">
      <dsp:nvSpPr>
        <dsp:cNvPr id="0" name=""/>
        <dsp:cNvSpPr/>
      </dsp:nvSpPr>
      <dsp:spPr>
        <a:xfrm>
          <a:off x="0" y="1836169"/>
          <a:ext cx="493395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уведення в грошовий обіг власних карбованих золотих і срібних монет</a:t>
          </a:r>
          <a:endParaRPr lang="uk-UA" sz="2000" kern="1200" dirty="0"/>
        </a:p>
      </dsp:txBody>
      <dsp:txXfrm>
        <a:off x="38838" y="1875007"/>
        <a:ext cx="4856274" cy="717924"/>
      </dsp:txXfrm>
    </dsp:sp>
    <dsp:sp modelId="{30F1CE20-3AD5-466F-BC09-2205611F8492}">
      <dsp:nvSpPr>
        <dsp:cNvPr id="0" name=""/>
        <dsp:cNvSpPr/>
      </dsp:nvSpPr>
      <dsp:spPr>
        <a:xfrm>
          <a:off x="0" y="2689369"/>
          <a:ext cx="493395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заснування Печерського монастиря</a:t>
          </a:r>
          <a:endParaRPr lang="uk-UA" sz="2000" kern="1200" dirty="0"/>
        </a:p>
      </dsp:txBody>
      <dsp:txXfrm>
        <a:off x="38838" y="2728207"/>
        <a:ext cx="4856274" cy="717924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0D7BC-AA09-4309-9D99-F4DDE46EC37F}">
      <dsp:nvSpPr>
        <dsp:cNvPr id="0" name=""/>
        <dsp:cNvSpPr/>
      </dsp:nvSpPr>
      <dsp:spPr>
        <a:xfrm>
          <a:off x="0" y="381408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зміні унітарної монархії монархією федеративною.</a:t>
          </a:r>
          <a:endParaRPr lang="uk-UA" sz="1700" kern="1200" dirty="0"/>
        </a:p>
      </dsp:txBody>
      <dsp:txXfrm>
        <a:off x="33012" y="414420"/>
        <a:ext cx="4871101" cy="610236"/>
      </dsp:txXfrm>
    </dsp:sp>
    <dsp:sp modelId="{10B0C807-2E59-4200-84A8-7D2D8864C37C}">
      <dsp:nvSpPr>
        <dsp:cNvPr id="0" name=""/>
        <dsp:cNvSpPr/>
      </dsp:nvSpPr>
      <dsp:spPr>
        <a:xfrm>
          <a:off x="0" y="110662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занепаді країни в умовах безперервних князівських міжусобиць.</a:t>
          </a:r>
          <a:endParaRPr lang="uk-UA" sz="1700" kern="1200" dirty="0"/>
        </a:p>
      </dsp:txBody>
      <dsp:txXfrm>
        <a:off x="33012" y="1139641"/>
        <a:ext cx="4871101" cy="610236"/>
      </dsp:txXfrm>
    </dsp:sp>
    <dsp:sp modelId="{D16B2A74-B863-46CD-A32F-78A9C4461966}">
      <dsp:nvSpPr>
        <dsp:cNvPr id="0" name=""/>
        <dsp:cNvSpPr/>
      </dsp:nvSpPr>
      <dsp:spPr>
        <a:xfrm>
          <a:off x="0" y="183184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цілковитій руйнації єдиної держави, розпаді внутрішніх зв’язків.</a:t>
          </a:r>
          <a:endParaRPr lang="uk-UA" sz="1700" kern="1200"/>
        </a:p>
      </dsp:txBody>
      <dsp:txXfrm>
        <a:off x="33012" y="1864861"/>
        <a:ext cx="4871101" cy="610236"/>
      </dsp:txXfrm>
    </dsp:sp>
    <dsp:sp modelId="{D11258C1-5C37-4338-B4A2-83A8A59819BC}">
      <dsp:nvSpPr>
        <dsp:cNvPr id="0" name=""/>
        <dsp:cNvSpPr/>
      </dsp:nvSpPr>
      <dsp:spPr>
        <a:xfrm>
          <a:off x="0" y="255706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утраті державної незалежності та заміні загальноруського законодавства удільним.</a:t>
          </a:r>
          <a:endParaRPr lang="uk-UA" sz="1700" kern="1200" dirty="0"/>
        </a:p>
      </dsp:txBody>
      <dsp:txXfrm>
        <a:off x="33012" y="2590081"/>
        <a:ext cx="4871101" cy="610236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ED492-FC1D-4E25-8CA4-B9428F63FDA8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A5EF3-B447-414D-ACF1-B9D05F740AF6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Ігоря</a:t>
          </a:r>
          <a:endParaRPr lang="uk-UA" sz="1400" kern="1200"/>
        </a:p>
      </dsp:txBody>
      <dsp:txXfrm>
        <a:off x="1071824" y="412218"/>
        <a:ext cx="1272111" cy="1272111"/>
      </dsp:txXfrm>
    </dsp:sp>
    <dsp:sp modelId="{FC1C6BE9-CC9B-4BFD-BC7D-A301201B9B39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Святослава</a:t>
          </a:r>
          <a:endParaRPr lang="uk-UA" sz="1400" kern="1200"/>
        </a:p>
      </dsp:txBody>
      <dsp:txXfrm>
        <a:off x="2590014" y="412218"/>
        <a:ext cx="1272111" cy="1272111"/>
      </dsp:txXfrm>
    </dsp:sp>
    <dsp:sp modelId="{FC623F68-7E47-4D97-852C-7F06A28E16C4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 err="1"/>
            <a:t>Володимира</a:t>
          </a:r>
          <a:r>
            <a:rPr lang="ru-RU" sz="1400" b="0" i="0" kern="1200" dirty="0"/>
            <a:t> Великого</a:t>
          </a:r>
          <a:endParaRPr lang="uk-UA" sz="1400" kern="1200" dirty="0"/>
        </a:p>
      </dsp:txBody>
      <dsp:txXfrm>
        <a:off x="1071824" y="1930408"/>
        <a:ext cx="1272111" cy="1272111"/>
      </dsp:txXfrm>
    </dsp:sp>
    <dsp:sp modelId="{D478B589-C43F-422C-9840-B900B3B1C7AF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/>
            <a:t>Ярослава Мудрого</a:t>
          </a:r>
          <a:endParaRPr lang="uk-UA" sz="1400" kern="1200" dirty="0"/>
        </a:p>
      </dsp:txBody>
      <dsp:txXfrm>
        <a:off x="2590014" y="1930408"/>
        <a:ext cx="1272111" cy="1272111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65299-4BC1-4BF3-B4E9-D9159E307567}">
      <dsp:nvSpPr>
        <dsp:cNvPr id="0" name=""/>
        <dsp:cNvSpPr/>
      </dsp:nvSpPr>
      <dsp:spPr>
        <a:xfrm>
          <a:off x="0" y="4588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будівництва Софійського собору</a:t>
          </a:r>
          <a:endParaRPr lang="uk-UA" sz="2100" kern="1200"/>
        </a:p>
      </dsp:txBody>
      <dsp:txXfrm>
        <a:off x="40780" y="86668"/>
        <a:ext cx="4855565" cy="753819"/>
      </dsp:txXfrm>
    </dsp:sp>
    <dsp:sp modelId="{66EEAF14-82B0-4720-BBE5-6A5D11286B87}">
      <dsp:nvSpPr>
        <dsp:cNvPr id="0" name=""/>
        <dsp:cNvSpPr/>
      </dsp:nvSpPr>
      <dsp:spPr>
        <a:xfrm>
          <a:off x="0" y="94174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початок будівництва Десятинної церкви</a:t>
          </a:r>
          <a:endParaRPr lang="uk-UA" sz="2100" kern="1200" dirty="0"/>
        </a:p>
      </dsp:txBody>
      <dsp:txXfrm>
        <a:off x="40780" y="982528"/>
        <a:ext cx="4855565" cy="753819"/>
      </dsp:txXfrm>
    </dsp:sp>
    <dsp:sp modelId="{BCA66892-009B-4CCE-8DC0-D66CDEDB8F26}">
      <dsp:nvSpPr>
        <dsp:cNvPr id="0" name=""/>
        <dsp:cNvSpPr/>
      </dsp:nvSpPr>
      <dsp:spPr>
        <a:xfrm>
          <a:off x="0" y="183760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пантеону язичницьких богів</a:t>
          </a:r>
          <a:endParaRPr lang="uk-UA" sz="2100" kern="1200"/>
        </a:p>
      </dsp:txBody>
      <dsp:txXfrm>
        <a:off x="40780" y="1878388"/>
        <a:ext cx="4855565" cy="753819"/>
      </dsp:txXfrm>
    </dsp:sp>
    <dsp:sp modelId="{6C7512EC-9322-4208-8568-35319CDC96DE}">
      <dsp:nvSpPr>
        <dsp:cNvPr id="0" name=""/>
        <dsp:cNvSpPr/>
      </dsp:nvSpPr>
      <dsp:spPr>
        <a:xfrm>
          <a:off x="0" y="2733468"/>
          <a:ext cx="4937125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призначення Іларіона митрополитом Київським</a:t>
          </a:r>
          <a:endParaRPr lang="uk-UA" sz="2100" kern="1200" dirty="0"/>
        </a:p>
      </dsp:txBody>
      <dsp:txXfrm>
        <a:off x="40780" y="2774248"/>
        <a:ext cx="4855565" cy="753819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A2EA6-66EE-4631-8F01-DAA3310C2F6D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CF9A9-03A9-46E9-A108-D39B7EA04F77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ізгої</a:t>
          </a:r>
          <a:endParaRPr lang="uk-UA" sz="2100" kern="1200" dirty="0"/>
        </a:p>
      </dsp:txBody>
      <dsp:txXfrm>
        <a:off x="1073411" y="412218"/>
        <a:ext cx="1272111" cy="1272111"/>
      </dsp:txXfrm>
    </dsp:sp>
    <dsp:sp modelId="{7A1EA683-6458-40CF-BCCD-C9109CAD5819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бояри</a:t>
          </a:r>
          <a:endParaRPr lang="uk-UA" sz="2100" kern="1200"/>
        </a:p>
      </dsp:txBody>
      <dsp:txXfrm>
        <a:off x="2591601" y="412218"/>
        <a:ext cx="1272111" cy="1272111"/>
      </dsp:txXfrm>
    </dsp:sp>
    <dsp:sp modelId="{2B1C4607-737E-4C02-9CCE-2291B0CDBC13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смерди</a:t>
          </a:r>
          <a:endParaRPr lang="uk-UA" sz="2100" kern="1200" dirty="0"/>
        </a:p>
      </dsp:txBody>
      <dsp:txXfrm>
        <a:off x="1073411" y="1930408"/>
        <a:ext cx="1272111" cy="1272111"/>
      </dsp:txXfrm>
    </dsp:sp>
    <dsp:sp modelId="{A5CE66DB-5577-49D3-9072-98F32ECE97DC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закупи</a:t>
          </a:r>
          <a:endParaRPr lang="uk-UA" sz="2100" kern="1200" dirty="0"/>
        </a:p>
      </dsp:txBody>
      <dsp:txXfrm>
        <a:off x="2591601" y="1930408"/>
        <a:ext cx="1272111" cy="1272111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15712-0A11-45B1-9730-B0C03D76C07D}">
      <dsp:nvSpPr>
        <dsp:cNvPr id="0" name=""/>
        <dsp:cNvSpPr/>
      </dsp:nvSpPr>
      <dsp:spPr>
        <a:xfrm>
          <a:off x="0" y="29405"/>
          <a:ext cx="5681748" cy="106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представники правлячого стану в Київський Русі, які займали друге після князів панівне становище в державі</a:t>
          </a:r>
          <a:endParaRPr lang="uk-UA" sz="1900" kern="1200"/>
        </a:p>
      </dsp:txBody>
      <dsp:txXfrm>
        <a:off x="52089" y="81494"/>
        <a:ext cx="5577570" cy="962862"/>
      </dsp:txXfrm>
    </dsp:sp>
    <dsp:sp modelId="{21BF3C9E-BE0F-4BA1-A968-D3129D78AA81}">
      <dsp:nvSpPr>
        <dsp:cNvPr id="0" name=""/>
        <dsp:cNvSpPr/>
      </dsp:nvSpPr>
      <dsp:spPr>
        <a:xfrm>
          <a:off x="0" y="1151165"/>
          <a:ext cx="5681748" cy="106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особисто вільні селяни, які вели своє господарство та виконували повинності на користь держави</a:t>
          </a:r>
          <a:endParaRPr lang="uk-UA" sz="1900" kern="1200" dirty="0"/>
        </a:p>
      </dsp:txBody>
      <dsp:txXfrm>
        <a:off x="52089" y="1203254"/>
        <a:ext cx="5577570" cy="962862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518BF-3AAB-4AED-B089-ABE0DEE21BDD}">
      <dsp:nvSpPr>
        <dsp:cNvPr id="0" name=""/>
        <dsp:cNvSpPr/>
      </dsp:nvSpPr>
      <dsp:spPr>
        <a:xfrm>
          <a:off x="0" y="31438"/>
          <a:ext cx="569429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тимчасово залежні селяни, які через різні обставини змушені були відпрацьовувати землевласнику грошову позику</a:t>
          </a:r>
          <a:endParaRPr lang="uk-UA" sz="1700" kern="1200" dirty="0"/>
        </a:p>
      </dsp:txBody>
      <dsp:txXfrm>
        <a:off x="46606" y="78044"/>
        <a:ext cx="5601078" cy="861508"/>
      </dsp:txXfrm>
    </dsp:sp>
    <dsp:sp modelId="{81FA5C8F-0293-4A72-8D97-AF8CD4F23B65}">
      <dsp:nvSpPr>
        <dsp:cNvPr id="0" name=""/>
        <dsp:cNvSpPr/>
      </dsp:nvSpPr>
      <dsp:spPr>
        <a:xfrm>
          <a:off x="0" y="1035118"/>
          <a:ext cx="569429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особи, які з певних причин вийшли зі своїх соціальних груп і втратили з ними законний зв’язок</a:t>
          </a:r>
          <a:endParaRPr lang="uk-UA" sz="1700" kern="1200"/>
        </a:p>
      </dsp:txBody>
      <dsp:txXfrm>
        <a:off x="46606" y="1081724"/>
        <a:ext cx="5601078" cy="861508"/>
      </dsp:txXfrm>
    </dsp:sp>
    <dsp:sp modelId="{958E921F-621A-4929-876A-3E2A495E0A40}">
      <dsp:nvSpPr>
        <dsp:cNvPr id="0" name=""/>
        <dsp:cNvSpPr/>
      </dsp:nvSpPr>
      <dsp:spPr>
        <a:xfrm>
          <a:off x="0" y="2038798"/>
          <a:ext cx="569429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люди, які перебували в повній власності землевласників (продавалися, дарувалися, передавалися в спадщину)</a:t>
          </a:r>
          <a:endParaRPr lang="uk-UA" sz="1700" kern="1200" dirty="0"/>
        </a:p>
      </dsp:txBody>
      <dsp:txXfrm>
        <a:off x="46606" y="2085404"/>
        <a:ext cx="5601078" cy="861508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7648A-787E-4CAC-8EE7-A9B9D21CE221}">
      <dsp:nvSpPr>
        <dsp:cNvPr id="0" name=""/>
        <dsp:cNvSpPr/>
      </dsp:nvSpPr>
      <dsp:spPr>
        <a:xfrm>
          <a:off x="336549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48896-1683-49C3-A424-CC2D6BA403C5}">
      <dsp:nvSpPr>
        <dsp:cNvPr id="0" name=""/>
        <dsp:cNvSpPr/>
      </dsp:nvSpPr>
      <dsp:spPr>
        <a:xfrm>
          <a:off x="749927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міщани</a:t>
          </a:r>
          <a:endParaRPr lang="uk-UA" sz="1700" kern="1200"/>
        </a:p>
      </dsp:txBody>
      <dsp:txXfrm>
        <a:off x="832769" y="496219"/>
        <a:ext cx="1531337" cy="1531337"/>
      </dsp:txXfrm>
    </dsp:sp>
    <dsp:sp modelId="{BC85B695-CDCC-4726-9082-447A2FA8869F}">
      <dsp:nvSpPr>
        <dsp:cNvPr id="0" name=""/>
        <dsp:cNvSpPr/>
      </dsp:nvSpPr>
      <dsp:spPr>
        <a:xfrm>
          <a:off x="2577489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бояри</a:t>
          </a:r>
          <a:endParaRPr lang="uk-UA" sz="1700" kern="1200"/>
        </a:p>
      </dsp:txBody>
      <dsp:txXfrm>
        <a:off x="2660331" y="496219"/>
        <a:ext cx="1531337" cy="1531337"/>
      </dsp:txXfrm>
    </dsp:sp>
    <dsp:sp modelId="{F8B118E8-8F8D-4AEE-8F7E-3BF1C7A5782B}">
      <dsp:nvSpPr>
        <dsp:cNvPr id="0" name=""/>
        <dsp:cNvSpPr/>
      </dsp:nvSpPr>
      <dsp:spPr>
        <a:xfrm>
          <a:off x="749927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смерди</a:t>
          </a:r>
          <a:endParaRPr lang="uk-UA" sz="1700" kern="1200"/>
        </a:p>
      </dsp:txBody>
      <dsp:txXfrm>
        <a:off x="832769" y="2323781"/>
        <a:ext cx="1531337" cy="1531337"/>
      </dsp:txXfrm>
    </dsp:sp>
    <dsp:sp modelId="{060CC4A7-9849-4AAF-B6A6-D70774D483C2}">
      <dsp:nvSpPr>
        <dsp:cNvPr id="0" name=""/>
        <dsp:cNvSpPr/>
      </dsp:nvSpPr>
      <dsp:spPr>
        <a:xfrm>
          <a:off x="2577489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дружинники</a:t>
          </a:r>
          <a:endParaRPr lang="uk-UA" sz="1700" kern="1200"/>
        </a:p>
      </dsp:txBody>
      <dsp:txXfrm>
        <a:off x="2660331" y="2323781"/>
        <a:ext cx="1531337" cy="153133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569D8-6896-48B9-9727-B8621284478C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6A6C4-876F-491C-95FF-A521D312F3AC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Святослава Ігоревича</a:t>
          </a:r>
          <a:endParaRPr lang="uk-UA" sz="1400" kern="1200"/>
        </a:p>
      </dsp:txBody>
      <dsp:txXfrm>
        <a:off x="1071824" y="412218"/>
        <a:ext cx="1272111" cy="1272111"/>
      </dsp:txXfrm>
    </dsp:sp>
    <dsp:sp modelId="{78059488-7DA9-43C2-8FF5-6290BC329CED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 err="1"/>
            <a:t>Володимира</a:t>
          </a:r>
          <a:r>
            <a:rPr lang="ru-RU" sz="1400" b="0" i="0" kern="1200" dirty="0"/>
            <a:t> Великого</a:t>
          </a:r>
          <a:endParaRPr lang="uk-UA" sz="1400" kern="1200" dirty="0"/>
        </a:p>
      </dsp:txBody>
      <dsp:txXfrm>
        <a:off x="2590014" y="412218"/>
        <a:ext cx="1272111" cy="1272111"/>
      </dsp:txXfrm>
    </dsp:sp>
    <dsp:sp modelId="{AF8BD285-6588-4DAB-8C9E-A3B684D83DE1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Ярослава Мудрого</a:t>
          </a:r>
          <a:endParaRPr lang="uk-UA" sz="1400" kern="1200"/>
        </a:p>
      </dsp:txBody>
      <dsp:txXfrm>
        <a:off x="1071824" y="1930408"/>
        <a:ext cx="1272111" cy="1272111"/>
      </dsp:txXfrm>
    </dsp:sp>
    <dsp:sp modelId="{766AA1BD-E87A-497B-B5F3-6DDDB4EC6DAD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dirty="0" err="1"/>
            <a:t>Володимира</a:t>
          </a:r>
          <a:r>
            <a:rPr lang="ru-RU" sz="1400" b="0" i="0" kern="1200" dirty="0"/>
            <a:t> Мономаха</a:t>
          </a:r>
          <a:endParaRPr lang="uk-UA" sz="1400" kern="1200" dirty="0"/>
        </a:p>
      </dsp:txBody>
      <dsp:txXfrm>
        <a:off x="2590014" y="1930408"/>
        <a:ext cx="1272111" cy="1272111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66BA0-9674-44A9-84E6-3F46BCC0D724}">
      <dsp:nvSpPr>
        <dsp:cNvPr id="0" name=""/>
        <dsp:cNvSpPr/>
      </dsp:nvSpPr>
      <dsp:spPr>
        <a:xfrm>
          <a:off x="-4086048" y="-627134"/>
          <a:ext cx="4869007" cy="4869007"/>
        </a:xfrm>
        <a:prstGeom prst="blockArc">
          <a:avLst>
            <a:gd name="adj1" fmla="val 18900000"/>
            <a:gd name="adj2" fmla="val 2700000"/>
            <a:gd name="adj3" fmla="val 444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B3D17-F575-442C-B4BC-8590D6E97989}">
      <dsp:nvSpPr>
        <dsp:cNvPr id="0" name=""/>
        <dsp:cNvSpPr/>
      </dsp:nvSpPr>
      <dsp:spPr>
        <a:xfrm>
          <a:off x="410257" y="277901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скотарство та землеробство.</a:t>
          </a:r>
          <a:endParaRPr lang="uk-UA" sz="1600" kern="1200"/>
        </a:p>
      </dsp:txBody>
      <dsp:txXfrm>
        <a:off x="410257" y="277901"/>
        <a:ext cx="4478776" cy="556091"/>
      </dsp:txXfrm>
    </dsp:sp>
    <dsp:sp modelId="{16218A04-A428-48E9-9813-F7AAE49140A3}">
      <dsp:nvSpPr>
        <dsp:cNvPr id="0" name=""/>
        <dsp:cNvSpPr/>
      </dsp:nvSpPr>
      <dsp:spPr>
        <a:xfrm>
          <a:off x="62700" y="208389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46BD1-6B8B-46A0-AC01-071201776BC1}">
      <dsp:nvSpPr>
        <dsp:cNvPr id="0" name=""/>
        <dsp:cNvSpPr/>
      </dsp:nvSpPr>
      <dsp:spPr>
        <a:xfrm>
          <a:off x="729077" y="1112182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землеробство та чорна металургія.</a:t>
          </a:r>
          <a:endParaRPr lang="uk-UA" sz="1600" kern="1200"/>
        </a:p>
      </dsp:txBody>
      <dsp:txXfrm>
        <a:off x="729077" y="1112182"/>
        <a:ext cx="4159956" cy="556091"/>
      </dsp:txXfrm>
    </dsp:sp>
    <dsp:sp modelId="{99104817-F3AE-4904-AFEB-C29CE43EA60B}">
      <dsp:nvSpPr>
        <dsp:cNvPr id="0" name=""/>
        <dsp:cNvSpPr/>
      </dsp:nvSpPr>
      <dsp:spPr>
        <a:xfrm>
          <a:off x="381520" y="1042671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B37BA-E39A-4D4B-A65A-3D0ECBA5470D}">
      <dsp:nvSpPr>
        <dsp:cNvPr id="0" name=""/>
        <dsp:cNvSpPr/>
      </dsp:nvSpPr>
      <dsp:spPr>
        <a:xfrm>
          <a:off x="729077" y="1946464"/>
          <a:ext cx="415995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чорна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металургія</a:t>
          </a:r>
          <a:r>
            <a:rPr lang="ru-RU" sz="1600" b="0" i="0" kern="1200" dirty="0"/>
            <a:t> та </a:t>
          </a:r>
          <a:r>
            <a:rPr lang="ru-RU" sz="1600" b="0" i="0" kern="1200" dirty="0" err="1"/>
            <a:t>торгівля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729077" y="1946464"/>
        <a:ext cx="4159956" cy="556091"/>
      </dsp:txXfrm>
    </dsp:sp>
    <dsp:sp modelId="{F4653D1F-10D2-4AD4-B628-2CB902528AAD}">
      <dsp:nvSpPr>
        <dsp:cNvPr id="0" name=""/>
        <dsp:cNvSpPr/>
      </dsp:nvSpPr>
      <dsp:spPr>
        <a:xfrm>
          <a:off x="381520" y="1876952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47B80-2B22-427D-9499-27EC27C8CABE}">
      <dsp:nvSpPr>
        <dsp:cNvPr id="0" name=""/>
        <dsp:cNvSpPr/>
      </dsp:nvSpPr>
      <dsp:spPr>
        <a:xfrm>
          <a:off x="410257" y="2780745"/>
          <a:ext cx="4478776" cy="556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3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торгівля</a:t>
          </a:r>
          <a:r>
            <a:rPr lang="ru-RU" sz="1600" b="0" i="0" kern="1200" dirty="0"/>
            <a:t> та </a:t>
          </a:r>
          <a:r>
            <a:rPr lang="ru-RU" sz="1600" b="0" i="0" kern="1200" dirty="0" err="1"/>
            <a:t>промисли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410257" y="2780745"/>
        <a:ext cx="4478776" cy="556091"/>
      </dsp:txXfrm>
    </dsp:sp>
    <dsp:sp modelId="{179B62F5-61AE-4000-BE87-D951FAA4D755}">
      <dsp:nvSpPr>
        <dsp:cNvPr id="0" name=""/>
        <dsp:cNvSpPr/>
      </dsp:nvSpPr>
      <dsp:spPr>
        <a:xfrm>
          <a:off x="62700" y="2711234"/>
          <a:ext cx="695114" cy="695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FC874-C422-4C5D-9706-EBF219C81B39}">
      <dsp:nvSpPr>
        <dsp:cNvPr id="0" name=""/>
        <dsp:cNvSpPr/>
      </dsp:nvSpPr>
      <dsp:spPr>
        <a:xfrm>
          <a:off x="1528730" y="36147"/>
          <a:ext cx="1879663" cy="18796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VII—IX </a:t>
          </a:r>
          <a:r>
            <a:rPr lang="uk-UA" sz="2300" b="0" i="0" kern="1200"/>
            <a:t>ст.</a:t>
          </a:r>
          <a:endParaRPr lang="uk-UA" sz="2300" kern="1200"/>
        </a:p>
      </dsp:txBody>
      <dsp:txXfrm>
        <a:off x="1745614" y="289179"/>
        <a:ext cx="1445895" cy="596431"/>
      </dsp:txXfrm>
    </dsp:sp>
    <dsp:sp modelId="{7CB94FDA-2302-4130-8541-EBAB99D09C82}">
      <dsp:nvSpPr>
        <dsp:cNvPr id="0" name=""/>
        <dsp:cNvSpPr/>
      </dsp:nvSpPr>
      <dsp:spPr>
        <a:xfrm>
          <a:off x="2360120" y="867537"/>
          <a:ext cx="1879663" cy="18796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VIII—XII </a:t>
          </a:r>
          <a:r>
            <a:rPr lang="uk-UA" sz="2300" b="0" i="0" kern="1200"/>
            <a:t>ст.</a:t>
          </a:r>
          <a:endParaRPr lang="uk-UA" sz="2300" kern="1200"/>
        </a:p>
      </dsp:txBody>
      <dsp:txXfrm>
        <a:off x="3372246" y="1084421"/>
        <a:ext cx="722947" cy="1445895"/>
      </dsp:txXfrm>
    </dsp:sp>
    <dsp:sp modelId="{B7E54421-B0DE-4E58-AA8D-BD154F061CB4}">
      <dsp:nvSpPr>
        <dsp:cNvPr id="0" name=""/>
        <dsp:cNvSpPr/>
      </dsp:nvSpPr>
      <dsp:spPr>
        <a:xfrm>
          <a:off x="1528730" y="1698926"/>
          <a:ext cx="1879663" cy="18796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IX—XIII </a:t>
          </a:r>
          <a:r>
            <a:rPr lang="uk-UA" sz="2300" b="0" i="0" kern="1200" dirty="0"/>
            <a:t>ст.</a:t>
          </a:r>
          <a:endParaRPr lang="uk-UA" sz="2300" kern="1200" dirty="0"/>
        </a:p>
      </dsp:txBody>
      <dsp:txXfrm>
        <a:off x="1745614" y="2729127"/>
        <a:ext cx="1445895" cy="596431"/>
      </dsp:txXfrm>
    </dsp:sp>
    <dsp:sp modelId="{5AEE839C-C81C-4643-9CFB-830EB8DAC41B}">
      <dsp:nvSpPr>
        <dsp:cNvPr id="0" name=""/>
        <dsp:cNvSpPr/>
      </dsp:nvSpPr>
      <dsp:spPr>
        <a:xfrm>
          <a:off x="697340" y="867537"/>
          <a:ext cx="1879663" cy="18796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X—XIV </a:t>
          </a:r>
          <a:r>
            <a:rPr lang="uk-UA" sz="2300" b="0" i="0" kern="1200" dirty="0"/>
            <a:t>ст.</a:t>
          </a:r>
          <a:endParaRPr lang="uk-UA" sz="2300" kern="1200" dirty="0"/>
        </a:p>
      </dsp:txBody>
      <dsp:txXfrm>
        <a:off x="841930" y="1084421"/>
        <a:ext cx="722947" cy="1445895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32C62-423D-4565-8513-7F6598F9BFEA}">
      <dsp:nvSpPr>
        <dsp:cNvPr id="0" name=""/>
        <dsp:cNvSpPr/>
      </dsp:nvSpPr>
      <dsp:spPr>
        <a:xfrm>
          <a:off x="0" y="577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вільних</a:t>
          </a:r>
          <a:r>
            <a:rPr lang="ru-RU" sz="1500" b="0" i="0" kern="1200" dirty="0"/>
            <a:t> селян,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мали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земельні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наділи</a:t>
          </a:r>
          <a:r>
            <a:rPr lang="ru-RU" sz="1500" b="0" i="0" kern="1200" dirty="0"/>
            <a:t>, вели </a:t>
          </a:r>
          <a:r>
            <a:rPr lang="ru-RU" sz="1500" b="0" i="0" kern="1200" dirty="0" err="1"/>
            <a:t>своє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господарство</a:t>
          </a:r>
          <a:r>
            <a:rPr lang="ru-RU" sz="1500" b="0" i="0" kern="1200" dirty="0"/>
            <a:t> та </a:t>
          </a:r>
          <a:r>
            <a:rPr lang="ru-RU" sz="1500" b="0" i="0" kern="1200" dirty="0" err="1"/>
            <a:t>виконували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повинності</a:t>
          </a:r>
          <a:r>
            <a:rPr lang="ru-RU" sz="1500" b="0" i="0" kern="1200" dirty="0"/>
            <a:t> на </a:t>
          </a:r>
          <a:r>
            <a:rPr lang="ru-RU" sz="1500" b="0" i="0" kern="1200" dirty="0" err="1"/>
            <a:t>користь</a:t>
          </a:r>
          <a:r>
            <a:rPr lang="ru-RU" sz="1500" b="0" i="0" kern="1200" dirty="0"/>
            <a:t> феодала.</a:t>
          </a:r>
          <a:endParaRPr lang="uk-UA" sz="1500" kern="1200" dirty="0"/>
        </a:p>
      </dsp:txBody>
      <dsp:txXfrm>
        <a:off x="41123" y="98891"/>
        <a:ext cx="4854879" cy="760154"/>
      </dsp:txXfrm>
    </dsp:sp>
    <dsp:sp modelId="{0324C026-287F-4BCD-81F7-7B840A3B0696}">
      <dsp:nvSpPr>
        <dsp:cNvPr id="0" name=""/>
        <dsp:cNvSpPr/>
      </dsp:nvSpPr>
      <dsp:spPr>
        <a:xfrm>
          <a:off x="0" y="9433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людей,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перебували</a:t>
          </a:r>
          <a:r>
            <a:rPr lang="ru-RU" sz="1500" b="0" i="0" kern="1200" dirty="0"/>
            <a:t> у </a:t>
          </a:r>
          <a:r>
            <a:rPr lang="ru-RU" sz="1500" b="0" i="0" kern="1200" dirty="0" err="1"/>
            <a:t>повній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власності</a:t>
          </a:r>
          <a:r>
            <a:rPr lang="ru-RU" sz="1500" b="0" i="0" kern="1200" dirty="0"/>
            <a:t> феодала (</a:t>
          </a:r>
          <a:r>
            <a:rPr lang="ru-RU" sz="1500" b="0" i="0" kern="1200" dirty="0" err="1"/>
            <a:t>продавалися</a:t>
          </a:r>
          <a:r>
            <a:rPr lang="ru-RU" sz="1500" b="0" i="0" kern="1200" dirty="0"/>
            <a:t>, </a:t>
          </a:r>
          <a:r>
            <a:rPr lang="ru-RU" sz="1500" b="0" i="0" kern="1200" dirty="0" err="1"/>
            <a:t>дарувалися</a:t>
          </a:r>
          <a:r>
            <a:rPr lang="ru-RU" sz="1500" b="0" i="0" kern="1200" dirty="0"/>
            <a:t>, передавались у </a:t>
          </a:r>
          <a:r>
            <a:rPr lang="ru-RU" sz="1500" b="0" i="0" kern="1200" dirty="0" err="1"/>
            <a:t>спадщину</a:t>
          </a:r>
          <a:r>
            <a:rPr lang="ru-RU" sz="1500" b="0" i="0" kern="1200" dirty="0"/>
            <a:t>).</a:t>
          </a:r>
          <a:endParaRPr lang="uk-UA" sz="1500" kern="1200" dirty="0"/>
        </a:p>
      </dsp:txBody>
      <dsp:txXfrm>
        <a:off x="41123" y="984491"/>
        <a:ext cx="4854879" cy="760154"/>
      </dsp:txXfrm>
    </dsp:sp>
    <dsp:sp modelId="{25B9B32E-D803-4435-8CBB-58F041858505}">
      <dsp:nvSpPr>
        <dsp:cNvPr id="0" name=""/>
        <dsp:cNvSpPr/>
      </dsp:nvSpPr>
      <dsp:spPr>
        <a:xfrm>
          <a:off x="0" y="18289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селян, які потрапили у залежність від феодала, відпрацьовуючи у його господарстві взяті у борг гроші.</a:t>
          </a:r>
          <a:endParaRPr lang="uk-UA" sz="1500" kern="1200"/>
        </a:p>
      </dsp:txBody>
      <dsp:txXfrm>
        <a:off x="41123" y="1870091"/>
        <a:ext cx="4854879" cy="760154"/>
      </dsp:txXfrm>
    </dsp:sp>
    <dsp:sp modelId="{A7DAA88F-DA22-44EA-86A0-1476E7FF2AD2}">
      <dsp:nvSpPr>
        <dsp:cNvPr id="0" name=""/>
        <dsp:cNvSpPr/>
      </dsp:nvSpPr>
      <dsp:spPr>
        <a:xfrm>
          <a:off x="0" y="2714569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 err="1"/>
            <a:t>ремісників</a:t>
          </a:r>
          <a:r>
            <a:rPr lang="ru-RU" sz="1500" b="0" i="0" kern="1200" dirty="0"/>
            <a:t>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мешкали у </a:t>
          </a:r>
          <a:r>
            <a:rPr lang="ru-RU" sz="1500" b="0" i="0" kern="1200" dirty="0" err="1"/>
            <a:t>садибах</a:t>
          </a:r>
          <a:r>
            <a:rPr lang="ru-RU" sz="1500" b="0" i="0" kern="1200" dirty="0"/>
            <a:t> </a:t>
          </a:r>
          <a:r>
            <a:rPr lang="ru-RU" sz="1500" b="0" i="0" kern="1200" dirty="0" err="1"/>
            <a:t>феодалів</a:t>
          </a:r>
          <a:r>
            <a:rPr lang="ru-RU" sz="1500" b="0" i="0" kern="1200" dirty="0"/>
            <a:t>, </a:t>
          </a:r>
          <a:r>
            <a:rPr lang="ru-RU" sz="1500" b="0" i="0" kern="1200" dirty="0" err="1"/>
            <a:t>працювали</a:t>
          </a:r>
          <a:r>
            <a:rPr lang="ru-RU" sz="1500" b="0" i="0" kern="1200" dirty="0"/>
            <a:t> у </a:t>
          </a:r>
          <a:r>
            <a:rPr lang="ru-RU" sz="1500" b="0" i="0" kern="1200" dirty="0" err="1"/>
            <a:t>їхніх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майстернях</a:t>
          </a:r>
          <a:r>
            <a:rPr lang="ru-RU" sz="1500" b="0" i="0" kern="1200" dirty="0"/>
            <a:t> і </a:t>
          </a:r>
          <a:r>
            <a:rPr lang="ru-RU" sz="1500" b="0" i="0" kern="1200" dirty="0" err="1"/>
            <a:t>сплачували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грошову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данину</a:t>
          </a:r>
          <a:endParaRPr lang="uk-UA" sz="1500" kern="1200" dirty="0"/>
        </a:p>
      </dsp:txBody>
      <dsp:txXfrm>
        <a:off x="41123" y="2755692"/>
        <a:ext cx="4854879" cy="760154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48E70-6E80-40FA-AF86-3D563E816768}">
      <dsp:nvSpPr>
        <dsp:cNvPr id="0" name=""/>
        <dsp:cNvSpPr/>
      </dsp:nvSpPr>
      <dsp:spPr>
        <a:xfrm>
          <a:off x="0" y="45888"/>
          <a:ext cx="4937125" cy="172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розгортання тривалої боротьби держави та церкви з традиційними віруваннями.</a:t>
          </a:r>
          <a:endParaRPr lang="uk-UA" sz="2400" kern="1200" dirty="0"/>
        </a:p>
      </dsp:txBody>
      <dsp:txXfrm>
        <a:off x="84301" y="130189"/>
        <a:ext cx="4768523" cy="1558318"/>
      </dsp:txXfrm>
    </dsp:sp>
    <dsp:sp modelId="{C490629A-EBF3-49DB-BF9A-5AC00BBF91CD}">
      <dsp:nvSpPr>
        <dsp:cNvPr id="0" name=""/>
        <dsp:cNvSpPr/>
      </dsp:nvSpPr>
      <dsp:spPr>
        <a:xfrm>
          <a:off x="0" y="1841929"/>
          <a:ext cx="4937125" cy="172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об’єднання всіх східнослов’янських племен у єдину державу під зверхністю Константинополя</a:t>
          </a:r>
          <a:endParaRPr lang="uk-UA" sz="2400" kern="1200" dirty="0"/>
        </a:p>
      </dsp:txBody>
      <dsp:txXfrm>
        <a:off x="84301" y="1926230"/>
        <a:ext cx="4768523" cy="1558318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9BBB0-D971-4387-B015-CABE4A7A021C}">
      <dsp:nvSpPr>
        <dsp:cNvPr id="0" name=""/>
        <dsp:cNvSpPr/>
      </dsp:nvSpPr>
      <dsp:spPr>
        <a:xfrm>
          <a:off x="0" y="59928"/>
          <a:ext cx="4933950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установлення повної воєнно-політичної залежності Київської Русі від Візантійської імперії.</a:t>
          </a:r>
          <a:endParaRPr lang="uk-UA" sz="2400" kern="1200" dirty="0"/>
        </a:p>
      </dsp:txBody>
      <dsp:txXfrm>
        <a:off x="83616" y="143544"/>
        <a:ext cx="4766718" cy="1545648"/>
      </dsp:txXfrm>
    </dsp:sp>
    <dsp:sp modelId="{12CEEDAD-0B1A-4402-8FB3-32C8B088524E}">
      <dsp:nvSpPr>
        <dsp:cNvPr id="0" name=""/>
        <dsp:cNvSpPr/>
      </dsp:nvSpPr>
      <dsp:spPr>
        <a:xfrm>
          <a:off x="0" y="1841929"/>
          <a:ext cx="4933950" cy="171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посилення політичної та культурної ізоляції Київської Русі з боку держав Західної Європи.</a:t>
          </a:r>
          <a:endParaRPr lang="uk-UA" sz="2400" kern="1200" dirty="0"/>
        </a:p>
      </dsp:txBody>
      <dsp:txXfrm>
        <a:off x="83616" y="1925545"/>
        <a:ext cx="4766718" cy="1545648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02F69-0CAB-4D04-90AB-757F03E9702B}">
      <dsp:nvSpPr>
        <dsp:cNvPr id="0" name=""/>
        <dsp:cNvSpPr/>
      </dsp:nvSpPr>
      <dsp:spPr>
        <a:xfrm>
          <a:off x="0" y="60030"/>
          <a:ext cx="4937125" cy="671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картини, написані фарбами (водяними або на вапняному молоці) по свіжій вогкій штукатурці</a:t>
          </a:r>
          <a:endParaRPr lang="uk-UA" sz="1200" kern="1200"/>
        </a:p>
      </dsp:txBody>
      <dsp:txXfrm>
        <a:off x="32770" y="92800"/>
        <a:ext cx="4871585" cy="605747"/>
      </dsp:txXfrm>
    </dsp:sp>
    <dsp:sp modelId="{B39F6050-830C-48BA-9120-BDC0D6C3FC2A}">
      <dsp:nvSpPr>
        <dsp:cNvPr id="0" name=""/>
        <dsp:cNvSpPr/>
      </dsp:nvSpPr>
      <dsp:spPr>
        <a:xfrm>
          <a:off x="0" y="765877"/>
          <a:ext cx="4937125" cy="671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кольорові малюнки, що ілюстрували й доповнювали текст рукопису та розміщувалися на його полях або між рядками</a:t>
          </a:r>
          <a:endParaRPr lang="uk-UA" sz="1200" kern="1200" dirty="0"/>
        </a:p>
      </dsp:txBody>
      <dsp:txXfrm>
        <a:off x="32770" y="798647"/>
        <a:ext cx="4871585" cy="605747"/>
      </dsp:txXfrm>
    </dsp:sp>
    <dsp:sp modelId="{54BB6C5A-B5C8-44B5-8021-A4A17A81A3DC}">
      <dsp:nvSpPr>
        <dsp:cNvPr id="0" name=""/>
        <dsp:cNvSpPr/>
      </dsp:nvSpPr>
      <dsp:spPr>
        <a:xfrm>
          <a:off x="0" y="1471725"/>
          <a:ext cx="4937125" cy="671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народні епічні пісні, у яких, як правило, прославлялися подвиги давньоруських героїв-богатирів у боротьбі з кочовиками</a:t>
          </a:r>
          <a:endParaRPr lang="uk-UA" sz="1200" kern="1200" dirty="0"/>
        </a:p>
      </dsp:txBody>
      <dsp:txXfrm>
        <a:off x="32770" y="1504495"/>
        <a:ext cx="4871585" cy="605747"/>
      </dsp:txXfrm>
    </dsp:sp>
    <dsp:sp modelId="{90F3CE31-BCA9-4262-B874-C443CE804C3B}">
      <dsp:nvSpPr>
        <dsp:cNvPr id="0" name=""/>
        <dsp:cNvSpPr/>
      </dsp:nvSpPr>
      <dsp:spPr>
        <a:xfrm>
          <a:off x="0" y="2177572"/>
          <a:ext cx="4937125" cy="671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/>
            <a:t>зображення, зроблені з окремих, щільно припасованих один до одного й закріплених на цементі різнокольорових шматочків скла, мармуру тощо</a:t>
          </a:r>
          <a:endParaRPr lang="uk-UA" sz="1200" kern="1200"/>
        </a:p>
      </dsp:txBody>
      <dsp:txXfrm>
        <a:off x="32770" y="2210342"/>
        <a:ext cx="4871585" cy="605747"/>
      </dsp:txXfrm>
    </dsp:sp>
    <dsp:sp modelId="{02CE4A7C-A9EC-4047-9AAE-D62680B66E34}">
      <dsp:nvSpPr>
        <dsp:cNvPr id="0" name=""/>
        <dsp:cNvSpPr/>
      </dsp:nvSpPr>
      <dsp:spPr>
        <a:xfrm>
          <a:off x="0" y="2883420"/>
          <a:ext cx="4937125" cy="671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dirty="0"/>
            <a:t>історико-літературні твори, створені на основі різних джерел, у яких оповіді про події та факти подаються за роками</a:t>
          </a:r>
          <a:endParaRPr lang="uk-UA" sz="1200" kern="1200" dirty="0"/>
        </a:p>
      </dsp:txBody>
      <dsp:txXfrm>
        <a:off x="32770" y="2916190"/>
        <a:ext cx="4871585" cy="605747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A5015-39ED-4C05-8627-8E4BEE5997C6}">
      <dsp:nvSpPr>
        <dsp:cNvPr id="0" name=""/>
        <dsp:cNvSpPr/>
      </dsp:nvSpPr>
      <dsp:spPr>
        <a:xfrm>
          <a:off x="659606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C0C3B-B7E2-44E2-B20E-8A265D4084BE}">
      <dsp:nvSpPr>
        <dsp:cNvPr id="0" name=""/>
        <dsp:cNvSpPr/>
      </dsp:nvSpPr>
      <dsp:spPr>
        <a:xfrm>
          <a:off x="100300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билини</a:t>
          </a:r>
          <a:endParaRPr lang="uk-UA" sz="2000" kern="1200"/>
        </a:p>
      </dsp:txBody>
      <dsp:txXfrm>
        <a:off x="1071824" y="412218"/>
        <a:ext cx="1272111" cy="1272111"/>
      </dsp:txXfrm>
    </dsp:sp>
    <dsp:sp modelId="{77C9B059-9ED7-45FD-B412-BD398DB85ECD}">
      <dsp:nvSpPr>
        <dsp:cNvPr id="0" name=""/>
        <dsp:cNvSpPr/>
      </dsp:nvSpPr>
      <dsp:spPr>
        <a:xfrm>
          <a:off x="2521196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літописи</a:t>
          </a:r>
          <a:endParaRPr lang="uk-UA" sz="2000" kern="1200" dirty="0"/>
        </a:p>
      </dsp:txBody>
      <dsp:txXfrm>
        <a:off x="2590014" y="412218"/>
        <a:ext cx="1272111" cy="1272111"/>
      </dsp:txXfrm>
    </dsp:sp>
    <dsp:sp modelId="{72E0DA3D-1AEB-4B94-90DD-29DAB7F927CB}">
      <dsp:nvSpPr>
        <dsp:cNvPr id="0" name=""/>
        <dsp:cNvSpPr/>
      </dsp:nvSpPr>
      <dsp:spPr>
        <a:xfrm>
          <a:off x="100300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мозаїки</a:t>
          </a:r>
          <a:endParaRPr lang="uk-UA" sz="2000" kern="1200"/>
        </a:p>
      </dsp:txBody>
      <dsp:txXfrm>
        <a:off x="1071824" y="1930408"/>
        <a:ext cx="1272111" cy="1272111"/>
      </dsp:txXfrm>
    </dsp:sp>
    <dsp:sp modelId="{0E559CB2-FD4C-4BF7-A2C4-E0CD2766BA98}">
      <dsp:nvSpPr>
        <dsp:cNvPr id="0" name=""/>
        <dsp:cNvSpPr/>
      </dsp:nvSpPr>
      <dsp:spPr>
        <a:xfrm>
          <a:off x="2521196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фрески</a:t>
          </a:r>
          <a:endParaRPr lang="uk-UA" sz="2000" kern="1200" dirty="0"/>
        </a:p>
      </dsp:txBody>
      <dsp:txXfrm>
        <a:off x="2590014" y="1930408"/>
        <a:ext cx="1272111" cy="1272111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0480D-976E-4BC3-83EF-FC144A7F70EC}">
      <dsp:nvSpPr>
        <dsp:cNvPr id="0" name=""/>
        <dsp:cNvSpPr/>
      </dsp:nvSpPr>
      <dsp:spPr>
        <a:xfrm>
          <a:off x="0" y="577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селян,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мали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земельні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наділи</a:t>
          </a:r>
          <a:r>
            <a:rPr lang="ru-RU" sz="1500" b="0" i="0" kern="1200" dirty="0"/>
            <a:t>, вели </a:t>
          </a:r>
          <a:r>
            <a:rPr lang="ru-RU" sz="1500" b="0" i="0" kern="1200" dirty="0" err="1"/>
            <a:t>своє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господарство</a:t>
          </a:r>
          <a:r>
            <a:rPr lang="ru-RU" sz="1500" b="0" i="0" kern="1200" dirty="0"/>
            <a:t> та </a:t>
          </a:r>
          <a:r>
            <a:rPr lang="ru-RU" sz="1500" b="0" i="0" kern="1200" dirty="0" err="1"/>
            <a:t>виконували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повинності</a:t>
          </a:r>
          <a:r>
            <a:rPr lang="ru-RU" sz="1500" b="0" i="0" kern="1200" dirty="0"/>
            <a:t> на </a:t>
          </a:r>
          <a:r>
            <a:rPr lang="ru-RU" sz="1500" b="0" i="0" kern="1200" dirty="0" err="1"/>
            <a:t>користь</a:t>
          </a:r>
          <a:r>
            <a:rPr lang="ru-RU" sz="1500" b="0" i="0" kern="1200" dirty="0"/>
            <a:t> феодала.</a:t>
          </a:r>
          <a:endParaRPr lang="uk-UA" sz="1500" kern="1200" dirty="0"/>
        </a:p>
      </dsp:txBody>
      <dsp:txXfrm>
        <a:off x="41123" y="98891"/>
        <a:ext cx="4854879" cy="760154"/>
      </dsp:txXfrm>
    </dsp:sp>
    <dsp:sp modelId="{384D8949-76B8-40A9-9582-5ED6E75A1642}">
      <dsp:nvSpPr>
        <dsp:cNvPr id="0" name=""/>
        <dsp:cNvSpPr/>
      </dsp:nvSpPr>
      <dsp:spPr>
        <a:xfrm>
          <a:off x="0" y="9433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людей,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перебували</a:t>
          </a:r>
          <a:r>
            <a:rPr lang="ru-RU" sz="1500" b="0" i="0" kern="1200" dirty="0"/>
            <a:t> у </a:t>
          </a:r>
          <a:r>
            <a:rPr lang="ru-RU" sz="1500" b="0" i="0" kern="1200" dirty="0" err="1"/>
            <a:t>повній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власності</a:t>
          </a:r>
          <a:r>
            <a:rPr lang="ru-RU" sz="1500" b="0" i="0" kern="1200" dirty="0"/>
            <a:t> феодала (</a:t>
          </a:r>
          <a:r>
            <a:rPr lang="ru-RU" sz="1500" b="0" i="0" kern="1200" dirty="0" err="1"/>
            <a:t>продавалися</a:t>
          </a:r>
          <a:r>
            <a:rPr lang="ru-RU" sz="1500" b="0" i="0" kern="1200" dirty="0"/>
            <a:t>, </a:t>
          </a:r>
          <a:r>
            <a:rPr lang="ru-RU" sz="1500" b="0" i="0" kern="1200" dirty="0" err="1"/>
            <a:t>дарувалися</a:t>
          </a:r>
          <a:r>
            <a:rPr lang="ru-RU" sz="1500" b="0" i="0" kern="1200" dirty="0"/>
            <a:t>, </a:t>
          </a:r>
          <a:r>
            <a:rPr lang="ru-RU" sz="1500" b="0" i="0" kern="1200" dirty="0" err="1"/>
            <a:t>передавалися</a:t>
          </a:r>
          <a:r>
            <a:rPr lang="ru-RU" sz="1500" b="0" i="0" kern="1200" dirty="0"/>
            <a:t> в </a:t>
          </a:r>
          <a:r>
            <a:rPr lang="ru-RU" sz="1500" b="0" i="0" kern="1200" dirty="0" err="1"/>
            <a:t>спадщину</a:t>
          </a:r>
          <a:r>
            <a:rPr lang="ru-RU" sz="1500" b="0" i="0" kern="1200" dirty="0"/>
            <a:t>).</a:t>
          </a:r>
          <a:endParaRPr lang="uk-UA" sz="1500" kern="1200" dirty="0"/>
        </a:p>
      </dsp:txBody>
      <dsp:txXfrm>
        <a:off x="41123" y="984491"/>
        <a:ext cx="4854879" cy="760154"/>
      </dsp:txXfrm>
    </dsp:sp>
    <dsp:sp modelId="{D3E1EEC6-52F9-48EE-AD81-752C2D21AC65}">
      <dsp:nvSpPr>
        <dsp:cNvPr id="0" name=""/>
        <dsp:cNvSpPr/>
      </dsp:nvSpPr>
      <dsp:spPr>
        <a:xfrm>
          <a:off x="0" y="1828968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ремісників, які мешкали в садибах феодалів, працювали в їхніх майстернях і сплачували грошову данину.</a:t>
          </a:r>
          <a:endParaRPr lang="uk-UA" sz="1500" kern="1200"/>
        </a:p>
      </dsp:txBody>
      <dsp:txXfrm>
        <a:off x="41123" y="1870091"/>
        <a:ext cx="4854879" cy="760154"/>
      </dsp:txXfrm>
    </dsp:sp>
    <dsp:sp modelId="{09B78DF7-8959-4F70-A16E-C506622D97B1}">
      <dsp:nvSpPr>
        <dsp:cNvPr id="0" name=""/>
        <dsp:cNvSpPr/>
      </dsp:nvSpPr>
      <dsp:spPr>
        <a:xfrm>
          <a:off x="0" y="2714569"/>
          <a:ext cx="4937125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dirty="0"/>
            <a:t>селян, </a:t>
          </a:r>
          <a:r>
            <a:rPr lang="ru-RU" sz="1500" b="0" i="0" kern="1200" dirty="0" err="1"/>
            <a:t>які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потрапили</a:t>
          </a:r>
          <a:r>
            <a:rPr lang="ru-RU" sz="1500" b="0" i="0" kern="1200" dirty="0"/>
            <a:t> в </a:t>
          </a:r>
          <a:r>
            <a:rPr lang="ru-RU" sz="1500" b="0" i="0" kern="1200" dirty="0" err="1"/>
            <a:t>залежність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від</a:t>
          </a:r>
          <a:r>
            <a:rPr lang="ru-RU" sz="1500" b="0" i="0" kern="1200" dirty="0"/>
            <a:t> феодала, </a:t>
          </a:r>
          <a:r>
            <a:rPr lang="ru-RU" sz="1500" b="0" i="0" kern="1200" dirty="0" err="1"/>
            <a:t>уклавши</a:t>
          </a:r>
          <a:r>
            <a:rPr lang="ru-RU" sz="1500" b="0" i="0" kern="1200" dirty="0"/>
            <a:t> з ним </a:t>
          </a:r>
          <a:r>
            <a:rPr lang="ru-RU" sz="1500" b="0" i="0" kern="1200" dirty="0" err="1"/>
            <a:t>договір</a:t>
          </a:r>
          <a:r>
            <a:rPr lang="ru-RU" sz="1500" b="0" i="0" kern="1200" dirty="0"/>
            <a:t> найму, </a:t>
          </a:r>
          <a:r>
            <a:rPr lang="ru-RU" sz="1500" b="0" i="0" kern="1200" dirty="0" err="1"/>
            <a:t>працювали</a:t>
          </a:r>
          <a:r>
            <a:rPr lang="ru-RU" sz="1500" b="0" i="0" kern="1200" dirty="0"/>
            <a:t> в </a:t>
          </a:r>
          <a:r>
            <a:rPr lang="ru-RU" sz="1500" b="0" i="0" kern="1200" dirty="0" err="1"/>
            <a:t>його</a:t>
          </a:r>
          <a:r>
            <a:rPr lang="ru-RU" sz="1500" b="0" i="0" kern="1200" dirty="0"/>
            <a:t> </a:t>
          </a:r>
          <a:r>
            <a:rPr lang="ru-RU" sz="1500" b="0" i="0" kern="1200" dirty="0" err="1"/>
            <a:t>господарстві</a:t>
          </a:r>
          <a:r>
            <a:rPr lang="ru-RU" sz="1500" b="0" i="0" kern="1200" dirty="0"/>
            <a:t>.</a:t>
          </a:r>
          <a:endParaRPr lang="uk-UA" sz="1500" kern="1200" dirty="0"/>
        </a:p>
      </dsp:txBody>
      <dsp:txXfrm>
        <a:off x="41123" y="2755692"/>
        <a:ext cx="4854879" cy="760154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C5947-3266-4682-B369-13E267B57210}">
      <dsp:nvSpPr>
        <dsp:cNvPr id="0" name=""/>
        <dsp:cNvSpPr/>
      </dsp:nvSpPr>
      <dsp:spPr>
        <a:xfrm>
          <a:off x="0" y="381408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поглиблення </a:t>
          </a:r>
          <a:r>
            <a:rPr lang="uk-UA" sz="1700" b="0" i="0" kern="1200" dirty="0" err="1"/>
            <a:t>феодальноі</a:t>
          </a:r>
          <a:r>
            <a:rPr lang="uk-UA" sz="1700" b="0" i="0" kern="1200" dirty="0"/>
            <a:t>̈ роздробленості в </a:t>
          </a:r>
          <a:r>
            <a:rPr lang="uk-UA" sz="1700" b="0" i="0" kern="1200" dirty="0" err="1"/>
            <a:t>країнах</a:t>
          </a:r>
          <a:r>
            <a:rPr lang="uk-UA" sz="1700" b="0" i="0" kern="1200" dirty="0"/>
            <a:t> </a:t>
          </a:r>
          <a:r>
            <a:rPr lang="uk-UA" sz="1700" b="0" i="0" kern="1200" dirty="0" err="1"/>
            <a:t>Західноі</a:t>
          </a:r>
          <a:r>
            <a:rPr lang="uk-UA" sz="1700" b="0" i="0" kern="1200" dirty="0"/>
            <a:t>̈ Європи.</a:t>
          </a:r>
          <a:endParaRPr lang="uk-UA" sz="1700" kern="1200" dirty="0"/>
        </a:p>
      </dsp:txBody>
      <dsp:txXfrm>
        <a:off x="33012" y="414420"/>
        <a:ext cx="4871101" cy="610236"/>
      </dsp:txXfrm>
    </dsp:sp>
    <dsp:sp modelId="{ECFB22A9-5A27-4476-945C-9D0A0552F3B6}">
      <dsp:nvSpPr>
        <dsp:cNvPr id="0" name=""/>
        <dsp:cNvSpPr/>
      </dsp:nvSpPr>
      <dsp:spPr>
        <a:xfrm>
          <a:off x="0" y="110662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запровадження християнства як державної релігії Русі.</a:t>
          </a:r>
          <a:endParaRPr lang="uk-UA" sz="1700" kern="1200"/>
        </a:p>
      </dsp:txBody>
      <dsp:txXfrm>
        <a:off x="33012" y="1139641"/>
        <a:ext cx="4871101" cy="610236"/>
      </dsp:txXfrm>
    </dsp:sp>
    <dsp:sp modelId="{7E131157-A06D-4607-9D6B-E4F3FA482F91}">
      <dsp:nvSpPr>
        <dsp:cNvPr id="0" name=""/>
        <dsp:cNvSpPr/>
      </dsp:nvSpPr>
      <dsp:spPr>
        <a:xfrm>
          <a:off x="0" y="183184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зростання могутності руських удільних князівств.</a:t>
          </a:r>
          <a:endParaRPr lang="uk-UA" sz="1700" kern="1200"/>
        </a:p>
      </dsp:txBody>
      <dsp:txXfrm>
        <a:off x="33012" y="1864861"/>
        <a:ext cx="4871101" cy="610236"/>
      </dsp:txXfrm>
    </dsp:sp>
    <dsp:sp modelId="{25D2C15C-BB05-4B43-8C43-044FBC63E8C7}">
      <dsp:nvSpPr>
        <dsp:cNvPr id="0" name=""/>
        <dsp:cNvSpPr/>
      </dsp:nvSpPr>
      <dsp:spPr>
        <a:xfrm>
          <a:off x="0" y="2557069"/>
          <a:ext cx="4937125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падіння </a:t>
          </a:r>
          <a:r>
            <a:rPr lang="uk-UA" sz="1700" b="0" i="0" kern="1200" dirty="0" err="1"/>
            <a:t>Візантійськоі</a:t>
          </a:r>
          <a:r>
            <a:rPr lang="uk-UA" sz="1700" b="0" i="0" kern="1200" dirty="0"/>
            <a:t>̈ </a:t>
          </a:r>
          <a:r>
            <a:rPr lang="uk-UA" sz="1700" b="0" i="0" kern="1200" dirty="0" err="1"/>
            <a:t>імперіі</a:t>
          </a:r>
          <a:r>
            <a:rPr lang="uk-UA" sz="1700" b="0" i="0" kern="1200" dirty="0"/>
            <a:t>̈</a:t>
          </a:r>
          <a:endParaRPr lang="uk-UA" sz="1700" kern="1200" dirty="0"/>
        </a:p>
      </dsp:txBody>
      <dsp:txXfrm>
        <a:off x="33012" y="2590081"/>
        <a:ext cx="4871101" cy="610236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E8967-9C42-4EA7-A77E-1DA5B1A067FE}">
      <dsp:nvSpPr>
        <dsp:cNvPr id="0" name=""/>
        <dsp:cNvSpPr/>
      </dsp:nvSpPr>
      <dsp:spPr>
        <a:xfrm>
          <a:off x="0" y="656988"/>
          <a:ext cx="493712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монгольської навали.</a:t>
          </a:r>
          <a:endParaRPr lang="uk-UA" sz="2200" kern="1200"/>
        </a:p>
      </dsp:txBody>
      <dsp:txXfrm>
        <a:off x="25759" y="682747"/>
        <a:ext cx="4885607" cy="476152"/>
      </dsp:txXfrm>
    </dsp:sp>
    <dsp:sp modelId="{69A5A783-4EBF-43E2-8069-7CDD0FAABA2A}">
      <dsp:nvSpPr>
        <dsp:cNvPr id="0" name=""/>
        <dsp:cNvSpPr/>
      </dsp:nvSpPr>
      <dsp:spPr>
        <a:xfrm>
          <a:off x="0" y="1248018"/>
          <a:ext cx="493712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політичної роздробленості.</a:t>
          </a:r>
          <a:endParaRPr lang="uk-UA" sz="2200" kern="1200"/>
        </a:p>
      </dsp:txBody>
      <dsp:txXfrm>
        <a:off x="25759" y="1273777"/>
        <a:ext cx="4885607" cy="476152"/>
      </dsp:txXfrm>
    </dsp:sp>
    <dsp:sp modelId="{5DD98661-1322-47C7-9A5E-7804DA616BC5}">
      <dsp:nvSpPr>
        <dsp:cNvPr id="0" name=""/>
        <dsp:cNvSpPr/>
      </dsp:nvSpPr>
      <dsp:spPr>
        <a:xfrm>
          <a:off x="0" y="1839048"/>
          <a:ext cx="493712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розпаду тріумвірату Ярославичів.</a:t>
          </a:r>
          <a:endParaRPr lang="uk-UA" sz="2200" kern="1200"/>
        </a:p>
      </dsp:txBody>
      <dsp:txXfrm>
        <a:off x="25759" y="1864807"/>
        <a:ext cx="4885607" cy="476152"/>
      </dsp:txXfrm>
    </dsp:sp>
    <dsp:sp modelId="{82D10212-E9A2-4E8A-A5FE-5675EAACA250}">
      <dsp:nvSpPr>
        <dsp:cNvPr id="0" name=""/>
        <dsp:cNvSpPr/>
      </dsp:nvSpPr>
      <dsp:spPr>
        <a:xfrm>
          <a:off x="0" y="2430079"/>
          <a:ext cx="493712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господарського занепаду Києва.</a:t>
          </a:r>
          <a:endParaRPr lang="uk-UA" sz="2200" kern="1200" dirty="0"/>
        </a:p>
      </dsp:txBody>
      <dsp:txXfrm>
        <a:off x="25759" y="2455838"/>
        <a:ext cx="4885607" cy="476152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81064-CA04-4C09-ACB3-419F5784B822}">
      <dsp:nvSpPr>
        <dsp:cNvPr id="0" name=""/>
        <dsp:cNvSpPr/>
      </dsp:nvSpPr>
      <dsp:spPr>
        <a:xfrm>
          <a:off x="661193" y="0"/>
          <a:ext cx="3614738" cy="36147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A64F6-D8DA-4EB3-A2C2-1068545E8DFB}">
      <dsp:nvSpPr>
        <dsp:cNvPr id="0" name=""/>
        <dsp:cNvSpPr/>
      </dsp:nvSpPr>
      <dsp:spPr>
        <a:xfrm>
          <a:off x="100459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смерди</a:t>
          </a:r>
          <a:endParaRPr lang="uk-UA" sz="1600" kern="1200"/>
        </a:p>
      </dsp:txBody>
      <dsp:txXfrm>
        <a:off x="1073411" y="412218"/>
        <a:ext cx="1272111" cy="1272111"/>
      </dsp:txXfrm>
    </dsp:sp>
    <dsp:sp modelId="{D150BC79-43E4-42CB-9959-271A453F4F7D}">
      <dsp:nvSpPr>
        <dsp:cNvPr id="0" name=""/>
        <dsp:cNvSpPr/>
      </dsp:nvSpPr>
      <dsp:spPr>
        <a:xfrm>
          <a:off x="2522783" y="34340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бояри</a:t>
          </a:r>
          <a:endParaRPr lang="uk-UA" sz="1600" kern="1200"/>
        </a:p>
      </dsp:txBody>
      <dsp:txXfrm>
        <a:off x="2591601" y="412218"/>
        <a:ext cx="1272111" cy="1272111"/>
      </dsp:txXfrm>
    </dsp:sp>
    <dsp:sp modelId="{B8E8486C-51D6-497E-86DB-FF16C0D42C94}">
      <dsp:nvSpPr>
        <dsp:cNvPr id="0" name=""/>
        <dsp:cNvSpPr/>
      </dsp:nvSpPr>
      <dsp:spPr>
        <a:xfrm>
          <a:off x="100459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священики</a:t>
          </a:r>
          <a:endParaRPr lang="uk-UA" sz="1600" kern="1200" dirty="0"/>
        </a:p>
      </dsp:txBody>
      <dsp:txXfrm>
        <a:off x="1073411" y="1930408"/>
        <a:ext cx="1272111" cy="1272111"/>
      </dsp:txXfrm>
    </dsp:sp>
    <dsp:sp modelId="{C586179A-FD62-4823-96CB-A9370AD5C3A6}">
      <dsp:nvSpPr>
        <dsp:cNvPr id="0" name=""/>
        <dsp:cNvSpPr/>
      </dsp:nvSpPr>
      <dsp:spPr>
        <a:xfrm>
          <a:off x="2522783" y="1861590"/>
          <a:ext cx="1409747" cy="14097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міщани</a:t>
          </a:r>
          <a:endParaRPr lang="uk-UA" sz="1600" kern="1200" dirty="0"/>
        </a:p>
      </dsp:txBody>
      <dsp:txXfrm>
        <a:off x="2591601" y="1930408"/>
        <a:ext cx="1272111" cy="1272111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93000-4545-4ECC-ACB6-EDAA387CBFCF}">
      <dsp:nvSpPr>
        <dsp:cNvPr id="0" name=""/>
        <dsp:cNvSpPr/>
      </dsp:nvSpPr>
      <dsp:spPr>
        <a:xfrm>
          <a:off x="0" y="172939"/>
          <a:ext cx="5025216" cy="1797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поширення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полемічної</a:t>
          </a:r>
          <a:r>
            <a:rPr lang="ru-RU" sz="3200" b="0" i="0" kern="1200" dirty="0"/>
            <a:t> </a:t>
          </a:r>
          <a:r>
            <a:rPr lang="ru-RU" sz="3200" b="0" i="0" kern="1200" dirty="0" err="1"/>
            <a:t>літератури</a:t>
          </a:r>
          <a:r>
            <a:rPr lang="ru-RU" sz="3200" b="0" i="0" kern="1200" dirty="0"/>
            <a:t> на </a:t>
          </a:r>
          <a:r>
            <a:rPr lang="ru-RU" sz="3200" b="0" i="0" kern="1200" dirty="0" err="1"/>
            <a:t>Волині</a:t>
          </a:r>
          <a:r>
            <a:rPr lang="ru-RU" sz="3200" b="0" i="0" kern="1200" dirty="0"/>
            <a:t> та </a:t>
          </a:r>
          <a:r>
            <a:rPr lang="ru-RU" sz="3200" b="0" i="0" kern="1200" dirty="0" err="1"/>
            <a:t>Поділлі</a:t>
          </a:r>
          <a:r>
            <a:rPr lang="ru-RU" sz="3200" b="0" i="0" kern="1200" dirty="0"/>
            <a:t>.</a:t>
          </a:r>
          <a:endParaRPr lang="uk-UA" sz="3200" kern="1200" dirty="0"/>
        </a:p>
      </dsp:txBody>
      <dsp:txXfrm>
        <a:off x="87728" y="260667"/>
        <a:ext cx="4849760" cy="1621664"/>
      </dsp:txXfrm>
    </dsp:sp>
    <dsp:sp modelId="{EC494F0F-477E-4C29-B2C4-FB1FFADD7DA1}">
      <dsp:nvSpPr>
        <dsp:cNvPr id="0" name=""/>
        <dsp:cNvSpPr/>
      </dsp:nvSpPr>
      <dsp:spPr>
        <a:xfrm>
          <a:off x="0" y="2062219"/>
          <a:ext cx="5025216" cy="1797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домінування</a:t>
          </a:r>
          <a:r>
            <a:rPr lang="ru-RU" sz="3200" b="0" i="0" kern="1200" dirty="0"/>
            <a:t> в </a:t>
          </a:r>
          <a:r>
            <a:rPr lang="ru-RU" sz="3200" b="0" i="0" kern="1200" dirty="0" err="1"/>
            <a:t>архітектурі</a:t>
          </a:r>
          <a:r>
            <a:rPr lang="ru-RU" sz="3200" b="0" i="0" kern="1200" dirty="0"/>
            <a:t> Львова та </a:t>
          </a:r>
          <a:r>
            <a:rPr lang="ru-RU" sz="3200" b="0" i="0" kern="1200" dirty="0" err="1"/>
            <a:t>Києва</a:t>
          </a:r>
          <a:r>
            <a:rPr lang="ru-RU" sz="3200" b="0" i="0" kern="1200" dirty="0"/>
            <a:t> стилю </a:t>
          </a:r>
          <a:r>
            <a:rPr lang="ru-RU" sz="3200" b="0" i="0" kern="1200" dirty="0" err="1"/>
            <a:t>бароко</a:t>
          </a:r>
          <a:r>
            <a:rPr lang="ru-RU" sz="3200" b="0" i="0" kern="1200" dirty="0"/>
            <a:t>.</a:t>
          </a:r>
          <a:endParaRPr lang="uk-UA" sz="3200" kern="1200" dirty="0"/>
        </a:p>
      </dsp:txBody>
      <dsp:txXfrm>
        <a:off x="87728" y="2149947"/>
        <a:ext cx="4849760" cy="1621664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D25F3-3F41-4DDB-A8CA-010D69C191CF}">
      <dsp:nvSpPr>
        <dsp:cNvPr id="0" name=""/>
        <dsp:cNvSpPr/>
      </dsp:nvSpPr>
      <dsp:spPr>
        <a:xfrm>
          <a:off x="0" y="4321"/>
          <a:ext cx="5033960" cy="2566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 err="1"/>
            <a:t>видання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перших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друкованих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підручників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Києво-Печерською</a:t>
          </a:r>
          <a:r>
            <a:rPr lang="ru-RU" sz="3000" b="0" i="0" kern="1200" dirty="0"/>
            <a:t> лаврою.</a:t>
          </a:r>
          <a:endParaRPr lang="uk-UA" sz="3000" kern="1200" dirty="0"/>
        </a:p>
      </dsp:txBody>
      <dsp:txXfrm>
        <a:off x="125264" y="129585"/>
        <a:ext cx="4783432" cy="2315516"/>
      </dsp:txXfrm>
    </dsp:sp>
    <dsp:sp modelId="{B48CC267-B200-437D-B1BF-F55001B368B1}">
      <dsp:nvSpPr>
        <dsp:cNvPr id="0" name=""/>
        <dsp:cNvSpPr/>
      </dsp:nvSpPr>
      <dsp:spPr>
        <a:xfrm>
          <a:off x="0" y="2656765"/>
          <a:ext cx="5033960" cy="2141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 err="1"/>
            <a:t>виникнення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нових</a:t>
          </a:r>
          <a:r>
            <a:rPr lang="ru-RU" sz="3000" b="0" i="0" kern="1200" dirty="0"/>
            <a:t> </a:t>
          </a:r>
          <a:r>
            <a:rPr lang="ru-RU" sz="3000" b="0" i="0" kern="1200" dirty="0" err="1"/>
            <a:t>центрів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літописання</a:t>
          </a:r>
          <a:r>
            <a:rPr lang="ru-RU" sz="3000" b="0" i="0" kern="1200" dirty="0"/>
            <a:t> в </a:t>
          </a:r>
          <a:r>
            <a:rPr lang="ru-RU" sz="3000" b="0" i="0" kern="1200" dirty="0" err="1"/>
            <a:t>Холмі</a:t>
          </a:r>
          <a:r>
            <a:rPr lang="ru-RU" sz="3000" b="0" i="0" kern="1200" dirty="0"/>
            <a:t>, </a:t>
          </a:r>
          <a:r>
            <a:rPr lang="ru-RU" sz="3000" b="0" i="0" kern="1200" dirty="0" err="1"/>
            <a:t>Луцьку</a:t>
          </a:r>
          <a:r>
            <a:rPr lang="ru-RU" sz="3000" b="0" i="0" kern="1200" dirty="0"/>
            <a:t>, </a:t>
          </a:r>
          <a:r>
            <a:rPr lang="ru-RU" sz="3000" b="0" i="0" kern="1200" dirty="0" err="1"/>
            <a:t>Острозі</a:t>
          </a:r>
          <a:r>
            <a:rPr lang="ru-RU" sz="3000" b="0" i="0" kern="1200" dirty="0"/>
            <a:t>.</a:t>
          </a:r>
          <a:endParaRPr lang="uk-UA" sz="3000" kern="1200" dirty="0"/>
        </a:p>
      </dsp:txBody>
      <dsp:txXfrm>
        <a:off x="104520" y="2761285"/>
        <a:ext cx="4824920" cy="1932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9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127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24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37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9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30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499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324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399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361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8543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8288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3736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373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4330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1736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598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CED6679-83E7-4E36-ABBD-910A000C8AF6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0FEA18-2C4C-4DCB-AE19-90FB80993A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1820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12" Type="http://schemas.openxmlformats.org/officeDocument/2006/relationships/image" Target="../media/image26.jpe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13" Type="http://schemas.openxmlformats.org/officeDocument/2006/relationships/diagramLayout" Target="../diagrams/layout20.xml"/><Relationship Id="rId18" Type="http://schemas.openxmlformats.org/officeDocument/2006/relationships/diagramLayout" Target="../diagrams/layout21.xml"/><Relationship Id="rId3" Type="http://schemas.openxmlformats.org/officeDocument/2006/relationships/diagramLayout" Target="../diagrams/layout18.xml"/><Relationship Id="rId21" Type="http://schemas.microsoft.com/office/2007/relationships/diagramDrawing" Target="../diagrams/drawing21.xml"/><Relationship Id="rId7" Type="http://schemas.openxmlformats.org/officeDocument/2006/relationships/diagramData" Target="../diagrams/data19.xml"/><Relationship Id="rId12" Type="http://schemas.openxmlformats.org/officeDocument/2006/relationships/diagramData" Target="../diagrams/data20.xml"/><Relationship Id="rId17" Type="http://schemas.openxmlformats.org/officeDocument/2006/relationships/diagramData" Target="../diagrams/data21.xml"/><Relationship Id="rId2" Type="http://schemas.openxmlformats.org/officeDocument/2006/relationships/diagramData" Target="../diagrams/data18.xml"/><Relationship Id="rId16" Type="http://schemas.microsoft.com/office/2007/relationships/diagramDrawing" Target="../diagrams/drawing20.xml"/><Relationship Id="rId20" Type="http://schemas.openxmlformats.org/officeDocument/2006/relationships/diagramColors" Target="../diagrams/colors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5" Type="http://schemas.openxmlformats.org/officeDocument/2006/relationships/diagramColors" Target="../diagrams/colors20.xml"/><Relationship Id="rId10" Type="http://schemas.openxmlformats.org/officeDocument/2006/relationships/diagramColors" Target="../diagrams/colors19.xml"/><Relationship Id="rId19" Type="http://schemas.openxmlformats.org/officeDocument/2006/relationships/diagramQuickStyle" Target="../diagrams/quickStyle21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Relationship Id="rId1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13" Type="http://schemas.openxmlformats.org/officeDocument/2006/relationships/diagramLayout" Target="../diagrams/layout25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12" Type="http://schemas.openxmlformats.org/officeDocument/2006/relationships/diagramData" Target="../diagrams/data25.xml"/><Relationship Id="rId2" Type="http://schemas.openxmlformats.org/officeDocument/2006/relationships/diagramData" Target="../diagrams/data23.xml"/><Relationship Id="rId16" Type="http://schemas.microsoft.com/office/2007/relationships/diagramDrawing" Target="../diagrams/drawing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5" Type="http://schemas.openxmlformats.org/officeDocument/2006/relationships/diagramColors" Target="../diagrams/colors25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Relationship Id="rId14" Type="http://schemas.openxmlformats.org/officeDocument/2006/relationships/diagramQuickStyle" Target="../diagrams/quickStyl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3" Type="http://schemas.openxmlformats.org/officeDocument/2006/relationships/diagramLayout" Target="../diagrams/layout31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5" Type="http://schemas.openxmlformats.org/officeDocument/2006/relationships/diagramColors" Target="../diagrams/colors31.xml"/><Relationship Id="rId10" Type="http://schemas.openxmlformats.org/officeDocument/2006/relationships/diagramColors" Target="../diagrams/colors32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4.xml"/><Relationship Id="rId3" Type="http://schemas.openxmlformats.org/officeDocument/2006/relationships/diagramLayout" Target="../diagrams/layout33.xml"/><Relationship Id="rId7" Type="http://schemas.openxmlformats.org/officeDocument/2006/relationships/diagramData" Target="../diagrams/data34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11" Type="http://schemas.microsoft.com/office/2007/relationships/diagramDrawing" Target="../diagrams/drawing34.xml"/><Relationship Id="rId5" Type="http://schemas.openxmlformats.org/officeDocument/2006/relationships/diagramColors" Target="../diagrams/colors33.xml"/><Relationship Id="rId10" Type="http://schemas.openxmlformats.org/officeDocument/2006/relationships/diagramColors" Target="../diagrams/colors34.xml"/><Relationship Id="rId4" Type="http://schemas.openxmlformats.org/officeDocument/2006/relationships/diagramQuickStyle" Target="../diagrams/quickStyle33.xml"/><Relationship Id="rId9" Type="http://schemas.openxmlformats.org/officeDocument/2006/relationships/diagramQuickStyle" Target="../diagrams/quickStyle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3.xml"/><Relationship Id="rId3" Type="http://schemas.openxmlformats.org/officeDocument/2006/relationships/diagramLayout" Target="../diagrams/layout42.xml"/><Relationship Id="rId7" Type="http://schemas.openxmlformats.org/officeDocument/2006/relationships/diagramData" Target="../diagrams/data43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11" Type="http://schemas.microsoft.com/office/2007/relationships/diagramDrawing" Target="../diagrams/drawing43.xml"/><Relationship Id="rId5" Type="http://schemas.openxmlformats.org/officeDocument/2006/relationships/diagramColors" Target="../diagrams/colors42.xml"/><Relationship Id="rId10" Type="http://schemas.openxmlformats.org/officeDocument/2006/relationships/diagramColors" Target="../diagrams/colors43.xml"/><Relationship Id="rId4" Type="http://schemas.openxmlformats.org/officeDocument/2006/relationships/diagramQuickStyle" Target="../diagrams/quickStyle42.xml"/><Relationship Id="rId9" Type="http://schemas.openxmlformats.org/officeDocument/2006/relationships/diagramQuickStyle" Target="../diagrams/quickStyle4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1.xml"/><Relationship Id="rId3" Type="http://schemas.openxmlformats.org/officeDocument/2006/relationships/diagramLayout" Target="../diagrams/layout50.xml"/><Relationship Id="rId7" Type="http://schemas.openxmlformats.org/officeDocument/2006/relationships/diagramData" Target="../diagrams/data51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11" Type="http://schemas.microsoft.com/office/2007/relationships/diagramDrawing" Target="../diagrams/drawing51.xml"/><Relationship Id="rId5" Type="http://schemas.openxmlformats.org/officeDocument/2006/relationships/diagramColors" Target="../diagrams/colors50.xml"/><Relationship Id="rId10" Type="http://schemas.openxmlformats.org/officeDocument/2006/relationships/diagramColors" Target="../diagrams/colors51.xml"/><Relationship Id="rId4" Type="http://schemas.openxmlformats.org/officeDocument/2006/relationships/diagramQuickStyle" Target="../diagrams/quickStyle50.xml"/><Relationship Id="rId9" Type="http://schemas.openxmlformats.org/officeDocument/2006/relationships/diagramQuickStyle" Target="../diagrams/quickStyle5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3.xml"/><Relationship Id="rId3" Type="http://schemas.openxmlformats.org/officeDocument/2006/relationships/diagramLayout" Target="../diagrams/layout52.xml"/><Relationship Id="rId7" Type="http://schemas.openxmlformats.org/officeDocument/2006/relationships/diagramData" Target="../diagrams/data53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11" Type="http://schemas.microsoft.com/office/2007/relationships/diagramDrawing" Target="../diagrams/drawing53.xml"/><Relationship Id="rId5" Type="http://schemas.openxmlformats.org/officeDocument/2006/relationships/diagramColors" Target="../diagrams/colors52.xml"/><Relationship Id="rId10" Type="http://schemas.openxmlformats.org/officeDocument/2006/relationships/diagramColors" Target="../diagrams/colors53.xml"/><Relationship Id="rId4" Type="http://schemas.openxmlformats.org/officeDocument/2006/relationships/diagramQuickStyle" Target="../diagrams/quickStyle52.xml"/><Relationship Id="rId9" Type="http://schemas.openxmlformats.org/officeDocument/2006/relationships/diagramQuickStyle" Target="../diagrams/quickStyle5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9.xml"/><Relationship Id="rId3" Type="http://schemas.openxmlformats.org/officeDocument/2006/relationships/diagramLayout" Target="../diagrams/layout58.xml"/><Relationship Id="rId7" Type="http://schemas.openxmlformats.org/officeDocument/2006/relationships/diagramData" Target="../diagrams/data59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11" Type="http://schemas.microsoft.com/office/2007/relationships/diagramDrawing" Target="../diagrams/drawing59.xml"/><Relationship Id="rId5" Type="http://schemas.openxmlformats.org/officeDocument/2006/relationships/diagramColors" Target="../diagrams/colors58.xml"/><Relationship Id="rId10" Type="http://schemas.openxmlformats.org/officeDocument/2006/relationships/diagramColors" Target="../diagrams/colors59.xml"/><Relationship Id="rId4" Type="http://schemas.openxmlformats.org/officeDocument/2006/relationships/diagramQuickStyle" Target="../diagrams/quickStyle58.xml"/><Relationship Id="rId9" Type="http://schemas.openxmlformats.org/officeDocument/2006/relationships/diagramQuickStyle" Target="../diagrams/quickStyle5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4.xml"/><Relationship Id="rId13" Type="http://schemas.openxmlformats.org/officeDocument/2006/relationships/diagramLayout" Target="../diagrams/layout65.xml"/><Relationship Id="rId3" Type="http://schemas.openxmlformats.org/officeDocument/2006/relationships/diagramLayout" Target="../diagrams/layout63.xml"/><Relationship Id="rId7" Type="http://schemas.openxmlformats.org/officeDocument/2006/relationships/diagramData" Target="../diagrams/data64.xml"/><Relationship Id="rId12" Type="http://schemas.openxmlformats.org/officeDocument/2006/relationships/diagramData" Target="../diagrams/data65.xml"/><Relationship Id="rId2" Type="http://schemas.openxmlformats.org/officeDocument/2006/relationships/diagramData" Target="../diagrams/data63.xml"/><Relationship Id="rId16" Type="http://schemas.microsoft.com/office/2007/relationships/diagramDrawing" Target="../diagrams/drawing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11" Type="http://schemas.microsoft.com/office/2007/relationships/diagramDrawing" Target="../diagrams/drawing64.xml"/><Relationship Id="rId5" Type="http://schemas.openxmlformats.org/officeDocument/2006/relationships/diagramColors" Target="../diagrams/colors63.xml"/><Relationship Id="rId15" Type="http://schemas.openxmlformats.org/officeDocument/2006/relationships/diagramColors" Target="../diagrams/colors65.xml"/><Relationship Id="rId10" Type="http://schemas.openxmlformats.org/officeDocument/2006/relationships/diagramColors" Target="../diagrams/colors64.xml"/><Relationship Id="rId4" Type="http://schemas.openxmlformats.org/officeDocument/2006/relationships/diagramQuickStyle" Target="../diagrams/quickStyle63.xml"/><Relationship Id="rId9" Type="http://schemas.openxmlformats.org/officeDocument/2006/relationships/diagramQuickStyle" Target="../diagrams/quickStyle64.xml"/><Relationship Id="rId14" Type="http://schemas.openxmlformats.org/officeDocument/2006/relationships/diagramQuickStyle" Target="../diagrams/quickStyle6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7" Type="http://schemas.openxmlformats.org/officeDocument/2006/relationships/image" Target="../media/image33.png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7" Type="http://schemas.openxmlformats.org/officeDocument/2006/relationships/image" Target="../media/image34.png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2.xml"/><Relationship Id="rId3" Type="http://schemas.openxmlformats.org/officeDocument/2006/relationships/diagramLayout" Target="../diagrams/layout71.xml"/><Relationship Id="rId7" Type="http://schemas.openxmlformats.org/officeDocument/2006/relationships/diagramData" Target="../diagrams/data72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11" Type="http://schemas.microsoft.com/office/2007/relationships/diagramDrawing" Target="../diagrams/drawing72.xml"/><Relationship Id="rId5" Type="http://schemas.openxmlformats.org/officeDocument/2006/relationships/diagramColors" Target="../diagrams/colors71.xml"/><Relationship Id="rId10" Type="http://schemas.openxmlformats.org/officeDocument/2006/relationships/diagramColors" Target="../diagrams/colors72.xml"/><Relationship Id="rId4" Type="http://schemas.openxmlformats.org/officeDocument/2006/relationships/diagramQuickStyle" Target="../diagrams/quickStyle71.xml"/><Relationship Id="rId9" Type="http://schemas.openxmlformats.org/officeDocument/2006/relationships/diagramQuickStyle" Target="../diagrams/quickStyle7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4.xml"/><Relationship Id="rId3" Type="http://schemas.openxmlformats.org/officeDocument/2006/relationships/diagramLayout" Target="../diagrams/layout73.xml"/><Relationship Id="rId7" Type="http://schemas.openxmlformats.org/officeDocument/2006/relationships/diagramData" Target="../diagrams/data74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11" Type="http://schemas.microsoft.com/office/2007/relationships/diagramDrawing" Target="../diagrams/drawing74.xml"/><Relationship Id="rId5" Type="http://schemas.openxmlformats.org/officeDocument/2006/relationships/diagramColors" Target="../diagrams/colors73.xml"/><Relationship Id="rId10" Type="http://schemas.openxmlformats.org/officeDocument/2006/relationships/diagramColors" Target="../diagrams/colors74.xml"/><Relationship Id="rId4" Type="http://schemas.openxmlformats.org/officeDocument/2006/relationships/diagramQuickStyle" Target="../diagrams/quickStyle73.xml"/><Relationship Id="rId9" Type="http://schemas.openxmlformats.org/officeDocument/2006/relationships/diagramQuickStyle" Target="../diagrams/quickStyle7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7" Type="http://schemas.openxmlformats.org/officeDocument/2006/relationships/image" Target="../media/image35.png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0.xml"/><Relationship Id="rId3" Type="http://schemas.openxmlformats.org/officeDocument/2006/relationships/diagramLayout" Target="../diagrams/layout79.xml"/><Relationship Id="rId7" Type="http://schemas.openxmlformats.org/officeDocument/2006/relationships/diagramData" Target="../diagrams/data80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11" Type="http://schemas.microsoft.com/office/2007/relationships/diagramDrawing" Target="../diagrams/drawing80.xml"/><Relationship Id="rId5" Type="http://schemas.openxmlformats.org/officeDocument/2006/relationships/diagramColors" Target="../diagrams/colors79.xml"/><Relationship Id="rId10" Type="http://schemas.openxmlformats.org/officeDocument/2006/relationships/diagramColors" Target="../diagrams/colors80.xml"/><Relationship Id="rId4" Type="http://schemas.openxmlformats.org/officeDocument/2006/relationships/diagramQuickStyle" Target="../diagrams/quickStyle79.xml"/><Relationship Id="rId9" Type="http://schemas.openxmlformats.org/officeDocument/2006/relationships/diagramQuickStyle" Target="../diagrams/quickStyle8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1B1C47-3FC5-EC63-8E81-4B51829C9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Русь-</a:t>
            </a:r>
            <a:r>
              <a:rPr lang="ru-RU" sz="5400" dirty="0" err="1"/>
              <a:t>Україна</a:t>
            </a:r>
            <a:r>
              <a:rPr lang="ru-RU" sz="5400" dirty="0"/>
              <a:t>: культура IX–XIV </a:t>
            </a:r>
            <a:r>
              <a:rPr lang="ru-RU" sz="5400" dirty="0" err="1"/>
              <a:t>століть</a:t>
            </a:r>
            <a:endParaRPr lang="uk-UA" sz="54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2ECED87-F042-64BE-6FC8-D01089D32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04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FB047-C229-13EE-BF7B-09F9FC2C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Давньоруські</a:t>
            </a:r>
            <a:r>
              <a:rPr lang="ru-RU" b="1" dirty="0"/>
              <a:t> </a:t>
            </a:r>
            <a:r>
              <a:rPr lang="ru-RU" b="1" dirty="0" err="1"/>
              <a:t>мозаїки</a:t>
            </a:r>
            <a:r>
              <a:rPr lang="ru-RU" b="1" dirty="0"/>
              <a:t>, </a:t>
            </a:r>
            <a:r>
              <a:rPr lang="ru-RU" b="1" dirty="0" err="1"/>
              <a:t>фрагменти</a:t>
            </a:r>
            <a:r>
              <a:rPr lang="ru-RU" b="1" dirty="0"/>
              <a:t> </a:t>
            </a:r>
            <a:r>
              <a:rPr lang="ru-RU" b="1" dirty="0" err="1"/>
              <a:t>яких</a:t>
            </a:r>
            <a:r>
              <a:rPr lang="ru-RU" b="1" dirty="0"/>
              <a:t> </a:t>
            </a:r>
            <a:r>
              <a:rPr lang="ru-RU" b="1" dirty="0" err="1"/>
              <a:t>зображено</a:t>
            </a:r>
            <a:r>
              <a:rPr lang="ru-RU" b="1" dirty="0"/>
              <a:t> на фото, є </a:t>
            </a:r>
            <a:r>
              <a:rPr lang="ru-RU" b="1" dirty="0" err="1"/>
              <a:t>елементом</a:t>
            </a:r>
            <a:r>
              <a:rPr lang="ru-RU" b="1" dirty="0"/>
              <a:t> </a:t>
            </a:r>
            <a:r>
              <a:rPr lang="ru-RU" b="1" dirty="0" err="1"/>
              <a:t>оздоблення</a:t>
            </a:r>
            <a:endParaRPr lang="uk-UA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2C2D72-8994-82FC-34DA-487B4CE6169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213" y="1090370"/>
            <a:ext cx="4937125" cy="280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F39DCC8-6E2F-55FF-6D7A-90278FFA7D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2301015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541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D1A64-2D31-E8B6-F869-7D235536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сприяло</a:t>
            </a:r>
            <a:r>
              <a:rPr lang="ru-RU" dirty="0"/>
              <a:t> початку </a:t>
            </a:r>
            <a:r>
              <a:rPr lang="ru-RU" dirty="0" err="1"/>
              <a:t>карбування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рисунку </a:t>
            </a:r>
            <a:r>
              <a:rPr lang="ru-RU" dirty="0" err="1"/>
              <a:t>давньоруських</a:t>
            </a:r>
            <a:r>
              <a:rPr lang="ru-RU" dirty="0"/>
              <a:t> монет?</a:t>
            </a:r>
            <a:endParaRPr lang="uk-UA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AAF37F8-5579-E245-DDFD-7E4C0628C8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213" y="1688806"/>
            <a:ext cx="4937125" cy="160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ED8801E-BCB4-73BC-13AF-94C9EA509E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552102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85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A24EE-BA33-A61A-0A63-8CC81AFB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Хто</a:t>
            </a:r>
            <a:r>
              <a:rPr lang="ru-RU" sz="3200" dirty="0"/>
              <a:t> з великих </a:t>
            </a:r>
            <a:r>
              <a:rPr lang="ru-RU" sz="3200" dirty="0" err="1"/>
              <a:t>київських</a:t>
            </a:r>
            <a:r>
              <a:rPr lang="ru-RU" sz="3200" dirty="0"/>
              <a:t> </a:t>
            </a:r>
            <a:r>
              <a:rPr lang="ru-RU" sz="3200" dirty="0" err="1"/>
              <a:t>князів</a:t>
            </a:r>
            <a:r>
              <a:rPr lang="ru-RU" sz="3200" dirty="0"/>
              <a:t> почав </a:t>
            </a:r>
            <a:r>
              <a:rPr lang="ru-RU" sz="3200" dirty="0" err="1"/>
              <a:t>карбувати</a:t>
            </a:r>
            <a:r>
              <a:rPr lang="ru-RU" sz="3200" dirty="0"/>
              <a:t> </a:t>
            </a:r>
            <a:r>
              <a:rPr lang="ru-RU" sz="3200" dirty="0" err="1"/>
              <a:t>перші</a:t>
            </a:r>
            <a:r>
              <a:rPr lang="ru-RU" sz="3200" dirty="0"/>
              <a:t> </a:t>
            </a:r>
            <a:r>
              <a:rPr lang="ru-RU" sz="3200" dirty="0" err="1"/>
              <a:t>монети</a:t>
            </a:r>
            <a:r>
              <a:rPr lang="ru-RU" sz="3200" dirty="0"/>
              <a:t> </a:t>
            </a:r>
            <a:r>
              <a:rPr lang="ru-RU" sz="3200" dirty="0" err="1"/>
              <a:t>із</a:t>
            </a:r>
            <a:r>
              <a:rPr lang="ru-RU" sz="3200" dirty="0"/>
              <a:t> </a:t>
            </a:r>
            <a:r>
              <a:rPr lang="ru-RU" sz="3200" dirty="0" err="1"/>
              <a:t>зображенням</a:t>
            </a:r>
            <a:r>
              <a:rPr lang="ru-RU" sz="3200" dirty="0"/>
              <a:t> </a:t>
            </a:r>
            <a:r>
              <a:rPr lang="ru-RU" sz="3200" dirty="0" err="1"/>
              <a:t>тризуба</a:t>
            </a:r>
            <a:r>
              <a:rPr lang="ru-RU" sz="3200" dirty="0"/>
              <a:t> — родового знаку </a:t>
            </a:r>
            <a:r>
              <a:rPr lang="ru-RU" sz="3200" dirty="0" err="1"/>
              <a:t>Рюриковичів</a:t>
            </a:r>
            <a:r>
              <a:rPr lang="ru-RU" sz="3200" dirty="0"/>
              <a:t>, </a:t>
            </a:r>
            <a:r>
              <a:rPr lang="ru-RU" sz="3200" dirty="0" err="1"/>
              <a:t>який</a:t>
            </a:r>
            <a:r>
              <a:rPr lang="ru-RU" sz="3200" dirty="0"/>
              <a:t> став </a:t>
            </a:r>
            <a:r>
              <a:rPr lang="ru-RU" sz="3200" dirty="0" err="1"/>
              <a:t>Державним</a:t>
            </a:r>
            <a:r>
              <a:rPr lang="ru-RU" sz="3200" dirty="0"/>
              <a:t> Гербом </a:t>
            </a:r>
            <a:r>
              <a:rPr lang="ru-RU" sz="3200" dirty="0" err="1"/>
              <a:t>України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79C5F93-7505-D50D-FB74-8362064921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32445638"/>
              </p:ext>
            </p:extLst>
          </p:nvPr>
        </p:nvGraphicFramePr>
        <p:xfrm>
          <a:off x="684212" y="329184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BDEA676-AE17-B4F7-CB6A-BAD9D9AB86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325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E103D-2BDF-F98C-5184-E789D4EA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пам'ятка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зображений</a:t>
            </a:r>
            <a:r>
              <a:rPr lang="ru-RU" dirty="0"/>
              <a:t> портрет </a:t>
            </a:r>
            <a:r>
              <a:rPr lang="ru-RU" dirty="0" err="1"/>
              <a:t>князівської</a:t>
            </a:r>
            <a:r>
              <a:rPr lang="ru-RU" dirty="0"/>
              <a:t> </a:t>
            </a:r>
            <a:r>
              <a:rPr lang="ru-RU" dirty="0" err="1"/>
              <a:t>родини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3D6116E-5FE0-E203-89B7-DC3182B1DEA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4592" y="685800"/>
            <a:ext cx="2496366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446B7D-ABD2-A0BE-5727-B89B5FEFFD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9919992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495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1CC53-5C91-702A-29D3-16075355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експозиції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музею є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пам'ятки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07D36F9-836F-FE75-7A1F-A97C3051A43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213" y="1806086"/>
            <a:ext cx="4937125" cy="137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A818F7F-12D3-4475-7A22-333C3E999B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51197091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10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0AC52-FB4A-1F42-0745-18AF5531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Мініатюра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прикрашає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7A52F59-D15C-F94D-E1FA-A3E4211979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400" y="685800"/>
            <a:ext cx="3434751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850C950-77E5-7915-29D5-9D32E77EA6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3389417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377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EE58F-20EF-8401-43AF-C96C263E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Фрагмент </a:t>
            </a:r>
            <a:r>
              <a:rPr lang="ru-RU" dirty="0" err="1"/>
              <a:t>історичної</a:t>
            </a:r>
            <a:r>
              <a:rPr lang="ru-RU" dirty="0"/>
              <a:t> </a:t>
            </a:r>
            <a:r>
              <a:rPr lang="ru-RU" dirty="0" err="1"/>
              <a:t>пам’ятки</a:t>
            </a:r>
            <a:r>
              <a:rPr lang="ru-RU" dirty="0"/>
              <a:t>, </a:t>
            </a:r>
            <a:r>
              <a:rPr lang="ru-RU" dirty="0" err="1"/>
              <a:t>виконаної</a:t>
            </a:r>
            <a:r>
              <a:rPr lang="ru-RU" dirty="0"/>
              <a:t> в </a:t>
            </a:r>
            <a:r>
              <a:rPr lang="ru-RU" dirty="0" err="1"/>
              <a:t>техніці</a:t>
            </a:r>
            <a:r>
              <a:rPr lang="ru-RU" dirty="0"/>
              <a:t> </a:t>
            </a:r>
            <a:r>
              <a:rPr lang="ru-RU" dirty="0" err="1"/>
              <a:t>мозаїки</a:t>
            </a:r>
            <a:r>
              <a:rPr lang="ru-RU" dirty="0"/>
              <a:t>,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573C5BC-88FA-7EE2-BDB5-DE094B8C29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30781"/>
            <a:ext cx="3334215" cy="201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0468E29C-5228-1B8C-BEC2-0D029A3F557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4172" y="685800"/>
            <a:ext cx="3202932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0E3F0596-EF55-8FD9-E2BE-D26961484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4493245"/>
            <a:ext cx="333375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97DA40BC-0D9F-6F98-A418-3816B3DEA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195" y="2264399"/>
            <a:ext cx="3637610" cy="431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076F4-4511-66C0-E481-E2826553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культура мала </a:t>
            </a:r>
            <a:r>
              <a:rPr lang="ru-RU" dirty="0" err="1"/>
              <a:t>вирішальний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на </a:t>
            </a:r>
            <a:r>
              <a:rPr lang="ru-RU" dirty="0" err="1"/>
              <a:t>розвиток</a:t>
            </a:r>
            <a:r>
              <a:rPr lang="ru-RU" dirty="0"/>
              <a:t> храмового </a:t>
            </a:r>
            <a:r>
              <a:rPr lang="ru-RU" dirty="0" err="1"/>
              <a:t>будівництва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розквіту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377015D-656C-3A7B-945F-4E3F829783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488951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D0903B0A-B1F5-EADB-A894-1DDFCE8FE6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2620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5994E-A0D6-0EAB-A362-F398887F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Спасо-Преображенськии</a:t>
            </a:r>
            <a:r>
              <a:rPr lang="ru-RU" dirty="0"/>
              <a:t>̆ собор у </a:t>
            </a:r>
            <a:r>
              <a:rPr lang="ru-RU" dirty="0" err="1"/>
              <a:t>Чернігові</a:t>
            </a:r>
            <a:r>
              <a:rPr lang="ru-RU" dirty="0"/>
              <a:t>, </a:t>
            </a:r>
            <a:r>
              <a:rPr lang="ru-RU" dirty="0" err="1"/>
              <a:t>збудовании</a:t>
            </a:r>
            <a:r>
              <a:rPr lang="ru-RU" dirty="0"/>
              <a:t>̆ у ХІ ст.,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DE9216-C1FC-E0D6-06F3-9953A85E73F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72" y="372604"/>
            <a:ext cx="2475612" cy="337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E81730B-6F88-AA17-364F-7F49287B2D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077" y="372604"/>
            <a:ext cx="3021873" cy="337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A898673-13E9-FBFB-D122-194E945B8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015" y="293599"/>
            <a:ext cx="2830073" cy="354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644B0AC-FB39-2C7F-9841-E7992442F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927" y="293599"/>
            <a:ext cx="2830073" cy="352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949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0D22B-37BD-4B89-BCE2-C79A7D1E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Зображені</a:t>
            </a:r>
            <a:r>
              <a:rPr lang="ru-RU" dirty="0"/>
              <a:t> на фото </a:t>
            </a:r>
            <a:r>
              <a:rPr lang="ru-RU" dirty="0" err="1"/>
              <a:t>шедеври</a:t>
            </a:r>
            <a:r>
              <a:rPr lang="ru-RU" dirty="0"/>
              <a:t> </a:t>
            </a:r>
            <a:r>
              <a:rPr lang="ru-RU" dirty="0" err="1"/>
              <a:t>давньоруського</a:t>
            </a:r>
            <a:r>
              <a:rPr lang="ru-RU" dirty="0"/>
              <a:t> зодчества є </a:t>
            </a:r>
            <a:r>
              <a:rPr lang="ru-RU" dirty="0" err="1"/>
              <a:t>пам’ятками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505443E-917B-870C-2B46-38ECC69BAC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5363" y="1326356"/>
            <a:ext cx="43148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A3682D-50FF-01A7-C592-0CC1E29C4B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2654199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67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77EBB-4759-4AB7-47E2-BA439FA9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будівництво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 </a:t>
            </a:r>
            <a:r>
              <a:rPr lang="ru-RU" dirty="0" err="1"/>
              <a:t>храмів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CF9165-6409-F31B-FFCD-A9725DC61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2181" y="164934"/>
            <a:ext cx="5025216" cy="4351338"/>
          </a:xfrm>
        </p:spPr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Заснована ж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божественна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церква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Богородична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літо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1073.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благовірного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князя Святослава,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сина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Ярославового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своїми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руками став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копати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почали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будувати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церкву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6D6443-EE3A-91BD-8985-E48D380CC9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476" y="92290"/>
            <a:ext cx="2781629" cy="231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68737DF-8904-BC76-D476-0B80165A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397" y="164934"/>
            <a:ext cx="2817291" cy="231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26FE07E-F2B5-1D6F-3CB8-21EE23EA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366" y="2543469"/>
            <a:ext cx="2774496" cy="224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E9647B9-03AC-E1CA-FBAB-0104FF3BB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840" y="2543469"/>
            <a:ext cx="2817290" cy="226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1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EB1E3-6F09-C177-41B9-AE5D372E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Пам’ятником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листівці</a:t>
            </a:r>
            <a:r>
              <a:rPr lang="ru-RU" dirty="0"/>
              <a:t> початку ХХ ст., </a:t>
            </a:r>
            <a:r>
              <a:rPr lang="ru-RU" dirty="0" err="1"/>
              <a:t>увічнено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361F83-5F02-13A9-82DE-84DFED8A6E6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1230" y="685800"/>
            <a:ext cx="2463091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794AC8-FE12-9F5B-551A-72AAF8D8BF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97781845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4774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B5D3E-2A33-1A09-455E-94474980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Укажіть</a:t>
            </a:r>
            <a:r>
              <a:rPr lang="ru-RU" sz="4000" dirty="0"/>
              <a:t> </a:t>
            </a:r>
            <a:r>
              <a:rPr lang="ru-RU" sz="4000" dirty="0" err="1"/>
              <a:t>історичне</a:t>
            </a:r>
            <a:r>
              <a:rPr lang="ru-RU" sz="4000" dirty="0"/>
              <a:t> </a:t>
            </a:r>
            <a:r>
              <a:rPr lang="ru-RU" sz="4000" dirty="0" err="1"/>
              <a:t>джерело</a:t>
            </a:r>
            <a:r>
              <a:rPr lang="ru-RU" sz="4000" dirty="0"/>
              <a:t>, </a:t>
            </a:r>
            <a:r>
              <a:rPr lang="ru-RU" sz="4000" dirty="0" err="1"/>
              <a:t>ілюстрацією</a:t>
            </a:r>
            <a:r>
              <a:rPr lang="ru-RU" sz="4000" dirty="0"/>
              <a:t> до </a:t>
            </a:r>
            <a:r>
              <a:rPr lang="ru-RU" sz="4000" dirty="0" err="1"/>
              <a:t>змісту</a:t>
            </a:r>
            <a:r>
              <a:rPr lang="ru-RU" sz="4000" dirty="0"/>
              <a:t> </a:t>
            </a:r>
            <a:r>
              <a:rPr lang="ru-RU" sz="4000" dirty="0" err="1"/>
              <a:t>якого</a:t>
            </a:r>
            <a:r>
              <a:rPr lang="ru-RU" sz="4000" dirty="0"/>
              <a:t> </a:t>
            </a:r>
            <a:r>
              <a:rPr lang="ru-RU" sz="4000" dirty="0" err="1"/>
              <a:t>може</a:t>
            </a:r>
            <a:r>
              <a:rPr lang="ru-RU" sz="4000" dirty="0"/>
              <a:t> </a:t>
            </a:r>
            <a:r>
              <a:rPr lang="ru-RU" sz="4000" dirty="0" err="1"/>
              <a:t>слугувати</a:t>
            </a:r>
            <a:r>
              <a:rPr lang="ru-RU" sz="4000" dirty="0"/>
              <a:t> </a:t>
            </a:r>
            <a:r>
              <a:rPr lang="ru-RU" sz="4000" dirty="0" err="1"/>
              <a:t>скульптурна</a:t>
            </a:r>
            <a:r>
              <a:rPr lang="ru-RU" sz="4000" dirty="0"/>
              <a:t> </a:t>
            </a:r>
            <a:r>
              <a:rPr lang="ru-RU" sz="4000" dirty="0" err="1"/>
              <a:t>композиція</a:t>
            </a:r>
            <a:r>
              <a:rPr lang="ru-RU" sz="4000" dirty="0"/>
              <a:t>, </a:t>
            </a:r>
            <a:r>
              <a:rPr lang="ru-RU" sz="4000" dirty="0" err="1"/>
              <a:t>зображена</a:t>
            </a:r>
            <a:r>
              <a:rPr lang="ru-RU" sz="4000" dirty="0"/>
              <a:t> на фото.</a:t>
            </a:r>
            <a:endParaRPr lang="uk-UA" sz="4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1F46D33-810E-3487-CC85-68E0E8037DF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9387" y="323755"/>
            <a:ext cx="34385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877B42F-EF61-AF59-42A4-2E15E2684E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461747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9956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AF9FB-3B74-EB65-BA68-1171D52B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Прикладом </a:t>
            </a:r>
            <a:r>
              <a:rPr lang="ru-RU" sz="4400" dirty="0" err="1"/>
              <a:t>якої</a:t>
            </a:r>
            <a:r>
              <a:rPr lang="ru-RU" sz="4400" dirty="0"/>
              <a:t> </a:t>
            </a:r>
            <a:r>
              <a:rPr lang="ru-RU" sz="4400" dirty="0" err="1"/>
              <a:t>школи</a:t>
            </a:r>
            <a:r>
              <a:rPr lang="ru-RU" sz="4400" dirty="0"/>
              <a:t> </a:t>
            </a:r>
            <a:r>
              <a:rPr lang="ru-RU" sz="4400" dirty="0" err="1"/>
              <a:t>давньоруського</a:t>
            </a:r>
            <a:r>
              <a:rPr lang="ru-RU" sz="4400" dirty="0"/>
              <a:t> зодчества є </a:t>
            </a:r>
            <a:r>
              <a:rPr lang="ru-RU" sz="4400" dirty="0" err="1"/>
              <a:t>зображена</a:t>
            </a:r>
            <a:r>
              <a:rPr lang="ru-RU" sz="4400" dirty="0"/>
              <a:t> на фото </a:t>
            </a:r>
            <a:r>
              <a:rPr lang="ru-RU" sz="4400" dirty="0" err="1"/>
              <a:t>пам’ятка</a:t>
            </a:r>
            <a:r>
              <a:rPr lang="ru-RU" sz="4400" dirty="0"/>
              <a:t> </a:t>
            </a:r>
            <a:r>
              <a:rPr lang="ru-RU" sz="4400" dirty="0" err="1"/>
              <a:t>архітектури</a:t>
            </a:r>
            <a:r>
              <a:rPr lang="ru-RU" sz="4400" dirty="0"/>
              <a:t>?</a:t>
            </a:r>
            <a:endParaRPr lang="uk-UA" sz="44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AC953A7-53B4-BB5D-0D3A-C632EFE054E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0549" y="0"/>
            <a:ext cx="2837604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9087F2-E54E-CF93-2609-CB86173CAD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5283986"/>
              </p:ext>
            </p:extLst>
          </p:nvPr>
        </p:nvGraphicFramePr>
        <p:xfrm>
          <a:off x="6165279" y="-58007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3742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475CE-10F6-DB54-F3FA-CFA9D56D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перлиною</a:t>
            </a:r>
            <a:r>
              <a:rPr lang="ru-RU" dirty="0"/>
              <a:t> </a:t>
            </a:r>
            <a:r>
              <a:rPr lang="ru-RU" dirty="0" err="1"/>
              <a:t>історично-архітектурної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r>
              <a:rPr lang="ru-RU" dirty="0"/>
              <a:t> </a:t>
            </a:r>
            <a:r>
              <a:rPr lang="ru-RU" dirty="0" err="1"/>
              <a:t>Волині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D45A9A0-E52B-2B55-4AD4-D26D2063983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5" y="55956"/>
            <a:ext cx="3568913" cy="316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51A6017-B745-0161-D107-D2952D3CF40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0329" y="445155"/>
            <a:ext cx="285750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CEAACA2-1A3B-0E03-7CCF-8C9C3A0C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977" y="2102505"/>
            <a:ext cx="3647859" cy="216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CF36564-FB25-1D8B-0AAA-71803ACEF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91" y="91645"/>
            <a:ext cx="3568913" cy="309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53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C0E5E-E194-4131-90B5-AF1E46AC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Які</a:t>
            </a:r>
            <a:r>
              <a:rPr lang="ru-RU" sz="3200" dirty="0"/>
              <a:t> з </a:t>
            </a:r>
            <a:r>
              <a:rPr lang="ru-RU" sz="3200" dirty="0" err="1"/>
              <a:t>наведених</a:t>
            </a:r>
            <a:r>
              <a:rPr lang="ru-RU" sz="3200" dirty="0"/>
              <a:t> </a:t>
            </a:r>
            <a:r>
              <a:rPr lang="ru-RU" sz="3200" dirty="0" err="1"/>
              <a:t>тверджень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використати</a:t>
            </a:r>
            <a:r>
              <a:rPr lang="ru-RU" sz="3200" dirty="0"/>
              <a:t> для характеристики </a:t>
            </a:r>
            <a:r>
              <a:rPr lang="ru-RU" sz="3200" dirty="0" err="1"/>
              <a:t>пам’ятки</a:t>
            </a:r>
            <a:r>
              <a:rPr lang="ru-RU" sz="3200" dirty="0"/>
              <a:t> </a:t>
            </a:r>
            <a:r>
              <a:rPr lang="ru-RU" sz="3200" dirty="0" err="1"/>
              <a:t>архітектури</a:t>
            </a:r>
            <a:r>
              <a:rPr lang="ru-RU" sz="3200" dirty="0"/>
              <a:t>, </a:t>
            </a:r>
            <a:r>
              <a:rPr lang="ru-RU" sz="3200" dirty="0" err="1"/>
              <a:t>зображеної</a:t>
            </a:r>
            <a:r>
              <a:rPr lang="ru-RU" sz="3200" dirty="0"/>
              <a:t> на фото?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11266B5-359C-13EF-A071-74BFDD7D410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24112912"/>
              </p:ext>
            </p:extLst>
          </p:nvPr>
        </p:nvGraphicFramePr>
        <p:xfrm>
          <a:off x="5424834" y="0"/>
          <a:ext cx="5794854" cy="149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707A615-EBE6-CB92-4449-7488FB21E2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9405957"/>
              </p:ext>
            </p:extLst>
          </p:nvPr>
        </p:nvGraphicFramePr>
        <p:xfrm>
          <a:off x="5424834" y="1354217"/>
          <a:ext cx="5794854" cy="2285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F607DF51-D043-FD92-4C5D-254E245C8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62" y="111073"/>
            <a:ext cx="4348482" cy="381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3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52D09-24E8-93AC-4C3C-20891488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зображену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3F4DBB-24FC-0607-8A19-E6D9628FA9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2878" y="902272"/>
            <a:ext cx="2819794" cy="318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AD9B2B-C6CC-F2AF-205B-AFA58C4815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00540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0070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47DB5-BDA7-517E-FE72-1061EBA3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споруд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є прикладом </a:t>
            </a:r>
            <a:r>
              <a:rPr lang="ru-RU" dirty="0" err="1"/>
              <a:t>ісламської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0C3888-FB0A-5E18-9102-EED8F4DD617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82" y="319527"/>
            <a:ext cx="3381561" cy="228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B13825C-4D3C-A635-384C-3C62181E837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991" y="722975"/>
            <a:ext cx="3289097" cy="227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870126A-ACD6-2AF3-1BA1-7D6F4E0E3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248" y="34586"/>
            <a:ext cx="3407504" cy="227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2239FAC-EC26-1FCF-EC9B-FB64B3052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248" y="2217896"/>
            <a:ext cx="3367883" cy="231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68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DF80E2-BC3D-DB14-A9D3-8028962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Подія, відображена на мініатюрі з давньоруського літопису, пов’язана з діяльністю великого київського князя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356B04-E127-EEDD-1DF6-0BC379A6FB1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14" y="489621"/>
            <a:ext cx="5449353" cy="307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52AE025-B79C-7EF1-307D-BCC36CA52D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8014281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436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80923-AAB4-22D6-CD1B-A9FBB7EC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давньоруських</a:t>
            </a:r>
            <a:r>
              <a:rPr lang="ru-RU" dirty="0"/>
              <a:t> </a:t>
            </a:r>
            <a:r>
              <a:rPr lang="ru-RU" dirty="0" err="1"/>
              <a:t>літературних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3DD494-3028-C856-825B-70CAAF8712B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48750277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D085550-CA4F-2A9F-742B-0C51B5AF89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9562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4AD74-B127-6DC3-BD1B-B9EC100C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з </a:t>
            </a:r>
            <a:r>
              <a:rPr lang="ru-RU" dirty="0" err="1"/>
              <a:t>указаних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r>
              <a:rPr lang="ru-RU" dirty="0"/>
              <a:t> </a:t>
            </a:r>
            <a:r>
              <a:rPr lang="ru-RU" dirty="0" err="1"/>
              <a:t>давньоруської</a:t>
            </a:r>
            <a:r>
              <a:rPr lang="ru-RU" dirty="0"/>
              <a:t> </a:t>
            </a:r>
            <a:r>
              <a:rPr lang="ru-RU" dirty="0" err="1"/>
              <a:t>літератури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створено </a:t>
            </a:r>
            <a:r>
              <a:rPr lang="ru-RU" dirty="0" err="1"/>
              <a:t>раніше</a:t>
            </a:r>
            <a:r>
              <a:rPr lang="ru-RU" dirty="0"/>
              <a:t> за </a:t>
            </a:r>
            <a:r>
              <a:rPr lang="ru-RU" dirty="0" err="1"/>
              <a:t>інші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B81318-6A98-4BD2-200A-FD72259A31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026312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8492197-D082-613A-8DD5-34D102F0BF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2430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A0587-7AF7-3C7E-E182-C2C1F959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назвами</a:t>
            </a:r>
            <a:r>
              <a:rPr lang="ru-RU" dirty="0"/>
              <a:t> </a:t>
            </a:r>
            <a:r>
              <a:rPr lang="ru-RU" dirty="0" err="1"/>
              <a:t>творів</a:t>
            </a:r>
            <a:r>
              <a:rPr lang="ru-RU" dirty="0"/>
              <a:t> </a:t>
            </a:r>
            <a:r>
              <a:rPr lang="ru-RU" dirty="0" err="1"/>
              <a:t>давньоруської</a:t>
            </a:r>
            <a:r>
              <a:rPr lang="ru-RU" dirty="0"/>
              <a:t> </a:t>
            </a:r>
            <a:r>
              <a:rPr lang="ru-RU" dirty="0" err="1"/>
              <a:t>літератури</a:t>
            </a:r>
            <a:r>
              <a:rPr lang="ru-RU" dirty="0"/>
              <a:t> та </a:t>
            </a:r>
            <a:r>
              <a:rPr lang="ru-RU" dirty="0" err="1"/>
              <a:t>уривками</a:t>
            </a:r>
            <a:r>
              <a:rPr lang="ru-RU" dirty="0"/>
              <a:t> з них.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D3DCC937-BD62-C519-813B-85FF055CB9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5624015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1340957F-E0AB-448E-F21C-5C5F8368BF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2536314"/>
              </p:ext>
            </p:extLst>
          </p:nvPr>
        </p:nvGraphicFramePr>
        <p:xfrm>
          <a:off x="6289742" y="-75799"/>
          <a:ext cx="5902257" cy="1541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EC4433C-CEAB-C55C-E743-2F1CA48CF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988007"/>
              </p:ext>
            </p:extLst>
          </p:nvPr>
        </p:nvGraphicFramePr>
        <p:xfrm>
          <a:off x="6213035" y="1465450"/>
          <a:ext cx="5880804" cy="1403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61513765-2F6B-4CE4-029A-A8CA74DAB6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173165"/>
              </p:ext>
            </p:extLst>
          </p:nvPr>
        </p:nvGraphicFramePr>
        <p:xfrm>
          <a:off x="6213035" y="2999045"/>
          <a:ext cx="5880804" cy="774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3622968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A1C62-1872-0298-E0F8-5FE153DC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такою </a:t>
            </a:r>
            <a:r>
              <a:rPr lang="ru-RU" dirty="0" err="1"/>
              <a:t>вимогою</a:t>
            </a:r>
            <a:r>
              <a:rPr lang="ru-RU" dirty="0"/>
              <a:t> </a:t>
            </a:r>
            <a:r>
              <a:rPr lang="ru-RU" dirty="0" err="1"/>
              <a:t>кияни</a:t>
            </a:r>
            <a:r>
              <a:rPr lang="ru-RU" dirty="0"/>
              <a:t> </a:t>
            </a:r>
            <a:r>
              <a:rPr lang="ru-RU" dirty="0" err="1"/>
              <a:t>звернулися</a:t>
            </a:r>
            <a:r>
              <a:rPr lang="ru-RU" dirty="0"/>
              <a:t> до князя </a:t>
            </a:r>
            <a:r>
              <a:rPr lang="ru-RU" dirty="0" err="1"/>
              <a:t>Ізяслава</a:t>
            </a:r>
            <a:r>
              <a:rPr lang="ru-RU" dirty="0"/>
              <a:t>, скликавши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077B14-6163-8419-36CF-AAFF28784D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половці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розсипалися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; дай, княже,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зброю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і 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битимемося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 ними...»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 -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D6E3C-DBAA-F60B-7DB7-3FEF5DB8A7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8165630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9254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663B7-B3B9-FC7B-9896-ABE440E2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уривком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назвою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06943E8-3BA6-FD60-F01A-A7C2F8A139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9496803"/>
              </p:ext>
            </p:extLst>
          </p:nvPr>
        </p:nvGraphicFramePr>
        <p:xfrm>
          <a:off x="151016" y="51955"/>
          <a:ext cx="5838306" cy="221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07B2F27D-9281-B8EF-D586-0BC98367D8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8910478"/>
              </p:ext>
            </p:extLst>
          </p:nvPr>
        </p:nvGraphicFramePr>
        <p:xfrm>
          <a:off x="6096000" y="563299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4ABD8539-EC1C-A634-1267-FA4720F6D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571485"/>
              </p:ext>
            </p:extLst>
          </p:nvPr>
        </p:nvGraphicFramePr>
        <p:xfrm>
          <a:off x="151015" y="2269644"/>
          <a:ext cx="5838306" cy="221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44004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F8E9D-6380-D41A-9AA7-5D9647A7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ченцем</a:t>
            </a:r>
            <a:r>
              <a:rPr lang="ru-RU" dirty="0"/>
              <a:t> Нестором </a:t>
            </a:r>
            <a:r>
              <a:rPr lang="ru-RU" dirty="0" err="1"/>
              <a:t>укладено</a:t>
            </a:r>
            <a:r>
              <a:rPr lang="ru-RU" dirty="0"/>
              <a:t> «</a:t>
            </a:r>
            <a:r>
              <a:rPr lang="ru-RU" dirty="0" err="1"/>
              <a:t>Повість</a:t>
            </a:r>
            <a:r>
              <a:rPr lang="ru-RU" dirty="0"/>
              <a:t> </a:t>
            </a:r>
            <a:r>
              <a:rPr lang="ru-RU" dirty="0" err="1"/>
              <a:t>минулих</a:t>
            </a:r>
            <a:r>
              <a:rPr lang="ru-RU" dirty="0"/>
              <a:t> </a:t>
            </a:r>
            <a:r>
              <a:rPr lang="ru-RU" dirty="0" err="1"/>
              <a:t>літ</a:t>
            </a:r>
            <a:r>
              <a:rPr lang="ru-RU" dirty="0"/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FFB8CA-E5E9-2C2C-EE6D-EE6F6BBE8D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5151678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A3727A1-C041-46F9-E693-C5D3AB9DF4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423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5FFF1-4912-DC89-1F7E-D4D68A95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давньоруської</a:t>
            </a:r>
            <a:r>
              <a:rPr lang="ru-RU" dirty="0"/>
              <a:t> </a:t>
            </a:r>
            <a:r>
              <a:rPr lang="ru-RU" dirty="0" err="1"/>
              <a:t>літератури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настанови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52C9E0-1AE7-CC21-4CF4-994DB4486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>
                <a:solidFill>
                  <a:schemeClr val="tx1"/>
                </a:solidFill>
              </a:rPr>
              <a:t>«... Паче </a:t>
            </a:r>
            <a:r>
              <a:rPr lang="ru-RU" i="1" dirty="0" err="1">
                <a:solidFill>
                  <a:schemeClr val="tx1"/>
                </a:solidFill>
              </a:rPr>
              <a:t>всього</a:t>
            </a:r>
            <a:r>
              <a:rPr lang="ru-RU" i="1" dirty="0">
                <a:solidFill>
                  <a:schemeClr val="tx1"/>
                </a:solidFill>
              </a:rPr>
              <a:t> — убогих не </a:t>
            </a:r>
            <a:r>
              <a:rPr lang="ru-RU" i="1" dirty="0" err="1">
                <a:solidFill>
                  <a:schemeClr val="tx1"/>
                </a:solidFill>
              </a:rPr>
              <a:t>забувайте</a:t>
            </a:r>
            <a:r>
              <a:rPr lang="ru-RU" i="1" dirty="0">
                <a:solidFill>
                  <a:schemeClr val="tx1"/>
                </a:solidFill>
              </a:rPr>
              <a:t>, </a:t>
            </a:r>
            <a:r>
              <a:rPr lang="ru-RU" i="1" dirty="0" err="1">
                <a:solidFill>
                  <a:schemeClr val="tx1"/>
                </a:solidFill>
              </a:rPr>
              <a:t>годуйте</a:t>
            </a:r>
            <a:r>
              <a:rPr lang="ru-RU" i="1" dirty="0">
                <a:solidFill>
                  <a:schemeClr val="tx1"/>
                </a:solidFill>
              </a:rPr>
              <a:t> й подавайте </a:t>
            </a:r>
            <a:r>
              <a:rPr lang="ru-RU" i="1" dirty="0" err="1">
                <a:solidFill>
                  <a:schemeClr val="tx1"/>
                </a:solidFill>
              </a:rPr>
              <a:t>сироті</a:t>
            </a:r>
            <a:r>
              <a:rPr lang="ru-RU" i="1" dirty="0">
                <a:solidFill>
                  <a:schemeClr val="tx1"/>
                </a:solidFill>
              </a:rPr>
              <a:t>... не давайте </a:t>
            </a:r>
            <a:r>
              <a:rPr lang="ru-RU" i="1" dirty="0" err="1">
                <a:solidFill>
                  <a:schemeClr val="tx1"/>
                </a:solidFill>
              </a:rPr>
              <a:t>сильним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погубити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людину</a:t>
            </a:r>
            <a:r>
              <a:rPr lang="ru-RU" i="1" dirty="0">
                <a:solidFill>
                  <a:schemeClr val="tx1"/>
                </a:solidFill>
              </a:rPr>
              <a:t>... </a:t>
            </a:r>
            <a:r>
              <a:rPr lang="ru-RU" i="1" dirty="0" err="1">
                <a:solidFill>
                  <a:schemeClr val="tx1"/>
                </a:solidFill>
              </a:rPr>
              <a:t>гордості</a:t>
            </a:r>
            <a:r>
              <a:rPr lang="ru-RU" i="1" dirty="0">
                <a:solidFill>
                  <a:schemeClr val="tx1"/>
                </a:solidFill>
              </a:rPr>
              <a:t> не майте в </a:t>
            </a:r>
            <a:r>
              <a:rPr lang="ru-RU" i="1" dirty="0" err="1">
                <a:solidFill>
                  <a:schemeClr val="tx1"/>
                </a:solidFill>
              </a:rPr>
              <a:t>серці</a:t>
            </a:r>
            <a:r>
              <a:rPr lang="ru-RU" i="1" dirty="0">
                <a:solidFill>
                  <a:schemeClr val="tx1"/>
                </a:solidFill>
              </a:rPr>
              <a:t> і в </a:t>
            </a:r>
            <a:r>
              <a:rPr lang="ru-RU" i="1" dirty="0" err="1">
                <a:solidFill>
                  <a:schemeClr val="tx1"/>
                </a:solidFill>
              </a:rPr>
              <a:t>умі</a:t>
            </a:r>
            <a:r>
              <a:rPr lang="ru-RU" i="1" dirty="0">
                <a:solidFill>
                  <a:schemeClr val="tx1"/>
                </a:solidFill>
              </a:rPr>
              <a:t>. </a:t>
            </a:r>
            <a:r>
              <a:rPr lang="ru-RU" i="1" dirty="0" err="1">
                <a:solidFill>
                  <a:schemeClr val="tx1"/>
                </a:solidFill>
              </a:rPr>
              <a:t>Старих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шануй</a:t>
            </a:r>
            <a:r>
              <a:rPr lang="ru-RU" i="1" dirty="0">
                <a:solidFill>
                  <a:schemeClr val="tx1"/>
                </a:solidFill>
              </a:rPr>
              <a:t>, як </a:t>
            </a:r>
            <a:r>
              <a:rPr lang="ru-RU" i="1" dirty="0" err="1">
                <a:solidFill>
                  <a:schemeClr val="tx1"/>
                </a:solidFill>
              </a:rPr>
              <a:t>отця</a:t>
            </a:r>
            <a:r>
              <a:rPr lang="ru-RU" i="1" dirty="0">
                <a:solidFill>
                  <a:schemeClr val="tx1"/>
                </a:solidFill>
              </a:rPr>
              <a:t>, а </a:t>
            </a:r>
            <a:r>
              <a:rPr lang="ru-RU" i="1" dirty="0" err="1">
                <a:solidFill>
                  <a:schemeClr val="tx1"/>
                </a:solidFill>
              </a:rPr>
              <a:t>молодих</a:t>
            </a:r>
            <a:r>
              <a:rPr lang="ru-RU" i="1" dirty="0">
                <a:solidFill>
                  <a:schemeClr val="tx1"/>
                </a:solidFill>
              </a:rPr>
              <a:t> — як </a:t>
            </a:r>
            <a:r>
              <a:rPr lang="ru-RU" i="1" dirty="0" err="1">
                <a:solidFill>
                  <a:schemeClr val="tx1"/>
                </a:solidFill>
              </a:rPr>
              <a:t>братів</a:t>
            </a:r>
            <a:r>
              <a:rPr lang="ru-RU" i="1" dirty="0">
                <a:solidFill>
                  <a:schemeClr val="tx1"/>
                </a:solidFill>
              </a:rPr>
              <a:t>. </a:t>
            </a:r>
            <a:r>
              <a:rPr lang="ru-RU" i="1" dirty="0" err="1">
                <a:solidFill>
                  <a:schemeClr val="tx1"/>
                </a:solidFill>
              </a:rPr>
              <a:t>Лжі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бережися</a:t>
            </a:r>
            <a:r>
              <a:rPr lang="ru-RU" i="1" dirty="0">
                <a:solidFill>
                  <a:schemeClr val="tx1"/>
                </a:solidFill>
              </a:rPr>
              <a:t>, і </a:t>
            </a:r>
            <a:r>
              <a:rPr lang="ru-RU" i="1" dirty="0" err="1">
                <a:solidFill>
                  <a:schemeClr val="tx1"/>
                </a:solidFill>
              </a:rPr>
              <a:t>п’янства</a:t>
            </a:r>
            <a:r>
              <a:rPr lang="ru-RU" i="1" dirty="0">
                <a:solidFill>
                  <a:schemeClr val="tx1"/>
                </a:solidFill>
              </a:rPr>
              <a:t>, і блуду, </a:t>
            </a:r>
            <a:r>
              <a:rPr lang="ru-RU" i="1" dirty="0" err="1">
                <a:solidFill>
                  <a:schemeClr val="tx1"/>
                </a:solidFill>
              </a:rPr>
              <a:t>бо</a:t>
            </a:r>
            <a:r>
              <a:rPr lang="ru-RU" i="1" dirty="0">
                <a:solidFill>
                  <a:schemeClr val="tx1"/>
                </a:solidFill>
              </a:rPr>
              <a:t> в </a:t>
            </a:r>
            <a:r>
              <a:rPr lang="ru-RU" i="1" dirty="0" err="1">
                <a:solidFill>
                  <a:schemeClr val="tx1"/>
                </a:solidFill>
              </a:rPr>
              <a:t>сьому</a:t>
            </a:r>
            <a:r>
              <a:rPr lang="ru-RU" i="1" dirty="0">
                <a:solidFill>
                  <a:schemeClr val="tx1"/>
                </a:solidFill>
              </a:rPr>
              <a:t> душа </a:t>
            </a:r>
            <a:r>
              <a:rPr lang="ru-RU" i="1" dirty="0" err="1">
                <a:solidFill>
                  <a:schemeClr val="tx1"/>
                </a:solidFill>
              </a:rPr>
              <a:t>погибає</a:t>
            </a:r>
            <a:r>
              <a:rPr lang="ru-RU" i="1" dirty="0">
                <a:solidFill>
                  <a:schemeClr val="tx1"/>
                </a:solidFill>
              </a:rPr>
              <a:t> і </a:t>
            </a:r>
            <a:r>
              <a:rPr lang="ru-RU" i="1" dirty="0" err="1">
                <a:solidFill>
                  <a:schemeClr val="tx1"/>
                </a:solidFill>
              </a:rPr>
              <a:t>тіло</a:t>
            </a:r>
            <a:r>
              <a:rPr lang="ru-RU" i="1" dirty="0">
                <a:solidFill>
                  <a:schemeClr val="tx1"/>
                </a:solidFill>
              </a:rPr>
              <a:t>. А се вам основа </a:t>
            </a:r>
            <a:r>
              <a:rPr lang="ru-RU" i="1" dirty="0" err="1">
                <a:solidFill>
                  <a:schemeClr val="tx1"/>
                </a:solidFill>
              </a:rPr>
              <a:t>всього</a:t>
            </a:r>
            <a:r>
              <a:rPr lang="ru-RU" i="1" dirty="0">
                <a:solidFill>
                  <a:schemeClr val="tx1"/>
                </a:solidFill>
              </a:rPr>
              <a:t>: страх божий майте </a:t>
            </a:r>
            <a:r>
              <a:rPr lang="ru-RU" i="1" dirty="0" err="1">
                <a:solidFill>
                  <a:schemeClr val="tx1"/>
                </a:solidFill>
              </a:rPr>
              <a:t>вище</a:t>
            </a:r>
            <a:r>
              <a:rPr lang="ru-RU" i="1" dirty="0">
                <a:solidFill>
                  <a:schemeClr val="tx1"/>
                </a:solidFill>
              </a:rPr>
              <a:t> над усе...»?</a:t>
            </a:r>
          </a:p>
          <a:p>
            <a:endParaRPr lang="uk-UA" i="1" dirty="0">
              <a:solidFill>
                <a:schemeClr val="tx1"/>
              </a:solidFill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9285A9F-900F-8BD4-CED4-42597738F5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4928706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2157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B5EC0-4E48-1274-489C-07491877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Руська</a:t>
            </a:r>
            <a:r>
              <a:rPr lang="ru-RU" dirty="0"/>
              <a:t> правда» 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історичне</a:t>
            </a:r>
            <a:r>
              <a:rPr lang="ru-RU" dirty="0"/>
              <a:t> </a:t>
            </a:r>
            <a:r>
              <a:rPr lang="ru-RU" dirty="0" err="1"/>
              <a:t>джерело</a:t>
            </a:r>
            <a:r>
              <a:rPr lang="ru-RU" dirty="0"/>
              <a:t> </a:t>
            </a:r>
            <a:r>
              <a:rPr lang="ru-RU" dirty="0" err="1"/>
              <a:t>доби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являє</a:t>
            </a:r>
            <a:r>
              <a:rPr lang="ru-RU" dirty="0"/>
              <a:t> собою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7ED98CA-12E9-2814-1078-06C6C6566B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06001448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C88072D-249F-DB6A-2F8E-B8E5850F74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6922660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75103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3BEEC-54DD-126E-E467-68F972E21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норми</a:t>
            </a:r>
            <a:r>
              <a:rPr lang="ru-RU" dirty="0"/>
              <a:t> права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CF70AD-37EA-636D-3761-4C3DA6B8DC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i="1" dirty="0"/>
              <a:t>«Якщо уб’ють огнищанина, то з убивці стягується 80 гривень. За князівського старосту — 12 гривень, а за князівського рядовича — 5 гривень».</a:t>
            </a:r>
          </a:p>
          <a:p>
            <a:pPr marL="514350" indent="-514350">
              <a:buFont typeface="+mj-lt"/>
              <a:buAutoNum type="arabicPeriod"/>
            </a:pPr>
            <a:r>
              <a:rPr lang="uk-UA" i="1" dirty="0"/>
              <a:t>«Якщо ж на шляхтича підніме руку, поб’є його до крові простий селянин чи міщанин, тоді селянин чи міщанин повинен бути покараний відсіканням руки».</a:t>
            </a:r>
          </a:p>
          <a:p>
            <a:pPr marL="514350" indent="-514350">
              <a:buFont typeface="+mj-lt"/>
              <a:buAutoNum type="arabicPeriod"/>
            </a:pPr>
            <a:r>
              <a:rPr lang="uk-UA" i="1" dirty="0"/>
              <a:t>«Якщо смерд умре без дітей, то спадщина його передається князю. А якщо боярин чи з боярської дружини, то князю спадщина не йде».</a:t>
            </a:r>
          </a:p>
          <a:p>
            <a:pPr marL="514350" indent="-514350">
              <a:buFont typeface="+mj-lt"/>
              <a:buAutoNum type="arabicPeriod"/>
            </a:pPr>
            <a:endParaRPr lang="uk-UA" i="1" dirty="0"/>
          </a:p>
          <a:p>
            <a:pPr marL="514350" indent="-514350">
              <a:buFont typeface="+mj-lt"/>
              <a:buAutoNum type="arabicPeriod"/>
            </a:pP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BE95E8-DDAB-090C-8D34-BF3A63E5F61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742680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150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11FCD-D1DF-1F26-67F5-DF157455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Яка </a:t>
            </a:r>
            <a:r>
              <a:rPr lang="ru-RU" dirty="0" err="1"/>
              <a:t>давньоруська</a:t>
            </a:r>
            <a:r>
              <a:rPr lang="ru-RU" dirty="0"/>
              <a:t> </a:t>
            </a:r>
            <a:r>
              <a:rPr lang="ru-RU" dirty="0" err="1"/>
              <a:t>пам'ятка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норми</a:t>
            </a:r>
            <a:r>
              <a:rPr lang="ru-RU" dirty="0"/>
              <a:t>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C02903-17C5-8591-5C2E-4865534BEAD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7594690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19DA691-A9EC-C02A-D903-BD97614C7F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3731915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35390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72BE3-854B-F9FB-4C1D-771C50A5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подіями</a:t>
            </a:r>
            <a:r>
              <a:rPr lang="ru-RU" dirty="0"/>
              <a:t> культурного </a:t>
            </a:r>
            <a:r>
              <a:rPr lang="ru-RU" dirty="0" err="1"/>
              <a:t>життя</a:t>
            </a:r>
            <a:r>
              <a:rPr lang="ru-RU" dirty="0"/>
              <a:t> та </a:t>
            </a:r>
            <a:r>
              <a:rPr lang="ru-RU" dirty="0" err="1"/>
              <a:t>іменами</a:t>
            </a:r>
            <a:r>
              <a:rPr lang="ru-RU" dirty="0"/>
              <a:t> </a:t>
            </a:r>
            <a:r>
              <a:rPr lang="ru-RU" dirty="0" err="1"/>
              <a:t>князів</a:t>
            </a:r>
            <a:r>
              <a:rPr lang="ru-RU" dirty="0"/>
              <a:t>, </a:t>
            </a:r>
            <a:r>
              <a:rPr lang="ru-RU" dirty="0" err="1"/>
              <a:t>причетними</a:t>
            </a:r>
            <a:r>
              <a:rPr lang="ru-RU" dirty="0"/>
              <a:t> до них.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FC34A7-C846-4236-C85E-3B782D65250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55727357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0E28ED3-8287-87FD-E857-1456AC50B47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7485245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67285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28FE8-FD8B-98A5-4D35-DE0C3304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Найдавнішою датованою книжною пам’яткою Київської Русі 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4AC977-CB40-37F2-6324-6DF6F414622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84308391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C19C49F-4CBB-F665-F982-2162F944BA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8610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0B000-3976-9DE5-10ED-FAF22A40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яким</a:t>
            </a:r>
            <a:r>
              <a:rPr lang="ru-RU" dirty="0"/>
              <a:t> роком </a:t>
            </a:r>
            <a:r>
              <a:rPr lang="ru-RU" dirty="0" err="1"/>
              <a:t>літописець</a:t>
            </a:r>
            <a:r>
              <a:rPr lang="ru-RU" dirty="0"/>
              <a:t> записав </a:t>
            </a:r>
            <a:r>
              <a:rPr lang="ru-RU" dirty="0" err="1"/>
              <a:t>такі</a:t>
            </a:r>
            <a:r>
              <a:rPr lang="ru-RU" dirty="0"/>
              <a:t> рядки: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7E937F-00E5-5D36-147A-C517CABEF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«У тім же поході розболівся Володимир Глібович недугою тяжкою... І принесли його в город його </a:t>
            </a:r>
            <a:r>
              <a:rPr lang="uk-UA" i="1" dirty="0" err="1"/>
              <a:t>Переяславль</a:t>
            </a:r>
            <a:r>
              <a:rPr lang="uk-UA" i="1" dirty="0"/>
              <a:t> ...і тут </a:t>
            </a:r>
            <a:r>
              <a:rPr lang="uk-UA" i="1" dirty="0" err="1"/>
              <a:t>преставився</a:t>
            </a:r>
            <a:r>
              <a:rPr lang="uk-UA" i="1" dirty="0"/>
              <a:t> він ...і плакали по ньому всі переяславці. ...був же він князь доблесний у бою, і мужністю відзначався… За ним же Україна багато потужила»?</a:t>
            </a:r>
          </a:p>
          <a:p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B56C14-F274-35D3-74B0-B1B9F19E75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8837314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773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427B9-B239-693F-7E71-AA352051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збірки</a:t>
            </a:r>
            <a:r>
              <a:rPr lang="ru-RU" dirty="0"/>
              <a:t> норм </a:t>
            </a:r>
            <a:r>
              <a:rPr lang="ru-RU" dirty="0" err="1"/>
              <a:t>давньоруського</a:t>
            </a:r>
            <a:r>
              <a:rPr lang="ru-RU" dirty="0"/>
              <a:t> права «</a:t>
            </a:r>
            <a:r>
              <a:rPr lang="ru-RU" dirty="0" err="1"/>
              <a:t>Правди</a:t>
            </a:r>
            <a:r>
              <a:rPr lang="ru-RU" dirty="0"/>
              <a:t> Ярослава» </a:t>
            </a:r>
            <a:r>
              <a:rPr lang="ru-RU" dirty="0" err="1"/>
              <a:t>призвело</a:t>
            </a:r>
            <a:r>
              <a:rPr lang="ru-RU" dirty="0"/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6940CB6-D517-2DEF-3803-775B6DB0B6A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6176503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5AC1344-6D8F-D393-2808-F2BA376520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7905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B3EE7-09A4-B0C5-F1DB-AB233E5F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фактор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вирішальним</a:t>
            </a:r>
            <a:r>
              <a:rPr lang="ru-RU" dirty="0"/>
              <a:t> у </a:t>
            </a:r>
            <a:r>
              <a:rPr lang="ru-RU" dirty="0" err="1"/>
              <a:t>поширенні</a:t>
            </a:r>
            <a:r>
              <a:rPr lang="ru-RU" dirty="0"/>
              <a:t> </a:t>
            </a:r>
            <a:r>
              <a:rPr lang="ru-RU" dirty="0" err="1"/>
              <a:t>писемності</a:t>
            </a:r>
            <a:r>
              <a:rPr lang="ru-RU" dirty="0"/>
              <a:t> в </a:t>
            </a:r>
            <a:r>
              <a:rPr lang="ru-RU" dirty="0" err="1"/>
              <a:t>Київській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61CEAB-79FB-2F7D-947A-031E408EE1D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15092750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BF7AEE0-024E-35E0-A0D5-49B7C266A1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6259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7EFCB-23ED-471B-63EB-A14D5095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творами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авторами.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25AE963-ED27-60E0-9DC2-6186F8B924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68929621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F12A7ED-3640-AE44-AE3C-EE6780A24A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3556643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24685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C72D4-034F-86C8-459E-FB97AC54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давньоруських</a:t>
            </a:r>
            <a:r>
              <a:rPr lang="ru-RU" dirty="0"/>
              <a:t> </a:t>
            </a:r>
            <a:r>
              <a:rPr lang="ru-RU" dirty="0" err="1"/>
              <a:t>літературних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C45FF86-80A3-CFC5-0FA5-904AE02682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843022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1B30AEF-DC6C-60C4-54E0-A796DC8A0D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6346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526A0-CF4A-98D9-9AF0-D76579C0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роками та подіями давньоруської історії.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FA22DD-82BB-1E51-8EC0-43FE5F23854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8718029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AB39392-A39A-6FD8-FE64-056B62F797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5984690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88356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FBC4F-7ED3-A5BB-A677-52451F8D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Юрій Дрогобич (Котермак) уславився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558AED1-BBB6-3ADA-CFEE-0F6C4D27BE6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45898853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75D2023-CC90-FBF3-A89F-5509F0FC1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7548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089D4-A07E-E63F-D72E-5415016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Серед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</a:t>
            </a:r>
            <a:r>
              <a:rPr lang="ru-RU" sz="3200" dirty="0" err="1"/>
              <a:t>релігій</a:t>
            </a:r>
            <a:r>
              <a:rPr lang="ru-RU" sz="3200" dirty="0"/>
              <a:t> (за </a:t>
            </a:r>
            <a:r>
              <a:rPr lang="ru-RU" sz="3200" dirty="0" err="1"/>
              <a:t>літописною</a:t>
            </a:r>
            <a:r>
              <a:rPr lang="ru-RU" sz="3200" dirty="0"/>
              <a:t> легендою) великий князь </a:t>
            </a:r>
            <a:r>
              <a:rPr lang="ru-RU" sz="3200" dirty="0" err="1"/>
              <a:t>київський</a:t>
            </a:r>
            <a:r>
              <a:rPr lang="ru-RU" sz="3200" dirty="0"/>
              <a:t> </a:t>
            </a:r>
            <a:r>
              <a:rPr lang="ru-RU" sz="3200" dirty="0" err="1"/>
              <a:t>Володимир</a:t>
            </a:r>
            <a:r>
              <a:rPr lang="ru-RU" sz="3200" dirty="0"/>
              <a:t> Великий </a:t>
            </a:r>
            <a:r>
              <a:rPr lang="ru-RU" sz="3200" dirty="0" err="1"/>
              <a:t>вибирав</a:t>
            </a:r>
            <a:r>
              <a:rPr lang="ru-RU" sz="3200" dirty="0"/>
              <a:t>, </a:t>
            </a:r>
            <a:r>
              <a:rPr lang="ru-RU" sz="3200" dirty="0" err="1"/>
              <a:t>здійснюючи</a:t>
            </a:r>
            <a:r>
              <a:rPr lang="ru-RU" sz="3200" dirty="0"/>
              <a:t> в 988 р. </a:t>
            </a:r>
            <a:r>
              <a:rPr lang="ru-RU" sz="3200" dirty="0" err="1"/>
              <a:t>релігійну</a:t>
            </a:r>
            <a:r>
              <a:rPr lang="ru-RU" sz="3200" dirty="0"/>
              <a:t> реформу?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0DE699-1F67-ECC3-BB44-B05534F77D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831043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351CB85-C009-B6CD-4300-1202D21DD3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9211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B3793-F737-8FEF-5AA6-BB09F06D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великого </a:t>
            </a:r>
            <a:r>
              <a:rPr lang="ru-RU" dirty="0" err="1"/>
              <a:t>київського</a:t>
            </a:r>
            <a:r>
              <a:rPr lang="ru-RU" dirty="0"/>
              <a:t> князя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469111-63DE-950C-7834-213080C2E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2" y="194999"/>
            <a:ext cx="5025216" cy="4351338"/>
          </a:xfrm>
        </p:spPr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Отець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землю...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хрещенням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просвітив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сей великий князь...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засіяв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книжними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словами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серця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віруючих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людей...»?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D0EE5A7-A0AC-00FC-5197-A484439A9F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24452005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826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E1660-9911-5E64-4A2A-AA5A0A3B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подій</a:t>
            </a:r>
            <a:r>
              <a:rPr lang="ru-RU" sz="3200" dirty="0"/>
              <a:t>, </a:t>
            </a:r>
            <a:r>
              <a:rPr lang="ru-RU" sz="3200" dirty="0" err="1"/>
              <a:t>пов’язаних</a:t>
            </a:r>
            <a:r>
              <a:rPr lang="ru-RU" sz="3200" dirty="0"/>
              <a:t> </a:t>
            </a:r>
            <a:r>
              <a:rPr lang="ru-RU" sz="3200" dirty="0" err="1"/>
              <a:t>із</a:t>
            </a:r>
            <a:r>
              <a:rPr lang="ru-RU" sz="3200" dirty="0"/>
              <a:t> </a:t>
            </a:r>
            <a:r>
              <a:rPr lang="ru-RU" sz="3200" dirty="0" err="1"/>
              <a:t>князюванням</a:t>
            </a:r>
            <a:r>
              <a:rPr lang="ru-RU" sz="3200" dirty="0"/>
              <a:t> </a:t>
            </a:r>
            <a:r>
              <a:rPr lang="ru-RU" sz="3200" dirty="0" err="1"/>
              <a:t>Володимира</a:t>
            </a:r>
            <a:r>
              <a:rPr lang="ru-RU" sz="3200" dirty="0"/>
              <a:t> Великого та Ярослава Мудрого.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A1DA7C-D3D1-62FC-5A46-D488E06A01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5689389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31D2858-22AE-B6F4-403A-C4B664604E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1715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AE560-72D9-E27E-83C0-32C61437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Що</a:t>
            </a:r>
            <a:r>
              <a:rPr lang="ru-RU" sz="3200" dirty="0"/>
              <a:t> в </a:t>
            </a:r>
            <a:r>
              <a:rPr lang="ru-RU" sz="3200" dirty="0" err="1"/>
              <a:t>історії</a:t>
            </a:r>
            <a:r>
              <a:rPr lang="ru-RU" sz="3200" dirty="0"/>
              <a:t> </a:t>
            </a:r>
            <a:r>
              <a:rPr lang="ru-RU" sz="3200" dirty="0" err="1"/>
              <a:t>Київської</a:t>
            </a:r>
            <a:r>
              <a:rPr lang="ru-RU" sz="3200" dirty="0"/>
              <a:t> </a:t>
            </a:r>
            <a:r>
              <a:rPr lang="ru-RU" sz="3200" dirty="0" err="1"/>
              <a:t>держави</a:t>
            </a:r>
            <a:r>
              <a:rPr lang="ru-RU" sz="3200" dirty="0"/>
              <a:t> (</a:t>
            </a:r>
            <a:r>
              <a:rPr lang="ru-RU" sz="3200" dirty="0" err="1"/>
              <a:t>Русі-України</a:t>
            </a:r>
            <a:r>
              <a:rPr lang="ru-RU" sz="3200" dirty="0"/>
              <a:t>) </a:t>
            </a:r>
            <a:r>
              <a:rPr lang="ru-RU" sz="3200" dirty="0" err="1"/>
              <a:t>пов'язано</a:t>
            </a:r>
            <a:r>
              <a:rPr lang="ru-RU" sz="3200" dirty="0"/>
              <a:t> з </a:t>
            </a:r>
            <a:r>
              <a:rPr lang="ru-RU" sz="3200" dirty="0" err="1"/>
              <a:t>діяльністю</a:t>
            </a:r>
            <a:r>
              <a:rPr lang="ru-RU" sz="3200" dirty="0"/>
              <a:t> </a:t>
            </a:r>
            <a:r>
              <a:rPr lang="ru-RU" sz="3200" dirty="0" err="1"/>
              <a:t>Володимира</a:t>
            </a:r>
            <a:r>
              <a:rPr lang="ru-RU" sz="3200" dirty="0"/>
              <a:t> Великого?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A27EC18-8E0C-8D27-0C87-E4C779A0D2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7723997"/>
              </p:ext>
            </p:extLst>
          </p:nvPr>
        </p:nvGraphicFramePr>
        <p:xfrm>
          <a:off x="684213" y="685800"/>
          <a:ext cx="4644167" cy="3506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A4DBF1E-BE06-C2F5-2664-E356F2A867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65540565"/>
              </p:ext>
            </p:extLst>
          </p:nvPr>
        </p:nvGraphicFramePr>
        <p:xfrm>
          <a:off x="6292408" y="194999"/>
          <a:ext cx="4735256" cy="4221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834454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A466A-D4BB-74C5-10B5-864EE2CA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«Десятиною» в </a:t>
            </a:r>
            <a:r>
              <a:rPr lang="ru-RU" dirty="0" err="1"/>
              <a:t>Київській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EB28C3-812C-EC4B-5545-E0E15DF61E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38350033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12B39A9-5340-5D46-B71A-2BA28ACA526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80823946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18983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A1F1A-7A1A-28F4-3DA0-0B4BAF0E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</a:t>
            </a:r>
            <a:r>
              <a:rPr lang="ru-RU" dirty="0" err="1"/>
              <a:t>економічного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в X – XIII ст.?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63523C-37F4-55D7-9716-A77A03747C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51186121"/>
              </p:ext>
            </p:extLst>
          </p:nvPr>
        </p:nvGraphicFramePr>
        <p:xfrm>
          <a:off x="684212" y="158699"/>
          <a:ext cx="5025216" cy="4043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638E5E7-3568-67AC-5BA9-D923D0323A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4961697"/>
              </p:ext>
            </p:extLst>
          </p:nvPr>
        </p:nvGraphicFramePr>
        <p:xfrm>
          <a:off x="7023928" y="52711"/>
          <a:ext cx="4250624" cy="425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2765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D34E9-7F78-E8F4-876E-C74A63B9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Неповноправних</a:t>
            </a:r>
            <a:r>
              <a:rPr lang="ru-RU" sz="3600" dirty="0"/>
              <a:t> людей на </a:t>
            </a:r>
            <a:r>
              <a:rPr lang="ru-RU" sz="3600" dirty="0" err="1"/>
              <a:t>Русі</a:t>
            </a:r>
            <a:r>
              <a:rPr lang="ru-RU" sz="3600" dirty="0"/>
              <a:t>, </a:t>
            </a:r>
            <a:r>
              <a:rPr lang="ru-RU" sz="3600" dirty="0" err="1"/>
              <a:t>які</a:t>
            </a:r>
            <a:r>
              <a:rPr lang="ru-RU" sz="3600" dirty="0"/>
              <a:t> через </a:t>
            </a:r>
            <a:r>
              <a:rPr lang="ru-RU" sz="3600" dirty="0" err="1"/>
              <a:t>певні</a:t>
            </a:r>
            <a:r>
              <a:rPr lang="ru-RU" sz="3600" dirty="0"/>
              <a:t> причини </a:t>
            </a:r>
            <a:r>
              <a:rPr lang="ru-RU" sz="3600" dirty="0" err="1"/>
              <a:t>вийшли</a:t>
            </a:r>
            <a:r>
              <a:rPr lang="ru-RU" sz="3600" dirty="0"/>
              <a:t> </a:t>
            </a:r>
            <a:r>
              <a:rPr lang="ru-RU" sz="3600" dirty="0" err="1"/>
              <a:t>зі</a:t>
            </a:r>
            <a:r>
              <a:rPr lang="ru-RU" sz="3600" dirty="0"/>
              <a:t> </a:t>
            </a:r>
            <a:r>
              <a:rPr lang="ru-RU" sz="3600" dirty="0" err="1"/>
              <a:t>свого</a:t>
            </a:r>
            <a:r>
              <a:rPr lang="ru-RU" sz="3600" dirty="0"/>
              <a:t> </a:t>
            </a:r>
            <a:r>
              <a:rPr lang="ru-RU" sz="3600" dirty="0" err="1"/>
              <a:t>соціального</a:t>
            </a:r>
            <a:r>
              <a:rPr lang="ru-RU" sz="3600" dirty="0"/>
              <a:t> </a:t>
            </a:r>
            <a:r>
              <a:rPr lang="ru-RU" sz="3600" dirty="0" err="1"/>
              <a:t>середовища</a:t>
            </a:r>
            <a:r>
              <a:rPr lang="ru-RU" sz="3600" dirty="0"/>
              <a:t> та </a:t>
            </a:r>
            <a:r>
              <a:rPr lang="ru-RU" sz="3600" dirty="0" err="1"/>
              <a:t>втратили</a:t>
            </a:r>
            <a:r>
              <a:rPr lang="ru-RU" sz="3600" dirty="0"/>
              <a:t> з ним </a:t>
            </a:r>
            <a:r>
              <a:rPr lang="ru-RU" sz="3600" dirty="0" err="1"/>
              <a:t>законний</a:t>
            </a:r>
            <a:r>
              <a:rPr lang="ru-RU" sz="3600" dirty="0"/>
              <a:t> </a:t>
            </a:r>
            <a:r>
              <a:rPr lang="ru-RU" sz="3600" dirty="0" err="1"/>
              <a:t>зв’язок</a:t>
            </a:r>
            <a:r>
              <a:rPr lang="ru-RU" sz="3600" dirty="0"/>
              <a:t>, </a:t>
            </a:r>
            <a:r>
              <a:rPr lang="ru-RU" sz="3600" dirty="0" err="1"/>
              <a:t>називали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4C1C82-DF94-7E6E-5C94-111E2F5246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0792004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62C5DAB-D282-A384-0F1D-A2A4F5F7F8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700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AFB21-89D1-61DE-18D2-76A1F39C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Які терміни потрібно використати, щоби схарактеризувати суспільний устрій Русі-України (Київської держави) ХІ–ХІІ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6453D2-F354-3AB1-7D72-8AB1D7307C6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76189010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A539205-40DF-3771-01C9-BDB90E393F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0752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4E7E8-575E-B61E-D9E6-58DA59C9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Закупами, рядовичами, холопами в </a:t>
            </a:r>
            <a:r>
              <a:rPr lang="ru-RU" dirty="0" err="1"/>
              <a:t>Київській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називалися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A4A3F9-DBA2-5838-8023-D9E1AB2A00B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280493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BC96234-B2E4-741C-0C83-D899AD3C62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9430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E3D8B-88F3-D66F-7AB7-C935D350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Збори</a:t>
            </a:r>
            <a:r>
              <a:rPr lang="ru-RU" sz="4000" dirty="0"/>
              <a:t> </a:t>
            </a:r>
            <a:r>
              <a:rPr lang="ru-RU" sz="4000" dirty="0" err="1"/>
              <a:t>вільних</a:t>
            </a:r>
            <a:r>
              <a:rPr lang="ru-RU" sz="4000" dirty="0"/>
              <a:t> людей у </a:t>
            </a:r>
            <a:r>
              <a:rPr lang="ru-RU" sz="4000" dirty="0" err="1"/>
              <a:t>Київській</a:t>
            </a:r>
            <a:r>
              <a:rPr lang="ru-RU" sz="4000" dirty="0"/>
              <a:t> </a:t>
            </a:r>
            <a:r>
              <a:rPr lang="ru-RU" sz="4000" dirty="0" err="1"/>
              <a:t>державі</a:t>
            </a:r>
            <a:r>
              <a:rPr lang="ru-RU" sz="4000" dirty="0"/>
              <a:t>, на </a:t>
            </a:r>
            <a:r>
              <a:rPr lang="ru-RU" sz="4000" dirty="0" err="1"/>
              <a:t>яких</a:t>
            </a:r>
            <a:r>
              <a:rPr lang="ru-RU" sz="4000" dirty="0"/>
              <a:t> </a:t>
            </a:r>
            <a:r>
              <a:rPr lang="ru-RU" sz="4000" dirty="0" err="1"/>
              <a:t>обговорювалися</a:t>
            </a:r>
            <a:r>
              <a:rPr lang="ru-RU" sz="4000" dirty="0"/>
              <a:t> та </a:t>
            </a:r>
            <a:r>
              <a:rPr lang="ru-RU" sz="4000" dirty="0" err="1"/>
              <a:t>вирішувалися</a:t>
            </a:r>
            <a:r>
              <a:rPr lang="ru-RU" sz="4000" dirty="0"/>
              <a:t> </a:t>
            </a:r>
            <a:r>
              <a:rPr lang="ru-RU" sz="4000" dirty="0" err="1"/>
              <a:t>важливі</a:t>
            </a:r>
            <a:r>
              <a:rPr lang="ru-RU" sz="4000" dirty="0"/>
              <a:t> </a:t>
            </a:r>
            <a:r>
              <a:rPr lang="ru-RU" sz="4000" dirty="0" err="1"/>
              <a:t>громадські</a:t>
            </a:r>
            <a:r>
              <a:rPr lang="ru-RU" sz="4000" dirty="0"/>
              <a:t> </a:t>
            </a:r>
            <a:r>
              <a:rPr lang="ru-RU" sz="4000" dirty="0" err="1"/>
              <a:t>справи</a:t>
            </a:r>
            <a:r>
              <a:rPr lang="ru-RU" sz="4000" dirty="0"/>
              <a:t>, </a:t>
            </a:r>
            <a:r>
              <a:rPr lang="ru-RU" sz="4000" dirty="0" err="1"/>
              <a:t>називалися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F22CA42-6732-DE9D-6568-B1CC67F2B83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20558530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24403A0-9BEB-9897-7D87-0128D0C00E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2127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21E0C-4049-46CE-FA6A-7FD5DADB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держави</a:t>
            </a:r>
            <a:r>
              <a:rPr lang="ru-RU" dirty="0"/>
              <a:t> (</a:t>
            </a:r>
            <a:r>
              <a:rPr lang="ru-RU" dirty="0" err="1"/>
              <a:t>Русі-України</a:t>
            </a:r>
            <a:r>
              <a:rPr lang="ru-RU" dirty="0"/>
              <a:t>) </a:t>
            </a:r>
            <a:r>
              <a:rPr lang="ru-RU" dirty="0" err="1"/>
              <a:t>пов'язано</a:t>
            </a:r>
            <a:r>
              <a:rPr lang="ru-RU" dirty="0"/>
              <a:t> з </a:t>
            </a:r>
            <a:r>
              <a:rPr lang="ru-RU" dirty="0" err="1"/>
              <a:t>діяльністю</a:t>
            </a:r>
            <a:r>
              <a:rPr lang="ru-RU" dirty="0"/>
              <a:t> </a:t>
            </a:r>
            <a:r>
              <a:rPr lang="ru-RU" dirty="0" err="1"/>
              <a:t>Володимира</a:t>
            </a:r>
            <a:r>
              <a:rPr lang="ru-RU" dirty="0"/>
              <a:t> Великого?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1865E7-DC77-723D-3EEF-70101880BC4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1606790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4CB9179-9D60-C317-DD0C-8FCEB6E2DD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35008926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12673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D76E-3253-B568-C754-273E088A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Сутність</a:t>
            </a:r>
            <a:r>
              <a:rPr lang="ru-RU" dirty="0"/>
              <a:t> </a:t>
            </a:r>
            <a:r>
              <a:rPr lang="ru-RU" dirty="0" err="1"/>
              <a:t>політичної</a:t>
            </a:r>
            <a:r>
              <a:rPr lang="ru-RU" dirty="0"/>
              <a:t> </a:t>
            </a:r>
            <a:r>
              <a:rPr lang="ru-RU" dirty="0" err="1"/>
              <a:t>роздробленості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полягала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F39088-2B85-B2AB-D2ED-3BCC12E2569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3534259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EC9AB2-5A93-EC38-8410-2ABE878A74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1669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D8C45-920D-E8C0-724A-72E0563A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 </a:t>
            </a:r>
            <a:r>
              <a:rPr lang="ru-RU" dirty="0" err="1"/>
              <a:t>правління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князя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описана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041878-F76F-8982-52DA-A6ACABBBB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00" y="2094807"/>
            <a:ext cx="5025216" cy="4082156"/>
          </a:xfrm>
        </p:spPr>
        <p:txBody>
          <a:bodyPr/>
          <a:lstStyle/>
          <a:p>
            <a:r>
              <a:rPr lang="ru-RU" i="1" dirty="0"/>
              <a:t>«І за </a:t>
            </a:r>
            <a:r>
              <a:rPr lang="ru-RU" i="1" dirty="0" err="1"/>
              <a:t>цим</a:t>
            </a:r>
            <a:r>
              <a:rPr lang="ru-RU" i="1" dirty="0"/>
              <a:t> </a:t>
            </a:r>
            <a:r>
              <a:rPr lang="ru-RU" i="1" dirty="0" err="1"/>
              <a:t>священним</a:t>
            </a:r>
            <a:r>
              <a:rPr lang="ru-RU" i="1" dirty="0"/>
              <a:t> правилом - </a:t>
            </a:r>
            <a:r>
              <a:rPr lang="ru-RU" i="1" dirty="0" err="1"/>
              <a:t>єпископи</a:t>
            </a:r>
            <a:r>
              <a:rPr lang="ru-RU" i="1" dirty="0"/>
              <a:t> поставили </a:t>
            </a:r>
            <a:r>
              <a:rPr lang="ru-RU" i="1" dirty="0" err="1"/>
              <a:t>Іларіона</a:t>
            </a:r>
            <a:r>
              <a:rPr lang="ru-RU" i="1" dirty="0"/>
              <a:t>, русина, митрополитом </a:t>
            </a:r>
            <a:r>
              <a:rPr lang="ru-RU" i="1" dirty="0" err="1"/>
              <a:t>Києва</a:t>
            </a:r>
            <a:r>
              <a:rPr lang="ru-RU" i="1" dirty="0"/>
              <a:t> і </a:t>
            </a:r>
            <a:r>
              <a:rPr lang="ru-RU" i="1" dirty="0" err="1"/>
              <a:t>всієї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</a:t>
            </a:r>
            <a:r>
              <a:rPr lang="ru-RU" i="1" dirty="0" err="1"/>
              <a:t>Руської</a:t>
            </a:r>
            <a:r>
              <a:rPr lang="ru-RU" i="1" dirty="0"/>
              <a:t>...»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BD7CC0-9D9C-C875-FD47-F0B1C50002E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4999028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1816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3A500-D17D-113E-5066-3416CB40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Установіть</a:t>
            </a:r>
            <a:r>
              <a:rPr lang="ru-RU" sz="4000" dirty="0"/>
              <a:t> </a:t>
            </a:r>
            <a:r>
              <a:rPr lang="ru-RU" sz="4000" dirty="0" err="1"/>
              <a:t>послідовність</a:t>
            </a:r>
            <a:r>
              <a:rPr lang="ru-RU" sz="4000" dirty="0"/>
              <a:t> </a:t>
            </a:r>
            <a:r>
              <a:rPr lang="ru-RU" sz="4000" dirty="0" err="1"/>
              <a:t>подій</a:t>
            </a:r>
            <a:r>
              <a:rPr lang="ru-RU" sz="4000" dirty="0"/>
              <a:t>, </a:t>
            </a:r>
            <a:r>
              <a:rPr lang="ru-RU" sz="4000" dirty="0" err="1"/>
              <a:t>пов’язаних</a:t>
            </a:r>
            <a:r>
              <a:rPr lang="ru-RU" sz="4000" dirty="0"/>
              <a:t> </a:t>
            </a:r>
            <a:r>
              <a:rPr lang="ru-RU" sz="4000" dirty="0" err="1"/>
              <a:t>із</a:t>
            </a:r>
            <a:r>
              <a:rPr lang="ru-RU" sz="4000" dirty="0"/>
              <a:t> </a:t>
            </a:r>
            <a:r>
              <a:rPr lang="ru-RU" sz="4000" dirty="0" err="1"/>
              <a:t>князюванням</a:t>
            </a:r>
            <a:r>
              <a:rPr lang="ru-RU" sz="4000" dirty="0"/>
              <a:t> </a:t>
            </a:r>
            <a:r>
              <a:rPr lang="ru-RU" sz="4000" dirty="0" err="1"/>
              <a:t>Володимира</a:t>
            </a:r>
            <a:r>
              <a:rPr lang="ru-RU" sz="4000" dirty="0"/>
              <a:t> Великого та Ярослава Мудрого.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FEE393-E982-D556-FAC6-D6349FC173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486454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4C41DF-DB40-085C-DDA7-B1C4FF67D9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17465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3EB9C-E95A-808A-FD0C-A2F7C92B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назвою соціальної групи Київської Русі та її характеристикою.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B2B38F-9FE4-A868-8A80-AD181A2629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37049767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3C16D2FA-481D-BB89-6B2B-76217BEC5C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4631305"/>
              </p:ext>
            </p:extLst>
          </p:nvPr>
        </p:nvGraphicFramePr>
        <p:xfrm>
          <a:off x="6184744" y="1632646"/>
          <a:ext cx="5681748" cy="2247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BA88129B-496B-F9FE-FA8D-9C93BF4384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8676288"/>
              </p:ext>
            </p:extLst>
          </p:nvPr>
        </p:nvGraphicFramePr>
        <p:xfrm>
          <a:off x="6184744" y="3833043"/>
          <a:ext cx="5694290" cy="3024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7745664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714C2-EB76-F29E-8CFA-A3B34830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соціальна</a:t>
            </a:r>
            <a:r>
              <a:rPr lang="ru-RU" dirty="0"/>
              <a:t> </a:t>
            </a:r>
            <a:r>
              <a:rPr lang="ru-RU" dirty="0" err="1"/>
              <a:t>верства</a:t>
            </a:r>
            <a:r>
              <a:rPr lang="ru-RU" dirty="0"/>
              <a:t> становила </a:t>
            </a:r>
            <a:r>
              <a:rPr lang="ru-RU" dirty="0" err="1"/>
              <a:t>переважну</a:t>
            </a:r>
            <a:r>
              <a:rPr lang="ru-RU" dirty="0"/>
              <a:t>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IX–XII ст.?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FABB9B1F-5DE0-BF87-94EC-339F3890DA6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86523794"/>
              </p:ext>
            </p:extLst>
          </p:nvPr>
        </p:nvGraphicFramePr>
        <p:xfrm>
          <a:off x="1071562" y="2141537"/>
          <a:ext cx="502443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E870F991-87F7-195B-3297-9A7D95FE70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808663" y="1631234"/>
            <a:ext cx="4933950" cy="1723869"/>
          </a:xfrm>
        </p:spPr>
      </p:pic>
    </p:spTree>
    <p:extLst>
      <p:ext uri="{BB962C8B-B14F-4D97-AF65-F5344CB8AC3E}">
        <p14:creationId xmlns:p14="http://schemas.microsoft.com/office/powerpoint/2010/main" val="185990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74DE0-EC93-4849-199F-484701C2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великого </a:t>
            </a:r>
            <a:r>
              <a:rPr lang="ru-RU" dirty="0" err="1"/>
              <a:t>київського</a:t>
            </a:r>
            <a:r>
              <a:rPr lang="ru-RU" dirty="0"/>
              <a:t> князя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3A2671-FB5C-8DC6-D9CD-F1A22A2B2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00" y="2011679"/>
            <a:ext cx="5025216" cy="4165283"/>
          </a:xfrm>
        </p:spPr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Отець</a:t>
            </a:r>
            <a:r>
              <a:rPr lang="ru-RU" dirty="0"/>
              <a:t> </a:t>
            </a:r>
            <a:r>
              <a:rPr lang="ru-RU" dirty="0" err="1"/>
              <a:t>бо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... землю... </a:t>
            </a:r>
            <a:r>
              <a:rPr lang="ru-RU" dirty="0" err="1"/>
              <a:t>хрещенням</a:t>
            </a:r>
            <a:r>
              <a:rPr lang="ru-RU" dirty="0"/>
              <a:t> </a:t>
            </a:r>
            <a:r>
              <a:rPr lang="ru-RU" dirty="0" err="1"/>
              <a:t>просвітив</a:t>
            </a:r>
            <a:r>
              <a:rPr lang="ru-RU" dirty="0"/>
              <a:t>, а сей великий князь... </a:t>
            </a:r>
            <a:r>
              <a:rPr lang="ru-RU" dirty="0" err="1"/>
              <a:t>засіяв</a:t>
            </a:r>
            <a:r>
              <a:rPr lang="ru-RU" dirty="0"/>
              <a:t> </a:t>
            </a:r>
            <a:r>
              <a:rPr lang="ru-RU" dirty="0" err="1"/>
              <a:t>книжними</a:t>
            </a:r>
            <a:r>
              <a:rPr lang="ru-RU" dirty="0"/>
              <a:t> словами </a:t>
            </a:r>
            <a:r>
              <a:rPr lang="ru-RU" dirty="0" err="1"/>
              <a:t>серця</a:t>
            </a:r>
            <a:r>
              <a:rPr lang="ru-RU" dirty="0"/>
              <a:t> </a:t>
            </a:r>
            <a:r>
              <a:rPr lang="ru-RU" dirty="0" err="1"/>
              <a:t>віруючих</a:t>
            </a:r>
            <a:r>
              <a:rPr lang="ru-RU" dirty="0"/>
              <a:t> людей...»?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1A88CE5-634A-40C5-A4C1-FAF5EFE27C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87122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721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1D007-2918-975E-93D1-1678014B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Основу </a:t>
            </a:r>
            <a:r>
              <a:rPr lang="ru-RU" dirty="0" err="1"/>
              <a:t>економічного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становили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68E807-A728-A18F-A545-A8BE7935B1D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73232006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25FBAA2-A772-6709-EE70-CABB9C9CC5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5305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EC47A-DD57-F81D-C5B1-2C1CE81D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Існування Київської Русі охоплює період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67E62D-7882-6F23-1F80-05F8CA353F4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04514337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6EA824E-D8AC-9596-0AB4-B5556B476B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6354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0A89E-7B40-E8CF-A943-39D061AC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«Смердами» у </a:t>
            </a:r>
            <a:r>
              <a:rPr lang="ru-RU" dirty="0" err="1"/>
              <a:t>Київській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9A163B-D583-74F9-7E68-7322FDF121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2252994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E28FAB7F-A803-8382-CD72-14FFB1ADC6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808663" y="1351983"/>
            <a:ext cx="4933950" cy="2282371"/>
          </a:xfrm>
        </p:spPr>
      </p:pic>
    </p:spTree>
    <p:extLst>
      <p:ext uri="{BB962C8B-B14F-4D97-AF65-F5344CB8AC3E}">
        <p14:creationId xmlns:p14="http://schemas.microsoft.com/office/powerpoint/2010/main" val="32326180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03CE0-F63F-1753-E11E-19CE41B9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Одним із наслідків упровадження християнства як державної релігії Київської Русі стало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B743C24-A19F-6947-17DE-79CD09AC4EB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6242569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AF8E9D6-6DBF-28E1-D98D-32DEB4BDE8F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6533769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102142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74587-E9D5-CA50-8D5F-77348F18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AAAEB6F-AA84-D17E-4744-A2820E5CB31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0334172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7CEE4ED-071A-BBDA-3F9A-62BE001C3EB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70245071"/>
              </p:ext>
            </p:extLst>
          </p:nvPr>
        </p:nvGraphicFramePr>
        <p:xfrm>
          <a:off x="5808663" y="685800"/>
          <a:ext cx="493395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312670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311AC-E1E8-8521-A75C-EEA6E6B4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«Рядовичами» в </a:t>
            </a:r>
            <a:r>
              <a:rPr lang="ru-RU" dirty="0" err="1"/>
              <a:t>Київській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BBB424A3-50DF-3E3E-8BBC-3397BB61E8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6220723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76D8CF71-A625-B7A3-2569-1A34614486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066118" y="685800"/>
            <a:ext cx="2419040" cy="3614738"/>
          </a:xfrm>
        </p:spPr>
      </p:pic>
    </p:spTree>
    <p:extLst>
      <p:ext uri="{BB962C8B-B14F-4D97-AF65-F5344CB8AC3E}">
        <p14:creationId xmlns:p14="http://schemas.microsoft.com/office/powerpoint/2010/main" val="21191138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6697C-310C-7BDE-1403-70AEA002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Утвердженню </a:t>
            </a:r>
            <a:r>
              <a:rPr lang="uk-UA" dirty="0" err="1"/>
              <a:t>Київськоі</a:t>
            </a:r>
            <a:r>
              <a:rPr lang="uk-UA" dirty="0"/>
              <a:t>̈ Русі як </a:t>
            </a:r>
            <a:r>
              <a:rPr lang="uk-UA" dirty="0" err="1"/>
              <a:t>могутньоі</a:t>
            </a:r>
            <a:r>
              <a:rPr lang="uk-UA" dirty="0"/>
              <a:t>̈ та </a:t>
            </a:r>
            <a:r>
              <a:rPr lang="uk-UA" dirty="0" err="1"/>
              <a:t>впливовоі</a:t>
            </a:r>
            <a:r>
              <a:rPr lang="uk-UA" dirty="0"/>
              <a:t>̈ держави середньовіччя сприяло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E564F3-473F-DA46-0301-41EE9B990C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2418282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2FC22F-9F78-23C4-25F4-293901EAEC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64201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BD681-C3A4-30AD-756B-DCC1D084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Виникнення</a:t>
            </a:r>
            <a:r>
              <a:rPr lang="ru-RU" dirty="0"/>
              <a:t> </a:t>
            </a:r>
            <a:r>
              <a:rPr lang="ru-RU" dirty="0" err="1"/>
              <a:t>самостійних</a:t>
            </a:r>
            <a:r>
              <a:rPr lang="ru-RU" dirty="0"/>
              <a:t> </a:t>
            </a:r>
            <a:r>
              <a:rPr lang="ru-RU" dirty="0" err="1"/>
              <a:t>політичних</a:t>
            </a:r>
            <a:r>
              <a:rPr lang="ru-RU" dirty="0"/>
              <a:t> </a:t>
            </a:r>
            <a:r>
              <a:rPr lang="ru-RU" dirty="0" err="1"/>
              <a:t>центрів</a:t>
            </a:r>
            <a:r>
              <a:rPr lang="ru-RU" dirty="0"/>
              <a:t> на </a:t>
            </a:r>
            <a:r>
              <a:rPr lang="ru-RU" dirty="0" err="1"/>
              <a:t>Русі</a:t>
            </a:r>
            <a:r>
              <a:rPr lang="ru-RU" dirty="0"/>
              <a:t> в XII — на початку XIII ст.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наслідком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140CB1-4B61-B1BC-7FD4-E76462E7A4D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6142234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1A8C7A-5D44-B4E0-BB41-573C403411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50186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F266B-4D73-BE17-064B-5F258BC5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соціальна</a:t>
            </a:r>
            <a:r>
              <a:rPr lang="ru-RU" dirty="0"/>
              <a:t> </a:t>
            </a:r>
            <a:r>
              <a:rPr lang="ru-RU" dirty="0" err="1"/>
              <a:t>група</a:t>
            </a:r>
            <a:r>
              <a:rPr lang="ru-RU" dirty="0"/>
              <a:t> становила </a:t>
            </a:r>
            <a:r>
              <a:rPr lang="ru-RU" dirty="0" err="1"/>
              <a:t>переважну</a:t>
            </a:r>
            <a:r>
              <a:rPr lang="ru-RU" dirty="0"/>
              <a:t>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в ІХ-ХІІ ст.?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7774C0-1E30-474A-95BD-232758E420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58815"/>
              </p:ext>
            </p:extLst>
          </p:nvPr>
        </p:nvGraphicFramePr>
        <p:xfrm>
          <a:off x="684213" y="685800"/>
          <a:ext cx="4937125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ECA475F-4125-48EA-438E-4DA34416E1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28759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82E02-637B-2823-21F9-37BB23E4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XIV – XV ст.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C751C2-6F4A-DB69-5245-A70FB345B97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7901852"/>
              </p:ext>
            </p:extLst>
          </p:nvPr>
        </p:nvGraphicFramePr>
        <p:xfrm>
          <a:off x="1120000" y="2144683"/>
          <a:ext cx="5025216" cy="4032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1E49219-38F1-8471-C049-B0C60A456E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9831834"/>
              </p:ext>
            </p:extLst>
          </p:nvPr>
        </p:nvGraphicFramePr>
        <p:xfrm>
          <a:off x="6319840" y="1690688"/>
          <a:ext cx="5033960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4849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D5933-4126-AC75-CB74-AACF82ED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C5BF96-4CF7-88D2-B2D7-931A5F201D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5E2265F-48A6-6DD7-6D3C-B8C551B250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4004114"/>
      </p:ext>
    </p:extLst>
  </p:cSld>
  <p:clrMapOvr>
    <a:masterClrMapping/>
  </p:clrMapOvr>
</p:sld>
</file>

<file path=ppt/theme/theme1.xml><?xml version="1.0" encoding="utf-8"?>
<a:theme xmlns:a="http://schemas.openxmlformats.org/drawingml/2006/main" name="Скибка">
  <a:themeElements>
    <a:clrScheme name="Скибка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кибк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кибка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279</TotalTime>
  <Words>2997</Words>
  <Application>Microsoft Office PowerPoint</Application>
  <PresentationFormat>Широкий екран</PresentationFormat>
  <Paragraphs>371</Paragraphs>
  <Slides>67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67</vt:i4>
      </vt:variant>
    </vt:vector>
  </HeadingPairs>
  <TitlesOfParts>
    <vt:vector size="70" baseType="lpstr">
      <vt:lpstr>Century Gothic</vt:lpstr>
      <vt:lpstr>Wingdings 3</vt:lpstr>
      <vt:lpstr>Скибка</vt:lpstr>
      <vt:lpstr>Русь-Україна: культура IX–XIV століть</vt:lpstr>
      <vt:lpstr>Давньоруські мозаїки, фрагменти яких зображено на фото, є елементом оздоблення</vt:lpstr>
      <vt:lpstr>Що сприяло початку карбування зображених на рисунку давньоруських монет?</vt:lpstr>
      <vt:lpstr>Хто з великих київських князів почав карбувати перші монети із зображенням тризуба — родового знаку Рюриковичів, який став Державним Гербом України?</vt:lpstr>
      <vt:lpstr>Яка пам'ятка часів Київської Русі містить зображений портрет князівської родини?</vt:lpstr>
      <vt:lpstr>Складовою частиною якої експозиції історичного музею є зображені пам'ятки?</vt:lpstr>
      <vt:lpstr>Мініатюра, зображена на фото, прикрашає</vt:lpstr>
      <vt:lpstr>Фрагмент історичної пам’ятки, виконаної в техніці мозаїки, зображено на фото</vt:lpstr>
      <vt:lpstr>Яка культура мала вирішальний вплив на розвиток храмового будівництва Київської Русі в період її розквіту?</vt:lpstr>
      <vt:lpstr>Спасо-Преображенський собор у Чернігові, збудований у ХІ ст., зображено на фото</vt:lpstr>
      <vt:lpstr>Зображені на фото шедеври давньоруського зодчества є пам’ятками архітектури</vt:lpstr>
      <vt:lpstr>Про будівництво якого із зображених на фото храмів ідеться в уривку з історичного джерела</vt:lpstr>
      <vt:lpstr>Пам’ятником, зображеним на листівці початку ХХ ст., увічнено</vt:lpstr>
      <vt:lpstr>Укажіть історичне джерело, ілюстрацією до змісту якого може слугувати скульптурна композиція, зображена на фото.</vt:lpstr>
      <vt:lpstr>Прикладом якої школи давньоруського зодчества є зображена на фото пам’ятка архітектури?</vt:lpstr>
      <vt:lpstr>Яка пам’ятка, зображена на фото, є перлиною історично-архітектурної спадщини Волині?</vt:lpstr>
      <vt:lpstr>Які з наведених тверджень можна використати для характеристики пам’ятки архітектури, зображеної на фото?</vt:lpstr>
      <vt:lpstr>Укажіть пам’ятку архітектури, зображену на фото.</vt:lpstr>
      <vt:lpstr>Яка зі споруд, зображених на фото, є прикладом ісламської архітектури?</vt:lpstr>
      <vt:lpstr>Подія, відображена на мініатюрі з давньоруського літопису, пов’язана з діяльністю великого київського князя</vt:lpstr>
      <vt:lpstr>Установіть послідовність створення давньоруських літературних пам’яток</vt:lpstr>
      <vt:lpstr>Яку з указаних пам’яток давньоруської літератури було створено раніше за інші?</vt:lpstr>
      <vt:lpstr>Установіть відповідність між назвами творів давньоруської літератури та уривками з них.</vt:lpstr>
      <vt:lpstr>з такою вимогою кияни звернулися до князя Ізяслава, скликавши</vt:lpstr>
      <vt:lpstr>Установіть відповідність між уривком з історичного джерела та його назвою.</vt:lpstr>
      <vt:lpstr>У якому році ченцем Нестором укладено «Повість минулих літ»?</vt:lpstr>
      <vt:lpstr>Яка пам’ятка давньоруської літератури містить такі настанови:</vt:lpstr>
      <vt:lpstr>«Руська правда» — це історичне джерело доби Київської Русі, що являє собою</vt:lpstr>
      <vt:lpstr>У яких уривках з історичних джерел відображено норми права Київської Русі?</vt:lpstr>
      <vt:lpstr>Яка давньоруська пам'ятка містить такі норми:</vt:lpstr>
      <vt:lpstr>Установіть відповідність між подіями культурного життя та іменами князів, причетними до них.</vt:lpstr>
      <vt:lpstr>Найдавнішою датованою книжною пам’яткою Київської Русі є</vt:lpstr>
      <vt:lpstr>Під яким роком літописець записав такі рядки:</vt:lpstr>
      <vt:lpstr>Укладення збірки норм давньоруського права «Правди Ярослава» призвело до</vt:lpstr>
      <vt:lpstr>Який фактор був вирішальним у поширенні писемності в Київській Русі?</vt:lpstr>
      <vt:lpstr>Установіть відповідність між творами та їхніми авторами.</vt:lpstr>
      <vt:lpstr>Установіть послідовність створення давньоруських літературних пам’яток.</vt:lpstr>
      <vt:lpstr>Установіть відповідність між роками та подіями давньоруської історії.</vt:lpstr>
      <vt:lpstr>Юрій Дрогобич (Котермак) уславився</vt:lpstr>
      <vt:lpstr>Серед яких релігій (за літописною легендою) великий князь київський Володимир Великий вибирав, здійснюючи в 988 р. релігійну реформу?</vt:lpstr>
      <vt:lpstr>Про якого великого київського князя йдеться в уривку з історичного джерела:</vt:lpstr>
      <vt:lpstr>Установіть послідовність подій, пов’язаних із князюванням Володимира Великого та Ярослава Мудрого.</vt:lpstr>
      <vt:lpstr>Що в історії Київської держави (Русі-України) пов'язано з діяльністю Володимира Великого?</vt:lpstr>
      <vt:lpstr>«Десятиною» в Київській Русі називали</vt:lpstr>
      <vt:lpstr>Що було характерним для економічного розвитку Київської Русі в X – XIII ст.?</vt:lpstr>
      <vt:lpstr>Неповноправних людей на Русі, які через певні причини вийшли зі свого соціального середовища та втратили з ним законний зв’язок, називали</vt:lpstr>
      <vt:lpstr>Які терміни потрібно використати, щоби схарактеризувати суспільний устрій Русі-України (Київської держави) ХІ–ХІІ ст.?</vt:lpstr>
      <vt:lpstr>Закупами, рядовичами, холопами в Київській Русі називалися</vt:lpstr>
      <vt:lpstr>Збори вільних людей у Київській державі, на яких обговорювалися та вирішувалися важливі громадські справи, називалися</vt:lpstr>
      <vt:lpstr>Що в історії Київської держави (Русі-України) пов'язано з діяльністю Володимира Великого?</vt:lpstr>
      <vt:lpstr>Сутність політичної роздробленості Київської Русі полягала в</vt:lpstr>
      <vt:lpstr>За правління якого князя відбулася подія, описана в уривку з історичного джерела:</vt:lpstr>
      <vt:lpstr>Установіть послідовність подій, пов’язаних із князюванням Володимира Великого та Ярослава Мудрого.</vt:lpstr>
      <vt:lpstr>Установіть відповідність між назвою соціальної групи Київської Русі та її характеристикою.</vt:lpstr>
      <vt:lpstr>Яка соціальна верства становила переважну більшість населення Київської Русі IX–XII ст.?</vt:lpstr>
      <vt:lpstr>Про якого великого київського князя йдеться в уривку з історичного джерела:</vt:lpstr>
      <vt:lpstr>Основу економічного розвитку Київської Русі становили</vt:lpstr>
      <vt:lpstr>Існування Київської Русі охоплює період</vt:lpstr>
      <vt:lpstr>«Смердами» у Київській Русі називали</vt:lpstr>
      <vt:lpstr>Одним із наслідків упровадження християнства як державної релігії Київської Русі стало</vt:lpstr>
      <vt:lpstr>Установіть відповідність між поняттями та їхніми визначеннями.</vt:lpstr>
      <vt:lpstr>«Рядовичами» в Київській Русі називали</vt:lpstr>
      <vt:lpstr>Утвердженню Київської Русі як могутньої та впливової держави середньовіччя сприяло</vt:lpstr>
      <vt:lpstr>Виникнення самостійних політичних центрів на Русі в XII — на початку XIII ст. було наслідком</vt:lpstr>
      <vt:lpstr>Яка соціальна група становила переважну більшість населення Київської Русі в ІХ-ХІІ ст.?</vt:lpstr>
      <vt:lpstr>Для української культури другої половини XIV – XV ст. було характерним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15</cp:revision>
  <dcterms:created xsi:type="dcterms:W3CDTF">2024-11-18T12:00:38Z</dcterms:created>
  <dcterms:modified xsi:type="dcterms:W3CDTF">2024-11-24T10:21:22Z</dcterms:modified>
</cp:coreProperties>
</file>