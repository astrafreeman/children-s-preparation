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57" r:id="rId5"/>
    <p:sldId id="270" r:id="rId6"/>
    <p:sldId id="266" r:id="rId7"/>
    <p:sldId id="276" r:id="rId8"/>
    <p:sldId id="277" r:id="rId9"/>
    <p:sldId id="278" r:id="rId10"/>
    <p:sldId id="261" r:id="rId11"/>
    <p:sldId id="272" r:id="rId12"/>
    <p:sldId id="273" r:id="rId13"/>
    <p:sldId id="265" r:id="rId14"/>
    <p:sldId id="260" r:id="rId15"/>
    <p:sldId id="268" r:id="rId16"/>
    <p:sldId id="274" r:id="rId17"/>
    <p:sldId id="279" r:id="rId18"/>
    <p:sldId id="286" r:id="rId19"/>
    <p:sldId id="280" r:id="rId20"/>
    <p:sldId id="283" r:id="rId21"/>
    <p:sldId id="262" r:id="rId22"/>
    <p:sldId id="271" r:id="rId23"/>
    <p:sldId id="281" r:id="rId24"/>
    <p:sldId id="282" r:id="rId25"/>
    <p:sldId id="259" r:id="rId26"/>
    <p:sldId id="275" r:id="rId27"/>
    <p:sldId id="263" r:id="rId28"/>
    <p:sldId id="287" r:id="rId29"/>
    <p:sldId id="269" r:id="rId30"/>
    <p:sldId id="267" r:id="rId31"/>
    <p:sldId id="284" r:id="rId32"/>
    <p:sldId id="285" r:id="rId33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9F14082F-E48F-46AC-9543-32E27FCA2540}">
          <p14:sldIdLst>
            <p14:sldId id="256"/>
            <p14:sldId id="258"/>
            <p14:sldId id="264"/>
            <p14:sldId id="257"/>
            <p14:sldId id="270"/>
            <p14:sldId id="266"/>
            <p14:sldId id="276"/>
            <p14:sldId id="277"/>
            <p14:sldId id="278"/>
          </p14:sldIdLst>
        </p14:section>
        <p14:section name="Перебудова" id="{5383E17D-9F8E-4224-B6DC-8049BDE643FD}">
          <p14:sldIdLst>
            <p14:sldId id="261"/>
            <p14:sldId id="272"/>
            <p14:sldId id="273"/>
            <p14:sldId id="265"/>
            <p14:sldId id="260"/>
            <p14:sldId id="268"/>
            <p14:sldId id="274"/>
            <p14:sldId id="279"/>
            <p14:sldId id="286"/>
            <p14:sldId id="280"/>
            <p14:sldId id="283"/>
          </p14:sldIdLst>
        </p14:section>
        <p14:section name="Шлях до проголошення незалежності" id="{0B3E60F1-4425-467D-B023-F49547878B84}">
          <p14:sldIdLst>
            <p14:sldId id="262"/>
            <p14:sldId id="271"/>
            <p14:sldId id="281"/>
            <p14:sldId id="282"/>
            <p14:sldId id="259"/>
            <p14:sldId id="275"/>
            <p14:sldId id="263"/>
            <p14:sldId id="287"/>
            <p14:sldId id="269"/>
            <p14:sldId id="267"/>
            <p14:sldId id="284"/>
            <p14:sldId id="28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34F459-48E6-4560-9F74-0AB07E9CD4A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0EE77C1-E84B-4D29-94CA-305FEF0A5A8C}">
      <dgm:prSet/>
      <dgm:spPr/>
      <dgm:t>
        <a:bodyPr/>
        <a:lstStyle/>
        <a:p>
          <a:r>
            <a:rPr lang="uk-UA" b="0" i="0"/>
            <a:t>радянська модернізація України (1928–1938 рр.)</a:t>
          </a:r>
          <a:endParaRPr lang="uk-UA"/>
        </a:p>
      </dgm:t>
    </dgm:pt>
    <dgm:pt modelId="{A91E21AD-3233-485B-BA05-37EAD4553081}" type="parTrans" cxnId="{29659F50-CEFC-42BC-9E0D-436185346993}">
      <dgm:prSet/>
      <dgm:spPr/>
      <dgm:t>
        <a:bodyPr/>
        <a:lstStyle/>
        <a:p>
          <a:endParaRPr lang="uk-UA"/>
        </a:p>
      </dgm:t>
    </dgm:pt>
    <dgm:pt modelId="{B17D8BF0-6125-4EF5-85C5-0C4CF2575247}" type="sibTrans" cxnId="{29659F50-CEFC-42BC-9E0D-436185346993}">
      <dgm:prSet/>
      <dgm:spPr/>
      <dgm:t>
        <a:bodyPr/>
        <a:lstStyle/>
        <a:p>
          <a:endParaRPr lang="uk-UA"/>
        </a:p>
      </dgm:t>
    </dgm:pt>
    <dgm:pt modelId="{ECB8A5A2-B1ED-4A6B-8212-DAC827E660E6}">
      <dgm:prSet/>
      <dgm:spPr/>
      <dgm:t>
        <a:bodyPr/>
        <a:lstStyle/>
        <a:p>
          <a:r>
            <a:rPr lang="uk-UA" b="0" i="0"/>
            <a:t>повоєнна відбудова та розвиток (1946 — початок 1950-х рр.)</a:t>
          </a:r>
          <a:endParaRPr lang="uk-UA"/>
        </a:p>
      </dgm:t>
    </dgm:pt>
    <dgm:pt modelId="{D99F9148-9494-4BE2-B4CB-3FA917EE5294}" type="parTrans" cxnId="{15267EDC-C999-48F3-A651-F6164F54D29E}">
      <dgm:prSet/>
      <dgm:spPr/>
      <dgm:t>
        <a:bodyPr/>
        <a:lstStyle/>
        <a:p>
          <a:endParaRPr lang="uk-UA"/>
        </a:p>
      </dgm:t>
    </dgm:pt>
    <dgm:pt modelId="{D8E76EFB-3EEE-468F-9248-879D6DC83E6B}" type="sibTrans" cxnId="{15267EDC-C999-48F3-A651-F6164F54D29E}">
      <dgm:prSet/>
      <dgm:spPr/>
      <dgm:t>
        <a:bodyPr/>
        <a:lstStyle/>
        <a:p>
          <a:endParaRPr lang="uk-UA"/>
        </a:p>
      </dgm:t>
    </dgm:pt>
    <dgm:pt modelId="{1A13C921-2A16-4AD8-A608-AB2C2124E05D}">
      <dgm:prSet/>
      <dgm:spPr/>
      <dgm:t>
        <a:bodyPr/>
        <a:lstStyle/>
        <a:p>
          <a:r>
            <a:rPr lang="uk-UA" b="0" i="0"/>
            <a:t>політична та економічна лібералізація суспільства (1953–1964 рр.)</a:t>
          </a:r>
          <a:endParaRPr lang="uk-UA"/>
        </a:p>
      </dgm:t>
    </dgm:pt>
    <dgm:pt modelId="{ED6B3B89-6CDD-4CBF-B032-9CCDBBFC96B3}" type="parTrans" cxnId="{9AEAED17-BC67-49F5-BF9A-F3AF495A8EB0}">
      <dgm:prSet/>
      <dgm:spPr/>
      <dgm:t>
        <a:bodyPr/>
        <a:lstStyle/>
        <a:p>
          <a:endParaRPr lang="uk-UA"/>
        </a:p>
      </dgm:t>
    </dgm:pt>
    <dgm:pt modelId="{8446AC99-3826-4505-98E3-335820DAC54F}" type="sibTrans" cxnId="{9AEAED17-BC67-49F5-BF9A-F3AF495A8EB0}">
      <dgm:prSet/>
      <dgm:spPr/>
      <dgm:t>
        <a:bodyPr/>
        <a:lstStyle/>
        <a:p>
          <a:endParaRPr lang="uk-UA"/>
        </a:p>
      </dgm:t>
    </dgm:pt>
    <dgm:pt modelId="{51FDC6BD-2BF3-4CAB-A2D3-3EBA2CE33FED}">
      <dgm:prSet/>
      <dgm:spPr/>
      <dgm:t>
        <a:bodyPr/>
        <a:lstStyle/>
        <a:p>
          <a:r>
            <a:rPr lang="uk-UA" b="0" i="0"/>
            <a:t>загострення кризи радянської системи (1965–1985 рр.)</a:t>
          </a:r>
          <a:endParaRPr lang="uk-UA"/>
        </a:p>
      </dgm:t>
    </dgm:pt>
    <dgm:pt modelId="{CF88E3C8-5997-4AB0-8D8C-A1317F7D5028}" type="parTrans" cxnId="{AF21857C-1AE7-4913-B852-69A4466A6993}">
      <dgm:prSet/>
      <dgm:spPr/>
      <dgm:t>
        <a:bodyPr/>
        <a:lstStyle/>
        <a:p>
          <a:endParaRPr lang="uk-UA"/>
        </a:p>
      </dgm:t>
    </dgm:pt>
    <dgm:pt modelId="{D78765E3-794F-43D7-9DAE-C9FBCDEF95C7}" type="sibTrans" cxnId="{AF21857C-1AE7-4913-B852-69A4466A6993}">
      <dgm:prSet/>
      <dgm:spPr/>
      <dgm:t>
        <a:bodyPr/>
        <a:lstStyle/>
        <a:p>
          <a:endParaRPr lang="uk-UA"/>
        </a:p>
      </dgm:t>
    </dgm:pt>
    <dgm:pt modelId="{9AD6ECC3-47B3-42BE-BAFB-52C075885755}">
      <dgm:prSet/>
      <dgm:spPr/>
      <dgm:t>
        <a:bodyPr/>
        <a:lstStyle/>
        <a:p>
          <a:r>
            <a:rPr lang="uk-UA" b="0" i="0"/>
            <a:t>розпад Радянського Союзу та відродження незалежності України (1985–1991 рр.)</a:t>
          </a:r>
          <a:endParaRPr lang="uk-UA"/>
        </a:p>
      </dgm:t>
    </dgm:pt>
    <dgm:pt modelId="{41DD38A4-72EC-40B0-A5F7-3B43D87C2593}" type="parTrans" cxnId="{F6883608-3775-460E-88EA-74F9C77DA4B8}">
      <dgm:prSet/>
      <dgm:spPr/>
      <dgm:t>
        <a:bodyPr/>
        <a:lstStyle/>
        <a:p>
          <a:endParaRPr lang="uk-UA"/>
        </a:p>
      </dgm:t>
    </dgm:pt>
    <dgm:pt modelId="{37C459D5-661C-4CEE-A23B-FC11A72C9EC9}" type="sibTrans" cxnId="{F6883608-3775-460E-88EA-74F9C77DA4B8}">
      <dgm:prSet/>
      <dgm:spPr/>
      <dgm:t>
        <a:bodyPr/>
        <a:lstStyle/>
        <a:p>
          <a:endParaRPr lang="uk-UA"/>
        </a:p>
      </dgm:t>
    </dgm:pt>
    <dgm:pt modelId="{98AA741C-25E1-420B-A13F-3ED75F2D4228}" type="pres">
      <dgm:prSet presAssocID="{8534F459-48E6-4560-9F74-0AB07E9CD4A2}" presName="vert0" presStyleCnt="0">
        <dgm:presLayoutVars>
          <dgm:dir/>
          <dgm:animOne val="branch"/>
          <dgm:animLvl val="lvl"/>
        </dgm:presLayoutVars>
      </dgm:prSet>
      <dgm:spPr/>
    </dgm:pt>
    <dgm:pt modelId="{F2631EF4-8CA8-4003-895E-388C149D4375}" type="pres">
      <dgm:prSet presAssocID="{E0EE77C1-E84B-4D29-94CA-305FEF0A5A8C}" presName="thickLine" presStyleLbl="alignNode1" presStyleIdx="0" presStyleCnt="5"/>
      <dgm:spPr/>
    </dgm:pt>
    <dgm:pt modelId="{E5719FEE-A829-416D-B599-DA25B2C710B6}" type="pres">
      <dgm:prSet presAssocID="{E0EE77C1-E84B-4D29-94CA-305FEF0A5A8C}" presName="horz1" presStyleCnt="0"/>
      <dgm:spPr/>
    </dgm:pt>
    <dgm:pt modelId="{791C2AD6-6835-46CF-AEC6-E07429BCE5B5}" type="pres">
      <dgm:prSet presAssocID="{E0EE77C1-E84B-4D29-94CA-305FEF0A5A8C}" presName="tx1" presStyleLbl="revTx" presStyleIdx="0" presStyleCnt="5"/>
      <dgm:spPr/>
    </dgm:pt>
    <dgm:pt modelId="{AE6DDF60-B0FB-43DD-A538-C71D2F177E16}" type="pres">
      <dgm:prSet presAssocID="{E0EE77C1-E84B-4D29-94CA-305FEF0A5A8C}" presName="vert1" presStyleCnt="0"/>
      <dgm:spPr/>
    </dgm:pt>
    <dgm:pt modelId="{15B4E333-4EBF-44C9-B35C-78FE4BE0F2C8}" type="pres">
      <dgm:prSet presAssocID="{ECB8A5A2-B1ED-4A6B-8212-DAC827E660E6}" presName="thickLine" presStyleLbl="alignNode1" presStyleIdx="1" presStyleCnt="5"/>
      <dgm:spPr/>
    </dgm:pt>
    <dgm:pt modelId="{6F945797-3203-4FC8-8700-0E08CACDB2A7}" type="pres">
      <dgm:prSet presAssocID="{ECB8A5A2-B1ED-4A6B-8212-DAC827E660E6}" presName="horz1" presStyleCnt="0"/>
      <dgm:spPr/>
    </dgm:pt>
    <dgm:pt modelId="{B7B46B30-5D8A-4204-8D93-2E58FE119FF2}" type="pres">
      <dgm:prSet presAssocID="{ECB8A5A2-B1ED-4A6B-8212-DAC827E660E6}" presName="tx1" presStyleLbl="revTx" presStyleIdx="1" presStyleCnt="5"/>
      <dgm:spPr/>
    </dgm:pt>
    <dgm:pt modelId="{63533848-E0DD-49FA-B41D-3EF82FA5624F}" type="pres">
      <dgm:prSet presAssocID="{ECB8A5A2-B1ED-4A6B-8212-DAC827E660E6}" presName="vert1" presStyleCnt="0"/>
      <dgm:spPr/>
    </dgm:pt>
    <dgm:pt modelId="{69CF472F-72C2-45F0-AAD2-1AAD7A52FCE9}" type="pres">
      <dgm:prSet presAssocID="{1A13C921-2A16-4AD8-A608-AB2C2124E05D}" presName="thickLine" presStyleLbl="alignNode1" presStyleIdx="2" presStyleCnt="5"/>
      <dgm:spPr/>
    </dgm:pt>
    <dgm:pt modelId="{B1D947FF-8C2B-4356-A4B1-055116D494B7}" type="pres">
      <dgm:prSet presAssocID="{1A13C921-2A16-4AD8-A608-AB2C2124E05D}" presName="horz1" presStyleCnt="0"/>
      <dgm:spPr/>
    </dgm:pt>
    <dgm:pt modelId="{6E9A82E7-A18C-4C6B-9B6B-373B60837C93}" type="pres">
      <dgm:prSet presAssocID="{1A13C921-2A16-4AD8-A608-AB2C2124E05D}" presName="tx1" presStyleLbl="revTx" presStyleIdx="2" presStyleCnt="5"/>
      <dgm:spPr/>
    </dgm:pt>
    <dgm:pt modelId="{1C594CFB-F3A5-468E-B1BE-00EF02EE95A5}" type="pres">
      <dgm:prSet presAssocID="{1A13C921-2A16-4AD8-A608-AB2C2124E05D}" presName="vert1" presStyleCnt="0"/>
      <dgm:spPr/>
    </dgm:pt>
    <dgm:pt modelId="{9462C40F-A6EF-4C2D-8356-53F5BFEF5595}" type="pres">
      <dgm:prSet presAssocID="{51FDC6BD-2BF3-4CAB-A2D3-3EBA2CE33FED}" presName="thickLine" presStyleLbl="alignNode1" presStyleIdx="3" presStyleCnt="5"/>
      <dgm:spPr/>
    </dgm:pt>
    <dgm:pt modelId="{5F78E942-EAF8-499A-BD68-A2E9E5D6C240}" type="pres">
      <dgm:prSet presAssocID="{51FDC6BD-2BF3-4CAB-A2D3-3EBA2CE33FED}" presName="horz1" presStyleCnt="0"/>
      <dgm:spPr/>
    </dgm:pt>
    <dgm:pt modelId="{4EB61AA5-BC4E-49E2-BDA7-3CAA2080FF4D}" type="pres">
      <dgm:prSet presAssocID="{51FDC6BD-2BF3-4CAB-A2D3-3EBA2CE33FED}" presName="tx1" presStyleLbl="revTx" presStyleIdx="3" presStyleCnt="5"/>
      <dgm:spPr/>
    </dgm:pt>
    <dgm:pt modelId="{8D3F1218-8CE1-4296-8617-F1C87E9C9274}" type="pres">
      <dgm:prSet presAssocID="{51FDC6BD-2BF3-4CAB-A2D3-3EBA2CE33FED}" presName="vert1" presStyleCnt="0"/>
      <dgm:spPr/>
    </dgm:pt>
    <dgm:pt modelId="{65255483-3041-4474-8317-30FD1D4EE803}" type="pres">
      <dgm:prSet presAssocID="{9AD6ECC3-47B3-42BE-BAFB-52C075885755}" presName="thickLine" presStyleLbl="alignNode1" presStyleIdx="4" presStyleCnt="5"/>
      <dgm:spPr/>
    </dgm:pt>
    <dgm:pt modelId="{1A83F2B1-C7FC-4F69-8812-576AD820E77F}" type="pres">
      <dgm:prSet presAssocID="{9AD6ECC3-47B3-42BE-BAFB-52C075885755}" presName="horz1" presStyleCnt="0"/>
      <dgm:spPr/>
    </dgm:pt>
    <dgm:pt modelId="{EA0A7A24-819E-4045-922F-04E788E900E1}" type="pres">
      <dgm:prSet presAssocID="{9AD6ECC3-47B3-42BE-BAFB-52C075885755}" presName="tx1" presStyleLbl="revTx" presStyleIdx="4" presStyleCnt="5"/>
      <dgm:spPr/>
    </dgm:pt>
    <dgm:pt modelId="{55B0D28B-CD42-48A8-9102-573E0A81CAC7}" type="pres">
      <dgm:prSet presAssocID="{9AD6ECC3-47B3-42BE-BAFB-52C075885755}" presName="vert1" presStyleCnt="0"/>
      <dgm:spPr/>
    </dgm:pt>
  </dgm:ptLst>
  <dgm:cxnLst>
    <dgm:cxn modelId="{86EE0901-2D4E-4B27-AAF7-F2AF0B991F6F}" type="presOf" srcId="{ECB8A5A2-B1ED-4A6B-8212-DAC827E660E6}" destId="{B7B46B30-5D8A-4204-8D93-2E58FE119FF2}" srcOrd="0" destOrd="0" presId="urn:microsoft.com/office/officeart/2008/layout/LinedList"/>
    <dgm:cxn modelId="{F6883608-3775-460E-88EA-74F9C77DA4B8}" srcId="{8534F459-48E6-4560-9F74-0AB07E9CD4A2}" destId="{9AD6ECC3-47B3-42BE-BAFB-52C075885755}" srcOrd="4" destOrd="0" parTransId="{41DD38A4-72EC-40B0-A5F7-3B43D87C2593}" sibTransId="{37C459D5-661C-4CEE-A23B-FC11A72C9EC9}"/>
    <dgm:cxn modelId="{9AEAED17-BC67-49F5-BF9A-F3AF495A8EB0}" srcId="{8534F459-48E6-4560-9F74-0AB07E9CD4A2}" destId="{1A13C921-2A16-4AD8-A608-AB2C2124E05D}" srcOrd="2" destOrd="0" parTransId="{ED6B3B89-6CDD-4CBF-B032-9CCDBBFC96B3}" sibTransId="{8446AC99-3826-4505-98E3-335820DAC54F}"/>
    <dgm:cxn modelId="{96504A40-1D55-4E04-BA44-7CC2908111A5}" type="presOf" srcId="{1A13C921-2A16-4AD8-A608-AB2C2124E05D}" destId="{6E9A82E7-A18C-4C6B-9B6B-373B60837C93}" srcOrd="0" destOrd="0" presId="urn:microsoft.com/office/officeart/2008/layout/LinedList"/>
    <dgm:cxn modelId="{29659F50-CEFC-42BC-9E0D-436185346993}" srcId="{8534F459-48E6-4560-9F74-0AB07E9CD4A2}" destId="{E0EE77C1-E84B-4D29-94CA-305FEF0A5A8C}" srcOrd="0" destOrd="0" parTransId="{A91E21AD-3233-485B-BA05-37EAD4553081}" sibTransId="{B17D8BF0-6125-4EF5-85C5-0C4CF2575247}"/>
    <dgm:cxn modelId="{1031277B-B004-4A4A-8776-0379C20192E5}" type="presOf" srcId="{51FDC6BD-2BF3-4CAB-A2D3-3EBA2CE33FED}" destId="{4EB61AA5-BC4E-49E2-BDA7-3CAA2080FF4D}" srcOrd="0" destOrd="0" presId="urn:microsoft.com/office/officeart/2008/layout/LinedList"/>
    <dgm:cxn modelId="{AF21857C-1AE7-4913-B852-69A4466A6993}" srcId="{8534F459-48E6-4560-9F74-0AB07E9CD4A2}" destId="{51FDC6BD-2BF3-4CAB-A2D3-3EBA2CE33FED}" srcOrd="3" destOrd="0" parTransId="{CF88E3C8-5997-4AB0-8D8C-A1317F7D5028}" sibTransId="{D78765E3-794F-43D7-9DAE-C9FBCDEF95C7}"/>
    <dgm:cxn modelId="{759DE2B8-0647-4531-8F87-C3989D122F29}" type="presOf" srcId="{E0EE77C1-E84B-4D29-94CA-305FEF0A5A8C}" destId="{791C2AD6-6835-46CF-AEC6-E07429BCE5B5}" srcOrd="0" destOrd="0" presId="urn:microsoft.com/office/officeart/2008/layout/LinedList"/>
    <dgm:cxn modelId="{15267EDC-C999-48F3-A651-F6164F54D29E}" srcId="{8534F459-48E6-4560-9F74-0AB07E9CD4A2}" destId="{ECB8A5A2-B1ED-4A6B-8212-DAC827E660E6}" srcOrd="1" destOrd="0" parTransId="{D99F9148-9494-4BE2-B4CB-3FA917EE5294}" sibTransId="{D8E76EFB-3EEE-468F-9248-879D6DC83E6B}"/>
    <dgm:cxn modelId="{B696CAF3-DE9C-47E5-81B9-67C5A5B8C462}" type="presOf" srcId="{9AD6ECC3-47B3-42BE-BAFB-52C075885755}" destId="{EA0A7A24-819E-4045-922F-04E788E900E1}" srcOrd="0" destOrd="0" presId="urn:microsoft.com/office/officeart/2008/layout/LinedList"/>
    <dgm:cxn modelId="{FDA204F8-6E40-482D-B796-B262D31CEBA3}" type="presOf" srcId="{8534F459-48E6-4560-9F74-0AB07E9CD4A2}" destId="{98AA741C-25E1-420B-A13F-3ED75F2D4228}" srcOrd="0" destOrd="0" presId="urn:microsoft.com/office/officeart/2008/layout/LinedList"/>
    <dgm:cxn modelId="{4DD56B8C-4A4C-46E3-B022-3E372A44B72B}" type="presParOf" srcId="{98AA741C-25E1-420B-A13F-3ED75F2D4228}" destId="{F2631EF4-8CA8-4003-895E-388C149D4375}" srcOrd="0" destOrd="0" presId="urn:microsoft.com/office/officeart/2008/layout/LinedList"/>
    <dgm:cxn modelId="{ACFF2F5E-ED39-4555-AF3C-DA13C714740C}" type="presParOf" srcId="{98AA741C-25E1-420B-A13F-3ED75F2D4228}" destId="{E5719FEE-A829-416D-B599-DA25B2C710B6}" srcOrd="1" destOrd="0" presId="urn:microsoft.com/office/officeart/2008/layout/LinedList"/>
    <dgm:cxn modelId="{7BE281E8-2875-420D-A9E6-24E9A2CCCFDA}" type="presParOf" srcId="{E5719FEE-A829-416D-B599-DA25B2C710B6}" destId="{791C2AD6-6835-46CF-AEC6-E07429BCE5B5}" srcOrd="0" destOrd="0" presId="urn:microsoft.com/office/officeart/2008/layout/LinedList"/>
    <dgm:cxn modelId="{6173DEAC-D22D-4A28-A53A-E217A2315BE6}" type="presParOf" srcId="{E5719FEE-A829-416D-B599-DA25B2C710B6}" destId="{AE6DDF60-B0FB-43DD-A538-C71D2F177E16}" srcOrd="1" destOrd="0" presId="urn:microsoft.com/office/officeart/2008/layout/LinedList"/>
    <dgm:cxn modelId="{3AF47EA3-61E4-4F23-8D03-424B02B87E93}" type="presParOf" srcId="{98AA741C-25E1-420B-A13F-3ED75F2D4228}" destId="{15B4E333-4EBF-44C9-B35C-78FE4BE0F2C8}" srcOrd="2" destOrd="0" presId="urn:microsoft.com/office/officeart/2008/layout/LinedList"/>
    <dgm:cxn modelId="{5A2BB57F-2B4D-49DD-8EF5-60F788AA2381}" type="presParOf" srcId="{98AA741C-25E1-420B-A13F-3ED75F2D4228}" destId="{6F945797-3203-4FC8-8700-0E08CACDB2A7}" srcOrd="3" destOrd="0" presId="urn:microsoft.com/office/officeart/2008/layout/LinedList"/>
    <dgm:cxn modelId="{DB8347BC-78C6-4A8E-9827-0E050A480D6A}" type="presParOf" srcId="{6F945797-3203-4FC8-8700-0E08CACDB2A7}" destId="{B7B46B30-5D8A-4204-8D93-2E58FE119FF2}" srcOrd="0" destOrd="0" presId="urn:microsoft.com/office/officeart/2008/layout/LinedList"/>
    <dgm:cxn modelId="{30DBDCBE-4D15-4010-855E-8B439A2F2980}" type="presParOf" srcId="{6F945797-3203-4FC8-8700-0E08CACDB2A7}" destId="{63533848-E0DD-49FA-B41D-3EF82FA5624F}" srcOrd="1" destOrd="0" presId="urn:microsoft.com/office/officeart/2008/layout/LinedList"/>
    <dgm:cxn modelId="{1ACCF2A4-364D-4A8A-99A8-4D1CC37B7E11}" type="presParOf" srcId="{98AA741C-25E1-420B-A13F-3ED75F2D4228}" destId="{69CF472F-72C2-45F0-AAD2-1AAD7A52FCE9}" srcOrd="4" destOrd="0" presId="urn:microsoft.com/office/officeart/2008/layout/LinedList"/>
    <dgm:cxn modelId="{DF11FA3C-2941-410F-8B53-B8C612BD6423}" type="presParOf" srcId="{98AA741C-25E1-420B-A13F-3ED75F2D4228}" destId="{B1D947FF-8C2B-4356-A4B1-055116D494B7}" srcOrd="5" destOrd="0" presId="urn:microsoft.com/office/officeart/2008/layout/LinedList"/>
    <dgm:cxn modelId="{7F30925D-BBE1-4C60-90DE-9BCAE97E7E1C}" type="presParOf" srcId="{B1D947FF-8C2B-4356-A4B1-055116D494B7}" destId="{6E9A82E7-A18C-4C6B-9B6B-373B60837C93}" srcOrd="0" destOrd="0" presId="urn:microsoft.com/office/officeart/2008/layout/LinedList"/>
    <dgm:cxn modelId="{65DE5D05-EB9B-44D6-A8AA-C5B496D3A945}" type="presParOf" srcId="{B1D947FF-8C2B-4356-A4B1-055116D494B7}" destId="{1C594CFB-F3A5-468E-B1BE-00EF02EE95A5}" srcOrd="1" destOrd="0" presId="urn:microsoft.com/office/officeart/2008/layout/LinedList"/>
    <dgm:cxn modelId="{4F4404AD-D892-42B8-8403-C8C957E4DA97}" type="presParOf" srcId="{98AA741C-25E1-420B-A13F-3ED75F2D4228}" destId="{9462C40F-A6EF-4C2D-8356-53F5BFEF5595}" srcOrd="6" destOrd="0" presId="urn:microsoft.com/office/officeart/2008/layout/LinedList"/>
    <dgm:cxn modelId="{396C9100-D9D6-4E5D-91D6-9634056F695B}" type="presParOf" srcId="{98AA741C-25E1-420B-A13F-3ED75F2D4228}" destId="{5F78E942-EAF8-499A-BD68-A2E9E5D6C240}" srcOrd="7" destOrd="0" presId="urn:microsoft.com/office/officeart/2008/layout/LinedList"/>
    <dgm:cxn modelId="{6387B4F3-C21F-4049-A7C6-43C47A3CC013}" type="presParOf" srcId="{5F78E942-EAF8-499A-BD68-A2E9E5D6C240}" destId="{4EB61AA5-BC4E-49E2-BDA7-3CAA2080FF4D}" srcOrd="0" destOrd="0" presId="urn:microsoft.com/office/officeart/2008/layout/LinedList"/>
    <dgm:cxn modelId="{40D75CCB-1D49-40EF-9A9B-415494230C8C}" type="presParOf" srcId="{5F78E942-EAF8-499A-BD68-A2E9E5D6C240}" destId="{8D3F1218-8CE1-4296-8617-F1C87E9C9274}" srcOrd="1" destOrd="0" presId="urn:microsoft.com/office/officeart/2008/layout/LinedList"/>
    <dgm:cxn modelId="{F6127652-525B-42D3-9D92-52F7B3A1069B}" type="presParOf" srcId="{98AA741C-25E1-420B-A13F-3ED75F2D4228}" destId="{65255483-3041-4474-8317-30FD1D4EE803}" srcOrd="8" destOrd="0" presId="urn:microsoft.com/office/officeart/2008/layout/LinedList"/>
    <dgm:cxn modelId="{73B3973E-FE03-4F21-9DA7-DC2CF082FE26}" type="presParOf" srcId="{98AA741C-25E1-420B-A13F-3ED75F2D4228}" destId="{1A83F2B1-C7FC-4F69-8812-576AD820E77F}" srcOrd="9" destOrd="0" presId="urn:microsoft.com/office/officeart/2008/layout/LinedList"/>
    <dgm:cxn modelId="{35828B44-587D-482A-BA76-9C57CEA068A8}" type="presParOf" srcId="{1A83F2B1-C7FC-4F69-8812-576AD820E77F}" destId="{EA0A7A24-819E-4045-922F-04E788E900E1}" srcOrd="0" destOrd="0" presId="urn:microsoft.com/office/officeart/2008/layout/LinedList"/>
    <dgm:cxn modelId="{0B330B09-3559-4EE7-BC3E-8621C6C27466}" type="presParOf" srcId="{1A83F2B1-C7FC-4F69-8812-576AD820E77F}" destId="{55B0D28B-CD42-48A8-9102-573E0A81CAC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53CD30C-2657-4FDE-9CB0-C14BC22F91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764288C-7D39-46B6-B3FF-7561A08BD2BE}">
      <dgm:prSet/>
      <dgm:spPr/>
      <dgm:t>
        <a:bodyPr/>
        <a:lstStyle/>
        <a:p>
          <a:r>
            <a:rPr lang="uk-UA" b="0" i="0"/>
            <a:t>заснування Української громадської групи сприяння виконанню Гельсінських угод</a:t>
          </a:r>
          <a:endParaRPr lang="uk-UA"/>
        </a:p>
      </dgm:t>
    </dgm:pt>
    <dgm:pt modelId="{257B9D99-003F-4B88-9FBB-A3B882311EA3}" type="parTrans" cxnId="{74E0F780-8ACF-4B18-AB27-454DADC292AF}">
      <dgm:prSet/>
      <dgm:spPr/>
      <dgm:t>
        <a:bodyPr/>
        <a:lstStyle/>
        <a:p>
          <a:endParaRPr lang="uk-UA"/>
        </a:p>
      </dgm:t>
    </dgm:pt>
    <dgm:pt modelId="{EC473DFB-228C-4713-9727-15F12C6D6C49}" type="sibTrans" cxnId="{74E0F780-8ACF-4B18-AB27-454DADC292AF}">
      <dgm:prSet/>
      <dgm:spPr/>
      <dgm:t>
        <a:bodyPr/>
        <a:lstStyle/>
        <a:p>
          <a:endParaRPr lang="uk-UA"/>
        </a:p>
      </dgm:t>
    </dgm:pt>
    <dgm:pt modelId="{AC5F5403-0EA1-4A53-9915-B6FF41264F90}">
      <dgm:prSet/>
      <dgm:spPr/>
      <dgm:t>
        <a:bodyPr/>
        <a:lstStyle/>
        <a:p>
          <a:r>
            <a:rPr lang="uk-UA" b="0" i="0"/>
            <a:t>засудження культу особи Й. Сталіна на </a:t>
          </a:r>
          <a:r>
            <a:rPr lang="en-US" b="0" i="0"/>
            <a:t>XX </a:t>
          </a:r>
          <a:r>
            <a:rPr lang="uk-UA" b="0" i="0"/>
            <a:t>з’їзді КПРС</a:t>
          </a:r>
          <a:endParaRPr lang="uk-UA"/>
        </a:p>
      </dgm:t>
    </dgm:pt>
    <dgm:pt modelId="{D5757556-2B1C-4094-9B71-D3A403D1ADA3}" type="parTrans" cxnId="{355FB39A-731B-4E14-B069-55EDC1AACF31}">
      <dgm:prSet/>
      <dgm:spPr/>
      <dgm:t>
        <a:bodyPr/>
        <a:lstStyle/>
        <a:p>
          <a:endParaRPr lang="uk-UA"/>
        </a:p>
      </dgm:t>
    </dgm:pt>
    <dgm:pt modelId="{B3500F70-27E7-4E87-9035-5E68B966195C}" type="sibTrans" cxnId="{355FB39A-731B-4E14-B069-55EDC1AACF31}">
      <dgm:prSet/>
      <dgm:spPr/>
      <dgm:t>
        <a:bodyPr/>
        <a:lstStyle/>
        <a:p>
          <a:endParaRPr lang="uk-UA"/>
        </a:p>
      </dgm:t>
    </dgm:pt>
    <dgm:pt modelId="{EE2029F5-B7B7-44E9-B751-ADC539511C70}">
      <dgm:prSet/>
      <dgm:spPr/>
      <dgm:t>
        <a:bodyPr/>
        <a:lstStyle/>
        <a:p>
          <a:r>
            <a:rPr lang="uk-UA" b="0" i="0"/>
            <a:t>проведення Установчого з’їзду Народного руху України за перебудову</a:t>
          </a:r>
          <a:endParaRPr lang="uk-UA"/>
        </a:p>
      </dgm:t>
    </dgm:pt>
    <dgm:pt modelId="{EC455872-13A9-435D-A13B-28E502E427B3}" type="parTrans" cxnId="{8DF830C4-90DB-4D5F-92E3-E7211573707F}">
      <dgm:prSet/>
      <dgm:spPr/>
      <dgm:t>
        <a:bodyPr/>
        <a:lstStyle/>
        <a:p>
          <a:endParaRPr lang="uk-UA"/>
        </a:p>
      </dgm:t>
    </dgm:pt>
    <dgm:pt modelId="{2DA45D20-5974-4DAD-B90E-027861591FBF}" type="sibTrans" cxnId="{8DF830C4-90DB-4D5F-92E3-E7211573707F}">
      <dgm:prSet/>
      <dgm:spPr/>
      <dgm:t>
        <a:bodyPr/>
        <a:lstStyle/>
        <a:p>
          <a:endParaRPr lang="uk-UA"/>
        </a:p>
      </dgm:t>
    </dgm:pt>
    <dgm:pt modelId="{4D7E7C91-27C8-43FD-A22F-32646CC88BF5}">
      <dgm:prSet/>
      <dgm:spPr/>
      <dgm:t>
        <a:bodyPr/>
        <a:lstStyle/>
        <a:p>
          <a:r>
            <a:rPr lang="uk-UA" b="0" i="0"/>
            <a:t>створення Л. Лук’яненком Української робітничо-селянської спілки</a:t>
          </a:r>
          <a:endParaRPr lang="uk-UA"/>
        </a:p>
      </dgm:t>
    </dgm:pt>
    <dgm:pt modelId="{E9BA182E-976B-4452-8164-27F5596E4099}" type="parTrans" cxnId="{9CF8F9C1-13FF-4C6C-9AD6-C341EBFBDA6A}">
      <dgm:prSet/>
      <dgm:spPr/>
      <dgm:t>
        <a:bodyPr/>
        <a:lstStyle/>
        <a:p>
          <a:endParaRPr lang="uk-UA"/>
        </a:p>
      </dgm:t>
    </dgm:pt>
    <dgm:pt modelId="{127500C6-131D-481C-925E-A97C6B04F42F}" type="sibTrans" cxnId="{9CF8F9C1-13FF-4C6C-9AD6-C341EBFBDA6A}">
      <dgm:prSet/>
      <dgm:spPr/>
      <dgm:t>
        <a:bodyPr/>
        <a:lstStyle/>
        <a:p>
          <a:endParaRPr lang="uk-UA"/>
        </a:p>
      </dgm:t>
    </dgm:pt>
    <dgm:pt modelId="{6163CF43-AFD9-4935-ADA3-0DE5AA9FFF10}" type="pres">
      <dgm:prSet presAssocID="{653CD30C-2657-4FDE-9CB0-C14BC22F9164}" presName="linear" presStyleCnt="0">
        <dgm:presLayoutVars>
          <dgm:animLvl val="lvl"/>
          <dgm:resizeHandles val="exact"/>
        </dgm:presLayoutVars>
      </dgm:prSet>
      <dgm:spPr/>
    </dgm:pt>
    <dgm:pt modelId="{9B050B04-576F-49E2-8C9F-43748702E1CC}" type="pres">
      <dgm:prSet presAssocID="{C764288C-7D39-46B6-B3FF-7561A08BD2B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D473360-1EBD-4B5B-B5B4-CF3A09CE0255}" type="pres">
      <dgm:prSet presAssocID="{EC473DFB-228C-4713-9727-15F12C6D6C49}" presName="spacer" presStyleCnt="0"/>
      <dgm:spPr/>
    </dgm:pt>
    <dgm:pt modelId="{240F2605-7176-4020-9059-1CE3D41C8F7E}" type="pres">
      <dgm:prSet presAssocID="{AC5F5403-0EA1-4A53-9915-B6FF41264F9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9F5ACA7-67DD-442E-A5ED-1FE13F04A8B3}" type="pres">
      <dgm:prSet presAssocID="{B3500F70-27E7-4E87-9035-5E68B966195C}" presName="spacer" presStyleCnt="0"/>
      <dgm:spPr/>
    </dgm:pt>
    <dgm:pt modelId="{136D1AB4-1804-4E1D-B737-D470AACFE7BA}" type="pres">
      <dgm:prSet presAssocID="{EE2029F5-B7B7-44E9-B751-ADC539511C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DF5F1C-6387-481B-8082-3135DB6EFA52}" type="pres">
      <dgm:prSet presAssocID="{2DA45D20-5974-4DAD-B90E-027861591FBF}" presName="spacer" presStyleCnt="0"/>
      <dgm:spPr/>
    </dgm:pt>
    <dgm:pt modelId="{126753E2-6D7B-44E8-A76C-2C6592FC8DCF}" type="pres">
      <dgm:prSet presAssocID="{4D7E7C91-27C8-43FD-A22F-32646CC88BF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A48CD25-928E-4E97-82E0-1830E6973568}" type="presOf" srcId="{4D7E7C91-27C8-43FD-A22F-32646CC88BF5}" destId="{126753E2-6D7B-44E8-A76C-2C6592FC8DCF}" srcOrd="0" destOrd="0" presId="urn:microsoft.com/office/officeart/2005/8/layout/vList2"/>
    <dgm:cxn modelId="{0DC14E38-776A-4653-91AF-E0652E4FEE7A}" type="presOf" srcId="{653CD30C-2657-4FDE-9CB0-C14BC22F9164}" destId="{6163CF43-AFD9-4935-ADA3-0DE5AA9FFF10}" srcOrd="0" destOrd="0" presId="urn:microsoft.com/office/officeart/2005/8/layout/vList2"/>
    <dgm:cxn modelId="{6146193D-5E8C-4B44-9275-F426725F476B}" type="presOf" srcId="{AC5F5403-0EA1-4A53-9915-B6FF41264F90}" destId="{240F2605-7176-4020-9059-1CE3D41C8F7E}" srcOrd="0" destOrd="0" presId="urn:microsoft.com/office/officeart/2005/8/layout/vList2"/>
    <dgm:cxn modelId="{74E0F780-8ACF-4B18-AB27-454DADC292AF}" srcId="{653CD30C-2657-4FDE-9CB0-C14BC22F9164}" destId="{C764288C-7D39-46B6-B3FF-7561A08BD2BE}" srcOrd="0" destOrd="0" parTransId="{257B9D99-003F-4B88-9FBB-A3B882311EA3}" sibTransId="{EC473DFB-228C-4713-9727-15F12C6D6C49}"/>
    <dgm:cxn modelId="{355FB39A-731B-4E14-B069-55EDC1AACF31}" srcId="{653CD30C-2657-4FDE-9CB0-C14BC22F9164}" destId="{AC5F5403-0EA1-4A53-9915-B6FF41264F90}" srcOrd="1" destOrd="0" parTransId="{D5757556-2B1C-4094-9B71-D3A403D1ADA3}" sibTransId="{B3500F70-27E7-4E87-9035-5E68B966195C}"/>
    <dgm:cxn modelId="{9CF8F9C1-13FF-4C6C-9AD6-C341EBFBDA6A}" srcId="{653CD30C-2657-4FDE-9CB0-C14BC22F9164}" destId="{4D7E7C91-27C8-43FD-A22F-32646CC88BF5}" srcOrd="3" destOrd="0" parTransId="{E9BA182E-976B-4452-8164-27F5596E4099}" sibTransId="{127500C6-131D-481C-925E-A97C6B04F42F}"/>
    <dgm:cxn modelId="{8DF830C4-90DB-4D5F-92E3-E7211573707F}" srcId="{653CD30C-2657-4FDE-9CB0-C14BC22F9164}" destId="{EE2029F5-B7B7-44E9-B751-ADC539511C70}" srcOrd="2" destOrd="0" parTransId="{EC455872-13A9-435D-A13B-28E502E427B3}" sibTransId="{2DA45D20-5974-4DAD-B90E-027861591FBF}"/>
    <dgm:cxn modelId="{EC3536C8-F8F1-4A41-80CB-350260F82D3D}" type="presOf" srcId="{C764288C-7D39-46B6-B3FF-7561A08BD2BE}" destId="{9B050B04-576F-49E2-8C9F-43748702E1CC}" srcOrd="0" destOrd="0" presId="urn:microsoft.com/office/officeart/2005/8/layout/vList2"/>
    <dgm:cxn modelId="{C82424EE-9341-4791-AEDD-67BD047555EC}" type="presOf" srcId="{EE2029F5-B7B7-44E9-B751-ADC539511C70}" destId="{136D1AB4-1804-4E1D-B737-D470AACFE7BA}" srcOrd="0" destOrd="0" presId="urn:microsoft.com/office/officeart/2005/8/layout/vList2"/>
    <dgm:cxn modelId="{88DEACAA-C4D1-4B95-9ED9-2E0CA8E0C7F0}" type="presParOf" srcId="{6163CF43-AFD9-4935-ADA3-0DE5AA9FFF10}" destId="{9B050B04-576F-49E2-8C9F-43748702E1CC}" srcOrd="0" destOrd="0" presId="urn:microsoft.com/office/officeart/2005/8/layout/vList2"/>
    <dgm:cxn modelId="{22806DB1-48E2-4A37-9C6B-E0595DA77A95}" type="presParOf" srcId="{6163CF43-AFD9-4935-ADA3-0DE5AA9FFF10}" destId="{DD473360-1EBD-4B5B-B5B4-CF3A09CE0255}" srcOrd="1" destOrd="0" presId="urn:microsoft.com/office/officeart/2005/8/layout/vList2"/>
    <dgm:cxn modelId="{85C3113A-976B-44C5-BE60-C4928CDF36B5}" type="presParOf" srcId="{6163CF43-AFD9-4935-ADA3-0DE5AA9FFF10}" destId="{240F2605-7176-4020-9059-1CE3D41C8F7E}" srcOrd="2" destOrd="0" presId="urn:microsoft.com/office/officeart/2005/8/layout/vList2"/>
    <dgm:cxn modelId="{E3DC0CEC-AD17-4D46-95DE-AA258C852D77}" type="presParOf" srcId="{6163CF43-AFD9-4935-ADA3-0DE5AA9FFF10}" destId="{B9F5ACA7-67DD-442E-A5ED-1FE13F04A8B3}" srcOrd="3" destOrd="0" presId="urn:microsoft.com/office/officeart/2005/8/layout/vList2"/>
    <dgm:cxn modelId="{B81137B6-CF32-4EB5-8E73-0E6877F131D6}" type="presParOf" srcId="{6163CF43-AFD9-4935-ADA3-0DE5AA9FFF10}" destId="{136D1AB4-1804-4E1D-B737-D470AACFE7BA}" srcOrd="4" destOrd="0" presId="urn:microsoft.com/office/officeart/2005/8/layout/vList2"/>
    <dgm:cxn modelId="{304BA23A-1E40-4E14-B5CC-F65EEC542937}" type="presParOf" srcId="{6163CF43-AFD9-4935-ADA3-0DE5AA9FFF10}" destId="{DEDF5F1C-6387-481B-8082-3135DB6EFA52}" srcOrd="5" destOrd="0" presId="urn:microsoft.com/office/officeart/2005/8/layout/vList2"/>
    <dgm:cxn modelId="{D287D753-BC58-43BB-8B4A-4F165CE870A1}" type="presParOf" srcId="{6163CF43-AFD9-4935-ADA3-0DE5AA9FFF10}" destId="{126753E2-6D7B-44E8-A76C-2C6592FC8DC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2315D96-138F-4B07-AF2E-A61A248A9F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2E01360-AEE5-422F-9520-2DD00FCF42AD}">
      <dgm:prSet/>
      <dgm:spPr/>
      <dgm:t>
        <a:bodyPr/>
        <a:lstStyle/>
        <a:p>
          <a:r>
            <a:rPr lang="ru-RU" b="0" i="0"/>
            <a:t>М. Хрущова.</a:t>
          </a:r>
          <a:endParaRPr lang="uk-UA"/>
        </a:p>
      </dgm:t>
    </dgm:pt>
    <dgm:pt modelId="{D347F96B-DF15-4751-ABF3-EB7AF9004297}" type="parTrans" cxnId="{B0B7599A-B717-4D32-86AE-A858E2EF1337}">
      <dgm:prSet/>
      <dgm:spPr/>
      <dgm:t>
        <a:bodyPr/>
        <a:lstStyle/>
        <a:p>
          <a:endParaRPr lang="uk-UA"/>
        </a:p>
      </dgm:t>
    </dgm:pt>
    <dgm:pt modelId="{A422F80B-3C9E-4C6A-891B-B7B26A4C2C19}" type="sibTrans" cxnId="{B0B7599A-B717-4D32-86AE-A858E2EF1337}">
      <dgm:prSet/>
      <dgm:spPr/>
      <dgm:t>
        <a:bodyPr/>
        <a:lstStyle/>
        <a:p>
          <a:endParaRPr lang="uk-UA"/>
        </a:p>
      </dgm:t>
    </dgm:pt>
    <dgm:pt modelId="{76AB31C7-1081-4C5C-9301-E82884E66A27}">
      <dgm:prSet/>
      <dgm:spPr/>
      <dgm:t>
        <a:bodyPr/>
        <a:lstStyle/>
        <a:p>
          <a:r>
            <a:rPr lang="ru-RU" b="0" i="0"/>
            <a:t>П. Шелеста.</a:t>
          </a:r>
          <a:endParaRPr lang="uk-UA"/>
        </a:p>
      </dgm:t>
    </dgm:pt>
    <dgm:pt modelId="{642CBF8D-EC36-4683-B1F6-1C8E620A7D35}" type="parTrans" cxnId="{224160A1-4B6E-4FCB-BD43-36337E5FC747}">
      <dgm:prSet/>
      <dgm:spPr/>
      <dgm:t>
        <a:bodyPr/>
        <a:lstStyle/>
        <a:p>
          <a:endParaRPr lang="uk-UA"/>
        </a:p>
      </dgm:t>
    </dgm:pt>
    <dgm:pt modelId="{450A12FD-3088-45E3-A5CE-64F98E1C6960}" type="sibTrans" cxnId="{224160A1-4B6E-4FCB-BD43-36337E5FC747}">
      <dgm:prSet/>
      <dgm:spPr/>
      <dgm:t>
        <a:bodyPr/>
        <a:lstStyle/>
        <a:p>
          <a:endParaRPr lang="uk-UA"/>
        </a:p>
      </dgm:t>
    </dgm:pt>
    <dgm:pt modelId="{06C21E9A-B302-4032-833A-2A101CF572B0}">
      <dgm:prSet/>
      <dgm:spPr/>
      <dgm:t>
        <a:bodyPr/>
        <a:lstStyle/>
        <a:p>
          <a:r>
            <a:rPr lang="ru-RU" b="0" i="0"/>
            <a:t>М. Підгорного.</a:t>
          </a:r>
          <a:endParaRPr lang="uk-UA"/>
        </a:p>
      </dgm:t>
    </dgm:pt>
    <dgm:pt modelId="{A5F764A9-78B7-46CC-AA15-97CBAC19C5D8}" type="parTrans" cxnId="{08196A6F-0371-49D3-8FCC-A5DD3F0C406F}">
      <dgm:prSet/>
      <dgm:spPr/>
      <dgm:t>
        <a:bodyPr/>
        <a:lstStyle/>
        <a:p>
          <a:endParaRPr lang="uk-UA"/>
        </a:p>
      </dgm:t>
    </dgm:pt>
    <dgm:pt modelId="{78732913-7CCE-402D-9F39-6396E8E3128B}" type="sibTrans" cxnId="{08196A6F-0371-49D3-8FCC-A5DD3F0C406F}">
      <dgm:prSet/>
      <dgm:spPr/>
      <dgm:t>
        <a:bodyPr/>
        <a:lstStyle/>
        <a:p>
          <a:endParaRPr lang="uk-UA"/>
        </a:p>
      </dgm:t>
    </dgm:pt>
    <dgm:pt modelId="{F461B7FE-2791-415E-9A5D-15D455DC9CFB}">
      <dgm:prSet/>
      <dgm:spPr/>
      <dgm:t>
        <a:bodyPr/>
        <a:lstStyle/>
        <a:p>
          <a:r>
            <a:rPr lang="ru-RU" b="0" i="0"/>
            <a:t>О. Косигіна.</a:t>
          </a:r>
          <a:endParaRPr lang="uk-UA"/>
        </a:p>
      </dgm:t>
    </dgm:pt>
    <dgm:pt modelId="{90DC0656-2F11-4550-9D3F-9C7C4B8C4A7A}" type="parTrans" cxnId="{E4E0C9A1-BFEB-452E-ACB5-A3BADCB6216A}">
      <dgm:prSet/>
      <dgm:spPr/>
      <dgm:t>
        <a:bodyPr/>
        <a:lstStyle/>
        <a:p>
          <a:endParaRPr lang="uk-UA"/>
        </a:p>
      </dgm:t>
    </dgm:pt>
    <dgm:pt modelId="{FAC30431-6CC6-4563-A0C2-FDE3CD9A6B12}" type="sibTrans" cxnId="{E4E0C9A1-BFEB-452E-ACB5-A3BADCB6216A}">
      <dgm:prSet/>
      <dgm:spPr/>
      <dgm:t>
        <a:bodyPr/>
        <a:lstStyle/>
        <a:p>
          <a:endParaRPr lang="uk-UA"/>
        </a:p>
      </dgm:t>
    </dgm:pt>
    <dgm:pt modelId="{4D0BB56C-1320-45BE-A690-88216B661D8E}" type="pres">
      <dgm:prSet presAssocID="{02315D96-138F-4B07-AF2E-A61A248A9F6B}" presName="linear" presStyleCnt="0">
        <dgm:presLayoutVars>
          <dgm:animLvl val="lvl"/>
          <dgm:resizeHandles val="exact"/>
        </dgm:presLayoutVars>
      </dgm:prSet>
      <dgm:spPr/>
    </dgm:pt>
    <dgm:pt modelId="{6DFD66F0-3217-49D0-B0C2-CC3626445CEC}" type="pres">
      <dgm:prSet presAssocID="{22E01360-AEE5-422F-9520-2DD00FCF42A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19EDC13-52A6-456B-A14F-A99C934A99EE}" type="pres">
      <dgm:prSet presAssocID="{A422F80B-3C9E-4C6A-891B-B7B26A4C2C19}" presName="spacer" presStyleCnt="0"/>
      <dgm:spPr/>
    </dgm:pt>
    <dgm:pt modelId="{27B6944E-C1DF-40F2-A13B-2A7404843CB6}" type="pres">
      <dgm:prSet presAssocID="{76AB31C7-1081-4C5C-9301-E82884E66A2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1AEBD61-3B14-49AE-B97D-B8F02B7037C2}" type="pres">
      <dgm:prSet presAssocID="{450A12FD-3088-45E3-A5CE-64F98E1C6960}" presName="spacer" presStyleCnt="0"/>
      <dgm:spPr/>
    </dgm:pt>
    <dgm:pt modelId="{AA780B9D-F62A-42A0-99D5-91AFD515C9A0}" type="pres">
      <dgm:prSet presAssocID="{06C21E9A-B302-4032-833A-2A101CF572B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4D71EC1-78DF-4AE3-9EAC-5D742EF9D838}" type="pres">
      <dgm:prSet presAssocID="{78732913-7CCE-402D-9F39-6396E8E3128B}" presName="spacer" presStyleCnt="0"/>
      <dgm:spPr/>
    </dgm:pt>
    <dgm:pt modelId="{516C7212-6F40-4416-AC3B-40261E3D1C65}" type="pres">
      <dgm:prSet presAssocID="{F461B7FE-2791-415E-9A5D-15D455DC9CF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D07C923-EF1F-4969-B3C7-A0293D0D893A}" type="presOf" srcId="{06C21E9A-B302-4032-833A-2A101CF572B0}" destId="{AA780B9D-F62A-42A0-99D5-91AFD515C9A0}" srcOrd="0" destOrd="0" presId="urn:microsoft.com/office/officeart/2005/8/layout/vList2"/>
    <dgm:cxn modelId="{08196A6F-0371-49D3-8FCC-A5DD3F0C406F}" srcId="{02315D96-138F-4B07-AF2E-A61A248A9F6B}" destId="{06C21E9A-B302-4032-833A-2A101CF572B0}" srcOrd="2" destOrd="0" parTransId="{A5F764A9-78B7-46CC-AA15-97CBAC19C5D8}" sibTransId="{78732913-7CCE-402D-9F39-6396E8E3128B}"/>
    <dgm:cxn modelId="{4FFF7372-DA70-4955-801D-1FA00D3429D5}" type="presOf" srcId="{F461B7FE-2791-415E-9A5D-15D455DC9CFB}" destId="{516C7212-6F40-4416-AC3B-40261E3D1C65}" srcOrd="0" destOrd="0" presId="urn:microsoft.com/office/officeart/2005/8/layout/vList2"/>
    <dgm:cxn modelId="{F89BD27A-8F20-408E-884E-F300C776D64C}" type="presOf" srcId="{02315D96-138F-4B07-AF2E-A61A248A9F6B}" destId="{4D0BB56C-1320-45BE-A690-88216B661D8E}" srcOrd="0" destOrd="0" presId="urn:microsoft.com/office/officeart/2005/8/layout/vList2"/>
    <dgm:cxn modelId="{B0B7599A-B717-4D32-86AE-A858E2EF1337}" srcId="{02315D96-138F-4B07-AF2E-A61A248A9F6B}" destId="{22E01360-AEE5-422F-9520-2DD00FCF42AD}" srcOrd="0" destOrd="0" parTransId="{D347F96B-DF15-4751-ABF3-EB7AF9004297}" sibTransId="{A422F80B-3C9E-4C6A-891B-B7B26A4C2C19}"/>
    <dgm:cxn modelId="{0CD6F09A-9CF3-453E-AFAF-76083673FDBA}" type="presOf" srcId="{22E01360-AEE5-422F-9520-2DD00FCF42AD}" destId="{6DFD66F0-3217-49D0-B0C2-CC3626445CEC}" srcOrd="0" destOrd="0" presId="urn:microsoft.com/office/officeart/2005/8/layout/vList2"/>
    <dgm:cxn modelId="{224160A1-4B6E-4FCB-BD43-36337E5FC747}" srcId="{02315D96-138F-4B07-AF2E-A61A248A9F6B}" destId="{76AB31C7-1081-4C5C-9301-E82884E66A27}" srcOrd="1" destOrd="0" parTransId="{642CBF8D-EC36-4683-B1F6-1C8E620A7D35}" sibTransId="{450A12FD-3088-45E3-A5CE-64F98E1C6960}"/>
    <dgm:cxn modelId="{E4E0C9A1-BFEB-452E-ACB5-A3BADCB6216A}" srcId="{02315D96-138F-4B07-AF2E-A61A248A9F6B}" destId="{F461B7FE-2791-415E-9A5D-15D455DC9CFB}" srcOrd="3" destOrd="0" parTransId="{90DC0656-2F11-4550-9D3F-9C7C4B8C4A7A}" sibTransId="{FAC30431-6CC6-4563-A0C2-FDE3CD9A6B12}"/>
    <dgm:cxn modelId="{6B95C9B5-20B0-4342-851F-821E2D2B6112}" type="presOf" srcId="{76AB31C7-1081-4C5C-9301-E82884E66A27}" destId="{27B6944E-C1DF-40F2-A13B-2A7404843CB6}" srcOrd="0" destOrd="0" presId="urn:microsoft.com/office/officeart/2005/8/layout/vList2"/>
    <dgm:cxn modelId="{31548663-B5BF-42B4-BD69-E63A65CA5CCD}" type="presParOf" srcId="{4D0BB56C-1320-45BE-A690-88216B661D8E}" destId="{6DFD66F0-3217-49D0-B0C2-CC3626445CEC}" srcOrd="0" destOrd="0" presId="urn:microsoft.com/office/officeart/2005/8/layout/vList2"/>
    <dgm:cxn modelId="{5A25AD55-6A9B-4441-9177-C843D6502EE3}" type="presParOf" srcId="{4D0BB56C-1320-45BE-A690-88216B661D8E}" destId="{519EDC13-52A6-456B-A14F-A99C934A99EE}" srcOrd="1" destOrd="0" presId="urn:microsoft.com/office/officeart/2005/8/layout/vList2"/>
    <dgm:cxn modelId="{C334AE48-6727-42BA-A86F-B9541798FD16}" type="presParOf" srcId="{4D0BB56C-1320-45BE-A690-88216B661D8E}" destId="{27B6944E-C1DF-40F2-A13B-2A7404843CB6}" srcOrd="2" destOrd="0" presId="urn:microsoft.com/office/officeart/2005/8/layout/vList2"/>
    <dgm:cxn modelId="{427C574E-75B9-469D-9A0D-608DE8E50178}" type="presParOf" srcId="{4D0BB56C-1320-45BE-A690-88216B661D8E}" destId="{11AEBD61-3B14-49AE-B97D-B8F02B7037C2}" srcOrd="3" destOrd="0" presId="urn:microsoft.com/office/officeart/2005/8/layout/vList2"/>
    <dgm:cxn modelId="{7A26A9F2-5BE6-4AC2-BF26-2899FE2D6EED}" type="presParOf" srcId="{4D0BB56C-1320-45BE-A690-88216B661D8E}" destId="{AA780B9D-F62A-42A0-99D5-91AFD515C9A0}" srcOrd="4" destOrd="0" presId="urn:microsoft.com/office/officeart/2005/8/layout/vList2"/>
    <dgm:cxn modelId="{C22BB808-3E8F-42BB-B2DC-3CBAABB5EFE9}" type="presParOf" srcId="{4D0BB56C-1320-45BE-A690-88216B661D8E}" destId="{34D71EC1-78DF-4AE3-9EAC-5D742EF9D838}" srcOrd="5" destOrd="0" presId="urn:microsoft.com/office/officeart/2005/8/layout/vList2"/>
    <dgm:cxn modelId="{2D9E0B87-5107-4BF2-BEAE-6D218FA2E4AF}" type="presParOf" srcId="{4D0BB56C-1320-45BE-A690-88216B661D8E}" destId="{516C7212-6F40-4416-AC3B-40261E3D1C6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FB0B26-EFD7-4274-A1FD-660EA4A1480B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D55232-DED1-46C2-B076-4FE8636C7D0A}">
      <dgm:prSet/>
      <dgm:spPr/>
      <dgm:t>
        <a:bodyPr/>
        <a:lstStyle/>
        <a:p>
          <a:r>
            <a:rPr lang="uk-UA" b="0" i="0"/>
            <a:t>«Плюралізм»</a:t>
          </a:r>
          <a:endParaRPr lang="uk-UA"/>
        </a:p>
      </dgm:t>
    </dgm:pt>
    <dgm:pt modelId="{F8FCE902-B18D-4673-83E2-C3A6B09082BB}" type="parTrans" cxnId="{7E870523-7941-4CFD-8E11-96B90A1F5D03}">
      <dgm:prSet/>
      <dgm:spPr/>
      <dgm:t>
        <a:bodyPr/>
        <a:lstStyle/>
        <a:p>
          <a:endParaRPr lang="uk-UA"/>
        </a:p>
      </dgm:t>
    </dgm:pt>
    <dgm:pt modelId="{7996C7D1-6E8F-47DB-8264-0EF6A6BE97A4}" type="sibTrans" cxnId="{7E870523-7941-4CFD-8E11-96B90A1F5D03}">
      <dgm:prSet/>
      <dgm:spPr/>
      <dgm:t>
        <a:bodyPr/>
        <a:lstStyle/>
        <a:p>
          <a:endParaRPr lang="uk-UA"/>
        </a:p>
      </dgm:t>
    </dgm:pt>
    <dgm:pt modelId="{F86306CA-6654-4B1C-9F7E-12F580C4E700}">
      <dgm:prSet/>
      <dgm:spPr/>
      <dgm:t>
        <a:bodyPr/>
        <a:lstStyle/>
        <a:p>
          <a:r>
            <a:rPr lang="uk-UA" b="0" i="0"/>
            <a:t>«Радянізація»</a:t>
          </a:r>
          <a:endParaRPr lang="uk-UA"/>
        </a:p>
      </dgm:t>
    </dgm:pt>
    <dgm:pt modelId="{AC29013A-F211-4F3D-BF53-19541BB2185B}" type="parTrans" cxnId="{155DE886-57BD-442A-BD82-256551B62C93}">
      <dgm:prSet/>
      <dgm:spPr/>
      <dgm:t>
        <a:bodyPr/>
        <a:lstStyle/>
        <a:p>
          <a:endParaRPr lang="uk-UA"/>
        </a:p>
      </dgm:t>
    </dgm:pt>
    <dgm:pt modelId="{BD596B81-B084-40FF-9BE8-3801BDB4BE9B}" type="sibTrans" cxnId="{155DE886-57BD-442A-BD82-256551B62C93}">
      <dgm:prSet/>
      <dgm:spPr/>
      <dgm:t>
        <a:bodyPr/>
        <a:lstStyle/>
        <a:p>
          <a:endParaRPr lang="uk-UA"/>
        </a:p>
      </dgm:t>
    </dgm:pt>
    <dgm:pt modelId="{0A01CEED-D374-4562-AD6E-A1939C410E9D}">
      <dgm:prSet/>
      <dgm:spPr/>
      <dgm:t>
        <a:bodyPr/>
        <a:lstStyle/>
        <a:p>
          <a:r>
            <a:rPr lang="uk-UA" b="0" i="0"/>
            <a:t>«Волюнтаризм»</a:t>
          </a:r>
          <a:endParaRPr lang="uk-UA"/>
        </a:p>
      </dgm:t>
    </dgm:pt>
    <dgm:pt modelId="{7A76C3CE-9F42-4A03-9916-2F2E27CF903D}" type="parTrans" cxnId="{D17BD00C-A2C5-4767-A4A6-DAFFD3863D41}">
      <dgm:prSet/>
      <dgm:spPr/>
      <dgm:t>
        <a:bodyPr/>
        <a:lstStyle/>
        <a:p>
          <a:endParaRPr lang="uk-UA"/>
        </a:p>
      </dgm:t>
    </dgm:pt>
    <dgm:pt modelId="{96DA2908-848F-49B0-A82F-6255D45857BC}" type="sibTrans" cxnId="{D17BD00C-A2C5-4767-A4A6-DAFFD3863D41}">
      <dgm:prSet/>
      <dgm:spPr/>
      <dgm:t>
        <a:bodyPr/>
        <a:lstStyle/>
        <a:p>
          <a:endParaRPr lang="uk-UA"/>
        </a:p>
      </dgm:t>
    </dgm:pt>
    <dgm:pt modelId="{188F1361-B57B-4960-B82C-D8D3649756A3}">
      <dgm:prSet/>
      <dgm:spPr/>
      <dgm:t>
        <a:bodyPr/>
        <a:lstStyle/>
        <a:p>
          <a:r>
            <a:rPr lang="uk-UA" b="0" i="0"/>
            <a:t>«Космополітизм»</a:t>
          </a:r>
          <a:endParaRPr lang="uk-UA"/>
        </a:p>
      </dgm:t>
    </dgm:pt>
    <dgm:pt modelId="{EFE29F93-AA2F-401D-9665-B1B3C8AFB373}" type="parTrans" cxnId="{A281E48F-5799-4A65-A052-7BD17532B34C}">
      <dgm:prSet/>
      <dgm:spPr/>
      <dgm:t>
        <a:bodyPr/>
        <a:lstStyle/>
        <a:p>
          <a:endParaRPr lang="uk-UA"/>
        </a:p>
      </dgm:t>
    </dgm:pt>
    <dgm:pt modelId="{594B6A8C-8E65-40F4-9816-FF4E5A942DC4}" type="sibTrans" cxnId="{A281E48F-5799-4A65-A052-7BD17532B34C}">
      <dgm:prSet/>
      <dgm:spPr/>
      <dgm:t>
        <a:bodyPr/>
        <a:lstStyle/>
        <a:p>
          <a:endParaRPr lang="uk-UA"/>
        </a:p>
      </dgm:t>
    </dgm:pt>
    <dgm:pt modelId="{DC515C51-A58C-4CC3-9ECE-77B9768E948E}" type="pres">
      <dgm:prSet presAssocID="{9AFB0B26-EFD7-4274-A1FD-660EA4A1480B}" presName="linearFlow" presStyleCnt="0">
        <dgm:presLayoutVars>
          <dgm:dir/>
          <dgm:resizeHandles val="exact"/>
        </dgm:presLayoutVars>
      </dgm:prSet>
      <dgm:spPr/>
    </dgm:pt>
    <dgm:pt modelId="{25B12B67-51D1-4321-B37C-DB8E88E6633F}" type="pres">
      <dgm:prSet presAssocID="{4AD55232-DED1-46C2-B076-4FE8636C7D0A}" presName="composite" presStyleCnt="0"/>
      <dgm:spPr/>
    </dgm:pt>
    <dgm:pt modelId="{DEF944D3-6202-4209-987A-7D47F5F21493}" type="pres">
      <dgm:prSet presAssocID="{4AD55232-DED1-46C2-B076-4FE8636C7D0A}" presName="imgShp" presStyleLbl="fgImgPlace1" presStyleIdx="0" presStyleCnt="4"/>
      <dgm:spPr/>
    </dgm:pt>
    <dgm:pt modelId="{367AEA6C-904C-40AB-83DE-F2A54E91E217}" type="pres">
      <dgm:prSet presAssocID="{4AD55232-DED1-46C2-B076-4FE8636C7D0A}" presName="txShp" presStyleLbl="node1" presStyleIdx="0" presStyleCnt="4">
        <dgm:presLayoutVars>
          <dgm:bulletEnabled val="1"/>
        </dgm:presLayoutVars>
      </dgm:prSet>
      <dgm:spPr/>
    </dgm:pt>
    <dgm:pt modelId="{8692C899-F792-4EFB-9B7B-B562D1D47209}" type="pres">
      <dgm:prSet presAssocID="{7996C7D1-6E8F-47DB-8264-0EF6A6BE97A4}" presName="spacing" presStyleCnt="0"/>
      <dgm:spPr/>
    </dgm:pt>
    <dgm:pt modelId="{FDC704E0-9F59-4C63-A944-CD2E2EEC82EF}" type="pres">
      <dgm:prSet presAssocID="{F86306CA-6654-4B1C-9F7E-12F580C4E700}" presName="composite" presStyleCnt="0"/>
      <dgm:spPr/>
    </dgm:pt>
    <dgm:pt modelId="{EB399011-11C0-4F15-A28D-D529A406B513}" type="pres">
      <dgm:prSet presAssocID="{F86306CA-6654-4B1C-9F7E-12F580C4E700}" presName="imgShp" presStyleLbl="fgImgPlace1" presStyleIdx="1" presStyleCnt="4"/>
      <dgm:spPr/>
    </dgm:pt>
    <dgm:pt modelId="{19D2C4DF-9AE5-4C85-99BC-062B72574EE4}" type="pres">
      <dgm:prSet presAssocID="{F86306CA-6654-4B1C-9F7E-12F580C4E700}" presName="txShp" presStyleLbl="node1" presStyleIdx="1" presStyleCnt="4">
        <dgm:presLayoutVars>
          <dgm:bulletEnabled val="1"/>
        </dgm:presLayoutVars>
      </dgm:prSet>
      <dgm:spPr/>
    </dgm:pt>
    <dgm:pt modelId="{422EF5D4-68E5-4A6C-B9B8-2851E8B4608D}" type="pres">
      <dgm:prSet presAssocID="{BD596B81-B084-40FF-9BE8-3801BDB4BE9B}" presName="spacing" presStyleCnt="0"/>
      <dgm:spPr/>
    </dgm:pt>
    <dgm:pt modelId="{BD55AE91-2280-41D0-BCF8-3566F336F872}" type="pres">
      <dgm:prSet presAssocID="{0A01CEED-D374-4562-AD6E-A1939C410E9D}" presName="composite" presStyleCnt="0"/>
      <dgm:spPr/>
    </dgm:pt>
    <dgm:pt modelId="{3C48AE31-D699-4328-80FD-DABDE5B05A7C}" type="pres">
      <dgm:prSet presAssocID="{0A01CEED-D374-4562-AD6E-A1939C410E9D}" presName="imgShp" presStyleLbl="fgImgPlace1" presStyleIdx="2" presStyleCnt="4"/>
      <dgm:spPr/>
    </dgm:pt>
    <dgm:pt modelId="{55AFD4F5-6825-465B-93DC-CB01E95ACBB2}" type="pres">
      <dgm:prSet presAssocID="{0A01CEED-D374-4562-AD6E-A1939C410E9D}" presName="txShp" presStyleLbl="node1" presStyleIdx="2" presStyleCnt="4">
        <dgm:presLayoutVars>
          <dgm:bulletEnabled val="1"/>
        </dgm:presLayoutVars>
      </dgm:prSet>
      <dgm:spPr/>
    </dgm:pt>
    <dgm:pt modelId="{AD73DBDD-9FF1-4D7F-B9AD-9FBCBAAF6282}" type="pres">
      <dgm:prSet presAssocID="{96DA2908-848F-49B0-A82F-6255D45857BC}" presName="spacing" presStyleCnt="0"/>
      <dgm:spPr/>
    </dgm:pt>
    <dgm:pt modelId="{3F1D7143-B762-48D3-A9EC-7FEF1FCE4AC1}" type="pres">
      <dgm:prSet presAssocID="{188F1361-B57B-4960-B82C-D8D3649756A3}" presName="composite" presStyleCnt="0"/>
      <dgm:spPr/>
    </dgm:pt>
    <dgm:pt modelId="{FE20EAA7-E2FC-43A7-93B6-5CE5F19CDF1E}" type="pres">
      <dgm:prSet presAssocID="{188F1361-B57B-4960-B82C-D8D3649756A3}" presName="imgShp" presStyleLbl="fgImgPlace1" presStyleIdx="3" presStyleCnt="4"/>
      <dgm:spPr/>
    </dgm:pt>
    <dgm:pt modelId="{685863F6-181C-4199-A103-E3FA0C94076A}" type="pres">
      <dgm:prSet presAssocID="{188F1361-B57B-4960-B82C-D8D3649756A3}" presName="txShp" presStyleLbl="node1" presStyleIdx="3" presStyleCnt="4">
        <dgm:presLayoutVars>
          <dgm:bulletEnabled val="1"/>
        </dgm:presLayoutVars>
      </dgm:prSet>
      <dgm:spPr/>
    </dgm:pt>
  </dgm:ptLst>
  <dgm:cxnLst>
    <dgm:cxn modelId="{D17BD00C-A2C5-4767-A4A6-DAFFD3863D41}" srcId="{9AFB0B26-EFD7-4274-A1FD-660EA4A1480B}" destId="{0A01CEED-D374-4562-AD6E-A1939C410E9D}" srcOrd="2" destOrd="0" parTransId="{7A76C3CE-9F42-4A03-9916-2F2E27CF903D}" sibTransId="{96DA2908-848F-49B0-A82F-6255D45857BC}"/>
    <dgm:cxn modelId="{7E870523-7941-4CFD-8E11-96B90A1F5D03}" srcId="{9AFB0B26-EFD7-4274-A1FD-660EA4A1480B}" destId="{4AD55232-DED1-46C2-B076-4FE8636C7D0A}" srcOrd="0" destOrd="0" parTransId="{F8FCE902-B18D-4673-83E2-C3A6B09082BB}" sibTransId="{7996C7D1-6E8F-47DB-8264-0EF6A6BE97A4}"/>
    <dgm:cxn modelId="{7A4A062D-1AAB-4F40-A8DA-587BB93EA1A4}" type="presOf" srcId="{F86306CA-6654-4B1C-9F7E-12F580C4E700}" destId="{19D2C4DF-9AE5-4C85-99BC-062B72574EE4}" srcOrd="0" destOrd="0" presId="urn:microsoft.com/office/officeart/2005/8/layout/vList3"/>
    <dgm:cxn modelId="{DEE56B57-2199-478F-9096-7411BA8E9F70}" type="presOf" srcId="{0A01CEED-D374-4562-AD6E-A1939C410E9D}" destId="{55AFD4F5-6825-465B-93DC-CB01E95ACBB2}" srcOrd="0" destOrd="0" presId="urn:microsoft.com/office/officeart/2005/8/layout/vList3"/>
    <dgm:cxn modelId="{155DE886-57BD-442A-BD82-256551B62C93}" srcId="{9AFB0B26-EFD7-4274-A1FD-660EA4A1480B}" destId="{F86306CA-6654-4B1C-9F7E-12F580C4E700}" srcOrd="1" destOrd="0" parTransId="{AC29013A-F211-4F3D-BF53-19541BB2185B}" sibTransId="{BD596B81-B084-40FF-9BE8-3801BDB4BE9B}"/>
    <dgm:cxn modelId="{A281E48F-5799-4A65-A052-7BD17532B34C}" srcId="{9AFB0B26-EFD7-4274-A1FD-660EA4A1480B}" destId="{188F1361-B57B-4960-B82C-D8D3649756A3}" srcOrd="3" destOrd="0" parTransId="{EFE29F93-AA2F-401D-9665-B1B3C8AFB373}" sibTransId="{594B6A8C-8E65-40F4-9816-FF4E5A942DC4}"/>
    <dgm:cxn modelId="{1F9262D3-061F-466E-A677-BF8D1DE8540E}" type="presOf" srcId="{9AFB0B26-EFD7-4274-A1FD-660EA4A1480B}" destId="{DC515C51-A58C-4CC3-9ECE-77B9768E948E}" srcOrd="0" destOrd="0" presId="urn:microsoft.com/office/officeart/2005/8/layout/vList3"/>
    <dgm:cxn modelId="{868CA9F5-7824-43DB-BEC4-D6714C5D0568}" type="presOf" srcId="{188F1361-B57B-4960-B82C-D8D3649756A3}" destId="{685863F6-181C-4199-A103-E3FA0C94076A}" srcOrd="0" destOrd="0" presId="urn:microsoft.com/office/officeart/2005/8/layout/vList3"/>
    <dgm:cxn modelId="{428B95FC-C9D5-4EE6-BF72-B68B1FDE3E24}" type="presOf" srcId="{4AD55232-DED1-46C2-B076-4FE8636C7D0A}" destId="{367AEA6C-904C-40AB-83DE-F2A54E91E217}" srcOrd="0" destOrd="0" presId="urn:microsoft.com/office/officeart/2005/8/layout/vList3"/>
    <dgm:cxn modelId="{3670FC51-B1D5-4749-A90E-51F9B358BF12}" type="presParOf" srcId="{DC515C51-A58C-4CC3-9ECE-77B9768E948E}" destId="{25B12B67-51D1-4321-B37C-DB8E88E6633F}" srcOrd="0" destOrd="0" presId="urn:microsoft.com/office/officeart/2005/8/layout/vList3"/>
    <dgm:cxn modelId="{B6FD4E1B-75AC-4E89-AC2E-C69D0149DAB8}" type="presParOf" srcId="{25B12B67-51D1-4321-B37C-DB8E88E6633F}" destId="{DEF944D3-6202-4209-987A-7D47F5F21493}" srcOrd="0" destOrd="0" presId="urn:microsoft.com/office/officeart/2005/8/layout/vList3"/>
    <dgm:cxn modelId="{007C6921-EA29-4279-B926-54134DB41AFA}" type="presParOf" srcId="{25B12B67-51D1-4321-B37C-DB8E88E6633F}" destId="{367AEA6C-904C-40AB-83DE-F2A54E91E217}" srcOrd="1" destOrd="0" presId="urn:microsoft.com/office/officeart/2005/8/layout/vList3"/>
    <dgm:cxn modelId="{4C31B59A-23C9-42E9-BFB7-D82E42ADA1BD}" type="presParOf" srcId="{DC515C51-A58C-4CC3-9ECE-77B9768E948E}" destId="{8692C899-F792-4EFB-9B7B-B562D1D47209}" srcOrd="1" destOrd="0" presId="urn:microsoft.com/office/officeart/2005/8/layout/vList3"/>
    <dgm:cxn modelId="{E94857DC-2DB5-47A2-9481-8410906817E3}" type="presParOf" srcId="{DC515C51-A58C-4CC3-9ECE-77B9768E948E}" destId="{FDC704E0-9F59-4C63-A944-CD2E2EEC82EF}" srcOrd="2" destOrd="0" presId="urn:microsoft.com/office/officeart/2005/8/layout/vList3"/>
    <dgm:cxn modelId="{3EFF60EF-F815-45F1-9ABC-2A21DE334F81}" type="presParOf" srcId="{FDC704E0-9F59-4C63-A944-CD2E2EEC82EF}" destId="{EB399011-11C0-4F15-A28D-D529A406B513}" srcOrd="0" destOrd="0" presId="urn:microsoft.com/office/officeart/2005/8/layout/vList3"/>
    <dgm:cxn modelId="{2F1D3516-D33D-407A-BA4C-D983120D8028}" type="presParOf" srcId="{FDC704E0-9F59-4C63-A944-CD2E2EEC82EF}" destId="{19D2C4DF-9AE5-4C85-99BC-062B72574EE4}" srcOrd="1" destOrd="0" presId="urn:microsoft.com/office/officeart/2005/8/layout/vList3"/>
    <dgm:cxn modelId="{2F06B3C9-E7E5-4019-8BA2-514D1A10A742}" type="presParOf" srcId="{DC515C51-A58C-4CC3-9ECE-77B9768E948E}" destId="{422EF5D4-68E5-4A6C-B9B8-2851E8B4608D}" srcOrd="3" destOrd="0" presId="urn:microsoft.com/office/officeart/2005/8/layout/vList3"/>
    <dgm:cxn modelId="{F6D3B1BB-ACFE-4C02-AAD4-70D3A77D7261}" type="presParOf" srcId="{DC515C51-A58C-4CC3-9ECE-77B9768E948E}" destId="{BD55AE91-2280-41D0-BCF8-3566F336F872}" srcOrd="4" destOrd="0" presId="urn:microsoft.com/office/officeart/2005/8/layout/vList3"/>
    <dgm:cxn modelId="{53422564-48AB-4F89-99BD-5B19345E1F10}" type="presParOf" srcId="{BD55AE91-2280-41D0-BCF8-3566F336F872}" destId="{3C48AE31-D699-4328-80FD-DABDE5B05A7C}" srcOrd="0" destOrd="0" presId="urn:microsoft.com/office/officeart/2005/8/layout/vList3"/>
    <dgm:cxn modelId="{EF05A5F7-5CD0-44D2-8D44-9804525E775C}" type="presParOf" srcId="{BD55AE91-2280-41D0-BCF8-3566F336F872}" destId="{55AFD4F5-6825-465B-93DC-CB01E95ACBB2}" srcOrd="1" destOrd="0" presId="urn:microsoft.com/office/officeart/2005/8/layout/vList3"/>
    <dgm:cxn modelId="{9E21839B-F6B5-4693-A813-BD8848D20947}" type="presParOf" srcId="{DC515C51-A58C-4CC3-9ECE-77B9768E948E}" destId="{AD73DBDD-9FF1-4D7F-B9AD-9FBCBAAF6282}" srcOrd="5" destOrd="0" presId="urn:microsoft.com/office/officeart/2005/8/layout/vList3"/>
    <dgm:cxn modelId="{014A5C8F-C289-4DEE-B61A-0CAD9F69DF76}" type="presParOf" srcId="{DC515C51-A58C-4CC3-9ECE-77B9768E948E}" destId="{3F1D7143-B762-48D3-A9EC-7FEF1FCE4AC1}" srcOrd="6" destOrd="0" presId="urn:microsoft.com/office/officeart/2005/8/layout/vList3"/>
    <dgm:cxn modelId="{14252E40-B20D-4F65-A443-F47B533B8AB2}" type="presParOf" srcId="{3F1D7143-B762-48D3-A9EC-7FEF1FCE4AC1}" destId="{FE20EAA7-E2FC-43A7-93B6-5CE5F19CDF1E}" srcOrd="0" destOrd="0" presId="urn:microsoft.com/office/officeart/2005/8/layout/vList3"/>
    <dgm:cxn modelId="{7D2F9911-0F06-4430-A2E4-DE6604F2F4E6}" type="presParOf" srcId="{3F1D7143-B762-48D3-A9EC-7FEF1FCE4AC1}" destId="{685863F6-181C-4199-A103-E3FA0C94076A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8D59E54-517C-4903-A694-56D629811E0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F8E9D5D-F4E5-44E0-9A0F-E11E7A8E8CC5}">
      <dgm:prSet/>
      <dgm:spPr/>
      <dgm:t>
        <a:bodyPr/>
        <a:lstStyle/>
        <a:p>
          <a:r>
            <a:rPr lang="uk-UA" b="0" i="0"/>
            <a:t>Можливість соціальних груп висловлювати різні позиції, погляди через своїх представників у політичних і громадських організаціях.</a:t>
          </a:r>
          <a:endParaRPr lang="uk-UA"/>
        </a:p>
      </dgm:t>
    </dgm:pt>
    <dgm:pt modelId="{6C3DE048-62D1-4C92-9EC1-CF81C5103B20}" type="parTrans" cxnId="{262C73B1-96F1-4A2C-AC26-C4E0FAE0AABF}">
      <dgm:prSet/>
      <dgm:spPr/>
      <dgm:t>
        <a:bodyPr/>
        <a:lstStyle/>
        <a:p>
          <a:endParaRPr lang="uk-UA"/>
        </a:p>
      </dgm:t>
    </dgm:pt>
    <dgm:pt modelId="{F9F1D50C-1B1E-4204-839C-4D402A3A665C}" type="sibTrans" cxnId="{262C73B1-96F1-4A2C-AC26-C4E0FAE0AABF}">
      <dgm:prSet/>
      <dgm:spPr/>
      <dgm:t>
        <a:bodyPr/>
        <a:lstStyle/>
        <a:p>
          <a:endParaRPr lang="uk-UA"/>
        </a:p>
      </dgm:t>
    </dgm:pt>
    <dgm:pt modelId="{A5E1256E-D887-4A52-9052-82437B0388C9}">
      <dgm:prSet/>
      <dgm:spPr/>
      <dgm:t>
        <a:bodyPr/>
        <a:lstStyle/>
        <a:p>
          <a:r>
            <a:rPr lang="uk-UA" b="0" i="0"/>
            <a:t>Практика, згідно з якою головним чинником досягнення мети є суб’єктивні бажання та довільні рішення осіб.</a:t>
          </a:r>
          <a:endParaRPr lang="uk-UA"/>
        </a:p>
      </dgm:t>
    </dgm:pt>
    <dgm:pt modelId="{FCD9EBDF-A3F1-4E20-968C-E4F14BB3B3AD}" type="parTrans" cxnId="{C13EE601-0168-4A0F-BB27-5225F97BD1C2}">
      <dgm:prSet/>
      <dgm:spPr/>
      <dgm:t>
        <a:bodyPr/>
        <a:lstStyle/>
        <a:p>
          <a:endParaRPr lang="uk-UA"/>
        </a:p>
      </dgm:t>
    </dgm:pt>
    <dgm:pt modelId="{8BE1C4BE-85E8-425A-BBF5-FBAC677ACB1D}" type="sibTrans" cxnId="{C13EE601-0168-4A0F-BB27-5225F97BD1C2}">
      <dgm:prSet/>
      <dgm:spPr/>
      <dgm:t>
        <a:bodyPr/>
        <a:lstStyle/>
        <a:p>
          <a:endParaRPr lang="uk-UA"/>
        </a:p>
      </dgm:t>
    </dgm:pt>
    <dgm:pt modelId="{76927BCE-1C74-4061-95F1-854901D8A822}">
      <dgm:prSet/>
      <dgm:spPr/>
      <dgm:t>
        <a:bodyPr/>
        <a:lstStyle/>
        <a:p>
          <a:r>
            <a:rPr lang="uk-UA" b="0" i="0"/>
            <a:t>Реабілітація Й. Сталіна та відновлення його політичного курсу, повернення до політики терору.</a:t>
          </a:r>
          <a:endParaRPr lang="uk-UA"/>
        </a:p>
      </dgm:t>
    </dgm:pt>
    <dgm:pt modelId="{E0D736B2-2E2A-41FA-AD35-8F8490CD6AE1}" type="parTrans" cxnId="{9266DA0E-5E38-44D5-B28E-260713D05F08}">
      <dgm:prSet/>
      <dgm:spPr/>
      <dgm:t>
        <a:bodyPr/>
        <a:lstStyle/>
        <a:p>
          <a:endParaRPr lang="uk-UA"/>
        </a:p>
      </dgm:t>
    </dgm:pt>
    <dgm:pt modelId="{50A34060-7B09-4531-B8EF-3714FAC02E4D}" type="sibTrans" cxnId="{9266DA0E-5E38-44D5-B28E-260713D05F08}">
      <dgm:prSet/>
      <dgm:spPr/>
      <dgm:t>
        <a:bodyPr/>
        <a:lstStyle/>
        <a:p>
          <a:endParaRPr lang="uk-UA"/>
        </a:p>
      </dgm:t>
    </dgm:pt>
    <dgm:pt modelId="{A6D6A3D6-9915-4EDD-8C2C-95BDB9307E34}">
      <dgm:prSet/>
      <dgm:spPr/>
      <dgm:t>
        <a:bodyPr/>
        <a:lstStyle/>
        <a:p>
          <a:r>
            <a:rPr lang="uk-UA" b="0" i="0"/>
            <a:t>Теорія і практика, в основу яких покладено тезу про пріоритетність загальнолюдських цінностей над цінностями окремої нації.</a:t>
          </a:r>
          <a:endParaRPr lang="uk-UA"/>
        </a:p>
      </dgm:t>
    </dgm:pt>
    <dgm:pt modelId="{3B736FCF-BBCE-4CFD-924B-A64ADF2A4345}" type="parTrans" cxnId="{3561E6EA-F8E5-4351-8C9E-88A0310F0451}">
      <dgm:prSet/>
      <dgm:spPr/>
      <dgm:t>
        <a:bodyPr/>
        <a:lstStyle/>
        <a:p>
          <a:endParaRPr lang="uk-UA"/>
        </a:p>
      </dgm:t>
    </dgm:pt>
    <dgm:pt modelId="{6522CD09-1A84-448D-9853-CC8A3D13FCC3}" type="sibTrans" cxnId="{3561E6EA-F8E5-4351-8C9E-88A0310F0451}">
      <dgm:prSet/>
      <dgm:spPr/>
      <dgm:t>
        <a:bodyPr/>
        <a:lstStyle/>
        <a:p>
          <a:endParaRPr lang="uk-UA"/>
        </a:p>
      </dgm:t>
    </dgm:pt>
    <dgm:pt modelId="{75AE3D3C-285C-45E5-A435-933BB223C76D}">
      <dgm:prSet/>
      <dgm:spPr/>
      <dgm:t>
        <a:bodyPr/>
        <a:lstStyle/>
        <a:p>
          <a:r>
            <a:rPr lang="uk-UA" b="0" i="0"/>
            <a:t>Насильницьке насаджування на певній території норм економічного, суспільно-політичного, культурного життя, утверджених у СРСР.</a:t>
          </a:r>
          <a:endParaRPr lang="uk-UA"/>
        </a:p>
      </dgm:t>
    </dgm:pt>
    <dgm:pt modelId="{43F38AEA-719E-4D89-A544-65A7E4BD4EA2}" type="parTrans" cxnId="{97450966-0729-4B0B-B41B-B851BD16A0DA}">
      <dgm:prSet/>
      <dgm:spPr/>
      <dgm:t>
        <a:bodyPr/>
        <a:lstStyle/>
        <a:p>
          <a:endParaRPr lang="uk-UA"/>
        </a:p>
      </dgm:t>
    </dgm:pt>
    <dgm:pt modelId="{4A153C1C-5CDD-4CA8-8A18-C65EF0495408}" type="sibTrans" cxnId="{97450966-0729-4B0B-B41B-B851BD16A0DA}">
      <dgm:prSet/>
      <dgm:spPr/>
      <dgm:t>
        <a:bodyPr/>
        <a:lstStyle/>
        <a:p>
          <a:endParaRPr lang="uk-UA"/>
        </a:p>
      </dgm:t>
    </dgm:pt>
    <dgm:pt modelId="{1C967A10-9285-4B2E-8DE2-E6A150CD0713}" type="pres">
      <dgm:prSet presAssocID="{E8D59E54-517C-4903-A694-56D629811E08}" presName="vert0" presStyleCnt="0">
        <dgm:presLayoutVars>
          <dgm:dir/>
          <dgm:animOne val="branch"/>
          <dgm:animLvl val="lvl"/>
        </dgm:presLayoutVars>
      </dgm:prSet>
      <dgm:spPr/>
    </dgm:pt>
    <dgm:pt modelId="{A32685A5-6788-4233-A86E-7E55D3D126BD}" type="pres">
      <dgm:prSet presAssocID="{CF8E9D5D-F4E5-44E0-9A0F-E11E7A8E8CC5}" presName="thickLine" presStyleLbl="alignNode1" presStyleIdx="0" presStyleCnt="5"/>
      <dgm:spPr/>
    </dgm:pt>
    <dgm:pt modelId="{58F53D7B-FACA-43CE-9A42-53F83ECCA367}" type="pres">
      <dgm:prSet presAssocID="{CF8E9D5D-F4E5-44E0-9A0F-E11E7A8E8CC5}" presName="horz1" presStyleCnt="0"/>
      <dgm:spPr/>
    </dgm:pt>
    <dgm:pt modelId="{7BEFAD73-3C30-43C7-A473-B30CDC403E4A}" type="pres">
      <dgm:prSet presAssocID="{CF8E9D5D-F4E5-44E0-9A0F-E11E7A8E8CC5}" presName="tx1" presStyleLbl="revTx" presStyleIdx="0" presStyleCnt="5"/>
      <dgm:spPr/>
    </dgm:pt>
    <dgm:pt modelId="{0A3D475F-9592-42D2-918E-4AD269E091B7}" type="pres">
      <dgm:prSet presAssocID="{CF8E9D5D-F4E5-44E0-9A0F-E11E7A8E8CC5}" presName="vert1" presStyleCnt="0"/>
      <dgm:spPr/>
    </dgm:pt>
    <dgm:pt modelId="{279A51BD-C928-437E-8A5B-70B53C89EE28}" type="pres">
      <dgm:prSet presAssocID="{A5E1256E-D887-4A52-9052-82437B0388C9}" presName="thickLine" presStyleLbl="alignNode1" presStyleIdx="1" presStyleCnt="5"/>
      <dgm:spPr/>
    </dgm:pt>
    <dgm:pt modelId="{19691668-8ED9-4C52-91B7-94ABB9EF47BD}" type="pres">
      <dgm:prSet presAssocID="{A5E1256E-D887-4A52-9052-82437B0388C9}" presName="horz1" presStyleCnt="0"/>
      <dgm:spPr/>
    </dgm:pt>
    <dgm:pt modelId="{B4A88AF2-BB56-45C6-800B-EAB486B40916}" type="pres">
      <dgm:prSet presAssocID="{A5E1256E-D887-4A52-9052-82437B0388C9}" presName="tx1" presStyleLbl="revTx" presStyleIdx="1" presStyleCnt="5"/>
      <dgm:spPr/>
    </dgm:pt>
    <dgm:pt modelId="{AFE5B400-C336-4B0A-944D-CC82650CA637}" type="pres">
      <dgm:prSet presAssocID="{A5E1256E-D887-4A52-9052-82437B0388C9}" presName="vert1" presStyleCnt="0"/>
      <dgm:spPr/>
    </dgm:pt>
    <dgm:pt modelId="{BD03CDFA-BA70-4423-9718-B8B404F2AF37}" type="pres">
      <dgm:prSet presAssocID="{76927BCE-1C74-4061-95F1-854901D8A822}" presName="thickLine" presStyleLbl="alignNode1" presStyleIdx="2" presStyleCnt="5"/>
      <dgm:spPr/>
    </dgm:pt>
    <dgm:pt modelId="{1D30A7F3-55ED-4423-AA07-3F7DA7941EB7}" type="pres">
      <dgm:prSet presAssocID="{76927BCE-1C74-4061-95F1-854901D8A822}" presName="horz1" presStyleCnt="0"/>
      <dgm:spPr/>
    </dgm:pt>
    <dgm:pt modelId="{7E56B20D-EE8B-4002-BC41-80E1F843249B}" type="pres">
      <dgm:prSet presAssocID="{76927BCE-1C74-4061-95F1-854901D8A822}" presName="tx1" presStyleLbl="revTx" presStyleIdx="2" presStyleCnt="5"/>
      <dgm:spPr/>
    </dgm:pt>
    <dgm:pt modelId="{B0A9BC4D-3AED-447B-B3B4-4D8AB2B228E3}" type="pres">
      <dgm:prSet presAssocID="{76927BCE-1C74-4061-95F1-854901D8A822}" presName="vert1" presStyleCnt="0"/>
      <dgm:spPr/>
    </dgm:pt>
    <dgm:pt modelId="{1082D4F6-3B97-4299-A080-8366C47B2BAB}" type="pres">
      <dgm:prSet presAssocID="{A6D6A3D6-9915-4EDD-8C2C-95BDB9307E34}" presName="thickLine" presStyleLbl="alignNode1" presStyleIdx="3" presStyleCnt="5"/>
      <dgm:spPr/>
    </dgm:pt>
    <dgm:pt modelId="{56A1D578-7FB3-42F0-BFFC-B11304820756}" type="pres">
      <dgm:prSet presAssocID="{A6D6A3D6-9915-4EDD-8C2C-95BDB9307E34}" presName="horz1" presStyleCnt="0"/>
      <dgm:spPr/>
    </dgm:pt>
    <dgm:pt modelId="{EDB58C91-332E-4F0C-9800-EAC67D425B5C}" type="pres">
      <dgm:prSet presAssocID="{A6D6A3D6-9915-4EDD-8C2C-95BDB9307E34}" presName="tx1" presStyleLbl="revTx" presStyleIdx="3" presStyleCnt="5"/>
      <dgm:spPr/>
    </dgm:pt>
    <dgm:pt modelId="{116FAE2C-CD17-4750-B359-3341EC4EB1E6}" type="pres">
      <dgm:prSet presAssocID="{A6D6A3D6-9915-4EDD-8C2C-95BDB9307E34}" presName="vert1" presStyleCnt="0"/>
      <dgm:spPr/>
    </dgm:pt>
    <dgm:pt modelId="{CA508862-41BE-4CD9-9546-BBBC6370470A}" type="pres">
      <dgm:prSet presAssocID="{75AE3D3C-285C-45E5-A435-933BB223C76D}" presName="thickLine" presStyleLbl="alignNode1" presStyleIdx="4" presStyleCnt="5"/>
      <dgm:spPr/>
    </dgm:pt>
    <dgm:pt modelId="{1124DB35-9492-45B6-98E4-A4DB8AB82F88}" type="pres">
      <dgm:prSet presAssocID="{75AE3D3C-285C-45E5-A435-933BB223C76D}" presName="horz1" presStyleCnt="0"/>
      <dgm:spPr/>
    </dgm:pt>
    <dgm:pt modelId="{9074878A-8360-4A84-AB8B-624BF6B632E5}" type="pres">
      <dgm:prSet presAssocID="{75AE3D3C-285C-45E5-A435-933BB223C76D}" presName="tx1" presStyleLbl="revTx" presStyleIdx="4" presStyleCnt="5"/>
      <dgm:spPr/>
    </dgm:pt>
    <dgm:pt modelId="{E6C1F2A4-5690-4DC8-8214-A32EE26C79E8}" type="pres">
      <dgm:prSet presAssocID="{75AE3D3C-285C-45E5-A435-933BB223C76D}" presName="vert1" presStyleCnt="0"/>
      <dgm:spPr/>
    </dgm:pt>
  </dgm:ptLst>
  <dgm:cxnLst>
    <dgm:cxn modelId="{C13EE601-0168-4A0F-BB27-5225F97BD1C2}" srcId="{E8D59E54-517C-4903-A694-56D629811E08}" destId="{A5E1256E-D887-4A52-9052-82437B0388C9}" srcOrd="1" destOrd="0" parTransId="{FCD9EBDF-A3F1-4E20-968C-E4F14BB3B3AD}" sibTransId="{8BE1C4BE-85E8-425A-BBF5-FBAC677ACB1D}"/>
    <dgm:cxn modelId="{CC212205-C50E-4B93-8BD3-CC6A10BDCF4D}" type="presOf" srcId="{A6D6A3D6-9915-4EDD-8C2C-95BDB9307E34}" destId="{EDB58C91-332E-4F0C-9800-EAC67D425B5C}" srcOrd="0" destOrd="0" presId="urn:microsoft.com/office/officeart/2008/layout/LinedList"/>
    <dgm:cxn modelId="{9266DA0E-5E38-44D5-B28E-260713D05F08}" srcId="{E8D59E54-517C-4903-A694-56D629811E08}" destId="{76927BCE-1C74-4061-95F1-854901D8A822}" srcOrd="2" destOrd="0" parTransId="{E0D736B2-2E2A-41FA-AD35-8F8490CD6AE1}" sibTransId="{50A34060-7B09-4531-B8EF-3714FAC02E4D}"/>
    <dgm:cxn modelId="{97450966-0729-4B0B-B41B-B851BD16A0DA}" srcId="{E8D59E54-517C-4903-A694-56D629811E08}" destId="{75AE3D3C-285C-45E5-A435-933BB223C76D}" srcOrd="4" destOrd="0" parTransId="{43F38AEA-719E-4D89-A544-65A7E4BD4EA2}" sibTransId="{4A153C1C-5CDD-4CA8-8A18-C65EF0495408}"/>
    <dgm:cxn modelId="{E5D54C57-981A-4F25-A5B0-C96682EC6780}" type="presOf" srcId="{75AE3D3C-285C-45E5-A435-933BB223C76D}" destId="{9074878A-8360-4A84-AB8B-624BF6B632E5}" srcOrd="0" destOrd="0" presId="urn:microsoft.com/office/officeart/2008/layout/LinedList"/>
    <dgm:cxn modelId="{9B78BF8C-AB55-42C7-A7EA-0D79262FF23F}" type="presOf" srcId="{A5E1256E-D887-4A52-9052-82437B0388C9}" destId="{B4A88AF2-BB56-45C6-800B-EAB486B40916}" srcOrd="0" destOrd="0" presId="urn:microsoft.com/office/officeart/2008/layout/LinedList"/>
    <dgm:cxn modelId="{262C73B1-96F1-4A2C-AC26-C4E0FAE0AABF}" srcId="{E8D59E54-517C-4903-A694-56D629811E08}" destId="{CF8E9D5D-F4E5-44E0-9A0F-E11E7A8E8CC5}" srcOrd="0" destOrd="0" parTransId="{6C3DE048-62D1-4C92-9EC1-CF81C5103B20}" sibTransId="{F9F1D50C-1B1E-4204-839C-4D402A3A665C}"/>
    <dgm:cxn modelId="{FC1ECAB3-F701-487A-A420-DEBEEEA4BA17}" type="presOf" srcId="{CF8E9D5D-F4E5-44E0-9A0F-E11E7A8E8CC5}" destId="{7BEFAD73-3C30-43C7-A473-B30CDC403E4A}" srcOrd="0" destOrd="0" presId="urn:microsoft.com/office/officeart/2008/layout/LinedList"/>
    <dgm:cxn modelId="{2F1EDEC3-4F97-40F9-A052-386BB7D62344}" type="presOf" srcId="{76927BCE-1C74-4061-95F1-854901D8A822}" destId="{7E56B20D-EE8B-4002-BC41-80E1F843249B}" srcOrd="0" destOrd="0" presId="urn:microsoft.com/office/officeart/2008/layout/LinedList"/>
    <dgm:cxn modelId="{B4DAD8D1-8FEB-4ED5-BA79-96901F179F45}" type="presOf" srcId="{E8D59E54-517C-4903-A694-56D629811E08}" destId="{1C967A10-9285-4B2E-8DE2-E6A150CD0713}" srcOrd="0" destOrd="0" presId="urn:microsoft.com/office/officeart/2008/layout/LinedList"/>
    <dgm:cxn modelId="{3561E6EA-F8E5-4351-8C9E-88A0310F0451}" srcId="{E8D59E54-517C-4903-A694-56D629811E08}" destId="{A6D6A3D6-9915-4EDD-8C2C-95BDB9307E34}" srcOrd="3" destOrd="0" parTransId="{3B736FCF-BBCE-4CFD-924B-A64ADF2A4345}" sibTransId="{6522CD09-1A84-448D-9853-CC8A3D13FCC3}"/>
    <dgm:cxn modelId="{4CBD817B-FD3D-42CD-9FD6-202DAF540CCA}" type="presParOf" srcId="{1C967A10-9285-4B2E-8DE2-E6A150CD0713}" destId="{A32685A5-6788-4233-A86E-7E55D3D126BD}" srcOrd="0" destOrd="0" presId="urn:microsoft.com/office/officeart/2008/layout/LinedList"/>
    <dgm:cxn modelId="{ACCE773C-80A0-4F7B-8E02-879994D82568}" type="presParOf" srcId="{1C967A10-9285-4B2E-8DE2-E6A150CD0713}" destId="{58F53D7B-FACA-43CE-9A42-53F83ECCA367}" srcOrd="1" destOrd="0" presId="urn:microsoft.com/office/officeart/2008/layout/LinedList"/>
    <dgm:cxn modelId="{FE0D584F-E3A4-42F7-8C5C-E2401768D31D}" type="presParOf" srcId="{58F53D7B-FACA-43CE-9A42-53F83ECCA367}" destId="{7BEFAD73-3C30-43C7-A473-B30CDC403E4A}" srcOrd="0" destOrd="0" presId="urn:microsoft.com/office/officeart/2008/layout/LinedList"/>
    <dgm:cxn modelId="{0A7002E5-2B51-4E22-8B46-5019F248BEA4}" type="presParOf" srcId="{58F53D7B-FACA-43CE-9A42-53F83ECCA367}" destId="{0A3D475F-9592-42D2-918E-4AD269E091B7}" srcOrd="1" destOrd="0" presId="urn:microsoft.com/office/officeart/2008/layout/LinedList"/>
    <dgm:cxn modelId="{209B73DC-3C8F-4B51-B6A7-D09F8F763264}" type="presParOf" srcId="{1C967A10-9285-4B2E-8DE2-E6A150CD0713}" destId="{279A51BD-C928-437E-8A5B-70B53C89EE28}" srcOrd="2" destOrd="0" presId="urn:microsoft.com/office/officeart/2008/layout/LinedList"/>
    <dgm:cxn modelId="{8192A358-69EA-47A9-BD26-E35EC42CAA63}" type="presParOf" srcId="{1C967A10-9285-4B2E-8DE2-E6A150CD0713}" destId="{19691668-8ED9-4C52-91B7-94ABB9EF47BD}" srcOrd="3" destOrd="0" presId="urn:microsoft.com/office/officeart/2008/layout/LinedList"/>
    <dgm:cxn modelId="{28F53286-25DC-4FE7-9FF5-31B943077443}" type="presParOf" srcId="{19691668-8ED9-4C52-91B7-94ABB9EF47BD}" destId="{B4A88AF2-BB56-45C6-800B-EAB486B40916}" srcOrd="0" destOrd="0" presId="urn:microsoft.com/office/officeart/2008/layout/LinedList"/>
    <dgm:cxn modelId="{86664C10-B1DA-4ED4-8337-D6552D3DB6FD}" type="presParOf" srcId="{19691668-8ED9-4C52-91B7-94ABB9EF47BD}" destId="{AFE5B400-C336-4B0A-944D-CC82650CA637}" srcOrd="1" destOrd="0" presId="urn:microsoft.com/office/officeart/2008/layout/LinedList"/>
    <dgm:cxn modelId="{C46921A3-E181-422F-89C1-2BD5742111C3}" type="presParOf" srcId="{1C967A10-9285-4B2E-8DE2-E6A150CD0713}" destId="{BD03CDFA-BA70-4423-9718-B8B404F2AF37}" srcOrd="4" destOrd="0" presId="urn:microsoft.com/office/officeart/2008/layout/LinedList"/>
    <dgm:cxn modelId="{FB584C77-975E-40E9-9D81-705C18A5BDE9}" type="presParOf" srcId="{1C967A10-9285-4B2E-8DE2-E6A150CD0713}" destId="{1D30A7F3-55ED-4423-AA07-3F7DA7941EB7}" srcOrd="5" destOrd="0" presId="urn:microsoft.com/office/officeart/2008/layout/LinedList"/>
    <dgm:cxn modelId="{FFD55CDD-4669-4B4E-821F-85D95BAF1B97}" type="presParOf" srcId="{1D30A7F3-55ED-4423-AA07-3F7DA7941EB7}" destId="{7E56B20D-EE8B-4002-BC41-80E1F843249B}" srcOrd="0" destOrd="0" presId="urn:microsoft.com/office/officeart/2008/layout/LinedList"/>
    <dgm:cxn modelId="{44D7C314-19B2-47A9-B592-F8721D8BF6B1}" type="presParOf" srcId="{1D30A7F3-55ED-4423-AA07-3F7DA7941EB7}" destId="{B0A9BC4D-3AED-447B-B3B4-4D8AB2B228E3}" srcOrd="1" destOrd="0" presId="urn:microsoft.com/office/officeart/2008/layout/LinedList"/>
    <dgm:cxn modelId="{2B6BF816-06F5-47A2-B3A5-CC10233705B8}" type="presParOf" srcId="{1C967A10-9285-4B2E-8DE2-E6A150CD0713}" destId="{1082D4F6-3B97-4299-A080-8366C47B2BAB}" srcOrd="6" destOrd="0" presId="urn:microsoft.com/office/officeart/2008/layout/LinedList"/>
    <dgm:cxn modelId="{B081AC02-8056-4A4D-8BB3-3995FF9ECBA6}" type="presParOf" srcId="{1C967A10-9285-4B2E-8DE2-E6A150CD0713}" destId="{56A1D578-7FB3-42F0-BFFC-B11304820756}" srcOrd="7" destOrd="0" presId="urn:microsoft.com/office/officeart/2008/layout/LinedList"/>
    <dgm:cxn modelId="{2FD14C8C-FCC6-4440-81B3-A9C9035B3CD8}" type="presParOf" srcId="{56A1D578-7FB3-42F0-BFFC-B11304820756}" destId="{EDB58C91-332E-4F0C-9800-EAC67D425B5C}" srcOrd="0" destOrd="0" presId="urn:microsoft.com/office/officeart/2008/layout/LinedList"/>
    <dgm:cxn modelId="{A49C7130-05DF-440C-B485-F63175F5AFE9}" type="presParOf" srcId="{56A1D578-7FB3-42F0-BFFC-B11304820756}" destId="{116FAE2C-CD17-4750-B359-3341EC4EB1E6}" srcOrd="1" destOrd="0" presId="urn:microsoft.com/office/officeart/2008/layout/LinedList"/>
    <dgm:cxn modelId="{6F28F4B7-06A3-4DB7-B9DA-A02D84C31E5C}" type="presParOf" srcId="{1C967A10-9285-4B2E-8DE2-E6A150CD0713}" destId="{CA508862-41BE-4CD9-9546-BBBC6370470A}" srcOrd="8" destOrd="0" presId="urn:microsoft.com/office/officeart/2008/layout/LinedList"/>
    <dgm:cxn modelId="{1AFE21AB-E6D0-4AB4-8DAA-7BEC01B569C5}" type="presParOf" srcId="{1C967A10-9285-4B2E-8DE2-E6A150CD0713}" destId="{1124DB35-9492-45B6-98E4-A4DB8AB82F88}" srcOrd="9" destOrd="0" presId="urn:microsoft.com/office/officeart/2008/layout/LinedList"/>
    <dgm:cxn modelId="{C01A58F6-12B2-4A16-ACD1-292BD9698640}" type="presParOf" srcId="{1124DB35-9492-45B6-98E4-A4DB8AB82F88}" destId="{9074878A-8360-4A84-AB8B-624BF6B632E5}" srcOrd="0" destOrd="0" presId="urn:microsoft.com/office/officeart/2008/layout/LinedList"/>
    <dgm:cxn modelId="{A6C67E7C-60F7-4E8F-B7F3-620246C9FDAB}" type="presParOf" srcId="{1124DB35-9492-45B6-98E4-A4DB8AB82F88}" destId="{E6C1F2A4-5690-4DC8-8214-A32EE26C79E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04A89AA-9EE3-450A-9F29-A6C0FB0783B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21811DCA-53DC-40F3-AC03-E8B90A117B79}">
      <dgm:prSet/>
      <dgm:spPr/>
      <dgm:t>
        <a:bodyPr/>
        <a:lstStyle/>
        <a:p>
          <a:r>
            <a:rPr lang="ru-RU" b="0" i="0"/>
            <a:t>Плакат має сатиричний характер.</a:t>
          </a:r>
          <a:endParaRPr lang="uk-UA"/>
        </a:p>
      </dgm:t>
    </dgm:pt>
    <dgm:pt modelId="{7DE8CF00-5030-4BB2-A314-E808363EC758}" type="parTrans" cxnId="{1ADD1484-4A2B-4C8E-924D-C96B21CA17AC}">
      <dgm:prSet/>
      <dgm:spPr/>
      <dgm:t>
        <a:bodyPr/>
        <a:lstStyle/>
        <a:p>
          <a:endParaRPr lang="uk-UA"/>
        </a:p>
      </dgm:t>
    </dgm:pt>
    <dgm:pt modelId="{72794FF2-1924-420F-8D00-8ABEC600A174}" type="sibTrans" cxnId="{1ADD1484-4A2B-4C8E-924D-C96B21CA17AC}">
      <dgm:prSet/>
      <dgm:spPr/>
      <dgm:t>
        <a:bodyPr/>
        <a:lstStyle/>
        <a:p>
          <a:endParaRPr lang="uk-UA"/>
        </a:p>
      </dgm:t>
    </dgm:pt>
    <dgm:pt modelId="{7A153CC0-302F-4072-80DC-526D61E58BAA}">
      <dgm:prSet/>
      <dgm:spPr/>
      <dgm:t>
        <a:bodyPr/>
        <a:lstStyle/>
        <a:p>
          <a:r>
            <a:rPr lang="ru-RU" b="0" i="0" dirty="0"/>
            <a:t>Плакат </a:t>
          </a:r>
          <a:r>
            <a:rPr lang="ru-RU" b="0" i="0" dirty="0" err="1"/>
            <a:t>акцентує</a:t>
          </a:r>
          <a:r>
            <a:rPr lang="ru-RU" b="0" i="0" dirty="0"/>
            <a:t> </a:t>
          </a:r>
          <a:r>
            <a:rPr lang="ru-RU" b="0" i="0" dirty="0" err="1"/>
            <a:t>увагу</a:t>
          </a:r>
          <a:r>
            <a:rPr lang="ru-RU" b="0" i="0" dirty="0"/>
            <a:t> на </a:t>
          </a:r>
          <a:r>
            <a:rPr lang="ru-RU" b="0" i="0" dirty="0" err="1"/>
            <a:t>вадах</a:t>
          </a:r>
          <a:r>
            <a:rPr lang="ru-RU" b="0" i="0" dirty="0"/>
            <a:t> </a:t>
          </a:r>
          <a:r>
            <a:rPr lang="ru-RU" b="0" i="0" dirty="0" err="1"/>
            <a:t>системи</a:t>
          </a:r>
          <a:r>
            <a:rPr lang="ru-RU" b="0" i="0" dirty="0"/>
            <a:t> оплати </a:t>
          </a:r>
          <a:r>
            <a:rPr lang="ru-RU" b="0" i="0" dirty="0" err="1"/>
            <a:t>праці</a:t>
          </a:r>
          <a:r>
            <a:rPr lang="ru-RU" b="0" i="0" dirty="0"/>
            <a:t> та </a:t>
          </a:r>
          <a:r>
            <a:rPr lang="ru-RU" b="0" i="0" dirty="0" err="1"/>
            <a:t>заохочення</a:t>
          </a:r>
          <a:r>
            <a:rPr lang="ru-RU" b="0" i="0" dirty="0"/>
            <a:t> </a:t>
          </a:r>
          <a:r>
            <a:rPr lang="ru-RU" b="0" i="0" dirty="0" err="1"/>
            <a:t>працівників</a:t>
          </a:r>
          <a:r>
            <a:rPr lang="ru-RU" b="0" i="0" dirty="0"/>
            <a:t> </a:t>
          </a:r>
          <a:r>
            <a:rPr lang="ru-RU" b="0" i="0" dirty="0" err="1"/>
            <a:t>культури</a:t>
          </a:r>
          <a:r>
            <a:rPr lang="ru-RU" b="0" i="0" dirty="0"/>
            <a:t>.</a:t>
          </a:r>
          <a:endParaRPr lang="uk-UA" dirty="0"/>
        </a:p>
      </dgm:t>
    </dgm:pt>
    <dgm:pt modelId="{B8EB5A6E-4E52-47A0-B0AD-BA9B9485FD01}" type="parTrans" cxnId="{639BB532-CA83-4658-8E9B-63363173B8A1}">
      <dgm:prSet/>
      <dgm:spPr/>
      <dgm:t>
        <a:bodyPr/>
        <a:lstStyle/>
        <a:p>
          <a:endParaRPr lang="uk-UA"/>
        </a:p>
      </dgm:t>
    </dgm:pt>
    <dgm:pt modelId="{6F7A6CD0-6259-4DB9-A921-8231A1A63361}" type="sibTrans" cxnId="{639BB532-CA83-4658-8E9B-63363173B8A1}">
      <dgm:prSet/>
      <dgm:spPr/>
      <dgm:t>
        <a:bodyPr/>
        <a:lstStyle/>
        <a:p>
          <a:endParaRPr lang="uk-UA"/>
        </a:p>
      </dgm:t>
    </dgm:pt>
    <dgm:pt modelId="{04FB7024-F4FC-4F29-A44D-0929B2A28A31}">
      <dgm:prSet/>
      <dgm:spPr/>
      <dgm:t>
        <a:bodyPr/>
        <a:lstStyle/>
        <a:p>
          <a:r>
            <a:rPr lang="ru-RU" b="0" i="0" dirty="0"/>
            <a:t>Плакат </a:t>
          </a:r>
          <a:r>
            <a:rPr lang="ru-RU" b="0" i="0" dirty="0" err="1"/>
            <a:t>пропагує</a:t>
          </a:r>
          <a:r>
            <a:rPr lang="ru-RU" b="0" i="0" dirty="0"/>
            <a:t> </a:t>
          </a:r>
          <a:r>
            <a:rPr lang="ru-RU" b="0" i="0" dirty="0" err="1"/>
            <a:t>здобутки</a:t>
          </a:r>
          <a:r>
            <a:rPr lang="ru-RU" b="0" i="0" dirty="0"/>
            <a:t> та </a:t>
          </a:r>
          <a:r>
            <a:rPr lang="ru-RU" b="0" i="0" dirty="0" err="1"/>
            <a:t>переваги</a:t>
          </a:r>
          <a:r>
            <a:rPr lang="ru-RU" b="0" i="0" dirty="0"/>
            <a:t> </a:t>
          </a:r>
          <a:r>
            <a:rPr lang="ru-RU" b="0" i="0" dirty="0" err="1"/>
            <a:t>радянського</a:t>
          </a:r>
          <a:r>
            <a:rPr lang="ru-RU" b="0" i="0" dirty="0"/>
            <a:t> способу </a:t>
          </a:r>
          <a:r>
            <a:rPr lang="ru-RU" b="0" i="0" dirty="0" err="1"/>
            <a:t>життя</a:t>
          </a:r>
          <a:r>
            <a:rPr lang="ru-RU" b="0" i="0" dirty="0"/>
            <a:t>.</a:t>
          </a:r>
          <a:endParaRPr lang="uk-UA" dirty="0"/>
        </a:p>
      </dgm:t>
    </dgm:pt>
    <dgm:pt modelId="{A565D2A2-6C2B-4EE0-A5F7-9E6502CA590F}" type="parTrans" cxnId="{5E52B199-300F-4D58-9192-FD86D517562C}">
      <dgm:prSet/>
      <dgm:spPr/>
      <dgm:t>
        <a:bodyPr/>
        <a:lstStyle/>
        <a:p>
          <a:endParaRPr lang="uk-UA"/>
        </a:p>
      </dgm:t>
    </dgm:pt>
    <dgm:pt modelId="{6679A1E7-31C0-49CE-89BE-BFC12189AC09}" type="sibTrans" cxnId="{5E52B199-300F-4D58-9192-FD86D517562C}">
      <dgm:prSet/>
      <dgm:spPr/>
      <dgm:t>
        <a:bodyPr/>
        <a:lstStyle/>
        <a:p>
          <a:endParaRPr lang="uk-UA"/>
        </a:p>
      </dgm:t>
    </dgm:pt>
    <dgm:pt modelId="{5214537F-D964-4261-91EE-93AFE601461F}">
      <dgm:prSet/>
      <dgm:spPr/>
      <dgm:t>
        <a:bodyPr/>
        <a:lstStyle/>
        <a:p>
          <a:r>
            <a:rPr lang="ru-RU" b="0" i="0" dirty="0"/>
            <a:t>Плакат створено в роки «</a:t>
          </a:r>
          <a:r>
            <a:rPr lang="ru-RU" b="0" i="0" dirty="0" err="1"/>
            <a:t>перебудови</a:t>
          </a:r>
          <a:r>
            <a:rPr lang="ru-RU" b="0" i="0" dirty="0"/>
            <a:t>».</a:t>
          </a:r>
          <a:endParaRPr lang="uk-UA" dirty="0"/>
        </a:p>
      </dgm:t>
    </dgm:pt>
    <dgm:pt modelId="{D1B3AABE-CB4D-4147-8FC6-A96DB0C258A0}" type="parTrans" cxnId="{ADBCD689-B7B3-4C2B-947F-D7DFBF82897A}">
      <dgm:prSet/>
      <dgm:spPr/>
      <dgm:t>
        <a:bodyPr/>
        <a:lstStyle/>
        <a:p>
          <a:endParaRPr lang="uk-UA"/>
        </a:p>
      </dgm:t>
    </dgm:pt>
    <dgm:pt modelId="{46D46972-D4BE-432B-B419-8F0D6FBDAE08}" type="sibTrans" cxnId="{ADBCD689-B7B3-4C2B-947F-D7DFBF82897A}">
      <dgm:prSet/>
      <dgm:spPr/>
      <dgm:t>
        <a:bodyPr/>
        <a:lstStyle/>
        <a:p>
          <a:endParaRPr lang="uk-UA"/>
        </a:p>
      </dgm:t>
    </dgm:pt>
    <dgm:pt modelId="{2876AF61-C439-49C8-9CD3-EFE17125CA88}">
      <dgm:prSet/>
      <dgm:spPr/>
      <dgm:t>
        <a:bodyPr/>
        <a:lstStyle/>
        <a:p>
          <a:r>
            <a:rPr lang="ru-RU" b="0" i="0" dirty="0"/>
            <a:t>На </a:t>
          </a:r>
          <a:r>
            <a:rPr lang="ru-RU" b="0" i="0" dirty="0" err="1"/>
            <a:t>плакаті</a:t>
          </a:r>
          <a:r>
            <a:rPr lang="ru-RU" b="0" i="0" dirty="0"/>
            <a:t> </a:t>
          </a:r>
          <a:r>
            <a:rPr lang="ru-RU" b="0" i="0" dirty="0" err="1"/>
            <a:t>художніми</a:t>
          </a:r>
          <a:r>
            <a:rPr lang="ru-RU" b="0" i="0" dirty="0"/>
            <a:t> </a:t>
          </a:r>
          <a:r>
            <a:rPr lang="ru-RU" b="0" i="0" dirty="0" err="1"/>
            <a:t>засобами</a:t>
          </a:r>
          <a:r>
            <a:rPr lang="ru-RU" b="0" i="0" dirty="0"/>
            <a:t> </a:t>
          </a:r>
          <a:r>
            <a:rPr lang="ru-RU" b="0" i="0" dirty="0" err="1"/>
            <a:t>відображено</a:t>
          </a:r>
          <a:r>
            <a:rPr lang="ru-RU" b="0" i="0" dirty="0"/>
            <a:t> </a:t>
          </a:r>
          <a:r>
            <a:rPr lang="ru-RU" b="0" i="0" dirty="0" err="1"/>
            <a:t>дефіцит</a:t>
          </a:r>
          <a:r>
            <a:rPr lang="ru-RU" b="0" i="0" dirty="0"/>
            <a:t> </a:t>
          </a:r>
          <a:r>
            <a:rPr lang="ru-RU" b="0" i="0" dirty="0" err="1"/>
            <a:t>товарів</a:t>
          </a:r>
          <a:r>
            <a:rPr lang="ru-RU" b="0" i="0" dirty="0"/>
            <a:t> широкого </a:t>
          </a:r>
          <a:r>
            <a:rPr lang="ru-RU" b="0" i="0" dirty="0" err="1"/>
            <a:t>вжитку</a:t>
          </a:r>
          <a:r>
            <a:rPr lang="ru-RU" b="0" i="0" dirty="0"/>
            <a:t>.</a:t>
          </a:r>
          <a:endParaRPr lang="uk-UA" dirty="0"/>
        </a:p>
      </dgm:t>
    </dgm:pt>
    <dgm:pt modelId="{1A38DFB1-E353-4908-A100-79D39139D51D}" type="parTrans" cxnId="{2FB9C2E6-738B-4D6A-8846-33229BF704F3}">
      <dgm:prSet/>
      <dgm:spPr/>
      <dgm:t>
        <a:bodyPr/>
        <a:lstStyle/>
        <a:p>
          <a:endParaRPr lang="uk-UA"/>
        </a:p>
      </dgm:t>
    </dgm:pt>
    <dgm:pt modelId="{C965A3C5-25DE-4181-B527-F080C73050CC}" type="sibTrans" cxnId="{2FB9C2E6-738B-4D6A-8846-33229BF704F3}">
      <dgm:prSet/>
      <dgm:spPr/>
      <dgm:t>
        <a:bodyPr/>
        <a:lstStyle/>
        <a:p>
          <a:endParaRPr lang="uk-UA"/>
        </a:p>
      </dgm:t>
    </dgm:pt>
    <dgm:pt modelId="{155C3D72-1ADD-43E6-A83B-B82EEDB2047F}">
      <dgm:prSet/>
      <dgm:spPr/>
      <dgm:t>
        <a:bodyPr/>
        <a:lstStyle/>
        <a:p>
          <a:r>
            <a:rPr lang="ru-RU" b="0" i="0" dirty="0"/>
            <a:t>Плакат </a:t>
          </a:r>
          <a:r>
            <a:rPr lang="ru-RU" b="0" i="0" dirty="0" err="1"/>
            <a:t>присвячено</a:t>
          </a:r>
          <a:r>
            <a:rPr lang="ru-RU" b="0" i="0" dirty="0"/>
            <a:t> </a:t>
          </a:r>
          <a:r>
            <a:rPr lang="ru-RU" b="0" i="0" dirty="0" err="1"/>
            <a:t>здобуткам</a:t>
          </a:r>
          <a:r>
            <a:rPr lang="ru-RU" b="0" i="0" dirty="0"/>
            <a:t> у </a:t>
          </a:r>
          <a:r>
            <a:rPr lang="ru-RU" b="0" i="0" dirty="0" err="1"/>
            <a:t>мистецькому</a:t>
          </a:r>
          <a:r>
            <a:rPr lang="ru-RU" b="0" i="0" dirty="0"/>
            <a:t> </a:t>
          </a:r>
          <a:r>
            <a:rPr lang="ru-RU" b="0" i="0" dirty="0" err="1"/>
            <a:t>житті</a:t>
          </a:r>
          <a:r>
            <a:rPr lang="ru-RU" b="0" i="0" dirty="0"/>
            <a:t>.</a:t>
          </a:r>
          <a:endParaRPr lang="uk-UA" dirty="0"/>
        </a:p>
      </dgm:t>
    </dgm:pt>
    <dgm:pt modelId="{C279C54C-C776-4DD4-A3A5-73463FA6627F}" type="parTrans" cxnId="{806668BD-F0E8-4E71-8D8F-D944B3497B21}">
      <dgm:prSet/>
      <dgm:spPr/>
      <dgm:t>
        <a:bodyPr/>
        <a:lstStyle/>
        <a:p>
          <a:endParaRPr lang="uk-UA"/>
        </a:p>
      </dgm:t>
    </dgm:pt>
    <dgm:pt modelId="{99166236-DD15-4973-99DA-F08D10CA3620}" type="sibTrans" cxnId="{806668BD-F0E8-4E71-8D8F-D944B3497B21}">
      <dgm:prSet/>
      <dgm:spPr/>
      <dgm:t>
        <a:bodyPr/>
        <a:lstStyle/>
        <a:p>
          <a:endParaRPr lang="uk-UA"/>
        </a:p>
      </dgm:t>
    </dgm:pt>
    <dgm:pt modelId="{57E87A18-D437-480D-BF3C-79EF380B6CA1}">
      <dgm:prSet/>
      <dgm:spPr/>
      <dgm:t>
        <a:bodyPr/>
        <a:lstStyle/>
        <a:p>
          <a:r>
            <a:rPr lang="ru-RU" b="0" i="0" dirty="0"/>
            <a:t>Плакат </a:t>
          </a:r>
          <a:r>
            <a:rPr lang="ru-RU" b="0" i="0" dirty="0" err="1"/>
            <a:t>стимулює</a:t>
          </a:r>
          <a:r>
            <a:rPr lang="ru-RU" b="0" i="0" dirty="0"/>
            <a:t> </a:t>
          </a:r>
          <a:r>
            <a:rPr lang="ru-RU" b="0" i="0" dirty="0" err="1"/>
            <a:t>почуття</a:t>
          </a:r>
          <a:r>
            <a:rPr lang="ru-RU" b="0" i="0" dirty="0"/>
            <a:t> </a:t>
          </a:r>
          <a:r>
            <a:rPr lang="ru-RU" b="0" i="0" dirty="0" err="1"/>
            <a:t>патріотизму</a:t>
          </a:r>
          <a:r>
            <a:rPr lang="ru-RU" b="0" i="0" dirty="0"/>
            <a:t>, </a:t>
          </a:r>
          <a:r>
            <a:rPr lang="ru-RU" b="0" i="0" dirty="0" err="1"/>
            <a:t>гордості</a:t>
          </a:r>
          <a:r>
            <a:rPr lang="ru-RU" b="0" i="0" dirty="0"/>
            <a:t> за </a:t>
          </a:r>
          <a:r>
            <a:rPr lang="ru-RU" b="0" i="0" dirty="0" err="1"/>
            <a:t>країну</a:t>
          </a:r>
          <a:r>
            <a:rPr lang="ru-RU" b="0" i="0" dirty="0"/>
            <a:t>.</a:t>
          </a:r>
          <a:endParaRPr lang="uk-UA" dirty="0"/>
        </a:p>
      </dgm:t>
    </dgm:pt>
    <dgm:pt modelId="{38A8B8F9-7E1D-4F39-A8FD-976BB9B50FA4}" type="parTrans" cxnId="{2A58FA15-1061-4DDD-AA25-C037B58DC295}">
      <dgm:prSet/>
      <dgm:spPr/>
      <dgm:t>
        <a:bodyPr/>
        <a:lstStyle/>
        <a:p>
          <a:endParaRPr lang="uk-UA"/>
        </a:p>
      </dgm:t>
    </dgm:pt>
    <dgm:pt modelId="{532F77A1-DADA-49DF-BA50-FB4F2358A150}" type="sibTrans" cxnId="{2A58FA15-1061-4DDD-AA25-C037B58DC295}">
      <dgm:prSet/>
      <dgm:spPr/>
      <dgm:t>
        <a:bodyPr/>
        <a:lstStyle/>
        <a:p>
          <a:endParaRPr lang="uk-UA"/>
        </a:p>
      </dgm:t>
    </dgm:pt>
    <dgm:pt modelId="{59CBBEEB-93DC-4F15-A0E3-084F9689D1DE}" type="pres">
      <dgm:prSet presAssocID="{804A89AA-9EE3-450A-9F29-A6C0FB0783B8}" presName="vert0" presStyleCnt="0">
        <dgm:presLayoutVars>
          <dgm:dir/>
          <dgm:animOne val="branch"/>
          <dgm:animLvl val="lvl"/>
        </dgm:presLayoutVars>
      </dgm:prSet>
      <dgm:spPr/>
    </dgm:pt>
    <dgm:pt modelId="{47783D90-F880-4E6F-BCDD-AA407EF2AC1B}" type="pres">
      <dgm:prSet presAssocID="{21811DCA-53DC-40F3-AC03-E8B90A117B79}" presName="thickLine" presStyleLbl="alignNode1" presStyleIdx="0" presStyleCnt="7"/>
      <dgm:spPr/>
    </dgm:pt>
    <dgm:pt modelId="{62CDC289-9F84-4928-8992-9DC566FC28B3}" type="pres">
      <dgm:prSet presAssocID="{21811DCA-53DC-40F3-AC03-E8B90A117B79}" presName="horz1" presStyleCnt="0"/>
      <dgm:spPr/>
    </dgm:pt>
    <dgm:pt modelId="{0575E6D1-A6C2-4CFD-8E1A-F11F15B5B43C}" type="pres">
      <dgm:prSet presAssocID="{21811DCA-53DC-40F3-AC03-E8B90A117B79}" presName="tx1" presStyleLbl="revTx" presStyleIdx="0" presStyleCnt="7"/>
      <dgm:spPr/>
    </dgm:pt>
    <dgm:pt modelId="{340EBC90-30E5-4316-980F-F61A3A3B6790}" type="pres">
      <dgm:prSet presAssocID="{21811DCA-53DC-40F3-AC03-E8B90A117B79}" presName="vert1" presStyleCnt="0"/>
      <dgm:spPr/>
    </dgm:pt>
    <dgm:pt modelId="{3D5192F5-7709-4352-AE71-8BDFCB4806B7}" type="pres">
      <dgm:prSet presAssocID="{7A153CC0-302F-4072-80DC-526D61E58BAA}" presName="thickLine" presStyleLbl="alignNode1" presStyleIdx="1" presStyleCnt="7"/>
      <dgm:spPr/>
    </dgm:pt>
    <dgm:pt modelId="{FD608E0F-4945-420A-8B0D-16BBD817770D}" type="pres">
      <dgm:prSet presAssocID="{7A153CC0-302F-4072-80DC-526D61E58BAA}" presName="horz1" presStyleCnt="0"/>
      <dgm:spPr/>
    </dgm:pt>
    <dgm:pt modelId="{C44C3D02-60D5-4113-988B-03B4D94EB982}" type="pres">
      <dgm:prSet presAssocID="{7A153CC0-302F-4072-80DC-526D61E58BAA}" presName="tx1" presStyleLbl="revTx" presStyleIdx="1" presStyleCnt="7"/>
      <dgm:spPr/>
    </dgm:pt>
    <dgm:pt modelId="{980D0C47-F28E-4229-A506-F7AE960E2C26}" type="pres">
      <dgm:prSet presAssocID="{7A153CC0-302F-4072-80DC-526D61E58BAA}" presName="vert1" presStyleCnt="0"/>
      <dgm:spPr/>
    </dgm:pt>
    <dgm:pt modelId="{35616280-E952-446C-9652-CF31D3D8D252}" type="pres">
      <dgm:prSet presAssocID="{04FB7024-F4FC-4F29-A44D-0929B2A28A31}" presName="thickLine" presStyleLbl="alignNode1" presStyleIdx="2" presStyleCnt="7"/>
      <dgm:spPr/>
    </dgm:pt>
    <dgm:pt modelId="{FB906BB3-B405-4E06-A6ED-701A475820C6}" type="pres">
      <dgm:prSet presAssocID="{04FB7024-F4FC-4F29-A44D-0929B2A28A31}" presName="horz1" presStyleCnt="0"/>
      <dgm:spPr/>
    </dgm:pt>
    <dgm:pt modelId="{C51CBBE4-43F5-495E-8913-10647EA55C48}" type="pres">
      <dgm:prSet presAssocID="{04FB7024-F4FC-4F29-A44D-0929B2A28A31}" presName="tx1" presStyleLbl="revTx" presStyleIdx="2" presStyleCnt="7"/>
      <dgm:spPr/>
    </dgm:pt>
    <dgm:pt modelId="{5F82F082-2EAB-497D-8B95-C34CA1D4EBEF}" type="pres">
      <dgm:prSet presAssocID="{04FB7024-F4FC-4F29-A44D-0929B2A28A31}" presName="vert1" presStyleCnt="0"/>
      <dgm:spPr/>
    </dgm:pt>
    <dgm:pt modelId="{DA92E335-16A6-476C-993E-8EFA7EE41967}" type="pres">
      <dgm:prSet presAssocID="{5214537F-D964-4261-91EE-93AFE601461F}" presName="thickLine" presStyleLbl="alignNode1" presStyleIdx="3" presStyleCnt="7"/>
      <dgm:spPr/>
    </dgm:pt>
    <dgm:pt modelId="{7CA4E14F-CAAB-4EDD-A059-CAFAFF30865A}" type="pres">
      <dgm:prSet presAssocID="{5214537F-D964-4261-91EE-93AFE601461F}" presName="horz1" presStyleCnt="0"/>
      <dgm:spPr/>
    </dgm:pt>
    <dgm:pt modelId="{0C01F02C-2D60-4DCF-BF3E-16826FB5DC5F}" type="pres">
      <dgm:prSet presAssocID="{5214537F-D964-4261-91EE-93AFE601461F}" presName="tx1" presStyleLbl="revTx" presStyleIdx="3" presStyleCnt="7"/>
      <dgm:spPr/>
    </dgm:pt>
    <dgm:pt modelId="{FFB758D6-AC59-4207-90CB-66DD38C55793}" type="pres">
      <dgm:prSet presAssocID="{5214537F-D964-4261-91EE-93AFE601461F}" presName="vert1" presStyleCnt="0"/>
      <dgm:spPr/>
    </dgm:pt>
    <dgm:pt modelId="{645BB3AE-D375-4067-B188-440DE2AF9D29}" type="pres">
      <dgm:prSet presAssocID="{2876AF61-C439-49C8-9CD3-EFE17125CA88}" presName="thickLine" presStyleLbl="alignNode1" presStyleIdx="4" presStyleCnt="7"/>
      <dgm:spPr/>
    </dgm:pt>
    <dgm:pt modelId="{5239FC77-BDB4-4A3B-88D7-2C9AB76C0E46}" type="pres">
      <dgm:prSet presAssocID="{2876AF61-C439-49C8-9CD3-EFE17125CA88}" presName="horz1" presStyleCnt="0"/>
      <dgm:spPr/>
    </dgm:pt>
    <dgm:pt modelId="{C1014D7D-4879-44F5-BB25-60C303931C8F}" type="pres">
      <dgm:prSet presAssocID="{2876AF61-C439-49C8-9CD3-EFE17125CA88}" presName="tx1" presStyleLbl="revTx" presStyleIdx="4" presStyleCnt="7"/>
      <dgm:spPr/>
    </dgm:pt>
    <dgm:pt modelId="{F72CAE53-4809-40F5-83F7-A3AE36288C1D}" type="pres">
      <dgm:prSet presAssocID="{2876AF61-C439-49C8-9CD3-EFE17125CA88}" presName="vert1" presStyleCnt="0"/>
      <dgm:spPr/>
    </dgm:pt>
    <dgm:pt modelId="{9F8D500B-2F6E-4517-9402-281E8C5126F7}" type="pres">
      <dgm:prSet presAssocID="{155C3D72-1ADD-43E6-A83B-B82EEDB2047F}" presName="thickLine" presStyleLbl="alignNode1" presStyleIdx="5" presStyleCnt="7"/>
      <dgm:spPr/>
    </dgm:pt>
    <dgm:pt modelId="{B17B2E01-A830-4F3C-B9C8-B0646550B0F0}" type="pres">
      <dgm:prSet presAssocID="{155C3D72-1ADD-43E6-A83B-B82EEDB2047F}" presName="horz1" presStyleCnt="0"/>
      <dgm:spPr/>
    </dgm:pt>
    <dgm:pt modelId="{71A7E91A-E942-42ED-8369-E4ADB67E7BCE}" type="pres">
      <dgm:prSet presAssocID="{155C3D72-1ADD-43E6-A83B-B82EEDB2047F}" presName="tx1" presStyleLbl="revTx" presStyleIdx="5" presStyleCnt="7"/>
      <dgm:spPr/>
    </dgm:pt>
    <dgm:pt modelId="{AAD481D8-3AEB-4B16-88FA-6287202EDCC3}" type="pres">
      <dgm:prSet presAssocID="{155C3D72-1ADD-43E6-A83B-B82EEDB2047F}" presName="vert1" presStyleCnt="0"/>
      <dgm:spPr/>
    </dgm:pt>
    <dgm:pt modelId="{7E5BC20E-AC0E-4BF2-9AD9-74FB94F6B49A}" type="pres">
      <dgm:prSet presAssocID="{57E87A18-D437-480D-BF3C-79EF380B6CA1}" presName="thickLine" presStyleLbl="alignNode1" presStyleIdx="6" presStyleCnt="7"/>
      <dgm:spPr/>
    </dgm:pt>
    <dgm:pt modelId="{19B38F8B-FC27-47F9-B69F-83414BB7952A}" type="pres">
      <dgm:prSet presAssocID="{57E87A18-D437-480D-BF3C-79EF380B6CA1}" presName="horz1" presStyleCnt="0"/>
      <dgm:spPr/>
    </dgm:pt>
    <dgm:pt modelId="{2D2166A9-91C9-4F74-891D-0F5F3BA2C785}" type="pres">
      <dgm:prSet presAssocID="{57E87A18-D437-480D-BF3C-79EF380B6CA1}" presName="tx1" presStyleLbl="revTx" presStyleIdx="6" presStyleCnt="7"/>
      <dgm:spPr/>
    </dgm:pt>
    <dgm:pt modelId="{7492EF4B-1B03-4839-ACE8-68393A11555A}" type="pres">
      <dgm:prSet presAssocID="{57E87A18-D437-480D-BF3C-79EF380B6CA1}" presName="vert1" presStyleCnt="0"/>
      <dgm:spPr/>
    </dgm:pt>
  </dgm:ptLst>
  <dgm:cxnLst>
    <dgm:cxn modelId="{2A58FA15-1061-4DDD-AA25-C037B58DC295}" srcId="{804A89AA-9EE3-450A-9F29-A6C0FB0783B8}" destId="{57E87A18-D437-480D-BF3C-79EF380B6CA1}" srcOrd="6" destOrd="0" parTransId="{38A8B8F9-7E1D-4F39-A8FD-976BB9B50FA4}" sibTransId="{532F77A1-DADA-49DF-BA50-FB4F2358A150}"/>
    <dgm:cxn modelId="{639BB532-CA83-4658-8E9B-63363173B8A1}" srcId="{804A89AA-9EE3-450A-9F29-A6C0FB0783B8}" destId="{7A153CC0-302F-4072-80DC-526D61E58BAA}" srcOrd="1" destOrd="0" parTransId="{B8EB5A6E-4E52-47A0-B0AD-BA9B9485FD01}" sibTransId="{6F7A6CD0-6259-4DB9-A921-8231A1A63361}"/>
    <dgm:cxn modelId="{A82AE241-3B7F-4B24-B917-B61BD45DCC35}" type="presOf" srcId="{804A89AA-9EE3-450A-9F29-A6C0FB0783B8}" destId="{59CBBEEB-93DC-4F15-A0E3-084F9689D1DE}" srcOrd="0" destOrd="0" presId="urn:microsoft.com/office/officeart/2008/layout/LinedList"/>
    <dgm:cxn modelId="{3F4CA04A-AB0A-4896-A8C7-82C2FD2FBED8}" type="presOf" srcId="{7A153CC0-302F-4072-80DC-526D61E58BAA}" destId="{C44C3D02-60D5-4113-988B-03B4D94EB982}" srcOrd="0" destOrd="0" presId="urn:microsoft.com/office/officeart/2008/layout/LinedList"/>
    <dgm:cxn modelId="{D25D2E51-0211-4349-8EDB-98B81D5976B3}" type="presOf" srcId="{21811DCA-53DC-40F3-AC03-E8B90A117B79}" destId="{0575E6D1-A6C2-4CFD-8E1A-F11F15B5B43C}" srcOrd="0" destOrd="0" presId="urn:microsoft.com/office/officeart/2008/layout/LinedList"/>
    <dgm:cxn modelId="{1ADD1484-4A2B-4C8E-924D-C96B21CA17AC}" srcId="{804A89AA-9EE3-450A-9F29-A6C0FB0783B8}" destId="{21811DCA-53DC-40F3-AC03-E8B90A117B79}" srcOrd="0" destOrd="0" parTransId="{7DE8CF00-5030-4BB2-A314-E808363EC758}" sibTransId="{72794FF2-1924-420F-8D00-8ABEC600A174}"/>
    <dgm:cxn modelId="{B9031987-BD53-48C2-A7BA-6A32F2ABCC0E}" type="presOf" srcId="{5214537F-D964-4261-91EE-93AFE601461F}" destId="{0C01F02C-2D60-4DCF-BF3E-16826FB5DC5F}" srcOrd="0" destOrd="0" presId="urn:microsoft.com/office/officeart/2008/layout/LinedList"/>
    <dgm:cxn modelId="{ADBCD689-B7B3-4C2B-947F-D7DFBF82897A}" srcId="{804A89AA-9EE3-450A-9F29-A6C0FB0783B8}" destId="{5214537F-D964-4261-91EE-93AFE601461F}" srcOrd="3" destOrd="0" parTransId="{D1B3AABE-CB4D-4147-8FC6-A96DB0C258A0}" sibTransId="{46D46972-D4BE-432B-B419-8F0D6FBDAE08}"/>
    <dgm:cxn modelId="{5E52B199-300F-4D58-9192-FD86D517562C}" srcId="{804A89AA-9EE3-450A-9F29-A6C0FB0783B8}" destId="{04FB7024-F4FC-4F29-A44D-0929B2A28A31}" srcOrd="2" destOrd="0" parTransId="{A565D2A2-6C2B-4EE0-A5F7-9E6502CA590F}" sibTransId="{6679A1E7-31C0-49CE-89BE-BFC12189AC09}"/>
    <dgm:cxn modelId="{2A8F7D9F-A3F5-4B30-818B-581ABA388C1F}" type="presOf" srcId="{57E87A18-D437-480D-BF3C-79EF380B6CA1}" destId="{2D2166A9-91C9-4F74-891D-0F5F3BA2C785}" srcOrd="0" destOrd="0" presId="urn:microsoft.com/office/officeart/2008/layout/LinedList"/>
    <dgm:cxn modelId="{BB8C96A0-119A-4DAC-B584-C632ACE80415}" type="presOf" srcId="{155C3D72-1ADD-43E6-A83B-B82EEDB2047F}" destId="{71A7E91A-E942-42ED-8369-E4ADB67E7BCE}" srcOrd="0" destOrd="0" presId="urn:microsoft.com/office/officeart/2008/layout/LinedList"/>
    <dgm:cxn modelId="{806668BD-F0E8-4E71-8D8F-D944B3497B21}" srcId="{804A89AA-9EE3-450A-9F29-A6C0FB0783B8}" destId="{155C3D72-1ADD-43E6-A83B-B82EEDB2047F}" srcOrd="5" destOrd="0" parTransId="{C279C54C-C776-4DD4-A3A5-73463FA6627F}" sibTransId="{99166236-DD15-4973-99DA-F08D10CA3620}"/>
    <dgm:cxn modelId="{17FB0FBE-4A24-4E9D-B030-5B2F735A0FEB}" type="presOf" srcId="{2876AF61-C439-49C8-9CD3-EFE17125CA88}" destId="{C1014D7D-4879-44F5-BB25-60C303931C8F}" srcOrd="0" destOrd="0" presId="urn:microsoft.com/office/officeart/2008/layout/LinedList"/>
    <dgm:cxn modelId="{2FB9C2E6-738B-4D6A-8846-33229BF704F3}" srcId="{804A89AA-9EE3-450A-9F29-A6C0FB0783B8}" destId="{2876AF61-C439-49C8-9CD3-EFE17125CA88}" srcOrd="4" destOrd="0" parTransId="{1A38DFB1-E353-4908-A100-79D39139D51D}" sibTransId="{C965A3C5-25DE-4181-B527-F080C73050CC}"/>
    <dgm:cxn modelId="{E51C6FEC-2119-49F9-BF83-E6CCD6619A73}" type="presOf" srcId="{04FB7024-F4FC-4F29-A44D-0929B2A28A31}" destId="{C51CBBE4-43F5-495E-8913-10647EA55C48}" srcOrd="0" destOrd="0" presId="urn:microsoft.com/office/officeart/2008/layout/LinedList"/>
    <dgm:cxn modelId="{487FCFF1-6FC7-4C84-A8B3-D6A88280D5B6}" type="presParOf" srcId="{59CBBEEB-93DC-4F15-A0E3-084F9689D1DE}" destId="{47783D90-F880-4E6F-BCDD-AA407EF2AC1B}" srcOrd="0" destOrd="0" presId="urn:microsoft.com/office/officeart/2008/layout/LinedList"/>
    <dgm:cxn modelId="{4E15D893-A1F0-4217-8EFB-871E1BB030AA}" type="presParOf" srcId="{59CBBEEB-93DC-4F15-A0E3-084F9689D1DE}" destId="{62CDC289-9F84-4928-8992-9DC566FC28B3}" srcOrd="1" destOrd="0" presId="urn:microsoft.com/office/officeart/2008/layout/LinedList"/>
    <dgm:cxn modelId="{44600F2A-6328-43FB-80D1-E331AE71FBBA}" type="presParOf" srcId="{62CDC289-9F84-4928-8992-9DC566FC28B3}" destId="{0575E6D1-A6C2-4CFD-8E1A-F11F15B5B43C}" srcOrd="0" destOrd="0" presId="urn:microsoft.com/office/officeart/2008/layout/LinedList"/>
    <dgm:cxn modelId="{636AB631-8503-4BBB-BC13-F9C3AE1C1C47}" type="presParOf" srcId="{62CDC289-9F84-4928-8992-9DC566FC28B3}" destId="{340EBC90-30E5-4316-980F-F61A3A3B6790}" srcOrd="1" destOrd="0" presId="urn:microsoft.com/office/officeart/2008/layout/LinedList"/>
    <dgm:cxn modelId="{BB6EA37B-9653-4687-AF2C-A20FE251F0AF}" type="presParOf" srcId="{59CBBEEB-93DC-4F15-A0E3-084F9689D1DE}" destId="{3D5192F5-7709-4352-AE71-8BDFCB4806B7}" srcOrd="2" destOrd="0" presId="urn:microsoft.com/office/officeart/2008/layout/LinedList"/>
    <dgm:cxn modelId="{329387C3-99B6-4FAC-AED7-03456C67A04F}" type="presParOf" srcId="{59CBBEEB-93DC-4F15-A0E3-084F9689D1DE}" destId="{FD608E0F-4945-420A-8B0D-16BBD817770D}" srcOrd="3" destOrd="0" presId="urn:microsoft.com/office/officeart/2008/layout/LinedList"/>
    <dgm:cxn modelId="{6D6B7BBB-A071-4490-9611-EADD598D1DFA}" type="presParOf" srcId="{FD608E0F-4945-420A-8B0D-16BBD817770D}" destId="{C44C3D02-60D5-4113-988B-03B4D94EB982}" srcOrd="0" destOrd="0" presId="urn:microsoft.com/office/officeart/2008/layout/LinedList"/>
    <dgm:cxn modelId="{3D92E1B3-A39A-4083-8FCA-0061C3ECEFE4}" type="presParOf" srcId="{FD608E0F-4945-420A-8B0D-16BBD817770D}" destId="{980D0C47-F28E-4229-A506-F7AE960E2C26}" srcOrd="1" destOrd="0" presId="urn:microsoft.com/office/officeart/2008/layout/LinedList"/>
    <dgm:cxn modelId="{D661C373-03C7-4065-982A-3ECA76D4B401}" type="presParOf" srcId="{59CBBEEB-93DC-4F15-A0E3-084F9689D1DE}" destId="{35616280-E952-446C-9652-CF31D3D8D252}" srcOrd="4" destOrd="0" presId="urn:microsoft.com/office/officeart/2008/layout/LinedList"/>
    <dgm:cxn modelId="{BF041188-3255-45E6-9139-C947EBA6BAF9}" type="presParOf" srcId="{59CBBEEB-93DC-4F15-A0E3-084F9689D1DE}" destId="{FB906BB3-B405-4E06-A6ED-701A475820C6}" srcOrd="5" destOrd="0" presId="urn:microsoft.com/office/officeart/2008/layout/LinedList"/>
    <dgm:cxn modelId="{39F61F67-3E4E-4FE9-AE5A-B98853684F03}" type="presParOf" srcId="{FB906BB3-B405-4E06-A6ED-701A475820C6}" destId="{C51CBBE4-43F5-495E-8913-10647EA55C48}" srcOrd="0" destOrd="0" presId="urn:microsoft.com/office/officeart/2008/layout/LinedList"/>
    <dgm:cxn modelId="{BB42FABB-9E1B-4A5C-B0B4-5605603ACE85}" type="presParOf" srcId="{FB906BB3-B405-4E06-A6ED-701A475820C6}" destId="{5F82F082-2EAB-497D-8B95-C34CA1D4EBEF}" srcOrd="1" destOrd="0" presId="urn:microsoft.com/office/officeart/2008/layout/LinedList"/>
    <dgm:cxn modelId="{2AE3AD5F-1175-47C0-8380-043D78872752}" type="presParOf" srcId="{59CBBEEB-93DC-4F15-A0E3-084F9689D1DE}" destId="{DA92E335-16A6-476C-993E-8EFA7EE41967}" srcOrd="6" destOrd="0" presId="urn:microsoft.com/office/officeart/2008/layout/LinedList"/>
    <dgm:cxn modelId="{DC823556-70D9-4F53-9C6A-42F2B5F45903}" type="presParOf" srcId="{59CBBEEB-93DC-4F15-A0E3-084F9689D1DE}" destId="{7CA4E14F-CAAB-4EDD-A059-CAFAFF30865A}" srcOrd="7" destOrd="0" presId="urn:microsoft.com/office/officeart/2008/layout/LinedList"/>
    <dgm:cxn modelId="{B78E4644-DA7D-4126-8136-A84721A2818B}" type="presParOf" srcId="{7CA4E14F-CAAB-4EDD-A059-CAFAFF30865A}" destId="{0C01F02C-2D60-4DCF-BF3E-16826FB5DC5F}" srcOrd="0" destOrd="0" presId="urn:microsoft.com/office/officeart/2008/layout/LinedList"/>
    <dgm:cxn modelId="{91C664B1-E5E8-4F67-BDC5-D4F0C3272AFA}" type="presParOf" srcId="{7CA4E14F-CAAB-4EDD-A059-CAFAFF30865A}" destId="{FFB758D6-AC59-4207-90CB-66DD38C55793}" srcOrd="1" destOrd="0" presId="urn:microsoft.com/office/officeart/2008/layout/LinedList"/>
    <dgm:cxn modelId="{FCF1972C-FB48-4429-9B08-34D5212724E1}" type="presParOf" srcId="{59CBBEEB-93DC-4F15-A0E3-084F9689D1DE}" destId="{645BB3AE-D375-4067-B188-440DE2AF9D29}" srcOrd="8" destOrd="0" presId="urn:microsoft.com/office/officeart/2008/layout/LinedList"/>
    <dgm:cxn modelId="{1BF0EFDC-BC09-4ADB-A89E-BBDFE9BCD461}" type="presParOf" srcId="{59CBBEEB-93DC-4F15-A0E3-084F9689D1DE}" destId="{5239FC77-BDB4-4A3B-88D7-2C9AB76C0E46}" srcOrd="9" destOrd="0" presId="urn:microsoft.com/office/officeart/2008/layout/LinedList"/>
    <dgm:cxn modelId="{15F2FB47-2D2A-497C-B99E-A24A8932FB82}" type="presParOf" srcId="{5239FC77-BDB4-4A3B-88D7-2C9AB76C0E46}" destId="{C1014D7D-4879-44F5-BB25-60C303931C8F}" srcOrd="0" destOrd="0" presId="urn:microsoft.com/office/officeart/2008/layout/LinedList"/>
    <dgm:cxn modelId="{E5488FC5-DDE0-4890-BAAB-8E5E5D24FD4C}" type="presParOf" srcId="{5239FC77-BDB4-4A3B-88D7-2C9AB76C0E46}" destId="{F72CAE53-4809-40F5-83F7-A3AE36288C1D}" srcOrd="1" destOrd="0" presId="urn:microsoft.com/office/officeart/2008/layout/LinedList"/>
    <dgm:cxn modelId="{D5C026E5-7504-4B21-9B33-4A6D09993D21}" type="presParOf" srcId="{59CBBEEB-93DC-4F15-A0E3-084F9689D1DE}" destId="{9F8D500B-2F6E-4517-9402-281E8C5126F7}" srcOrd="10" destOrd="0" presId="urn:microsoft.com/office/officeart/2008/layout/LinedList"/>
    <dgm:cxn modelId="{3E09A81C-FBC1-45ED-837C-8F80A543F768}" type="presParOf" srcId="{59CBBEEB-93DC-4F15-A0E3-084F9689D1DE}" destId="{B17B2E01-A830-4F3C-B9C8-B0646550B0F0}" srcOrd="11" destOrd="0" presId="urn:microsoft.com/office/officeart/2008/layout/LinedList"/>
    <dgm:cxn modelId="{C936E852-C67A-4287-9774-6E1B2FF221BB}" type="presParOf" srcId="{B17B2E01-A830-4F3C-B9C8-B0646550B0F0}" destId="{71A7E91A-E942-42ED-8369-E4ADB67E7BCE}" srcOrd="0" destOrd="0" presId="urn:microsoft.com/office/officeart/2008/layout/LinedList"/>
    <dgm:cxn modelId="{6A6EB11A-B03B-46C3-9C42-5B8F812EBF18}" type="presParOf" srcId="{B17B2E01-A830-4F3C-B9C8-B0646550B0F0}" destId="{AAD481D8-3AEB-4B16-88FA-6287202EDCC3}" srcOrd="1" destOrd="0" presId="urn:microsoft.com/office/officeart/2008/layout/LinedList"/>
    <dgm:cxn modelId="{1004FBAE-9FCE-4DD6-A6C4-3CA5F9DB3BB9}" type="presParOf" srcId="{59CBBEEB-93DC-4F15-A0E3-084F9689D1DE}" destId="{7E5BC20E-AC0E-4BF2-9AD9-74FB94F6B49A}" srcOrd="12" destOrd="0" presId="urn:microsoft.com/office/officeart/2008/layout/LinedList"/>
    <dgm:cxn modelId="{D2C2D351-53F5-4803-93C5-EE411803F135}" type="presParOf" srcId="{59CBBEEB-93DC-4F15-A0E3-084F9689D1DE}" destId="{19B38F8B-FC27-47F9-B69F-83414BB7952A}" srcOrd="13" destOrd="0" presId="urn:microsoft.com/office/officeart/2008/layout/LinedList"/>
    <dgm:cxn modelId="{A737E4A3-9F08-44B8-A782-622CDAE5A328}" type="presParOf" srcId="{19B38F8B-FC27-47F9-B69F-83414BB7952A}" destId="{2D2166A9-91C9-4F74-891D-0F5F3BA2C785}" srcOrd="0" destOrd="0" presId="urn:microsoft.com/office/officeart/2008/layout/LinedList"/>
    <dgm:cxn modelId="{B1BDC294-27AB-4946-B682-32F981437EBC}" type="presParOf" srcId="{19B38F8B-FC27-47F9-B69F-83414BB7952A}" destId="{7492EF4B-1B03-4839-ACE8-68393A1155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2567618-E830-41EF-8122-5FAD1F3CD0E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F2A39813-DB0D-4F92-9BD7-1E16BA6A9816}">
      <dgm:prSet/>
      <dgm:spPr/>
      <dgm:t>
        <a:bodyPr/>
        <a:lstStyle/>
        <a:p>
          <a:r>
            <a:rPr lang="ru-RU" b="0" i="0"/>
            <a:t>Марка має викривальний, сатиричний характер.</a:t>
          </a:r>
          <a:endParaRPr lang="uk-UA"/>
        </a:p>
      </dgm:t>
    </dgm:pt>
    <dgm:pt modelId="{BACA36D5-266C-4741-B500-8E55D7105BC2}" type="parTrans" cxnId="{70D6E63B-22B9-4854-BDA2-1D65EFAFFD39}">
      <dgm:prSet/>
      <dgm:spPr/>
      <dgm:t>
        <a:bodyPr/>
        <a:lstStyle/>
        <a:p>
          <a:endParaRPr lang="uk-UA"/>
        </a:p>
      </dgm:t>
    </dgm:pt>
    <dgm:pt modelId="{D1B94691-2CFC-4CA3-BF6C-6E591B61C266}" type="sibTrans" cxnId="{70D6E63B-22B9-4854-BDA2-1D65EFAFFD39}">
      <dgm:prSet/>
      <dgm:spPr/>
      <dgm:t>
        <a:bodyPr/>
        <a:lstStyle/>
        <a:p>
          <a:endParaRPr lang="uk-UA"/>
        </a:p>
      </dgm:t>
    </dgm:pt>
    <dgm:pt modelId="{0448E43D-C629-40AB-8A63-37E32F9E21FE}">
      <dgm:prSet/>
      <dgm:spPr/>
      <dgm:t>
        <a:bodyPr/>
        <a:lstStyle/>
        <a:p>
          <a:r>
            <a:rPr lang="ru-RU" b="0" i="0" dirty="0"/>
            <a:t>Марка </a:t>
          </a:r>
          <a:r>
            <a:rPr lang="ru-RU" b="0" i="0" dirty="0" err="1"/>
            <a:t>відображає</a:t>
          </a:r>
          <a:r>
            <a:rPr lang="ru-RU" b="0" i="0" dirty="0"/>
            <a:t> </a:t>
          </a:r>
          <a:r>
            <a:rPr lang="ru-RU" b="0" i="0" dirty="0" err="1"/>
            <a:t>трудовий</a:t>
          </a:r>
          <a:r>
            <a:rPr lang="ru-RU" b="0" i="0" dirty="0"/>
            <a:t> </a:t>
          </a:r>
          <a:r>
            <a:rPr lang="ru-RU" b="0" i="0" dirty="0" err="1"/>
            <a:t>ентузіазм</a:t>
          </a:r>
          <a:r>
            <a:rPr lang="ru-RU" b="0" i="0" dirty="0"/>
            <a:t> </a:t>
          </a:r>
          <a:r>
            <a:rPr lang="ru-RU" b="0" i="0" dirty="0" err="1"/>
            <a:t>працівників</a:t>
          </a:r>
          <a:r>
            <a:rPr lang="ru-RU" b="0" i="0" dirty="0"/>
            <a:t>.</a:t>
          </a:r>
          <a:endParaRPr lang="uk-UA" dirty="0"/>
        </a:p>
      </dgm:t>
    </dgm:pt>
    <dgm:pt modelId="{2058A087-C1CB-4387-BC7D-4A11C20C1D93}" type="parTrans" cxnId="{AA9E88BA-E575-443E-A25B-89C7769689FA}">
      <dgm:prSet/>
      <dgm:spPr/>
      <dgm:t>
        <a:bodyPr/>
        <a:lstStyle/>
        <a:p>
          <a:endParaRPr lang="uk-UA"/>
        </a:p>
      </dgm:t>
    </dgm:pt>
    <dgm:pt modelId="{240B544D-9872-4B0F-8EC7-54047711754E}" type="sibTrans" cxnId="{AA9E88BA-E575-443E-A25B-89C7769689FA}">
      <dgm:prSet/>
      <dgm:spPr/>
      <dgm:t>
        <a:bodyPr/>
        <a:lstStyle/>
        <a:p>
          <a:endParaRPr lang="uk-UA"/>
        </a:p>
      </dgm:t>
    </dgm:pt>
    <dgm:pt modelId="{A4DC1371-67BE-4EFE-8C0B-DC99C5518E62}">
      <dgm:prSet/>
      <dgm:spPr/>
      <dgm:t>
        <a:bodyPr/>
        <a:lstStyle/>
        <a:p>
          <a:r>
            <a:rPr lang="ru-RU" b="0" i="0" dirty="0"/>
            <a:t>Марка </a:t>
          </a:r>
          <a:r>
            <a:rPr lang="ru-RU" b="0" i="0" dirty="0" err="1"/>
            <a:t>присвячена</a:t>
          </a:r>
          <a:r>
            <a:rPr lang="ru-RU" b="0" i="0" dirty="0"/>
            <a:t> </a:t>
          </a:r>
          <a:r>
            <a:rPr lang="ru-RU" b="0" i="0" dirty="0" err="1"/>
            <a:t>здобуткам</a:t>
          </a:r>
          <a:r>
            <a:rPr lang="ru-RU" b="0" i="0" dirty="0"/>
            <a:t> у культурному </a:t>
          </a:r>
          <a:r>
            <a:rPr lang="ru-RU" b="0" i="0" dirty="0" err="1"/>
            <a:t>житті</a:t>
          </a:r>
          <a:r>
            <a:rPr lang="ru-RU" b="0" i="0" dirty="0"/>
            <a:t>.</a:t>
          </a:r>
          <a:endParaRPr lang="uk-UA" dirty="0"/>
        </a:p>
      </dgm:t>
    </dgm:pt>
    <dgm:pt modelId="{F4B0AFC1-B957-45CF-93CB-CD21D575A186}" type="parTrans" cxnId="{593BCF6B-6F3C-476E-A209-4626ED69A29F}">
      <dgm:prSet/>
      <dgm:spPr/>
      <dgm:t>
        <a:bodyPr/>
        <a:lstStyle/>
        <a:p>
          <a:endParaRPr lang="uk-UA"/>
        </a:p>
      </dgm:t>
    </dgm:pt>
    <dgm:pt modelId="{E57F006A-9101-4B0B-AD0F-2F80859BF57F}" type="sibTrans" cxnId="{593BCF6B-6F3C-476E-A209-4626ED69A29F}">
      <dgm:prSet/>
      <dgm:spPr/>
      <dgm:t>
        <a:bodyPr/>
        <a:lstStyle/>
        <a:p>
          <a:endParaRPr lang="uk-UA"/>
        </a:p>
      </dgm:t>
    </dgm:pt>
    <dgm:pt modelId="{268B07AA-57CE-4031-B5F2-E05557384AE0}">
      <dgm:prSet/>
      <dgm:spPr/>
      <dgm:t>
        <a:bodyPr/>
        <a:lstStyle/>
        <a:p>
          <a:r>
            <a:rPr lang="ru-RU" b="0" i="0" dirty="0"/>
            <a:t>Марка </a:t>
          </a:r>
          <a:r>
            <a:rPr lang="ru-RU" b="0" i="0" dirty="0" err="1"/>
            <a:t>пропагує</a:t>
          </a:r>
          <a:r>
            <a:rPr lang="ru-RU" b="0" i="0" dirty="0"/>
            <a:t> </a:t>
          </a:r>
          <a:r>
            <a:rPr lang="ru-RU" b="0" i="0" dirty="0" err="1"/>
            <a:t>переваги</a:t>
          </a:r>
          <a:r>
            <a:rPr lang="ru-RU" b="0" i="0" dirty="0"/>
            <a:t> здорового способу </a:t>
          </a:r>
          <a:r>
            <a:rPr lang="ru-RU" b="0" i="0" dirty="0" err="1"/>
            <a:t>життя</a:t>
          </a:r>
          <a:r>
            <a:rPr lang="ru-RU" b="0" i="0" dirty="0"/>
            <a:t>.</a:t>
          </a:r>
          <a:endParaRPr lang="uk-UA" dirty="0"/>
        </a:p>
      </dgm:t>
    </dgm:pt>
    <dgm:pt modelId="{D5E39F3E-9AF2-4237-BAA5-0A462D385C12}" type="parTrans" cxnId="{09DCBE17-A706-449B-A3DB-49797A3CD269}">
      <dgm:prSet/>
      <dgm:spPr/>
      <dgm:t>
        <a:bodyPr/>
        <a:lstStyle/>
        <a:p>
          <a:endParaRPr lang="uk-UA"/>
        </a:p>
      </dgm:t>
    </dgm:pt>
    <dgm:pt modelId="{F83C3F3A-B015-4DBD-8C78-4430A9703298}" type="sibTrans" cxnId="{09DCBE17-A706-449B-A3DB-49797A3CD269}">
      <dgm:prSet/>
      <dgm:spPr/>
      <dgm:t>
        <a:bodyPr/>
        <a:lstStyle/>
        <a:p>
          <a:endParaRPr lang="uk-UA"/>
        </a:p>
      </dgm:t>
    </dgm:pt>
    <dgm:pt modelId="{FAB41299-BB4E-4E19-82CE-754BE4FDE468}">
      <dgm:prSet/>
      <dgm:spPr/>
      <dgm:t>
        <a:bodyPr/>
        <a:lstStyle/>
        <a:p>
          <a:r>
            <a:rPr lang="ru-RU" b="0" i="0" dirty="0"/>
            <a:t>Марку створено для </a:t>
          </a:r>
          <a:r>
            <a:rPr lang="ru-RU" b="0" i="0" dirty="0" err="1"/>
            <a:t>підтримки</a:t>
          </a:r>
          <a:r>
            <a:rPr lang="ru-RU" b="0" i="0" dirty="0"/>
            <a:t> </a:t>
          </a:r>
          <a:r>
            <a:rPr lang="ru-RU" b="0" i="0" dirty="0" err="1"/>
            <a:t>однієї</a:t>
          </a:r>
          <a:r>
            <a:rPr lang="ru-RU" b="0" i="0" dirty="0"/>
            <a:t> з </a:t>
          </a:r>
          <a:r>
            <a:rPr lang="ru-RU" b="0" i="0" dirty="0" err="1"/>
            <a:t>кампаній</a:t>
          </a:r>
          <a:r>
            <a:rPr lang="ru-RU" b="0" i="0" dirty="0"/>
            <a:t> «</a:t>
          </a:r>
          <a:r>
            <a:rPr lang="ru-RU" b="0" i="0" dirty="0" err="1"/>
            <a:t>перебудови</a:t>
          </a:r>
          <a:r>
            <a:rPr lang="ru-RU" b="0" i="0" dirty="0"/>
            <a:t>».</a:t>
          </a:r>
          <a:endParaRPr lang="uk-UA" dirty="0"/>
        </a:p>
      </dgm:t>
    </dgm:pt>
    <dgm:pt modelId="{31A591BF-C35B-4AC8-A4AF-8BC960793F8E}" type="parTrans" cxnId="{3A8AB0AA-4346-4E97-9E7F-4E4C3B5BAD82}">
      <dgm:prSet/>
      <dgm:spPr/>
      <dgm:t>
        <a:bodyPr/>
        <a:lstStyle/>
        <a:p>
          <a:endParaRPr lang="uk-UA"/>
        </a:p>
      </dgm:t>
    </dgm:pt>
    <dgm:pt modelId="{5D122A05-68B7-4F63-94A2-395C8A64F9C5}" type="sibTrans" cxnId="{3A8AB0AA-4346-4E97-9E7F-4E4C3B5BAD82}">
      <dgm:prSet/>
      <dgm:spPr/>
      <dgm:t>
        <a:bodyPr/>
        <a:lstStyle/>
        <a:p>
          <a:endParaRPr lang="uk-UA"/>
        </a:p>
      </dgm:t>
    </dgm:pt>
    <dgm:pt modelId="{EFA9D553-773B-4E34-AAC0-AFAEE5A24AD1}">
      <dgm:prSet/>
      <dgm:spPr/>
      <dgm:t>
        <a:bodyPr/>
        <a:lstStyle/>
        <a:p>
          <a:r>
            <a:rPr lang="ru-RU" b="0" i="0" dirty="0"/>
            <a:t>Марка мала </a:t>
          </a:r>
          <a:r>
            <a:rPr lang="ru-RU" b="0" i="0" dirty="0" err="1"/>
            <a:t>стимулювати</a:t>
          </a:r>
          <a:r>
            <a:rPr lang="ru-RU" b="0" i="0" dirty="0"/>
            <a:t> </a:t>
          </a:r>
          <a:r>
            <a:rPr lang="ru-RU" b="0" i="0" dirty="0" err="1"/>
            <a:t>патріотичні</a:t>
          </a:r>
          <a:r>
            <a:rPr lang="ru-RU" b="0" i="0" dirty="0"/>
            <a:t> </a:t>
          </a:r>
          <a:r>
            <a:rPr lang="ru-RU" b="0" i="0" dirty="0" err="1"/>
            <a:t>почуття</a:t>
          </a:r>
          <a:r>
            <a:rPr lang="ru-RU" b="0" i="0" dirty="0"/>
            <a:t>, </a:t>
          </a:r>
          <a:r>
            <a:rPr lang="ru-RU" b="0" i="0" dirty="0" err="1"/>
            <a:t>гордість</a:t>
          </a:r>
          <a:r>
            <a:rPr lang="ru-RU" b="0" i="0" dirty="0"/>
            <a:t> за </a:t>
          </a:r>
          <a:r>
            <a:rPr lang="ru-RU" b="0" i="0" dirty="0" err="1"/>
            <a:t>країну</a:t>
          </a:r>
          <a:r>
            <a:rPr lang="ru-RU" b="0" i="0" dirty="0"/>
            <a:t>.</a:t>
          </a:r>
          <a:endParaRPr lang="uk-UA" dirty="0"/>
        </a:p>
      </dgm:t>
    </dgm:pt>
    <dgm:pt modelId="{DB235C5A-870D-4EF2-9E9B-5CC61BF4ED85}" type="parTrans" cxnId="{C75B4E17-ABEB-4D32-B6B4-F85907D5EE12}">
      <dgm:prSet/>
      <dgm:spPr/>
      <dgm:t>
        <a:bodyPr/>
        <a:lstStyle/>
        <a:p>
          <a:endParaRPr lang="uk-UA"/>
        </a:p>
      </dgm:t>
    </dgm:pt>
    <dgm:pt modelId="{827258A1-0E59-47DD-9D93-23EC9DCFE7D5}" type="sibTrans" cxnId="{C75B4E17-ABEB-4D32-B6B4-F85907D5EE12}">
      <dgm:prSet/>
      <dgm:spPr/>
      <dgm:t>
        <a:bodyPr/>
        <a:lstStyle/>
        <a:p>
          <a:endParaRPr lang="uk-UA"/>
        </a:p>
      </dgm:t>
    </dgm:pt>
    <dgm:pt modelId="{9AEF3DF8-23D9-45D9-81CF-162C54D5D4C4}">
      <dgm:prSet/>
      <dgm:spPr/>
      <dgm:t>
        <a:bodyPr/>
        <a:lstStyle/>
        <a:p>
          <a:r>
            <a:rPr lang="ru-RU" b="0" i="0" dirty="0"/>
            <a:t>Марка </a:t>
          </a:r>
          <a:r>
            <a:rPr lang="ru-RU" b="0" i="0" dirty="0" err="1"/>
            <a:t>акцентує</a:t>
          </a:r>
          <a:r>
            <a:rPr lang="ru-RU" b="0" i="0" dirty="0"/>
            <a:t> </a:t>
          </a:r>
          <a:r>
            <a:rPr lang="ru-RU" b="0" i="0" dirty="0" err="1"/>
            <a:t>увагу</a:t>
          </a:r>
          <a:r>
            <a:rPr lang="ru-RU" b="0" i="0" dirty="0"/>
            <a:t> на </a:t>
          </a:r>
          <a:r>
            <a:rPr lang="ru-RU" b="0" i="0" dirty="0" err="1"/>
            <a:t>існуванні</a:t>
          </a:r>
          <a:r>
            <a:rPr lang="ru-RU" b="0" i="0" dirty="0"/>
            <a:t> в </a:t>
          </a:r>
          <a:r>
            <a:rPr lang="ru-RU" b="0" i="0" dirty="0" err="1"/>
            <a:t>суспільстві</a:t>
          </a:r>
          <a:r>
            <a:rPr lang="ru-RU" b="0" i="0" dirty="0"/>
            <a:t> </a:t>
          </a:r>
          <a:r>
            <a:rPr lang="ru-RU" b="0" i="0" dirty="0" err="1"/>
            <a:t>проблеми</a:t>
          </a:r>
          <a:r>
            <a:rPr lang="ru-RU" b="0" i="0" dirty="0"/>
            <a:t> </a:t>
          </a:r>
          <a:r>
            <a:rPr lang="ru-RU" b="0" i="0" dirty="0" err="1"/>
            <a:t>алкоголізму</a:t>
          </a:r>
          <a:r>
            <a:rPr lang="ru-RU" b="0" i="0" dirty="0"/>
            <a:t>.</a:t>
          </a:r>
          <a:endParaRPr lang="uk-UA" dirty="0"/>
        </a:p>
      </dgm:t>
    </dgm:pt>
    <dgm:pt modelId="{2ECFF042-5B53-4499-89F6-B3C24EE889CA}" type="parTrans" cxnId="{5625E9AF-4EAF-471C-8EE1-A3F778D3EA0A}">
      <dgm:prSet/>
      <dgm:spPr/>
      <dgm:t>
        <a:bodyPr/>
        <a:lstStyle/>
        <a:p>
          <a:endParaRPr lang="uk-UA"/>
        </a:p>
      </dgm:t>
    </dgm:pt>
    <dgm:pt modelId="{09E3A2CF-25F7-4784-BB14-D9129A24552E}" type="sibTrans" cxnId="{5625E9AF-4EAF-471C-8EE1-A3F778D3EA0A}">
      <dgm:prSet/>
      <dgm:spPr/>
      <dgm:t>
        <a:bodyPr/>
        <a:lstStyle/>
        <a:p>
          <a:endParaRPr lang="uk-UA"/>
        </a:p>
      </dgm:t>
    </dgm:pt>
    <dgm:pt modelId="{D8A921BC-4E87-486D-B260-DA13A6BD34FC}" type="pres">
      <dgm:prSet presAssocID="{A2567618-E830-41EF-8122-5FAD1F3CD0EC}" presName="vert0" presStyleCnt="0">
        <dgm:presLayoutVars>
          <dgm:dir/>
          <dgm:animOne val="branch"/>
          <dgm:animLvl val="lvl"/>
        </dgm:presLayoutVars>
      </dgm:prSet>
      <dgm:spPr/>
    </dgm:pt>
    <dgm:pt modelId="{15BE73CE-5123-436A-A059-66D6DF07098D}" type="pres">
      <dgm:prSet presAssocID="{F2A39813-DB0D-4F92-9BD7-1E16BA6A9816}" presName="thickLine" presStyleLbl="alignNode1" presStyleIdx="0" presStyleCnt="7"/>
      <dgm:spPr/>
    </dgm:pt>
    <dgm:pt modelId="{8793E22C-4ADA-4DA6-AA0E-BD53D2960C05}" type="pres">
      <dgm:prSet presAssocID="{F2A39813-DB0D-4F92-9BD7-1E16BA6A9816}" presName="horz1" presStyleCnt="0"/>
      <dgm:spPr/>
    </dgm:pt>
    <dgm:pt modelId="{2C02B0E2-DC96-4DED-834C-F9914C917625}" type="pres">
      <dgm:prSet presAssocID="{F2A39813-DB0D-4F92-9BD7-1E16BA6A9816}" presName="tx1" presStyleLbl="revTx" presStyleIdx="0" presStyleCnt="7"/>
      <dgm:spPr/>
    </dgm:pt>
    <dgm:pt modelId="{3841D354-B2C7-4F3A-B5AA-4C613AEEAAC3}" type="pres">
      <dgm:prSet presAssocID="{F2A39813-DB0D-4F92-9BD7-1E16BA6A9816}" presName="vert1" presStyleCnt="0"/>
      <dgm:spPr/>
    </dgm:pt>
    <dgm:pt modelId="{9795F740-6411-4C69-93BA-66F1D5ECBF73}" type="pres">
      <dgm:prSet presAssocID="{0448E43D-C629-40AB-8A63-37E32F9E21FE}" presName="thickLine" presStyleLbl="alignNode1" presStyleIdx="1" presStyleCnt="7"/>
      <dgm:spPr/>
    </dgm:pt>
    <dgm:pt modelId="{866FC713-E6AF-48E8-9AC4-41857A00FA5C}" type="pres">
      <dgm:prSet presAssocID="{0448E43D-C629-40AB-8A63-37E32F9E21FE}" presName="horz1" presStyleCnt="0"/>
      <dgm:spPr/>
    </dgm:pt>
    <dgm:pt modelId="{A2F421F8-F79C-4ED9-B84C-0DEC0A51B251}" type="pres">
      <dgm:prSet presAssocID="{0448E43D-C629-40AB-8A63-37E32F9E21FE}" presName="tx1" presStyleLbl="revTx" presStyleIdx="1" presStyleCnt="7"/>
      <dgm:spPr/>
    </dgm:pt>
    <dgm:pt modelId="{80806316-0844-4FB4-AD60-DD736E32DC59}" type="pres">
      <dgm:prSet presAssocID="{0448E43D-C629-40AB-8A63-37E32F9E21FE}" presName="vert1" presStyleCnt="0"/>
      <dgm:spPr/>
    </dgm:pt>
    <dgm:pt modelId="{DF91B329-CDB3-4116-BC86-FB9DCCE20023}" type="pres">
      <dgm:prSet presAssocID="{A4DC1371-67BE-4EFE-8C0B-DC99C5518E62}" presName="thickLine" presStyleLbl="alignNode1" presStyleIdx="2" presStyleCnt="7"/>
      <dgm:spPr/>
    </dgm:pt>
    <dgm:pt modelId="{7697C44C-9157-46D3-8A97-45336201CA94}" type="pres">
      <dgm:prSet presAssocID="{A4DC1371-67BE-4EFE-8C0B-DC99C5518E62}" presName="horz1" presStyleCnt="0"/>
      <dgm:spPr/>
    </dgm:pt>
    <dgm:pt modelId="{83312431-92E2-43D1-A076-9410CD038E76}" type="pres">
      <dgm:prSet presAssocID="{A4DC1371-67BE-4EFE-8C0B-DC99C5518E62}" presName="tx1" presStyleLbl="revTx" presStyleIdx="2" presStyleCnt="7"/>
      <dgm:spPr/>
    </dgm:pt>
    <dgm:pt modelId="{7270CDC9-3CC0-4CE2-99FF-788C6EDC9483}" type="pres">
      <dgm:prSet presAssocID="{A4DC1371-67BE-4EFE-8C0B-DC99C5518E62}" presName="vert1" presStyleCnt="0"/>
      <dgm:spPr/>
    </dgm:pt>
    <dgm:pt modelId="{09BDA0CB-4AE1-4DBC-9FBC-B81E18E755FD}" type="pres">
      <dgm:prSet presAssocID="{268B07AA-57CE-4031-B5F2-E05557384AE0}" presName="thickLine" presStyleLbl="alignNode1" presStyleIdx="3" presStyleCnt="7"/>
      <dgm:spPr/>
    </dgm:pt>
    <dgm:pt modelId="{635B1029-0E9A-4815-BAF0-C0C443E88F19}" type="pres">
      <dgm:prSet presAssocID="{268B07AA-57CE-4031-B5F2-E05557384AE0}" presName="horz1" presStyleCnt="0"/>
      <dgm:spPr/>
    </dgm:pt>
    <dgm:pt modelId="{919A0688-8030-42DA-940D-452C853B25FC}" type="pres">
      <dgm:prSet presAssocID="{268B07AA-57CE-4031-B5F2-E05557384AE0}" presName="tx1" presStyleLbl="revTx" presStyleIdx="3" presStyleCnt="7"/>
      <dgm:spPr/>
    </dgm:pt>
    <dgm:pt modelId="{90A7FED3-D6A5-461F-8281-0A46B6E75159}" type="pres">
      <dgm:prSet presAssocID="{268B07AA-57CE-4031-B5F2-E05557384AE0}" presName="vert1" presStyleCnt="0"/>
      <dgm:spPr/>
    </dgm:pt>
    <dgm:pt modelId="{DBD1860A-6C5E-42F0-98B6-EF5BDADCC32E}" type="pres">
      <dgm:prSet presAssocID="{FAB41299-BB4E-4E19-82CE-754BE4FDE468}" presName="thickLine" presStyleLbl="alignNode1" presStyleIdx="4" presStyleCnt="7"/>
      <dgm:spPr/>
    </dgm:pt>
    <dgm:pt modelId="{466F42DF-C55D-4CA5-95A4-933773522F76}" type="pres">
      <dgm:prSet presAssocID="{FAB41299-BB4E-4E19-82CE-754BE4FDE468}" presName="horz1" presStyleCnt="0"/>
      <dgm:spPr/>
    </dgm:pt>
    <dgm:pt modelId="{D75104A2-C9F4-4961-9678-EEFE5E8BFB3C}" type="pres">
      <dgm:prSet presAssocID="{FAB41299-BB4E-4E19-82CE-754BE4FDE468}" presName="tx1" presStyleLbl="revTx" presStyleIdx="4" presStyleCnt="7"/>
      <dgm:spPr/>
    </dgm:pt>
    <dgm:pt modelId="{7B1BDABA-A0A1-447E-932B-4DBADADD8927}" type="pres">
      <dgm:prSet presAssocID="{FAB41299-BB4E-4E19-82CE-754BE4FDE468}" presName="vert1" presStyleCnt="0"/>
      <dgm:spPr/>
    </dgm:pt>
    <dgm:pt modelId="{50AAFEBE-E8F4-4B4E-B9DF-DCAF05F2240F}" type="pres">
      <dgm:prSet presAssocID="{EFA9D553-773B-4E34-AAC0-AFAEE5A24AD1}" presName="thickLine" presStyleLbl="alignNode1" presStyleIdx="5" presStyleCnt="7"/>
      <dgm:spPr/>
    </dgm:pt>
    <dgm:pt modelId="{420AF1FD-EF2D-4E5E-8D4D-F0704D90724F}" type="pres">
      <dgm:prSet presAssocID="{EFA9D553-773B-4E34-AAC0-AFAEE5A24AD1}" presName="horz1" presStyleCnt="0"/>
      <dgm:spPr/>
    </dgm:pt>
    <dgm:pt modelId="{F3272B50-1C16-4C03-821C-C1F77C341DA7}" type="pres">
      <dgm:prSet presAssocID="{EFA9D553-773B-4E34-AAC0-AFAEE5A24AD1}" presName="tx1" presStyleLbl="revTx" presStyleIdx="5" presStyleCnt="7"/>
      <dgm:spPr/>
    </dgm:pt>
    <dgm:pt modelId="{476F3E86-8E0B-47B3-8765-823CA9EC35D0}" type="pres">
      <dgm:prSet presAssocID="{EFA9D553-773B-4E34-AAC0-AFAEE5A24AD1}" presName="vert1" presStyleCnt="0"/>
      <dgm:spPr/>
    </dgm:pt>
    <dgm:pt modelId="{16FC4C58-47E5-4805-9D5A-3AEA612D30DB}" type="pres">
      <dgm:prSet presAssocID="{9AEF3DF8-23D9-45D9-81CF-162C54D5D4C4}" presName="thickLine" presStyleLbl="alignNode1" presStyleIdx="6" presStyleCnt="7"/>
      <dgm:spPr/>
    </dgm:pt>
    <dgm:pt modelId="{224F52DC-6B7F-49BF-8CE2-F75669488A63}" type="pres">
      <dgm:prSet presAssocID="{9AEF3DF8-23D9-45D9-81CF-162C54D5D4C4}" presName="horz1" presStyleCnt="0"/>
      <dgm:spPr/>
    </dgm:pt>
    <dgm:pt modelId="{00030EA5-553E-438E-BC2D-358AF6E307DD}" type="pres">
      <dgm:prSet presAssocID="{9AEF3DF8-23D9-45D9-81CF-162C54D5D4C4}" presName="tx1" presStyleLbl="revTx" presStyleIdx="6" presStyleCnt="7"/>
      <dgm:spPr/>
    </dgm:pt>
    <dgm:pt modelId="{5034032D-CE1E-4DC0-B6DA-B34356F21C3F}" type="pres">
      <dgm:prSet presAssocID="{9AEF3DF8-23D9-45D9-81CF-162C54D5D4C4}" presName="vert1" presStyleCnt="0"/>
      <dgm:spPr/>
    </dgm:pt>
  </dgm:ptLst>
  <dgm:cxnLst>
    <dgm:cxn modelId="{C75B4E17-ABEB-4D32-B6B4-F85907D5EE12}" srcId="{A2567618-E830-41EF-8122-5FAD1F3CD0EC}" destId="{EFA9D553-773B-4E34-AAC0-AFAEE5A24AD1}" srcOrd="5" destOrd="0" parTransId="{DB235C5A-870D-4EF2-9E9B-5CC61BF4ED85}" sibTransId="{827258A1-0E59-47DD-9D93-23EC9DCFE7D5}"/>
    <dgm:cxn modelId="{09DCBE17-A706-449B-A3DB-49797A3CD269}" srcId="{A2567618-E830-41EF-8122-5FAD1F3CD0EC}" destId="{268B07AA-57CE-4031-B5F2-E05557384AE0}" srcOrd="3" destOrd="0" parTransId="{D5E39F3E-9AF2-4237-BAA5-0A462D385C12}" sibTransId="{F83C3F3A-B015-4DBD-8C78-4430A9703298}"/>
    <dgm:cxn modelId="{70D6E63B-22B9-4854-BDA2-1D65EFAFFD39}" srcId="{A2567618-E830-41EF-8122-5FAD1F3CD0EC}" destId="{F2A39813-DB0D-4F92-9BD7-1E16BA6A9816}" srcOrd="0" destOrd="0" parTransId="{BACA36D5-266C-4741-B500-8E55D7105BC2}" sibTransId="{D1B94691-2CFC-4CA3-BF6C-6E591B61C266}"/>
    <dgm:cxn modelId="{AB4A4F60-8AD8-4329-9797-BB8F28A513E9}" type="presOf" srcId="{EFA9D553-773B-4E34-AAC0-AFAEE5A24AD1}" destId="{F3272B50-1C16-4C03-821C-C1F77C341DA7}" srcOrd="0" destOrd="0" presId="urn:microsoft.com/office/officeart/2008/layout/LinedList"/>
    <dgm:cxn modelId="{E5CB7D63-8DCE-4D5D-BEC2-DDE0350E61B2}" type="presOf" srcId="{9AEF3DF8-23D9-45D9-81CF-162C54D5D4C4}" destId="{00030EA5-553E-438E-BC2D-358AF6E307DD}" srcOrd="0" destOrd="0" presId="urn:microsoft.com/office/officeart/2008/layout/LinedList"/>
    <dgm:cxn modelId="{CEB58E6A-9A0B-4CD8-83DC-C35177ADC8ED}" type="presOf" srcId="{F2A39813-DB0D-4F92-9BD7-1E16BA6A9816}" destId="{2C02B0E2-DC96-4DED-834C-F9914C917625}" srcOrd="0" destOrd="0" presId="urn:microsoft.com/office/officeart/2008/layout/LinedList"/>
    <dgm:cxn modelId="{593BCF6B-6F3C-476E-A209-4626ED69A29F}" srcId="{A2567618-E830-41EF-8122-5FAD1F3CD0EC}" destId="{A4DC1371-67BE-4EFE-8C0B-DC99C5518E62}" srcOrd="2" destOrd="0" parTransId="{F4B0AFC1-B957-45CF-93CB-CD21D575A186}" sibTransId="{E57F006A-9101-4B0B-AD0F-2F80859BF57F}"/>
    <dgm:cxn modelId="{145DC652-B032-4122-A1AA-679B3835578C}" type="presOf" srcId="{A2567618-E830-41EF-8122-5FAD1F3CD0EC}" destId="{D8A921BC-4E87-486D-B260-DA13A6BD34FC}" srcOrd="0" destOrd="0" presId="urn:microsoft.com/office/officeart/2008/layout/LinedList"/>
    <dgm:cxn modelId="{447984AA-2566-4DDD-B9D2-773C62701CAD}" type="presOf" srcId="{0448E43D-C629-40AB-8A63-37E32F9E21FE}" destId="{A2F421F8-F79C-4ED9-B84C-0DEC0A51B251}" srcOrd="0" destOrd="0" presId="urn:microsoft.com/office/officeart/2008/layout/LinedList"/>
    <dgm:cxn modelId="{3A8AB0AA-4346-4E97-9E7F-4E4C3B5BAD82}" srcId="{A2567618-E830-41EF-8122-5FAD1F3CD0EC}" destId="{FAB41299-BB4E-4E19-82CE-754BE4FDE468}" srcOrd="4" destOrd="0" parTransId="{31A591BF-C35B-4AC8-A4AF-8BC960793F8E}" sibTransId="{5D122A05-68B7-4F63-94A2-395C8A64F9C5}"/>
    <dgm:cxn modelId="{5625E9AF-4EAF-471C-8EE1-A3F778D3EA0A}" srcId="{A2567618-E830-41EF-8122-5FAD1F3CD0EC}" destId="{9AEF3DF8-23D9-45D9-81CF-162C54D5D4C4}" srcOrd="6" destOrd="0" parTransId="{2ECFF042-5B53-4499-89F6-B3C24EE889CA}" sibTransId="{09E3A2CF-25F7-4784-BB14-D9129A24552E}"/>
    <dgm:cxn modelId="{AA9E88BA-E575-443E-A25B-89C7769689FA}" srcId="{A2567618-E830-41EF-8122-5FAD1F3CD0EC}" destId="{0448E43D-C629-40AB-8A63-37E32F9E21FE}" srcOrd="1" destOrd="0" parTransId="{2058A087-C1CB-4387-BC7D-4A11C20C1D93}" sibTransId="{240B544D-9872-4B0F-8EC7-54047711754E}"/>
    <dgm:cxn modelId="{1FACA7CC-9DAF-4DAA-9A54-5314019C8389}" type="presOf" srcId="{A4DC1371-67BE-4EFE-8C0B-DC99C5518E62}" destId="{83312431-92E2-43D1-A076-9410CD038E76}" srcOrd="0" destOrd="0" presId="urn:microsoft.com/office/officeart/2008/layout/LinedList"/>
    <dgm:cxn modelId="{F33486D2-2C50-4586-8080-F295FAA62BDB}" type="presOf" srcId="{268B07AA-57CE-4031-B5F2-E05557384AE0}" destId="{919A0688-8030-42DA-940D-452C853B25FC}" srcOrd="0" destOrd="0" presId="urn:microsoft.com/office/officeart/2008/layout/LinedList"/>
    <dgm:cxn modelId="{4B2AB2DC-845E-4064-ACDA-BDCBBCDBBE51}" type="presOf" srcId="{FAB41299-BB4E-4E19-82CE-754BE4FDE468}" destId="{D75104A2-C9F4-4961-9678-EEFE5E8BFB3C}" srcOrd="0" destOrd="0" presId="urn:microsoft.com/office/officeart/2008/layout/LinedList"/>
    <dgm:cxn modelId="{48E393D3-9CA3-4FAF-B0B2-170A60A39AFE}" type="presParOf" srcId="{D8A921BC-4E87-486D-B260-DA13A6BD34FC}" destId="{15BE73CE-5123-436A-A059-66D6DF07098D}" srcOrd="0" destOrd="0" presId="urn:microsoft.com/office/officeart/2008/layout/LinedList"/>
    <dgm:cxn modelId="{0C08E289-0863-4680-BB85-02B42AD77968}" type="presParOf" srcId="{D8A921BC-4E87-486D-B260-DA13A6BD34FC}" destId="{8793E22C-4ADA-4DA6-AA0E-BD53D2960C05}" srcOrd="1" destOrd="0" presId="urn:microsoft.com/office/officeart/2008/layout/LinedList"/>
    <dgm:cxn modelId="{695040FE-11A4-4DF6-9B57-E3881D1D9BEA}" type="presParOf" srcId="{8793E22C-4ADA-4DA6-AA0E-BD53D2960C05}" destId="{2C02B0E2-DC96-4DED-834C-F9914C917625}" srcOrd="0" destOrd="0" presId="urn:microsoft.com/office/officeart/2008/layout/LinedList"/>
    <dgm:cxn modelId="{06822456-C0EB-453C-9334-C5D5CB8D887A}" type="presParOf" srcId="{8793E22C-4ADA-4DA6-AA0E-BD53D2960C05}" destId="{3841D354-B2C7-4F3A-B5AA-4C613AEEAAC3}" srcOrd="1" destOrd="0" presId="urn:microsoft.com/office/officeart/2008/layout/LinedList"/>
    <dgm:cxn modelId="{87365247-0A19-4D36-90D5-2D9137EFECAA}" type="presParOf" srcId="{D8A921BC-4E87-486D-B260-DA13A6BD34FC}" destId="{9795F740-6411-4C69-93BA-66F1D5ECBF73}" srcOrd="2" destOrd="0" presId="urn:microsoft.com/office/officeart/2008/layout/LinedList"/>
    <dgm:cxn modelId="{B0469B85-3961-4E82-A0EA-20A014084D5A}" type="presParOf" srcId="{D8A921BC-4E87-486D-B260-DA13A6BD34FC}" destId="{866FC713-E6AF-48E8-9AC4-41857A00FA5C}" srcOrd="3" destOrd="0" presId="urn:microsoft.com/office/officeart/2008/layout/LinedList"/>
    <dgm:cxn modelId="{15720C44-FFD4-40CB-94B3-0DE8143E7E77}" type="presParOf" srcId="{866FC713-E6AF-48E8-9AC4-41857A00FA5C}" destId="{A2F421F8-F79C-4ED9-B84C-0DEC0A51B251}" srcOrd="0" destOrd="0" presId="urn:microsoft.com/office/officeart/2008/layout/LinedList"/>
    <dgm:cxn modelId="{530CCAB5-B65C-47C3-AEAA-803724ABC320}" type="presParOf" srcId="{866FC713-E6AF-48E8-9AC4-41857A00FA5C}" destId="{80806316-0844-4FB4-AD60-DD736E32DC59}" srcOrd="1" destOrd="0" presId="urn:microsoft.com/office/officeart/2008/layout/LinedList"/>
    <dgm:cxn modelId="{362B2EAB-66D2-4393-8371-66834A8678BF}" type="presParOf" srcId="{D8A921BC-4E87-486D-B260-DA13A6BD34FC}" destId="{DF91B329-CDB3-4116-BC86-FB9DCCE20023}" srcOrd="4" destOrd="0" presId="urn:microsoft.com/office/officeart/2008/layout/LinedList"/>
    <dgm:cxn modelId="{58BCB7A6-B1B9-484C-9B3D-0AF5B84B40B4}" type="presParOf" srcId="{D8A921BC-4E87-486D-B260-DA13A6BD34FC}" destId="{7697C44C-9157-46D3-8A97-45336201CA94}" srcOrd="5" destOrd="0" presId="urn:microsoft.com/office/officeart/2008/layout/LinedList"/>
    <dgm:cxn modelId="{F1E1E77E-A0DE-49DE-8A5F-37F03BCE810C}" type="presParOf" srcId="{7697C44C-9157-46D3-8A97-45336201CA94}" destId="{83312431-92E2-43D1-A076-9410CD038E76}" srcOrd="0" destOrd="0" presId="urn:microsoft.com/office/officeart/2008/layout/LinedList"/>
    <dgm:cxn modelId="{9FAEC0FE-334F-4B12-9FB5-62D05DE62922}" type="presParOf" srcId="{7697C44C-9157-46D3-8A97-45336201CA94}" destId="{7270CDC9-3CC0-4CE2-99FF-788C6EDC9483}" srcOrd="1" destOrd="0" presId="urn:microsoft.com/office/officeart/2008/layout/LinedList"/>
    <dgm:cxn modelId="{E8011154-A0A7-4602-9359-DA0580986788}" type="presParOf" srcId="{D8A921BC-4E87-486D-B260-DA13A6BD34FC}" destId="{09BDA0CB-4AE1-4DBC-9FBC-B81E18E755FD}" srcOrd="6" destOrd="0" presId="urn:microsoft.com/office/officeart/2008/layout/LinedList"/>
    <dgm:cxn modelId="{F4D67427-70AE-4250-8457-2BE0A5E5F389}" type="presParOf" srcId="{D8A921BC-4E87-486D-B260-DA13A6BD34FC}" destId="{635B1029-0E9A-4815-BAF0-C0C443E88F19}" srcOrd="7" destOrd="0" presId="urn:microsoft.com/office/officeart/2008/layout/LinedList"/>
    <dgm:cxn modelId="{39CCC55B-37AE-45AA-8162-636A626BE352}" type="presParOf" srcId="{635B1029-0E9A-4815-BAF0-C0C443E88F19}" destId="{919A0688-8030-42DA-940D-452C853B25FC}" srcOrd="0" destOrd="0" presId="urn:microsoft.com/office/officeart/2008/layout/LinedList"/>
    <dgm:cxn modelId="{E51FBCEB-B270-41AA-A0E8-6C51DC8C1EA9}" type="presParOf" srcId="{635B1029-0E9A-4815-BAF0-C0C443E88F19}" destId="{90A7FED3-D6A5-461F-8281-0A46B6E75159}" srcOrd="1" destOrd="0" presId="urn:microsoft.com/office/officeart/2008/layout/LinedList"/>
    <dgm:cxn modelId="{D8BE3B16-2860-4B1A-8D25-C1907EB1E5BE}" type="presParOf" srcId="{D8A921BC-4E87-486D-B260-DA13A6BD34FC}" destId="{DBD1860A-6C5E-42F0-98B6-EF5BDADCC32E}" srcOrd="8" destOrd="0" presId="urn:microsoft.com/office/officeart/2008/layout/LinedList"/>
    <dgm:cxn modelId="{CABCAFD7-FD5B-44C0-8F0E-D34046AD6A0D}" type="presParOf" srcId="{D8A921BC-4E87-486D-B260-DA13A6BD34FC}" destId="{466F42DF-C55D-4CA5-95A4-933773522F76}" srcOrd="9" destOrd="0" presId="urn:microsoft.com/office/officeart/2008/layout/LinedList"/>
    <dgm:cxn modelId="{D5AE8B50-D0B3-46C7-8DA3-F7B1F328BDE2}" type="presParOf" srcId="{466F42DF-C55D-4CA5-95A4-933773522F76}" destId="{D75104A2-C9F4-4961-9678-EEFE5E8BFB3C}" srcOrd="0" destOrd="0" presId="urn:microsoft.com/office/officeart/2008/layout/LinedList"/>
    <dgm:cxn modelId="{DFD28CE6-A40C-41E0-A633-72F5E13391A5}" type="presParOf" srcId="{466F42DF-C55D-4CA5-95A4-933773522F76}" destId="{7B1BDABA-A0A1-447E-932B-4DBADADD8927}" srcOrd="1" destOrd="0" presId="urn:microsoft.com/office/officeart/2008/layout/LinedList"/>
    <dgm:cxn modelId="{80A42F11-DC76-4682-A146-4D1666ED8E27}" type="presParOf" srcId="{D8A921BC-4E87-486D-B260-DA13A6BD34FC}" destId="{50AAFEBE-E8F4-4B4E-B9DF-DCAF05F2240F}" srcOrd="10" destOrd="0" presId="urn:microsoft.com/office/officeart/2008/layout/LinedList"/>
    <dgm:cxn modelId="{311EFA4D-FB65-4CF4-838E-9ECCB57BE5A2}" type="presParOf" srcId="{D8A921BC-4E87-486D-B260-DA13A6BD34FC}" destId="{420AF1FD-EF2D-4E5E-8D4D-F0704D90724F}" srcOrd="11" destOrd="0" presId="urn:microsoft.com/office/officeart/2008/layout/LinedList"/>
    <dgm:cxn modelId="{D6B0E199-B928-4621-8BA5-95039D1A73E3}" type="presParOf" srcId="{420AF1FD-EF2D-4E5E-8D4D-F0704D90724F}" destId="{F3272B50-1C16-4C03-821C-C1F77C341DA7}" srcOrd="0" destOrd="0" presId="urn:microsoft.com/office/officeart/2008/layout/LinedList"/>
    <dgm:cxn modelId="{D2794F37-F5A7-4C64-BD26-F7F270EB91F9}" type="presParOf" srcId="{420AF1FD-EF2D-4E5E-8D4D-F0704D90724F}" destId="{476F3E86-8E0B-47B3-8765-823CA9EC35D0}" srcOrd="1" destOrd="0" presId="urn:microsoft.com/office/officeart/2008/layout/LinedList"/>
    <dgm:cxn modelId="{6DD6AD24-91D0-4E84-ABDF-66237BF1AD1E}" type="presParOf" srcId="{D8A921BC-4E87-486D-B260-DA13A6BD34FC}" destId="{16FC4C58-47E5-4805-9D5A-3AEA612D30DB}" srcOrd="12" destOrd="0" presId="urn:microsoft.com/office/officeart/2008/layout/LinedList"/>
    <dgm:cxn modelId="{06BBFD01-ACD3-4D3A-9017-7A07D2D33689}" type="presParOf" srcId="{D8A921BC-4E87-486D-B260-DA13A6BD34FC}" destId="{224F52DC-6B7F-49BF-8CE2-F75669488A63}" srcOrd="13" destOrd="0" presId="urn:microsoft.com/office/officeart/2008/layout/LinedList"/>
    <dgm:cxn modelId="{FF1EA7BF-AA57-4DC7-A508-643FC6DA0E66}" type="presParOf" srcId="{224F52DC-6B7F-49BF-8CE2-F75669488A63}" destId="{00030EA5-553E-438E-BC2D-358AF6E307DD}" srcOrd="0" destOrd="0" presId="urn:microsoft.com/office/officeart/2008/layout/LinedList"/>
    <dgm:cxn modelId="{B080BE84-3617-4F3D-A9EB-0CEA239DEFDD}" type="presParOf" srcId="{224F52DC-6B7F-49BF-8CE2-F75669488A63}" destId="{5034032D-CE1E-4DC0-B6DA-B34356F21C3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38B6F23-D7E7-4F7D-8CC6-D1A0FE378E66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FA524E0-9264-4111-9F0A-79FF63448AAB}">
      <dgm:prSet/>
      <dgm:spPr/>
      <dgm:t>
        <a:bodyPr/>
        <a:lstStyle/>
        <a:p>
          <a:r>
            <a:rPr lang="ru-RU" b="0" i="0"/>
            <a:t>розквіт епохи «застою».</a:t>
          </a:r>
          <a:endParaRPr lang="uk-UA"/>
        </a:p>
      </dgm:t>
    </dgm:pt>
    <dgm:pt modelId="{2CE87B33-3E69-483E-B7D9-52BBB8E4B735}" type="parTrans" cxnId="{64953AA0-9CDA-4C2D-BBC6-A1A80A10A35D}">
      <dgm:prSet/>
      <dgm:spPr/>
      <dgm:t>
        <a:bodyPr/>
        <a:lstStyle/>
        <a:p>
          <a:endParaRPr lang="uk-UA"/>
        </a:p>
      </dgm:t>
    </dgm:pt>
    <dgm:pt modelId="{16080D5A-95B1-4745-AA89-50EDB29DF063}" type="sibTrans" cxnId="{64953AA0-9CDA-4C2D-BBC6-A1A80A10A35D}">
      <dgm:prSet/>
      <dgm:spPr/>
      <dgm:t>
        <a:bodyPr/>
        <a:lstStyle/>
        <a:p>
          <a:endParaRPr lang="uk-UA"/>
        </a:p>
      </dgm:t>
    </dgm:pt>
    <dgm:pt modelId="{0F8EC8D3-BB82-47DA-8341-E45CEE7CBA70}">
      <dgm:prSet/>
      <dgm:spPr/>
      <dgm:t>
        <a:bodyPr/>
        <a:lstStyle/>
        <a:p>
          <a:r>
            <a:rPr lang="ru-RU" b="0" i="0" dirty="0" err="1"/>
            <a:t>запровадження</a:t>
          </a:r>
          <a:r>
            <a:rPr lang="ru-RU" b="0" i="0" dirty="0"/>
            <a:t> </a:t>
          </a:r>
          <a:r>
            <a:rPr lang="ru-RU" b="0" i="0" dirty="0" err="1"/>
            <a:t>політики</a:t>
          </a:r>
          <a:r>
            <a:rPr lang="ru-RU" b="0" i="0" dirty="0"/>
            <a:t> «</a:t>
          </a:r>
          <a:r>
            <a:rPr lang="ru-RU" b="0" i="0" dirty="0" err="1"/>
            <a:t>гласності</a:t>
          </a:r>
          <a:r>
            <a:rPr lang="ru-RU" b="0" i="0" dirty="0"/>
            <a:t>».</a:t>
          </a:r>
          <a:endParaRPr lang="uk-UA" dirty="0"/>
        </a:p>
      </dgm:t>
    </dgm:pt>
    <dgm:pt modelId="{C29BCA51-E7B6-4633-A636-7EC6A486B27B}" type="parTrans" cxnId="{8543E645-6950-4737-9FEF-853DAA4B40E7}">
      <dgm:prSet/>
      <dgm:spPr/>
      <dgm:t>
        <a:bodyPr/>
        <a:lstStyle/>
        <a:p>
          <a:endParaRPr lang="uk-UA"/>
        </a:p>
      </dgm:t>
    </dgm:pt>
    <dgm:pt modelId="{3186B68C-B4E4-4D8E-9DE3-0442767884C1}" type="sibTrans" cxnId="{8543E645-6950-4737-9FEF-853DAA4B40E7}">
      <dgm:prSet/>
      <dgm:spPr/>
      <dgm:t>
        <a:bodyPr/>
        <a:lstStyle/>
        <a:p>
          <a:endParaRPr lang="uk-UA"/>
        </a:p>
      </dgm:t>
    </dgm:pt>
    <dgm:pt modelId="{2659795F-9453-4A25-9CC2-DE1450F18926}">
      <dgm:prSet/>
      <dgm:spPr/>
      <dgm:t>
        <a:bodyPr/>
        <a:lstStyle/>
        <a:p>
          <a:r>
            <a:rPr lang="ru-RU" b="0" i="0" dirty="0"/>
            <a:t>провал </a:t>
          </a:r>
          <a:r>
            <a:rPr lang="ru-RU" b="0" i="0" dirty="0" err="1"/>
            <a:t>політики</a:t>
          </a:r>
          <a:r>
            <a:rPr lang="ru-RU" b="0" i="0" dirty="0"/>
            <a:t> «</a:t>
          </a:r>
          <a:r>
            <a:rPr lang="ru-RU" b="0" i="0" dirty="0" err="1"/>
            <a:t>перебудови</a:t>
          </a:r>
          <a:r>
            <a:rPr lang="ru-RU" b="0" i="0" dirty="0"/>
            <a:t>».</a:t>
          </a:r>
          <a:endParaRPr lang="uk-UA" dirty="0"/>
        </a:p>
      </dgm:t>
    </dgm:pt>
    <dgm:pt modelId="{005C945E-E66E-4382-807A-0740F7292E10}" type="parTrans" cxnId="{BC7DF746-B7DD-4D17-8463-51EDE5A502FE}">
      <dgm:prSet/>
      <dgm:spPr/>
      <dgm:t>
        <a:bodyPr/>
        <a:lstStyle/>
        <a:p>
          <a:endParaRPr lang="uk-UA"/>
        </a:p>
      </dgm:t>
    </dgm:pt>
    <dgm:pt modelId="{D676942C-77AE-4563-869D-A1A216607465}" type="sibTrans" cxnId="{BC7DF746-B7DD-4D17-8463-51EDE5A502FE}">
      <dgm:prSet/>
      <dgm:spPr/>
      <dgm:t>
        <a:bodyPr/>
        <a:lstStyle/>
        <a:p>
          <a:endParaRPr lang="uk-UA"/>
        </a:p>
      </dgm:t>
    </dgm:pt>
    <dgm:pt modelId="{0F608E0B-8D1D-47D3-9A88-917E2C43985C}">
      <dgm:prSet/>
      <dgm:spPr/>
      <dgm:t>
        <a:bodyPr/>
        <a:lstStyle/>
        <a:p>
          <a:r>
            <a:rPr lang="ru-RU" b="0" i="0" dirty="0" err="1"/>
            <a:t>занепад</a:t>
          </a:r>
          <a:r>
            <a:rPr lang="ru-RU" b="0" i="0" dirty="0"/>
            <a:t> «</a:t>
          </a:r>
          <a:r>
            <a:rPr lang="ru-RU" b="0" i="0" dirty="0" err="1"/>
            <a:t>самвидаву</a:t>
          </a:r>
          <a:r>
            <a:rPr lang="ru-RU" b="0" i="0" dirty="0"/>
            <a:t>».</a:t>
          </a:r>
          <a:endParaRPr lang="uk-UA" dirty="0"/>
        </a:p>
      </dgm:t>
    </dgm:pt>
    <dgm:pt modelId="{56FB357D-3A64-4F98-88CD-7DC2DA650474}" type="parTrans" cxnId="{2526FB1A-8265-4715-A88B-FA7853847FC6}">
      <dgm:prSet/>
      <dgm:spPr/>
      <dgm:t>
        <a:bodyPr/>
        <a:lstStyle/>
        <a:p>
          <a:endParaRPr lang="uk-UA"/>
        </a:p>
      </dgm:t>
    </dgm:pt>
    <dgm:pt modelId="{31B1A0A6-0FEE-47DD-9B83-7ECABC5CE753}" type="sibTrans" cxnId="{2526FB1A-8265-4715-A88B-FA7853847FC6}">
      <dgm:prSet/>
      <dgm:spPr/>
      <dgm:t>
        <a:bodyPr/>
        <a:lstStyle/>
        <a:p>
          <a:endParaRPr lang="uk-UA"/>
        </a:p>
      </dgm:t>
    </dgm:pt>
    <dgm:pt modelId="{FB49552A-D834-4105-9212-94F7B790F179}" type="pres">
      <dgm:prSet presAssocID="{738B6F23-D7E7-4F7D-8CC6-D1A0FE378E66}" presName="linearFlow" presStyleCnt="0">
        <dgm:presLayoutVars>
          <dgm:dir/>
          <dgm:resizeHandles val="exact"/>
        </dgm:presLayoutVars>
      </dgm:prSet>
      <dgm:spPr/>
    </dgm:pt>
    <dgm:pt modelId="{11621AB6-7947-4E7B-A535-989C3C4B81BE}" type="pres">
      <dgm:prSet presAssocID="{1FA524E0-9264-4111-9F0A-79FF63448AAB}" presName="composite" presStyleCnt="0"/>
      <dgm:spPr/>
    </dgm:pt>
    <dgm:pt modelId="{4C1205E6-18B8-4689-A770-07C44ABC7A49}" type="pres">
      <dgm:prSet presAssocID="{1FA524E0-9264-4111-9F0A-79FF63448AAB}" presName="imgShp" presStyleLbl="fgImgPlace1" presStyleIdx="0" presStyleCnt="4"/>
      <dgm:spPr/>
    </dgm:pt>
    <dgm:pt modelId="{027BC9D4-A445-4B10-8E1F-544DFDD49F93}" type="pres">
      <dgm:prSet presAssocID="{1FA524E0-9264-4111-9F0A-79FF63448AAB}" presName="txShp" presStyleLbl="node1" presStyleIdx="0" presStyleCnt="4">
        <dgm:presLayoutVars>
          <dgm:bulletEnabled val="1"/>
        </dgm:presLayoutVars>
      </dgm:prSet>
      <dgm:spPr/>
    </dgm:pt>
    <dgm:pt modelId="{2F376C49-20CC-4D20-8348-BB3C9D2B2450}" type="pres">
      <dgm:prSet presAssocID="{16080D5A-95B1-4745-AA89-50EDB29DF063}" presName="spacing" presStyleCnt="0"/>
      <dgm:spPr/>
    </dgm:pt>
    <dgm:pt modelId="{7C495352-C4D1-4832-97E1-9B41BDE78B44}" type="pres">
      <dgm:prSet presAssocID="{0F8EC8D3-BB82-47DA-8341-E45CEE7CBA70}" presName="composite" presStyleCnt="0"/>
      <dgm:spPr/>
    </dgm:pt>
    <dgm:pt modelId="{D81E7A2D-5F31-495D-8F77-C0B4EB1BDDE5}" type="pres">
      <dgm:prSet presAssocID="{0F8EC8D3-BB82-47DA-8341-E45CEE7CBA70}" presName="imgShp" presStyleLbl="fgImgPlace1" presStyleIdx="1" presStyleCnt="4"/>
      <dgm:spPr/>
    </dgm:pt>
    <dgm:pt modelId="{BD609BB9-14D6-4AF1-9F12-2B3612C83793}" type="pres">
      <dgm:prSet presAssocID="{0F8EC8D3-BB82-47DA-8341-E45CEE7CBA70}" presName="txShp" presStyleLbl="node1" presStyleIdx="1" presStyleCnt="4">
        <dgm:presLayoutVars>
          <dgm:bulletEnabled val="1"/>
        </dgm:presLayoutVars>
      </dgm:prSet>
      <dgm:spPr/>
    </dgm:pt>
    <dgm:pt modelId="{61A47E31-84EF-42EC-A1D2-76B3C6BA640E}" type="pres">
      <dgm:prSet presAssocID="{3186B68C-B4E4-4D8E-9DE3-0442767884C1}" presName="spacing" presStyleCnt="0"/>
      <dgm:spPr/>
    </dgm:pt>
    <dgm:pt modelId="{402A6AE3-45BB-437A-8C2B-17A9BEAFCFCA}" type="pres">
      <dgm:prSet presAssocID="{2659795F-9453-4A25-9CC2-DE1450F18926}" presName="composite" presStyleCnt="0"/>
      <dgm:spPr/>
    </dgm:pt>
    <dgm:pt modelId="{C6DCDC18-4ADC-47A1-A7A7-867BB0BB65BE}" type="pres">
      <dgm:prSet presAssocID="{2659795F-9453-4A25-9CC2-DE1450F18926}" presName="imgShp" presStyleLbl="fgImgPlace1" presStyleIdx="2" presStyleCnt="4"/>
      <dgm:spPr/>
    </dgm:pt>
    <dgm:pt modelId="{CCD06D20-C814-4D7A-BE0C-75824A6E061B}" type="pres">
      <dgm:prSet presAssocID="{2659795F-9453-4A25-9CC2-DE1450F18926}" presName="txShp" presStyleLbl="node1" presStyleIdx="2" presStyleCnt="4">
        <dgm:presLayoutVars>
          <dgm:bulletEnabled val="1"/>
        </dgm:presLayoutVars>
      </dgm:prSet>
      <dgm:spPr/>
    </dgm:pt>
    <dgm:pt modelId="{6BE1A0C3-1837-4D9A-AAE0-301F86F666EB}" type="pres">
      <dgm:prSet presAssocID="{D676942C-77AE-4563-869D-A1A216607465}" presName="spacing" presStyleCnt="0"/>
      <dgm:spPr/>
    </dgm:pt>
    <dgm:pt modelId="{E85C67B4-B947-493A-9F9E-94ADD2C7C714}" type="pres">
      <dgm:prSet presAssocID="{0F608E0B-8D1D-47D3-9A88-917E2C43985C}" presName="composite" presStyleCnt="0"/>
      <dgm:spPr/>
    </dgm:pt>
    <dgm:pt modelId="{A74F0108-96C2-4CD8-8FE3-C5ABA930F6EF}" type="pres">
      <dgm:prSet presAssocID="{0F608E0B-8D1D-47D3-9A88-917E2C43985C}" presName="imgShp" presStyleLbl="fgImgPlace1" presStyleIdx="3" presStyleCnt="4"/>
      <dgm:spPr/>
    </dgm:pt>
    <dgm:pt modelId="{4CFCE12F-1C49-44D6-A8BD-EC48E7FD7799}" type="pres">
      <dgm:prSet presAssocID="{0F608E0B-8D1D-47D3-9A88-917E2C43985C}" presName="txShp" presStyleLbl="node1" presStyleIdx="3" presStyleCnt="4">
        <dgm:presLayoutVars>
          <dgm:bulletEnabled val="1"/>
        </dgm:presLayoutVars>
      </dgm:prSet>
      <dgm:spPr/>
    </dgm:pt>
  </dgm:ptLst>
  <dgm:cxnLst>
    <dgm:cxn modelId="{92CF540D-9681-46F0-A091-CF0205D4E8F5}" type="presOf" srcId="{0F608E0B-8D1D-47D3-9A88-917E2C43985C}" destId="{4CFCE12F-1C49-44D6-A8BD-EC48E7FD7799}" srcOrd="0" destOrd="0" presId="urn:microsoft.com/office/officeart/2005/8/layout/vList3"/>
    <dgm:cxn modelId="{2526FB1A-8265-4715-A88B-FA7853847FC6}" srcId="{738B6F23-D7E7-4F7D-8CC6-D1A0FE378E66}" destId="{0F608E0B-8D1D-47D3-9A88-917E2C43985C}" srcOrd="3" destOrd="0" parTransId="{56FB357D-3A64-4F98-88CD-7DC2DA650474}" sibTransId="{31B1A0A6-0FEE-47DD-9B83-7ECABC5CE753}"/>
    <dgm:cxn modelId="{5C3AE83F-68E3-4EBE-9A4D-34AFD675681E}" type="presOf" srcId="{2659795F-9453-4A25-9CC2-DE1450F18926}" destId="{CCD06D20-C814-4D7A-BE0C-75824A6E061B}" srcOrd="0" destOrd="0" presId="urn:microsoft.com/office/officeart/2005/8/layout/vList3"/>
    <dgm:cxn modelId="{8543E645-6950-4737-9FEF-853DAA4B40E7}" srcId="{738B6F23-D7E7-4F7D-8CC6-D1A0FE378E66}" destId="{0F8EC8D3-BB82-47DA-8341-E45CEE7CBA70}" srcOrd="1" destOrd="0" parTransId="{C29BCA51-E7B6-4633-A636-7EC6A486B27B}" sibTransId="{3186B68C-B4E4-4D8E-9DE3-0442767884C1}"/>
    <dgm:cxn modelId="{BC7DF746-B7DD-4D17-8463-51EDE5A502FE}" srcId="{738B6F23-D7E7-4F7D-8CC6-D1A0FE378E66}" destId="{2659795F-9453-4A25-9CC2-DE1450F18926}" srcOrd="2" destOrd="0" parTransId="{005C945E-E66E-4382-807A-0740F7292E10}" sibTransId="{D676942C-77AE-4563-869D-A1A216607465}"/>
    <dgm:cxn modelId="{5F283750-569F-4140-831C-97D6003925EF}" type="presOf" srcId="{1FA524E0-9264-4111-9F0A-79FF63448AAB}" destId="{027BC9D4-A445-4B10-8E1F-544DFDD49F93}" srcOrd="0" destOrd="0" presId="urn:microsoft.com/office/officeart/2005/8/layout/vList3"/>
    <dgm:cxn modelId="{4B699678-8A54-4618-A6F6-0FE503B34255}" type="presOf" srcId="{0F8EC8D3-BB82-47DA-8341-E45CEE7CBA70}" destId="{BD609BB9-14D6-4AF1-9F12-2B3612C83793}" srcOrd="0" destOrd="0" presId="urn:microsoft.com/office/officeart/2005/8/layout/vList3"/>
    <dgm:cxn modelId="{1F681E8E-93A9-4F37-9585-BA0AFEA8648F}" type="presOf" srcId="{738B6F23-D7E7-4F7D-8CC6-D1A0FE378E66}" destId="{FB49552A-D834-4105-9212-94F7B790F179}" srcOrd="0" destOrd="0" presId="urn:microsoft.com/office/officeart/2005/8/layout/vList3"/>
    <dgm:cxn modelId="{64953AA0-9CDA-4C2D-BBC6-A1A80A10A35D}" srcId="{738B6F23-D7E7-4F7D-8CC6-D1A0FE378E66}" destId="{1FA524E0-9264-4111-9F0A-79FF63448AAB}" srcOrd="0" destOrd="0" parTransId="{2CE87B33-3E69-483E-B7D9-52BBB8E4B735}" sibTransId="{16080D5A-95B1-4745-AA89-50EDB29DF063}"/>
    <dgm:cxn modelId="{0D876FC9-633D-421A-952B-E424B06BDA89}" type="presParOf" srcId="{FB49552A-D834-4105-9212-94F7B790F179}" destId="{11621AB6-7947-4E7B-A535-989C3C4B81BE}" srcOrd="0" destOrd="0" presId="urn:microsoft.com/office/officeart/2005/8/layout/vList3"/>
    <dgm:cxn modelId="{51405DBF-BBE5-48DB-8860-532CF933A5C5}" type="presParOf" srcId="{11621AB6-7947-4E7B-A535-989C3C4B81BE}" destId="{4C1205E6-18B8-4689-A770-07C44ABC7A49}" srcOrd="0" destOrd="0" presId="urn:microsoft.com/office/officeart/2005/8/layout/vList3"/>
    <dgm:cxn modelId="{61A606B3-9441-4711-BBB9-323C1E255BD6}" type="presParOf" srcId="{11621AB6-7947-4E7B-A535-989C3C4B81BE}" destId="{027BC9D4-A445-4B10-8E1F-544DFDD49F93}" srcOrd="1" destOrd="0" presId="urn:microsoft.com/office/officeart/2005/8/layout/vList3"/>
    <dgm:cxn modelId="{90B7D03F-1654-4BCA-B870-4E36EE430C6B}" type="presParOf" srcId="{FB49552A-D834-4105-9212-94F7B790F179}" destId="{2F376C49-20CC-4D20-8348-BB3C9D2B2450}" srcOrd="1" destOrd="0" presId="urn:microsoft.com/office/officeart/2005/8/layout/vList3"/>
    <dgm:cxn modelId="{802D0345-39B5-47F4-B1F4-C97CC36EDC54}" type="presParOf" srcId="{FB49552A-D834-4105-9212-94F7B790F179}" destId="{7C495352-C4D1-4832-97E1-9B41BDE78B44}" srcOrd="2" destOrd="0" presId="urn:microsoft.com/office/officeart/2005/8/layout/vList3"/>
    <dgm:cxn modelId="{B068A990-7DBC-473A-B282-19CE96452BA5}" type="presParOf" srcId="{7C495352-C4D1-4832-97E1-9B41BDE78B44}" destId="{D81E7A2D-5F31-495D-8F77-C0B4EB1BDDE5}" srcOrd="0" destOrd="0" presId="urn:microsoft.com/office/officeart/2005/8/layout/vList3"/>
    <dgm:cxn modelId="{4CEC718E-928B-4651-8FF3-81C6DE4405A8}" type="presParOf" srcId="{7C495352-C4D1-4832-97E1-9B41BDE78B44}" destId="{BD609BB9-14D6-4AF1-9F12-2B3612C83793}" srcOrd="1" destOrd="0" presId="urn:microsoft.com/office/officeart/2005/8/layout/vList3"/>
    <dgm:cxn modelId="{703D0CD5-8377-4110-A36E-83D68C468992}" type="presParOf" srcId="{FB49552A-D834-4105-9212-94F7B790F179}" destId="{61A47E31-84EF-42EC-A1D2-76B3C6BA640E}" srcOrd="3" destOrd="0" presId="urn:microsoft.com/office/officeart/2005/8/layout/vList3"/>
    <dgm:cxn modelId="{402942D5-A1DE-4A2B-90EC-230B1F49DB89}" type="presParOf" srcId="{FB49552A-D834-4105-9212-94F7B790F179}" destId="{402A6AE3-45BB-437A-8C2B-17A9BEAFCFCA}" srcOrd="4" destOrd="0" presId="urn:microsoft.com/office/officeart/2005/8/layout/vList3"/>
    <dgm:cxn modelId="{17BE3371-4912-4B65-BBF7-19813D9DBF78}" type="presParOf" srcId="{402A6AE3-45BB-437A-8C2B-17A9BEAFCFCA}" destId="{C6DCDC18-4ADC-47A1-A7A7-867BB0BB65BE}" srcOrd="0" destOrd="0" presId="urn:microsoft.com/office/officeart/2005/8/layout/vList3"/>
    <dgm:cxn modelId="{37E1759A-FD9A-43C8-9071-71859634C031}" type="presParOf" srcId="{402A6AE3-45BB-437A-8C2B-17A9BEAFCFCA}" destId="{CCD06D20-C814-4D7A-BE0C-75824A6E061B}" srcOrd="1" destOrd="0" presId="urn:microsoft.com/office/officeart/2005/8/layout/vList3"/>
    <dgm:cxn modelId="{4C07E239-81F6-434F-B118-9479932FEC2A}" type="presParOf" srcId="{FB49552A-D834-4105-9212-94F7B790F179}" destId="{6BE1A0C3-1837-4D9A-AAE0-301F86F666EB}" srcOrd="5" destOrd="0" presId="urn:microsoft.com/office/officeart/2005/8/layout/vList3"/>
    <dgm:cxn modelId="{3AB4E54D-48B1-40D3-A7D4-F2A033510737}" type="presParOf" srcId="{FB49552A-D834-4105-9212-94F7B790F179}" destId="{E85C67B4-B947-493A-9F9E-94ADD2C7C714}" srcOrd="6" destOrd="0" presId="urn:microsoft.com/office/officeart/2005/8/layout/vList3"/>
    <dgm:cxn modelId="{CD0D428E-C058-4C1A-95C5-DBA8CE9B288D}" type="presParOf" srcId="{E85C67B4-B947-493A-9F9E-94ADD2C7C714}" destId="{A74F0108-96C2-4CD8-8FE3-C5ABA930F6EF}" srcOrd="0" destOrd="0" presId="urn:microsoft.com/office/officeart/2005/8/layout/vList3"/>
    <dgm:cxn modelId="{1FFCD37B-5334-4908-A7A9-6006F255C7FA}" type="presParOf" srcId="{E85C67B4-B947-493A-9F9E-94ADD2C7C714}" destId="{4CFCE12F-1C49-44D6-A8BD-EC48E7FD779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4771F2D-2027-4801-A31E-2C3C0C4A51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1F6BED96-EE32-42E9-BA6E-AF0EB7064C37}">
      <dgm:prSet/>
      <dgm:spPr/>
      <dgm:t>
        <a:bodyPr/>
        <a:lstStyle/>
        <a:p>
          <a:r>
            <a:rPr lang="ru-RU" b="0" i="0"/>
            <a:t>квітень 1985 р.</a:t>
          </a:r>
          <a:endParaRPr lang="uk-UA"/>
        </a:p>
      </dgm:t>
    </dgm:pt>
    <dgm:pt modelId="{5C7B0864-E3EF-4CDD-BC5C-CBEFB1235241}" type="parTrans" cxnId="{62A04495-F725-434E-BCC5-136F1E389213}">
      <dgm:prSet/>
      <dgm:spPr/>
      <dgm:t>
        <a:bodyPr/>
        <a:lstStyle/>
        <a:p>
          <a:endParaRPr lang="uk-UA"/>
        </a:p>
      </dgm:t>
    </dgm:pt>
    <dgm:pt modelId="{1655EA71-C5BF-4D81-881A-B16272574BA9}" type="sibTrans" cxnId="{62A04495-F725-434E-BCC5-136F1E389213}">
      <dgm:prSet/>
      <dgm:spPr/>
      <dgm:t>
        <a:bodyPr/>
        <a:lstStyle/>
        <a:p>
          <a:endParaRPr lang="uk-UA"/>
        </a:p>
      </dgm:t>
    </dgm:pt>
    <dgm:pt modelId="{9BA9C382-0998-4F1F-A8F8-39ADABC24969}">
      <dgm:prSet/>
      <dgm:spPr/>
      <dgm:t>
        <a:bodyPr/>
        <a:lstStyle/>
        <a:p>
          <a:r>
            <a:rPr lang="ru-RU" b="0" i="0" dirty="0"/>
            <a:t>вересень 1989 р.</a:t>
          </a:r>
          <a:endParaRPr lang="uk-UA" dirty="0"/>
        </a:p>
      </dgm:t>
    </dgm:pt>
    <dgm:pt modelId="{A1B08B15-E0E9-4884-94DE-E2522ACF8CA6}" type="parTrans" cxnId="{3EB901B3-76CC-4E3B-917C-200140C30D3B}">
      <dgm:prSet/>
      <dgm:spPr/>
      <dgm:t>
        <a:bodyPr/>
        <a:lstStyle/>
        <a:p>
          <a:endParaRPr lang="uk-UA"/>
        </a:p>
      </dgm:t>
    </dgm:pt>
    <dgm:pt modelId="{7FD1D7AE-403C-43F7-8FA6-1544A25900D6}" type="sibTrans" cxnId="{3EB901B3-76CC-4E3B-917C-200140C30D3B}">
      <dgm:prSet/>
      <dgm:spPr/>
      <dgm:t>
        <a:bodyPr/>
        <a:lstStyle/>
        <a:p>
          <a:endParaRPr lang="uk-UA"/>
        </a:p>
      </dgm:t>
    </dgm:pt>
    <dgm:pt modelId="{0D81BCD6-A361-4637-A182-F00F37CC203D}">
      <dgm:prSet/>
      <dgm:spPr/>
      <dgm:t>
        <a:bodyPr/>
        <a:lstStyle/>
        <a:p>
          <a:r>
            <a:rPr lang="ru-RU" b="0" i="0" dirty="0"/>
            <a:t>березень 1990 р.</a:t>
          </a:r>
          <a:endParaRPr lang="uk-UA" dirty="0"/>
        </a:p>
      </dgm:t>
    </dgm:pt>
    <dgm:pt modelId="{79EF1791-8177-4302-97CA-C81910E748B3}" type="parTrans" cxnId="{E126B5E7-4840-425E-9A3B-943E5D763874}">
      <dgm:prSet/>
      <dgm:spPr/>
      <dgm:t>
        <a:bodyPr/>
        <a:lstStyle/>
        <a:p>
          <a:endParaRPr lang="uk-UA"/>
        </a:p>
      </dgm:t>
    </dgm:pt>
    <dgm:pt modelId="{5AB74515-2DE3-4706-95FE-F8F542C00877}" type="sibTrans" cxnId="{E126B5E7-4840-425E-9A3B-943E5D763874}">
      <dgm:prSet/>
      <dgm:spPr/>
      <dgm:t>
        <a:bodyPr/>
        <a:lstStyle/>
        <a:p>
          <a:endParaRPr lang="uk-UA"/>
        </a:p>
      </dgm:t>
    </dgm:pt>
    <dgm:pt modelId="{DB67481D-B694-43E7-A618-7B10B31B0578}">
      <dgm:prSet/>
      <dgm:spPr/>
      <dgm:t>
        <a:bodyPr/>
        <a:lstStyle/>
        <a:p>
          <a:r>
            <a:rPr lang="ru-RU" b="0" i="0" dirty="0"/>
            <a:t>липень 1991 р.</a:t>
          </a:r>
          <a:endParaRPr lang="uk-UA" dirty="0"/>
        </a:p>
      </dgm:t>
    </dgm:pt>
    <dgm:pt modelId="{C37CE623-3CEF-47B4-B447-AE499D0527F6}" type="parTrans" cxnId="{4553ADA5-016F-4116-8413-5A470769D18A}">
      <dgm:prSet/>
      <dgm:spPr/>
      <dgm:t>
        <a:bodyPr/>
        <a:lstStyle/>
        <a:p>
          <a:endParaRPr lang="uk-UA"/>
        </a:p>
      </dgm:t>
    </dgm:pt>
    <dgm:pt modelId="{BBE1F6D0-C145-4B04-B627-51D1117174E7}" type="sibTrans" cxnId="{4553ADA5-016F-4116-8413-5A470769D18A}">
      <dgm:prSet/>
      <dgm:spPr/>
      <dgm:t>
        <a:bodyPr/>
        <a:lstStyle/>
        <a:p>
          <a:endParaRPr lang="uk-UA"/>
        </a:p>
      </dgm:t>
    </dgm:pt>
    <dgm:pt modelId="{995BB931-D796-4EC6-A444-B643EEEC3862}" type="pres">
      <dgm:prSet presAssocID="{54771F2D-2027-4801-A31E-2C3C0C4A51D9}" presName="linear" presStyleCnt="0">
        <dgm:presLayoutVars>
          <dgm:animLvl val="lvl"/>
          <dgm:resizeHandles val="exact"/>
        </dgm:presLayoutVars>
      </dgm:prSet>
      <dgm:spPr/>
    </dgm:pt>
    <dgm:pt modelId="{264C95E3-A0CA-466C-9822-A62181E6ED6E}" type="pres">
      <dgm:prSet presAssocID="{1F6BED96-EE32-42E9-BA6E-AF0EB7064C3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093DC5F-5477-430D-BE1A-13A9481CA972}" type="pres">
      <dgm:prSet presAssocID="{1655EA71-C5BF-4D81-881A-B16272574BA9}" presName="spacer" presStyleCnt="0"/>
      <dgm:spPr/>
    </dgm:pt>
    <dgm:pt modelId="{7F9A41F8-4B35-498B-B9C8-096EB8E03309}" type="pres">
      <dgm:prSet presAssocID="{9BA9C382-0998-4F1F-A8F8-39ADABC2496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5DE055D-19D2-4EAB-B92A-EA0D31891BF3}" type="pres">
      <dgm:prSet presAssocID="{7FD1D7AE-403C-43F7-8FA6-1544A25900D6}" presName="spacer" presStyleCnt="0"/>
      <dgm:spPr/>
    </dgm:pt>
    <dgm:pt modelId="{5E471E97-7A47-498E-A57A-83E82215020B}" type="pres">
      <dgm:prSet presAssocID="{0D81BCD6-A361-4637-A182-F00F37CC203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7BA8BB4-5B62-4DF9-AE4B-4C588E4E2BD0}" type="pres">
      <dgm:prSet presAssocID="{5AB74515-2DE3-4706-95FE-F8F542C00877}" presName="spacer" presStyleCnt="0"/>
      <dgm:spPr/>
    </dgm:pt>
    <dgm:pt modelId="{BB80C59E-5CBB-4B52-B5B5-1071243CA907}" type="pres">
      <dgm:prSet presAssocID="{DB67481D-B694-43E7-A618-7B10B31B057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BECC82D-89D6-492F-B988-B37D6D030437}" type="presOf" srcId="{0D81BCD6-A361-4637-A182-F00F37CC203D}" destId="{5E471E97-7A47-498E-A57A-83E82215020B}" srcOrd="0" destOrd="0" presId="urn:microsoft.com/office/officeart/2005/8/layout/vList2"/>
    <dgm:cxn modelId="{F78BB165-437B-4571-AE89-CC063627DDCB}" type="presOf" srcId="{DB67481D-B694-43E7-A618-7B10B31B0578}" destId="{BB80C59E-5CBB-4B52-B5B5-1071243CA907}" srcOrd="0" destOrd="0" presId="urn:microsoft.com/office/officeart/2005/8/layout/vList2"/>
    <dgm:cxn modelId="{62A04495-F725-434E-BCC5-136F1E389213}" srcId="{54771F2D-2027-4801-A31E-2C3C0C4A51D9}" destId="{1F6BED96-EE32-42E9-BA6E-AF0EB7064C37}" srcOrd="0" destOrd="0" parTransId="{5C7B0864-E3EF-4CDD-BC5C-CBEFB1235241}" sibTransId="{1655EA71-C5BF-4D81-881A-B16272574BA9}"/>
    <dgm:cxn modelId="{4553ADA5-016F-4116-8413-5A470769D18A}" srcId="{54771F2D-2027-4801-A31E-2C3C0C4A51D9}" destId="{DB67481D-B694-43E7-A618-7B10B31B0578}" srcOrd="3" destOrd="0" parTransId="{C37CE623-3CEF-47B4-B447-AE499D0527F6}" sibTransId="{BBE1F6D0-C145-4B04-B627-51D1117174E7}"/>
    <dgm:cxn modelId="{28FADEB0-5348-40FE-84F7-5D660CDBB2B0}" type="presOf" srcId="{54771F2D-2027-4801-A31E-2C3C0C4A51D9}" destId="{995BB931-D796-4EC6-A444-B643EEEC3862}" srcOrd="0" destOrd="0" presId="urn:microsoft.com/office/officeart/2005/8/layout/vList2"/>
    <dgm:cxn modelId="{3EB901B3-76CC-4E3B-917C-200140C30D3B}" srcId="{54771F2D-2027-4801-A31E-2C3C0C4A51D9}" destId="{9BA9C382-0998-4F1F-A8F8-39ADABC24969}" srcOrd="1" destOrd="0" parTransId="{A1B08B15-E0E9-4884-94DE-E2522ACF8CA6}" sibTransId="{7FD1D7AE-403C-43F7-8FA6-1544A25900D6}"/>
    <dgm:cxn modelId="{5201EFD2-02E9-4025-9820-10439DFD944F}" type="presOf" srcId="{9BA9C382-0998-4F1F-A8F8-39ADABC24969}" destId="{7F9A41F8-4B35-498B-B9C8-096EB8E03309}" srcOrd="0" destOrd="0" presId="urn:microsoft.com/office/officeart/2005/8/layout/vList2"/>
    <dgm:cxn modelId="{FBCD12D7-1612-4749-905B-B89D30FD54C8}" type="presOf" srcId="{1F6BED96-EE32-42E9-BA6E-AF0EB7064C37}" destId="{264C95E3-A0CA-466C-9822-A62181E6ED6E}" srcOrd="0" destOrd="0" presId="urn:microsoft.com/office/officeart/2005/8/layout/vList2"/>
    <dgm:cxn modelId="{E126B5E7-4840-425E-9A3B-943E5D763874}" srcId="{54771F2D-2027-4801-A31E-2C3C0C4A51D9}" destId="{0D81BCD6-A361-4637-A182-F00F37CC203D}" srcOrd="2" destOrd="0" parTransId="{79EF1791-8177-4302-97CA-C81910E748B3}" sibTransId="{5AB74515-2DE3-4706-95FE-F8F542C00877}"/>
    <dgm:cxn modelId="{CC2BA620-6B7F-4C32-B420-6D1EF04E6851}" type="presParOf" srcId="{995BB931-D796-4EC6-A444-B643EEEC3862}" destId="{264C95E3-A0CA-466C-9822-A62181E6ED6E}" srcOrd="0" destOrd="0" presId="urn:microsoft.com/office/officeart/2005/8/layout/vList2"/>
    <dgm:cxn modelId="{CAE0552F-86E4-4E4B-963D-95AC3D5E3348}" type="presParOf" srcId="{995BB931-D796-4EC6-A444-B643EEEC3862}" destId="{D093DC5F-5477-430D-BE1A-13A9481CA972}" srcOrd="1" destOrd="0" presId="urn:microsoft.com/office/officeart/2005/8/layout/vList2"/>
    <dgm:cxn modelId="{234EC66B-97B9-4A0B-B27B-F1A9D2DE3701}" type="presParOf" srcId="{995BB931-D796-4EC6-A444-B643EEEC3862}" destId="{7F9A41F8-4B35-498B-B9C8-096EB8E03309}" srcOrd="2" destOrd="0" presId="urn:microsoft.com/office/officeart/2005/8/layout/vList2"/>
    <dgm:cxn modelId="{5DCCB778-17BB-40EC-A137-BB7341FFE395}" type="presParOf" srcId="{995BB931-D796-4EC6-A444-B643EEEC3862}" destId="{05DE055D-19D2-4EAB-B92A-EA0D31891BF3}" srcOrd="3" destOrd="0" presId="urn:microsoft.com/office/officeart/2005/8/layout/vList2"/>
    <dgm:cxn modelId="{56999D05-E1DB-4BF2-ADAF-2447530CD72B}" type="presParOf" srcId="{995BB931-D796-4EC6-A444-B643EEEC3862}" destId="{5E471E97-7A47-498E-A57A-83E82215020B}" srcOrd="4" destOrd="0" presId="urn:microsoft.com/office/officeart/2005/8/layout/vList2"/>
    <dgm:cxn modelId="{F5C61D71-BDDC-4267-AAAF-E3C81CC249F2}" type="presParOf" srcId="{995BB931-D796-4EC6-A444-B643EEEC3862}" destId="{27BA8BB4-5B62-4DF9-AE4B-4C588E4E2BD0}" srcOrd="5" destOrd="0" presId="urn:microsoft.com/office/officeart/2005/8/layout/vList2"/>
    <dgm:cxn modelId="{63AB43B5-B202-4B5C-8CE9-1F3080F7C690}" type="presParOf" srcId="{995BB931-D796-4EC6-A444-B643EEEC3862}" destId="{BB80C59E-5CBB-4B52-B5B5-1071243CA90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22B2FDC-C0EE-440D-9F47-FA6D949F1C91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8F04B00B-61A0-4DAA-AC4E-4B6AAFF5EB7E}">
      <dgm:prSet/>
      <dgm:spPr/>
      <dgm:t>
        <a:bodyPr/>
        <a:lstStyle/>
        <a:p>
          <a:r>
            <a:rPr lang="ru-RU" b="0" i="0"/>
            <a:t>«відлига»</a:t>
          </a:r>
          <a:endParaRPr lang="uk-UA"/>
        </a:p>
      </dgm:t>
    </dgm:pt>
    <dgm:pt modelId="{6511A571-3C3B-4E23-8377-A027D71B14A0}" type="parTrans" cxnId="{0B2048A3-0992-44CD-AEB6-1E99B8B2D2C9}">
      <dgm:prSet/>
      <dgm:spPr/>
      <dgm:t>
        <a:bodyPr/>
        <a:lstStyle/>
        <a:p>
          <a:endParaRPr lang="uk-UA"/>
        </a:p>
      </dgm:t>
    </dgm:pt>
    <dgm:pt modelId="{2CC91732-1E33-47AE-8873-25E08B3CCA3E}" type="sibTrans" cxnId="{0B2048A3-0992-44CD-AEB6-1E99B8B2D2C9}">
      <dgm:prSet/>
      <dgm:spPr/>
      <dgm:t>
        <a:bodyPr/>
        <a:lstStyle/>
        <a:p>
          <a:endParaRPr lang="uk-UA"/>
        </a:p>
      </dgm:t>
    </dgm:pt>
    <dgm:pt modelId="{766A8D49-FFD7-4375-95E0-18B2CD55B587}">
      <dgm:prSet/>
      <dgm:spPr/>
      <dgm:t>
        <a:bodyPr/>
        <a:lstStyle/>
        <a:p>
          <a:r>
            <a:rPr lang="ru-RU" b="0" i="0"/>
            <a:t>«застій»</a:t>
          </a:r>
          <a:endParaRPr lang="uk-UA"/>
        </a:p>
      </dgm:t>
    </dgm:pt>
    <dgm:pt modelId="{8093DE0D-2102-4871-A9AF-EF31EC70A6E6}" type="parTrans" cxnId="{3B3552B7-975D-4945-8537-60D90DD3741A}">
      <dgm:prSet/>
      <dgm:spPr/>
      <dgm:t>
        <a:bodyPr/>
        <a:lstStyle/>
        <a:p>
          <a:endParaRPr lang="uk-UA"/>
        </a:p>
      </dgm:t>
    </dgm:pt>
    <dgm:pt modelId="{A39D493E-D21E-4C4F-B2CB-24B8ED276709}" type="sibTrans" cxnId="{3B3552B7-975D-4945-8537-60D90DD3741A}">
      <dgm:prSet/>
      <dgm:spPr/>
      <dgm:t>
        <a:bodyPr/>
        <a:lstStyle/>
        <a:p>
          <a:endParaRPr lang="uk-UA"/>
        </a:p>
      </dgm:t>
    </dgm:pt>
    <dgm:pt modelId="{E9A9AFB4-3982-4E07-A0EB-E8694C825251}">
      <dgm:prSet/>
      <dgm:spPr/>
      <dgm:t>
        <a:bodyPr/>
        <a:lstStyle/>
        <a:p>
          <a:r>
            <a:rPr lang="ru-RU" b="0" i="0"/>
            <a:t>«перебудова»</a:t>
          </a:r>
          <a:endParaRPr lang="uk-UA"/>
        </a:p>
      </dgm:t>
    </dgm:pt>
    <dgm:pt modelId="{63E3A33B-B84F-4AAB-AD26-AA17F570B87B}" type="parTrans" cxnId="{BFA18FDB-E8B1-4960-9F2F-18805F2BD793}">
      <dgm:prSet/>
      <dgm:spPr/>
      <dgm:t>
        <a:bodyPr/>
        <a:lstStyle/>
        <a:p>
          <a:endParaRPr lang="uk-UA"/>
        </a:p>
      </dgm:t>
    </dgm:pt>
    <dgm:pt modelId="{DE5BA22B-5350-4315-B915-B52F57F7AC5F}" type="sibTrans" cxnId="{BFA18FDB-E8B1-4960-9F2F-18805F2BD793}">
      <dgm:prSet/>
      <dgm:spPr/>
      <dgm:t>
        <a:bodyPr/>
        <a:lstStyle/>
        <a:p>
          <a:endParaRPr lang="uk-UA"/>
        </a:p>
      </dgm:t>
    </dgm:pt>
    <dgm:pt modelId="{B747F248-D956-4C5C-A5E3-CEB4B1BCDBA7}">
      <dgm:prSet/>
      <dgm:spPr/>
      <dgm:t>
        <a:bodyPr/>
        <a:lstStyle/>
        <a:p>
          <a:r>
            <a:rPr lang="ru-RU" b="0" i="0"/>
            <a:t>«незалежність»</a:t>
          </a:r>
          <a:endParaRPr lang="uk-UA"/>
        </a:p>
      </dgm:t>
    </dgm:pt>
    <dgm:pt modelId="{F1856ED2-E5E1-4C95-A825-FD7164F1983F}" type="parTrans" cxnId="{D5AEC433-975F-4263-B417-FA9FD20B8324}">
      <dgm:prSet/>
      <dgm:spPr/>
      <dgm:t>
        <a:bodyPr/>
        <a:lstStyle/>
        <a:p>
          <a:endParaRPr lang="uk-UA"/>
        </a:p>
      </dgm:t>
    </dgm:pt>
    <dgm:pt modelId="{842D6A04-CF8B-4707-A00C-93CAFA61BB50}" type="sibTrans" cxnId="{D5AEC433-975F-4263-B417-FA9FD20B8324}">
      <dgm:prSet/>
      <dgm:spPr/>
      <dgm:t>
        <a:bodyPr/>
        <a:lstStyle/>
        <a:p>
          <a:endParaRPr lang="uk-UA"/>
        </a:p>
      </dgm:t>
    </dgm:pt>
    <dgm:pt modelId="{0F5AC692-13C3-4CC5-85D1-F09061E252B9}" type="pres">
      <dgm:prSet presAssocID="{722B2FDC-C0EE-440D-9F47-FA6D949F1C91}" presName="linearFlow" presStyleCnt="0">
        <dgm:presLayoutVars>
          <dgm:dir/>
          <dgm:resizeHandles val="exact"/>
        </dgm:presLayoutVars>
      </dgm:prSet>
      <dgm:spPr/>
    </dgm:pt>
    <dgm:pt modelId="{8BFBAED4-B979-4999-BE3E-36E9420C655E}" type="pres">
      <dgm:prSet presAssocID="{8F04B00B-61A0-4DAA-AC4E-4B6AAFF5EB7E}" presName="composite" presStyleCnt="0"/>
      <dgm:spPr/>
    </dgm:pt>
    <dgm:pt modelId="{1ECD2E8F-044C-42BA-BAE0-9A4878EBCE75}" type="pres">
      <dgm:prSet presAssocID="{8F04B00B-61A0-4DAA-AC4E-4B6AAFF5EB7E}" presName="imgShp" presStyleLbl="fgImgPlace1" presStyleIdx="0" presStyleCnt="4"/>
      <dgm:spPr/>
    </dgm:pt>
    <dgm:pt modelId="{23438EAC-033E-4311-B8DC-EEFACA89D11D}" type="pres">
      <dgm:prSet presAssocID="{8F04B00B-61A0-4DAA-AC4E-4B6AAFF5EB7E}" presName="txShp" presStyleLbl="node1" presStyleIdx="0" presStyleCnt="4">
        <dgm:presLayoutVars>
          <dgm:bulletEnabled val="1"/>
        </dgm:presLayoutVars>
      </dgm:prSet>
      <dgm:spPr/>
    </dgm:pt>
    <dgm:pt modelId="{93B079C4-6709-4FA8-B482-9569881402E2}" type="pres">
      <dgm:prSet presAssocID="{2CC91732-1E33-47AE-8873-25E08B3CCA3E}" presName="spacing" presStyleCnt="0"/>
      <dgm:spPr/>
    </dgm:pt>
    <dgm:pt modelId="{36F61BA0-EA11-46F3-BED3-707D2D107EA1}" type="pres">
      <dgm:prSet presAssocID="{766A8D49-FFD7-4375-95E0-18B2CD55B587}" presName="composite" presStyleCnt="0"/>
      <dgm:spPr/>
    </dgm:pt>
    <dgm:pt modelId="{E4319BF5-2CED-478C-9901-E85C531E130B}" type="pres">
      <dgm:prSet presAssocID="{766A8D49-FFD7-4375-95E0-18B2CD55B587}" presName="imgShp" presStyleLbl="fgImgPlace1" presStyleIdx="1" presStyleCnt="4"/>
      <dgm:spPr/>
    </dgm:pt>
    <dgm:pt modelId="{3BB08FB1-8751-44A7-A24E-CCE6B6DE9F57}" type="pres">
      <dgm:prSet presAssocID="{766A8D49-FFD7-4375-95E0-18B2CD55B587}" presName="txShp" presStyleLbl="node1" presStyleIdx="1" presStyleCnt="4">
        <dgm:presLayoutVars>
          <dgm:bulletEnabled val="1"/>
        </dgm:presLayoutVars>
      </dgm:prSet>
      <dgm:spPr/>
    </dgm:pt>
    <dgm:pt modelId="{B3CE1DD8-BFD9-465B-9B99-CE5835B894A3}" type="pres">
      <dgm:prSet presAssocID="{A39D493E-D21E-4C4F-B2CB-24B8ED276709}" presName="spacing" presStyleCnt="0"/>
      <dgm:spPr/>
    </dgm:pt>
    <dgm:pt modelId="{352FBA89-B00A-4AEF-8594-53ACF7EB6E59}" type="pres">
      <dgm:prSet presAssocID="{E9A9AFB4-3982-4E07-A0EB-E8694C825251}" presName="composite" presStyleCnt="0"/>
      <dgm:spPr/>
    </dgm:pt>
    <dgm:pt modelId="{6B78A7C9-3D3A-4F83-B600-E7EA5C259ED8}" type="pres">
      <dgm:prSet presAssocID="{E9A9AFB4-3982-4E07-A0EB-E8694C825251}" presName="imgShp" presStyleLbl="fgImgPlace1" presStyleIdx="2" presStyleCnt="4"/>
      <dgm:spPr/>
    </dgm:pt>
    <dgm:pt modelId="{3E34C806-4149-4462-AD14-8CDE527B44B2}" type="pres">
      <dgm:prSet presAssocID="{E9A9AFB4-3982-4E07-A0EB-E8694C825251}" presName="txShp" presStyleLbl="node1" presStyleIdx="2" presStyleCnt="4">
        <dgm:presLayoutVars>
          <dgm:bulletEnabled val="1"/>
        </dgm:presLayoutVars>
      </dgm:prSet>
      <dgm:spPr/>
    </dgm:pt>
    <dgm:pt modelId="{CF0E8C8C-DF7C-4ACF-85B9-BE22BCBCCC14}" type="pres">
      <dgm:prSet presAssocID="{DE5BA22B-5350-4315-B915-B52F57F7AC5F}" presName="spacing" presStyleCnt="0"/>
      <dgm:spPr/>
    </dgm:pt>
    <dgm:pt modelId="{56FC3C0D-ADB2-4680-B40A-E9CB92DDF6D8}" type="pres">
      <dgm:prSet presAssocID="{B747F248-D956-4C5C-A5E3-CEB4B1BCDBA7}" presName="composite" presStyleCnt="0"/>
      <dgm:spPr/>
    </dgm:pt>
    <dgm:pt modelId="{33753869-A3CA-44E1-9D2C-EE112211C0B4}" type="pres">
      <dgm:prSet presAssocID="{B747F248-D956-4C5C-A5E3-CEB4B1BCDBA7}" presName="imgShp" presStyleLbl="fgImgPlace1" presStyleIdx="3" presStyleCnt="4"/>
      <dgm:spPr/>
    </dgm:pt>
    <dgm:pt modelId="{DAEC5108-7D9E-47C4-B18C-29BE8ECFD83B}" type="pres">
      <dgm:prSet presAssocID="{B747F248-D956-4C5C-A5E3-CEB4B1BCDBA7}" presName="txShp" presStyleLbl="node1" presStyleIdx="3" presStyleCnt="4">
        <dgm:presLayoutVars>
          <dgm:bulletEnabled val="1"/>
        </dgm:presLayoutVars>
      </dgm:prSet>
      <dgm:spPr/>
    </dgm:pt>
  </dgm:ptLst>
  <dgm:cxnLst>
    <dgm:cxn modelId="{3535672C-0658-47D1-B0E2-63006AB41992}" type="presOf" srcId="{B747F248-D956-4C5C-A5E3-CEB4B1BCDBA7}" destId="{DAEC5108-7D9E-47C4-B18C-29BE8ECFD83B}" srcOrd="0" destOrd="0" presId="urn:microsoft.com/office/officeart/2005/8/layout/vList3"/>
    <dgm:cxn modelId="{3B81D72E-E0D5-41AC-B3FA-A2FC748949A6}" type="presOf" srcId="{8F04B00B-61A0-4DAA-AC4E-4B6AAFF5EB7E}" destId="{23438EAC-033E-4311-B8DC-EEFACA89D11D}" srcOrd="0" destOrd="0" presId="urn:microsoft.com/office/officeart/2005/8/layout/vList3"/>
    <dgm:cxn modelId="{D5AEC433-975F-4263-B417-FA9FD20B8324}" srcId="{722B2FDC-C0EE-440D-9F47-FA6D949F1C91}" destId="{B747F248-D956-4C5C-A5E3-CEB4B1BCDBA7}" srcOrd="3" destOrd="0" parTransId="{F1856ED2-E5E1-4C95-A825-FD7164F1983F}" sibTransId="{842D6A04-CF8B-4707-A00C-93CAFA61BB50}"/>
    <dgm:cxn modelId="{7FAF5744-6D80-4A86-8466-B94815A98B14}" type="presOf" srcId="{766A8D49-FFD7-4375-95E0-18B2CD55B587}" destId="{3BB08FB1-8751-44A7-A24E-CCE6B6DE9F57}" srcOrd="0" destOrd="0" presId="urn:microsoft.com/office/officeart/2005/8/layout/vList3"/>
    <dgm:cxn modelId="{7308E484-FDFE-4287-9BDC-9C142641300F}" type="presOf" srcId="{722B2FDC-C0EE-440D-9F47-FA6D949F1C91}" destId="{0F5AC692-13C3-4CC5-85D1-F09061E252B9}" srcOrd="0" destOrd="0" presId="urn:microsoft.com/office/officeart/2005/8/layout/vList3"/>
    <dgm:cxn modelId="{A8E1388D-A6FF-48F1-8A62-DC3AE8F3C308}" type="presOf" srcId="{E9A9AFB4-3982-4E07-A0EB-E8694C825251}" destId="{3E34C806-4149-4462-AD14-8CDE527B44B2}" srcOrd="0" destOrd="0" presId="urn:microsoft.com/office/officeart/2005/8/layout/vList3"/>
    <dgm:cxn modelId="{0B2048A3-0992-44CD-AEB6-1E99B8B2D2C9}" srcId="{722B2FDC-C0EE-440D-9F47-FA6D949F1C91}" destId="{8F04B00B-61A0-4DAA-AC4E-4B6AAFF5EB7E}" srcOrd="0" destOrd="0" parTransId="{6511A571-3C3B-4E23-8377-A027D71B14A0}" sibTransId="{2CC91732-1E33-47AE-8873-25E08B3CCA3E}"/>
    <dgm:cxn modelId="{3B3552B7-975D-4945-8537-60D90DD3741A}" srcId="{722B2FDC-C0EE-440D-9F47-FA6D949F1C91}" destId="{766A8D49-FFD7-4375-95E0-18B2CD55B587}" srcOrd="1" destOrd="0" parTransId="{8093DE0D-2102-4871-A9AF-EF31EC70A6E6}" sibTransId="{A39D493E-D21E-4C4F-B2CB-24B8ED276709}"/>
    <dgm:cxn modelId="{BFA18FDB-E8B1-4960-9F2F-18805F2BD793}" srcId="{722B2FDC-C0EE-440D-9F47-FA6D949F1C91}" destId="{E9A9AFB4-3982-4E07-A0EB-E8694C825251}" srcOrd="2" destOrd="0" parTransId="{63E3A33B-B84F-4AAB-AD26-AA17F570B87B}" sibTransId="{DE5BA22B-5350-4315-B915-B52F57F7AC5F}"/>
    <dgm:cxn modelId="{74C8E80E-6CD5-4EBE-960E-3EBD78A21F07}" type="presParOf" srcId="{0F5AC692-13C3-4CC5-85D1-F09061E252B9}" destId="{8BFBAED4-B979-4999-BE3E-36E9420C655E}" srcOrd="0" destOrd="0" presId="urn:microsoft.com/office/officeart/2005/8/layout/vList3"/>
    <dgm:cxn modelId="{A6C388D5-D141-467F-834D-892A60BFB9F5}" type="presParOf" srcId="{8BFBAED4-B979-4999-BE3E-36E9420C655E}" destId="{1ECD2E8F-044C-42BA-BAE0-9A4878EBCE75}" srcOrd="0" destOrd="0" presId="urn:microsoft.com/office/officeart/2005/8/layout/vList3"/>
    <dgm:cxn modelId="{3D756598-F3FA-4DE2-AB95-4897433E399F}" type="presParOf" srcId="{8BFBAED4-B979-4999-BE3E-36E9420C655E}" destId="{23438EAC-033E-4311-B8DC-EEFACA89D11D}" srcOrd="1" destOrd="0" presId="urn:microsoft.com/office/officeart/2005/8/layout/vList3"/>
    <dgm:cxn modelId="{CAF862E6-B2E6-4D3E-B62E-C25F28869050}" type="presParOf" srcId="{0F5AC692-13C3-4CC5-85D1-F09061E252B9}" destId="{93B079C4-6709-4FA8-B482-9569881402E2}" srcOrd="1" destOrd="0" presId="urn:microsoft.com/office/officeart/2005/8/layout/vList3"/>
    <dgm:cxn modelId="{7D14EE0C-B7B0-4857-9980-FA871865EB72}" type="presParOf" srcId="{0F5AC692-13C3-4CC5-85D1-F09061E252B9}" destId="{36F61BA0-EA11-46F3-BED3-707D2D107EA1}" srcOrd="2" destOrd="0" presId="urn:microsoft.com/office/officeart/2005/8/layout/vList3"/>
    <dgm:cxn modelId="{8495975D-D47E-48EB-9880-0AC895158A98}" type="presParOf" srcId="{36F61BA0-EA11-46F3-BED3-707D2D107EA1}" destId="{E4319BF5-2CED-478C-9901-E85C531E130B}" srcOrd="0" destOrd="0" presId="urn:microsoft.com/office/officeart/2005/8/layout/vList3"/>
    <dgm:cxn modelId="{E52EBBBD-1743-4353-815D-A3AD6DC0ED52}" type="presParOf" srcId="{36F61BA0-EA11-46F3-BED3-707D2D107EA1}" destId="{3BB08FB1-8751-44A7-A24E-CCE6B6DE9F57}" srcOrd="1" destOrd="0" presId="urn:microsoft.com/office/officeart/2005/8/layout/vList3"/>
    <dgm:cxn modelId="{41B60E83-3D1F-49A5-9E6B-CCAC65F7ABEB}" type="presParOf" srcId="{0F5AC692-13C3-4CC5-85D1-F09061E252B9}" destId="{B3CE1DD8-BFD9-465B-9B99-CE5835B894A3}" srcOrd="3" destOrd="0" presId="urn:microsoft.com/office/officeart/2005/8/layout/vList3"/>
    <dgm:cxn modelId="{0AC016C2-E891-4EE7-8804-C03690896564}" type="presParOf" srcId="{0F5AC692-13C3-4CC5-85D1-F09061E252B9}" destId="{352FBA89-B00A-4AEF-8594-53ACF7EB6E59}" srcOrd="4" destOrd="0" presId="urn:microsoft.com/office/officeart/2005/8/layout/vList3"/>
    <dgm:cxn modelId="{7D8A31BC-0825-43B2-8D17-D617F08E8610}" type="presParOf" srcId="{352FBA89-B00A-4AEF-8594-53ACF7EB6E59}" destId="{6B78A7C9-3D3A-4F83-B600-E7EA5C259ED8}" srcOrd="0" destOrd="0" presId="urn:microsoft.com/office/officeart/2005/8/layout/vList3"/>
    <dgm:cxn modelId="{D30F9F12-B75E-4D74-9B6A-DFE0F90B9ECA}" type="presParOf" srcId="{352FBA89-B00A-4AEF-8594-53ACF7EB6E59}" destId="{3E34C806-4149-4462-AD14-8CDE527B44B2}" srcOrd="1" destOrd="0" presId="urn:microsoft.com/office/officeart/2005/8/layout/vList3"/>
    <dgm:cxn modelId="{63148F6D-1706-4985-BB39-72D5895483D0}" type="presParOf" srcId="{0F5AC692-13C3-4CC5-85D1-F09061E252B9}" destId="{CF0E8C8C-DF7C-4ACF-85B9-BE22BCBCCC14}" srcOrd="5" destOrd="0" presId="urn:microsoft.com/office/officeart/2005/8/layout/vList3"/>
    <dgm:cxn modelId="{72A59B15-344A-49E3-A6D1-C66DD93CB407}" type="presParOf" srcId="{0F5AC692-13C3-4CC5-85D1-F09061E252B9}" destId="{56FC3C0D-ADB2-4680-B40A-E9CB92DDF6D8}" srcOrd="6" destOrd="0" presId="urn:microsoft.com/office/officeart/2005/8/layout/vList3"/>
    <dgm:cxn modelId="{D8C2AC02-1EA3-4772-8210-86EAF6A047FA}" type="presParOf" srcId="{56FC3C0D-ADB2-4680-B40A-E9CB92DDF6D8}" destId="{33753869-A3CA-44E1-9D2C-EE112211C0B4}" srcOrd="0" destOrd="0" presId="urn:microsoft.com/office/officeart/2005/8/layout/vList3"/>
    <dgm:cxn modelId="{6DD3471E-0D3B-439C-8C59-61095FB447EE}" type="presParOf" srcId="{56FC3C0D-ADB2-4680-B40A-E9CB92DDF6D8}" destId="{DAEC5108-7D9E-47C4-B18C-29BE8ECFD83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7D988C17-9823-4B16-BA1F-EF52780F9F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9696437-1334-41CF-99F9-B7CAAC51BA91}">
      <dgm:prSet/>
      <dgm:spPr/>
      <dgm:t>
        <a:bodyPr/>
        <a:lstStyle/>
        <a:p>
          <a:r>
            <a:rPr lang="ru-RU" b="0" i="1"/>
            <a:t>«В Україні… понад мільйон осіб, винних у порушенні антиалкогольного законодавства, зазнали адміністративних стягнень. У Закарпатті та в Криму знищили виноградники унікальних сортів...»</a:t>
          </a:r>
          <a:endParaRPr lang="uk-UA"/>
        </a:p>
      </dgm:t>
    </dgm:pt>
    <dgm:pt modelId="{AD292FD4-46BD-4B9A-BED0-A00CA65BC4BD}" type="parTrans" cxnId="{F6C5B19C-BF6E-476A-BB6F-0C10FE0CCF0B}">
      <dgm:prSet/>
      <dgm:spPr/>
      <dgm:t>
        <a:bodyPr/>
        <a:lstStyle/>
        <a:p>
          <a:endParaRPr lang="uk-UA"/>
        </a:p>
      </dgm:t>
    </dgm:pt>
    <dgm:pt modelId="{B028DE40-B07A-4810-833C-37183E0F1DE9}" type="sibTrans" cxnId="{F6C5B19C-BF6E-476A-BB6F-0C10FE0CCF0B}">
      <dgm:prSet/>
      <dgm:spPr/>
      <dgm:t>
        <a:bodyPr/>
        <a:lstStyle/>
        <a:p>
          <a:endParaRPr lang="uk-UA"/>
        </a:p>
      </dgm:t>
    </dgm:pt>
    <dgm:pt modelId="{C58AD4C9-A1A0-49D3-B2BA-53A1F54608FD}">
      <dgm:prSet/>
      <dgm:spPr/>
      <dgm:t>
        <a:bodyPr/>
        <a:lstStyle/>
        <a:p>
          <a:r>
            <a:rPr lang="ru-RU" b="0" i="1"/>
            <a:t>«Характерним для цього періоду було суттєве зниження плану заготівель зерна, підвищення у 1,5–2 рази цін на сільськогосподарську продукцію, збільшення капіталовкладень у сільське господарство...»</a:t>
          </a:r>
          <a:endParaRPr lang="uk-UA"/>
        </a:p>
      </dgm:t>
    </dgm:pt>
    <dgm:pt modelId="{1973E7CF-3831-4265-AACA-658E176ABB0E}" type="parTrans" cxnId="{7AFB31E5-7A30-480E-8188-733BCA4139EA}">
      <dgm:prSet/>
      <dgm:spPr/>
      <dgm:t>
        <a:bodyPr/>
        <a:lstStyle/>
        <a:p>
          <a:endParaRPr lang="uk-UA"/>
        </a:p>
      </dgm:t>
    </dgm:pt>
    <dgm:pt modelId="{32EDFA4C-9288-4000-A739-4FFD6220B3F9}" type="sibTrans" cxnId="{7AFB31E5-7A30-480E-8188-733BCA4139EA}">
      <dgm:prSet/>
      <dgm:spPr/>
      <dgm:t>
        <a:bodyPr/>
        <a:lstStyle/>
        <a:p>
          <a:endParaRPr lang="uk-UA"/>
        </a:p>
      </dgm:t>
    </dgm:pt>
    <dgm:pt modelId="{66D578DD-2581-488D-84B3-93DD6FC9FC3C}" type="pres">
      <dgm:prSet presAssocID="{7D988C17-9823-4B16-BA1F-EF52780F9FC6}" presName="linear" presStyleCnt="0">
        <dgm:presLayoutVars>
          <dgm:animLvl val="lvl"/>
          <dgm:resizeHandles val="exact"/>
        </dgm:presLayoutVars>
      </dgm:prSet>
      <dgm:spPr/>
    </dgm:pt>
    <dgm:pt modelId="{F0078DD8-DE48-4D4A-8586-9D5A5B5DDFC1}" type="pres">
      <dgm:prSet presAssocID="{F9696437-1334-41CF-99F9-B7CAAC51BA9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A5AA1D8-E8B5-41B8-82AD-F49D81432FDE}" type="pres">
      <dgm:prSet presAssocID="{B028DE40-B07A-4810-833C-37183E0F1DE9}" presName="spacer" presStyleCnt="0"/>
      <dgm:spPr/>
    </dgm:pt>
    <dgm:pt modelId="{1B6A224F-6928-422B-836F-6C3E3B8E19D4}" type="pres">
      <dgm:prSet presAssocID="{C58AD4C9-A1A0-49D3-B2BA-53A1F54608F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F4F1C5E-6BBF-4F0F-AAE5-2F26B67B8AF8}" type="presOf" srcId="{7D988C17-9823-4B16-BA1F-EF52780F9FC6}" destId="{66D578DD-2581-488D-84B3-93DD6FC9FC3C}" srcOrd="0" destOrd="0" presId="urn:microsoft.com/office/officeart/2005/8/layout/vList2"/>
    <dgm:cxn modelId="{3554BD8C-3B28-4B7E-90A7-816AC5B1CA77}" type="presOf" srcId="{F9696437-1334-41CF-99F9-B7CAAC51BA91}" destId="{F0078DD8-DE48-4D4A-8586-9D5A5B5DDFC1}" srcOrd="0" destOrd="0" presId="urn:microsoft.com/office/officeart/2005/8/layout/vList2"/>
    <dgm:cxn modelId="{F6C5B19C-BF6E-476A-BB6F-0C10FE0CCF0B}" srcId="{7D988C17-9823-4B16-BA1F-EF52780F9FC6}" destId="{F9696437-1334-41CF-99F9-B7CAAC51BA91}" srcOrd="0" destOrd="0" parTransId="{AD292FD4-46BD-4B9A-BED0-A00CA65BC4BD}" sibTransId="{B028DE40-B07A-4810-833C-37183E0F1DE9}"/>
    <dgm:cxn modelId="{4188F8CF-B817-4BB6-8F66-5D8BED21D613}" type="presOf" srcId="{C58AD4C9-A1A0-49D3-B2BA-53A1F54608FD}" destId="{1B6A224F-6928-422B-836F-6C3E3B8E19D4}" srcOrd="0" destOrd="0" presId="urn:microsoft.com/office/officeart/2005/8/layout/vList2"/>
    <dgm:cxn modelId="{7AFB31E5-7A30-480E-8188-733BCA4139EA}" srcId="{7D988C17-9823-4B16-BA1F-EF52780F9FC6}" destId="{C58AD4C9-A1A0-49D3-B2BA-53A1F54608FD}" srcOrd="1" destOrd="0" parTransId="{1973E7CF-3831-4265-AACA-658E176ABB0E}" sibTransId="{32EDFA4C-9288-4000-A739-4FFD6220B3F9}"/>
    <dgm:cxn modelId="{212F0EE9-034C-4CD3-9E0D-39D764C01DB1}" type="presParOf" srcId="{66D578DD-2581-488D-84B3-93DD6FC9FC3C}" destId="{F0078DD8-DE48-4D4A-8586-9D5A5B5DDFC1}" srcOrd="0" destOrd="0" presId="urn:microsoft.com/office/officeart/2005/8/layout/vList2"/>
    <dgm:cxn modelId="{12B6DAC1-F36D-46F5-A386-8521266C4314}" type="presParOf" srcId="{66D578DD-2581-488D-84B3-93DD6FC9FC3C}" destId="{CA5AA1D8-E8B5-41B8-82AD-F49D81432FDE}" srcOrd="1" destOrd="0" presId="urn:microsoft.com/office/officeart/2005/8/layout/vList2"/>
    <dgm:cxn modelId="{52B77F49-F6A1-46EC-B513-7FB8649C4C94}" type="presParOf" srcId="{66D578DD-2581-488D-84B3-93DD6FC9FC3C}" destId="{1B6A224F-6928-422B-836F-6C3E3B8E19D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21EE80A-9C06-4E5E-B74A-29B5AE0FB61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FFE5C58-EB36-4D14-A764-0BB3C1E995B9}">
      <dgm:prSet/>
      <dgm:spPr/>
      <dgm:t>
        <a:bodyPr/>
        <a:lstStyle/>
        <a:p>
          <a:r>
            <a:rPr lang="uk-UA" b="0" i="1"/>
            <a:t>«За оцінками експертів у вітчизняному виробництві частка тіньового сектора фактично зрівнялась з часткою офіційною. Це явище супроводжувалося зростанням обсягів нелегального вивозу капіталу...»</a:t>
          </a:r>
          <a:endParaRPr lang="uk-UA"/>
        </a:p>
      </dgm:t>
    </dgm:pt>
    <dgm:pt modelId="{47767C4B-E572-4314-B57F-99D7DD94BD78}" type="parTrans" cxnId="{58FB755B-3EB6-4A52-B06C-7FCC0426FEBE}">
      <dgm:prSet/>
      <dgm:spPr/>
      <dgm:t>
        <a:bodyPr/>
        <a:lstStyle/>
        <a:p>
          <a:endParaRPr lang="uk-UA"/>
        </a:p>
      </dgm:t>
    </dgm:pt>
    <dgm:pt modelId="{F0981852-766A-496B-8723-1FDF624C757D}" type="sibTrans" cxnId="{58FB755B-3EB6-4A52-B06C-7FCC0426FEBE}">
      <dgm:prSet/>
      <dgm:spPr/>
      <dgm:t>
        <a:bodyPr/>
        <a:lstStyle/>
        <a:p>
          <a:endParaRPr lang="uk-UA"/>
        </a:p>
      </dgm:t>
    </dgm:pt>
    <dgm:pt modelId="{21DDEC46-A769-4E34-8613-C767554A650B}">
      <dgm:prSet/>
      <dgm:spPr/>
      <dgm:t>
        <a:bodyPr/>
        <a:lstStyle/>
        <a:p>
          <a:r>
            <a:rPr lang="uk-UA" b="0" i="1"/>
            <a:t>«Продукція соціалістичної індустрії України зросла вдвоє. Почали діяти нові підприємства (Запорізький комбінат, Новокраматорський машинобудівний завод, Криворізький металургійний завод)…»</a:t>
          </a:r>
          <a:endParaRPr lang="uk-UA"/>
        </a:p>
      </dgm:t>
    </dgm:pt>
    <dgm:pt modelId="{F5F2DC3A-3B14-4788-BBCF-AE02084828D5}" type="parTrans" cxnId="{03D4EB3D-A107-462E-B56C-0E6EA67C7D26}">
      <dgm:prSet/>
      <dgm:spPr/>
      <dgm:t>
        <a:bodyPr/>
        <a:lstStyle/>
        <a:p>
          <a:endParaRPr lang="uk-UA"/>
        </a:p>
      </dgm:t>
    </dgm:pt>
    <dgm:pt modelId="{D364B0EE-6856-43C1-AD62-5725EDDA3E90}" type="sibTrans" cxnId="{03D4EB3D-A107-462E-B56C-0E6EA67C7D26}">
      <dgm:prSet/>
      <dgm:spPr/>
      <dgm:t>
        <a:bodyPr/>
        <a:lstStyle/>
        <a:p>
          <a:endParaRPr lang="uk-UA"/>
        </a:p>
      </dgm:t>
    </dgm:pt>
    <dgm:pt modelId="{1E66752B-2A21-4E2F-913E-A3B148C06876}" type="pres">
      <dgm:prSet presAssocID="{221EE80A-9C06-4E5E-B74A-29B5AE0FB619}" presName="linear" presStyleCnt="0">
        <dgm:presLayoutVars>
          <dgm:animLvl val="lvl"/>
          <dgm:resizeHandles val="exact"/>
        </dgm:presLayoutVars>
      </dgm:prSet>
      <dgm:spPr/>
    </dgm:pt>
    <dgm:pt modelId="{47E321FB-D600-4028-8C83-479219F1C90E}" type="pres">
      <dgm:prSet presAssocID="{EFFE5C58-EB36-4D14-A764-0BB3C1E995B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BE52ADB-46A5-4097-917D-3581E24B7C16}" type="pres">
      <dgm:prSet presAssocID="{F0981852-766A-496B-8723-1FDF624C757D}" presName="spacer" presStyleCnt="0"/>
      <dgm:spPr/>
    </dgm:pt>
    <dgm:pt modelId="{13E89D79-ADF8-4169-8EF6-73E665C4FEE0}" type="pres">
      <dgm:prSet presAssocID="{21DDEC46-A769-4E34-8613-C767554A650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834D01E-CF3A-4671-B944-0B77D2A0BB35}" type="presOf" srcId="{21DDEC46-A769-4E34-8613-C767554A650B}" destId="{13E89D79-ADF8-4169-8EF6-73E665C4FEE0}" srcOrd="0" destOrd="0" presId="urn:microsoft.com/office/officeart/2005/8/layout/vList2"/>
    <dgm:cxn modelId="{03D4EB3D-A107-462E-B56C-0E6EA67C7D26}" srcId="{221EE80A-9C06-4E5E-B74A-29B5AE0FB619}" destId="{21DDEC46-A769-4E34-8613-C767554A650B}" srcOrd="1" destOrd="0" parTransId="{F5F2DC3A-3B14-4788-BBCF-AE02084828D5}" sibTransId="{D364B0EE-6856-43C1-AD62-5725EDDA3E90}"/>
    <dgm:cxn modelId="{58FB755B-3EB6-4A52-B06C-7FCC0426FEBE}" srcId="{221EE80A-9C06-4E5E-B74A-29B5AE0FB619}" destId="{EFFE5C58-EB36-4D14-A764-0BB3C1E995B9}" srcOrd="0" destOrd="0" parTransId="{47767C4B-E572-4314-B57F-99D7DD94BD78}" sibTransId="{F0981852-766A-496B-8723-1FDF624C757D}"/>
    <dgm:cxn modelId="{DA75BA4F-8171-405B-A688-94CC5FF7975F}" type="presOf" srcId="{EFFE5C58-EB36-4D14-A764-0BB3C1E995B9}" destId="{47E321FB-D600-4028-8C83-479219F1C90E}" srcOrd="0" destOrd="0" presId="urn:microsoft.com/office/officeart/2005/8/layout/vList2"/>
    <dgm:cxn modelId="{6CD299BF-2AE6-45E3-924A-B3B375D6A8C8}" type="presOf" srcId="{221EE80A-9C06-4E5E-B74A-29B5AE0FB619}" destId="{1E66752B-2A21-4E2F-913E-A3B148C06876}" srcOrd="0" destOrd="0" presId="urn:microsoft.com/office/officeart/2005/8/layout/vList2"/>
    <dgm:cxn modelId="{2EA664DE-9FFB-49C5-A307-F8AE5EC24892}" type="presParOf" srcId="{1E66752B-2A21-4E2F-913E-A3B148C06876}" destId="{47E321FB-D600-4028-8C83-479219F1C90E}" srcOrd="0" destOrd="0" presId="urn:microsoft.com/office/officeart/2005/8/layout/vList2"/>
    <dgm:cxn modelId="{6DFD4122-A8DD-4256-8F95-36089E66F0B2}" type="presParOf" srcId="{1E66752B-2A21-4E2F-913E-A3B148C06876}" destId="{3BE52ADB-46A5-4097-917D-3581E24B7C16}" srcOrd="1" destOrd="0" presId="urn:microsoft.com/office/officeart/2005/8/layout/vList2"/>
    <dgm:cxn modelId="{B257C4AD-3EE4-4C1D-8301-AFDBE7317AE3}" type="presParOf" srcId="{1E66752B-2A21-4E2F-913E-A3B148C06876}" destId="{13E89D79-ADF8-4169-8EF6-73E665C4FEE0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4A97E33-B2A8-40EB-B241-9DE334D601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364AAED-C87B-46E4-A144-C9E95BBA7122}">
      <dgm:prSet/>
      <dgm:spPr/>
      <dgm:t>
        <a:bodyPr/>
        <a:lstStyle/>
        <a:p>
          <a:r>
            <a:rPr lang="uk-UA" b="0" i="0"/>
            <a:t>Відсутність політичної культури.</a:t>
          </a:r>
          <a:endParaRPr lang="uk-UA"/>
        </a:p>
      </dgm:t>
    </dgm:pt>
    <dgm:pt modelId="{DCFC73AE-FF7E-4031-A89E-EA96EAB6F994}" type="parTrans" cxnId="{3D559D1A-E338-402E-B443-6415BC9DE15A}">
      <dgm:prSet/>
      <dgm:spPr/>
      <dgm:t>
        <a:bodyPr/>
        <a:lstStyle/>
        <a:p>
          <a:endParaRPr lang="uk-UA"/>
        </a:p>
      </dgm:t>
    </dgm:pt>
    <dgm:pt modelId="{143BC98C-117B-42F6-9E50-F05832B90056}" type="sibTrans" cxnId="{3D559D1A-E338-402E-B443-6415BC9DE15A}">
      <dgm:prSet/>
      <dgm:spPr/>
      <dgm:t>
        <a:bodyPr/>
        <a:lstStyle/>
        <a:p>
          <a:endParaRPr lang="uk-UA"/>
        </a:p>
      </dgm:t>
    </dgm:pt>
    <dgm:pt modelId="{E93AF275-6827-4E4A-A003-A0B79759A61E}">
      <dgm:prSet/>
      <dgm:spPr/>
      <dgm:t>
        <a:bodyPr/>
        <a:lstStyle/>
        <a:p>
          <a:r>
            <a:rPr lang="uk-UA" b="0" i="0"/>
            <a:t>Політична консолідація суспільства.</a:t>
          </a:r>
          <a:endParaRPr lang="uk-UA"/>
        </a:p>
      </dgm:t>
    </dgm:pt>
    <dgm:pt modelId="{E2219A62-4925-4695-8AE8-EFA5138FFC76}" type="parTrans" cxnId="{FD2069FC-9628-4040-8442-6992EE549626}">
      <dgm:prSet/>
      <dgm:spPr/>
      <dgm:t>
        <a:bodyPr/>
        <a:lstStyle/>
        <a:p>
          <a:endParaRPr lang="uk-UA"/>
        </a:p>
      </dgm:t>
    </dgm:pt>
    <dgm:pt modelId="{566278C4-520C-4818-8077-22ED1BA50BB8}" type="sibTrans" cxnId="{FD2069FC-9628-4040-8442-6992EE549626}">
      <dgm:prSet/>
      <dgm:spPr/>
      <dgm:t>
        <a:bodyPr/>
        <a:lstStyle/>
        <a:p>
          <a:endParaRPr lang="uk-UA"/>
        </a:p>
      </dgm:t>
    </dgm:pt>
    <dgm:pt modelId="{5D85F728-15B0-4870-BF70-5B02A40A4DBB}">
      <dgm:prSet/>
      <dgm:spPr/>
      <dgm:t>
        <a:bodyPr/>
        <a:lstStyle/>
        <a:p>
          <a:r>
            <a:rPr lang="uk-UA" b="0" i="0"/>
            <a:t>Формування багатопартійної системи.</a:t>
          </a:r>
          <a:endParaRPr lang="uk-UA"/>
        </a:p>
      </dgm:t>
    </dgm:pt>
    <dgm:pt modelId="{D39D62D1-4837-4F20-AA12-2E485244D369}" type="parTrans" cxnId="{F20AC74F-EF36-4AC2-875D-A330C3E6C54B}">
      <dgm:prSet/>
      <dgm:spPr/>
      <dgm:t>
        <a:bodyPr/>
        <a:lstStyle/>
        <a:p>
          <a:endParaRPr lang="uk-UA"/>
        </a:p>
      </dgm:t>
    </dgm:pt>
    <dgm:pt modelId="{DF81DE39-24CB-4569-A760-B6925333C7A8}" type="sibTrans" cxnId="{F20AC74F-EF36-4AC2-875D-A330C3E6C54B}">
      <dgm:prSet/>
      <dgm:spPr/>
      <dgm:t>
        <a:bodyPr/>
        <a:lstStyle/>
        <a:p>
          <a:endParaRPr lang="uk-UA"/>
        </a:p>
      </dgm:t>
    </dgm:pt>
    <dgm:pt modelId="{2A6BA15E-9F67-43CA-8758-B65A651FBFF3}">
      <dgm:prSet/>
      <dgm:spPr/>
      <dgm:t>
        <a:bodyPr/>
        <a:lstStyle/>
        <a:p>
          <a:r>
            <a:rPr lang="uk-UA" b="0" i="0"/>
            <a:t>Зростання відповідальності різних соціальних груп.</a:t>
          </a:r>
          <a:endParaRPr lang="uk-UA"/>
        </a:p>
      </dgm:t>
    </dgm:pt>
    <dgm:pt modelId="{A4BC781F-CAC5-495E-9248-B0E6125FF99C}" type="parTrans" cxnId="{A4227FF0-CF12-49CF-9FCF-1BBDB37559D3}">
      <dgm:prSet/>
      <dgm:spPr/>
      <dgm:t>
        <a:bodyPr/>
        <a:lstStyle/>
        <a:p>
          <a:endParaRPr lang="uk-UA"/>
        </a:p>
      </dgm:t>
    </dgm:pt>
    <dgm:pt modelId="{73D1EC19-D6F6-4984-AFA0-B90097279924}" type="sibTrans" cxnId="{A4227FF0-CF12-49CF-9FCF-1BBDB37559D3}">
      <dgm:prSet/>
      <dgm:spPr/>
      <dgm:t>
        <a:bodyPr/>
        <a:lstStyle/>
        <a:p>
          <a:endParaRPr lang="uk-UA"/>
        </a:p>
      </dgm:t>
    </dgm:pt>
    <dgm:pt modelId="{425A945D-D5CC-4881-B099-1E4BDC7E1F4D}" type="pres">
      <dgm:prSet presAssocID="{04A97E33-B2A8-40EB-B241-9DE334D6019C}" presName="linear" presStyleCnt="0">
        <dgm:presLayoutVars>
          <dgm:animLvl val="lvl"/>
          <dgm:resizeHandles val="exact"/>
        </dgm:presLayoutVars>
      </dgm:prSet>
      <dgm:spPr/>
    </dgm:pt>
    <dgm:pt modelId="{D2EA2F09-90B6-449B-A542-44F40AA3D703}" type="pres">
      <dgm:prSet presAssocID="{0364AAED-C87B-46E4-A144-C9E95BBA712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E60CE49-D3DA-44F9-A342-BB6B37CDFCE4}" type="pres">
      <dgm:prSet presAssocID="{143BC98C-117B-42F6-9E50-F05832B90056}" presName="spacer" presStyleCnt="0"/>
      <dgm:spPr/>
    </dgm:pt>
    <dgm:pt modelId="{38CA346D-536C-44FB-995B-B3819E620BFD}" type="pres">
      <dgm:prSet presAssocID="{E93AF275-6827-4E4A-A003-A0B79759A61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729150E-2356-478C-8031-AB13132E130D}" type="pres">
      <dgm:prSet presAssocID="{566278C4-520C-4818-8077-22ED1BA50BB8}" presName="spacer" presStyleCnt="0"/>
      <dgm:spPr/>
    </dgm:pt>
    <dgm:pt modelId="{D4290CCE-9CE8-4197-8CA7-29F47ABA67BF}" type="pres">
      <dgm:prSet presAssocID="{5D85F728-15B0-4870-BF70-5B02A40A4D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74CC13F-CEAF-4A4C-8517-2A89E3C657E8}" type="pres">
      <dgm:prSet presAssocID="{DF81DE39-24CB-4569-A760-B6925333C7A8}" presName="spacer" presStyleCnt="0"/>
      <dgm:spPr/>
    </dgm:pt>
    <dgm:pt modelId="{90E592D2-1E4E-4424-877B-76E10CFB073E}" type="pres">
      <dgm:prSet presAssocID="{2A6BA15E-9F67-43CA-8758-B65A651FBFF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D559D1A-E338-402E-B443-6415BC9DE15A}" srcId="{04A97E33-B2A8-40EB-B241-9DE334D6019C}" destId="{0364AAED-C87B-46E4-A144-C9E95BBA7122}" srcOrd="0" destOrd="0" parTransId="{DCFC73AE-FF7E-4031-A89E-EA96EAB6F994}" sibTransId="{143BC98C-117B-42F6-9E50-F05832B90056}"/>
    <dgm:cxn modelId="{82FF0133-A687-4304-8EDB-1B78B1A6A20E}" type="presOf" srcId="{04A97E33-B2A8-40EB-B241-9DE334D6019C}" destId="{425A945D-D5CC-4881-B099-1E4BDC7E1F4D}" srcOrd="0" destOrd="0" presId="urn:microsoft.com/office/officeart/2005/8/layout/vList2"/>
    <dgm:cxn modelId="{2D49B235-AD7C-4E53-8DCA-73E2EF81E9FF}" type="presOf" srcId="{5D85F728-15B0-4870-BF70-5B02A40A4DBB}" destId="{D4290CCE-9CE8-4197-8CA7-29F47ABA67BF}" srcOrd="0" destOrd="0" presId="urn:microsoft.com/office/officeart/2005/8/layout/vList2"/>
    <dgm:cxn modelId="{4DA37C66-325A-49B7-9B9C-AC85E5CD7963}" type="presOf" srcId="{2A6BA15E-9F67-43CA-8758-B65A651FBFF3}" destId="{90E592D2-1E4E-4424-877B-76E10CFB073E}" srcOrd="0" destOrd="0" presId="urn:microsoft.com/office/officeart/2005/8/layout/vList2"/>
    <dgm:cxn modelId="{F20AC74F-EF36-4AC2-875D-A330C3E6C54B}" srcId="{04A97E33-B2A8-40EB-B241-9DE334D6019C}" destId="{5D85F728-15B0-4870-BF70-5B02A40A4DBB}" srcOrd="2" destOrd="0" parTransId="{D39D62D1-4837-4F20-AA12-2E485244D369}" sibTransId="{DF81DE39-24CB-4569-A760-B6925333C7A8}"/>
    <dgm:cxn modelId="{4FA08D93-E256-4AC1-B728-91FA44F2E627}" type="presOf" srcId="{0364AAED-C87B-46E4-A144-C9E95BBA7122}" destId="{D2EA2F09-90B6-449B-A542-44F40AA3D703}" srcOrd="0" destOrd="0" presId="urn:microsoft.com/office/officeart/2005/8/layout/vList2"/>
    <dgm:cxn modelId="{47C867DA-E831-4A2F-9FA7-E7550A57B749}" type="presOf" srcId="{E93AF275-6827-4E4A-A003-A0B79759A61E}" destId="{38CA346D-536C-44FB-995B-B3819E620BFD}" srcOrd="0" destOrd="0" presId="urn:microsoft.com/office/officeart/2005/8/layout/vList2"/>
    <dgm:cxn modelId="{A4227FF0-CF12-49CF-9FCF-1BBDB37559D3}" srcId="{04A97E33-B2A8-40EB-B241-9DE334D6019C}" destId="{2A6BA15E-9F67-43CA-8758-B65A651FBFF3}" srcOrd="3" destOrd="0" parTransId="{A4BC781F-CAC5-495E-9248-B0E6125FF99C}" sibTransId="{73D1EC19-D6F6-4984-AFA0-B90097279924}"/>
    <dgm:cxn modelId="{FD2069FC-9628-4040-8442-6992EE549626}" srcId="{04A97E33-B2A8-40EB-B241-9DE334D6019C}" destId="{E93AF275-6827-4E4A-A003-A0B79759A61E}" srcOrd="1" destOrd="0" parTransId="{E2219A62-4925-4695-8AE8-EFA5138FFC76}" sibTransId="{566278C4-520C-4818-8077-22ED1BA50BB8}"/>
    <dgm:cxn modelId="{BDA8590A-7272-4DCF-B9B4-ED9B516C8A96}" type="presParOf" srcId="{425A945D-D5CC-4881-B099-1E4BDC7E1F4D}" destId="{D2EA2F09-90B6-449B-A542-44F40AA3D703}" srcOrd="0" destOrd="0" presId="urn:microsoft.com/office/officeart/2005/8/layout/vList2"/>
    <dgm:cxn modelId="{072C9590-6522-49CB-94B5-1FB19B0D7B98}" type="presParOf" srcId="{425A945D-D5CC-4881-B099-1E4BDC7E1F4D}" destId="{EE60CE49-D3DA-44F9-A342-BB6B37CDFCE4}" srcOrd="1" destOrd="0" presId="urn:microsoft.com/office/officeart/2005/8/layout/vList2"/>
    <dgm:cxn modelId="{511EE741-9CD4-4127-B20F-ABB6814EA19F}" type="presParOf" srcId="{425A945D-D5CC-4881-B099-1E4BDC7E1F4D}" destId="{38CA346D-536C-44FB-995B-B3819E620BFD}" srcOrd="2" destOrd="0" presId="urn:microsoft.com/office/officeart/2005/8/layout/vList2"/>
    <dgm:cxn modelId="{1D34B971-A1E7-4154-A22F-4610CC906202}" type="presParOf" srcId="{425A945D-D5CC-4881-B099-1E4BDC7E1F4D}" destId="{6729150E-2356-478C-8031-AB13132E130D}" srcOrd="3" destOrd="0" presId="urn:microsoft.com/office/officeart/2005/8/layout/vList2"/>
    <dgm:cxn modelId="{691D6DB2-B512-4CAA-AF17-5B083B9C5C52}" type="presParOf" srcId="{425A945D-D5CC-4881-B099-1E4BDC7E1F4D}" destId="{D4290CCE-9CE8-4197-8CA7-29F47ABA67BF}" srcOrd="4" destOrd="0" presId="urn:microsoft.com/office/officeart/2005/8/layout/vList2"/>
    <dgm:cxn modelId="{81DCFF55-184C-4B5A-A570-FFEB34893718}" type="presParOf" srcId="{425A945D-D5CC-4881-B099-1E4BDC7E1F4D}" destId="{E74CC13F-CEAF-4A4C-8517-2A89E3C657E8}" srcOrd="5" destOrd="0" presId="urn:microsoft.com/office/officeart/2005/8/layout/vList2"/>
    <dgm:cxn modelId="{C306373C-2CB3-48AB-B80F-F786F564DE69}" type="presParOf" srcId="{425A945D-D5CC-4881-B099-1E4BDC7E1F4D}" destId="{90E592D2-1E4E-4424-877B-76E10CFB073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98ADDC5E-C59C-4DD7-8A34-225F528FD1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3BB54D8-D095-49B4-81B8-F162FE894ED1}">
      <dgm:prSet/>
      <dgm:spPr/>
      <dgm:t>
        <a:bodyPr/>
        <a:lstStyle/>
        <a:p>
          <a:r>
            <a:rPr lang="ru-RU" b="0" i="0"/>
            <a:t>«надпрограм» М. Хрущова.</a:t>
          </a:r>
          <a:endParaRPr lang="uk-UA"/>
        </a:p>
      </dgm:t>
    </dgm:pt>
    <dgm:pt modelId="{F6DC8591-B55F-48E1-8877-0BF2C68A2A19}" type="parTrans" cxnId="{DFD89408-BD20-406F-B5FE-53D614C414AA}">
      <dgm:prSet/>
      <dgm:spPr/>
      <dgm:t>
        <a:bodyPr/>
        <a:lstStyle/>
        <a:p>
          <a:endParaRPr lang="uk-UA"/>
        </a:p>
      </dgm:t>
    </dgm:pt>
    <dgm:pt modelId="{EE0D3A63-81AC-4FCD-81E5-A7D6B7244212}" type="sibTrans" cxnId="{DFD89408-BD20-406F-B5FE-53D614C414AA}">
      <dgm:prSet/>
      <dgm:spPr/>
      <dgm:t>
        <a:bodyPr/>
        <a:lstStyle/>
        <a:p>
          <a:endParaRPr lang="uk-UA"/>
        </a:p>
      </dgm:t>
    </dgm:pt>
    <dgm:pt modelId="{DE359F56-096B-4322-9164-8E504934731C}">
      <dgm:prSet/>
      <dgm:spPr/>
      <dgm:t>
        <a:bodyPr/>
        <a:lstStyle/>
        <a:p>
          <a:r>
            <a:rPr lang="ru-RU" b="0" i="0" dirty="0" err="1"/>
            <a:t>економічної</a:t>
          </a:r>
          <a:r>
            <a:rPr lang="ru-RU" b="0" i="0" dirty="0"/>
            <a:t> </a:t>
          </a:r>
          <a:r>
            <a:rPr lang="ru-RU" b="0" i="0" dirty="0" err="1"/>
            <a:t>реформи</a:t>
          </a:r>
          <a:r>
            <a:rPr lang="ru-RU" b="0" i="0" dirty="0"/>
            <a:t> О. </a:t>
          </a:r>
          <a:r>
            <a:rPr lang="ru-RU" b="0" i="0" dirty="0" err="1"/>
            <a:t>Косигіна</a:t>
          </a:r>
          <a:r>
            <a:rPr lang="ru-RU" b="0" i="0" dirty="0"/>
            <a:t>.</a:t>
          </a:r>
          <a:endParaRPr lang="uk-UA" dirty="0"/>
        </a:p>
      </dgm:t>
    </dgm:pt>
    <dgm:pt modelId="{8B154E6F-5B06-489B-9378-CD57105C1A8D}" type="parTrans" cxnId="{D2C4D7E0-239B-491D-95BC-683446FC1450}">
      <dgm:prSet/>
      <dgm:spPr/>
      <dgm:t>
        <a:bodyPr/>
        <a:lstStyle/>
        <a:p>
          <a:endParaRPr lang="uk-UA"/>
        </a:p>
      </dgm:t>
    </dgm:pt>
    <dgm:pt modelId="{003CF2C2-3380-4961-911A-1902AF964036}" type="sibTrans" cxnId="{D2C4D7E0-239B-491D-95BC-683446FC1450}">
      <dgm:prSet/>
      <dgm:spPr/>
      <dgm:t>
        <a:bodyPr/>
        <a:lstStyle/>
        <a:p>
          <a:endParaRPr lang="uk-UA"/>
        </a:p>
      </dgm:t>
    </dgm:pt>
    <dgm:pt modelId="{999A0075-7CE5-4BA4-BEE3-DBED8F08F1FD}">
      <dgm:prSet/>
      <dgm:spPr/>
      <dgm:t>
        <a:bodyPr/>
        <a:lstStyle/>
        <a:p>
          <a:r>
            <a:rPr lang="ru-RU" b="0" i="0" dirty="0" err="1"/>
            <a:t>продовольчої</a:t>
          </a:r>
          <a:r>
            <a:rPr lang="ru-RU" b="0" i="0" dirty="0"/>
            <a:t> </a:t>
          </a:r>
          <a:r>
            <a:rPr lang="ru-RU" b="0" i="0" dirty="0" err="1"/>
            <a:t>програми</a:t>
          </a:r>
          <a:r>
            <a:rPr lang="ru-RU" b="0" i="0" dirty="0"/>
            <a:t> Л. </a:t>
          </a:r>
          <a:r>
            <a:rPr lang="ru-RU" b="0" i="0" dirty="0" err="1"/>
            <a:t>Брежнєва</a:t>
          </a:r>
          <a:r>
            <a:rPr lang="ru-RU" b="0" i="0" dirty="0"/>
            <a:t>.</a:t>
          </a:r>
          <a:endParaRPr lang="uk-UA" dirty="0"/>
        </a:p>
      </dgm:t>
    </dgm:pt>
    <dgm:pt modelId="{2FED1301-60EA-4241-8894-8A82F58BECF7}" type="parTrans" cxnId="{6B8EBD2F-4E43-4E45-8789-BF5186ED3D3C}">
      <dgm:prSet/>
      <dgm:spPr/>
      <dgm:t>
        <a:bodyPr/>
        <a:lstStyle/>
        <a:p>
          <a:endParaRPr lang="uk-UA"/>
        </a:p>
      </dgm:t>
    </dgm:pt>
    <dgm:pt modelId="{8467BE3E-EF14-4F38-9076-9AF431A7BDD9}" type="sibTrans" cxnId="{6B8EBD2F-4E43-4E45-8789-BF5186ED3D3C}">
      <dgm:prSet/>
      <dgm:spPr/>
      <dgm:t>
        <a:bodyPr/>
        <a:lstStyle/>
        <a:p>
          <a:endParaRPr lang="uk-UA"/>
        </a:p>
      </dgm:t>
    </dgm:pt>
    <dgm:pt modelId="{BA1B782B-7EA3-4C44-82DC-A9F0FD4F7A06}">
      <dgm:prSet/>
      <dgm:spPr/>
      <dgm:t>
        <a:bodyPr/>
        <a:lstStyle/>
        <a:p>
          <a:r>
            <a:rPr lang="ru-RU" b="0" i="0" dirty="0" err="1"/>
            <a:t>політики</a:t>
          </a:r>
          <a:r>
            <a:rPr lang="ru-RU" b="0" i="0" dirty="0"/>
            <a:t> «</a:t>
          </a:r>
          <a:r>
            <a:rPr lang="ru-RU" b="0" i="0" dirty="0" err="1"/>
            <a:t>перебудови</a:t>
          </a:r>
          <a:r>
            <a:rPr lang="ru-RU" b="0" i="0" dirty="0"/>
            <a:t>» М. </a:t>
          </a:r>
          <a:r>
            <a:rPr lang="ru-RU" b="0" i="0" dirty="0" err="1"/>
            <a:t>Горбачова</a:t>
          </a:r>
          <a:r>
            <a:rPr lang="ru-RU" b="0" i="0" dirty="0"/>
            <a:t>.</a:t>
          </a:r>
          <a:endParaRPr lang="uk-UA" dirty="0"/>
        </a:p>
      </dgm:t>
    </dgm:pt>
    <dgm:pt modelId="{3A77B782-EE81-4DE5-9270-AC0AAC8ECBC2}" type="parTrans" cxnId="{E039428A-83C1-449E-8F6F-8C30D72E1E54}">
      <dgm:prSet/>
      <dgm:spPr/>
      <dgm:t>
        <a:bodyPr/>
        <a:lstStyle/>
        <a:p>
          <a:endParaRPr lang="uk-UA"/>
        </a:p>
      </dgm:t>
    </dgm:pt>
    <dgm:pt modelId="{9230F7C8-0CF8-4781-A665-FF2BB3E13CF6}" type="sibTrans" cxnId="{E039428A-83C1-449E-8F6F-8C30D72E1E54}">
      <dgm:prSet/>
      <dgm:spPr/>
      <dgm:t>
        <a:bodyPr/>
        <a:lstStyle/>
        <a:p>
          <a:endParaRPr lang="uk-UA"/>
        </a:p>
      </dgm:t>
    </dgm:pt>
    <dgm:pt modelId="{7D49BFF6-26F3-4629-A01F-460ED28382B1}" type="pres">
      <dgm:prSet presAssocID="{98ADDC5E-C59C-4DD7-8A34-225F528FD1E6}" presName="linear" presStyleCnt="0">
        <dgm:presLayoutVars>
          <dgm:animLvl val="lvl"/>
          <dgm:resizeHandles val="exact"/>
        </dgm:presLayoutVars>
      </dgm:prSet>
      <dgm:spPr/>
    </dgm:pt>
    <dgm:pt modelId="{E2718892-BBC4-4C08-A553-216C4C661934}" type="pres">
      <dgm:prSet presAssocID="{73BB54D8-D095-49B4-81B8-F162FE894ED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BB185F4-9B17-4EEF-AD46-A8FB814635E8}" type="pres">
      <dgm:prSet presAssocID="{EE0D3A63-81AC-4FCD-81E5-A7D6B7244212}" presName="spacer" presStyleCnt="0"/>
      <dgm:spPr/>
    </dgm:pt>
    <dgm:pt modelId="{729F9E62-DAEF-4930-9902-CD9ADA5C70D5}" type="pres">
      <dgm:prSet presAssocID="{DE359F56-096B-4322-9164-8E50493473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A5DC6FE-17D0-4E75-B871-5C9001444102}" type="pres">
      <dgm:prSet presAssocID="{003CF2C2-3380-4961-911A-1902AF964036}" presName="spacer" presStyleCnt="0"/>
      <dgm:spPr/>
    </dgm:pt>
    <dgm:pt modelId="{01BE5C17-03BA-4E12-97A0-8CB6A3B07998}" type="pres">
      <dgm:prSet presAssocID="{999A0075-7CE5-4BA4-BEE3-DBED8F08F1F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5BB2B80-470F-4CC9-ABF2-E75BB22BDD88}" type="pres">
      <dgm:prSet presAssocID="{8467BE3E-EF14-4F38-9076-9AF431A7BDD9}" presName="spacer" presStyleCnt="0"/>
      <dgm:spPr/>
    </dgm:pt>
    <dgm:pt modelId="{D204068F-DF29-4517-BC82-CAF88C369884}" type="pres">
      <dgm:prSet presAssocID="{BA1B782B-7EA3-4C44-82DC-A9F0FD4F7A0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FD89408-BD20-406F-B5FE-53D614C414AA}" srcId="{98ADDC5E-C59C-4DD7-8A34-225F528FD1E6}" destId="{73BB54D8-D095-49B4-81B8-F162FE894ED1}" srcOrd="0" destOrd="0" parTransId="{F6DC8591-B55F-48E1-8877-0BF2C68A2A19}" sibTransId="{EE0D3A63-81AC-4FCD-81E5-A7D6B7244212}"/>
    <dgm:cxn modelId="{6B8EBD2F-4E43-4E45-8789-BF5186ED3D3C}" srcId="{98ADDC5E-C59C-4DD7-8A34-225F528FD1E6}" destId="{999A0075-7CE5-4BA4-BEE3-DBED8F08F1FD}" srcOrd="2" destOrd="0" parTransId="{2FED1301-60EA-4241-8894-8A82F58BECF7}" sibTransId="{8467BE3E-EF14-4F38-9076-9AF431A7BDD9}"/>
    <dgm:cxn modelId="{998E0536-B41D-4B68-B29E-16EB65859EDD}" type="presOf" srcId="{73BB54D8-D095-49B4-81B8-F162FE894ED1}" destId="{E2718892-BBC4-4C08-A553-216C4C661934}" srcOrd="0" destOrd="0" presId="urn:microsoft.com/office/officeart/2005/8/layout/vList2"/>
    <dgm:cxn modelId="{83D84C63-5225-4AF2-ABD3-77631377E372}" type="presOf" srcId="{98ADDC5E-C59C-4DD7-8A34-225F528FD1E6}" destId="{7D49BFF6-26F3-4629-A01F-460ED28382B1}" srcOrd="0" destOrd="0" presId="urn:microsoft.com/office/officeart/2005/8/layout/vList2"/>
    <dgm:cxn modelId="{E039428A-83C1-449E-8F6F-8C30D72E1E54}" srcId="{98ADDC5E-C59C-4DD7-8A34-225F528FD1E6}" destId="{BA1B782B-7EA3-4C44-82DC-A9F0FD4F7A06}" srcOrd="3" destOrd="0" parTransId="{3A77B782-EE81-4DE5-9270-AC0AAC8ECBC2}" sibTransId="{9230F7C8-0CF8-4781-A665-FF2BB3E13CF6}"/>
    <dgm:cxn modelId="{4A4310A1-2C0E-44CF-A644-7FA9EAC6623D}" type="presOf" srcId="{999A0075-7CE5-4BA4-BEE3-DBED8F08F1FD}" destId="{01BE5C17-03BA-4E12-97A0-8CB6A3B07998}" srcOrd="0" destOrd="0" presId="urn:microsoft.com/office/officeart/2005/8/layout/vList2"/>
    <dgm:cxn modelId="{A92188B6-F511-46B8-A3A0-8FB897FAAE63}" type="presOf" srcId="{BA1B782B-7EA3-4C44-82DC-A9F0FD4F7A06}" destId="{D204068F-DF29-4517-BC82-CAF88C369884}" srcOrd="0" destOrd="0" presId="urn:microsoft.com/office/officeart/2005/8/layout/vList2"/>
    <dgm:cxn modelId="{4F8074BA-BE84-4645-8DEF-D17157C787BF}" type="presOf" srcId="{DE359F56-096B-4322-9164-8E504934731C}" destId="{729F9E62-DAEF-4930-9902-CD9ADA5C70D5}" srcOrd="0" destOrd="0" presId="urn:microsoft.com/office/officeart/2005/8/layout/vList2"/>
    <dgm:cxn modelId="{D2C4D7E0-239B-491D-95BC-683446FC1450}" srcId="{98ADDC5E-C59C-4DD7-8A34-225F528FD1E6}" destId="{DE359F56-096B-4322-9164-8E504934731C}" srcOrd="1" destOrd="0" parTransId="{8B154E6F-5B06-489B-9378-CD57105C1A8D}" sibTransId="{003CF2C2-3380-4961-911A-1902AF964036}"/>
    <dgm:cxn modelId="{463DFDD3-91EA-4EFB-B056-CD4513653566}" type="presParOf" srcId="{7D49BFF6-26F3-4629-A01F-460ED28382B1}" destId="{E2718892-BBC4-4C08-A553-216C4C661934}" srcOrd="0" destOrd="0" presId="urn:microsoft.com/office/officeart/2005/8/layout/vList2"/>
    <dgm:cxn modelId="{EE5804D4-89D0-4B3A-9F83-A623986FF518}" type="presParOf" srcId="{7D49BFF6-26F3-4629-A01F-460ED28382B1}" destId="{4BB185F4-9B17-4EEF-AD46-A8FB814635E8}" srcOrd="1" destOrd="0" presId="urn:microsoft.com/office/officeart/2005/8/layout/vList2"/>
    <dgm:cxn modelId="{9C543710-C85C-4440-A6FF-DCD046104629}" type="presParOf" srcId="{7D49BFF6-26F3-4629-A01F-460ED28382B1}" destId="{729F9E62-DAEF-4930-9902-CD9ADA5C70D5}" srcOrd="2" destOrd="0" presId="urn:microsoft.com/office/officeart/2005/8/layout/vList2"/>
    <dgm:cxn modelId="{17646B52-D77E-48C2-B54C-CCEE81842530}" type="presParOf" srcId="{7D49BFF6-26F3-4629-A01F-460ED28382B1}" destId="{AA5DC6FE-17D0-4E75-B871-5C9001444102}" srcOrd="3" destOrd="0" presId="urn:microsoft.com/office/officeart/2005/8/layout/vList2"/>
    <dgm:cxn modelId="{1D3B833E-1AEB-4B2D-84F4-88D122B6D9D4}" type="presParOf" srcId="{7D49BFF6-26F3-4629-A01F-460ED28382B1}" destId="{01BE5C17-03BA-4E12-97A0-8CB6A3B07998}" srcOrd="4" destOrd="0" presId="urn:microsoft.com/office/officeart/2005/8/layout/vList2"/>
    <dgm:cxn modelId="{1A260DF4-83EA-4155-B4DE-6EBFB96AE1F2}" type="presParOf" srcId="{7D49BFF6-26F3-4629-A01F-460ED28382B1}" destId="{65BB2B80-470F-4CC9-ABF2-E75BB22BDD88}" srcOrd="5" destOrd="0" presId="urn:microsoft.com/office/officeart/2005/8/layout/vList2"/>
    <dgm:cxn modelId="{78516353-5379-4507-B037-AE6004F23DF2}" type="presParOf" srcId="{7D49BFF6-26F3-4629-A01F-460ED28382B1}" destId="{D204068F-DF29-4517-BC82-CAF88C36988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E52008E-8E5C-4CF1-99F5-DEDDD80E7C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9464B7D-5AFE-491A-8720-02FDAB59C1D5}">
      <dgm:prSet/>
      <dgm:spPr/>
      <dgm:t>
        <a:bodyPr/>
        <a:lstStyle/>
        <a:p>
          <a:r>
            <a:rPr lang="uk-UA" b="0" i="0"/>
            <a:t>упровадження однієї з «надпрограм» М. Хрущова.</a:t>
          </a:r>
          <a:endParaRPr lang="uk-UA"/>
        </a:p>
      </dgm:t>
    </dgm:pt>
    <dgm:pt modelId="{1EA455A3-DF47-4B07-AFEA-16C1453A2AA6}" type="parTrans" cxnId="{C57F1B56-8FC6-43A8-93C5-1CC5E8C30D0D}">
      <dgm:prSet/>
      <dgm:spPr/>
      <dgm:t>
        <a:bodyPr/>
        <a:lstStyle/>
        <a:p>
          <a:endParaRPr lang="uk-UA"/>
        </a:p>
      </dgm:t>
    </dgm:pt>
    <dgm:pt modelId="{9C54B57E-FA44-4FB9-8FD5-C4E35D3525D6}" type="sibTrans" cxnId="{C57F1B56-8FC6-43A8-93C5-1CC5E8C30D0D}">
      <dgm:prSet/>
      <dgm:spPr/>
      <dgm:t>
        <a:bodyPr/>
        <a:lstStyle/>
        <a:p>
          <a:endParaRPr lang="uk-UA"/>
        </a:p>
      </dgm:t>
    </dgm:pt>
    <dgm:pt modelId="{5BED94F6-7CD8-46F9-A9A2-CA9BE75C8C46}">
      <dgm:prSet/>
      <dgm:spPr/>
      <dgm:t>
        <a:bodyPr/>
        <a:lstStyle/>
        <a:p>
          <a:r>
            <a:rPr lang="uk-UA" b="0" i="0" dirty="0"/>
            <a:t>здійснення економічних «реформ О. </a:t>
          </a:r>
          <a:r>
            <a:rPr lang="uk-UA" b="0" i="0" dirty="0" err="1"/>
            <a:t>Косигіна</a:t>
          </a:r>
          <a:r>
            <a:rPr lang="uk-UA" b="0" i="0" dirty="0"/>
            <a:t>».</a:t>
          </a:r>
          <a:endParaRPr lang="uk-UA" dirty="0"/>
        </a:p>
      </dgm:t>
    </dgm:pt>
    <dgm:pt modelId="{ACA92280-6F06-485B-BCA6-4E263E76FD9D}" type="parTrans" cxnId="{1B02FABA-963A-4916-9CC9-DA40105D4B82}">
      <dgm:prSet/>
      <dgm:spPr/>
      <dgm:t>
        <a:bodyPr/>
        <a:lstStyle/>
        <a:p>
          <a:endParaRPr lang="uk-UA"/>
        </a:p>
      </dgm:t>
    </dgm:pt>
    <dgm:pt modelId="{D38CA30C-8A23-424A-B763-14AD101405D5}" type="sibTrans" cxnId="{1B02FABA-963A-4916-9CC9-DA40105D4B82}">
      <dgm:prSet/>
      <dgm:spPr/>
      <dgm:t>
        <a:bodyPr/>
        <a:lstStyle/>
        <a:p>
          <a:endParaRPr lang="uk-UA"/>
        </a:p>
      </dgm:t>
    </dgm:pt>
    <dgm:pt modelId="{085B6C0C-C5EA-46B0-8EC0-3B5E9D4D1742}">
      <dgm:prSet/>
      <dgm:spPr/>
      <dgm:t>
        <a:bodyPr/>
        <a:lstStyle/>
        <a:p>
          <a:r>
            <a:rPr lang="uk-UA" b="0" i="0" dirty="0"/>
            <a:t>виконання Продовольчої програми Л. Брежнєва.</a:t>
          </a:r>
          <a:endParaRPr lang="uk-UA" dirty="0"/>
        </a:p>
      </dgm:t>
    </dgm:pt>
    <dgm:pt modelId="{F4E14671-5E01-4156-A0EE-650D3FE94F53}" type="parTrans" cxnId="{838E5608-F2FC-4DAB-80A1-F76CCEF2F3C4}">
      <dgm:prSet/>
      <dgm:spPr/>
      <dgm:t>
        <a:bodyPr/>
        <a:lstStyle/>
        <a:p>
          <a:endParaRPr lang="uk-UA"/>
        </a:p>
      </dgm:t>
    </dgm:pt>
    <dgm:pt modelId="{3A32ADD6-1879-4AC5-80E9-35691CC04CF8}" type="sibTrans" cxnId="{838E5608-F2FC-4DAB-80A1-F76CCEF2F3C4}">
      <dgm:prSet/>
      <dgm:spPr/>
      <dgm:t>
        <a:bodyPr/>
        <a:lstStyle/>
        <a:p>
          <a:endParaRPr lang="uk-UA"/>
        </a:p>
      </dgm:t>
    </dgm:pt>
    <dgm:pt modelId="{1DC8AC99-BD9B-4735-8635-842E60C53971}">
      <dgm:prSet/>
      <dgm:spPr/>
      <dgm:t>
        <a:bodyPr/>
        <a:lstStyle/>
        <a:p>
          <a:r>
            <a:rPr lang="uk-UA" b="0" i="0" dirty="0"/>
            <a:t>реалізації політики «перебудови» М. Горбачова.</a:t>
          </a:r>
          <a:endParaRPr lang="uk-UA" dirty="0"/>
        </a:p>
      </dgm:t>
    </dgm:pt>
    <dgm:pt modelId="{47F5F8DA-8E98-4FEA-95D0-EBA1437C24B5}" type="parTrans" cxnId="{8335D430-124C-476F-8F99-037B2A178BD6}">
      <dgm:prSet/>
      <dgm:spPr/>
      <dgm:t>
        <a:bodyPr/>
        <a:lstStyle/>
        <a:p>
          <a:endParaRPr lang="uk-UA"/>
        </a:p>
      </dgm:t>
    </dgm:pt>
    <dgm:pt modelId="{21226200-148C-4B97-A398-0FA8B43C5D9C}" type="sibTrans" cxnId="{8335D430-124C-476F-8F99-037B2A178BD6}">
      <dgm:prSet/>
      <dgm:spPr/>
      <dgm:t>
        <a:bodyPr/>
        <a:lstStyle/>
        <a:p>
          <a:endParaRPr lang="uk-UA"/>
        </a:p>
      </dgm:t>
    </dgm:pt>
    <dgm:pt modelId="{30EAC796-4414-42EA-B398-1075550C97B7}" type="pres">
      <dgm:prSet presAssocID="{3E52008E-8E5C-4CF1-99F5-DEDDD80E7C4A}" presName="linear" presStyleCnt="0">
        <dgm:presLayoutVars>
          <dgm:animLvl val="lvl"/>
          <dgm:resizeHandles val="exact"/>
        </dgm:presLayoutVars>
      </dgm:prSet>
      <dgm:spPr/>
    </dgm:pt>
    <dgm:pt modelId="{5908917A-17B6-4195-BC0E-9A65EF27469B}" type="pres">
      <dgm:prSet presAssocID="{A9464B7D-5AFE-491A-8720-02FDAB59C1D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8F7E7A6-0745-490B-8068-52F463ACAE85}" type="pres">
      <dgm:prSet presAssocID="{9C54B57E-FA44-4FB9-8FD5-C4E35D3525D6}" presName="spacer" presStyleCnt="0"/>
      <dgm:spPr/>
    </dgm:pt>
    <dgm:pt modelId="{D1697390-240F-423D-8480-5428542D5C1B}" type="pres">
      <dgm:prSet presAssocID="{5BED94F6-7CD8-46F9-A9A2-CA9BE75C8C4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86033F1-89DC-4A78-A237-79FB79FFBDA4}" type="pres">
      <dgm:prSet presAssocID="{D38CA30C-8A23-424A-B763-14AD101405D5}" presName="spacer" presStyleCnt="0"/>
      <dgm:spPr/>
    </dgm:pt>
    <dgm:pt modelId="{4FB2C960-1AEE-46A4-8FFA-1B4BDEB9F2C7}" type="pres">
      <dgm:prSet presAssocID="{085B6C0C-C5EA-46B0-8EC0-3B5E9D4D174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AC9311A-B190-4C0C-ABAF-C97C6A1C508D}" type="pres">
      <dgm:prSet presAssocID="{3A32ADD6-1879-4AC5-80E9-35691CC04CF8}" presName="spacer" presStyleCnt="0"/>
      <dgm:spPr/>
    </dgm:pt>
    <dgm:pt modelId="{5BD23D1D-C142-4C49-81C9-A1FDF7D9326E}" type="pres">
      <dgm:prSet presAssocID="{1DC8AC99-BD9B-4735-8635-842E60C5397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5ECDB01-C328-47CF-9D47-9DA9B92C70C4}" type="presOf" srcId="{085B6C0C-C5EA-46B0-8EC0-3B5E9D4D1742}" destId="{4FB2C960-1AEE-46A4-8FFA-1B4BDEB9F2C7}" srcOrd="0" destOrd="0" presId="urn:microsoft.com/office/officeart/2005/8/layout/vList2"/>
    <dgm:cxn modelId="{838E5608-F2FC-4DAB-80A1-F76CCEF2F3C4}" srcId="{3E52008E-8E5C-4CF1-99F5-DEDDD80E7C4A}" destId="{085B6C0C-C5EA-46B0-8EC0-3B5E9D4D1742}" srcOrd="2" destOrd="0" parTransId="{F4E14671-5E01-4156-A0EE-650D3FE94F53}" sibTransId="{3A32ADD6-1879-4AC5-80E9-35691CC04CF8}"/>
    <dgm:cxn modelId="{8335D430-124C-476F-8F99-037B2A178BD6}" srcId="{3E52008E-8E5C-4CF1-99F5-DEDDD80E7C4A}" destId="{1DC8AC99-BD9B-4735-8635-842E60C53971}" srcOrd="3" destOrd="0" parTransId="{47F5F8DA-8E98-4FEA-95D0-EBA1437C24B5}" sibTransId="{21226200-148C-4B97-A398-0FA8B43C5D9C}"/>
    <dgm:cxn modelId="{70B74867-65B2-4883-8602-667BC602A8D8}" type="presOf" srcId="{5BED94F6-7CD8-46F9-A9A2-CA9BE75C8C46}" destId="{D1697390-240F-423D-8480-5428542D5C1B}" srcOrd="0" destOrd="0" presId="urn:microsoft.com/office/officeart/2005/8/layout/vList2"/>
    <dgm:cxn modelId="{6402114C-9B4C-44FB-95BB-3A04BDC35318}" type="presOf" srcId="{A9464B7D-5AFE-491A-8720-02FDAB59C1D5}" destId="{5908917A-17B6-4195-BC0E-9A65EF27469B}" srcOrd="0" destOrd="0" presId="urn:microsoft.com/office/officeart/2005/8/layout/vList2"/>
    <dgm:cxn modelId="{C57F1B56-8FC6-43A8-93C5-1CC5E8C30D0D}" srcId="{3E52008E-8E5C-4CF1-99F5-DEDDD80E7C4A}" destId="{A9464B7D-5AFE-491A-8720-02FDAB59C1D5}" srcOrd="0" destOrd="0" parTransId="{1EA455A3-DF47-4B07-AFEA-16C1453A2AA6}" sibTransId="{9C54B57E-FA44-4FB9-8FD5-C4E35D3525D6}"/>
    <dgm:cxn modelId="{109E9A84-C46B-4F78-8733-047FFB7AB6AF}" type="presOf" srcId="{1DC8AC99-BD9B-4735-8635-842E60C53971}" destId="{5BD23D1D-C142-4C49-81C9-A1FDF7D9326E}" srcOrd="0" destOrd="0" presId="urn:microsoft.com/office/officeart/2005/8/layout/vList2"/>
    <dgm:cxn modelId="{1B02FABA-963A-4916-9CC9-DA40105D4B82}" srcId="{3E52008E-8E5C-4CF1-99F5-DEDDD80E7C4A}" destId="{5BED94F6-7CD8-46F9-A9A2-CA9BE75C8C46}" srcOrd="1" destOrd="0" parTransId="{ACA92280-6F06-485B-BCA6-4E263E76FD9D}" sibTransId="{D38CA30C-8A23-424A-B763-14AD101405D5}"/>
    <dgm:cxn modelId="{A9B410F1-8699-4753-9B59-2224D1929CB4}" type="presOf" srcId="{3E52008E-8E5C-4CF1-99F5-DEDDD80E7C4A}" destId="{30EAC796-4414-42EA-B398-1075550C97B7}" srcOrd="0" destOrd="0" presId="urn:microsoft.com/office/officeart/2005/8/layout/vList2"/>
    <dgm:cxn modelId="{72737F52-5D09-469C-A7B0-AF47447088B3}" type="presParOf" srcId="{30EAC796-4414-42EA-B398-1075550C97B7}" destId="{5908917A-17B6-4195-BC0E-9A65EF27469B}" srcOrd="0" destOrd="0" presId="urn:microsoft.com/office/officeart/2005/8/layout/vList2"/>
    <dgm:cxn modelId="{51E222A9-E0CE-4830-A570-316679FAC6E7}" type="presParOf" srcId="{30EAC796-4414-42EA-B398-1075550C97B7}" destId="{E8F7E7A6-0745-490B-8068-52F463ACAE85}" srcOrd="1" destOrd="0" presId="urn:microsoft.com/office/officeart/2005/8/layout/vList2"/>
    <dgm:cxn modelId="{E54BA9D4-31AA-4B51-BEC3-478538795FA2}" type="presParOf" srcId="{30EAC796-4414-42EA-B398-1075550C97B7}" destId="{D1697390-240F-423D-8480-5428542D5C1B}" srcOrd="2" destOrd="0" presId="urn:microsoft.com/office/officeart/2005/8/layout/vList2"/>
    <dgm:cxn modelId="{CADE1F4A-586F-4264-895A-5CD994BD56C3}" type="presParOf" srcId="{30EAC796-4414-42EA-B398-1075550C97B7}" destId="{D86033F1-89DC-4A78-A237-79FB79FFBDA4}" srcOrd="3" destOrd="0" presId="urn:microsoft.com/office/officeart/2005/8/layout/vList2"/>
    <dgm:cxn modelId="{EF80EECF-210C-49FC-953D-7CC5911DD094}" type="presParOf" srcId="{30EAC796-4414-42EA-B398-1075550C97B7}" destId="{4FB2C960-1AEE-46A4-8FFA-1B4BDEB9F2C7}" srcOrd="4" destOrd="0" presId="urn:microsoft.com/office/officeart/2005/8/layout/vList2"/>
    <dgm:cxn modelId="{3EFBBAC3-170C-4C0E-A7A5-54013639972B}" type="presParOf" srcId="{30EAC796-4414-42EA-B398-1075550C97B7}" destId="{9AC9311A-B190-4C0C-ABAF-C97C6A1C508D}" srcOrd="5" destOrd="0" presId="urn:microsoft.com/office/officeart/2005/8/layout/vList2"/>
    <dgm:cxn modelId="{E332066D-A592-4D41-89F2-AC2A67D0CB5F}" type="presParOf" srcId="{30EAC796-4414-42EA-B398-1075550C97B7}" destId="{5BD23D1D-C142-4C49-81C9-A1FDF7D9326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9AD8B02-0768-47B8-A4FA-3B990BEB466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F20E8D94-8B8B-46CB-95A4-5033F219DEAE}">
      <dgm:prSet/>
      <dgm:spPr/>
      <dgm:t>
        <a:bodyPr/>
        <a:lstStyle/>
        <a:p>
          <a:r>
            <a:rPr lang="ru-RU" b="0" i="0"/>
            <a:t>проблеми реалізації курсу на перебудову.</a:t>
          </a:r>
          <a:endParaRPr lang="uk-UA"/>
        </a:p>
      </dgm:t>
    </dgm:pt>
    <dgm:pt modelId="{3B46F6B3-9AF7-44E4-A981-7CF5CCB3FF11}" type="parTrans" cxnId="{4842A116-70CE-462F-A84B-7830206DBFEE}">
      <dgm:prSet/>
      <dgm:spPr/>
      <dgm:t>
        <a:bodyPr/>
        <a:lstStyle/>
        <a:p>
          <a:endParaRPr lang="uk-UA"/>
        </a:p>
      </dgm:t>
    </dgm:pt>
    <dgm:pt modelId="{15DA2772-72B3-4C08-ACBF-DF4AFEF8669A}" type="sibTrans" cxnId="{4842A116-70CE-462F-A84B-7830206DBFEE}">
      <dgm:prSet/>
      <dgm:spPr/>
      <dgm:t>
        <a:bodyPr/>
        <a:lstStyle/>
        <a:p>
          <a:endParaRPr lang="uk-UA"/>
        </a:p>
      </dgm:t>
    </dgm:pt>
    <dgm:pt modelId="{F674F919-766F-4371-9F63-C08D1B73E27B}">
      <dgm:prSet/>
      <dgm:spPr/>
      <dgm:t>
        <a:bodyPr/>
        <a:lstStyle/>
        <a:p>
          <a:r>
            <a:rPr lang="ru-RU" b="0" i="0" dirty="0" err="1"/>
            <a:t>головний</a:t>
          </a:r>
          <a:r>
            <a:rPr lang="ru-RU" b="0" i="0" dirty="0"/>
            <a:t> </a:t>
          </a:r>
          <a:r>
            <a:rPr lang="ru-RU" b="0" i="0" dirty="0" err="1"/>
            <a:t>здобуток</a:t>
          </a:r>
          <a:r>
            <a:rPr lang="ru-RU" b="0" i="0" dirty="0"/>
            <a:t> </a:t>
          </a:r>
          <a:r>
            <a:rPr lang="ru-RU" b="0" i="0" dirty="0" err="1"/>
            <a:t>перебудови</a:t>
          </a:r>
          <a:r>
            <a:rPr lang="ru-RU" b="0" i="0" dirty="0"/>
            <a:t>.</a:t>
          </a:r>
          <a:endParaRPr lang="uk-UA" dirty="0"/>
        </a:p>
      </dgm:t>
    </dgm:pt>
    <dgm:pt modelId="{9800E46C-087F-442B-9F36-9BB477E3AE84}" type="parTrans" cxnId="{F8D2B324-03DC-4D75-93C3-7F4DC92C8BE6}">
      <dgm:prSet/>
      <dgm:spPr/>
      <dgm:t>
        <a:bodyPr/>
        <a:lstStyle/>
        <a:p>
          <a:endParaRPr lang="uk-UA"/>
        </a:p>
      </dgm:t>
    </dgm:pt>
    <dgm:pt modelId="{0C560235-A02B-460E-B15C-DB7859640BF9}" type="sibTrans" cxnId="{F8D2B324-03DC-4D75-93C3-7F4DC92C8BE6}">
      <dgm:prSet/>
      <dgm:spPr/>
      <dgm:t>
        <a:bodyPr/>
        <a:lstStyle/>
        <a:p>
          <a:endParaRPr lang="uk-UA"/>
        </a:p>
      </dgm:t>
    </dgm:pt>
    <dgm:pt modelId="{57DAC5AD-EC91-47E0-B06B-C29F5BCFE167}">
      <dgm:prSet/>
      <dgm:spPr/>
      <dgm:t>
        <a:bodyPr/>
        <a:lstStyle/>
        <a:p>
          <a:r>
            <a:rPr lang="ru-RU" b="0" i="0" dirty="0" err="1"/>
            <a:t>успішність</a:t>
          </a:r>
          <a:r>
            <a:rPr lang="ru-RU" b="0" i="0" dirty="0"/>
            <a:t> </a:t>
          </a:r>
          <a:r>
            <a:rPr lang="ru-RU" b="0" i="0" dirty="0" err="1"/>
            <a:t>процесу</a:t>
          </a:r>
          <a:r>
            <a:rPr lang="ru-RU" b="0" i="0" dirty="0"/>
            <a:t> </a:t>
          </a:r>
          <a:r>
            <a:rPr lang="ru-RU" b="0" i="0" dirty="0" err="1"/>
            <a:t>перебудови</a:t>
          </a:r>
          <a:r>
            <a:rPr lang="ru-RU" b="0" i="0" dirty="0"/>
            <a:t>.</a:t>
          </a:r>
          <a:endParaRPr lang="uk-UA" dirty="0"/>
        </a:p>
      </dgm:t>
    </dgm:pt>
    <dgm:pt modelId="{9870A29B-593A-4AAC-9741-8C5AE0A7D0D2}" type="parTrans" cxnId="{1654D0DD-D624-4774-BB18-F97B5E5087A8}">
      <dgm:prSet/>
      <dgm:spPr/>
      <dgm:t>
        <a:bodyPr/>
        <a:lstStyle/>
        <a:p>
          <a:endParaRPr lang="uk-UA"/>
        </a:p>
      </dgm:t>
    </dgm:pt>
    <dgm:pt modelId="{C6C242D7-9D35-4DD2-ACD4-D05F7A1CD236}" type="sibTrans" cxnId="{1654D0DD-D624-4774-BB18-F97B5E5087A8}">
      <dgm:prSet/>
      <dgm:spPr/>
      <dgm:t>
        <a:bodyPr/>
        <a:lstStyle/>
        <a:p>
          <a:endParaRPr lang="uk-UA"/>
        </a:p>
      </dgm:t>
    </dgm:pt>
    <dgm:pt modelId="{79E60F81-FE46-4D62-BCA6-89F760277D63}">
      <dgm:prSet/>
      <dgm:spPr/>
      <dgm:t>
        <a:bodyPr/>
        <a:lstStyle/>
        <a:p>
          <a:r>
            <a:rPr lang="ru-RU" b="0" i="0" dirty="0" err="1"/>
            <a:t>незмінність</a:t>
          </a:r>
          <a:r>
            <a:rPr lang="ru-RU" b="0" i="0" dirty="0"/>
            <a:t> курсу на </a:t>
          </a:r>
          <a:r>
            <a:rPr lang="ru-RU" b="0" i="0" dirty="0" err="1"/>
            <a:t>перебудову</a:t>
          </a:r>
          <a:r>
            <a:rPr lang="ru-RU" b="0" i="0" dirty="0"/>
            <a:t>.</a:t>
          </a:r>
          <a:endParaRPr lang="uk-UA" dirty="0"/>
        </a:p>
      </dgm:t>
    </dgm:pt>
    <dgm:pt modelId="{A41BA4CF-C192-450A-B9EB-B8C6FB77BD28}" type="parTrans" cxnId="{04396C39-46D6-4916-9E42-47F6676D5ABB}">
      <dgm:prSet/>
      <dgm:spPr/>
      <dgm:t>
        <a:bodyPr/>
        <a:lstStyle/>
        <a:p>
          <a:endParaRPr lang="uk-UA"/>
        </a:p>
      </dgm:t>
    </dgm:pt>
    <dgm:pt modelId="{B417D255-B162-45C8-BA2E-25B0F2A23368}" type="sibTrans" cxnId="{04396C39-46D6-4916-9E42-47F6676D5ABB}">
      <dgm:prSet/>
      <dgm:spPr/>
      <dgm:t>
        <a:bodyPr/>
        <a:lstStyle/>
        <a:p>
          <a:endParaRPr lang="uk-UA"/>
        </a:p>
      </dgm:t>
    </dgm:pt>
    <dgm:pt modelId="{0B2D098C-422D-4129-AFFA-065D1FC72499}" type="pres">
      <dgm:prSet presAssocID="{59AD8B02-0768-47B8-A4FA-3B990BEB466D}" presName="linear" presStyleCnt="0">
        <dgm:presLayoutVars>
          <dgm:animLvl val="lvl"/>
          <dgm:resizeHandles val="exact"/>
        </dgm:presLayoutVars>
      </dgm:prSet>
      <dgm:spPr/>
    </dgm:pt>
    <dgm:pt modelId="{52892DF5-81FC-4953-88BD-F34BE99561AB}" type="pres">
      <dgm:prSet presAssocID="{F20E8D94-8B8B-46CB-95A4-5033F219DEA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2CD2E17-3C0F-490A-961F-69CC3137B752}" type="pres">
      <dgm:prSet presAssocID="{15DA2772-72B3-4C08-ACBF-DF4AFEF8669A}" presName="spacer" presStyleCnt="0"/>
      <dgm:spPr/>
    </dgm:pt>
    <dgm:pt modelId="{FA887C12-AC80-416B-A665-4B51F60CA9D3}" type="pres">
      <dgm:prSet presAssocID="{F674F919-766F-4371-9F63-C08D1B73E2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FC8ABED-81AB-482C-B56F-84276C0706AF}" type="pres">
      <dgm:prSet presAssocID="{0C560235-A02B-460E-B15C-DB7859640BF9}" presName="spacer" presStyleCnt="0"/>
      <dgm:spPr/>
    </dgm:pt>
    <dgm:pt modelId="{7AABB8C8-637F-404A-BE06-DEBDE6843749}" type="pres">
      <dgm:prSet presAssocID="{57DAC5AD-EC91-47E0-B06B-C29F5BCFE16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D007272-A8F1-4C41-94CF-DB8FA1C05E8C}" type="pres">
      <dgm:prSet presAssocID="{C6C242D7-9D35-4DD2-ACD4-D05F7A1CD236}" presName="spacer" presStyleCnt="0"/>
      <dgm:spPr/>
    </dgm:pt>
    <dgm:pt modelId="{F7AB0F86-A374-4015-92D4-03A50376DD54}" type="pres">
      <dgm:prSet presAssocID="{79E60F81-FE46-4D62-BCA6-89F760277D6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96EC0C-1871-4782-80A5-D43134E18B19}" type="presOf" srcId="{57DAC5AD-EC91-47E0-B06B-C29F5BCFE167}" destId="{7AABB8C8-637F-404A-BE06-DEBDE6843749}" srcOrd="0" destOrd="0" presId="urn:microsoft.com/office/officeart/2005/8/layout/vList2"/>
    <dgm:cxn modelId="{4842A116-70CE-462F-A84B-7830206DBFEE}" srcId="{59AD8B02-0768-47B8-A4FA-3B990BEB466D}" destId="{F20E8D94-8B8B-46CB-95A4-5033F219DEAE}" srcOrd="0" destOrd="0" parTransId="{3B46F6B3-9AF7-44E4-A981-7CF5CCB3FF11}" sibTransId="{15DA2772-72B3-4C08-ACBF-DF4AFEF8669A}"/>
    <dgm:cxn modelId="{F8D2B324-03DC-4D75-93C3-7F4DC92C8BE6}" srcId="{59AD8B02-0768-47B8-A4FA-3B990BEB466D}" destId="{F674F919-766F-4371-9F63-C08D1B73E27B}" srcOrd="1" destOrd="0" parTransId="{9800E46C-087F-442B-9F36-9BB477E3AE84}" sibTransId="{0C560235-A02B-460E-B15C-DB7859640BF9}"/>
    <dgm:cxn modelId="{2A930B30-D78A-4ACB-A683-665AF50AE32C}" type="presOf" srcId="{F674F919-766F-4371-9F63-C08D1B73E27B}" destId="{FA887C12-AC80-416B-A665-4B51F60CA9D3}" srcOrd="0" destOrd="0" presId="urn:microsoft.com/office/officeart/2005/8/layout/vList2"/>
    <dgm:cxn modelId="{04396C39-46D6-4916-9E42-47F6676D5ABB}" srcId="{59AD8B02-0768-47B8-A4FA-3B990BEB466D}" destId="{79E60F81-FE46-4D62-BCA6-89F760277D63}" srcOrd="3" destOrd="0" parTransId="{A41BA4CF-C192-450A-B9EB-B8C6FB77BD28}" sibTransId="{B417D255-B162-45C8-BA2E-25B0F2A23368}"/>
    <dgm:cxn modelId="{F0874F64-F5FD-4D2C-A62B-0D4917F819EC}" type="presOf" srcId="{F20E8D94-8B8B-46CB-95A4-5033F219DEAE}" destId="{52892DF5-81FC-4953-88BD-F34BE99561AB}" srcOrd="0" destOrd="0" presId="urn:microsoft.com/office/officeart/2005/8/layout/vList2"/>
    <dgm:cxn modelId="{7954ABBE-E58E-4CCF-88E6-AE745410B21D}" type="presOf" srcId="{59AD8B02-0768-47B8-A4FA-3B990BEB466D}" destId="{0B2D098C-422D-4129-AFFA-065D1FC72499}" srcOrd="0" destOrd="0" presId="urn:microsoft.com/office/officeart/2005/8/layout/vList2"/>
    <dgm:cxn modelId="{1654D0DD-D624-4774-BB18-F97B5E5087A8}" srcId="{59AD8B02-0768-47B8-A4FA-3B990BEB466D}" destId="{57DAC5AD-EC91-47E0-B06B-C29F5BCFE167}" srcOrd="2" destOrd="0" parTransId="{9870A29B-593A-4AAC-9741-8C5AE0A7D0D2}" sibTransId="{C6C242D7-9D35-4DD2-ACD4-D05F7A1CD236}"/>
    <dgm:cxn modelId="{86AE76E2-A7B1-475C-B173-231946A25474}" type="presOf" srcId="{79E60F81-FE46-4D62-BCA6-89F760277D63}" destId="{F7AB0F86-A374-4015-92D4-03A50376DD54}" srcOrd="0" destOrd="0" presId="urn:microsoft.com/office/officeart/2005/8/layout/vList2"/>
    <dgm:cxn modelId="{85D4F410-6CC6-4B6A-A216-36537AABDB1E}" type="presParOf" srcId="{0B2D098C-422D-4129-AFFA-065D1FC72499}" destId="{52892DF5-81FC-4953-88BD-F34BE99561AB}" srcOrd="0" destOrd="0" presId="urn:microsoft.com/office/officeart/2005/8/layout/vList2"/>
    <dgm:cxn modelId="{1291400E-D187-400F-A608-AD6451FE6DAA}" type="presParOf" srcId="{0B2D098C-422D-4129-AFFA-065D1FC72499}" destId="{22CD2E17-3C0F-490A-961F-69CC3137B752}" srcOrd="1" destOrd="0" presId="urn:microsoft.com/office/officeart/2005/8/layout/vList2"/>
    <dgm:cxn modelId="{C3E98C3B-53F4-40D6-9E17-A5D7F9604E59}" type="presParOf" srcId="{0B2D098C-422D-4129-AFFA-065D1FC72499}" destId="{FA887C12-AC80-416B-A665-4B51F60CA9D3}" srcOrd="2" destOrd="0" presId="urn:microsoft.com/office/officeart/2005/8/layout/vList2"/>
    <dgm:cxn modelId="{56DA56AB-B006-4F90-916D-C37A1B11ED20}" type="presParOf" srcId="{0B2D098C-422D-4129-AFFA-065D1FC72499}" destId="{4FC8ABED-81AB-482C-B56F-84276C0706AF}" srcOrd="3" destOrd="0" presId="urn:microsoft.com/office/officeart/2005/8/layout/vList2"/>
    <dgm:cxn modelId="{62A8C065-0A2F-489B-BC11-4D696C47510A}" type="presParOf" srcId="{0B2D098C-422D-4129-AFFA-065D1FC72499}" destId="{7AABB8C8-637F-404A-BE06-DEBDE6843749}" srcOrd="4" destOrd="0" presId="urn:microsoft.com/office/officeart/2005/8/layout/vList2"/>
    <dgm:cxn modelId="{5314E5E7-D57C-4FDE-BA19-DA3113431BC6}" type="presParOf" srcId="{0B2D098C-422D-4129-AFFA-065D1FC72499}" destId="{0D007272-A8F1-4C41-94CF-DB8FA1C05E8C}" srcOrd="5" destOrd="0" presId="urn:microsoft.com/office/officeart/2005/8/layout/vList2"/>
    <dgm:cxn modelId="{5D4BEC03-B28E-420B-A1FE-27876B092F00}" type="presParOf" srcId="{0B2D098C-422D-4129-AFFA-065D1FC72499}" destId="{F7AB0F86-A374-4015-92D4-03A50376DD5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73473D7B-FFEC-4B9D-8F0D-F5CBDE3C9384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945B2AA9-C5FC-4A2F-BD68-B360095C652F}">
      <dgm:prSet/>
      <dgm:spPr/>
      <dgm:t>
        <a:bodyPr/>
        <a:lstStyle/>
        <a:p>
          <a:r>
            <a:rPr lang="ru-RU" b="0" i="0"/>
            <a:t>1983 р.</a:t>
          </a:r>
          <a:endParaRPr lang="uk-UA"/>
        </a:p>
      </dgm:t>
    </dgm:pt>
    <dgm:pt modelId="{2AF10345-9BCE-450C-8F8F-3E2A61181BA6}" type="parTrans" cxnId="{EFDE420D-DF33-4256-A838-5733E478F201}">
      <dgm:prSet/>
      <dgm:spPr/>
      <dgm:t>
        <a:bodyPr/>
        <a:lstStyle/>
        <a:p>
          <a:endParaRPr lang="uk-UA"/>
        </a:p>
      </dgm:t>
    </dgm:pt>
    <dgm:pt modelId="{6E7A989C-E320-4F1D-984B-6651FB5EA0C3}" type="sibTrans" cxnId="{EFDE420D-DF33-4256-A838-5733E478F201}">
      <dgm:prSet/>
      <dgm:spPr/>
      <dgm:t>
        <a:bodyPr/>
        <a:lstStyle/>
        <a:p>
          <a:endParaRPr lang="uk-UA"/>
        </a:p>
      </dgm:t>
    </dgm:pt>
    <dgm:pt modelId="{7474030A-1A80-44B1-B63F-06EB2B5B6333}">
      <dgm:prSet/>
      <dgm:spPr/>
      <dgm:t>
        <a:bodyPr/>
        <a:lstStyle/>
        <a:p>
          <a:r>
            <a:rPr lang="ru-RU" b="0" i="0" dirty="0"/>
            <a:t>1986 р.</a:t>
          </a:r>
          <a:endParaRPr lang="uk-UA" dirty="0"/>
        </a:p>
      </dgm:t>
    </dgm:pt>
    <dgm:pt modelId="{905C5F23-F4CF-45BB-A1AF-67DF2B4CA2DA}" type="parTrans" cxnId="{F65D258D-9954-451B-B967-FF990F1FA6DD}">
      <dgm:prSet/>
      <dgm:spPr/>
      <dgm:t>
        <a:bodyPr/>
        <a:lstStyle/>
        <a:p>
          <a:endParaRPr lang="uk-UA"/>
        </a:p>
      </dgm:t>
    </dgm:pt>
    <dgm:pt modelId="{FDDE35F0-BFF9-4729-BB27-217F1EFC6603}" type="sibTrans" cxnId="{F65D258D-9954-451B-B967-FF990F1FA6DD}">
      <dgm:prSet/>
      <dgm:spPr/>
      <dgm:t>
        <a:bodyPr/>
        <a:lstStyle/>
        <a:p>
          <a:endParaRPr lang="uk-UA"/>
        </a:p>
      </dgm:t>
    </dgm:pt>
    <dgm:pt modelId="{07128DB4-9B1A-4917-96D7-300444DE61C4}">
      <dgm:prSet/>
      <dgm:spPr/>
      <dgm:t>
        <a:bodyPr/>
        <a:lstStyle/>
        <a:p>
          <a:r>
            <a:rPr lang="ru-RU" b="0" i="0" dirty="0"/>
            <a:t>1988 р.</a:t>
          </a:r>
          <a:endParaRPr lang="uk-UA" dirty="0"/>
        </a:p>
      </dgm:t>
    </dgm:pt>
    <dgm:pt modelId="{E43D018C-70A7-40E2-877C-A8EB2FE2A840}" type="parTrans" cxnId="{A0F73068-8282-484B-A7B9-7905A9F4EC16}">
      <dgm:prSet/>
      <dgm:spPr/>
      <dgm:t>
        <a:bodyPr/>
        <a:lstStyle/>
        <a:p>
          <a:endParaRPr lang="uk-UA"/>
        </a:p>
      </dgm:t>
    </dgm:pt>
    <dgm:pt modelId="{55C5550E-618B-4A57-ACD1-8C5D79607048}" type="sibTrans" cxnId="{A0F73068-8282-484B-A7B9-7905A9F4EC16}">
      <dgm:prSet/>
      <dgm:spPr/>
      <dgm:t>
        <a:bodyPr/>
        <a:lstStyle/>
        <a:p>
          <a:endParaRPr lang="uk-UA"/>
        </a:p>
      </dgm:t>
    </dgm:pt>
    <dgm:pt modelId="{6A5F343F-2AD8-4FD2-AEB0-0B76947EC2EA}">
      <dgm:prSet/>
      <dgm:spPr/>
      <dgm:t>
        <a:bodyPr/>
        <a:lstStyle/>
        <a:p>
          <a:r>
            <a:rPr lang="ru-RU" b="0" i="0" dirty="0"/>
            <a:t>1991 р.</a:t>
          </a:r>
          <a:endParaRPr lang="uk-UA" dirty="0"/>
        </a:p>
      </dgm:t>
    </dgm:pt>
    <dgm:pt modelId="{0C580759-5F53-47D6-A0FD-146D3F78F178}" type="parTrans" cxnId="{6577C303-58F5-4187-A917-15B800406B7F}">
      <dgm:prSet/>
      <dgm:spPr/>
      <dgm:t>
        <a:bodyPr/>
        <a:lstStyle/>
        <a:p>
          <a:endParaRPr lang="uk-UA"/>
        </a:p>
      </dgm:t>
    </dgm:pt>
    <dgm:pt modelId="{4A324171-88D1-4690-AE0D-0D13A030D80A}" type="sibTrans" cxnId="{6577C303-58F5-4187-A917-15B800406B7F}">
      <dgm:prSet/>
      <dgm:spPr/>
      <dgm:t>
        <a:bodyPr/>
        <a:lstStyle/>
        <a:p>
          <a:endParaRPr lang="uk-UA"/>
        </a:p>
      </dgm:t>
    </dgm:pt>
    <dgm:pt modelId="{C9716E8F-0957-465A-8EC7-5B2DDF7A35BF}" type="pres">
      <dgm:prSet presAssocID="{73473D7B-FFEC-4B9D-8F0D-F5CBDE3C9384}" presName="linearFlow" presStyleCnt="0">
        <dgm:presLayoutVars>
          <dgm:dir/>
          <dgm:resizeHandles val="exact"/>
        </dgm:presLayoutVars>
      </dgm:prSet>
      <dgm:spPr/>
    </dgm:pt>
    <dgm:pt modelId="{23777A1D-474E-475F-A839-A4CE11BD00A7}" type="pres">
      <dgm:prSet presAssocID="{945B2AA9-C5FC-4A2F-BD68-B360095C652F}" presName="composite" presStyleCnt="0"/>
      <dgm:spPr/>
    </dgm:pt>
    <dgm:pt modelId="{FD0F1B07-4EF3-4764-9145-74C37BC0E55E}" type="pres">
      <dgm:prSet presAssocID="{945B2AA9-C5FC-4A2F-BD68-B360095C652F}" presName="imgShp" presStyleLbl="fgImgPlace1" presStyleIdx="0" presStyleCnt="4"/>
      <dgm:spPr/>
    </dgm:pt>
    <dgm:pt modelId="{F6C5043E-7EB7-4010-B02F-20A2F788344E}" type="pres">
      <dgm:prSet presAssocID="{945B2AA9-C5FC-4A2F-BD68-B360095C652F}" presName="txShp" presStyleLbl="node1" presStyleIdx="0" presStyleCnt="4">
        <dgm:presLayoutVars>
          <dgm:bulletEnabled val="1"/>
        </dgm:presLayoutVars>
      </dgm:prSet>
      <dgm:spPr/>
    </dgm:pt>
    <dgm:pt modelId="{785ABDF1-0062-45F3-8EB5-90432FE31A7A}" type="pres">
      <dgm:prSet presAssocID="{6E7A989C-E320-4F1D-984B-6651FB5EA0C3}" presName="spacing" presStyleCnt="0"/>
      <dgm:spPr/>
    </dgm:pt>
    <dgm:pt modelId="{EA191E88-C228-4D8C-B0DD-8D3D4AD992D2}" type="pres">
      <dgm:prSet presAssocID="{7474030A-1A80-44B1-B63F-06EB2B5B6333}" presName="composite" presStyleCnt="0"/>
      <dgm:spPr/>
    </dgm:pt>
    <dgm:pt modelId="{704970A3-70B1-4965-9EDB-91F26B402EB6}" type="pres">
      <dgm:prSet presAssocID="{7474030A-1A80-44B1-B63F-06EB2B5B6333}" presName="imgShp" presStyleLbl="fgImgPlace1" presStyleIdx="1" presStyleCnt="4"/>
      <dgm:spPr/>
    </dgm:pt>
    <dgm:pt modelId="{E2459274-DA99-4CAB-BB4E-0ED9D1F43490}" type="pres">
      <dgm:prSet presAssocID="{7474030A-1A80-44B1-B63F-06EB2B5B6333}" presName="txShp" presStyleLbl="node1" presStyleIdx="1" presStyleCnt="4">
        <dgm:presLayoutVars>
          <dgm:bulletEnabled val="1"/>
        </dgm:presLayoutVars>
      </dgm:prSet>
      <dgm:spPr/>
    </dgm:pt>
    <dgm:pt modelId="{B1DBAED1-596A-4BE4-AE54-F277C94883FB}" type="pres">
      <dgm:prSet presAssocID="{FDDE35F0-BFF9-4729-BB27-217F1EFC6603}" presName="spacing" presStyleCnt="0"/>
      <dgm:spPr/>
    </dgm:pt>
    <dgm:pt modelId="{8624899E-8D5C-4B6B-BC17-89A69F8A2855}" type="pres">
      <dgm:prSet presAssocID="{07128DB4-9B1A-4917-96D7-300444DE61C4}" presName="composite" presStyleCnt="0"/>
      <dgm:spPr/>
    </dgm:pt>
    <dgm:pt modelId="{589BE2E1-27D5-4E4B-A6B2-2C29A131AA83}" type="pres">
      <dgm:prSet presAssocID="{07128DB4-9B1A-4917-96D7-300444DE61C4}" presName="imgShp" presStyleLbl="fgImgPlace1" presStyleIdx="2" presStyleCnt="4"/>
      <dgm:spPr/>
    </dgm:pt>
    <dgm:pt modelId="{E627250C-C3EB-413A-B34C-9A4B696FC214}" type="pres">
      <dgm:prSet presAssocID="{07128DB4-9B1A-4917-96D7-300444DE61C4}" presName="txShp" presStyleLbl="node1" presStyleIdx="2" presStyleCnt="4">
        <dgm:presLayoutVars>
          <dgm:bulletEnabled val="1"/>
        </dgm:presLayoutVars>
      </dgm:prSet>
      <dgm:spPr/>
    </dgm:pt>
    <dgm:pt modelId="{0985AA67-D99A-491A-9D8E-00A07E726343}" type="pres">
      <dgm:prSet presAssocID="{55C5550E-618B-4A57-ACD1-8C5D79607048}" presName="spacing" presStyleCnt="0"/>
      <dgm:spPr/>
    </dgm:pt>
    <dgm:pt modelId="{E1A62ACF-B299-4339-865E-0483A635630D}" type="pres">
      <dgm:prSet presAssocID="{6A5F343F-2AD8-4FD2-AEB0-0B76947EC2EA}" presName="composite" presStyleCnt="0"/>
      <dgm:spPr/>
    </dgm:pt>
    <dgm:pt modelId="{F778177D-65D5-4E1D-9E6E-E528C5A5F685}" type="pres">
      <dgm:prSet presAssocID="{6A5F343F-2AD8-4FD2-AEB0-0B76947EC2EA}" presName="imgShp" presStyleLbl="fgImgPlace1" presStyleIdx="3" presStyleCnt="4"/>
      <dgm:spPr/>
    </dgm:pt>
    <dgm:pt modelId="{34E1F4A4-DB58-49C1-830F-D4E7AB78EFA5}" type="pres">
      <dgm:prSet presAssocID="{6A5F343F-2AD8-4FD2-AEB0-0B76947EC2EA}" presName="txShp" presStyleLbl="node1" presStyleIdx="3" presStyleCnt="4">
        <dgm:presLayoutVars>
          <dgm:bulletEnabled val="1"/>
        </dgm:presLayoutVars>
      </dgm:prSet>
      <dgm:spPr/>
    </dgm:pt>
  </dgm:ptLst>
  <dgm:cxnLst>
    <dgm:cxn modelId="{6577C303-58F5-4187-A917-15B800406B7F}" srcId="{73473D7B-FFEC-4B9D-8F0D-F5CBDE3C9384}" destId="{6A5F343F-2AD8-4FD2-AEB0-0B76947EC2EA}" srcOrd="3" destOrd="0" parTransId="{0C580759-5F53-47D6-A0FD-146D3F78F178}" sibTransId="{4A324171-88D1-4690-AE0D-0D13A030D80A}"/>
    <dgm:cxn modelId="{EFDE420D-DF33-4256-A838-5733E478F201}" srcId="{73473D7B-FFEC-4B9D-8F0D-F5CBDE3C9384}" destId="{945B2AA9-C5FC-4A2F-BD68-B360095C652F}" srcOrd="0" destOrd="0" parTransId="{2AF10345-9BCE-450C-8F8F-3E2A61181BA6}" sibTransId="{6E7A989C-E320-4F1D-984B-6651FB5EA0C3}"/>
    <dgm:cxn modelId="{A0F73068-8282-484B-A7B9-7905A9F4EC16}" srcId="{73473D7B-FFEC-4B9D-8F0D-F5CBDE3C9384}" destId="{07128DB4-9B1A-4917-96D7-300444DE61C4}" srcOrd="2" destOrd="0" parTransId="{E43D018C-70A7-40E2-877C-A8EB2FE2A840}" sibTransId="{55C5550E-618B-4A57-ACD1-8C5D79607048}"/>
    <dgm:cxn modelId="{F65D258D-9954-451B-B967-FF990F1FA6DD}" srcId="{73473D7B-FFEC-4B9D-8F0D-F5CBDE3C9384}" destId="{7474030A-1A80-44B1-B63F-06EB2B5B6333}" srcOrd="1" destOrd="0" parTransId="{905C5F23-F4CF-45BB-A1AF-67DF2B4CA2DA}" sibTransId="{FDDE35F0-BFF9-4729-BB27-217F1EFC6603}"/>
    <dgm:cxn modelId="{07E39795-D0B2-436F-B50D-6F0521C339F2}" type="presOf" srcId="{6A5F343F-2AD8-4FD2-AEB0-0B76947EC2EA}" destId="{34E1F4A4-DB58-49C1-830F-D4E7AB78EFA5}" srcOrd="0" destOrd="0" presId="urn:microsoft.com/office/officeart/2005/8/layout/vList3"/>
    <dgm:cxn modelId="{2ABC46A0-AA87-4726-A040-65F98464FACD}" type="presOf" srcId="{73473D7B-FFEC-4B9D-8F0D-F5CBDE3C9384}" destId="{C9716E8F-0957-465A-8EC7-5B2DDF7A35BF}" srcOrd="0" destOrd="0" presId="urn:microsoft.com/office/officeart/2005/8/layout/vList3"/>
    <dgm:cxn modelId="{090426BA-F1A7-4C53-9165-ECD28F4BF25E}" type="presOf" srcId="{7474030A-1A80-44B1-B63F-06EB2B5B6333}" destId="{E2459274-DA99-4CAB-BB4E-0ED9D1F43490}" srcOrd="0" destOrd="0" presId="urn:microsoft.com/office/officeart/2005/8/layout/vList3"/>
    <dgm:cxn modelId="{C1A5D5C1-F689-436D-9FDF-A8C998075803}" type="presOf" srcId="{945B2AA9-C5FC-4A2F-BD68-B360095C652F}" destId="{F6C5043E-7EB7-4010-B02F-20A2F788344E}" srcOrd="0" destOrd="0" presId="urn:microsoft.com/office/officeart/2005/8/layout/vList3"/>
    <dgm:cxn modelId="{5FBDCFF0-CEE3-4D9A-9843-599B4513DBEE}" type="presOf" srcId="{07128DB4-9B1A-4917-96D7-300444DE61C4}" destId="{E627250C-C3EB-413A-B34C-9A4B696FC214}" srcOrd="0" destOrd="0" presId="urn:microsoft.com/office/officeart/2005/8/layout/vList3"/>
    <dgm:cxn modelId="{0DE77032-6559-4B59-AFE1-E79A4215D6D9}" type="presParOf" srcId="{C9716E8F-0957-465A-8EC7-5B2DDF7A35BF}" destId="{23777A1D-474E-475F-A839-A4CE11BD00A7}" srcOrd="0" destOrd="0" presId="urn:microsoft.com/office/officeart/2005/8/layout/vList3"/>
    <dgm:cxn modelId="{52511764-74FB-4FC1-8906-4052ADBE0A8A}" type="presParOf" srcId="{23777A1D-474E-475F-A839-A4CE11BD00A7}" destId="{FD0F1B07-4EF3-4764-9145-74C37BC0E55E}" srcOrd="0" destOrd="0" presId="urn:microsoft.com/office/officeart/2005/8/layout/vList3"/>
    <dgm:cxn modelId="{2DB14D49-5176-49DA-851F-6D83A885CC9C}" type="presParOf" srcId="{23777A1D-474E-475F-A839-A4CE11BD00A7}" destId="{F6C5043E-7EB7-4010-B02F-20A2F788344E}" srcOrd="1" destOrd="0" presId="urn:microsoft.com/office/officeart/2005/8/layout/vList3"/>
    <dgm:cxn modelId="{5E693D36-3D94-4826-94F4-52F2E4966B76}" type="presParOf" srcId="{C9716E8F-0957-465A-8EC7-5B2DDF7A35BF}" destId="{785ABDF1-0062-45F3-8EB5-90432FE31A7A}" srcOrd="1" destOrd="0" presId="urn:microsoft.com/office/officeart/2005/8/layout/vList3"/>
    <dgm:cxn modelId="{46E91122-38F0-4FFC-83CB-9FF300C5E53F}" type="presParOf" srcId="{C9716E8F-0957-465A-8EC7-5B2DDF7A35BF}" destId="{EA191E88-C228-4D8C-B0DD-8D3D4AD992D2}" srcOrd="2" destOrd="0" presId="urn:microsoft.com/office/officeart/2005/8/layout/vList3"/>
    <dgm:cxn modelId="{A35B2FAF-37AB-4607-AA8A-990A1DEAEE85}" type="presParOf" srcId="{EA191E88-C228-4D8C-B0DD-8D3D4AD992D2}" destId="{704970A3-70B1-4965-9EDB-91F26B402EB6}" srcOrd="0" destOrd="0" presId="urn:microsoft.com/office/officeart/2005/8/layout/vList3"/>
    <dgm:cxn modelId="{870FC336-306C-4BA1-8284-7BF2835763AF}" type="presParOf" srcId="{EA191E88-C228-4D8C-B0DD-8D3D4AD992D2}" destId="{E2459274-DA99-4CAB-BB4E-0ED9D1F43490}" srcOrd="1" destOrd="0" presId="urn:microsoft.com/office/officeart/2005/8/layout/vList3"/>
    <dgm:cxn modelId="{396CFE9B-B604-4BA3-9123-FAF70057418E}" type="presParOf" srcId="{C9716E8F-0957-465A-8EC7-5B2DDF7A35BF}" destId="{B1DBAED1-596A-4BE4-AE54-F277C94883FB}" srcOrd="3" destOrd="0" presId="urn:microsoft.com/office/officeart/2005/8/layout/vList3"/>
    <dgm:cxn modelId="{D4632CED-BE52-4CAF-9A21-83EF55BBEAD0}" type="presParOf" srcId="{C9716E8F-0957-465A-8EC7-5B2DDF7A35BF}" destId="{8624899E-8D5C-4B6B-BC17-89A69F8A2855}" srcOrd="4" destOrd="0" presId="urn:microsoft.com/office/officeart/2005/8/layout/vList3"/>
    <dgm:cxn modelId="{CDA0851B-8013-4867-A4FA-73DF153934CB}" type="presParOf" srcId="{8624899E-8D5C-4B6B-BC17-89A69F8A2855}" destId="{589BE2E1-27D5-4E4B-A6B2-2C29A131AA83}" srcOrd="0" destOrd="0" presId="urn:microsoft.com/office/officeart/2005/8/layout/vList3"/>
    <dgm:cxn modelId="{8EABB58F-DE2E-407C-9B2D-B5EFE61449FE}" type="presParOf" srcId="{8624899E-8D5C-4B6B-BC17-89A69F8A2855}" destId="{E627250C-C3EB-413A-B34C-9A4B696FC214}" srcOrd="1" destOrd="0" presId="urn:microsoft.com/office/officeart/2005/8/layout/vList3"/>
    <dgm:cxn modelId="{3DEDFCC4-15B5-4386-9779-817EF03E0DAB}" type="presParOf" srcId="{C9716E8F-0957-465A-8EC7-5B2DDF7A35BF}" destId="{0985AA67-D99A-491A-9D8E-00A07E726343}" srcOrd="5" destOrd="0" presId="urn:microsoft.com/office/officeart/2005/8/layout/vList3"/>
    <dgm:cxn modelId="{C08E5BDA-BD1A-4EE0-9A17-A7B39C68354E}" type="presParOf" srcId="{C9716E8F-0957-465A-8EC7-5B2DDF7A35BF}" destId="{E1A62ACF-B299-4339-865E-0483A635630D}" srcOrd="6" destOrd="0" presId="urn:microsoft.com/office/officeart/2005/8/layout/vList3"/>
    <dgm:cxn modelId="{6AEF8F5D-B824-45F2-B90B-88A6A6134A67}" type="presParOf" srcId="{E1A62ACF-B299-4339-865E-0483A635630D}" destId="{F778177D-65D5-4E1D-9E6E-E528C5A5F685}" srcOrd="0" destOrd="0" presId="urn:microsoft.com/office/officeart/2005/8/layout/vList3"/>
    <dgm:cxn modelId="{B65FDCC7-EAC4-48F8-B0C9-2F263A0EFD22}" type="presParOf" srcId="{E1A62ACF-B299-4339-865E-0483A635630D}" destId="{34E1F4A4-DB58-49C1-830F-D4E7AB78EFA5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04B29FAF-665D-4087-8602-D917601E9AE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D819DB1-B1C2-4EC7-9D43-0230BE117158}">
      <dgm:prSet/>
      <dgm:spPr/>
      <dgm:t>
        <a:bodyPr/>
        <a:lstStyle/>
        <a:p>
          <a:r>
            <a:rPr lang="uk-UA" b="0" i="0"/>
            <a:t>ліквідація наслідків аварії на Чорнобильській АЕС</a:t>
          </a:r>
          <a:endParaRPr lang="uk-UA"/>
        </a:p>
      </dgm:t>
    </dgm:pt>
    <dgm:pt modelId="{93C4CCB9-1011-433D-B26D-967B021E4A5C}" type="parTrans" cxnId="{F32C6C44-5F0C-4F99-B51D-9C55D5661FC3}">
      <dgm:prSet/>
      <dgm:spPr/>
      <dgm:t>
        <a:bodyPr/>
        <a:lstStyle/>
        <a:p>
          <a:endParaRPr lang="uk-UA"/>
        </a:p>
      </dgm:t>
    </dgm:pt>
    <dgm:pt modelId="{1B3908B4-805B-442C-8654-7A82892375E7}" type="sibTrans" cxnId="{F32C6C44-5F0C-4F99-B51D-9C55D5661FC3}">
      <dgm:prSet/>
      <dgm:spPr/>
      <dgm:t>
        <a:bodyPr/>
        <a:lstStyle/>
        <a:p>
          <a:endParaRPr lang="uk-UA"/>
        </a:p>
      </dgm:t>
    </dgm:pt>
    <dgm:pt modelId="{D421F727-BEA1-466D-81BD-2D56129F1CD6}">
      <dgm:prSet/>
      <dgm:spPr/>
      <dgm:t>
        <a:bodyPr/>
        <a:lstStyle/>
        <a:p>
          <a:r>
            <a:rPr lang="uk-UA" b="0" i="0" dirty="0"/>
            <a:t>студентські протести під час Революції на граніті</a:t>
          </a:r>
          <a:endParaRPr lang="uk-UA" dirty="0"/>
        </a:p>
      </dgm:t>
    </dgm:pt>
    <dgm:pt modelId="{E0A3896A-2B2E-451B-92A6-AD3813AB336C}" type="parTrans" cxnId="{59186366-0E32-4AE2-924F-086AEA35ABEE}">
      <dgm:prSet/>
      <dgm:spPr/>
      <dgm:t>
        <a:bodyPr/>
        <a:lstStyle/>
        <a:p>
          <a:endParaRPr lang="uk-UA"/>
        </a:p>
      </dgm:t>
    </dgm:pt>
    <dgm:pt modelId="{86D7201F-2015-4E05-82A4-D675A4F29A46}" type="sibTrans" cxnId="{59186366-0E32-4AE2-924F-086AEA35ABEE}">
      <dgm:prSet/>
      <dgm:spPr/>
      <dgm:t>
        <a:bodyPr/>
        <a:lstStyle/>
        <a:p>
          <a:endParaRPr lang="uk-UA"/>
        </a:p>
      </dgm:t>
    </dgm:pt>
    <dgm:pt modelId="{40BF9A3F-2991-4E0D-959C-EF572BBAA8B3}">
      <dgm:prSet/>
      <dgm:spPr/>
      <dgm:t>
        <a:bodyPr/>
        <a:lstStyle/>
        <a:p>
          <a:r>
            <a:rPr lang="uk-UA" b="0" i="0" dirty="0"/>
            <a:t>масові заворушення в Києві часів Революції Гідності</a:t>
          </a:r>
          <a:endParaRPr lang="uk-UA" dirty="0"/>
        </a:p>
      </dgm:t>
    </dgm:pt>
    <dgm:pt modelId="{17B688D4-76DC-472D-9AC3-C702F65865D9}" type="parTrans" cxnId="{7ABBEDD4-E75E-4AE0-BF3F-563C2326803A}">
      <dgm:prSet/>
      <dgm:spPr/>
      <dgm:t>
        <a:bodyPr/>
        <a:lstStyle/>
        <a:p>
          <a:endParaRPr lang="uk-UA"/>
        </a:p>
      </dgm:t>
    </dgm:pt>
    <dgm:pt modelId="{FC53B9A4-AEBE-4E0C-A91B-8EC15901346E}" type="sibTrans" cxnId="{7ABBEDD4-E75E-4AE0-BF3F-563C2326803A}">
      <dgm:prSet/>
      <dgm:spPr/>
      <dgm:t>
        <a:bodyPr/>
        <a:lstStyle/>
        <a:p>
          <a:endParaRPr lang="uk-UA"/>
        </a:p>
      </dgm:t>
    </dgm:pt>
    <dgm:pt modelId="{88C2C0D7-212F-40E6-9587-CED3EC85558F}">
      <dgm:prSet/>
      <dgm:spPr/>
      <dgm:t>
        <a:bodyPr/>
        <a:lstStyle/>
        <a:p>
          <a:r>
            <a:rPr lang="uk-UA" b="0" i="0" dirty="0"/>
            <a:t>проведення антитерористичної операції на сході України</a:t>
          </a:r>
          <a:endParaRPr lang="uk-UA" dirty="0"/>
        </a:p>
      </dgm:t>
    </dgm:pt>
    <dgm:pt modelId="{0AA2C755-C1EA-414C-987E-0190646CABFE}" type="parTrans" cxnId="{80E844BC-3487-4C6A-B74B-442652AF77DF}">
      <dgm:prSet/>
      <dgm:spPr/>
      <dgm:t>
        <a:bodyPr/>
        <a:lstStyle/>
        <a:p>
          <a:endParaRPr lang="uk-UA"/>
        </a:p>
      </dgm:t>
    </dgm:pt>
    <dgm:pt modelId="{8D714F93-7143-4A92-8C81-056645A217DD}" type="sibTrans" cxnId="{80E844BC-3487-4C6A-B74B-442652AF77DF}">
      <dgm:prSet/>
      <dgm:spPr/>
      <dgm:t>
        <a:bodyPr/>
        <a:lstStyle/>
        <a:p>
          <a:endParaRPr lang="uk-UA"/>
        </a:p>
      </dgm:t>
    </dgm:pt>
    <dgm:pt modelId="{11D06719-8F44-4E40-B630-D02F6AF237DC}" type="pres">
      <dgm:prSet presAssocID="{04B29FAF-665D-4087-8602-D917601E9AE6}" presName="linear" presStyleCnt="0">
        <dgm:presLayoutVars>
          <dgm:animLvl val="lvl"/>
          <dgm:resizeHandles val="exact"/>
        </dgm:presLayoutVars>
      </dgm:prSet>
      <dgm:spPr/>
    </dgm:pt>
    <dgm:pt modelId="{278FB822-EF76-4135-8083-336958430EAB}" type="pres">
      <dgm:prSet presAssocID="{8D819DB1-B1C2-4EC7-9D43-0230BE1171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7FA5822-0D91-40DD-8FE6-B9F3703901DD}" type="pres">
      <dgm:prSet presAssocID="{1B3908B4-805B-442C-8654-7A82892375E7}" presName="spacer" presStyleCnt="0"/>
      <dgm:spPr/>
    </dgm:pt>
    <dgm:pt modelId="{12DC366F-4CFC-40A1-B81B-F0E91CEFB067}" type="pres">
      <dgm:prSet presAssocID="{D421F727-BEA1-466D-81BD-2D56129F1CD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31CA16-C12F-47E5-B8A9-EDD1595F4E07}" type="pres">
      <dgm:prSet presAssocID="{86D7201F-2015-4E05-82A4-D675A4F29A46}" presName="spacer" presStyleCnt="0"/>
      <dgm:spPr/>
    </dgm:pt>
    <dgm:pt modelId="{D92ECF2F-FBB8-44BB-827D-1A9BD879286E}" type="pres">
      <dgm:prSet presAssocID="{40BF9A3F-2991-4E0D-959C-EF572BBAA8B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1FCC589-4EC7-4497-B21F-E0ECE3DC9357}" type="pres">
      <dgm:prSet presAssocID="{FC53B9A4-AEBE-4E0C-A91B-8EC15901346E}" presName="spacer" presStyleCnt="0"/>
      <dgm:spPr/>
    </dgm:pt>
    <dgm:pt modelId="{4BDFE1FE-E9E1-4D4A-B562-CF1829E6A2CB}" type="pres">
      <dgm:prSet presAssocID="{88C2C0D7-212F-40E6-9587-CED3EC85558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EE26A2E-5FA5-4C05-9113-40D70EFF9693}" type="presOf" srcId="{8D819DB1-B1C2-4EC7-9D43-0230BE117158}" destId="{278FB822-EF76-4135-8083-336958430EAB}" srcOrd="0" destOrd="0" presId="urn:microsoft.com/office/officeart/2005/8/layout/vList2"/>
    <dgm:cxn modelId="{F32C6C44-5F0C-4F99-B51D-9C55D5661FC3}" srcId="{04B29FAF-665D-4087-8602-D917601E9AE6}" destId="{8D819DB1-B1C2-4EC7-9D43-0230BE117158}" srcOrd="0" destOrd="0" parTransId="{93C4CCB9-1011-433D-B26D-967B021E4A5C}" sibTransId="{1B3908B4-805B-442C-8654-7A82892375E7}"/>
    <dgm:cxn modelId="{59186366-0E32-4AE2-924F-086AEA35ABEE}" srcId="{04B29FAF-665D-4087-8602-D917601E9AE6}" destId="{D421F727-BEA1-466D-81BD-2D56129F1CD6}" srcOrd="1" destOrd="0" parTransId="{E0A3896A-2B2E-451B-92A6-AD3813AB336C}" sibTransId="{86D7201F-2015-4E05-82A4-D675A4F29A46}"/>
    <dgm:cxn modelId="{FB8DFD73-0162-49E6-83CE-CA23C0AB8CC5}" type="presOf" srcId="{D421F727-BEA1-466D-81BD-2D56129F1CD6}" destId="{12DC366F-4CFC-40A1-B81B-F0E91CEFB067}" srcOrd="0" destOrd="0" presId="urn:microsoft.com/office/officeart/2005/8/layout/vList2"/>
    <dgm:cxn modelId="{80E844BC-3487-4C6A-B74B-442652AF77DF}" srcId="{04B29FAF-665D-4087-8602-D917601E9AE6}" destId="{88C2C0D7-212F-40E6-9587-CED3EC85558F}" srcOrd="3" destOrd="0" parTransId="{0AA2C755-C1EA-414C-987E-0190646CABFE}" sibTransId="{8D714F93-7143-4A92-8C81-056645A217DD}"/>
    <dgm:cxn modelId="{7ABBEDD4-E75E-4AE0-BF3F-563C2326803A}" srcId="{04B29FAF-665D-4087-8602-D917601E9AE6}" destId="{40BF9A3F-2991-4E0D-959C-EF572BBAA8B3}" srcOrd="2" destOrd="0" parTransId="{17B688D4-76DC-472D-9AC3-C702F65865D9}" sibTransId="{FC53B9A4-AEBE-4E0C-A91B-8EC15901346E}"/>
    <dgm:cxn modelId="{AB4BFDD5-E83B-416C-92A9-43DD88AF2DCE}" type="presOf" srcId="{88C2C0D7-212F-40E6-9587-CED3EC85558F}" destId="{4BDFE1FE-E9E1-4D4A-B562-CF1829E6A2CB}" srcOrd="0" destOrd="0" presId="urn:microsoft.com/office/officeart/2005/8/layout/vList2"/>
    <dgm:cxn modelId="{9CC15EF2-8F6C-43C0-A633-4C9578AAAE3E}" type="presOf" srcId="{04B29FAF-665D-4087-8602-D917601E9AE6}" destId="{11D06719-8F44-4E40-B630-D02F6AF237DC}" srcOrd="0" destOrd="0" presId="urn:microsoft.com/office/officeart/2005/8/layout/vList2"/>
    <dgm:cxn modelId="{BBB10FF3-1802-4EF0-A7E4-BF8BB2AD20D7}" type="presOf" srcId="{40BF9A3F-2991-4E0D-959C-EF572BBAA8B3}" destId="{D92ECF2F-FBB8-44BB-827D-1A9BD879286E}" srcOrd="0" destOrd="0" presId="urn:microsoft.com/office/officeart/2005/8/layout/vList2"/>
    <dgm:cxn modelId="{838005D1-7C22-40E9-9DA0-90B13194EDFF}" type="presParOf" srcId="{11D06719-8F44-4E40-B630-D02F6AF237DC}" destId="{278FB822-EF76-4135-8083-336958430EAB}" srcOrd="0" destOrd="0" presId="urn:microsoft.com/office/officeart/2005/8/layout/vList2"/>
    <dgm:cxn modelId="{0B725B12-B1C3-45D7-A215-1470A7A6151D}" type="presParOf" srcId="{11D06719-8F44-4E40-B630-D02F6AF237DC}" destId="{D7FA5822-0D91-40DD-8FE6-B9F3703901DD}" srcOrd="1" destOrd="0" presId="urn:microsoft.com/office/officeart/2005/8/layout/vList2"/>
    <dgm:cxn modelId="{A523D562-578F-4C31-955A-1F5909AD1D2F}" type="presParOf" srcId="{11D06719-8F44-4E40-B630-D02F6AF237DC}" destId="{12DC366F-4CFC-40A1-B81B-F0E91CEFB067}" srcOrd="2" destOrd="0" presId="urn:microsoft.com/office/officeart/2005/8/layout/vList2"/>
    <dgm:cxn modelId="{09E48928-E474-4B5B-94C1-C686FF4131A3}" type="presParOf" srcId="{11D06719-8F44-4E40-B630-D02F6AF237DC}" destId="{FD31CA16-C12F-47E5-B8A9-EDD1595F4E07}" srcOrd="3" destOrd="0" presId="urn:microsoft.com/office/officeart/2005/8/layout/vList2"/>
    <dgm:cxn modelId="{5F3D4D9D-CFBA-47F2-A83F-FD394E23273B}" type="presParOf" srcId="{11D06719-8F44-4E40-B630-D02F6AF237DC}" destId="{D92ECF2F-FBB8-44BB-827D-1A9BD879286E}" srcOrd="4" destOrd="0" presId="urn:microsoft.com/office/officeart/2005/8/layout/vList2"/>
    <dgm:cxn modelId="{85EBBAC7-02EE-48B4-8F3F-418BE2EA9455}" type="presParOf" srcId="{11D06719-8F44-4E40-B630-D02F6AF237DC}" destId="{11FCC589-4EC7-4497-B21F-E0ECE3DC9357}" srcOrd="5" destOrd="0" presId="urn:microsoft.com/office/officeart/2005/8/layout/vList2"/>
    <dgm:cxn modelId="{B7DCFF54-FABA-4EEB-B3CA-FFD32F7200D6}" type="presParOf" srcId="{11D06719-8F44-4E40-B630-D02F6AF237DC}" destId="{4BDFE1FE-E9E1-4D4A-B562-CF1829E6A2C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E6CB15B-31A4-44D8-B900-D83DCA08532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5CB1614-7576-4E40-B743-E4B28C495241}">
      <dgm:prSet/>
      <dgm:spPr/>
      <dgm:t>
        <a:bodyPr/>
        <a:lstStyle/>
        <a:p>
          <a:r>
            <a:rPr lang="uk-UA" b="0" i="0" dirty="0"/>
            <a:t>Обіймав посаду голови Народного Руху України</a:t>
          </a:r>
          <a:endParaRPr lang="uk-UA" dirty="0"/>
        </a:p>
      </dgm:t>
    </dgm:pt>
    <dgm:pt modelId="{D87F61BE-7374-44ED-BA35-22E92C36EB84}" type="parTrans" cxnId="{B643D4B7-7517-485E-8CF7-36D37C7C444A}">
      <dgm:prSet/>
      <dgm:spPr/>
      <dgm:t>
        <a:bodyPr/>
        <a:lstStyle/>
        <a:p>
          <a:endParaRPr lang="uk-UA"/>
        </a:p>
      </dgm:t>
    </dgm:pt>
    <dgm:pt modelId="{2D03DAFB-5066-4781-BA4C-5684B052A254}" type="sibTrans" cxnId="{B643D4B7-7517-485E-8CF7-36D37C7C444A}">
      <dgm:prSet/>
      <dgm:spPr/>
      <dgm:t>
        <a:bodyPr/>
        <a:lstStyle/>
        <a:p>
          <a:endParaRPr lang="uk-UA"/>
        </a:p>
      </dgm:t>
    </dgm:pt>
    <dgm:pt modelId="{7A1705DA-2381-4C2D-A86A-8B5BC74E8EC2}">
      <dgm:prSet/>
      <dgm:spPr/>
      <dgm:t>
        <a:bodyPr/>
        <a:lstStyle/>
        <a:p>
          <a:r>
            <a:rPr lang="uk-UA" b="0" i="0" dirty="0"/>
            <a:t>Один із засновників Української Гельсінської спілки</a:t>
          </a:r>
          <a:endParaRPr lang="uk-UA" dirty="0"/>
        </a:p>
      </dgm:t>
    </dgm:pt>
    <dgm:pt modelId="{87D582D2-5595-47A3-9DB1-99584D732FEC}" type="parTrans" cxnId="{83C3DFF8-1D00-46A8-B44A-B1AE725DE8C3}">
      <dgm:prSet/>
      <dgm:spPr/>
      <dgm:t>
        <a:bodyPr/>
        <a:lstStyle/>
        <a:p>
          <a:endParaRPr lang="uk-UA"/>
        </a:p>
      </dgm:t>
    </dgm:pt>
    <dgm:pt modelId="{E3CF9118-C4F0-426D-B0F9-ACE0CF114009}" type="sibTrans" cxnId="{83C3DFF8-1D00-46A8-B44A-B1AE725DE8C3}">
      <dgm:prSet/>
      <dgm:spPr/>
      <dgm:t>
        <a:bodyPr/>
        <a:lstStyle/>
        <a:p>
          <a:endParaRPr lang="uk-UA"/>
        </a:p>
      </dgm:t>
    </dgm:pt>
    <dgm:pt modelId="{078AF218-F91E-496E-8117-ABDA361319EE}">
      <dgm:prSet/>
      <dgm:spPr/>
      <dgm:t>
        <a:bodyPr/>
        <a:lstStyle/>
        <a:p>
          <a:r>
            <a:rPr lang="uk-UA" b="0" i="0" dirty="0"/>
            <a:t>Автор книги «Україно наша Радянська»</a:t>
          </a:r>
          <a:endParaRPr lang="uk-UA" dirty="0"/>
        </a:p>
      </dgm:t>
    </dgm:pt>
    <dgm:pt modelId="{D46ACFC4-3F1C-484E-BC82-F37B46A88CB2}" type="parTrans" cxnId="{1ABC899A-B526-40E7-8AF2-4257205BB4EF}">
      <dgm:prSet/>
      <dgm:spPr/>
      <dgm:t>
        <a:bodyPr/>
        <a:lstStyle/>
        <a:p>
          <a:endParaRPr lang="uk-UA"/>
        </a:p>
      </dgm:t>
    </dgm:pt>
    <dgm:pt modelId="{7229ABAC-7C5B-43D9-BAF5-27BA36401C7F}" type="sibTrans" cxnId="{1ABC899A-B526-40E7-8AF2-4257205BB4EF}">
      <dgm:prSet/>
      <dgm:spPr/>
      <dgm:t>
        <a:bodyPr/>
        <a:lstStyle/>
        <a:p>
          <a:endParaRPr lang="uk-UA"/>
        </a:p>
      </dgm:t>
    </dgm:pt>
    <dgm:pt modelId="{729AA641-4786-4A73-A1DD-E90747A7B0AA}">
      <dgm:prSet/>
      <dgm:spPr/>
      <dgm:t>
        <a:bodyPr/>
        <a:lstStyle/>
        <a:p>
          <a:r>
            <a:rPr lang="uk-UA" b="0" i="0" dirty="0"/>
            <a:t>Заснував «</a:t>
          </a:r>
          <a:r>
            <a:rPr lang="uk-UA" b="0" i="0" dirty="0" err="1"/>
            <a:t>самвидавський</a:t>
          </a:r>
          <a:r>
            <a:rPr lang="uk-UA" b="0" i="0" dirty="0"/>
            <a:t>» часопис «Український вісник»</a:t>
          </a:r>
          <a:endParaRPr lang="uk-UA" dirty="0"/>
        </a:p>
      </dgm:t>
    </dgm:pt>
    <dgm:pt modelId="{CC946445-1A38-4B38-A092-3E655A1863AA}" type="parTrans" cxnId="{A84F03AA-261B-4442-8A85-2842E04F08A3}">
      <dgm:prSet/>
      <dgm:spPr/>
      <dgm:t>
        <a:bodyPr/>
        <a:lstStyle/>
        <a:p>
          <a:endParaRPr lang="uk-UA"/>
        </a:p>
      </dgm:t>
    </dgm:pt>
    <dgm:pt modelId="{3764B3B3-5DD1-4AAC-9A9E-17CD68D0FE67}" type="sibTrans" cxnId="{A84F03AA-261B-4442-8A85-2842E04F08A3}">
      <dgm:prSet/>
      <dgm:spPr/>
      <dgm:t>
        <a:bodyPr/>
        <a:lstStyle/>
        <a:p>
          <a:endParaRPr lang="uk-UA"/>
        </a:p>
      </dgm:t>
    </dgm:pt>
    <dgm:pt modelId="{3662C850-EBA3-4E66-BEE2-8FFCF375D9CB}">
      <dgm:prSet/>
      <dgm:spPr/>
      <dgm:t>
        <a:bodyPr/>
        <a:lstStyle/>
        <a:p>
          <a:r>
            <a:rPr lang="uk-UA" b="0" i="0" dirty="0"/>
            <a:t>Позбавлений радянського громадянства та був висланий за кордон</a:t>
          </a:r>
          <a:endParaRPr lang="uk-UA" dirty="0"/>
        </a:p>
      </dgm:t>
    </dgm:pt>
    <dgm:pt modelId="{456B9B30-5B3F-4D90-85A6-720CC47D5FB7}" type="parTrans" cxnId="{AEC320EB-D9D2-4C8C-A679-89E894507E5B}">
      <dgm:prSet/>
      <dgm:spPr/>
      <dgm:t>
        <a:bodyPr/>
        <a:lstStyle/>
        <a:p>
          <a:endParaRPr lang="uk-UA"/>
        </a:p>
      </dgm:t>
    </dgm:pt>
    <dgm:pt modelId="{D56F9045-3EAA-4739-9DDA-788DDEA3C3E8}" type="sibTrans" cxnId="{AEC320EB-D9D2-4C8C-A679-89E894507E5B}">
      <dgm:prSet/>
      <dgm:spPr/>
      <dgm:t>
        <a:bodyPr/>
        <a:lstStyle/>
        <a:p>
          <a:endParaRPr lang="uk-UA"/>
        </a:p>
      </dgm:t>
    </dgm:pt>
    <dgm:pt modelId="{8BF47877-4F1D-4DB7-8F45-57EBACD25E3B}">
      <dgm:prSet/>
      <dgm:spPr/>
      <dgm:t>
        <a:bodyPr/>
        <a:lstStyle/>
        <a:p>
          <a:r>
            <a:rPr lang="uk-UA" b="0" i="0" dirty="0"/>
            <a:t>Обраний Президентом України в 1991 р.</a:t>
          </a:r>
          <a:endParaRPr lang="uk-UA" dirty="0"/>
        </a:p>
      </dgm:t>
    </dgm:pt>
    <dgm:pt modelId="{8D68C572-6AEE-4683-B168-6AD6765BEF30}" type="parTrans" cxnId="{FC410167-4E7B-48B5-841D-16CE12446192}">
      <dgm:prSet/>
      <dgm:spPr/>
      <dgm:t>
        <a:bodyPr/>
        <a:lstStyle/>
        <a:p>
          <a:endParaRPr lang="uk-UA"/>
        </a:p>
      </dgm:t>
    </dgm:pt>
    <dgm:pt modelId="{5F607248-F2E9-43F4-A0A2-F01BBBDFB760}" type="sibTrans" cxnId="{FC410167-4E7B-48B5-841D-16CE12446192}">
      <dgm:prSet/>
      <dgm:spPr/>
      <dgm:t>
        <a:bodyPr/>
        <a:lstStyle/>
        <a:p>
          <a:endParaRPr lang="uk-UA"/>
        </a:p>
      </dgm:t>
    </dgm:pt>
    <dgm:pt modelId="{5E801337-8C24-44C2-B1C3-C734C6C13616}">
      <dgm:prSet/>
      <dgm:spPr/>
      <dgm:t>
        <a:bodyPr/>
        <a:lstStyle/>
        <a:p>
          <a:r>
            <a:rPr lang="uk-UA" b="0" i="0" dirty="0"/>
            <a:t>Брав участь у роботі Української робітничо-селянської спілки</a:t>
          </a:r>
          <a:endParaRPr lang="uk-UA" dirty="0"/>
        </a:p>
      </dgm:t>
    </dgm:pt>
    <dgm:pt modelId="{D1819DB7-9E46-4F73-AA7F-889952C531AB}" type="parTrans" cxnId="{C7004BA8-520B-4A1B-8790-629E993215D6}">
      <dgm:prSet/>
      <dgm:spPr/>
      <dgm:t>
        <a:bodyPr/>
        <a:lstStyle/>
        <a:p>
          <a:endParaRPr lang="uk-UA"/>
        </a:p>
      </dgm:t>
    </dgm:pt>
    <dgm:pt modelId="{51EA4B7B-476B-4DC2-8205-6DD4F4A5A395}" type="sibTrans" cxnId="{C7004BA8-520B-4A1B-8790-629E993215D6}">
      <dgm:prSet/>
      <dgm:spPr/>
      <dgm:t>
        <a:bodyPr/>
        <a:lstStyle/>
        <a:p>
          <a:endParaRPr lang="uk-UA"/>
        </a:p>
      </dgm:t>
    </dgm:pt>
    <dgm:pt modelId="{A316FA3A-2DE2-4828-A81C-7BE32D1BF183}" type="pres">
      <dgm:prSet presAssocID="{1E6CB15B-31A4-44D8-B900-D83DCA085329}" presName="vert0" presStyleCnt="0">
        <dgm:presLayoutVars>
          <dgm:dir/>
          <dgm:animOne val="branch"/>
          <dgm:animLvl val="lvl"/>
        </dgm:presLayoutVars>
      </dgm:prSet>
      <dgm:spPr/>
    </dgm:pt>
    <dgm:pt modelId="{DBE4ED49-9D7E-4B48-8228-B08328452C8F}" type="pres">
      <dgm:prSet presAssocID="{75CB1614-7576-4E40-B743-E4B28C495241}" presName="thickLine" presStyleLbl="alignNode1" presStyleIdx="0" presStyleCnt="7"/>
      <dgm:spPr/>
    </dgm:pt>
    <dgm:pt modelId="{48AA1375-710A-426D-B059-E6136BD06AC7}" type="pres">
      <dgm:prSet presAssocID="{75CB1614-7576-4E40-B743-E4B28C495241}" presName="horz1" presStyleCnt="0"/>
      <dgm:spPr/>
    </dgm:pt>
    <dgm:pt modelId="{5FAD635D-76BE-4634-AE81-68CAB6EE4874}" type="pres">
      <dgm:prSet presAssocID="{75CB1614-7576-4E40-B743-E4B28C495241}" presName="tx1" presStyleLbl="revTx" presStyleIdx="0" presStyleCnt="7"/>
      <dgm:spPr/>
    </dgm:pt>
    <dgm:pt modelId="{FE8B606F-4050-495D-8107-FACBD39159AF}" type="pres">
      <dgm:prSet presAssocID="{75CB1614-7576-4E40-B743-E4B28C495241}" presName="vert1" presStyleCnt="0"/>
      <dgm:spPr/>
    </dgm:pt>
    <dgm:pt modelId="{969EA9BA-4696-4359-BCA3-95DDC53B674E}" type="pres">
      <dgm:prSet presAssocID="{7A1705DA-2381-4C2D-A86A-8B5BC74E8EC2}" presName="thickLine" presStyleLbl="alignNode1" presStyleIdx="1" presStyleCnt="7"/>
      <dgm:spPr/>
    </dgm:pt>
    <dgm:pt modelId="{F73314D6-5287-4B85-BAC5-ADBD853FDAF6}" type="pres">
      <dgm:prSet presAssocID="{7A1705DA-2381-4C2D-A86A-8B5BC74E8EC2}" presName="horz1" presStyleCnt="0"/>
      <dgm:spPr/>
    </dgm:pt>
    <dgm:pt modelId="{3DDE573C-BCE3-4ADC-8A69-0BDF89FDAEBA}" type="pres">
      <dgm:prSet presAssocID="{7A1705DA-2381-4C2D-A86A-8B5BC74E8EC2}" presName="tx1" presStyleLbl="revTx" presStyleIdx="1" presStyleCnt="7"/>
      <dgm:spPr/>
    </dgm:pt>
    <dgm:pt modelId="{060AAA4E-5DC3-438B-A7C4-B224421C454D}" type="pres">
      <dgm:prSet presAssocID="{7A1705DA-2381-4C2D-A86A-8B5BC74E8EC2}" presName="vert1" presStyleCnt="0"/>
      <dgm:spPr/>
    </dgm:pt>
    <dgm:pt modelId="{AC73E7ED-FAFD-4657-A760-B07FE5875CF8}" type="pres">
      <dgm:prSet presAssocID="{078AF218-F91E-496E-8117-ABDA361319EE}" presName="thickLine" presStyleLbl="alignNode1" presStyleIdx="2" presStyleCnt="7"/>
      <dgm:spPr/>
    </dgm:pt>
    <dgm:pt modelId="{69773311-D845-4EF4-B1AC-698482E35181}" type="pres">
      <dgm:prSet presAssocID="{078AF218-F91E-496E-8117-ABDA361319EE}" presName="horz1" presStyleCnt="0"/>
      <dgm:spPr/>
    </dgm:pt>
    <dgm:pt modelId="{701F57F3-49F9-4B0D-BF46-3E374E2DC4A0}" type="pres">
      <dgm:prSet presAssocID="{078AF218-F91E-496E-8117-ABDA361319EE}" presName="tx1" presStyleLbl="revTx" presStyleIdx="2" presStyleCnt="7"/>
      <dgm:spPr/>
    </dgm:pt>
    <dgm:pt modelId="{A0DA0773-134D-41A5-8BD2-18959BA9A390}" type="pres">
      <dgm:prSet presAssocID="{078AF218-F91E-496E-8117-ABDA361319EE}" presName="vert1" presStyleCnt="0"/>
      <dgm:spPr/>
    </dgm:pt>
    <dgm:pt modelId="{3DE0F10C-0D88-458D-AB5D-6D0A4E04C7E0}" type="pres">
      <dgm:prSet presAssocID="{729AA641-4786-4A73-A1DD-E90747A7B0AA}" presName="thickLine" presStyleLbl="alignNode1" presStyleIdx="3" presStyleCnt="7"/>
      <dgm:spPr/>
    </dgm:pt>
    <dgm:pt modelId="{08A5C4BC-BDBD-4283-853E-EFE4EE985105}" type="pres">
      <dgm:prSet presAssocID="{729AA641-4786-4A73-A1DD-E90747A7B0AA}" presName="horz1" presStyleCnt="0"/>
      <dgm:spPr/>
    </dgm:pt>
    <dgm:pt modelId="{BBEFFC19-ABE7-4CE7-AFED-46D3AEF99C05}" type="pres">
      <dgm:prSet presAssocID="{729AA641-4786-4A73-A1DD-E90747A7B0AA}" presName="tx1" presStyleLbl="revTx" presStyleIdx="3" presStyleCnt="7"/>
      <dgm:spPr/>
    </dgm:pt>
    <dgm:pt modelId="{CE3654FE-41D1-48FC-A970-590C892EF303}" type="pres">
      <dgm:prSet presAssocID="{729AA641-4786-4A73-A1DD-E90747A7B0AA}" presName="vert1" presStyleCnt="0"/>
      <dgm:spPr/>
    </dgm:pt>
    <dgm:pt modelId="{959CEDCA-670A-45E8-933D-84949683705B}" type="pres">
      <dgm:prSet presAssocID="{3662C850-EBA3-4E66-BEE2-8FFCF375D9CB}" presName="thickLine" presStyleLbl="alignNode1" presStyleIdx="4" presStyleCnt="7"/>
      <dgm:spPr/>
    </dgm:pt>
    <dgm:pt modelId="{1667AAB9-B5FC-4714-B913-F2D6548784C6}" type="pres">
      <dgm:prSet presAssocID="{3662C850-EBA3-4E66-BEE2-8FFCF375D9CB}" presName="horz1" presStyleCnt="0"/>
      <dgm:spPr/>
    </dgm:pt>
    <dgm:pt modelId="{2F372727-FFAF-4E7C-AA1D-1017637C721B}" type="pres">
      <dgm:prSet presAssocID="{3662C850-EBA3-4E66-BEE2-8FFCF375D9CB}" presName="tx1" presStyleLbl="revTx" presStyleIdx="4" presStyleCnt="7"/>
      <dgm:spPr/>
    </dgm:pt>
    <dgm:pt modelId="{332E6979-A917-47B5-AD9A-A06D03706599}" type="pres">
      <dgm:prSet presAssocID="{3662C850-EBA3-4E66-BEE2-8FFCF375D9CB}" presName="vert1" presStyleCnt="0"/>
      <dgm:spPr/>
    </dgm:pt>
    <dgm:pt modelId="{9CBCB7F8-570E-4B4D-83C4-E38A68497C85}" type="pres">
      <dgm:prSet presAssocID="{8BF47877-4F1D-4DB7-8F45-57EBACD25E3B}" presName="thickLine" presStyleLbl="alignNode1" presStyleIdx="5" presStyleCnt="7"/>
      <dgm:spPr/>
    </dgm:pt>
    <dgm:pt modelId="{0C315C44-943A-4ED5-828F-2458A1B5AF3A}" type="pres">
      <dgm:prSet presAssocID="{8BF47877-4F1D-4DB7-8F45-57EBACD25E3B}" presName="horz1" presStyleCnt="0"/>
      <dgm:spPr/>
    </dgm:pt>
    <dgm:pt modelId="{14BF27AA-681D-46CF-BA41-268448ACBC6F}" type="pres">
      <dgm:prSet presAssocID="{8BF47877-4F1D-4DB7-8F45-57EBACD25E3B}" presName="tx1" presStyleLbl="revTx" presStyleIdx="5" presStyleCnt="7"/>
      <dgm:spPr/>
    </dgm:pt>
    <dgm:pt modelId="{7B43FA27-D6BD-4804-BD2C-792EDFEC6F7D}" type="pres">
      <dgm:prSet presAssocID="{8BF47877-4F1D-4DB7-8F45-57EBACD25E3B}" presName="vert1" presStyleCnt="0"/>
      <dgm:spPr/>
    </dgm:pt>
    <dgm:pt modelId="{D47F7F89-3177-4871-84E6-FD3DC9D8FD02}" type="pres">
      <dgm:prSet presAssocID="{5E801337-8C24-44C2-B1C3-C734C6C13616}" presName="thickLine" presStyleLbl="alignNode1" presStyleIdx="6" presStyleCnt="7"/>
      <dgm:spPr/>
    </dgm:pt>
    <dgm:pt modelId="{4696E05F-B632-4DDA-95BF-D6A1ABDD8028}" type="pres">
      <dgm:prSet presAssocID="{5E801337-8C24-44C2-B1C3-C734C6C13616}" presName="horz1" presStyleCnt="0"/>
      <dgm:spPr/>
    </dgm:pt>
    <dgm:pt modelId="{9EB7950D-9B2C-4FD4-821A-4E519C7B4F23}" type="pres">
      <dgm:prSet presAssocID="{5E801337-8C24-44C2-B1C3-C734C6C13616}" presName="tx1" presStyleLbl="revTx" presStyleIdx="6" presStyleCnt="7"/>
      <dgm:spPr/>
    </dgm:pt>
    <dgm:pt modelId="{3D1F77D4-6AD6-4A29-9DF2-05DF4CCCA6CE}" type="pres">
      <dgm:prSet presAssocID="{5E801337-8C24-44C2-B1C3-C734C6C13616}" presName="vert1" presStyleCnt="0"/>
      <dgm:spPr/>
    </dgm:pt>
  </dgm:ptLst>
  <dgm:cxnLst>
    <dgm:cxn modelId="{FC410167-4E7B-48B5-841D-16CE12446192}" srcId="{1E6CB15B-31A4-44D8-B900-D83DCA085329}" destId="{8BF47877-4F1D-4DB7-8F45-57EBACD25E3B}" srcOrd="5" destOrd="0" parTransId="{8D68C572-6AEE-4683-B168-6AD6765BEF30}" sibTransId="{5F607248-F2E9-43F4-A0A2-F01BBBDFB760}"/>
    <dgm:cxn modelId="{D30E596A-9E92-4C1F-A889-E3299196CE95}" type="presOf" srcId="{078AF218-F91E-496E-8117-ABDA361319EE}" destId="{701F57F3-49F9-4B0D-BF46-3E374E2DC4A0}" srcOrd="0" destOrd="0" presId="urn:microsoft.com/office/officeart/2008/layout/LinedList"/>
    <dgm:cxn modelId="{0624E351-1A94-4311-93BB-53DB39CEAE56}" type="presOf" srcId="{7A1705DA-2381-4C2D-A86A-8B5BC74E8EC2}" destId="{3DDE573C-BCE3-4ADC-8A69-0BDF89FDAEBA}" srcOrd="0" destOrd="0" presId="urn:microsoft.com/office/officeart/2008/layout/LinedList"/>
    <dgm:cxn modelId="{2FFC2575-1C9C-4E43-8275-6B362825259D}" type="presOf" srcId="{75CB1614-7576-4E40-B743-E4B28C495241}" destId="{5FAD635D-76BE-4634-AE81-68CAB6EE4874}" srcOrd="0" destOrd="0" presId="urn:microsoft.com/office/officeart/2008/layout/LinedList"/>
    <dgm:cxn modelId="{91814B97-E5E8-40BA-B70E-B12B60AFAD07}" type="presOf" srcId="{5E801337-8C24-44C2-B1C3-C734C6C13616}" destId="{9EB7950D-9B2C-4FD4-821A-4E519C7B4F23}" srcOrd="0" destOrd="0" presId="urn:microsoft.com/office/officeart/2008/layout/LinedList"/>
    <dgm:cxn modelId="{1F8BE097-B9B3-43B5-9225-79C35B6B7B7C}" type="presOf" srcId="{3662C850-EBA3-4E66-BEE2-8FFCF375D9CB}" destId="{2F372727-FFAF-4E7C-AA1D-1017637C721B}" srcOrd="0" destOrd="0" presId="urn:microsoft.com/office/officeart/2008/layout/LinedList"/>
    <dgm:cxn modelId="{1ABC899A-B526-40E7-8AF2-4257205BB4EF}" srcId="{1E6CB15B-31A4-44D8-B900-D83DCA085329}" destId="{078AF218-F91E-496E-8117-ABDA361319EE}" srcOrd="2" destOrd="0" parTransId="{D46ACFC4-3F1C-484E-BC82-F37B46A88CB2}" sibTransId="{7229ABAC-7C5B-43D9-BAF5-27BA36401C7F}"/>
    <dgm:cxn modelId="{C7004BA8-520B-4A1B-8790-629E993215D6}" srcId="{1E6CB15B-31A4-44D8-B900-D83DCA085329}" destId="{5E801337-8C24-44C2-B1C3-C734C6C13616}" srcOrd="6" destOrd="0" parTransId="{D1819DB7-9E46-4F73-AA7F-889952C531AB}" sibTransId="{51EA4B7B-476B-4DC2-8205-6DD4F4A5A395}"/>
    <dgm:cxn modelId="{A84F03AA-261B-4442-8A85-2842E04F08A3}" srcId="{1E6CB15B-31A4-44D8-B900-D83DCA085329}" destId="{729AA641-4786-4A73-A1DD-E90747A7B0AA}" srcOrd="3" destOrd="0" parTransId="{CC946445-1A38-4B38-A092-3E655A1863AA}" sibTransId="{3764B3B3-5DD1-4AAC-9A9E-17CD68D0FE67}"/>
    <dgm:cxn modelId="{B643D4B7-7517-485E-8CF7-36D37C7C444A}" srcId="{1E6CB15B-31A4-44D8-B900-D83DCA085329}" destId="{75CB1614-7576-4E40-B743-E4B28C495241}" srcOrd="0" destOrd="0" parTransId="{D87F61BE-7374-44ED-BA35-22E92C36EB84}" sibTransId="{2D03DAFB-5066-4781-BA4C-5684B052A254}"/>
    <dgm:cxn modelId="{BC00B7B8-4D73-42B0-91EC-A35CBA4C2B06}" type="presOf" srcId="{8BF47877-4F1D-4DB7-8F45-57EBACD25E3B}" destId="{14BF27AA-681D-46CF-BA41-268448ACBC6F}" srcOrd="0" destOrd="0" presId="urn:microsoft.com/office/officeart/2008/layout/LinedList"/>
    <dgm:cxn modelId="{E99F8EBA-9A11-4FE2-B2CF-5D9E98EC11C8}" type="presOf" srcId="{1E6CB15B-31A4-44D8-B900-D83DCA085329}" destId="{A316FA3A-2DE2-4828-A81C-7BE32D1BF183}" srcOrd="0" destOrd="0" presId="urn:microsoft.com/office/officeart/2008/layout/LinedList"/>
    <dgm:cxn modelId="{AEC320EB-D9D2-4C8C-A679-89E894507E5B}" srcId="{1E6CB15B-31A4-44D8-B900-D83DCA085329}" destId="{3662C850-EBA3-4E66-BEE2-8FFCF375D9CB}" srcOrd="4" destOrd="0" parTransId="{456B9B30-5B3F-4D90-85A6-720CC47D5FB7}" sibTransId="{D56F9045-3EAA-4739-9DDA-788DDEA3C3E8}"/>
    <dgm:cxn modelId="{3C8DF8F6-A52A-46FA-BD8B-76B6AADDF3B4}" type="presOf" srcId="{729AA641-4786-4A73-A1DD-E90747A7B0AA}" destId="{BBEFFC19-ABE7-4CE7-AFED-46D3AEF99C05}" srcOrd="0" destOrd="0" presId="urn:microsoft.com/office/officeart/2008/layout/LinedList"/>
    <dgm:cxn modelId="{83C3DFF8-1D00-46A8-B44A-B1AE725DE8C3}" srcId="{1E6CB15B-31A4-44D8-B900-D83DCA085329}" destId="{7A1705DA-2381-4C2D-A86A-8B5BC74E8EC2}" srcOrd="1" destOrd="0" parTransId="{87D582D2-5595-47A3-9DB1-99584D732FEC}" sibTransId="{E3CF9118-C4F0-426D-B0F9-ACE0CF114009}"/>
    <dgm:cxn modelId="{DD29272E-FB43-4F0C-9246-D7225B528CB5}" type="presParOf" srcId="{A316FA3A-2DE2-4828-A81C-7BE32D1BF183}" destId="{DBE4ED49-9D7E-4B48-8228-B08328452C8F}" srcOrd="0" destOrd="0" presId="urn:microsoft.com/office/officeart/2008/layout/LinedList"/>
    <dgm:cxn modelId="{8F0C3AF5-D5CC-4304-AF15-78D285ADA211}" type="presParOf" srcId="{A316FA3A-2DE2-4828-A81C-7BE32D1BF183}" destId="{48AA1375-710A-426D-B059-E6136BD06AC7}" srcOrd="1" destOrd="0" presId="urn:microsoft.com/office/officeart/2008/layout/LinedList"/>
    <dgm:cxn modelId="{A3C332BD-E482-4145-979B-004A42563EAA}" type="presParOf" srcId="{48AA1375-710A-426D-B059-E6136BD06AC7}" destId="{5FAD635D-76BE-4634-AE81-68CAB6EE4874}" srcOrd="0" destOrd="0" presId="urn:microsoft.com/office/officeart/2008/layout/LinedList"/>
    <dgm:cxn modelId="{B712DD27-B058-4B4D-980C-FBA8EA48BF64}" type="presParOf" srcId="{48AA1375-710A-426D-B059-E6136BD06AC7}" destId="{FE8B606F-4050-495D-8107-FACBD39159AF}" srcOrd="1" destOrd="0" presId="urn:microsoft.com/office/officeart/2008/layout/LinedList"/>
    <dgm:cxn modelId="{A77CB434-66A5-45D1-99D6-210556E3A757}" type="presParOf" srcId="{A316FA3A-2DE2-4828-A81C-7BE32D1BF183}" destId="{969EA9BA-4696-4359-BCA3-95DDC53B674E}" srcOrd="2" destOrd="0" presId="urn:microsoft.com/office/officeart/2008/layout/LinedList"/>
    <dgm:cxn modelId="{56889676-149B-4D66-AB4A-32BA500E5A2E}" type="presParOf" srcId="{A316FA3A-2DE2-4828-A81C-7BE32D1BF183}" destId="{F73314D6-5287-4B85-BAC5-ADBD853FDAF6}" srcOrd="3" destOrd="0" presId="urn:microsoft.com/office/officeart/2008/layout/LinedList"/>
    <dgm:cxn modelId="{8181F863-016B-4471-B7D3-A936D0D4ADFF}" type="presParOf" srcId="{F73314D6-5287-4B85-BAC5-ADBD853FDAF6}" destId="{3DDE573C-BCE3-4ADC-8A69-0BDF89FDAEBA}" srcOrd="0" destOrd="0" presId="urn:microsoft.com/office/officeart/2008/layout/LinedList"/>
    <dgm:cxn modelId="{9FB15939-13E7-4699-8D4F-006507898BA9}" type="presParOf" srcId="{F73314D6-5287-4B85-BAC5-ADBD853FDAF6}" destId="{060AAA4E-5DC3-438B-A7C4-B224421C454D}" srcOrd="1" destOrd="0" presId="urn:microsoft.com/office/officeart/2008/layout/LinedList"/>
    <dgm:cxn modelId="{06742FC0-A130-4DED-967F-93597268148D}" type="presParOf" srcId="{A316FA3A-2DE2-4828-A81C-7BE32D1BF183}" destId="{AC73E7ED-FAFD-4657-A760-B07FE5875CF8}" srcOrd="4" destOrd="0" presId="urn:microsoft.com/office/officeart/2008/layout/LinedList"/>
    <dgm:cxn modelId="{72D8AD24-D193-4B22-BBD3-FC5F6FCF2B82}" type="presParOf" srcId="{A316FA3A-2DE2-4828-A81C-7BE32D1BF183}" destId="{69773311-D845-4EF4-B1AC-698482E35181}" srcOrd="5" destOrd="0" presId="urn:microsoft.com/office/officeart/2008/layout/LinedList"/>
    <dgm:cxn modelId="{879ED9D6-894B-4042-94DD-56B1AF16180D}" type="presParOf" srcId="{69773311-D845-4EF4-B1AC-698482E35181}" destId="{701F57F3-49F9-4B0D-BF46-3E374E2DC4A0}" srcOrd="0" destOrd="0" presId="urn:microsoft.com/office/officeart/2008/layout/LinedList"/>
    <dgm:cxn modelId="{451186B6-B399-40C1-986A-85D485DB2A05}" type="presParOf" srcId="{69773311-D845-4EF4-B1AC-698482E35181}" destId="{A0DA0773-134D-41A5-8BD2-18959BA9A390}" srcOrd="1" destOrd="0" presId="urn:microsoft.com/office/officeart/2008/layout/LinedList"/>
    <dgm:cxn modelId="{F0B5A686-ADEC-46CA-881D-3F9F5349A8AE}" type="presParOf" srcId="{A316FA3A-2DE2-4828-A81C-7BE32D1BF183}" destId="{3DE0F10C-0D88-458D-AB5D-6D0A4E04C7E0}" srcOrd="6" destOrd="0" presId="urn:microsoft.com/office/officeart/2008/layout/LinedList"/>
    <dgm:cxn modelId="{42AD2CD7-9CA9-48D8-82B2-EFD0AF78393F}" type="presParOf" srcId="{A316FA3A-2DE2-4828-A81C-7BE32D1BF183}" destId="{08A5C4BC-BDBD-4283-853E-EFE4EE985105}" srcOrd="7" destOrd="0" presId="urn:microsoft.com/office/officeart/2008/layout/LinedList"/>
    <dgm:cxn modelId="{630C2F65-7BD9-4978-A42A-8C6EF36D3F22}" type="presParOf" srcId="{08A5C4BC-BDBD-4283-853E-EFE4EE985105}" destId="{BBEFFC19-ABE7-4CE7-AFED-46D3AEF99C05}" srcOrd="0" destOrd="0" presId="urn:microsoft.com/office/officeart/2008/layout/LinedList"/>
    <dgm:cxn modelId="{36EFDC96-3D35-46E0-BCE2-84914A2E38A1}" type="presParOf" srcId="{08A5C4BC-BDBD-4283-853E-EFE4EE985105}" destId="{CE3654FE-41D1-48FC-A970-590C892EF303}" srcOrd="1" destOrd="0" presId="urn:microsoft.com/office/officeart/2008/layout/LinedList"/>
    <dgm:cxn modelId="{E37DEB10-EA9E-4397-B357-C92B8DB2FD4D}" type="presParOf" srcId="{A316FA3A-2DE2-4828-A81C-7BE32D1BF183}" destId="{959CEDCA-670A-45E8-933D-84949683705B}" srcOrd="8" destOrd="0" presId="urn:microsoft.com/office/officeart/2008/layout/LinedList"/>
    <dgm:cxn modelId="{A37F60E7-9090-4D95-A95F-6BFAC8990A13}" type="presParOf" srcId="{A316FA3A-2DE2-4828-A81C-7BE32D1BF183}" destId="{1667AAB9-B5FC-4714-B913-F2D6548784C6}" srcOrd="9" destOrd="0" presId="urn:microsoft.com/office/officeart/2008/layout/LinedList"/>
    <dgm:cxn modelId="{43E2854B-8826-4F8B-A87D-4F70F0D64951}" type="presParOf" srcId="{1667AAB9-B5FC-4714-B913-F2D6548784C6}" destId="{2F372727-FFAF-4E7C-AA1D-1017637C721B}" srcOrd="0" destOrd="0" presId="urn:microsoft.com/office/officeart/2008/layout/LinedList"/>
    <dgm:cxn modelId="{C36F91B1-912C-4FDC-A738-9B73A205A3AC}" type="presParOf" srcId="{1667AAB9-B5FC-4714-B913-F2D6548784C6}" destId="{332E6979-A917-47B5-AD9A-A06D03706599}" srcOrd="1" destOrd="0" presId="urn:microsoft.com/office/officeart/2008/layout/LinedList"/>
    <dgm:cxn modelId="{E26FBDBE-8072-4310-9A1F-61789DE67D8C}" type="presParOf" srcId="{A316FA3A-2DE2-4828-A81C-7BE32D1BF183}" destId="{9CBCB7F8-570E-4B4D-83C4-E38A68497C85}" srcOrd="10" destOrd="0" presId="urn:microsoft.com/office/officeart/2008/layout/LinedList"/>
    <dgm:cxn modelId="{64E1577E-5A59-44EA-BC76-A82A112B45D5}" type="presParOf" srcId="{A316FA3A-2DE2-4828-A81C-7BE32D1BF183}" destId="{0C315C44-943A-4ED5-828F-2458A1B5AF3A}" srcOrd="11" destOrd="0" presId="urn:microsoft.com/office/officeart/2008/layout/LinedList"/>
    <dgm:cxn modelId="{6C9739F3-DE9D-4EC7-9504-A289559D0C9E}" type="presParOf" srcId="{0C315C44-943A-4ED5-828F-2458A1B5AF3A}" destId="{14BF27AA-681D-46CF-BA41-268448ACBC6F}" srcOrd="0" destOrd="0" presId="urn:microsoft.com/office/officeart/2008/layout/LinedList"/>
    <dgm:cxn modelId="{00BC5E92-BCE8-4570-9F5F-E3F82D33E818}" type="presParOf" srcId="{0C315C44-943A-4ED5-828F-2458A1B5AF3A}" destId="{7B43FA27-D6BD-4804-BD2C-792EDFEC6F7D}" srcOrd="1" destOrd="0" presId="urn:microsoft.com/office/officeart/2008/layout/LinedList"/>
    <dgm:cxn modelId="{BD885E53-2598-497D-B586-069C5B159917}" type="presParOf" srcId="{A316FA3A-2DE2-4828-A81C-7BE32D1BF183}" destId="{D47F7F89-3177-4871-84E6-FD3DC9D8FD02}" srcOrd="12" destOrd="0" presId="urn:microsoft.com/office/officeart/2008/layout/LinedList"/>
    <dgm:cxn modelId="{B711E1BF-971B-4807-AD3E-4F5D82B6E52B}" type="presParOf" srcId="{A316FA3A-2DE2-4828-A81C-7BE32D1BF183}" destId="{4696E05F-B632-4DDA-95BF-D6A1ABDD8028}" srcOrd="13" destOrd="0" presId="urn:microsoft.com/office/officeart/2008/layout/LinedList"/>
    <dgm:cxn modelId="{FBA76E09-0108-4BDA-9F9B-A4828820B359}" type="presParOf" srcId="{4696E05F-B632-4DDA-95BF-D6A1ABDD8028}" destId="{9EB7950D-9B2C-4FD4-821A-4E519C7B4F23}" srcOrd="0" destOrd="0" presId="urn:microsoft.com/office/officeart/2008/layout/LinedList"/>
    <dgm:cxn modelId="{1BCBEC6B-D13C-45BD-8DAE-39E6252FA01F}" type="presParOf" srcId="{4696E05F-B632-4DDA-95BF-D6A1ABDD8028}" destId="{3D1F77D4-6AD6-4A29-9DF2-05DF4CCCA6C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5D2BDCF0-8606-4796-89B4-089995B7C9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D78FA71-C4D2-4317-A45D-E7610DD2597B}">
      <dgm:prSet/>
      <dgm:spPr/>
      <dgm:t>
        <a:bodyPr/>
        <a:lstStyle/>
        <a:p>
          <a:r>
            <a:rPr lang="uk-UA" b="0" i="0"/>
            <a:t>квітні 1985 р.</a:t>
          </a:r>
          <a:endParaRPr lang="uk-UA"/>
        </a:p>
      </dgm:t>
    </dgm:pt>
    <dgm:pt modelId="{28B5C87B-5F11-4060-A2DF-5BF38D93291D}" type="parTrans" cxnId="{21E3B87F-9727-44F2-843F-166A1AD91484}">
      <dgm:prSet/>
      <dgm:spPr/>
      <dgm:t>
        <a:bodyPr/>
        <a:lstStyle/>
        <a:p>
          <a:endParaRPr lang="uk-UA"/>
        </a:p>
      </dgm:t>
    </dgm:pt>
    <dgm:pt modelId="{463C9ECE-3DC1-4FCE-B7E0-8B37B866BD28}" type="sibTrans" cxnId="{21E3B87F-9727-44F2-843F-166A1AD91484}">
      <dgm:prSet/>
      <dgm:spPr/>
      <dgm:t>
        <a:bodyPr/>
        <a:lstStyle/>
        <a:p>
          <a:endParaRPr lang="uk-UA"/>
        </a:p>
      </dgm:t>
    </dgm:pt>
    <dgm:pt modelId="{EA52575B-7867-4126-9646-52B10ABEC674}">
      <dgm:prSet/>
      <dgm:spPr/>
      <dgm:t>
        <a:bodyPr/>
        <a:lstStyle/>
        <a:p>
          <a:r>
            <a:rPr lang="uk-UA" b="0" i="0"/>
            <a:t>вересні 1989 р.</a:t>
          </a:r>
          <a:endParaRPr lang="uk-UA"/>
        </a:p>
      </dgm:t>
    </dgm:pt>
    <dgm:pt modelId="{BABA2C92-F2EC-4FD9-82CF-9C3FD29930FF}" type="parTrans" cxnId="{88F1B8DE-958A-45AB-9CE3-A3C97CC00449}">
      <dgm:prSet/>
      <dgm:spPr/>
      <dgm:t>
        <a:bodyPr/>
        <a:lstStyle/>
        <a:p>
          <a:endParaRPr lang="uk-UA"/>
        </a:p>
      </dgm:t>
    </dgm:pt>
    <dgm:pt modelId="{BE958C29-0AAA-4FB1-A8F1-CF32916F5464}" type="sibTrans" cxnId="{88F1B8DE-958A-45AB-9CE3-A3C97CC00449}">
      <dgm:prSet/>
      <dgm:spPr/>
      <dgm:t>
        <a:bodyPr/>
        <a:lstStyle/>
        <a:p>
          <a:endParaRPr lang="uk-UA"/>
        </a:p>
      </dgm:t>
    </dgm:pt>
    <dgm:pt modelId="{E56F561E-1BD5-4B70-A830-028400CFE694}">
      <dgm:prSet/>
      <dgm:spPr/>
      <dgm:t>
        <a:bodyPr/>
        <a:lstStyle/>
        <a:p>
          <a:r>
            <a:rPr lang="uk-UA" b="0" i="0"/>
            <a:t>березні 1990 р.</a:t>
          </a:r>
          <a:endParaRPr lang="uk-UA"/>
        </a:p>
      </dgm:t>
    </dgm:pt>
    <dgm:pt modelId="{230DA65E-3F3C-4471-9748-FF208ADB4A9A}" type="parTrans" cxnId="{B0362D39-E8F2-4E6D-BDBF-7BDEA90C0139}">
      <dgm:prSet/>
      <dgm:spPr/>
      <dgm:t>
        <a:bodyPr/>
        <a:lstStyle/>
        <a:p>
          <a:endParaRPr lang="uk-UA"/>
        </a:p>
      </dgm:t>
    </dgm:pt>
    <dgm:pt modelId="{11520955-5A4A-4902-A682-340A9382DE71}" type="sibTrans" cxnId="{B0362D39-E8F2-4E6D-BDBF-7BDEA90C0139}">
      <dgm:prSet/>
      <dgm:spPr/>
      <dgm:t>
        <a:bodyPr/>
        <a:lstStyle/>
        <a:p>
          <a:endParaRPr lang="uk-UA"/>
        </a:p>
      </dgm:t>
    </dgm:pt>
    <dgm:pt modelId="{3687F015-6BAE-4F0E-AC9E-B579B1DB5B3A}">
      <dgm:prSet/>
      <dgm:spPr/>
      <dgm:t>
        <a:bodyPr/>
        <a:lstStyle/>
        <a:p>
          <a:r>
            <a:rPr lang="uk-UA" b="0" i="0"/>
            <a:t>грудні 1991 р.</a:t>
          </a:r>
          <a:endParaRPr lang="uk-UA"/>
        </a:p>
      </dgm:t>
    </dgm:pt>
    <dgm:pt modelId="{CAB8F200-1BFF-49A4-9A3B-FDFC62C6F0F7}" type="parTrans" cxnId="{9C3C1395-9715-4339-BD6A-4D9B2460FB90}">
      <dgm:prSet/>
      <dgm:spPr/>
      <dgm:t>
        <a:bodyPr/>
        <a:lstStyle/>
        <a:p>
          <a:endParaRPr lang="uk-UA"/>
        </a:p>
      </dgm:t>
    </dgm:pt>
    <dgm:pt modelId="{16D5613D-BA6C-47E4-BEE6-CCC10E42856B}" type="sibTrans" cxnId="{9C3C1395-9715-4339-BD6A-4D9B2460FB90}">
      <dgm:prSet/>
      <dgm:spPr/>
      <dgm:t>
        <a:bodyPr/>
        <a:lstStyle/>
        <a:p>
          <a:endParaRPr lang="uk-UA"/>
        </a:p>
      </dgm:t>
    </dgm:pt>
    <dgm:pt modelId="{24008B76-9D93-453C-A1EA-085A62402321}" type="pres">
      <dgm:prSet presAssocID="{5D2BDCF0-8606-4796-89B4-089995B7C9CC}" presName="linear" presStyleCnt="0">
        <dgm:presLayoutVars>
          <dgm:animLvl val="lvl"/>
          <dgm:resizeHandles val="exact"/>
        </dgm:presLayoutVars>
      </dgm:prSet>
      <dgm:spPr/>
    </dgm:pt>
    <dgm:pt modelId="{10B3F4AD-90A9-4A4F-B883-36775860FBD1}" type="pres">
      <dgm:prSet presAssocID="{6D78FA71-C4D2-4317-A45D-E7610DD2597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7893272-3AAD-478A-9D6A-B7778786ADB8}" type="pres">
      <dgm:prSet presAssocID="{463C9ECE-3DC1-4FCE-B7E0-8B37B866BD28}" presName="spacer" presStyleCnt="0"/>
      <dgm:spPr/>
    </dgm:pt>
    <dgm:pt modelId="{C12A630C-0C2B-4AB0-91F8-0CA99D3A99ED}" type="pres">
      <dgm:prSet presAssocID="{EA52575B-7867-4126-9646-52B10ABEC6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6A1ABC1-EF73-4127-B04B-0DBC0FF2E2C1}" type="pres">
      <dgm:prSet presAssocID="{BE958C29-0AAA-4FB1-A8F1-CF32916F5464}" presName="spacer" presStyleCnt="0"/>
      <dgm:spPr/>
    </dgm:pt>
    <dgm:pt modelId="{05AADCA1-3A77-4E93-BA54-C2557F4DD875}" type="pres">
      <dgm:prSet presAssocID="{E56F561E-1BD5-4B70-A830-028400CFE6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EDC01B-5B23-4D66-BD43-542DF4154A3D}" type="pres">
      <dgm:prSet presAssocID="{11520955-5A4A-4902-A682-340A9382DE71}" presName="spacer" presStyleCnt="0"/>
      <dgm:spPr/>
    </dgm:pt>
    <dgm:pt modelId="{F0D5A8D3-B1CA-4015-856B-6BE28A8E31FC}" type="pres">
      <dgm:prSet presAssocID="{3687F015-6BAE-4F0E-AC9E-B579B1DB5B3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9549020-1F2E-40E3-A556-97F9F105FED7}" type="presOf" srcId="{EA52575B-7867-4126-9646-52B10ABEC674}" destId="{C12A630C-0C2B-4AB0-91F8-0CA99D3A99ED}" srcOrd="0" destOrd="0" presId="urn:microsoft.com/office/officeart/2005/8/layout/vList2"/>
    <dgm:cxn modelId="{53BBCE26-1082-48E8-9618-4DDCA4C58854}" type="presOf" srcId="{E56F561E-1BD5-4B70-A830-028400CFE694}" destId="{05AADCA1-3A77-4E93-BA54-C2557F4DD875}" srcOrd="0" destOrd="0" presId="urn:microsoft.com/office/officeart/2005/8/layout/vList2"/>
    <dgm:cxn modelId="{B0362D39-E8F2-4E6D-BDBF-7BDEA90C0139}" srcId="{5D2BDCF0-8606-4796-89B4-089995B7C9CC}" destId="{E56F561E-1BD5-4B70-A830-028400CFE694}" srcOrd="2" destOrd="0" parTransId="{230DA65E-3F3C-4471-9748-FF208ADB4A9A}" sibTransId="{11520955-5A4A-4902-A682-340A9382DE71}"/>
    <dgm:cxn modelId="{654E4172-279F-4CC9-977B-D685B3383DBE}" type="presOf" srcId="{5D2BDCF0-8606-4796-89B4-089995B7C9CC}" destId="{24008B76-9D93-453C-A1EA-085A62402321}" srcOrd="0" destOrd="0" presId="urn:microsoft.com/office/officeart/2005/8/layout/vList2"/>
    <dgm:cxn modelId="{21E3B87F-9727-44F2-843F-166A1AD91484}" srcId="{5D2BDCF0-8606-4796-89B4-089995B7C9CC}" destId="{6D78FA71-C4D2-4317-A45D-E7610DD2597B}" srcOrd="0" destOrd="0" parTransId="{28B5C87B-5F11-4060-A2DF-5BF38D93291D}" sibTransId="{463C9ECE-3DC1-4FCE-B7E0-8B37B866BD28}"/>
    <dgm:cxn modelId="{56FD7889-3C4E-46AC-8BF8-13DAB7444780}" type="presOf" srcId="{3687F015-6BAE-4F0E-AC9E-B579B1DB5B3A}" destId="{F0D5A8D3-B1CA-4015-856B-6BE28A8E31FC}" srcOrd="0" destOrd="0" presId="urn:microsoft.com/office/officeart/2005/8/layout/vList2"/>
    <dgm:cxn modelId="{9C3C1395-9715-4339-BD6A-4D9B2460FB90}" srcId="{5D2BDCF0-8606-4796-89B4-089995B7C9CC}" destId="{3687F015-6BAE-4F0E-AC9E-B579B1DB5B3A}" srcOrd="3" destOrd="0" parTransId="{CAB8F200-1BFF-49A4-9A3B-FDFC62C6F0F7}" sibTransId="{16D5613D-BA6C-47E4-BEE6-CCC10E42856B}"/>
    <dgm:cxn modelId="{88F1B8DE-958A-45AB-9CE3-A3C97CC00449}" srcId="{5D2BDCF0-8606-4796-89B4-089995B7C9CC}" destId="{EA52575B-7867-4126-9646-52B10ABEC674}" srcOrd="1" destOrd="0" parTransId="{BABA2C92-F2EC-4FD9-82CF-9C3FD29930FF}" sibTransId="{BE958C29-0AAA-4FB1-A8F1-CF32916F5464}"/>
    <dgm:cxn modelId="{D65377EC-5E8E-4FEA-87E7-CB3CA8E1019F}" type="presOf" srcId="{6D78FA71-C4D2-4317-A45D-E7610DD2597B}" destId="{10B3F4AD-90A9-4A4F-B883-36775860FBD1}" srcOrd="0" destOrd="0" presId="urn:microsoft.com/office/officeart/2005/8/layout/vList2"/>
    <dgm:cxn modelId="{68E262FB-1824-44D0-8E52-0BDD60AECC44}" type="presParOf" srcId="{24008B76-9D93-453C-A1EA-085A62402321}" destId="{10B3F4AD-90A9-4A4F-B883-36775860FBD1}" srcOrd="0" destOrd="0" presId="urn:microsoft.com/office/officeart/2005/8/layout/vList2"/>
    <dgm:cxn modelId="{226E56EE-C1E2-453C-944E-729F21A2B27C}" type="presParOf" srcId="{24008B76-9D93-453C-A1EA-085A62402321}" destId="{27893272-3AAD-478A-9D6A-B7778786ADB8}" srcOrd="1" destOrd="0" presId="urn:microsoft.com/office/officeart/2005/8/layout/vList2"/>
    <dgm:cxn modelId="{45F01BF8-F509-4FD4-AD82-9A3DE5C0FC55}" type="presParOf" srcId="{24008B76-9D93-453C-A1EA-085A62402321}" destId="{C12A630C-0C2B-4AB0-91F8-0CA99D3A99ED}" srcOrd="2" destOrd="0" presId="urn:microsoft.com/office/officeart/2005/8/layout/vList2"/>
    <dgm:cxn modelId="{A639CDD5-ABF7-4A52-8F74-B9C69C3207E0}" type="presParOf" srcId="{24008B76-9D93-453C-A1EA-085A62402321}" destId="{76A1ABC1-EF73-4127-B04B-0DBC0FF2E2C1}" srcOrd="3" destOrd="0" presId="urn:microsoft.com/office/officeart/2005/8/layout/vList2"/>
    <dgm:cxn modelId="{8BC28F09-7F5A-4A47-AE75-1DA9FAC5C0B6}" type="presParOf" srcId="{24008B76-9D93-453C-A1EA-085A62402321}" destId="{05AADCA1-3A77-4E93-BA54-C2557F4DD875}" srcOrd="4" destOrd="0" presId="urn:microsoft.com/office/officeart/2005/8/layout/vList2"/>
    <dgm:cxn modelId="{A0603868-3D9D-4631-979D-CBAF6BAA2BC3}" type="presParOf" srcId="{24008B76-9D93-453C-A1EA-085A62402321}" destId="{FAEDC01B-5B23-4D66-BD43-542DF4154A3D}" srcOrd="5" destOrd="0" presId="urn:microsoft.com/office/officeart/2005/8/layout/vList2"/>
    <dgm:cxn modelId="{81AA78CF-C79C-455F-B54F-178FB1689873}" type="presParOf" srcId="{24008B76-9D93-453C-A1EA-085A62402321}" destId="{F0D5A8D3-B1CA-4015-856B-6BE28A8E31F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2BACC75A-AE4F-4C70-85DF-B2DEE4AAE6B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A8E29DE4-8BE9-45FA-9CEB-3323A14838CB}">
      <dgm:prSet/>
      <dgm:spPr/>
      <dgm:t>
        <a:bodyPr/>
        <a:lstStyle/>
        <a:p>
          <a:r>
            <a:rPr lang="uk-UA" b="0" i="0"/>
            <a:t>«Активізація дисидентського руху в Україні».</a:t>
          </a:r>
          <a:endParaRPr lang="uk-UA"/>
        </a:p>
      </dgm:t>
    </dgm:pt>
    <dgm:pt modelId="{5F914BDD-A1DB-40D9-A077-5E2F614D2412}" type="parTrans" cxnId="{5E206F11-3ADC-4E7C-A8BA-2B361085A0FB}">
      <dgm:prSet/>
      <dgm:spPr/>
      <dgm:t>
        <a:bodyPr/>
        <a:lstStyle/>
        <a:p>
          <a:endParaRPr lang="uk-UA"/>
        </a:p>
      </dgm:t>
    </dgm:pt>
    <dgm:pt modelId="{6E0625C3-741A-408D-B049-2AD695CDACA8}" type="sibTrans" cxnId="{5E206F11-3ADC-4E7C-A8BA-2B361085A0FB}">
      <dgm:prSet/>
      <dgm:spPr/>
      <dgm:t>
        <a:bodyPr/>
        <a:lstStyle/>
        <a:p>
          <a:endParaRPr lang="uk-UA"/>
        </a:p>
      </dgm:t>
    </dgm:pt>
    <dgm:pt modelId="{8C1AF964-C5E2-4AA1-A3C0-DCA12A5A4731}">
      <dgm:prSet/>
      <dgm:spPr/>
      <dgm:t>
        <a:bodyPr/>
        <a:lstStyle/>
        <a:p>
          <a:r>
            <a:rPr lang="uk-UA" b="0" i="0" dirty="0"/>
            <a:t>«Початок державотворчих процесів в Україні».</a:t>
          </a:r>
          <a:endParaRPr lang="uk-UA" dirty="0"/>
        </a:p>
      </dgm:t>
    </dgm:pt>
    <dgm:pt modelId="{12079871-3D07-4536-BDAB-E71316D7E4DA}" type="parTrans" cxnId="{36D4D342-ADE4-46B4-9D63-ECF393DCFD20}">
      <dgm:prSet/>
      <dgm:spPr/>
      <dgm:t>
        <a:bodyPr/>
        <a:lstStyle/>
        <a:p>
          <a:endParaRPr lang="uk-UA"/>
        </a:p>
      </dgm:t>
    </dgm:pt>
    <dgm:pt modelId="{ECD228F8-0DAF-4D4B-8A76-AAD82E293164}" type="sibTrans" cxnId="{36D4D342-ADE4-46B4-9D63-ECF393DCFD20}">
      <dgm:prSet/>
      <dgm:spPr/>
      <dgm:t>
        <a:bodyPr/>
        <a:lstStyle/>
        <a:p>
          <a:endParaRPr lang="uk-UA"/>
        </a:p>
      </dgm:t>
    </dgm:pt>
    <dgm:pt modelId="{7F0B3B78-1A3E-4226-8641-291D5A1E1E3C}">
      <dgm:prSet/>
      <dgm:spPr/>
      <dgm:t>
        <a:bodyPr/>
        <a:lstStyle/>
        <a:p>
          <a:r>
            <a:rPr lang="uk-UA" b="0" i="0" dirty="0"/>
            <a:t>«Формування багатопартійної системи в Україні».</a:t>
          </a:r>
          <a:endParaRPr lang="uk-UA" dirty="0"/>
        </a:p>
      </dgm:t>
    </dgm:pt>
    <dgm:pt modelId="{17ACFC68-32B7-447B-80D7-964694AC4147}" type="parTrans" cxnId="{FD9454C9-FAC5-4BDB-8F23-9E6250E3BB7A}">
      <dgm:prSet/>
      <dgm:spPr/>
      <dgm:t>
        <a:bodyPr/>
        <a:lstStyle/>
        <a:p>
          <a:endParaRPr lang="uk-UA"/>
        </a:p>
      </dgm:t>
    </dgm:pt>
    <dgm:pt modelId="{ACDB990E-D40C-4C35-BB6F-9463445DB346}" type="sibTrans" cxnId="{FD9454C9-FAC5-4BDB-8F23-9E6250E3BB7A}">
      <dgm:prSet/>
      <dgm:spPr/>
      <dgm:t>
        <a:bodyPr/>
        <a:lstStyle/>
        <a:p>
          <a:endParaRPr lang="uk-UA"/>
        </a:p>
      </dgm:t>
    </dgm:pt>
    <dgm:pt modelId="{9B95988C-E6EB-4BBB-B93B-D65C5639285A}">
      <dgm:prSet/>
      <dgm:spPr/>
      <dgm:t>
        <a:bodyPr/>
        <a:lstStyle/>
        <a:p>
          <a:r>
            <a:rPr lang="uk-UA" b="0" i="0" dirty="0"/>
            <a:t>«Повернення історичної пам’яті народу України».</a:t>
          </a:r>
          <a:endParaRPr lang="uk-UA" dirty="0"/>
        </a:p>
      </dgm:t>
    </dgm:pt>
    <dgm:pt modelId="{CA32138B-2FD5-47A2-A17F-D7EFA92B5C84}" type="parTrans" cxnId="{1390656A-EA9E-439F-9940-D3CD8A52A84F}">
      <dgm:prSet/>
      <dgm:spPr/>
      <dgm:t>
        <a:bodyPr/>
        <a:lstStyle/>
        <a:p>
          <a:endParaRPr lang="uk-UA"/>
        </a:p>
      </dgm:t>
    </dgm:pt>
    <dgm:pt modelId="{2E84A885-7754-4FA9-9EC0-55E5F6182A2A}" type="sibTrans" cxnId="{1390656A-EA9E-439F-9940-D3CD8A52A84F}">
      <dgm:prSet/>
      <dgm:spPr/>
      <dgm:t>
        <a:bodyPr/>
        <a:lstStyle/>
        <a:p>
          <a:endParaRPr lang="uk-UA"/>
        </a:p>
      </dgm:t>
    </dgm:pt>
    <dgm:pt modelId="{B821D5E2-CB63-485A-AFF9-AA82429FD1EB}" type="pres">
      <dgm:prSet presAssocID="{2BACC75A-AE4F-4C70-85DF-B2DEE4AAE6B2}" presName="linear" presStyleCnt="0">
        <dgm:presLayoutVars>
          <dgm:animLvl val="lvl"/>
          <dgm:resizeHandles val="exact"/>
        </dgm:presLayoutVars>
      </dgm:prSet>
      <dgm:spPr/>
    </dgm:pt>
    <dgm:pt modelId="{25C5BCAE-69AC-43FF-A54F-8BC05B1A444D}" type="pres">
      <dgm:prSet presAssocID="{A8E29DE4-8BE9-45FA-9CEB-3323A14838C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090BA77-92A1-4BEB-B884-365CF1BDF7DD}" type="pres">
      <dgm:prSet presAssocID="{6E0625C3-741A-408D-B049-2AD695CDACA8}" presName="spacer" presStyleCnt="0"/>
      <dgm:spPr/>
    </dgm:pt>
    <dgm:pt modelId="{467F9EC9-468F-432D-BDC8-24D9964869D8}" type="pres">
      <dgm:prSet presAssocID="{8C1AF964-C5E2-4AA1-A3C0-DCA12A5A473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3894C9C-E4B4-4240-A8F1-3C57AE015BA0}" type="pres">
      <dgm:prSet presAssocID="{ECD228F8-0DAF-4D4B-8A76-AAD82E293164}" presName="spacer" presStyleCnt="0"/>
      <dgm:spPr/>
    </dgm:pt>
    <dgm:pt modelId="{BB094012-6F38-4541-BAC4-9AB0A5935B57}" type="pres">
      <dgm:prSet presAssocID="{7F0B3B78-1A3E-4226-8641-291D5A1E1E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A46DA6C-C61C-4D00-B308-DAF564CEDC27}" type="pres">
      <dgm:prSet presAssocID="{ACDB990E-D40C-4C35-BB6F-9463445DB346}" presName="spacer" presStyleCnt="0"/>
      <dgm:spPr/>
    </dgm:pt>
    <dgm:pt modelId="{A7FE114C-BF7C-4D15-8173-DDE42728AF0F}" type="pres">
      <dgm:prSet presAssocID="{9B95988C-E6EB-4BBB-B93B-D65C5639285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E206F11-3ADC-4E7C-A8BA-2B361085A0FB}" srcId="{2BACC75A-AE4F-4C70-85DF-B2DEE4AAE6B2}" destId="{A8E29DE4-8BE9-45FA-9CEB-3323A14838CB}" srcOrd="0" destOrd="0" parTransId="{5F914BDD-A1DB-40D9-A077-5E2F614D2412}" sibTransId="{6E0625C3-741A-408D-B049-2AD695CDACA8}"/>
    <dgm:cxn modelId="{C405402B-C2D7-459E-A89E-30BD540674E4}" type="presOf" srcId="{7F0B3B78-1A3E-4226-8641-291D5A1E1E3C}" destId="{BB094012-6F38-4541-BAC4-9AB0A5935B57}" srcOrd="0" destOrd="0" presId="urn:microsoft.com/office/officeart/2005/8/layout/vList2"/>
    <dgm:cxn modelId="{2D47BD3E-33D7-4D31-934F-BC280A5B8136}" type="presOf" srcId="{A8E29DE4-8BE9-45FA-9CEB-3323A14838CB}" destId="{25C5BCAE-69AC-43FF-A54F-8BC05B1A444D}" srcOrd="0" destOrd="0" presId="urn:microsoft.com/office/officeart/2005/8/layout/vList2"/>
    <dgm:cxn modelId="{36D4D342-ADE4-46B4-9D63-ECF393DCFD20}" srcId="{2BACC75A-AE4F-4C70-85DF-B2DEE4AAE6B2}" destId="{8C1AF964-C5E2-4AA1-A3C0-DCA12A5A4731}" srcOrd="1" destOrd="0" parTransId="{12079871-3D07-4536-BDAB-E71316D7E4DA}" sibTransId="{ECD228F8-0DAF-4D4B-8A76-AAD82E293164}"/>
    <dgm:cxn modelId="{B5F6BD48-A0A5-46ED-A5F2-1734C99D45D9}" type="presOf" srcId="{2BACC75A-AE4F-4C70-85DF-B2DEE4AAE6B2}" destId="{B821D5E2-CB63-485A-AFF9-AA82429FD1EB}" srcOrd="0" destOrd="0" presId="urn:microsoft.com/office/officeart/2005/8/layout/vList2"/>
    <dgm:cxn modelId="{1390656A-EA9E-439F-9940-D3CD8A52A84F}" srcId="{2BACC75A-AE4F-4C70-85DF-B2DEE4AAE6B2}" destId="{9B95988C-E6EB-4BBB-B93B-D65C5639285A}" srcOrd="3" destOrd="0" parTransId="{CA32138B-2FD5-47A2-A17F-D7EFA92B5C84}" sibTransId="{2E84A885-7754-4FA9-9EC0-55E5F6182A2A}"/>
    <dgm:cxn modelId="{DBA166AD-3749-43DF-851D-8E80B8097802}" type="presOf" srcId="{9B95988C-E6EB-4BBB-B93B-D65C5639285A}" destId="{A7FE114C-BF7C-4D15-8173-DDE42728AF0F}" srcOrd="0" destOrd="0" presId="urn:microsoft.com/office/officeart/2005/8/layout/vList2"/>
    <dgm:cxn modelId="{FD9454C9-FAC5-4BDB-8F23-9E6250E3BB7A}" srcId="{2BACC75A-AE4F-4C70-85DF-B2DEE4AAE6B2}" destId="{7F0B3B78-1A3E-4226-8641-291D5A1E1E3C}" srcOrd="2" destOrd="0" parTransId="{17ACFC68-32B7-447B-80D7-964694AC4147}" sibTransId="{ACDB990E-D40C-4C35-BB6F-9463445DB346}"/>
    <dgm:cxn modelId="{C1D58AE7-B523-4E8E-8A61-AD55EF27F8EF}" type="presOf" srcId="{8C1AF964-C5E2-4AA1-A3C0-DCA12A5A4731}" destId="{467F9EC9-468F-432D-BDC8-24D9964869D8}" srcOrd="0" destOrd="0" presId="urn:microsoft.com/office/officeart/2005/8/layout/vList2"/>
    <dgm:cxn modelId="{AB073881-BFEA-4C96-8517-25648210105A}" type="presParOf" srcId="{B821D5E2-CB63-485A-AFF9-AA82429FD1EB}" destId="{25C5BCAE-69AC-43FF-A54F-8BC05B1A444D}" srcOrd="0" destOrd="0" presId="urn:microsoft.com/office/officeart/2005/8/layout/vList2"/>
    <dgm:cxn modelId="{05D7EB43-E5B5-4427-94D2-CC9CC15C62DA}" type="presParOf" srcId="{B821D5E2-CB63-485A-AFF9-AA82429FD1EB}" destId="{A090BA77-92A1-4BEB-B884-365CF1BDF7DD}" srcOrd="1" destOrd="0" presId="urn:microsoft.com/office/officeart/2005/8/layout/vList2"/>
    <dgm:cxn modelId="{9505F4AC-C156-4095-8D4F-34FE8FD76948}" type="presParOf" srcId="{B821D5E2-CB63-485A-AFF9-AA82429FD1EB}" destId="{467F9EC9-468F-432D-BDC8-24D9964869D8}" srcOrd="2" destOrd="0" presId="urn:microsoft.com/office/officeart/2005/8/layout/vList2"/>
    <dgm:cxn modelId="{198C659D-FFF5-4838-96DF-CE79B886DC35}" type="presParOf" srcId="{B821D5E2-CB63-485A-AFF9-AA82429FD1EB}" destId="{F3894C9C-E4B4-4240-A8F1-3C57AE015BA0}" srcOrd="3" destOrd="0" presId="urn:microsoft.com/office/officeart/2005/8/layout/vList2"/>
    <dgm:cxn modelId="{31C7A587-4BF6-4D81-9C5F-85F6CB492655}" type="presParOf" srcId="{B821D5E2-CB63-485A-AFF9-AA82429FD1EB}" destId="{BB094012-6F38-4541-BAC4-9AB0A5935B57}" srcOrd="4" destOrd="0" presId="urn:microsoft.com/office/officeart/2005/8/layout/vList2"/>
    <dgm:cxn modelId="{A4ED4964-97FF-407D-8ED5-D2CFE4E83C93}" type="presParOf" srcId="{B821D5E2-CB63-485A-AFF9-AA82429FD1EB}" destId="{0A46DA6C-C61C-4D00-B308-DAF564CEDC27}" srcOrd="5" destOrd="0" presId="urn:microsoft.com/office/officeart/2005/8/layout/vList2"/>
    <dgm:cxn modelId="{7B64167E-6866-45A5-9EB3-251AE35CA0BC}" type="presParOf" srcId="{B821D5E2-CB63-485A-AFF9-AA82429FD1EB}" destId="{A7FE114C-BF7C-4D15-8173-DDE42728AF0F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BA5F7DC-1720-46D8-A318-87997599E5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D7547341-F7E0-445E-BBDA-9F5FCBBD0F03}">
      <dgm:prSet/>
      <dgm:spPr/>
      <dgm:t>
        <a:bodyPr/>
        <a:lstStyle/>
        <a:p>
          <a:r>
            <a:rPr lang="ru-RU" b="0" i="0"/>
            <a:t>втілення положень Декларації про державний суверенітет України.</a:t>
          </a:r>
          <a:endParaRPr lang="uk-UA"/>
        </a:p>
      </dgm:t>
    </dgm:pt>
    <dgm:pt modelId="{39B0A2C3-D7D5-4D55-BB38-30147B5A8EED}" type="parTrans" cxnId="{20B6B662-253F-40E0-AB76-90A81A1555EF}">
      <dgm:prSet/>
      <dgm:spPr/>
      <dgm:t>
        <a:bodyPr/>
        <a:lstStyle/>
        <a:p>
          <a:endParaRPr lang="uk-UA"/>
        </a:p>
      </dgm:t>
    </dgm:pt>
    <dgm:pt modelId="{9359534E-6E73-4CAF-8982-304A596D24A6}" type="sibTrans" cxnId="{20B6B662-253F-40E0-AB76-90A81A1555EF}">
      <dgm:prSet/>
      <dgm:spPr/>
      <dgm:t>
        <a:bodyPr/>
        <a:lstStyle/>
        <a:p>
          <a:endParaRPr lang="uk-UA"/>
        </a:p>
      </dgm:t>
    </dgm:pt>
    <dgm:pt modelId="{B168D6CC-66F6-4236-9C83-F38622C58F4A}">
      <dgm:prSet/>
      <dgm:spPr/>
      <dgm:t>
        <a:bodyPr/>
        <a:lstStyle/>
        <a:p>
          <a:r>
            <a:rPr lang="ru-RU" b="0" i="0"/>
            <a:t>реалізації рішень Всесоюзного референдуму 17 березня 1991 р.</a:t>
          </a:r>
          <a:endParaRPr lang="uk-UA"/>
        </a:p>
      </dgm:t>
    </dgm:pt>
    <dgm:pt modelId="{E763C704-4596-4C9A-BC49-7996A37C048B}" type="parTrans" cxnId="{B1349A49-8F48-4261-9243-2A636E90F8FF}">
      <dgm:prSet/>
      <dgm:spPr/>
      <dgm:t>
        <a:bodyPr/>
        <a:lstStyle/>
        <a:p>
          <a:endParaRPr lang="uk-UA"/>
        </a:p>
      </dgm:t>
    </dgm:pt>
    <dgm:pt modelId="{D174A667-A79A-45FA-A324-F27224F55ECE}" type="sibTrans" cxnId="{B1349A49-8F48-4261-9243-2A636E90F8FF}">
      <dgm:prSet/>
      <dgm:spPr/>
      <dgm:t>
        <a:bodyPr/>
        <a:lstStyle/>
        <a:p>
          <a:endParaRPr lang="uk-UA"/>
        </a:p>
      </dgm:t>
    </dgm:pt>
    <dgm:pt modelId="{7CEF4E49-B665-45CE-B63D-9640AAFB4BE8}">
      <dgm:prSet/>
      <dgm:spPr/>
      <dgm:t>
        <a:bodyPr/>
        <a:lstStyle/>
        <a:p>
          <a:r>
            <a:rPr lang="ru-RU" b="0" i="0"/>
            <a:t>впровадження в Україні основних засад політики «перебудови».</a:t>
          </a:r>
          <a:endParaRPr lang="uk-UA"/>
        </a:p>
      </dgm:t>
    </dgm:pt>
    <dgm:pt modelId="{3CFE79C2-FD3D-4175-8F01-D4EF3E1EFFC3}" type="parTrans" cxnId="{0FA98D48-004D-4179-839B-B1CE61CB094B}">
      <dgm:prSet/>
      <dgm:spPr/>
      <dgm:t>
        <a:bodyPr/>
        <a:lstStyle/>
        <a:p>
          <a:endParaRPr lang="uk-UA"/>
        </a:p>
      </dgm:t>
    </dgm:pt>
    <dgm:pt modelId="{5025A023-CF8F-40D2-A48D-7FE62919B8D6}" type="sibTrans" cxnId="{0FA98D48-004D-4179-839B-B1CE61CB094B}">
      <dgm:prSet/>
      <dgm:spPr/>
      <dgm:t>
        <a:bodyPr/>
        <a:lstStyle/>
        <a:p>
          <a:endParaRPr lang="uk-UA"/>
        </a:p>
      </dgm:t>
    </dgm:pt>
    <dgm:pt modelId="{C26A2DA0-EE56-4B15-AF49-47A680157C58}">
      <dgm:prSet/>
      <dgm:spPr/>
      <dgm:t>
        <a:bodyPr/>
        <a:lstStyle/>
        <a:p>
          <a:r>
            <a:rPr lang="ru-RU" b="0" i="0"/>
            <a:t>подолання наслідків державного перевороту 19-24 серпня 1991 р.</a:t>
          </a:r>
          <a:endParaRPr lang="uk-UA"/>
        </a:p>
      </dgm:t>
    </dgm:pt>
    <dgm:pt modelId="{74B42D81-7066-4B89-9234-02EC98404226}" type="parTrans" cxnId="{82D4A60D-208A-42E9-8573-1E0FC2D407E5}">
      <dgm:prSet/>
      <dgm:spPr/>
      <dgm:t>
        <a:bodyPr/>
        <a:lstStyle/>
        <a:p>
          <a:endParaRPr lang="uk-UA"/>
        </a:p>
      </dgm:t>
    </dgm:pt>
    <dgm:pt modelId="{C94C645F-8C7E-4904-B2B2-39BEA8477A2F}" type="sibTrans" cxnId="{82D4A60D-208A-42E9-8573-1E0FC2D407E5}">
      <dgm:prSet/>
      <dgm:spPr/>
      <dgm:t>
        <a:bodyPr/>
        <a:lstStyle/>
        <a:p>
          <a:endParaRPr lang="uk-UA"/>
        </a:p>
      </dgm:t>
    </dgm:pt>
    <dgm:pt modelId="{C3C7F679-8D9A-466E-93AB-8EB620E1CD30}" type="pres">
      <dgm:prSet presAssocID="{DBA5F7DC-1720-46D8-A318-87997599E50B}" presName="linear" presStyleCnt="0">
        <dgm:presLayoutVars>
          <dgm:animLvl val="lvl"/>
          <dgm:resizeHandles val="exact"/>
        </dgm:presLayoutVars>
      </dgm:prSet>
      <dgm:spPr/>
    </dgm:pt>
    <dgm:pt modelId="{2CABBA1F-D3F7-4095-BCF4-70EF08F3AFEE}" type="pres">
      <dgm:prSet presAssocID="{D7547341-F7E0-445E-BBDA-9F5FCBBD0F0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E9F8C5B-7CED-40F5-BACF-1BEAAD5B97DA}" type="pres">
      <dgm:prSet presAssocID="{9359534E-6E73-4CAF-8982-304A596D24A6}" presName="spacer" presStyleCnt="0"/>
      <dgm:spPr/>
    </dgm:pt>
    <dgm:pt modelId="{D212DAF6-9FBB-4057-B505-1F88AC200E1E}" type="pres">
      <dgm:prSet presAssocID="{B168D6CC-66F6-4236-9C83-F38622C58F4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BC3C6F7-D88F-4B38-8DB8-CD1828A923A4}" type="pres">
      <dgm:prSet presAssocID="{D174A667-A79A-45FA-A324-F27224F55ECE}" presName="spacer" presStyleCnt="0"/>
      <dgm:spPr/>
    </dgm:pt>
    <dgm:pt modelId="{BEDDE50E-7598-405A-89C4-17EE55C717B5}" type="pres">
      <dgm:prSet presAssocID="{7CEF4E49-B665-45CE-B63D-9640AAFB4BE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8E8E765-B436-4569-873B-717E93A4E20B}" type="pres">
      <dgm:prSet presAssocID="{5025A023-CF8F-40D2-A48D-7FE62919B8D6}" presName="spacer" presStyleCnt="0"/>
      <dgm:spPr/>
    </dgm:pt>
    <dgm:pt modelId="{F0655CD9-DBB7-4E01-9D29-3DBC8BFC1485}" type="pres">
      <dgm:prSet presAssocID="{C26A2DA0-EE56-4B15-AF49-47A680157C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2D4A60D-208A-42E9-8573-1E0FC2D407E5}" srcId="{DBA5F7DC-1720-46D8-A318-87997599E50B}" destId="{C26A2DA0-EE56-4B15-AF49-47A680157C58}" srcOrd="3" destOrd="0" parTransId="{74B42D81-7066-4B89-9234-02EC98404226}" sibTransId="{C94C645F-8C7E-4904-B2B2-39BEA8477A2F}"/>
    <dgm:cxn modelId="{20B6B662-253F-40E0-AB76-90A81A1555EF}" srcId="{DBA5F7DC-1720-46D8-A318-87997599E50B}" destId="{D7547341-F7E0-445E-BBDA-9F5FCBBD0F03}" srcOrd="0" destOrd="0" parTransId="{39B0A2C3-D7D5-4D55-BB38-30147B5A8EED}" sibTransId="{9359534E-6E73-4CAF-8982-304A596D24A6}"/>
    <dgm:cxn modelId="{0FA98D48-004D-4179-839B-B1CE61CB094B}" srcId="{DBA5F7DC-1720-46D8-A318-87997599E50B}" destId="{7CEF4E49-B665-45CE-B63D-9640AAFB4BE8}" srcOrd="2" destOrd="0" parTransId="{3CFE79C2-FD3D-4175-8F01-D4EF3E1EFFC3}" sibTransId="{5025A023-CF8F-40D2-A48D-7FE62919B8D6}"/>
    <dgm:cxn modelId="{B1349A49-8F48-4261-9243-2A636E90F8FF}" srcId="{DBA5F7DC-1720-46D8-A318-87997599E50B}" destId="{B168D6CC-66F6-4236-9C83-F38622C58F4A}" srcOrd="1" destOrd="0" parTransId="{E763C704-4596-4C9A-BC49-7996A37C048B}" sibTransId="{D174A667-A79A-45FA-A324-F27224F55ECE}"/>
    <dgm:cxn modelId="{D3392759-D7DB-4B53-AF5D-38CBC2EFA8A3}" type="presOf" srcId="{DBA5F7DC-1720-46D8-A318-87997599E50B}" destId="{C3C7F679-8D9A-466E-93AB-8EB620E1CD30}" srcOrd="0" destOrd="0" presId="urn:microsoft.com/office/officeart/2005/8/layout/vList2"/>
    <dgm:cxn modelId="{5F15C5BC-C9AB-4403-868C-7C30CAAE7D5D}" type="presOf" srcId="{C26A2DA0-EE56-4B15-AF49-47A680157C58}" destId="{F0655CD9-DBB7-4E01-9D29-3DBC8BFC1485}" srcOrd="0" destOrd="0" presId="urn:microsoft.com/office/officeart/2005/8/layout/vList2"/>
    <dgm:cxn modelId="{1E514CEC-8356-485F-9ED2-D79623EFA461}" type="presOf" srcId="{D7547341-F7E0-445E-BBDA-9F5FCBBD0F03}" destId="{2CABBA1F-D3F7-4095-BCF4-70EF08F3AFEE}" srcOrd="0" destOrd="0" presId="urn:microsoft.com/office/officeart/2005/8/layout/vList2"/>
    <dgm:cxn modelId="{5EFE79ED-F934-401B-ADAD-E219B95513D9}" type="presOf" srcId="{B168D6CC-66F6-4236-9C83-F38622C58F4A}" destId="{D212DAF6-9FBB-4057-B505-1F88AC200E1E}" srcOrd="0" destOrd="0" presId="urn:microsoft.com/office/officeart/2005/8/layout/vList2"/>
    <dgm:cxn modelId="{9976BDF1-B05F-46DF-8A59-E604C208A168}" type="presOf" srcId="{7CEF4E49-B665-45CE-B63D-9640AAFB4BE8}" destId="{BEDDE50E-7598-405A-89C4-17EE55C717B5}" srcOrd="0" destOrd="0" presId="urn:microsoft.com/office/officeart/2005/8/layout/vList2"/>
    <dgm:cxn modelId="{2F1F4B17-B769-4329-B58A-8D3C0C8EFA5C}" type="presParOf" srcId="{C3C7F679-8D9A-466E-93AB-8EB620E1CD30}" destId="{2CABBA1F-D3F7-4095-BCF4-70EF08F3AFEE}" srcOrd="0" destOrd="0" presId="urn:microsoft.com/office/officeart/2005/8/layout/vList2"/>
    <dgm:cxn modelId="{4414A1CA-8CC2-48D0-B151-429819C0D09E}" type="presParOf" srcId="{C3C7F679-8D9A-466E-93AB-8EB620E1CD30}" destId="{DE9F8C5B-7CED-40F5-BACF-1BEAAD5B97DA}" srcOrd="1" destOrd="0" presId="urn:microsoft.com/office/officeart/2005/8/layout/vList2"/>
    <dgm:cxn modelId="{F32762C0-071D-4F1C-9B39-422BA4983135}" type="presParOf" srcId="{C3C7F679-8D9A-466E-93AB-8EB620E1CD30}" destId="{D212DAF6-9FBB-4057-B505-1F88AC200E1E}" srcOrd="2" destOrd="0" presId="urn:microsoft.com/office/officeart/2005/8/layout/vList2"/>
    <dgm:cxn modelId="{10317429-3BEB-42CF-B6B8-DD56D50D6B4E}" type="presParOf" srcId="{C3C7F679-8D9A-466E-93AB-8EB620E1CD30}" destId="{6BC3C6F7-D88F-4B38-8DB8-CD1828A923A4}" srcOrd="3" destOrd="0" presId="urn:microsoft.com/office/officeart/2005/8/layout/vList2"/>
    <dgm:cxn modelId="{97C80319-82A9-42AA-9A15-3D188029EF81}" type="presParOf" srcId="{C3C7F679-8D9A-466E-93AB-8EB620E1CD30}" destId="{BEDDE50E-7598-405A-89C4-17EE55C717B5}" srcOrd="4" destOrd="0" presId="urn:microsoft.com/office/officeart/2005/8/layout/vList2"/>
    <dgm:cxn modelId="{F61B930B-760D-4D08-A69B-A377F51DFD25}" type="presParOf" srcId="{C3C7F679-8D9A-466E-93AB-8EB620E1CD30}" destId="{F8E8E765-B436-4569-873B-717E93A4E20B}" srcOrd="5" destOrd="0" presId="urn:microsoft.com/office/officeart/2005/8/layout/vList2"/>
    <dgm:cxn modelId="{35277E20-0EA6-4A84-91DD-EEAA2260BBDE}" type="presParOf" srcId="{C3C7F679-8D9A-466E-93AB-8EB620E1CD30}" destId="{F0655CD9-DBB7-4E01-9D29-3DBC8BFC148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95A3DAC5-8DD1-4207-82EC-2814BA1C6B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81ECAA57-4323-4B5E-ABB4-71EB3A09D941}">
      <dgm:prSet/>
      <dgm:spPr/>
      <dgm:t>
        <a:bodyPr/>
        <a:lstStyle/>
        <a:p>
          <a:r>
            <a:rPr lang="uk-UA" b="0" i="0"/>
            <a:t>запровадження посади Президента України</a:t>
          </a:r>
          <a:endParaRPr lang="uk-UA"/>
        </a:p>
      </dgm:t>
    </dgm:pt>
    <dgm:pt modelId="{980526C0-DD50-48FA-A1C3-A74D380A61CE}" type="parTrans" cxnId="{3B6D7A32-7ACA-4CBC-9F79-DADF51F4AF13}">
      <dgm:prSet/>
      <dgm:spPr/>
      <dgm:t>
        <a:bodyPr/>
        <a:lstStyle/>
        <a:p>
          <a:endParaRPr lang="uk-UA"/>
        </a:p>
      </dgm:t>
    </dgm:pt>
    <dgm:pt modelId="{03E8FED8-10E6-42F2-899C-0F10FA6B6792}" type="sibTrans" cxnId="{3B6D7A32-7ACA-4CBC-9F79-DADF51F4AF13}">
      <dgm:prSet/>
      <dgm:spPr/>
      <dgm:t>
        <a:bodyPr/>
        <a:lstStyle/>
        <a:p>
          <a:endParaRPr lang="uk-UA"/>
        </a:p>
      </dgm:t>
    </dgm:pt>
    <dgm:pt modelId="{CBACE87E-3F76-4047-B3A9-BD5B35033B4E}">
      <dgm:prSet/>
      <dgm:spPr/>
      <dgm:t>
        <a:bodyPr/>
        <a:lstStyle/>
        <a:p>
          <a:r>
            <a:rPr lang="uk-UA" b="0" i="0"/>
            <a:t>підтвердження </a:t>
          </a:r>
          <a:r>
            <a:rPr lang="uk-UA" b="0" i="0" dirty="0" err="1"/>
            <a:t>Акта</a:t>
          </a:r>
          <a:r>
            <a:rPr lang="uk-UA" b="0" i="0" dirty="0"/>
            <a:t> проголошення незалежності України</a:t>
          </a:r>
          <a:endParaRPr lang="uk-UA" dirty="0"/>
        </a:p>
      </dgm:t>
    </dgm:pt>
    <dgm:pt modelId="{0E1D4DD7-D57F-4F89-9C65-E74916AB3BC9}" type="parTrans" cxnId="{1AD0DB86-B4F2-4EF9-BED0-989D6FCB79DE}">
      <dgm:prSet/>
      <dgm:spPr/>
      <dgm:t>
        <a:bodyPr/>
        <a:lstStyle/>
        <a:p>
          <a:endParaRPr lang="uk-UA"/>
        </a:p>
      </dgm:t>
    </dgm:pt>
    <dgm:pt modelId="{D1A420F3-5E81-4799-80B6-5421007978E0}" type="sibTrans" cxnId="{1AD0DB86-B4F2-4EF9-BED0-989D6FCB79DE}">
      <dgm:prSet/>
      <dgm:spPr/>
      <dgm:t>
        <a:bodyPr/>
        <a:lstStyle/>
        <a:p>
          <a:endParaRPr lang="uk-UA"/>
        </a:p>
      </dgm:t>
    </dgm:pt>
    <dgm:pt modelId="{F602C8BB-9009-4B9A-9A5C-D699CC997EDC}">
      <dgm:prSet/>
      <dgm:spPr/>
      <dgm:t>
        <a:bodyPr/>
        <a:lstStyle/>
        <a:p>
          <a:r>
            <a:rPr lang="uk-UA" b="0" i="0" dirty="0"/>
            <a:t>усенародне ухвалення Конституції України</a:t>
          </a:r>
          <a:endParaRPr lang="uk-UA" dirty="0"/>
        </a:p>
      </dgm:t>
    </dgm:pt>
    <dgm:pt modelId="{CCAB897D-A212-4B29-A415-CBAFDBDEDFE4}" type="parTrans" cxnId="{C8A22965-524C-467F-A37A-5D294E026773}">
      <dgm:prSet/>
      <dgm:spPr/>
      <dgm:t>
        <a:bodyPr/>
        <a:lstStyle/>
        <a:p>
          <a:endParaRPr lang="uk-UA"/>
        </a:p>
      </dgm:t>
    </dgm:pt>
    <dgm:pt modelId="{C64AF3A4-66A4-4404-88E5-94AD990224F0}" type="sibTrans" cxnId="{C8A22965-524C-467F-A37A-5D294E026773}">
      <dgm:prSet/>
      <dgm:spPr/>
      <dgm:t>
        <a:bodyPr/>
        <a:lstStyle/>
        <a:p>
          <a:endParaRPr lang="uk-UA"/>
        </a:p>
      </dgm:t>
    </dgm:pt>
    <dgm:pt modelId="{4936E181-FCCA-47FA-86FB-2B19171641C1}">
      <dgm:prSet/>
      <dgm:spPr/>
      <dgm:t>
        <a:bodyPr/>
        <a:lstStyle/>
        <a:p>
          <a:r>
            <a:rPr lang="uk-UA" b="0" i="0" dirty="0"/>
            <a:t>визнання територіальної цілісності й неподільності України</a:t>
          </a:r>
          <a:endParaRPr lang="uk-UA" dirty="0"/>
        </a:p>
      </dgm:t>
    </dgm:pt>
    <dgm:pt modelId="{A8A2AFBA-EE36-4546-8848-2A4BFD459DAF}" type="parTrans" cxnId="{0EA54878-3B23-47C6-BF0A-2C0A973EE0B7}">
      <dgm:prSet/>
      <dgm:spPr/>
      <dgm:t>
        <a:bodyPr/>
        <a:lstStyle/>
        <a:p>
          <a:endParaRPr lang="uk-UA"/>
        </a:p>
      </dgm:t>
    </dgm:pt>
    <dgm:pt modelId="{D824D20A-96A1-412D-9DD3-4C86572D9AD0}" type="sibTrans" cxnId="{0EA54878-3B23-47C6-BF0A-2C0A973EE0B7}">
      <dgm:prSet/>
      <dgm:spPr/>
      <dgm:t>
        <a:bodyPr/>
        <a:lstStyle/>
        <a:p>
          <a:endParaRPr lang="uk-UA"/>
        </a:p>
      </dgm:t>
    </dgm:pt>
    <dgm:pt modelId="{1E4699B9-0FA0-48D0-9027-CB7006DE3E49}" type="pres">
      <dgm:prSet presAssocID="{95A3DAC5-8DD1-4207-82EC-2814BA1C6B69}" presName="linear" presStyleCnt="0">
        <dgm:presLayoutVars>
          <dgm:animLvl val="lvl"/>
          <dgm:resizeHandles val="exact"/>
        </dgm:presLayoutVars>
      </dgm:prSet>
      <dgm:spPr/>
    </dgm:pt>
    <dgm:pt modelId="{8DE37357-6456-49BD-895F-BB7050B948F7}" type="pres">
      <dgm:prSet presAssocID="{81ECAA57-4323-4B5E-ABB4-71EB3A09D9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CB6042F-502D-4A49-8586-84A1EBFF6364}" type="pres">
      <dgm:prSet presAssocID="{03E8FED8-10E6-42F2-899C-0F10FA6B6792}" presName="spacer" presStyleCnt="0"/>
      <dgm:spPr/>
    </dgm:pt>
    <dgm:pt modelId="{A860453A-4684-43F4-AEE9-28824467EABF}" type="pres">
      <dgm:prSet presAssocID="{CBACE87E-3F76-4047-B3A9-BD5B35033B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60B5779-3F4C-4DF3-B696-835CBBBAA55D}" type="pres">
      <dgm:prSet presAssocID="{D1A420F3-5E81-4799-80B6-5421007978E0}" presName="spacer" presStyleCnt="0"/>
      <dgm:spPr/>
    </dgm:pt>
    <dgm:pt modelId="{7C2C6B2C-9FCC-41D6-AAF8-64E0AD6ED8FC}" type="pres">
      <dgm:prSet presAssocID="{F602C8BB-9009-4B9A-9A5C-D699CC997ED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86965AC-146C-4902-BACF-AA16CD0CCB18}" type="pres">
      <dgm:prSet presAssocID="{C64AF3A4-66A4-4404-88E5-94AD990224F0}" presName="spacer" presStyleCnt="0"/>
      <dgm:spPr/>
    </dgm:pt>
    <dgm:pt modelId="{041850B9-E272-4DEC-961E-2E2190D502E5}" type="pres">
      <dgm:prSet presAssocID="{4936E181-FCCA-47FA-86FB-2B19171641C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C94562E-5291-4692-A190-C9F7ADC90271}" type="presOf" srcId="{4936E181-FCCA-47FA-86FB-2B19171641C1}" destId="{041850B9-E272-4DEC-961E-2E2190D502E5}" srcOrd="0" destOrd="0" presId="urn:microsoft.com/office/officeart/2005/8/layout/vList2"/>
    <dgm:cxn modelId="{9D102332-23ED-4465-AF6E-CD594BCAB42D}" type="presOf" srcId="{95A3DAC5-8DD1-4207-82EC-2814BA1C6B69}" destId="{1E4699B9-0FA0-48D0-9027-CB7006DE3E49}" srcOrd="0" destOrd="0" presId="urn:microsoft.com/office/officeart/2005/8/layout/vList2"/>
    <dgm:cxn modelId="{3B6D7A32-7ACA-4CBC-9F79-DADF51F4AF13}" srcId="{95A3DAC5-8DD1-4207-82EC-2814BA1C6B69}" destId="{81ECAA57-4323-4B5E-ABB4-71EB3A09D941}" srcOrd="0" destOrd="0" parTransId="{980526C0-DD50-48FA-A1C3-A74D380A61CE}" sibTransId="{03E8FED8-10E6-42F2-899C-0F10FA6B6792}"/>
    <dgm:cxn modelId="{7EE80C61-E6A3-4170-8618-C9112BDDA862}" type="presOf" srcId="{F602C8BB-9009-4B9A-9A5C-D699CC997EDC}" destId="{7C2C6B2C-9FCC-41D6-AAF8-64E0AD6ED8FC}" srcOrd="0" destOrd="0" presId="urn:microsoft.com/office/officeart/2005/8/layout/vList2"/>
    <dgm:cxn modelId="{C8A22965-524C-467F-A37A-5D294E026773}" srcId="{95A3DAC5-8DD1-4207-82EC-2814BA1C6B69}" destId="{F602C8BB-9009-4B9A-9A5C-D699CC997EDC}" srcOrd="2" destOrd="0" parTransId="{CCAB897D-A212-4B29-A415-CBAFDBDEDFE4}" sibTransId="{C64AF3A4-66A4-4404-88E5-94AD990224F0}"/>
    <dgm:cxn modelId="{0EA54878-3B23-47C6-BF0A-2C0A973EE0B7}" srcId="{95A3DAC5-8DD1-4207-82EC-2814BA1C6B69}" destId="{4936E181-FCCA-47FA-86FB-2B19171641C1}" srcOrd="3" destOrd="0" parTransId="{A8A2AFBA-EE36-4546-8848-2A4BFD459DAF}" sibTransId="{D824D20A-96A1-412D-9DD3-4C86572D9AD0}"/>
    <dgm:cxn modelId="{1AD0DB86-B4F2-4EF9-BED0-989D6FCB79DE}" srcId="{95A3DAC5-8DD1-4207-82EC-2814BA1C6B69}" destId="{CBACE87E-3F76-4047-B3A9-BD5B35033B4E}" srcOrd="1" destOrd="0" parTransId="{0E1D4DD7-D57F-4F89-9C65-E74916AB3BC9}" sibTransId="{D1A420F3-5E81-4799-80B6-5421007978E0}"/>
    <dgm:cxn modelId="{15E6A995-01CD-482D-973B-0D869EAEEA74}" type="presOf" srcId="{CBACE87E-3F76-4047-B3A9-BD5B35033B4E}" destId="{A860453A-4684-43F4-AEE9-28824467EABF}" srcOrd="0" destOrd="0" presId="urn:microsoft.com/office/officeart/2005/8/layout/vList2"/>
    <dgm:cxn modelId="{7C5DD5A7-AB63-48E9-8F45-DAFCFB99D722}" type="presOf" srcId="{81ECAA57-4323-4B5E-ABB4-71EB3A09D941}" destId="{8DE37357-6456-49BD-895F-BB7050B948F7}" srcOrd="0" destOrd="0" presId="urn:microsoft.com/office/officeart/2005/8/layout/vList2"/>
    <dgm:cxn modelId="{B983ABDA-738A-499A-9F17-D8ABB688E7B5}" type="presParOf" srcId="{1E4699B9-0FA0-48D0-9027-CB7006DE3E49}" destId="{8DE37357-6456-49BD-895F-BB7050B948F7}" srcOrd="0" destOrd="0" presId="urn:microsoft.com/office/officeart/2005/8/layout/vList2"/>
    <dgm:cxn modelId="{E5B02202-5463-416A-ABFB-94D33497433A}" type="presParOf" srcId="{1E4699B9-0FA0-48D0-9027-CB7006DE3E49}" destId="{1CB6042F-502D-4A49-8586-84A1EBFF6364}" srcOrd="1" destOrd="0" presId="urn:microsoft.com/office/officeart/2005/8/layout/vList2"/>
    <dgm:cxn modelId="{7F2D4036-71DF-418A-9721-278F2DF2EB13}" type="presParOf" srcId="{1E4699B9-0FA0-48D0-9027-CB7006DE3E49}" destId="{A860453A-4684-43F4-AEE9-28824467EABF}" srcOrd="2" destOrd="0" presId="urn:microsoft.com/office/officeart/2005/8/layout/vList2"/>
    <dgm:cxn modelId="{8662F3C1-A3C3-4518-B67F-D5C1A27E3657}" type="presParOf" srcId="{1E4699B9-0FA0-48D0-9027-CB7006DE3E49}" destId="{D60B5779-3F4C-4DF3-B696-835CBBBAA55D}" srcOrd="3" destOrd="0" presId="urn:microsoft.com/office/officeart/2005/8/layout/vList2"/>
    <dgm:cxn modelId="{BBBF8ACC-CCAF-4A10-9A30-8B8B8A2412BC}" type="presParOf" srcId="{1E4699B9-0FA0-48D0-9027-CB7006DE3E49}" destId="{7C2C6B2C-9FCC-41D6-AAF8-64E0AD6ED8FC}" srcOrd="4" destOrd="0" presId="urn:microsoft.com/office/officeart/2005/8/layout/vList2"/>
    <dgm:cxn modelId="{A248D8BF-6D1F-4A3A-B1CB-8EE26C276A8A}" type="presParOf" srcId="{1E4699B9-0FA0-48D0-9027-CB7006DE3E49}" destId="{586965AC-146C-4902-BACF-AA16CD0CCB18}" srcOrd="5" destOrd="0" presId="urn:microsoft.com/office/officeart/2005/8/layout/vList2"/>
    <dgm:cxn modelId="{CED0BA10-C0EA-45D2-802E-7510ED7408BA}" type="presParOf" srcId="{1E4699B9-0FA0-48D0-9027-CB7006DE3E49}" destId="{041850B9-E272-4DEC-961E-2E2190D502E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771BC6AE-9E61-490D-BD21-F04EDFC6CC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D9E33C5-8DD3-4437-9D44-93C5A2990A00}">
      <dgm:prSet/>
      <dgm:spPr/>
      <dgm:t>
        <a:bodyPr/>
        <a:lstStyle/>
        <a:p>
          <a:r>
            <a:rPr lang="ru-RU" b="0" i="0"/>
            <a:t>1985 р.</a:t>
          </a:r>
          <a:endParaRPr lang="uk-UA"/>
        </a:p>
      </dgm:t>
    </dgm:pt>
    <dgm:pt modelId="{B8E8C83E-BF71-4513-A9A7-948947CDDC46}" type="parTrans" cxnId="{EF966310-1C9B-4FD4-88CE-29201F25FA90}">
      <dgm:prSet/>
      <dgm:spPr/>
      <dgm:t>
        <a:bodyPr/>
        <a:lstStyle/>
        <a:p>
          <a:endParaRPr lang="uk-UA"/>
        </a:p>
      </dgm:t>
    </dgm:pt>
    <dgm:pt modelId="{AD643B50-863E-4B67-B97D-684413994794}" type="sibTrans" cxnId="{EF966310-1C9B-4FD4-88CE-29201F25FA90}">
      <dgm:prSet/>
      <dgm:spPr/>
      <dgm:t>
        <a:bodyPr/>
        <a:lstStyle/>
        <a:p>
          <a:endParaRPr lang="uk-UA"/>
        </a:p>
      </dgm:t>
    </dgm:pt>
    <dgm:pt modelId="{5E8665F6-FAF2-4CD6-8EBD-8CFBD0112E6D}">
      <dgm:prSet/>
      <dgm:spPr/>
      <dgm:t>
        <a:bodyPr/>
        <a:lstStyle/>
        <a:p>
          <a:r>
            <a:rPr lang="ru-RU" b="0" i="0" dirty="0"/>
            <a:t>1989 р.</a:t>
          </a:r>
          <a:endParaRPr lang="uk-UA" dirty="0"/>
        </a:p>
      </dgm:t>
    </dgm:pt>
    <dgm:pt modelId="{CA8EEFBD-79E6-407E-AA49-8F02CB718A33}" type="parTrans" cxnId="{26283C8A-4971-44F2-8138-7426CE1B0298}">
      <dgm:prSet/>
      <dgm:spPr/>
      <dgm:t>
        <a:bodyPr/>
        <a:lstStyle/>
        <a:p>
          <a:endParaRPr lang="uk-UA"/>
        </a:p>
      </dgm:t>
    </dgm:pt>
    <dgm:pt modelId="{26532B6F-A1CD-4F40-8E7A-1B8F16EDF1C5}" type="sibTrans" cxnId="{26283C8A-4971-44F2-8138-7426CE1B0298}">
      <dgm:prSet/>
      <dgm:spPr/>
      <dgm:t>
        <a:bodyPr/>
        <a:lstStyle/>
        <a:p>
          <a:endParaRPr lang="uk-UA"/>
        </a:p>
      </dgm:t>
    </dgm:pt>
    <dgm:pt modelId="{8928E589-112B-45C6-825E-BF15C7463466}">
      <dgm:prSet/>
      <dgm:spPr/>
      <dgm:t>
        <a:bodyPr/>
        <a:lstStyle/>
        <a:p>
          <a:r>
            <a:rPr lang="ru-RU" b="0" i="0" dirty="0"/>
            <a:t>1990 р.</a:t>
          </a:r>
          <a:endParaRPr lang="uk-UA" dirty="0"/>
        </a:p>
      </dgm:t>
    </dgm:pt>
    <dgm:pt modelId="{B0AFB64F-A6B3-4E3F-B6C0-92D7AAC3E2F4}" type="parTrans" cxnId="{E92E9776-5642-4C15-9FF6-FD4CAAE05DCD}">
      <dgm:prSet/>
      <dgm:spPr/>
      <dgm:t>
        <a:bodyPr/>
        <a:lstStyle/>
        <a:p>
          <a:endParaRPr lang="uk-UA"/>
        </a:p>
      </dgm:t>
    </dgm:pt>
    <dgm:pt modelId="{521CB6BD-5753-4FE9-BA2C-551B8ED3CF91}" type="sibTrans" cxnId="{E92E9776-5642-4C15-9FF6-FD4CAAE05DCD}">
      <dgm:prSet/>
      <dgm:spPr/>
      <dgm:t>
        <a:bodyPr/>
        <a:lstStyle/>
        <a:p>
          <a:endParaRPr lang="uk-UA"/>
        </a:p>
      </dgm:t>
    </dgm:pt>
    <dgm:pt modelId="{E6BA3ED1-6A42-47FE-8929-60C1B17FEE22}">
      <dgm:prSet/>
      <dgm:spPr/>
      <dgm:t>
        <a:bodyPr/>
        <a:lstStyle/>
        <a:p>
          <a:r>
            <a:rPr lang="ru-RU" b="0" i="0"/>
            <a:t>1991 р.</a:t>
          </a:r>
          <a:endParaRPr lang="uk-UA"/>
        </a:p>
      </dgm:t>
    </dgm:pt>
    <dgm:pt modelId="{A430880B-276A-444B-A4DC-D9D63E2DB956}" type="parTrans" cxnId="{E549050A-EF75-45F7-A017-C8CD1D94EA41}">
      <dgm:prSet/>
      <dgm:spPr/>
      <dgm:t>
        <a:bodyPr/>
        <a:lstStyle/>
        <a:p>
          <a:endParaRPr lang="uk-UA"/>
        </a:p>
      </dgm:t>
    </dgm:pt>
    <dgm:pt modelId="{72527D0C-D58F-4537-A1DE-E90FFE47C961}" type="sibTrans" cxnId="{E549050A-EF75-45F7-A017-C8CD1D94EA41}">
      <dgm:prSet/>
      <dgm:spPr/>
      <dgm:t>
        <a:bodyPr/>
        <a:lstStyle/>
        <a:p>
          <a:endParaRPr lang="uk-UA"/>
        </a:p>
      </dgm:t>
    </dgm:pt>
    <dgm:pt modelId="{CDE4F21E-1704-4431-AA95-43AA1BFDF567}" type="pres">
      <dgm:prSet presAssocID="{771BC6AE-9E61-490D-BD21-F04EDFC6CC94}" presName="linear" presStyleCnt="0">
        <dgm:presLayoutVars>
          <dgm:animLvl val="lvl"/>
          <dgm:resizeHandles val="exact"/>
        </dgm:presLayoutVars>
      </dgm:prSet>
      <dgm:spPr/>
    </dgm:pt>
    <dgm:pt modelId="{605257B8-0CA5-4DC0-884C-9B42C28487A5}" type="pres">
      <dgm:prSet presAssocID="{BD9E33C5-8DD3-4437-9D44-93C5A2990A0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D4005E9-128A-4F15-A87B-0C17C1D048E1}" type="pres">
      <dgm:prSet presAssocID="{AD643B50-863E-4B67-B97D-684413994794}" presName="spacer" presStyleCnt="0"/>
      <dgm:spPr/>
    </dgm:pt>
    <dgm:pt modelId="{E3B03311-BFC0-428F-BE2B-13D934F3F8A9}" type="pres">
      <dgm:prSet presAssocID="{5E8665F6-FAF2-4CD6-8EBD-8CFBD0112E6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759F376-C35C-4214-9CDD-F691FC3A9FDC}" type="pres">
      <dgm:prSet presAssocID="{26532B6F-A1CD-4F40-8E7A-1B8F16EDF1C5}" presName="spacer" presStyleCnt="0"/>
      <dgm:spPr/>
    </dgm:pt>
    <dgm:pt modelId="{AD93A322-8229-444D-B735-1C6DD33B7A9A}" type="pres">
      <dgm:prSet presAssocID="{8928E589-112B-45C6-825E-BF15C746346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73393DD-1DAD-4BDB-A432-9A31D5868BEE}" type="pres">
      <dgm:prSet presAssocID="{521CB6BD-5753-4FE9-BA2C-551B8ED3CF91}" presName="spacer" presStyleCnt="0"/>
      <dgm:spPr/>
    </dgm:pt>
    <dgm:pt modelId="{E4C886AC-D8BD-4144-BA4F-6340FF92E4D1}" type="pres">
      <dgm:prSet presAssocID="{E6BA3ED1-6A42-47FE-8929-60C1B17FEE2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549050A-EF75-45F7-A017-C8CD1D94EA41}" srcId="{771BC6AE-9E61-490D-BD21-F04EDFC6CC94}" destId="{E6BA3ED1-6A42-47FE-8929-60C1B17FEE22}" srcOrd="3" destOrd="0" parTransId="{A430880B-276A-444B-A4DC-D9D63E2DB956}" sibTransId="{72527D0C-D58F-4537-A1DE-E90FFE47C961}"/>
    <dgm:cxn modelId="{EF966310-1C9B-4FD4-88CE-29201F25FA90}" srcId="{771BC6AE-9E61-490D-BD21-F04EDFC6CC94}" destId="{BD9E33C5-8DD3-4437-9D44-93C5A2990A00}" srcOrd="0" destOrd="0" parTransId="{B8E8C83E-BF71-4513-A9A7-948947CDDC46}" sibTransId="{AD643B50-863E-4B67-B97D-684413994794}"/>
    <dgm:cxn modelId="{9001E747-D3EE-4861-9603-FF7FF65880AA}" type="presOf" srcId="{5E8665F6-FAF2-4CD6-8EBD-8CFBD0112E6D}" destId="{E3B03311-BFC0-428F-BE2B-13D934F3F8A9}" srcOrd="0" destOrd="0" presId="urn:microsoft.com/office/officeart/2005/8/layout/vList2"/>
    <dgm:cxn modelId="{E92E9776-5642-4C15-9FF6-FD4CAAE05DCD}" srcId="{771BC6AE-9E61-490D-BD21-F04EDFC6CC94}" destId="{8928E589-112B-45C6-825E-BF15C7463466}" srcOrd="2" destOrd="0" parTransId="{B0AFB64F-A6B3-4E3F-B6C0-92D7AAC3E2F4}" sibTransId="{521CB6BD-5753-4FE9-BA2C-551B8ED3CF91}"/>
    <dgm:cxn modelId="{4389D97E-E3C9-4DE9-9614-8F3DAD09850A}" type="presOf" srcId="{8928E589-112B-45C6-825E-BF15C7463466}" destId="{AD93A322-8229-444D-B735-1C6DD33B7A9A}" srcOrd="0" destOrd="0" presId="urn:microsoft.com/office/officeart/2005/8/layout/vList2"/>
    <dgm:cxn modelId="{5FC11383-2396-4B93-AFCB-15B4B0AFFDA1}" type="presOf" srcId="{E6BA3ED1-6A42-47FE-8929-60C1B17FEE22}" destId="{E4C886AC-D8BD-4144-BA4F-6340FF92E4D1}" srcOrd="0" destOrd="0" presId="urn:microsoft.com/office/officeart/2005/8/layout/vList2"/>
    <dgm:cxn modelId="{26283C8A-4971-44F2-8138-7426CE1B0298}" srcId="{771BC6AE-9E61-490D-BD21-F04EDFC6CC94}" destId="{5E8665F6-FAF2-4CD6-8EBD-8CFBD0112E6D}" srcOrd="1" destOrd="0" parTransId="{CA8EEFBD-79E6-407E-AA49-8F02CB718A33}" sibTransId="{26532B6F-A1CD-4F40-8E7A-1B8F16EDF1C5}"/>
    <dgm:cxn modelId="{8442C3FF-AAF4-46C4-93D3-15A0BBA5D74D}" type="presOf" srcId="{BD9E33C5-8DD3-4437-9D44-93C5A2990A00}" destId="{605257B8-0CA5-4DC0-884C-9B42C28487A5}" srcOrd="0" destOrd="0" presId="urn:microsoft.com/office/officeart/2005/8/layout/vList2"/>
    <dgm:cxn modelId="{14B5E2FF-BA3A-446C-BA0F-A529966099CB}" type="presOf" srcId="{771BC6AE-9E61-490D-BD21-F04EDFC6CC94}" destId="{CDE4F21E-1704-4431-AA95-43AA1BFDF567}" srcOrd="0" destOrd="0" presId="urn:microsoft.com/office/officeart/2005/8/layout/vList2"/>
    <dgm:cxn modelId="{928EB762-081B-4430-9FE7-9B26EBC37C39}" type="presParOf" srcId="{CDE4F21E-1704-4431-AA95-43AA1BFDF567}" destId="{605257B8-0CA5-4DC0-884C-9B42C28487A5}" srcOrd="0" destOrd="0" presId="urn:microsoft.com/office/officeart/2005/8/layout/vList2"/>
    <dgm:cxn modelId="{72E6366B-F28F-48E5-86F9-965F26E6C26E}" type="presParOf" srcId="{CDE4F21E-1704-4431-AA95-43AA1BFDF567}" destId="{9D4005E9-128A-4F15-A87B-0C17C1D048E1}" srcOrd="1" destOrd="0" presId="urn:microsoft.com/office/officeart/2005/8/layout/vList2"/>
    <dgm:cxn modelId="{800C78C8-AA33-418C-A41D-29663A737953}" type="presParOf" srcId="{CDE4F21E-1704-4431-AA95-43AA1BFDF567}" destId="{E3B03311-BFC0-428F-BE2B-13D934F3F8A9}" srcOrd="2" destOrd="0" presId="urn:microsoft.com/office/officeart/2005/8/layout/vList2"/>
    <dgm:cxn modelId="{A791EFDF-9031-4937-860C-EC267783D615}" type="presParOf" srcId="{CDE4F21E-1704-4431-AA95-43AA1BFDF567}" destId="{0759F376-C35C-4214-9CDD-F691FC3A9FDC}" srcOrd="3" destOrd="0" presId="urn:microsoft.com/office/officeart/2005/8/layout/vList2"/>
    <dgm:cxn modelId="{B957830B-FC64-4DFE-9498-E84282B6E5E3}" type="presParOf" srcId="{CDE4F21E-1704-4431-AA95-43AA1BFDF567}" destId="{AD93A322-8229-444D-B735-1C6DD33B7A9A}" srcOrd="4" destOrd="0" presId="urn:microsoft.com/office/officeart/2005/8/layout/vList2"/>
    <dgm:cxn modelId="{298CBAEC-0459-4044-ACAC-D5BDD24F7D21}" type="presParOf" srcId="{CDE4F21E-1704-4431-AA95-43AA1BFDF567}" destId="{873393DD-1DAD-4BDB-A432-9A31D5868BEE}" srcOrd="5" destOrd="0" presId="urn:microsoft.com/office/officeart/2005/8/layout/vList2"/>
    <dgm:cxn modelId="{846E9954-E756-4BEA-A17B-5B446C15014D}" type="presParOf" srcId="{CDE4F21E-1704-4431-AA95-43AA1BFDF567}" destId="{E4C886AC-D8BD-4144-BA4F-6340FF92E4D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66B71EF4-15BA-41C0-9768-AFB820FA832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333EDAB-A2D8-4790-ADF5-6EB6BBE96310}">
      <dgm:prSet/>
      <dgm:spPr/>
      <dgm:t>
        <a:bodyPr/>
        <a:lstStyle/>
        <a:p>
          <a:r>
            <a:rPr lang="ru-RU" b="0" i="0"/>
            <a:t>Закон «Про економічну самостійність Української РСР».</a:t>
          </a:r>
          <a:endParaRPr lang="uk-UA"/>
        </a:p>
      </dgm:t>
    </dgm:pt>
    <dgm:pt modelId="{78668B61-E849-441F-9269-2DD7434EADEC}" type="parTrans" cxnId="{A8AA7DD1-1F28-44DE-BE3E-BBECD2675370}">
      <dgm:prSet/>
      <dgm:spPr/>
      <dgm:t>
        <a:bodyPr/>
        <a:lstStyle/>
        <a:p>
          <a:endParaRPr lang="uk-UA"/>
        </a:p>
      </dgm:t>
    </dgm:pt>
    <dgm:pt modelId="{9888B680-D828-4E12-BC78-A2BEF24731FA}" type="sibTrans" cxnId="{A8AA7DD1-1F28-44DE-BE3E-BBECD2675370}">
      <dgm:prSet/>
      <dgm:spPr/>
      <dgm:t>
        <a:bodyPr/>
        <a:lstStyle/>
        <a:p>
          <a:endParaRPr lang="uk-UA"/>
        </a:p>
      </dgm:t>
    </dgm:pt>
    <dgm:pt modelId="{47A81C60-55AE-41D1-95F8-44A27832EE44}">
      <dgm:prSet/>
      <dgm:spPr/>
      <dgm:t>
        <a:bodyPr/>
        <a:lstStyle/>
        <a:p>
          <a:r>
            <a:rPr lang="ru-RU" b="0" i="0"/>
            <a:t>Акт проголошення незалежності України.</a:t>
          </a:r>
          <a:endParaRPr lang="uk-UA"/>
        </a:p>
      </dgm:t>
    </dgm:pt>
    <dgm:pt modelId="{7BC00FFB-44C3-4F5C-A796-DF9C4E417656}" type="parTrans" cxnId="{B0542D6B-423F-455E-AE5E-762A974305DC}">
      <dgm:prSet/>
      <dgm:spPr/>
      <dgm:t>
        <a:bodyPr/>
        <a:lstStyle/>
        <a:p>
          <a:endParaRPr lang="uk-UA"/>
        </a:p>
      </dgm:t>
    </dgm:pt>
    <dgm:pt modelId="{1DB84946-D70C-4E61-8FB4-EC02357B43C1}" type="sibTrans" cxnId="{B0542D6B-423F-455E-AE5E-762A974305DC}">
      <dgm:prSet/>
      <dgm:spPr/>
      <dgm:t>
        <a:bodyPr/>
        <a:lstStyle/>
        <a:p>
          <a:endParaRPr lang="uk-UA"/>
        </a:p>
      </dgm:t>
    </dgm:pt>
    <dgm:pt modelId="{C4DE2EB8-5BB6-42B3-86C2-53B1871A6FD4}">
      <dgm:prSet/>
      <dgm:spPr/>
      <dgm:t>
        <a:bodyPr/>
        <a:lstStyle/>
        <a:p>
          <a:r>
            <a:rPr lang="ru-RU" b="0" i="0"/>
            <a:t>Декларацію про державний суверенітет України.</a:t>
          </a:r>
          <a:endParaRPr lang="uk-UA"/>
        </a:p>
      </dgm:t>
    </dgm:pt>
    <dgm:pt modelId="{587633F6-8E65-435A-879C-D122009BA770}" type="parTrans" cxnId="{B403D0D5-C0D3-4B1B-83A3-475AE557B0DA}">
      <dgm:prSet/>
      <dgm:spPr/>
      <dgm:t>
        <a:bodyPr/>
        <a:lstStyle/>
        <a:p>
          <a:endParaRPr lang="uk-UA"/>
        </a:p>
      </dgm:t>
    </dgm:pt>
    <dgm:pt modelId="{3FD3A9C8-21AA-4DB6-A6A0-8B100FA9AA20}" type="sibTrans" cxnId="{B403D0D5-C0D3-4B1B-83A3-475AE557B0DA}">
      <dgm:prSet/>
      <dgm:spPr/>
      <dgm:t>
        <a:bodyPr/>
        <a:lstStyle/>
        <a:p>
          <a:endParaRPr lang="uk-UA"/>
        </a:p>
      </dgm:t>
    </dgm:pt>
    <dgm:pt modelId="{B9586C62-F0BD-439F-827C-250F3B0BE249}">
      <dgm:prSet/>
      <dgm:spPr/>
      <dgm:t>
        <a:bodyPr/>
        <a:lstStyle/>
        <a:p>
          <a:r>
            <a:rPr lang="ru-RU" b="0" i="0"/>
            <a:t>Угоду про створення Співдружності Незалежних Держав.</a:t>
          </a:r>
          <a:endParaRPr lang="uk-UA"/>
        </a:p>
      </dgm:t>
    </dgm:pt>
    <dgm:pt modelId="{9D92A54E-360A-4F20-9381-0E9B144D65E0}" type="parTrans" cxnId="{F440415C-0E3D-4271-9112-5DA63F002A37}">
      <dgm:prSet/>
      <dgm:spPr/>
      <dgm:t>
        <a:bodyPr/>
        <a:lstStyle/>
        <a:p>
          <a:endParaRPr lang="uk-UA"/>
        </a:p>
      </dgm:t>
    </dgm:pt>
    <dgm:pt modelId="{400FD134-6EF3-4FAA-A6F8-4E5EA9312A87}" type="sibTrans" cxnId="{F440415C-0E3D-4271-9112-5DA63F002A37}">
      <dgm:prSet/>
      <dgm:spPr/>
      <dgm:t>
        <a:bodyPr/>
        <a:lstStyle/>
        <a:p>
          <a:endParaRPr lang="uk-UA"/>
        </a:p>
      </dgm:t>
    </dgm:pt>
    <dgm:pt modelId="{064D08CE-6F88-4E6A-A626-0C8E38ACA285}" type="pres">
      <dgm:prSet presAssocID="{66B71EF4-15BA-41C0-9768-AFB820FA8329}" presName="linear" presStyleCnt="0">
        <dgm:presLayoutVars>
          <dgm:animLvl val="lvl"/>
          <dgm:resizeHandles val="exact"/>
        </dgm:presLayoutVars>
      </dgm:prSet>
      <dgm:spPr/>
    </dgm:pt>
    <dgm:pt modelId="{59C58892-4B03-4169-A1EF-E193B63A2FBE}" type="pres">
      <dgm:prSet presAssocID="{9333EDAB-A2D8-4790-ADF5-6EB6BBE963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7B651A2-DF12-4512-9CBE-4BE39AB6D0EA}" type="pres">
      <dgm:prSet presAssocID="{9888B680-D828-4E12-BC78-A2BEF24731FA}" presName="spacer" presStyleCnt="0"/>
      <dgm:spPr/>
    </dgm:pt>
    <dgm:pt modelId="{D2C8E3CE-5174-4AA7-BA26-0DE01274A421}" type="pres">
      <dgm:prSet presAssocID="{47A81C60-55AE-41D1-95F8-44A27832EE4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736180A-AEB3-45F6-86B9-9DA414F27654}" type="pres">
      <dgm:prSet presAssocID="{1DB84946-D70C-4E61-8FB4-EC02357B43C1}" presName="spacer" presStyleCnt="0"/>
      <dgm:spPr/>
    </dgm:pt>
    <dgm:pt modelId="{B610DAB0-0A0E-44AA-855A-672D4AE6D842}" type="pres">
      <dgm:prSet presAssocID="{C4DE2EB8-5BB6-42B3-86C2-53B1871A6F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88CF3F-4B39-440E-998E-C5888B5B17AC}" type="pres">
      <dgm:prSet presAssocID="{3FD3A9C8-21AA-4DB6-A6A0-8B100FA9AA20}" presName="spacer" presStyleCnt="0"/>
      <dgm:spPr/>
    </dgm:pt>
    <dgm:pt modelId="{80BC75AA-3304-4D92-A3BF-B34D59C58D90}" type="pres">
      <dgm:prSet presAssocID="{B9586C62-F0BD-439F-827C-250F3B0BE24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40415C-0E3D-4271-9112-5DA63F002A37}" srcId="{66B71EF4-15BA-41C0-9768-AFB820FA8329}" destId="{B9586C62-F0BD-439F-827C-250F3B0BE249}" srcOrd="3" destOrd="0" parTransId="{9D92A54E-360A-4F20-9381-0E9B144D65E0}" sibTransId="{400FD134-6EF3-4FAA-A6F8-4E5EA9312A87}"/>
    <dgm:cxn modelId="{3723895F-C80A-42EE-9E51-239F1BC44C46}" type="presOf" srcId="{C4DE2EB8-5BB6-42B3-86C2-53B1871A6FD4}" destId="{B610DAB0-0A0E-44AA-855A-672D4AE6D842}" srcOrd="0" destOrd="0" presId="urn:microsoft.com/office/officeart/2005/8/layout/vList2"/>
    <dgm:cxn modelId="{594BB44A-48C4-4C8D-95C4-0E51BF30504E}" type="presOf" srcId="{47A81C60-55AE-41D1-95F8-44A27832EE44}" destId="{D2C8E3CE-5174-4AA7-BA26-0DE01274A421}" srcOrd="0" destOrd="0" presId="urn:microsoft.com/office/officeart/2005/8/layout/vList2"/>
    <dgm:cxn modelId="{B0542D6B-423F-455E-AE5E-762A974305DC}" srcId="{66B71EF4-15BA-41C0-9768-AFB820FA8329}" destId="{47A81C60-55AE-41D1-95F8-44A27832EE44}" srcOrd="1" destOrd="0" parTransId="{7BC00FFB-44C3-4F5C-A796-DF9C4E417656}" sibTransId="{1DB84946-D70C-4E61-8FB4-EC02357B43C1}"/>
    <dgm:cxn modelId="{8777C295-2BE4-4CFE-92E7-0505A8EDE7F4}" type="presOf" srcId="{B9586C62-F0BD-439F-827C-250F3B0BE249}" destId="{80BC75AA-3304-4D92-A3BF-B34D59C58D90}" srcOrd="0" destOrd="0" presId="urn:microsoft.com/office/officeart/2005/8/layout/vList2"/>
    <dgm:cxn modelId="{EDC65FB5-EE0A-481A-9EC6-A6209965511B}" type="presOf" srcId="{66B71EF4-15BA-41C0-9768-AFB820FA8329}" destId="{064D08CE-6F88-4E6A-A626-0C8E38ACA285}" srcOrd="0" destOrd="0" presId="urn:microsoft.com/office/officeart/2005/8/layout/vList2"/>
    <dgm:cxn modelId="{0903D5BA-FFC6-4D9E-A3D0-B9441F59D9DE}" type="presOf" srcId="{9333EDAB-A2D8-4790-ADF5-6EB6BBE96310}" destId="{59C58892-4B03-4169-A1EF-E193B63A2FBE}" srcOrd="0" destOrd="0" presId="urn:microsoft.com/office/officeart/2005/8/layout/vList2"/>
    <dgm:cxn modelId="{A8AA7DD1-1F28-44DE-BE3E-BBECD2675370}" srcId="{66B71EF4-15BA-41C0-9768-AFB820FA8329}" destId="{9333EDAB-A2D8-4790-ADF5-6EB6BBE96310}" srcOrd="0" destOrd="0" parTransId="{78668B61-E849-441F-9269-2DD7434EADEC}" sibTransId="{9888B680-D828-4E12-BC78-A2BEF24731FA}"/>
    <dgm:cxn modelId="{B403D0D5-C0D3-4B1B-83A3-475AE557B0DA}" srcId="{66B71EF4-15BA-41C0-9768-AFB820FA8329}" destId="{C4DE2EB8-5BB6-42B3-86C2-53B1871A6FD4}" srcOrd="2" destOrd="0" parTransId="{587633F6-8E65-435A-879C-D122009BA770}" sibTransId="{3FD3A9C8-21AA-4DB6-A6A0-8B100FA9AA20}"/>
    <dgm:cxn modelId="{F86F0B29-03EA-488A-9BC4-47B068DF512F}" type="presParOf" srcId="{064D08CE-6F88-4E6A-A626-0C8E38ACA285}" destId="{59C58892-4B03-4169-A1EF-E193B63A2FBE}" srcOrd="0" destOrd="0" presId="urn:microsoft.com/office/officeart/2005/8/layout/vList2"/>
    <dgm:cxn modelId="{5DDC49BA-3792-43AF-9BB9-3C50707FD695}" type="presParOf" srcId="{064D08CE-6F88-4E6A-A626-0C8E38ACA285}" destId="{47B651A2-DF12-4512-9CBE-4BE39AB6D0EA}" srcOrd="1" destOrd="0" presId="urn:microsoft.com/office/officeart/2005/8/layout/vList2"/>
    <dgm:cxn modelId="{C5C10C16-FF66-4FA6-9EC7-288B23D632FD}" type="presParOf" srcId="{064D08CE-6F88-4E6A-A626-0C8E38ACA285}" destId="{D2C8E3CE-5174-4AA7-BA26-0DE01274A421}" srcOrd="2" destOrd="0" presId="urn:microsoft.com/office/officeart/2005/8/layout/vList2"/>
    <dgm:cxn modelId="{9188AD77-5B14-4454-8BFE-A3CDCA116814}" type="presParOf" srcId="{064D08CE-6F88-4E6A-A626-0C8E38ACA285}" destId="{D736180A-AEB3-45F6-86B9-9DA414F27654}" srcOrd="3" destOrd="0" presId="urn:microsoft.com/office/officeart/2005/8/layout/vList2"/>
    <dgm:cxn modelId="{78A3EA01-5E7A-49E4-9763-26FC5BBC883A}" type="presParOf" srcId="{064D08CE-6F88-4E6A-A626-0C8E38ACA285}" destId="{B610DAB0-0A0E-44AA-855A-672D4AE6D842}" srcOrd="4" destOrd="0" presId="urn:microsoft.com/office/officeart/2005/8/layout/vList2"/>
    <dgm:cxn modelId="{B79BAEB6-BB4C-4758-AAEC-CC1F3AD02B4E}" type="presParOf" srcId="{064D08CE-6F88-4E6A-A626-0C8E38ACA285}" destId="{DE88CF3F-4B39-440E-998E-C5888B5B17AC}" srcOrd="5" destOrd="0" presId="urn:microsoft.com/office/officeart/2005/8/layout/vList2"/>
    <dgm:cxn modelId="{5952B926-5225-48EB-BD0C-E1A0C75D98AF}" type="presParOf" srcId="{064D08CE-6F88-4E6A-A626-0C8E38ACA285}" destId="{80BC75AA-3304-4D92-A3BF-B34D59C58D9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94170C16-5244-446F-AA96-E27113FDA918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5CA258D1-A159-4017-9DA8-75866217E8C3}">
      <dgm:prSet/>
      <dgm:spPr/>
      <dgm:t>
        <a:bodyPr/>
        <a:lstStyle/>
        <a:p>
          <a:r>
            <a:rPr lang="ru-RU" b="0" i="0"/>
            <a:t>1991 р.</a:t>
          </a:r>
          <a:endParaRPr lang="uk-UA"/>
        </a:p>
      </dgm:t>
    </dgm:pt>
    <dgm:pt modelId="{8F6ADAA1-1A60-4C75-809F-82303F739C0C}" type="parTrans" cxnId="{D2425F19-8DB4-4CE4-A1CE-0AB9DA0378A8}">
      <dgm:prSet/>
      <dgm:spPr/>
      <dgm:t>
        <a:bodyPr/>
        <a:lstStyle/>
        <a:p>
          <a:endParaRPr lang="uk-UA"/>
        </a:p>
      </dgm:t>
    </dgm:pt>
    <dgm:pt modelId="{B927E940-6067-4DDF-B5BB-563686C922AD}" type="sibTrans" cxnId="{D2425F19-8DB4-4CE4-A1CE-0AB9DA0378A8}">
      <dgm:prSet/>
      <dgm:spPr/>
      <dgm:t>
        <a:bodyPr/>
        <a:lstStyle/>
        <a:p>
          <a:endParaRPr lang="uk-UA"/>
        </a:p>
      </dgm:t>
    </dgm:pt>
    <dgm:pt modelId="{A4E87DDC-1225-4BA4-BD0C-E502D9ABB855}">
      <dgm:prSet/>
      <dgm:spPr/>
      <dgm:t>
        <a:bodyPr/>
        <a:lstStyle/>
        <a:p>
          <a:r>
            <a:rPr lang="ru-RU" b="0" i="0" dirty="0"/>
            <a:t>2010 р.</a:t>
          </a:r>
          <a:endParaRPr lang="uk-UA" dirty="0"/>
        </a:p>
      </dgm:t>
    </dgm:pt>
    <dgm:pt modelId="{6C829BBE-787F-4C02-82A3-85699B87F3F2}" type="parTrans" cxnId="{8F4A983D-23A5-47AB-AF33-8321DBB428DC}">
      <dgm:prSet/>
      <dgm:spPr/>
      <dgm:t>
        <a:bodyPr/>
        <a:lstStyle/>
        <a:p>
          <a:endParaRPr lang="uk-UA"/>
        </a:p>
      </dgm:t>
    </dgm:pt>
    <dgm:pt modelId="{47732E8D-E552-4E3C-9868-4D490FC15665}" type="sibTrans" cxnId="{8F4A983D-23A5-47AB-AF33-8321DBB428DC}">
      <dgm:prSet/>
      <dgm:spPr/>
      <dgm:t>
        <a:bodyPr/>
        <a:lstStyle/>
        <a:p>
          <a:endParaRPr lang="uk-UA"/>
        </a:p>
      </dgm:t>
    </dgm:pt>
    <dgm:pt modelId="{F42CF284-9FA1-470A-872F-144AF61D800D}">
      <dgm:prSet/>
      <dgm:spPr/>
      <dgm:t>
        <a:bodyPr/>
        <a:lstStyle/>
        <a:p>
          <a:r>
            <a:rPr lang="ru-RU" b="0" i="0" dirty="0"/>
            <a:t>2016 р.</a:t>
          </a:r>
          <a:endParaRPr lang="uk-UA" dirty="0"/>
        </a:p>
      </dgm:t>
    </dgm:pt>
    <dgm:pt modelId="{FEF093B6-03E8-4DCB-8F57-A84303B998D3}" type="parTrans" cxnId="{C76DFE82-D128-4506-8C09-FBB4AB2C5DE8}">
      <dgm:prSet/>
      <dgm:spPr/>
      <dgm:t>
        <a:bodyPr/>
        <a:lstStyle/>
        <a:p>
          <a:endParaRPr lang="uk-UA"/>
        </a:p>
      </dgm:t>
    </dgm:pt>
    <dgm:pt modelId="{4A6C67A0-0CCD-4AA6-9315-DAF38D6B79FA}" type="sibTrans" cxnId="{C76DFE82-D128-4506-8C09-FBB4AB2C5DE8}">
      <dgm:prSet/>
      <dgm:spPr/>
      <dgm:t>
        <a:bodyPr/>
        <a:lstStyle/>
        <a:p>
          <a:endParaRPr lang="uk-UA"/>
        </a:p>
      </dgm:t>
    </dgm:pt>
    <dgm:pt modelId="{ECF66A62-3B30-4775-B0A4-A4DA82ED903D}">
      <dgm:prSet/>
      <dgm:spPr/>
      <dgm:t>
        <a:bodyPr/>
        <a:lstStyle/>
        <a:p>
          <a:r>
            <a:rPr lang="ru-RU" b="0" i="0" dirty="0"/>
            <a:t>2021 р.</a:t>
          </a:r>
          <a:endParaRPr lang="uk-UA" dirty="0"/>
        </a:p>
      </dgm:t>
    </dgm:pt>
    <dgm:pt modelId="{CF38D869-F462-4CCB-B2B8-DB6F9B8499A1}" type="parTrans" cxnId="{1C8DED76-C495-4988-9EBB-66AB4BD4D2EE}">
      <dgm:prSet/>
      <dgm:spPr/>
      <dgm:t>
        <a:bodyPr/>
        <a:lstStyle/>
        <a:p>
          <a:endParaRPr lang="uk-UA"/>
        </a:p>
      </dgm:t>
    </dgm:pt>
    <dgm:pt modelId="{A0E5F8DB-8FB0-47C0-A7AB-33E57F266D3D}" type="sibTrans" cxnId="{1C8DED76-C495-4988-9EBB-66AB4BD4D2EE}">
      <dgm:prSet/>
      <dgm:spPr/>
      <dgm:t>
        <a:bodyPr/>
        <a:lstStyle/>
        <a:p>
          <a:endParaRPr lang="uk-UA"/>
        </a:p>
      </dgm:t>
    </dgm:pt>
    <dgm:pt modelId="{00536543-720D-4F6C-A664-BE315D9BB921}" type="pres">
      <dgm:prSet presAssocID="{94170C16-5244-446F-AA96-E27113FDA918}" presName="linearFlow" presStyleCnt="0">
        <dgm:presLayoutVars>
          <dgm:dir/>
          <dgm:resizeHandles val="exact"/>
        </dgm:presLayoutVars>
      </dgm:prSet>
      <dgm:spPr/>
    </dgm:pt>
    <dgm:pt modelId="{27207685-F882-4D54-B20F-83742FF25524}" type="pres">
      <dgm:prSet presAssocID="{5CA258D1-A159-4017-9DA8-75866217E8C3}" presName="composite" presStyleCnt="0"/>
      <dgm:spPr/>
    </dgm:pt>
    <dgm:pt modelId="{9822C630-0116-47A5-938D-CBB8CF7A5705}" type="pres">
      <dgm:prSet presAssocID="{5CA258D1-A159-4017-9DA8-75866217E8C3}" presName="imgShp" presStyleLbl="fgImgPlace1" presStyleIdx="0" presStyleCnt="4"/>
      <dgm:spPr/>
    </dgm:pt>
    <dgm:pt modelId="{C43C6EA1-3109-4A27-9B15-5B1E697C0C63}" type="pres">
      <dgm:prSet presAssocID="{5CA258D1-A159-4017-9DA8-75866217E8C3}" presName="txShp" presStyleLbl="node1" presStyleIdx="0" presStyleCnt="4">
        <dgm:presLayoutVars>
          <dgm:bulletEnabled val="1"/>
        </dgm:presLayoutVars>
      </dgm:prSet>
      <dgm:spPr/>
    </dgm:pt>
    <dgm:pt modelId="{5F01E0A3-1DD0-483A-A0E5-EDCAFF842C05}" type="pres">
      <dgm:prSet presAssocID="{B927E940-6067-4DDF-B5BB-563686C922AD}" presName="spacing" presStyleCnt="0"/>
      <dgm:spPr/>
    </dgm:pt>
    <dgm:pt modelId="{FB3EB5A8-084B-45C5-9069-7CC87351A07A}" type="pres">
      <dgm:prSet presAssocID="{A4E87DDC-1225-4BA4-BD0C-E502D9ABB855}" presName="composite" presStyleCnt="0"/>
      <dgm:spPr/>
    </dgm:pt>
    <dgm:pt modelId="{C140F69D-ACD2-4C9D-8E22-529F2A01C79A}" type="pres">
      <dgm:prSet presAssocID="{A4E87DDC-1225-4BA4-BD0C-E502D9ABB855}" presName="imgShp" presStyleLbl="fgImgPlace1" presStyleIdx="1" presStyleCnt="4"/>
      <dgm:spPr/>
    </dgm:pt>
    <dgm:pt modelId="{4BE8338A-6D4C-4735-A806-AD401B3F0E56}" type="pres">
      <dgm:prSet presAssocID="{A4E87DDC-1225-4BA4-BD0C-E502D9ABB855}" presName="txShp" presStyleLbl="node1" presStyleIdx="1" presStyleCnt="4">
        <dgm:presLayoutVars>
          <dgm:bulletEnabled val="1"/>
        </dgm:presLayoutVars>
      </dgm:prSet>
      <dgm:spPr/>
    </dgm:pt>
    <dgm:pt modelId="{8C2B66B7-9B91-4CD5-8C99-E39AC4A50ED5}" type="pres">
      <dgm:prSet presAssocID="{47732E8D-E552-4E3C-9868-4D490FC15665}" presName="spacing" presStyleCnt="0"/>
      <dgm:spPr/>
    </dgm:pt>
    <dgm:pt modelId="{11DC7A5B-7CC7-49FA-94DF-51BA9446611A}" type="pres">
      <dgm:prSet presAssocID="{F42CF284-9FA1-470A-872F-144AF61D800D}" presName="composite" presStyleCnt="0"/>
      <dgm:spPr/>
    </dgm:pt>
    <dgm:pt modelId="{92540134-786B-470B-A5C0-9434E91B89BC}" type="pres">
      <dgm:prSet presAssocID="{F42CF284-9FA1-470A-872F-144AF61D800D}" presName="imgShp" presStyleLbl="fgImgPlace1" presStyleIdx="2" presStyleCnt="4"/>
      <dgm:spPr/>
    </dgm:pt>
    <dgm:pt modelId="{277D6A0F-4DC8-4212-9691-0EF9456B7C99}" type="pres">
      <dgm:prSet presAssocID="{F42CF284-9FA1-470A-872F-144AF61D800D}" presName="txShp" presStyleLbl="node1" presStyleIdx="2" presStyleCnt="4">
        <dgm:presLayoutVars>
          <dgm:bulletEnabled val="1"/>
        </dgm:presLayoutVars>
      </dgm:prSet>
      <dgm:spPr/>
    </dgm:pt>
    <dgm:pt modelId="{98045641-1A87-4714-A4CA-7D058ED9A012}" type="pres">
      <dgm:prSet presAssocID="{4A6C67A0-0CCD-4AA6-9315-DAF38D6B79FA}" presName="spacing" presStyleCnt="0"/>
      <dgm:spPr/>
    </dgm:pt>
    <dgm:pt modelId="{0C6D8CE5-3CF2-412C-98CF-4A7625F6B409}" type="pres">
      <dgm:prSet presAssocID="{ECF66A62-3B30-4775-B0A4-A4DA82ED903D}" presName="composite" presStyleCnt="0"/>
      <dgm:spPr/>
    </dgm:pt>
    <dgm:pt modelId="{A076E484-5C70-4406-A1E9-4FB6447D7066}" type="pres">
      <dgm:prSet presAssocID="{ECF66A62-3B30-4775-B0A4-A4DA82ED903D}" presName="imgShp" presStyleLbl="fgImgPlace1" presStyleIdx="3" presStyleCnt="4"/>
      <dgm:spPr/>
    </dgm:pt>
    <dgm:pt modelId="{F6EF59B5-291D-43C3-8748-9D72E40AF0B4}" type="pres">
      <dgm:prSet presAssocID="{ECF66A62-3B30-4775-B0A4-A4DA82ED903D}" presName="txShp" presStyleLbl="node1" presStyleIdx="3" presStyleCnt="4">
        <dgm:presLayoutVars>
          <dgm:bulletEnabled val="1"/>
        </dgm:presLayoutVars>
      </dgm:prSet>
      <dgm:spPr/>
    </dgm:pt>
  </dgm:ptLst>
  <dgm:cxnLst>
    <dgm:cxn modelId="{8AA74B07-9AC4-4E56-B40D-5B79FA6945B8}" type="presOf" srcId="{ECF66A62-3B30-4775-B0A4-A4DA82ED903D}" destId="{F6EF59B5-291D-43C3-8748-9D72E40AF0B4}" srcOrd="0" destOrd="0" presId="urn:microsoft.com/office/officeart/2005/8/layout/vList3"/>
    <dgm:cxn modelId="{D2425F19-8DB4-4CE4-A1CE-0AB9DA0378A8}" srcId="{94170C16-5244-446F-AA96-E27113FDA918}" destId="{5CA258D1-A159-4017-9DA8-75866217E8C3}" srcOrd="0" destOrd="0" parTransId="{8F6ADAA1-1A60-4C75-809F-82303F739C0C}" sibTransId="{B927E940-6067-4DDF-B5BB-563686C922AD}"/>
    <dgm:cxn modelId="{9DE5F221-C0C3-4144-B86A-2C49C18F8A86}" type="presOf" srcId="{5CA258D1-A159-4017-9DA8-75866217E8C3}" destId="{C43C6EA1-3109-4A27-9B15-5B1E697C0C63}" srcOrd="0" destOrd="0" presId="urn:microsoft.com/office/officeart/2005/8/layout/vList3"/>
    <dgm:cxn modelId="{0D750239-5CF5-43B9-9087-B38B34EA4FAA}" type="presOf" srcId="{A4E87DDC-1225-4BA4-BD0C-E502D9ABB855}" destId="{4BE8338A-6D4C-4735-A806-AD401B3F0E56}" srcOrd="0" destOrd="0" presId="urn:microsoft.com/office/officeart/2005/8/layout/vList3"/>
    <dgm:cxn modelId="{8F4A983D-23A5-47AB-AF33-8321DBB428DC}" srcId="{94170C16-5244-446F-AA96-E27113FDA918}" destId="{A4E87DDC-1225-4BA4-BD0C-E502D9ABB855}" srcOrd="1" destOrd="0" parTransId="{6C829BBE-787F-4C02-82A3-85699B87F3F2}" sibTransId="{47732E8D-E552-4E3C-9868-4D490FC15665}"/>
    <dgm:cxn modelId="{1C8DED76-C495-4988-9EBB-66AB4BD4D2EE}" srcId="{94170C16-5244-446F-AA96-E27113FDA918}" destId="{ECF66A62-3B30-4775-B0A4-A4DA82ED903D}" srcOrd="3" destOrd="0" parTransId="{CF38D869-F462-4CCB-B2B8-DB6F9B8499A1}" sibTransId="{A0E5F8DB-8FB0-47C0-A7AB-33E57F266D3D}"/>
    <dgm:cxn modelId="{C76DFE82-D128-4506-8C09-FBB4AB2C5DE8}" srcId="{94170C16-5244-446F-AA96-E27113FDA918}" destId="{F42CF284-9FA1-470A-872F-144AF61D800D}" srcOrd="2" destOrd="0" parTransId="{FEF093B6-03E8-4DCB-8F57-A84303B998D3}" sibTransId="{4A6C67A0-0CCD-4AA6-9315-DAF38D6B79FA}"/>
    <dgm:cxn modelId="{EAA98686-2CE7-402E-8011-47E86BEA74DB}" type="presOf" srcId="{F42CF284-9FA1-470A-872F-144AF61D800D}" destId="{277D6A0F-4DC8-4212-9691-0EF9456B7C99}" srcOrd="0" destOrd="0" presId="urn:microsoft.com/office/officeart/2005/8/layout/vList3"/>
    <dgm:cxn modelId="{677558CD-EE4C-4798-99C2-88C3C1F050D1}" type="presOf" srcId="{94170C16-5244-446F-AA96-E27113FDA918}" destId="{00536543-720D-4F6C-A664-BE315D9BB921}" srcOrd="0" destOrd="0" presId="urn:microsoft.com/office/officeart/2005/8/layout/vList3"/>
    <dgm:cxn modelId="{C22FA3F8-4FE3-4100-B18E-510A436A2DA0}" type="presParOf" srcId="{00536543-720D-4F6C-A664-BE315D9BB921}" destId="{27207685-F882-4D54-B20F-83742FF25524}" srcOrd="0" destOrd="0" presId="urn:microsoft.com/office/officeart/2005/8/layout/vList3"/>
    <dgm:cxn modelId="{42378D4A-3C85-4E9B-92CB-56FBBFAF3596}" type="presParOf" srcId="{27207685-F882-4D54-B20F-83742FF25524}" destId="{9822C630-0116-47A5-938D-CBB8CF7A5705}" srcOrd="0" destOrd="0" presId="urn:microsoft.com/office/officeart/2005/8/layout/vList3"/>
    <dgm:cxn modelId="{DB211201-D047-47A4-AC88-D3637AB8BA89}" type="presParOf" srcId="{27207685-F882-4D54-B20F-83742FF25524}" destId="{C43C6EA1-3109-4A27-9B15-5B1E697C0C63}" srcOrd="1" destOrd="0" presId="urn:microsoft.com/office/officeart/2005/8/layout/vList3"/>
    <dgm:cxn modelId="{027B6DD2-BD02-42CE-8D1D-CD8138745B7E}" type="presParOf" srcId="{00536543-720D-4F6C-A664-BE315D9BB921}" destId="{5F01E0A3-1DD0-483A-A0E5-EDCAFF842C05}" srcOrd="1" destOrd="0" presId="urn:microsoft.com/office/officeart/2005/8/layout/vList3"/>
    <dgm:cxn modelId="{D86BADD2-B04B-4476-95A7-91A5FF48A3EA}" type="presParOf" srcId="{00536543-720D-4F6C-A664-BE315D9BB921}" destId="{FB3EB5A8-084B-45C5-9069-7CC87351A07A}" srcOrd="2" destOrd="0" presId="urn:microsoft.com/office/officeart/2005/8/layout/vList3"/>
    <dgm:cxn modelId="{D21F32E1-590D-45FA-8A7A-09A83FBF14CD}" type="presParOf" srcId="{FB3EB5A8-084B-45C5-9069-7CC87351A07A}" destId="{C140F69D-ACD2-4C9D-8E22-529F2A01C79A}" srcOrd="0" destOrd="0" presId="urn:microsoft.com/office/officeart/2005/8/layout/vList3"/>
    <dgm:cxn modelId="{DF175A5C-9085-4D77-8827-5FE873EDA703}" type="presParOf" srcId="{FB3EB5A8-084B-45C5-9069-7CC87351A07A}" destId="{4BE8338A-6D4C-4735-A806-AD401B3F0E56}" srcOrd="1" destOrd="0" presId="urn:microsoft.com/office/officeart/2005/8/layout/vList3"/>
    <dgm:cxn modelId="{FFD3F5C2-F88E-4A1F-87B5-63D745A64D36}" type="presParOf" srcId="{00536543-720D-4F6C-A664-BE315D9BB921}" destId="{8C2B66B7-9B91-4CD5-8C99-E39AC4A50ED5}" srcOrd="3" destOrd="0" presId="urn:microsoft.com/office/officeart/2005/8/layout/vList3"/>
    <dgm:cxn modelId="{AFD8CB8B-36FA-4E93-B13F-CDF98CE53864}" type="presParOf" srcId="{00536543-720D-4F6C-A664-BE315D9BB921}" destId="{11DC7A5B-7CC7-49FA-94DF-51BA9446611A}" srcOrd="4" destOrd="0" presId="urn:microsoft.com/office/officeart/2005/8/layout/vList3"/>
    <dgm:cxn modelId="{E215CB23-D812-4BAD-8F74-5BB6F4911050}" type="presParOf" srcId="{11DC7A5B-7CC7-49FA-94DF-51BA9446611A}" destId="{92540134-786B-470B-A5C0-9434E91B89BC}" srcOrd="0" destOrd="0" presId="urn:microsoft.com/office/officeart/2005/8/layout/vList3"/>
    <dgm:cxn modelId="{EC126785-F137-4F7F-8A5C-A27B2C2628F3}" type="presParOf" srcId="{11DC7A5B-7CC7-49FA-94DF-51BA9446611A}" destId="{277D6A0F-4DC8-4212-9691-0EF9456B7C99}" srcOrd="1" destOrd="0" presId="urn:microsoft.com/office/officeart/2005/8/layout/vList3"/>
    <dgm:cxn modelId="{DF23FC97-D730-4377-A678-A5E81F72C467}" type="presParOf" srcId="{00536543-720D-4F6C-A664-BE315D9BB921}" destId="{98045641-1A87-4714-A4CA-7D058ED9A012}" srcOrd="5" destOrd="0" presId="urn:microsoft.com/office/officeart/2005/8/layout/vList3"/>
    <dgm:cxn modelId="{CAF70503-D1A0-4E62-BD2A-7B6A2A1D3317}" type="presParOf" srcId="{00536543-720D-4F6C-A664-BE315D9BB921}" destId="{0C6D8CE5-3CF2-412C-98CF-4A7625F6B409}" srcOrd="6" destOrd="0" presId="urn:microsoft.com/office/officeart/2005/8/layout/vList3"/>
    <dgm:cxn modelId="{CFCCF9C7-131A-4088-B6EA-8032A3057026}" type="presParOf" srcId="{0C6D8CE5-3CF2-412C-98CF-4A7625F6B409}" destId="{A076E484-5C70-4406-A1E9-4FB6447D7066}" srcOrd="0" destOrd="0" presId="urn:microsoft.com/office/officeart/2005/8/layout/vList3"/>
    <dgm:cxn modelId="{C5546F83-305A-40A8-AF74-DD7A940240B8}" type="presParOf" srcId="{0C6D8CE5-3CF2-412C-98CF-4A7625F6B409}" destId="{F6EF59B5-291D-43C3-8748-9D72E40AF0B4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631EF4-8CA8-4003-895E-388C149D4375}">
      <dsp:nvSpPr>
        <dsp:cNvPr id="0" name=""/>
        <dsp:cNvSpPr/>
      </dsp:nvSpPr>
      <dsp:spPr>
        <a:xfrm>
          <a:off x="0" y="53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C2AD6-6835-46CF-AEC6-E07429BCE5B5}">
      <dsp:nvSpPr>
        <dsp:cNvPr id="0" name=""/>
        <dsp:cNvSpPr/>
      </dsp:nvSpPr>
      <dsp:spPr>
        <a:xfrm>
          <a:off x="0" y="531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радянська модернізація України (1928–1938 рр.)</a:t>
          </a:r>
          <a:endParaRPr lang="uk-UA" sz="2100" kern="1200"/>
        </a:p>
      </dsp:txBody>
      <dsp:txXfrm>
        <a:off x="0" y="531"/>
        <a:ext cx="5181600" cy="870055"/>
      </dsp:txXfrm>
    </dsp:sp>
    <dsp:sp modelId="{15B4E333-4EBF-44C9-B35C-78FE4BE0F2C8}">
      <dsp:nvSpPr>
        <dsp:cNvPr id="0" name=""/>
        <dsp:cNvSpPr/>
      </dsp:nvSpPr>
      <dsp:spPr>
        <a:xfrm>
          <a:off x="0" y="870586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46B30-5D8A-4204-8D93-2E58FE119FF2}">
      <dsp:nvSpPr>
        <dsp:cNvPr id="0" name=""/>
        <dsp:cNvSpPr/>
      </dsp:nvSpPr>
      <dsp:spPr>
        <a:xfrm>
          <a:off x="0" y="870586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повоєнна відбудова та розвиток (1946 — початок 1950-х рр.)</a:t>
          </a:r>
          <a:endParaRPr lang="uk-UA" sz="2100" kern="1200"/>
        </a:p>
      </dsp:txBody>
      <dsp:txXfrm>
        <a:off x="0" y="870586"/>
        <a:ext cx="5181600" cy="870055"/>
      </dsp:txXfrm>
    </dsp:sp>
    <dsp:sp modelId="{69CF472F-72C2-45F0-AAD2-1AAD7A52FCE9}">
      <dsp:nvSpPr>
        <dsp:cNvPr id="0" name=""/>
        <dsp:cNvSpPr/>
      </dsp:nvSpPr>
      <dsp:spPr>
        <a:xfrm>
          <a:off x="0" y="174064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A82E7-A18C-4C6B-9B6B-373B60837C93}">
      <dsp:nvSpPr>
        <dsp:cNvPr id="0" name=""/>
        <dsp:cNvSpPr/>
      </dsp:nvSpPr>
      <dsp:spPr>
        <a:xfrm>
          <a:off x="0" y="1740641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політична та економічна лібералізація суспільства (1953–1964 рр.)</a:t>
          </a:r>
          <a:endParaRPr lang="uk-UA" sz="2100" kern="1200"/>
        </a:p>
      </dsp:txBody>
      <dsp:txXfrm>
        <a:off x="0" y="1740641"/>
        <a:ext cx="5181600" cy="870055"/>
      </dsp:txXfrm>
    </dsp:sp>
    <dsp:sp modelId="{9462C40F-A6EF-4C2D-8356-53F5BFEF5595}">
      <dsp:nvSpPr>
        <dsp:cNvPr id="0" name=""/>
        <dsp:cNvSpPr/>
      </dsp:nvSpPr>
      <dsp:spPr>
        <a:xfrm>
          <a:off x="0" y="2610696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B61AA5-BC4E-49E2-BDA7-3CAA2080FF4D}">
      <dsp:nvSpPr>
        <dsp:cNvPr id="0" name=""/>
        <dsp:cNvSpPr/>
      </dsp:nvSpPr>
      <dsp:spPr>
        <a:xfrm>
          <a:off x="0" y="2610696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загострення кризи радянської системи (1965–1985 рр.)</a:t>
          </a:r>
          <a:endParaRPr lang="uk-UA" sz="2100" kern="1200"/>
        </a:p>
      </dsp:txBody>
      <dsp:txXfrm>
        <a:off x="0" y="2610696"/>
        <a:ext cx="5181600" cy="870055"/>
      </dsp:txXfrm>
    </dsp:sp>
    <dsp:sp modelId="{65255483-3041-4474-8317-30FD1D4EE803}">
      <dsp:nvSpPr>
        <dsp:cNvPr id="0" name=""/>
        <dsp:cNvSpPr/>
      </dsp:nvSpPr>
      <dsp:spPr>
        <a:xfrm>
          <a:off x="0" y="348075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A7A24-819E-4045-922F-04E788E900E1}">
      <dsp:nvSpPr>
        <dsp:cNvPr id="0" name=""/>
        <dsp:cNvSpPr/>
      </dsp:nvSpPr>
      <dsp:spPr>
        <a:xfrm>
          <a:off x="0" y="3480751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розпад Радянського Союзу та відродження незалежності України (1985–1991 рр.)</a:t>
          </a:r>
          <a:endParaRPr lang="uk-UA" sz="2100" kern="1200"/>
        </a:p>
      </dsp:txBody>
      <dsp:txXfrm>
        <a:off x="0" y="3480751"/>
        <a:ext cx="5181600" cy="870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050B04-576F-49E2-8C9F-43748702E1CC}">
      <dsp:nvSpPr>
        <dsp:cNvPr id="0" name=""/>
        <dsp:cNvSpPr/>
      </dsp:nvSpPr>
      <dsp:spPr>
        <a:xfrm>
          <a:off x="0" y="414189"/>
          <a:ext cx="5181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заснування Української громадської групи сприяння виконанню Гельсінських угод</a:t>
          </a:r>
          <a:endParaRPr lang="uk-UA" sz="2100" kern="1200"/>
        </a:p>
      </dsp:txBody>
      <dsp:txXfrm>
        <a:off x="40780" y="454969"/>
        <a:ext cx="5100040" cy="753819"/>
      </dsp:txXfrm>
    </dsp:sp>
    <dsp:sp modelId="{240F2605-7176-4020-9059-1CE3D41C8F7E}">
      <dsp:nvSpPr>
        <dsp:cNvPr id="0" name=""/>
        <dsp:cNvSpPr/>
      </dsp:nvSpPr>
      <dsp:spPr>
        <a:xfrm>
          <a:off x="0" y="1310049"/>
          <a:ext cx="5181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засудження культу особи Й. Сталіна на </a:t>
          </a:r>
          <a:r>
            <a:rPr lang="en-US" sz="2100" b="0" i="0" kern="1200"/>
            <a:t>XX </a:t>
          </a:r>
          <a:r>
            <a:rPr lang="uk-UA" sz="2100" b="0" i="0" kern="1200"/>
            <a:t>з’їзді КПРС</a:t>
          </a:r>
          <a:endParaRPr lang="uk-UA" sz="2100" kern="1200"/>
        </a:p>
      </dsp:txBody>
      <dsp:txXfrm>
        <a:off x="40780" y="1350829"/>
        <a:ext cx="5100040" cy="753819"/>
      </dsp:txXfrm>
    </dsp:sp>
    <dsp:sp modelId="{136D1AB4-1804-4E1D-B737-D470AACFE7BA}">
      <dsp:nvSpPr>
        <dsp:cNvPr id="0" name=""/>
        <dsp:cNvSpPr/>
      </dsp:nvSpPr>
      <dsp:spPr>
        <a:xfrm>
          <a:off x="0" y="2205909"/>
          <a:ext cx="5181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проведення Установчого з’їзду Народного руху України за перебудову</a:t>
          </a:r>
          <a:endParaRPr lang="uk-UA" sz="2100" kern="1200"/>
        </a:p>
      </dsp:txBody>
      <dsp:txXfrm>
        <a:off x="40780" y="2246689"/>
        <a:ext cx="5100040" cy="753819"/>
      </dsp:txXfrm>
    </dsp:sp>
    <dsp:sp modelId="{126753E2-6D7B-44E8-A76C-2C6592FC8DCF}">
      <dsp:nvSpPr>
        <dsp:cNvPr id="0" name=""/>
        <dsp:cNvSpPr/>
      </dsp:nvSpPr>
      <dsp:spPr>
        <a:xfrm>
          <a:off x="0" y="3101769"/>
          <a:ext cx="51816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створення Л. Лук’яненком Української робітничо-селянської спілки</a:t>
          </a:r>
          <a:endParaRPr lang="uk-UA" sz="2100" kern="1200"/>
        </a:p>
      </dsp:txBody>
      <dsp:txXfrm>
        <a:off x="40780" y="3142549"/>
        <a:ext cx="5100040" cy="7538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FD66F0-3217-49D0-B0C2-CC3626445CEC}">
      <dsp:nvSpPr>
        <dsp:cNvPr id="0" name=""/>
        <dsp:cNvSpPr/>
      </dsp:nvSpPr>
      <dsp:spPr>
        <a:xfrm>
          <a:off x="0" y="3177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М. Хрущова.</a:t>
          </a:r>
          <a:endParaRPr lang="uk-UA" sz="4100" kern="1200"/>
        </a:p>
      </dsp:txBody>
      <dsp:txXfrm>
        <a:off x="48005" y="79784"/>
        <a:ext cx="5085590" cy="887374"/>
      </dsp:txXfrm>
    </dsp:sp>
    <dsp:sp modelId="{27B6944E-C1DF-40F2-A13B-2A7404843CB6}">
      <dsp:nvSpPr>
        <dsp:cNvPr id="0" name=""/>
        <dsp:cNvSpPr/>
      </dsp:nvSpPr>
      <dsp:spPr>
        <a:xfrm>
          <a:off x="0" y="113324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П. Шелеста.</a:t>
          </a:r>
          <a:endParaRPr lang="uk-UA" sz="4100" kern="1200"/>
        </a:p>
      </dsp:txBody>
      <dsp:txXfrm>
        <a:off x="48005" y="1181249"/>
        <a:ext cx="5085590" cy="887374"/>
      </dsp:txXfrm>
    </dsp:sp>
    <dsp:sp modelId="{AA780B9D-F62A-42A0-99D5-91AFD515C9A0}">
      <dsp:nvSpPr>
        <dsp:cNvPr id="0" name=""/>
        <dsp:cNvSpPr/>
      </dsp:nvSpPr>
      <dsp:spPr>
        <a:xfrm>
          <a:off x="0" y="223470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М. Підгорного.</a:t>
          </a:r>
          <a:endParaRPr lang="uk-UA" sz="4100" kern="1200"/>
        </a:p>
      </dsp:txBody>
      <dsp:txXfrm>
        <a:off x="48005" y="2282714"/>
        <a:ext cx="5085590" cy="887374"/>
      </dsp:txXfrm>
    </dsp:sp>
    <dsp:sp modelId="{516C7212-6F40-4416-AC3B-40261E3D1C65}">
      <dsp:nvSpPr>
        <dsp:cNvPr id="0" name=""/>
        <dsp:cNvSpPr/>
      </dsp:nvSpPr>
      <dsp:spPr>
        <a:xfrm>
          <a:off x="0" y="333617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О. Косигіна.</a:t>
          </a:r>
          <a:endParaRPr lang="uk-UA" sz="4100" kern="1200"/>
        </a:p>
      </dsp:txBody>
      <dsp:txXfrm>
        <a:off x="48005" y="3384179"/>
        <a:ext cx="5085590" cy="8873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7AEA6C-904C-40AB-83DE-F2A54E91E217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«Плюралізм»</a:t>
          </a:r>
          <a:endParaRPr lang="uk-UA" sz="2100" kern="1200"/>
        </a:p>
      </dsp:txBody>
      <dsp:txXfrm rot="10800000">
        <a:off x="1312047" y="1421"/>
        <a:ext cx="3223699" cy="888259"/>
      </dsp:txXfrm>
    </dsp:sp>
    <dsp:sp modelId="{DEF944D3-6202-4209-987A-7D47F5F21493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2C4DF-9AE5-4C85-99BC-062B72574EE4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«Радянізація»</a:t>
          </a:r>
          <a:endParaRPr lang="uk-UA" sz="2100" kern="1200"/>
        </a:p>
      </dsp:txBody>
      <dsp:txXfrm rot="10800000">
        <a:off x="1312047" y="1154833"/>
        <a:ext cx="3223699" cy="888259"/>
      </dsp:txXfrm>
    </dsp:sp>
    <dsp:sp modelId="{EB399011-11C0-4F15-A28D-D529A406B513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AFD4F5-6825-465B-93DC-CB01E95ACBB2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«Волюнтаризм»</a:t>
          </a:r>
          <a:endParaRPr lang="uk-UA" sz="2100" kern="1200"/>
        </a:p>
      </dsp:txBody>
      <dsp:txXfrm rot="10800000">
        <a:off x="1312047" y="2308245"/>
        <a:ext cx="3223699" cy="888259"/>
      </dsp:txXfrm>
    </dsp:sp>
    <dsp:sp modelId="{3C48AE31-D699-4328-80FD-DABDE5B05A7C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5863F6-181C-4199-A103-E3FA0C94076A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100" b="0" i="0" kern="1200"/>
            <a:t>«Космополітизм»</a:t>
          </a:r>
          <a:endParaRPr lang="uk-UA" sz="2100" kern="1200"/>
        </a:p>
      </dsp:txBody>
      <dsp:txXfrm rot="10800000">
        <a:off x="1312047" y="3461657"/>
        <a:ext cx="3223699" cy="888259"/>
      </dsp:txXfrm>
    </dsp:sp>
    <dsp:sp modelId="{FE20EAA7-E2FC-43A7-93B6-5CE5F19CDF1E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685A5-6788-4233-A86E-7E55D3D126BD}">
      <dsp:nvSpPr>
        <dsp:cNvPr id="0" name=""/>
        <dsp:cNvSpPr/>
      </dsp:nvSpPr>
      <dsp:spPr>
        <a:xfrm>
          <a:off x="0" y="53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FAD73-3C30-43C7-A473-B30CDC403E4A}">
      <dsp:nvSpPr>
        <dsp:cNvPr id="0" name=""/>
        <dsp:cNvSpPr/>
      </dsp:nvSpPr>
      <dsp:spPr>
        <a:xfrm>
          <a:off x="0" y="531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Можливість соціальних груп висловлювати різні позиції, погляди через своїх представників у політичних і громадських організаціях.</a:t>
          </a:r>
          <a:endParaRPr lang="uk-UA" sz="1700" kern="1200"/>
        </a:p>
      </dsp:txBody>
      <dsp:txXfrm>
        <a:off x="0" y="531"/>
        <a:ext cx="5181600" cy="870055"/>
      </dsp:txXfrm>
    </dsp:sp>
    <dsp:sp modelId="{279A51BD-C928-437E-8A5B-70B53C89EE28}">
      <dsp:nvSpPr>
        <dsp:cNvPr id="0" name=""/>
        <dsp:cNvSpPr/>
      </dsp:nvSpPr>
      <dsp:spPr>
        <a:xfrm>
          <a:off x="0" y="870586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88AF2-BB56-45C6-800B-EAB486B40916}">
      <dsp:nvSpPr>
        <dsp:cNvPr id="0" name=""/>
        <dsp:cNvSpPr/>
      </dsp:nvSpPr>
      <dsp:spPr>
        <a:xfrm>
          <a:off x="0" y="870586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Практика, згідно з якою головним чинником досягнення мети є суб’єктивні бажання та довільні рішення осіб.</a:t>
          </a:r>
          <a:endParaRPr lang="uk-UA" sz="1700" kern="1200"/>
        </a:p>
      </dsp:txBody>
      <dsp:txXfrm>
        <a:off x="0" y="870586"/>
        <a:ext cx="5181600" cy="870055"/>
      </dsp:txXfrm>
    </dsp:sp>
    <dsp:sp modelId="{BD03CDFA-BA70-4423-9718-B8B404F2AF37}">
      <dsp:nvSpPr>
        <dsp:cNvPr id="0" name=""/>
        <dsp:cNvSpPr/>
      </dsp:nvSpPr>
      <dsp:spPr>
        <a:xfrm>
          <a:off x="0" y="174064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6B20D-EE8B-4002-BC41-80E1F843249B}">
      <dsp:nvSpPr>
        <dsp:cNvPr id="0" name=""/>
        <dsp:cNvSpPr/>
      </dsp:nvSpPr>
      <dsp:spPr>
        <a:xfrm>
          <a:off x="0" y="1740641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Реабілітація Й. Сталіна та відновлення його політичного курсу, повернення до політики терору.</a:t>
          </a:r>
          <a:endParaRPr lang="uk-UA" sz="1700" kern="1200"/>
        </a:p>
      </dsp:txBody>
      <dsp:txXfrm>
        <a:off x="0" y="1740641"/>
        <a:ext cx="5181600" cy="870055"/>
      </dsp:txXfrm>
    </dsp:sp>
    <dsp:sp modelId="{1082D4F6-3B97-4299-A080-8366C47B2BAB}">
      <dsp:nvSpPr>
        <dsp:cNvPr id="0" name=""/>
        <dsp:cNvSpPr/>
      </dsp:nvSpPr>
      <dsp:spPr>
        <a:xfrm>
          <a:off x="0" y="2610696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B58C91-332E-4F0C-9800-EAC67D425B5C}">
      <dsp:nvSpPr>
        <dsp:cNvPr id="0" name=""/>
        <dsp:cNvSpPr/>
      </dsp:nvSpPr>
      <dsp:spPr>
        <a:xfrm>
          <a:off x="0" y="2610696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Теорія і практика, в основу яких покладено тезу про пріоритетність загальнолюдських цінностей над цінностями окремої нації.</a:t>
          </a:r>
          <a:endParaRPr lang="uk-UA" sz="1700" kern="1200"/>
        </a:p>
      </dsp:txBody>
      <dsp:txXfrm>
        <a:off x="0" y="2610696"/>
        <a:ext cx="5181600" cy="870055"/>
      </dsp:txXfrm>
    </dsp:sp>
    <dsp:sp modelId="{CA508862-41BE-4CD9-9546-BBBC6370470A}">
      <dsp:nvSpPr>
        <dsp:cNvPr id="0" name=""/>
        <dsp:cNvSpPr/>
      </dsp:nvSpPr>
      <dsp:spPr>
        <a:xfrm>
          <a:off x="0" y="348075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4878A-8360-4A84-AB8B-624BF6B632E5}">
      <dsp:nvSpPr>
        <dsp:cNvPr id="0" name=""/>
        <dsp:cNvSpPr/>
      </dsp:nvSpPr>
      <dsp:spPr>
        <a:xfrm>
          <a:off x="0" y="3480751"/>
          <a:ext cx="5181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/>
            <a:t>Насильницьке насаджування на певній території норм економічного, суспільно-політичного, культурного життя, утверджених у СРСР.</a:t>
          </a:r>
          <a:endParaRPr lang="uk-UA" sz="1700" kern="1200"/>
        </a:p>
      </dsp:txBody>
      <dsp:txXfrm>
        <a:off x="0" y="3480751"/>
        <a:ext cx="5181600" cy="8700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783D90-F880-4E6F-BCDD-AA407EF2AC1B}">
      <dsp:nvSpPr>
        <dsp:cNvPr id="0" name=""/>
        <dsp:cNvSpPr/>
      </dsp:nvSpPr>
      <dsp:spPr>
        <a:xfrm>
          <a:off x="0" y="53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75E6D1-A6C2-4CFD-8E1A-F11F15B5B43C}">
      <dsp:nvSpPr>
        <dsp:cNvPr id="0" name=""/>
        <dsp:cNvSpPr/>
      </dsp:nvSpPr>
      <dsp:spPr>
        <a:xfrm>
          <a:off x="0" y="531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Плакат має сатиричний характер.</a:t>
          </a:r>
          <a:endParaRPr lang="uk-UA" sz="1700" kern="1200"/>
        </a:p>
      </dsp:txBody>
      <dsp:txXfrm>
        <a:off x="0" y="531"/>
        <a:ext cx="5181600" cy="621467"/>
      </dsp:txXfrm>
    </dsp:sp>
    <dsp:sp modelId="{3D5192F5-7709-4352-AE71-8BDFCB4806B7}">
      <dsp:nvSpPr>
        <dsp:cNvPr id="0" name=""/>
        <dsp:cNvSpPr/>
      </dsp:nvSpPr>
      <dsp:spPr>
        <a:xfrm>
          <a:off x="0" y="621999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4C3D02-60D5-4113-988B-03B4D94EB982}">
      <dsp:nvSpPr>
        <dsp:cNvPr id="0" name=""/>
        <dsp:cNvSpPr/>
      </dsp:nvSpPr>
      <dsp:spPr>
        <a:xfrm>
          <a:off x="0" y="621999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Плакат </a:t>
          </a:r>
          <a:r>
            <a:rPr lang="ru-RU" sz="1700" b="0" i="0" kern="1200" dirty="0" err="1"/>
            <a:t>акцентує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увагу</a:t>
          </a:r>
          <a:r>
            <a:rPr lang="ru-RU" sz="1700" b="0" i="0" kern="1200" dirty="0"/>
            <a:t> на </a:t>
          </a:r>
          <a:r>
            <a:rPr lang="ru-RU" sz="1700" b="0" i="0" kern="1200" dirty="0" err="1"/>
            <a:t>вадах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системи</a:t>
          </a:r>
          <a:r>
            <a:rPr lang="ru-RU" sz="1700" b="0" i="0" kern="1200" dirty="0"/>
            <a:t> оплати </a:t>
          </a:r>
          <a:r>
            <a:rPr lang="ru-RU" sz="1700" b="0" i="0" kern="1200" dirty="0" err="1"/>
            <a:t>праці</a:t>
          </a:r>
          <a:r>
            <a:rPr lang="ru-RU" sz="1700" b="0" i="0" kern="1200" dirty="0"/>
            <a:t> та </a:t>
          </a:r>
          <a:r>
            <a:rPr lang="ru-RU" sz="1700" b="0" i="0" kern="1200" dirty="0" err="1"/>
            <a:t>заохочення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працівників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культури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621999"/>
        <a:ext cx="5181600" cy="621467"/>
      </dsp:txXfrm>
    </dsp:sp>
    <dsp:sp modelId="{35616280-E952-446C-9652-CF31D3D8D252}">
      <dsp:nvSpPr>
        <dsp:cNvPr id="0" name=""/>
        <dsp:cNvSpPr/>
      </dsp:nvSpPr>
      <dsp:spPr>
        <a:xfrm>
          <a:off x="0" y="1243467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CBBE4-43F5-495E-8913-10647EA55C48}">
      <dsp:nvSpPr>
        <dsp:cNvPr id="0" name=""/>
        <dsp:cNvSpPr/>
      </dsp:nvSpPr>
      <dsp:spPr>
        <a:xfrm>
          <a:off x="0" y="1243467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Плакат </a:t>
          </a:r>
          <a:r>
            <a:rPr lang="ru-RU" sz="1700" b="0" i="0" kern="1200" dirty="0" err="1"/>
            <a:t>пропагує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здобутки</a:t>
          </a:r>
          <a:r>
            <a:rPr lang="ru-RU" sz="1700" b="0" i="0" kern="1200" dirty="0"/>
            <a:t> та </a:t>
          </a:r>
          <a:r>
            <a:rPr lang="ru-RU" sz="1700" b="0" i="0" kern="1200" dirty="0" err="1"/>
            <a:t>переваги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радянського</a:t>
          </a:r>
          <a:r>
            <a:rPr lang="ru-RU" sz="1700" b="0" i="0" kern="1200" dirty="0"/>
            <a:t> способу </a:t>
          </a:r>
          <a:r>
            <a:rPr lang="ru-RU" sz="1700" b="0" i="0" kern="1200" dirty="0" err="1"/>
            <a:t>життя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1243467"/>
        <a:ext cx="5181600" cy="621467"/>
      </dsp:txXfrm>
    </dsp:sp>
    <dsp:sp modelId="{DA92E335-16A6-476C-993E-8EFA7EE41967}">
      <dsp:nvSpPr>
        <dsp:cNvPr id="0" name=""/>
        <dsp:cNvSpPr/>
      </dsp:nvSpPr>
      <dsp:spPr>
        <a:xfrm>
          <a:off x="0" y="1864935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01F02C-2D60-4DCF-BF3E-16826FB5DC5F}">
      <dsp:nvSpPr>
        <dsp:cNvPr id="0" name=""/>
        <dsp:cNvSpPr/>
      </dsp:nvSpPr>
      <dsp:spPr>
        <a:xfrm>
          <a:off x="0" y="1864935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Плакат створено в роки «</a:t>
          </a:r>
          <a:r>
            <a:rPr lang="ru-RU" sz="1700" b="0" i="0" kern="1200" dirty="0" err="1"/>
            <a:t>перебудови</a:t>
          </a:r>
          <a:r>
            <a:rPr lang="ru-RU" sz="1700" b="0" i="0" kern="1200" dirty="0"/>
            <a:t>».</a:t>
          </a:r>
          <a:endParaRPr lang="uk-UA" sz="1700" kern="1200" dirty="0"/>
        </a:p>
      </dsp:txBody>
      <dsp:txXfrm>
        <a:off x="0" y="1864935"/>
        <a:ext cx="5181600" cy="621467"/>
      </dsp:txXfrm>
    </dsp:sp>
    <dsp:sp modelId="{645BB3AE-D375-4067-B188-440DE2AF9D29}">
      <dsp:nvSpPr>
        <dsp:cNvPr id="0" name=""/>
        <dsp:cNvSpPr/>
      </dsp:nvSpPr>
      <dsp:spPr>
        <a:xfrm>
          <a:off x="0" y="2486402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14D7D-4879-44F5-BB25-60C303931C8F}">
      <dsp:nvSpPr>
        <dsp:cNvPr id="0" name=""/>
        <dsp:cNvSpPr/>
      </dsp:nvSpPr>
      <dsp:spPr>
        <a:xfrm>
          <a:off x="0" y="2486402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На </a:t>
          </a:r>
          <a:r>
            <a:rPr lang="ru-RU" sz="1700" b="0" i="0" kern="1200" dirty="0" err="1"/>
            <a:t>плакаті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художніми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засобами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відображено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дефіцит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товарів</a:t>
          </a:r>
          <a:r>
            <a:rPr lang="ru-RU" sz="1700" b="0" i="0" kern="1200" dirty="0"/>
            <a:t> широкого </a:t>
          </a:r>
          <a:r>
            <a:rPr lang="ru-RU" sz="1700" b="0" i="0" kern="1200" dirty="0" err="1"/>
            <a:t>вжитку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2486402"/>
        <a:ext cx="5181600" cy="621467"/>
      </dsp:txXfrm>
    </dsp:sp>
    <dsp:sp modelId="{9F8D500B-2F6E-4517-9402-281E8C5126F7}">
      <dsp:nvSpPr>
        <dsp:cNvPr id="0" name=""/>
        <dsp:cNvSpPr/>
      </dsp:nvSpPr>
      <dsp:spPr>
        <a:xfrm>
          <a:off x="0" y="310787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7E91A-E942-42ED-8369-E4ADB67E7BCE}">
      <dsp:nvSpPr>
        <dsp:cNvPr id="0" name=""/>
        <dsp:cNvSpPr/>
      </dsp:nvSpPr>
      <dsp:spPr>
        <a:xfrm>
          <a:off x="0" y="3107870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Плакат </a:t>
          </a:r>
          <a:r>
            <a:rPr lang="ru-RU" sz="1700" b="0" i="0" kern="1200" dirty="0" err="1"/>
            <a:t>присвячено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здобуткам</a:t>
          </a:r>
          <a:r>
            <a:rPr lang="ru-RU" sz="1700" b="0" i="0" kern="1200" dirty="0"/>
            <a:t> у </a:t>
          </a:r>
          <a:r>
            <a:rPr lang="ru-RU" sz="1700" b="0" i="0" kern="1200" dirty="0" err="1"/>
            <a:t>мистецькому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житті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3107870"/>
        <a:ext cx="5181600" cy="621467"/>
      </dsp:txXfrm>
    </dsp:sp>
    <dsp:sp modelId="{7E5BC20E-AC0E-4BF2-9AD9-74FB94F6B49A}">
      <dsp:nvSpPr>
        <dsp:cNvPr id="0" name=""/>
        <dsp:cNvSpPr/>
      </dsp:nvSpPr>
      <dsp:spPr>
        <a:xfrm>
          <a:off x="0" y="3729338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2166A9-91C9-4F74-891D-0F5F3BA2C785}">
      <dsp:nvSpPr>
        <dsp:cNvPr id="0" name=""/>
        <dsp:cNvSpPr/>
      </dsp:nvSpPr>
      <dsp:spPr>
        <a:xfrm>
          <a:off x="0" y="3729338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Плакат </a:t>
          </a:r>
          <a:r>
            <a:rPr lang="ru-RU" sz="1700" b="0" i="0" kern="1200" dirty="0" err="1"/>
            <a:t>стимулює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почуття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патріотизму</a:t>
          </a:r>
          <a:r>
            <a:rPr lang="ru-RU" sz="1700" b="0" i="0" kern="1200" dirty="0"/>
            <a:t>, </a:t>
          </a:r>
          <a:r>
            <a:rPr lang="ru-RU" sz="1700" b="0" i="0" kern="1200" dirty="0" err="1"/>
            <a:t>гордості</a:t>
          </a:r>
          <a:r>
            <a:rPr lang="ru-RU" sz="1700" b="0" i="0" kern="1200" dirty="0"/>
            <a:t> за </a:t>
          </a:r>
          <a:r>
            <a:rPr lang="ru-RU" sz="1700" b="0" i="0" kern="1200" dirty="0" err="1"/>
            <a:t>країну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3729338"/>
        <a:ext cx="5181600" cy="6214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E73CE-5123-436A-A059-66D6DF07098D}">
      <dsp:nvSpPr>
        <dsp:cNvPr id="0" name=""/>
        <dsp:cNvSpPr/>
      </dsp:nvSpPr>
      <dsp:spPr>
        <a:xfrm>
          <a:off x="0" y="53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2B0E2-DC96-4DED-834C-F9914C917625}">
      <dsp:nvSpPr>
        <dsp:cNvPr id="0" name=""/>
        <dsp:cNvSpPr/>
      </dsp:nvSpPr>
      <dsp:spPr>
        <a:xfrm>
          <a:off x="0" y="531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/>
            <a:t>Марка має викривальний, сатиричний характер.</a:t>
          </a:r>
          <a:endParaRPr lang="uk-UA" sz="1700" kern="1200"/>
        </a:p>
      </dsp:txBody>
      <dsp:txXfrm>
        <a:off x="0" y="531"/>
        <a:ext cx="5181600" cy="621467"/>
      </dsp:txXfrm>
    </dsp:sp>
    <dsp:sp modelId="{9795F740-6411-4C69-93BA-66F1D5ECBF73}">
      <dsp:nvSpPr>
        <dsp:cNvPr id="0" name=""/>
        <dsp:cNvSpPr/>
      </dsp:nvSpPr>
      <dsp:spPr>
        <a:xfrm>
          <a:off x="0" y="621999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F421F8-F79C-4ED9-B84C-0DEC0A51B251}">
      <dsp:nvSpPr>
        <dsp:cNvPr id="0" name=""/>
        <dsp:cNvSpPr/>
      </dsp:nvSpPr>
      <dsp:spPr>
        <a:xfrm>
          <a:off x="0" y="621999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Марка </a:t>
          </a:r>
          <a:r>
            <a:rPr lang="ru-RU" sz="1700" b="0" i="0" kern="1200" dirty="0" err="1"/>
            <a:t>відображає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трудовий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ентузіазм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працівників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621999"/>
        <a:ext cx="5181600" cy="621467"/>
      </dsp:txXfrm>
    </dsp:sp>
    <dsp:sp modelId="{DF91B329-CDB3-4116-BC86-FB9DCCE20023}">
      <dsp:nvSpPr>
        <dsp:cNvPr id="0" name=""/>
        <dsp:cNvSpPr/>
      </dsp:nvSpPr>
      <dsp:spPr>
        <a:xfrm>
          <a:off x="0" y="1243467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312431-92E2-43D1-A076-9410CD038E76}">
      <dsp:nvSpPr>
        <dsp:cNvPr id="0" name=""/>
        <dsp:cNvSpPr/>
      </dsp:nvSpPr>
      <dsp:spPr>
        <a:xfrm>
          <a:off x="0" y="1243467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Марка </a:t>
          </a:r>
          <a:r>
            <a:rPr lang="ru-RU" sz="1700" b="0" i="0" kern="1200" dirty="0" err="1"/>
            <a:t>присвячена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здобуткам</a:t>
          </a:r>
          <a:r>
            <a:rPr lang="ru-RU" sz="1700" b="0" i="0" kern="1200" dirty="0"/>
            <a:t> у культурному </a:t>
          </a:r>
          <a:r>
            <a:rPr lang="ru-RU" sz="1700" b="0" i="0" kern="1200" dirty="0" err="1"/>
            <a:t>житті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1243467"/>
        <a:ext cx="5181600" cy="621467"/>
      </dsp:txXfrm>
    </dsp:sp>
    <dsp:sp modelId="{09BDA0CB-4AE1-4DBC-9FBC-B81E18E755FD}">
      <dsp:nvSpPr>
        <dsp:cNvPr id="0" name=""/>
        <dsp:cNvSpPr/>
      </dsp:nvSpPr>
      <dsp:spPr>
        <a:xfrm>
          <a:off x="0" y="1864935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A0688-8030-42DA-940D-452C853B25FC}">
      <dsp:nvSpPr>
        <dsp:cNvPr id="0" name=""/>
        <dsp:cNvSpPr/>
      </dsp:nvSpPr>
      <dsp:spPr>
        <a:xfrm>
          <a:off x="0" y="1864935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Марка </a:t>
          </a:r>
          <a:r>
            <a:rPr lang="ru-RU" sz="1700" b="0" i="0" kern="1200" dirty="0" err="1"/>
            <a:t>пропагує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переваги</a:t>
          </a:r>
          <a:r>
            <a:rPr lang="ru-RU" sz="1700" b="0" i="0" kern="1200" dirty="0"/>
            <a:t> здорового способу </a:t>
          </a:r>
          <a:r>
            <a:rPr lang="ru-RU" sz="1700" b="0" i="0" kern="1200" dirty="0" err="1"/>
            <a:t>життя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1864935"/>
        <a:ext cx="5181600" cy="621467"/>
      </dsp:txXfrm>
    </dsp:sp>
    <dsp:sp modelId="{DBD1860A-6C5E-42F0-98B6-EF5BDADCC32E}">
      <dsp:nvSpPr>
        <dsp:cNvPr id="0" name=""/>
        <dsp:cNvSpPr/>
      </dsp:nvSpPr>
      <dsp:spPr>
        <a:xfrm>
          <a:off x="0" y="2486402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5104A2-C9F4-4961-9678-EEFE5E8BFB3C}">
      <dsp:nvSpPr>
        <dsp:cNvPr id="0" name=""/>
        <dsp:cNvSpPr/>
      </dsp:nvSpPr>
      <dsp:spPr>
        <a:xfrm>
          <a:off x="0" y="2486402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Марку створено для </a:t>
          </a:r>
          <a:r>
            <a:rPr lang="ru-RU" sz="1700" b="0" i="0" kern="1200" dirty="0" err="1"/>
            <a:t>підтримки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однієї</a:t>
          </a:r>
          <a:r>
            <a:rPr lang="ru-RU" sz="1700" b="0" i="0" kern="1200" dirty="0"/>
            <a:t> з </a:t>
          </a:r>
          <a:r>
            <a:rPr lang="ru-RU" sz="1700" b="0" i="0" kern="1200" dirty="0" err="1"/>
            <a:t>кампаній</a:t>
          </a:r>
          <a:r>
            <a:rPr lang="ru-RU" sz="1700" b="0" i="0" kern="1200" dirty="0"/>
            <a:t> «</a:t>
          </a:r>
          <a:r>
            <a:rPr lang="ru-RU" sz="1700" b="0" i="0" kern="1200" dirty="0" err="1"/>
            <a:t>перебудови</a:t>
          </a:r>
          <a:r>
            <a:rPr lang="ru-RU" sz="1700" b="0" i="0" kern="1200" dirty="0"/>
            <a:t>».</a:t>
          </a:r>
          <a:endParaRPr lang="uk-UA" sz="1700" kern="1200" dirty="0"/>
        </a:p>
      </dsp:txBody>
      <dsp:txXfrm>
        <a:off x="0" y="2486402"/>
        <a:ext cx="5181600" cy="621467"/>
      </dsp:txXfrm>
    </dsp:sp>
    <dsp:sp modelId="{50AAFEBE-E8F4-4B4E-B9DF-DCAF05F2240F}">
      <dsp:nvSpPr>
        <dsp:cNvPr id="0" name=""/>
        <dsp:cNvSpPr/>
      </dsp:nvSpPr>
      <dsp:spPr>
        <a:xfrm>
          <a:off x="0" y="310787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272B50-1C16-4C03-821C-C1F77C341DA7}">
      <dsp:nvSpPr>
        <dsp:cNvPr id="0" name=""/>
        <dsp:cNvSpPr/>
      </dsp:nvSpPr>
      <dsp:spPr>
        <a:xfrm>
          <a:off x="0" y="3107870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Марка мала </a:t>
          </a:r>
          <a:r>
            <a:rPr lang="ru-RU" sz="1700" b="0" i="0" kern="1200" dirty="0" err="1"/>
            <a:t>стимулювати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патріотичні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почуття</a:t>
          </a:r>
          <a:r>
            <a:rPr lang="ru-RU" sz="1700" b="0" i="0" kern="1200" dirty="0"/>
            <a:t>, </a:t>
          </a:r>
          <a:r>
            <a:rPr lang="ru-RU" sz="1700" b="0" i="0" kern="1200" dirty="0" err="1"/>
            <a:t>гордість</a:t>
          </a:r>
          <a:r>
            <a:rPr lang="ru-RU" sz="1700" b="0" i="0" kern="1200" dirty="0"/>
            <a:t> за </a:t>
          </a:r>
          <a:r>
            <a:rPr lang="ru-RU" sz="1700" b="0" i="0" kern="1200" dirty="0" err="1"/>
            <a:t>країну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3107870"/>
        <a:ext cx="5181600" cy="621467"/>
      </dsp:txXfrm>
    </dsp:sp>
    <dsp:sp modelId="{16FC4C58-47E5-4805-9D5A-3AEA612D30DB}">
      <dsp:nvSpPr>
        <dsp:cNvPr id="0" name=""/>
        <dsp:cNvSpPr/>
      </dsp:nvSpPr>
      <dsp:spPr>
        <a:xfrm>
          <a:off x="0" y="3729338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030EA5-553E-438E-BC2D-358AF6E307DD}">
      <dsp:nvSpPr>
        <dsp:cNvPr id="0" name=""/>
        <dsp:cNvSpPr/>
      </dsp:nvSpPr>
      <dsp:spPr>
        <a:xfrm>
          <a:off x="0" y="3729338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b="0" i="0" kern="1200" dirty="0"/>
            <a:t>Марка </a:t>
          </a:r>
          <a:r>
            <a:rPr lang="ru-RU" sz="1700" b="0" i="0" kern="1200" dirty="0" err="1"/>
            <a:t>акцентує</a:t>
          </a:r>
          <a:r>
            <a:rPr lang="ru-RU" sz="1700" b="0" i="0" kern="1200" dirty="0"/>
            <a:t> </a:t>
          </a:r>
          <a:r>
            <a:rPr lang="ru-RU" sz="1700" b="0" i="0" kern="1200" dirty="0" err="1"/>
            <a:t>увагу</a:t>
          </a:r>
          <a:r>
            <a:rPr lang="ru-RU" sz="1700" b="0" i="0" kern="1200" dirty="0"/>
            <a:t> на </a:t>
          </a:r>
          <a:r>
            <a:rPr lang="ru-RU" sz="1700" b="0" i="0" kern="1200" dirty="0" err="1"/>
            <a:t>існуванні</a:t>
          </a:r>
          <a:r>
            <a:rPr lang="ru-RU" sz="1700" b="0" i="0" kern="1200" dirty="0"/>
            <a:t> в </a:t>
          </a:r>
          <a:r>
            <a:rPr lang="ru-RU" sz="1700" b="0" i="0" kern="1200" dirty="0" err="1"/>
            <a:t>суспільстві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проблеми</a:t>
          </a:r>
          <a:r>
            <a:rPr lang="ru-RU" sz="1700" b="0" i="0" kern="1200" dirty="0"/>
            <a:t> </a:t>
          </a:r>
          <a:r>
            <a:rPr lang="ru-RU" sz="1700" b="0" i="0" kern="1200" dirty="0" err="1"/>
            <a:t>алкоголізму</a:t>
          </a:r>
          <a:r>
            <a:rPr lang="ru-RU" sz="1700" b="0" i="0" kern="1200" dirty="0"/>
            <a:t>.</a:t>
          </a:r>
          <a:endParaRPr lang="uk-UA" sz="1700" kern="1200" dirty="0"/>
        </a:p>
      </dsp:txBody>
      <dsp:txXfrm>
        <a:off x="0" y="3729338"/>
        <a:ext cx="5181600" cy="62146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BC9D4-A445-4B10-8E1F-544DFDD49F93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розквіт епохи «застою».</a:t>
          </a:r>
          <a:endParaRPr lang="uk-UA" sz="2300" kern="1200"/>
        </a:p>
      </dsp:txBody>
      <dsp:txXfrm rot="10800000">
        <a:off x="1312047" y="1421"/>
        <a:ext cx="3223699" cy="888259"/>
      </dsp:txXfrm>
    </dsp:sp>
    <dsp:sp modelId="{4C1205E6-18B8-4689-A770-07C44ABC7A49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609BB9-14D6-4AF1-9F12-2B3612C83793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запровадження</a:t>
          </a:r>
          <a:r>
            <a:rPr lang="ru-RU" sz="2300" b="0" i="0" kern="1200" dirty="0"/>
            <a:t> </a:t>
          </a:r>
          <a:r>
            <a:rPr lang="ru-RU" sz="2300" b="0" i="0" kern="1200" dirty="0" err="1"/>
            <a:t>політики</a:t>
          </a:r>
          <a:r>
            <a:rPr lang="ru-RU" sz="2300" b="0" i="0" kern="1200" dirty="0"/>
            <a:t> «</a:t>
          </a:r>
          <a:r>
            <a:rPr lang="ru-RU" sz="2300" b="0" i="0" kern="1200" dirty="0" err="1"/>
            <a:t>гласності</a:t>
          </a:r>
          <a:r>
            <a:rPr lang="ru-RU" sz="2300" b="0" i="0" kern="1200" dirty="0"/>
            <a:t>».</a:t>
          </a:r>
          <a:endParaRPr lang="uk-UA" sz="2300" kern="1200" dirty="0"/>
        </a:p>
      </dsp:txBody>
      <dsp:txXfrm rot="10800000">
        <a:off x="1312047" y="1154833"/>
        <a:ext cx="3223699" cy="888259"/>
      </dsp:txXfrm>
    </dsp:sp>
    <dsp:sp modelId="{D81E7A2D-5F31-495D-8F77-C0B4EB1BDDE5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06D20-C814-4D7A-BE0C-75824A6E061B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/>
            <a:t>провал </a:t>
          </a:r>
          <a:r>
            <a:rPr lang="ru-RU" sz="2300" b="0" i="0" kern="1200" dirty="0" err="1"/>
            <a:t>політики</a:t>
          </a:r>
          <a:r>
            <a:rPr lang="ru-RU" sz="2300" b="0" i="0" kern="1200" dirty="0"/>
            <a:t> «</a:t>
          </a:r>
          <a:r>
            <a:rPr lang="ru-RU" sz="2300" b="0" i="0" kern="1200" dirty="0" err="1"/>
            <a:t>перебудови</a:t>
          </a:r>
          <a:r>
            <a:rPr lang="ru-RU" sz="2300" b="0" i="0" kern="1200" dirty="0"/>
            <a:t>».</a:t>
          </a:r>
          <a:endParaRPr lang="uk-UA" sz="2300" kern="1200" dirty="0"/>
        </a:p>
      </dsp:txBody>
      <dsp:txXfrm rot="10800000">
        <a:off x="1312047" y="2308245"/>
        <a:ext cx="3223699" cy="888259"/>
      </dsp:txXfrm>
    </dsp:sp>
    <dsp:sp modelId="{C6DCDC18-4ADC-47A1-A7A7-867BB0BB65BE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CE12F-1C49-44D6-A8BD-EC48E7FD7799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 dirty="0" err="1"/>
            <a:t>занепад</a:t>
          </a:r>
          <a:r>
            <a:rPr lang="ru-RU" sz="2300" b="0" i="0" kern="1200" dirty="0"/>
            <a:t> «</a:t>
          </a:r>
          <a:r>
            <a:rPr lang="ru-RU" sz="2300" b="0" i="0" kern="1200" dirty="0" err="1"/>
            <a:t>самвидаву</a:t>
          </a:r>
          <a:r>
            <a:rPr lang="ru-RU" sz="2300" b="0" i="0" kern="1200" dirty="0"/>
            <a:t>».</a:t>
          </a:r>
          <a:endParaRPr lang="uk-UA" sz="2300" kern="1200" dirty="0"/>
        </a:p>
      </dsp:txBody>
      <dsp:txXfrm rot="10800000">
        <a:off x="1312047" y="3461657"/>
        <a:ext cx="3223699" cy="888259"/>
      </dsp:txXfrm>
    </dsp:sp>
    <dsp:sp modelId="{A74F0108-96C2-4CD8-8FE3-C5ABA930F6EF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4C95E3-A0CA-466C-9822-A62181E6ED6E}">
      <dsp:nvSpPr>
        <dsp:cNvPr id="0" name=""/>
        <dsp:cNvSpPr/>
      </dsp:nvSpPr>
      <dsp:spPr>
        <a:xfrm>
          <a:off x="0" y="3177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квітень 1985 р.</a:t>
          </a:r>
          <a:endParaRPr lang="uk-UA" sz="4100" kern="1200"/>
        </a:p>
      </dsp:txBody>
      <dsp:txXfrm>
        <a:off x="48005" y="79784"/>
        <a:ext cx="5085590" cy="887374"/>
      </dsp:txXfrm>
    </dsp:sp>
    <dsp:sp modelId="{7F9A41F8-4B35-498B-B9C8-096EB8E03309}">
      <dsp:nvSpPr>
        <dsp:cNvPr id="0" name=""/>
        <dsp:cNvSpPr/>
      </dsp:nvSpPr>
      <dsp:spPr>
        <a:xfrm>
          <a:off x="0" y="113324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вересень 1989 р.</a:t>
          </a:r>
          <a:endParaRPr lang="uk-UA" sz="4100" kern="1200" dirty="0"/>
        </a:p>
      </dsp:txBody>
      <dsp:txXfrm>
        <a:off x="48005" y="1181249"/>
        <a:ext cx="5085590" cy="887374"/>
      </dsp:txXfrm>
    </dsp:sp>
    <dsp:sp modelId="{5E471E97-7A47-498E-A57A-83E82215020B}">
      <dsp:nvSpPr>
        <dsp:cNvPr id="0" name=""/>
        <dsp:cNvSpPr/>
      </dsp:nvSpPr>
      <dsp:spPr>
        <a:xfrm>
          <a:off x="0" y="223470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березень 1990 р.</a:t>
          </a:r>
          <a:endParaRPr lang="uk-UA" sz="4100" kern="1200" dirty="0"/>
        </a:p>
      </dsp:txBody>
      <dsp:txXfrm>
        <a:off x="48005" y="2282714"/>
        <a:ext cx="5085590" cy="887374"/>
      </dsp:txXfrm>
    </dsp:sp>
    <dsp:sp modelId="{BB80C59E-5CBB-4B52-B5B5-1071243CA907}">
      <dsp:nvSpPr>
        <dsp:cNvPr id="0" name=""/>
        <dsp:cNvSpPr/>
      </dsp:nvSpPr>
      <dsp:spPr>
        <a:xfrm>
          <a:off x="0" y="333617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липень 1991 р.</a:t>
          </a:r>
          <a:endParaRPr lang="uk-UA" sz="4100" kern="1200" dirty="0"/>
        </a:p>
      </dsp:txBody>
      <dsp:txXfrm>
        <a:off x="48005" y="3384179"/>
        <a:ext cx="5085590" cy="88737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438EAC-033E-4311-B8DC-EEFACA89D11D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«відлига»</a:t>
          </a:r>
          <a:endParaRPr lang="uk-UA" sz="2400" kern="1200"/>
        </a:p>
      </dsp:txBody>
      <dsp:txXfrm rot="10800000">
        <a:off x="1312047" y="1421"/>
        <a:ext cx="3223699" cy="888259"/>
      </dsp:txXfrm>
    </dsp:sp>
    <dsp:sp modelId="{1ECD2E8F-044C-42BA-BAE0-9A4878EBCE75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B08FB1-8751-44A7-A24E-CCE6B6DE9F57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«застій»</a:t>
          </a:r>
          <a:endParaRPr lang="uk-UA" sz="2400" kern="1200"/>
        </a:p>
      </dsp:txBody>
      <dsp:txXfrm rot="10800000">
        <a:off x="1312047" y="1154833"/>
        <a:ext cx="3223699" cy="888259"/>
      </dsp:txXfrm>
    </dsp:sp>
    <dsp:sp modelId="{E4319BF5-2CED-478C-9901-E85C531E130B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34C806-4149-4462-AD14-8CDE527B44B2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«перебудова»</a:t>
          </a:r>
          <a:endParaRPr lang="uk-UA" sz="2400" kern="1200"/>
        </a:p>
      </dsp:txBody>
      <dsp:txXfrm rot="10800000">
        <a:off x="1312047" y="2308245"/>
        <a:ext cx="3223699" cy="888259"/>
      </dsp:txXfrm>
    </dsp:sp>
    <dsp:sp modelId="{6B78A7C9-3D3A-4F83-B600-E7EA5C259ED8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C5108-7D9E-47C4-B18C-29BE8ECFD83B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400" b="0" i="0" kern="1200"/>
            <a:t>«незалежність»</a:t>
          </a:r>
          <a:endParaRPr lang="uk-UA" sz="2400" kern="1200"/>
        </a:p>
      </dsp:txBody>
      <dsp:txXfrm rot="10800000">
        <a:off x="1312047" y="3461657"/>
        <a:ext cx="3223699" cy="888259"/>
      </dsp:txXfrm>
    </dsp:sp>
    <dsp:sp modelId="{33753869-A3CA-44E1-9D2C-EE112211C0B4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78DD8-DE48-4D4A-8586-9D5A5B5DDFC1}">
      <dsp:nvSpPr>
        <dsp:cNvPr id="0" name=""/>
        <dsp:cNvSpPr/>
      </dsp:nvSpPr>
      <dsp:spPr>
        <a:xfrm>
          <a:off x="0" y="87668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/>
            <a:t>«В Україні… понад мільйон осіб, винних у порушенні антиалкогольного законодавства, зазнали адміністративних стягнень. У Закарпатті та в Криму знищили виноградники унікальних сортів...»</a:t>
          </a:r>
          <a:endParaRPr lang="uk-UA" sz="2000" kern="1200"/>
        </a:p>
      </dsp:txBody>
      <dsp:txXfrm>
        <a:off x="100522" y="188190"/>
        <a:ext cx="4980556" cy="1858156"/>
      </dsp:txXfrm>
    </dsp:sp>
    <dsp:sp modelId="{1B6A224F-6928-422B-836F-6C3E3B8E19D4}">
      <dsp:nvSpPr>
        <dsp:cNvPr id="0" name=""/>
        <dsp:cNvSpPr/>
      </dsp:nvSpPr>
      <dsp:spPr>
        <a:xfrm>
          <a:off x="0" y="2204469"/>
          <a:ext cx="5181600" cy="2059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1" kern="1200"/>
            <a:t>«Характерним для цього періоду було суттєве зниження плану заготівель зерна, підвищення у 1,5–2 рази цін на сільськогосподарську продукцію, збільшення капіталовкладень у сільське господарство...»</a:t>
          </a:r>
          <a:endParaRPr lang="uk-UA" sz="2000" kern="1200"/>
        </a:p>
      </dsp:txBody>
      <dsp:txXfrm>
        <a:off x="100522" y="2304991"/>
        <a:ext cx="4980556" cy="185815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E321FB-D600-4028-8C83-479219F1C90E}">
      <dsp:nvSpPr>
        <dsp:cNvPr id="0" name=""/>
        <dsp:cNvSpPr/>
      </dsp:nvSpPr>
      <dsp:spPr>
        <a:xfrm>
          <a:off x="0" y="90594"/>
          <a:ext cx="5181600" cy="205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«За оцінками експертів у вітчизняному виробництві частка тіньового сектора фактично зрівнялась з часткою офіційною. Це явище супроводжувалося зростанням обсягів нелегального вивозу капіталу...»</a:t>
          </a:r>
          <a:endParaRPr lang="uk-UA" sz="2000" kern="1200"/>
        </a:p>
      </dsp:txBody>
      <dsp:txXfrm>
        <a:off x="100379" y="190973"/>
        <a:ext cx="4980842" cy="1855517"/>
      </dsp:txXfrm>
    </dsp:sp>
    <dsp:sp modelId="{13E89D79-ADF8-4169-8EF6-73E665C4FEE0}">
      <dsp:nvSpPr>
        <dsp:cNvPr id="0" name=""/>
        <dsp:cNvSpPr/>
      </dsp:nvSpPr>
      <dsp:spPr>
        <a:xfrm>
          <a:off x="0" y="2204469"/>
          <a:ext cx="5181600" cy="20562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000" b="0" i="1" kern="1200"/>
            <a:t>«Продукція соціалістичної індустрії України зросла вдвоє. Почали діяти нові підприємства (Запорізький комбінат, Новокраматорський машинобудівний завод, Криворізький металургійний завод)…»</a:t>
          </a:r>
          <a:endParaRPr lang="uk-UA" sz="2000" kern="1200"/>
        </a:p>
      </dsp:txBody>
      <dsp:txXfrm>
        <a:off x="100379" y="2304848"/>
        <a:ext cx="4980842" cy="185551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A2F09-90B6-449B-A542-44F40AA3D703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Відсутність політичної культури.</a:t>
          </a:r>
          <a:endParaRPr lang="uk-UA" sz="2500" kern="1200"/>
        </a:p>
      </dsp:txBody>
      <dsp:txXfrm>
        <a:off x="48481" y="129892"/>
        <a:ext cx="5084638" cy="896166"/>
      </dsp:txXfrm>
    </dsp:sp>
    <dsp:sp modelId="{38CA346D-536C-44FB-995B-B3819E620BFD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Політична консолідація суспільства.</a:t>
          </a:r>
          <a:endParaRPr lang="uk-UA" sz="2500" kern="1200"/>
        </a:p>
      </dsp:txBody>
      <dsp:txXfrm>
        <a:off x="48481" y="1195021"/>
        <a:ext cx="5084638" cy="896166"/>
      </dsp:txXfrm>
    </dsp:sp>
    <dsp:sp modelId="{D4290CCE-9CE8-4197-8CA7-29F47ABA67BF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Формування багатопартійної системи.</a:t>
          </a:r>
          <a:endParaRPr lang="uk-UA" sz="2500" kern="1200"/>
        </a:p>
      </dsp:txBody>
      <dsp:txXfrm>
        <a:off x="48481" y="2260150"/>
        <a:ext cx="5084638" cy="896166"/>
      </dsp:txXfrm>
    </dsp:sp>
    <dsp:sp modelId="{90E592D2-1E4E-4424-877B-76E10CFB073E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Зростання відповідальності різних соціальних груп.</a:t>
          </a:r>
          <a:endParaRPr lang="uk-UA" sz="2500" kern="1200"/>
        </a:p>
      </dsp:txBody>
      <dsp:txXfrm>
        <a:off x="48481" y="3325278"/>
        <a:ext cx="5084638" cy="89616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18892-BBC4-4C08-A553-216C4C661934}">
      <dsp:nvSpPr>
        <dsp:cNvPr id="0" name=""/>
        <dsp:cNvSpPr/>
      </dsp:nvSpPr>
      <dsp:spPr>
        <a:xfrm>
          <a:off x="0" y="81411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«надпрограм» М. Хрущова.</a:t>
          </a:r>
          <a:endParaRPr lang="uk-UA" sz="2500" kern="1200"/>
        </a:p>
      </dsp:txBody>
      <dsp:txXfrm>
        <a:off x="48481" y="129892"/>
        <a:ext cx="5084638" cy="896166"/>
      </dsp:txXfrm>
    </dsp:sp>
    <dsp:sp modelId="{729F9E62-DAEF-4930-9902-CD9ADA5C70D5}">
      <dsp:nvSpPr>
        <dsp:cNvPr id="0" name=""/>
        <dsp:cNvSpPr/>
      </dsp:nvSpPr>
      <dsp:spPr>
        <a:xfrm>
          <a:off x="0" y="1146540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економічної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реформи</a:t>
          </a:r>
          <a:r>
            <a:rPr lang="ru-RU" sz="2500" b="0" i="0" kern="1200" dirty="0"/>
            <a:t> О. </a:t>
          </a:r>
          <a:r>
            <a:rPr lang="ru-RU" sz="2500" b="0" i="0" kern="1200" dirty="0" err="1"/>
            <a:t>Косигіна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1195021"/>
        <a:ext cx="5084638" cy="896166"/>
      </dsp:txXfrm>
    </dsp:sp>
    <dsp:sp modelId="{01BE5C17-03BA-4E12-97A0-8CB6A3B07998}">
      <dsp:nvSpPr>
        <dsp:cNvPr id="0" name=""/>
        <dsp:cNvSpPr/>
      </dsp:nvSpPr>
      <dsp:spPr>
        <a:xfrm>
          <a:off x="0" y="2211669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продовольчої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програми</a:t>
          </a:r>
          <a:r>
            <a:rPr lang="ru-RU" sz="2500" b="0" i="0" kern="1200" dirty="0"/>
            <a:t> Л. </a:t>
          </a:r>
          <a:r>
            <a:rPr lang="ru-RU" sz="2500" b="0" i="0" kern="1200" dirty="0" err="1"/>
            <a:t>Брежнєва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2260150"/>
        <a:ext cx="5084638" cy="896166"/>
      </dsp:txXfrm>
    </dsp:sp>
    <dsp:sp modelId="{D204068F-DF29-4517-BC82-CAF88C369884}">
      <dsp:nvSpPr>
        <dsp:cNvPr id="0" name=""/>
        <dsp:cNvSpPr/>
      </dsp:nvSpPr>
      <dsp:spPr>
        <a:xfrm>
          <a:off x="0" y="3276797"/>
          <a:ext cx="518160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політики</a:t>
          </a:r>
          <a:r>
            <a:rPr lang="ru-RU" sz="2500" b="0" i="0" kern="1200" dirty="0"/>
            <a:t> «</a:t>
          </a:r>
          <a:r>
            <a:rPr lang="ru-RU" sz="2500" b="0" i="0" kern="1200" dirty="0" err="1"/>
            <a:t>перебудови</a:t>
          </a:r>
          <a:r>
            <a:rPr lang="ru-RU" sz="2500" b="0" i="0" kern="1200" dirty="0"/>
            <a:t>» М. </a:t>
          </a:r>
          <a:r>
            <a:rPr lang="ru-RU" sz="2500" b="0" i="0" kern="1200" dirty="0" err="1"/>
            <a:t>Горбачова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481" y="3325278"/>
        <a:ext cx="5084638" cy="89616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08917A-17B6-4195-BC0E-9A65EF27469B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упровадження однієї з «надпрограм» М. Хрущова.</a:t>
          </a:r>
          <a:endParaRPr lang="uk-UA" sz="2500" kern="1200"/>
        </a:p>
      </dsp:txBody>
      <dsp:txXfrm>
        <a:off x="48547" y="127216"/>
        <a:ext cx="5084506" cy="897406"/>
      </dsp:txXfrm>
    </dsp:sp>
    <dsp:sp modelId="{D1697390-240F-423D-8480-5428542D5C1B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здійснення економічних «реформ О. </a:t>
          </a:r>
          <a:r>
            <a:rPr lang="uk-UA" sz="2500" b="0" i="0" kern="1200" dirty="0" err="1"/>
            <a:t>Косигіна</a:t>
          </a:r>
          <a:r>
            <a:rPr lang="uk-UA" sz="2500" b="0" i="0" kern="1200" dirty="0"/>
            <a:t>».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4FB2C960-1AEE-46A4-8FFA-1B4BDEB9F2C7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виконання Продовольчої програми Л. Брежнєва.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5BD23D1D-C142-4C49-81C9-A1FDF7D9326E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реалізації політики «перебудови» М. Горбачова.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892DF5-81FC-4953-88BD-F34BE99561AB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проблеми реалізації курсу на перебудову.</a:t>
          </a:r>
          <a:endParaRPr lang="uk-UA" sz="2500" kern="1200"/>
        </a:p>
      </dsp:txBody>
      <dsp:txXfrm>
        <a:off x="48547" y="127216"/>
        <a:ext cx="5084506" cy="897406"/>
      </dsp:txXfrm>
    </dsp:sp>
    <dsp:sp modelId="{FA887C12-AC80-416B-A665-4B51F60CA9D3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головний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здобуток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перебудови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7AABB8C8-637F-404A-BE06-DEBDE6843749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успішність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процесу</a:t>
          </a:r>
          <a:r>
            <a:rPr lang="ru-RU" sz="2500" b="0" i="0" kern="1200" dirty="0"/>
            <a:t> </a:t>
          </a:r>
          <a:r>
            <a:rPr lang="ru-RU" sz="2500" b="0" i="0" kern="1200" dirty="0" err="1"/>
            <a:t>перебудови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F7AB0F86-A374-4015-92D4-03A50376DD54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 dirty="0" err="1"/>
            <a:t>незмінність</a:t>
          </a:r>
          <a:r>
            <a:rPr lang="ru-RU" sz="2500" b="0" i="0" kern="1200" dirty="0"/>
            <a:t> курсу на </a:t>
          </a:r>
          <a:r>
            <a:rPr lang="ru-RU" sz="2500" b="0" i="0" kern="1200" dirty="0" err="1"/>
            <a:t>перебудову</a:t>
          </a:r>
          <a:r>
            <a:rPr lang="ru-RU" sz="2500" b="0" i="0" kern="1200" dirty="0"/>
            <a:t>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C5043E-7EB7-4010-B02F-20A2F788344E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1983 р.</a:t>
          </a:r>
          <a:endParaRPr lang="uk-UA" sz="4100" kern="1200"/>
        </a:p>
      </dsp:txBody>
      <dsp:txXfrm rot="10800000">
        <a:off x="1312047" y="1421"/>
        <a:ext cx="3223699" cy="888259"/>
      </dsp:txXfrm>
    </dsp:sp>
    <dsp:sp modelId="{FD0F1B07-4EF3-4764-9145-74C37BC0E55E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459274-DA99-4CAB-BB4E-0ED9D1F43490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1986 р.</a:t>
          </a:r>
          <a:endParaRPr lang="uk-UA" sz="4100" kern="1200" dirty="0"/>
        </a:p>
      </dsp:txBody>
      <dsp:txXfrm rot="10800000">
        <a:off x="1312047" y="1154833"/>
        <a:ext cx="3223699" cy="888259"/>
      </dsp:txXfrm>
    </dsp:sp>
    <dsp:sp modelId="{704970A3-70B1-4965-9EDB-91F26B402EB6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7250C-C3EB-413A-B34C-9A4B696FC214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1988 р.</a:t>
          </a:r>
          <a:endParaRPr lang="uk-UA" sz="4100" kern="1200" dirty="0"/>
        </a:p>
      </dsp:txBody>
      <dsp:txXfrm rot="10800000">
        <a:off x="1312047" y="2308245"/>
        <a:ext cx="3223699" cy="888259"/>
      </dsp:txXfrm>
    </dsp:sp>
    <dsp:sp modelId="{589BE2E1-27D5-4E4B-A6B2-2C29A131AA83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E1F4A4-DB58-49C1-830F-D4E7AB78EFA5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1991 р.</a:t>
          </a:r>
          <a:endParaRPr lang="uk-UA" sz="4100" kern="1200" dirty="0"/>
        </a:p>
      </dsp:txBody>
      <dsp:txXfrm rot="10800000">
        <a:off x="1312047" y="3461657"/>
        <a:ext cx="3223699" cy="888259"/>
      </dsp:txXfrm>
    </dsp:sp>
    <dsp:sp modelId="{F778177D-65D5-4E1D-9E6E-E528C5A5F685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8FB822-EF76-4135-8083-336958430EAB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ліквідація наслідків аварії на Чорнобильській АЕС</a:t>
          </a:r>
          <a:endParaRPr lang="uk-UA" sz="2500" kern="1200"/>
        </a:p>
      </dsp:txBody>
      <dsp:txXfrm>
        <a:off x="48547" y="127216"/>
        <a:ext cx="5084506" cy="897406"/>
      </dsp:txXfrm>
    </dsp:sp>
    <dsp:sp modelId="{12DC366F-4CFC-40A1-B81B-F0E91CEFB067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студентські протести під час Революції на граніті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D92ECF2F-FBB8-44BB-827D-1A9BD879286E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масові заворушення в Києві часів Революції Гідності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4BDFE1FE-E9E1-4D4A-B562-CF1829E6A2CB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проведення антитерористичної операції на сході України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E4ED49-9D7E-4B48-8228-B08328452C8F}">
      <dsp:nvSpPr>
        <dsp:cNvPr id="0" name=""/>
        <dsp:cNvSpPr/>
      </dsp:nvSpPr>
      <dsp:spPr>
        <a:xfrm>
          <a:off x="0" y="531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AD635D-76BE-4634-AE81-68CAB6EE4874}">
      <dsp:nvSpPr>
        <dsp:cNvPr id="0" name=""/>
        <dsp:cNvSpPr/>
      </dsp:nvSpPr>
      <dsp:spPr>
        <a:xfrm>
          <a:off x="0" y="531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Обіймав посаду голови Народного Руху України</a:t>
          </a:r>
          <a:endParaRPr lang="uk-UA" sz="1700" kern="1200" dirty="0"/>
        </a:p>
      </dsp:txBody>
      <dsp:txXfrm>
        <a:off x="0" y="531"/>
        <a:ext cx="5181600" cy="621467"/>
      </dsp:txXfrm>
    </dsp:sp>
    <dsp:sp modelId="{969EA9BA-4696-4359-BCA3-95DDC53B674E}">
      <dsp:nvSpPr>
        <dsp:cNvPr id="0" name=""/>
        <dsp:cNvSpPr/>
      </dsp:nvSpPr>
      <dsp:spPr>
        <a:xfrm>
          <a:off x="0" y="621999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DE573C-BCE3-4ADC-8A69-0BDF89FDAEBA}">
      <dsp:nvSpPr>
        <dsp:cNvPr id="0" name=""/>
        <dsp:cNvSpPr/>
      </dsp:nvSpPr>
      <dsp:spPr>
        <a:xfrm>
          <a:off x="0" y="621999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Один із засновників Української Гельсінської спілки</a:t>
          </a:r>
          <a:endParaRPr lang="uk-UA" sz="1700" kern="1200" dirty="0"/>
        </a:p>
      </dsp:txBody>
      <dsp:txXfrm>
        <a:off x="0" y="621999"/>
        <a:ext cx="5181600" cy="621467"/>
      </dsp:txXfrm>
    </dsp:sp>
    <dsp:sp modelId="{AC73E7ED-FAFD-4657-A760-B07FE5875CF8}">
      <dsp:nvSpPr>
        <dsp:cNvPr id="0" name=""/>
        <dsp:cNvSpPr/>
      </dsp:nvSpPr>
      <dsp:spPr>
        <a:xfrm>
          <a:off x="0" y="1243467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F57F3-49F9-4B0D-BF46-3E374E2DC4A0}">
      <dsp:nvSpPr>
        <dsp:cNvPr id="0" name=""/>
        <dsp:cNvSpPr/>
      </dsp:nvSpPr>
      <dsp:spPr>
        <a:xfrm>
          <a:off x="0" y="1243467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Автор книги «Україно наша Радянська»</a:t>
          </a:r>
          <a:endParaRPr lang="uk-UA" sz="1700" kern="1200" dirty="0"/>
        </a:p>
      </dsp:txBody>
      <dsp:txXfrm>
        <a:off x="0" y="1243467"/>
        <a:ext cx="5181600" cy="621467"/>
      </dsp:txXfrm>
    </dsp:sp>
    <dsp:sp modelId="{3DE0F10C-0D88-458D-AB5D-6D0A4E04C7E0}">
      <dsp:nvSpPr>
        <dsp:cNvPr id="0" name=""/>
        <dsp:cNvSpPr/>
      </dsp:nvSpPr>
      <dsp:spPr>
        <a:xfrm>
          <a:off x="0" y="1864935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EFFC19-ABE7-4CE7-AFED-46D3AEF99C05}">
      <dsp:nvSpPr>
        <dsp:cNvPr id="0" name=""/>
        <dsp:cNvSpPr/>
      </dsp:nvSpPr>
      <dsp:spPr>
        <a:xfrm>
          <a:off x="0" y="1864935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Заснував «</a:t>
          </a:r>
          <a:r>
            <a:rPr lang="uk-UA" sz="1700" b="0" i="0" kern="1200" dirty="0" err="1"/>
            <a:t>самвидавський</a:t>
          </a:r>
          <a:r>
            <a:rPr lang="uk-UA" sz="1700" b="0" i="0" kern="1200" dirty="0"/>
            <a:t>» часопис «Український вісник»</a:t>
          </a:r>
          <a:endParaRPr lang="uk-UA" sz="1700" kern="1200" dirty="0"/>
        </a:p>
      </dsp:txBody>
      <dsp:txXfrm>
        <a:off x="0" y="1864935"/>
        <a:ext cx="5181600" cy="621467"/>
      </dsp:txXfrm>
    </dsp:sp>
    <dsp:sp modelId="{959CEDCA-670A-45E8-933D-84949683705B}">
      <dsp:nvSpPr>
        <dsp:cNvPr id="0" name=""/>
        <dsp:cNvSpPr/>
      </dsp:nvSpPr>
      <dsp:spPr>
        <a:xfrm>
          <a:off x="0" y="2486402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72727-FFAF-4E7C-AA1D-1017637C721B}">
      <dsp:nvSpPr>
        <dsp:cNvPr id="0" name=""/>
        <dsp:cNvSpPr/>
      </dsp:nvSpPr>
      <dsp:spPr>
        <a:xfrm>
          <a:off x="0" y="2486402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Позбавлений радянського громадянства та був висланий за кордон</a:t>
          </a:r>
          <a:endParaRPr lang="uk-UA" sz="1700" kern="1200" dirty="0"/>
        </a:p>
      </dsp:txBody>
      <dsp:txXfrm>
        <a:off x="0" y="2486402"/>
        <a:ext cx="5181600" cy="621467"/>
      </dsp:txXfrm>
    </dsp:sp>
    <dsp:sp modelId="{9CBCB7F8-570E-4B4D-83C4-E38A68497C85}">
      <dsp:nvSpPr>
        <dsp:cNvPr id="0" name=""/>
        <dsp:cNvSpPr/>
      </dsp:nvSpPr>
      <dsp:spPr>
        <a:xfrm>
          <a:off x="0" y="3107870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F27AA-681D-46CF-BA41-268448ACBC6F}">
      <dsp:nvSpPr>
        <dsp:cNvPr id="0" name=""/>
        <dsp:cNvSpPr/>
      </dsp:nvSpPr>
      <dsp:spPr>
        <a:xfrm>
          <a:off x="0" y="3107870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Обраний Президентом України в 1991 р.</a:t>
          </a:r>
          <a:endParaRPr lang="uk-UA" sz="1700" kern="1200" dirty="0"/>
        </a:p>
      </dsp:txBody>
      <dsp:txXfrm>
        <a:off x="0" y="3107870"/>
        <a:ext cx="5181600" cy="621467"/>
      </dsp:txXfrm>
    </dsp:sp>
    <dsp:sp modelId="{D47F7F89-3177-4871-84E6-FD3DC9D8FD02}">
      <dsp:nvSpPr>
        <dsp:cNvPr id="0" name=""/>
        <dsp:cNvSpPr/>
      </dsp:nvSpPr>
      <dsp:spPr>
        <a:xfrm>
          <a:off x="0" y="3729338"/>
          <a:ext cx="5181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7950D-9B2C-4FD4-821A-4E519C7B4F23}">
      <dsp:nvSpPr>
        <dsp:cNvPr id="0" name=""/>
        <dsp:cNvSpPr/>
      </dsp:nvSpPr>
      <dsp:spPr>
        <a:xfrm>
          <a:off x="0" y="3729338"/>
          <a:ext cx="5181600" cy="621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700" b="0" i="0" kern="1200" dirty="0"/>
            <a:t>Брав участь у роботі Української робітничо-селянської спілки</a:t>
          </a:r>
          <a:endParaRPr lang="uk-UA" sz="1700" kern="1200" dirty="0"/>
        </a:p>
      </dsp:txBody>
      <dsp:txXfrm>
        <a:off x="0" y="3729338"/>
        <a:ext cx="5181600" cy="62146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B3F4AD-90A9-4A4F-B883-36775860FBD1}">
      <dsp:nvSpPr>
        <dsp:cNvPr id="0" name=""/>
        <dsp:cNvSpPr/>
      </dsp:nvSpPr>
      <dsp:spPr>
        <a:xfrm>
          <a:off x="0" y="3177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квітні 1985 р.</a:t>
          </a:r>
          <a:endParaRPr lang="uk-UA" sz="4100" kern="1200"/>
        </a:p>
      </dsp:txBody>
      <dsp:txXfrm>
        <a:off x="48005" y="79784"/>
        <a:ext cx="5085590" cy="887374"/>
      </dsp:txXfrm>
    </dsp:sp>
    <dsp:sp modelId="{C12A630C-0C2B-4AB0-91F8-0CA99D3A99ED}">
      <dsp:nvSpPr>
        <dsp:cNvPr id="0" name=""/>
        <dsp:cNvSpPr/>
      </dsp:nvSpPr>
      <dsp:spPr>
        <a:xfrm>
          <a:off x="0" y="113324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вересні 1989 р.</a:t>
          </a:r>
          <a:endParaRPr lang="uk-UA" sz="4100" kern="1200"/>
        </a:p>
      </dsp:txBody>
      <dsp:txXfrm>
        <a:off x="48005" y="1181249"/>
        <a:ext cx="5085590" cy="887374"/>
      </dsp:txXfrm>
    </dsp:sp>
    <dsp:sp modelId="{05AADCA1-3A77-4E93-BA54-C2557F4DD875}">
      <dsp:nvSpPr>
        <dsp:cNvPr id="0" name=""/>
        <dsp:cNvSpPr/>
      </dsp:nvSpPr>
      <dsp:spPr>
        <a:xfrm>
          <a:off x="0" y="223470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березні 1990 р.</a:t>
          </a:r>
          <a:endParaRPr lang="uk-UA" sz="4100" kern="1200"/>
        </a:p>
      </dsp:txBody>
      <dsp:txXfrm>
        <a:off x="48005" y="2282714"/>
        <a:ext cx="5085590" cy="887374"/>
      </dsp:txXfrm>
    </dsp:sp>
    <dsp:sp modelId="{F0D5A8D3-B1CA-4015-856B-6BE28A8E31FC}">
      <dsp:nvSpPr>
        <dsp:cNvPr id="0" name=""/>
        <dsp:cNvSpPr/>
      </dsp:nvSpPr>
      <dsp:spPr>
        <a:xfrm>
          <a:off x="0" y="333617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4100" b="0" i="0" kern="1200"/>
            <a:t>грудні 1991 р.</a:t>
          </a:r>
          <a:endParaRPr lang="uk-UA" sz="4100" kern="1200"/>
        </a:p>
      </dsp:txBody>
      <dsp:txXfrm>
        <a:off x="48005" y="3384179"/>
        <a:ext cx="5085590" cy="887374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C5BCAE-69AC-43FF-A54F-8BC05B1A444D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«Активізація дисидентського руху в Україні».</a:t>
          </a:r>
          <a:endParaRPr lang="uk-UA" sz="2500" kern="1200"/>
        </a:p>
      </dsp:txBody>
      <dsp:txXfrm>
        <a:off x="48547" y="127216"/>
        <a:ext cx="5084506" cy="897406"/>
      </dsp:txXfrm>
    </dsp:sp>
    <dsp:sp modelId="{467F9EC9-468F-432D-BDC8-24D9964869D8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«Початок державотворчих процесів в Україні».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BB094012-6F38-4541-BAC4-9AB0A5935B57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«Формування багатопартійної системи в Україні».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A7FE114C-BF7C-4D15-8173-DDE42728AF0F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«Повернення історичної пам’яті народу України».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BBA1F-D3F7-4095-BCF4-70EF08F3AFEE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втілення положень Декларації про державний суверенітет України.</a:t>
          </a:r>
          <a:endParaRPr lang="uk-UA" sz="2500" kern="1200"/>
        </a:p>
      </dsp:txBody>
      <dsp:txXfrm>
        <a:off x="48547" y="127216"/>
        <a:ext cx="5084506" cy="897406"/>
      </dsp:txXfrm>
    </dsp:sp>
    <dsp:sp modelId="{D212DAF6-9FBB-4057-B505-1F88AC200E1E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реалізації рішень Всесоюзного референдуму 17 березня 1991 р.</a:t>
          </a:r>
          <a:endParaRPr lang="uk-UA" sz="2500" kern="1200"/>
        </a:p>
      </dsp:txBody>
      <dsp:txXfrm>
        <a:off x="48547" y="1193716"/>
        <a:ext cx="5084506" cy="897406"/>
      </dsp:txXfrm>
    </dsp:sp>
    <dsp:sp modelId="{BEDDE50E-7598-405A-89C4-17EE55C717B5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впровадження в Україні основних засад політики «перебудови».</a:t>
          </a:r>
          <a:endParaRPr lang="uk-UA" sz="2500" kern="1200"/>
        </a:p>
      </dsp:txBody>
      <dsp:txXfrm>
        <a:off x="48547" y="2260216"/>
        <a:ext cx="5084506" cy="897406"/>
      </dsp:txXfrm>
    </dsp:sp>
    <dsp:sp modelId="{F0655CD9-DBB7-4E01-9D29-3DBC8BFC1485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подолання наслідків державного перевороту 19-24 серпня 1991 р.</a:t>
          </a:r>
          <a:endParaRPr lang="uk-UA" sz="2500" kern="1200"/>
        </a:p>
      </dsp:txBody>
      <dsp:txXfrm>
        <a:off x="48547" y="3326716"/>
        <a:ext cx="5084506" cy="89740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E37357-6456-49BD-895F-BB7050B948F7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запровадження посади Президента України</a:t>
          </a:r>
          <a:endParaRPr lang="uk-UA" sz="2500" kern="1200"/>
        </a:p>
      </dsp:txBody>
      <dsp:txXfrm>
        <a:off x="48547" y="127216"/>
        <a:ext cx="5084506" cy="897406"/>
      </dsp:txXfrm>
    </dsp:sp>
    <dsp:sp modelId="{A860453A-4684-43F4-AEE9-28824467EABF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/>
            <a:t>підтвердження </a:t>
          </a:r>
          <a:r>
            <a:rPr lang="uk-UA" sz="2500" b="0" i="0" kern="1200" dirty="0" err="1"/>
            <a:t>Акта</a:t>
          </a:r>
          <a:r>
            <a:rPr lang="uk-UA" sz="2500" b="0" i="0" kern="1200" dirty="0"/>
            <a:t> проголошення незалежності України</a:t>
          </a:r>
          <a:endParaRPr lang="uk-UA" sz="2500" kern="1200" dirty="0"/>
        </a:p>
      </dsp:txBody>
      <dsp:txXfrm>
        <a:off x="48547" y="1193716"/>
        <a:ext cx="5084506" cy="897406"/>
      </dsp:txXfrm>
    </dsp:sp>
    <dsp:sp modelId="{7C2C6B2C-9FCC-41D6-AAF8-64E0AD6ED8FC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усенародне ухвалення Конституції України</a:t>
          </a:r>
          <a:endParaRPr lang="uk-UA" sz="2500" kern="1200" dirty="0"/>
        </a:p>
      </dsp:txBody>
      <dsp:txXfrm>
        <a:off x="48547" y="2260216"/>
        <a:ext cx="5084506" cy="897406"/>
      </dsp:txXfrm>
    </dsp:sp>
    <dsp:sp modelId="{041850B9-E272-4DEC-961E-2E2190D502E5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2500" b="0" i="0" kern="1200" dirty="0"/>
            <a:t>визнання територіальної цілісності й неподільності України</a:t>
          </a:r>
          <a:endParaRPr lang="uk-UA" sz="2500" kern="1200" dirty="0"/>
        </a:p>
      </dsp:txBody>
      <dsp:txXfrm>
        <a:off x="48547" y="3326716"/>
        <a:ext cx="5084506" cy="897406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257B8-0CA5-4DC0-884C-9B42C28487A5}">
      <dsp:nvSpPr>
        <dsp:cNvPr id="0" name=""/>
        <dsp:cNvSpPr/>
      </dsp:nvSpPr>
      <dsp:spPr>
        <a:xfrm>
          <a:off x="0" y="3177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1985 р.</a:t>
          </a:r>
          <a:endParaRPr lang="uk-UA" sz="4100" kern="1200"/>
        </a:p>
      </dsp:txBody>
      <dsp:txXfrm>
        <a:off x="48005" y="79784"/>
        <a:ext cx="5085590" cy="887374"/>
      </dsp:txXfrm>
    </dsp:sp>
    <dsp:sp modelId="{E3B03311-BFC0-428F-BE2B-13D934F3F8A9}">
      <dsp:nvSpPr>
        <dsp:cNvPr id="0" name=""/>
        <dsp:cNvSpPr/>
      </dsp:nvSpPr>
      <dsp:spPr>
        <a:xfrm>
          <a:off x="0" y="113324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1989 р.</a:t>
          </a:r>
          <a:endParaRPr lang="uk-UA" sz="4100" kern="1200" dirty="0"/>
        </a:p>
      </dsp:txBody>
      <dsp:txXfrm>
        <a:off x="48005" y="1181249"/>
        <a:ext cx="5085590" cy="887374"/>
      </dsp:txXfrm>
    </dsp:sp>
    <dsp:sp modelId="{AD93A322-8229-444D-B735-1C6DD33B7A9A}">
      <dsp:nvSpPr>
        <dsp:cNvPr id="0" name=""/>
        <dsp:cNvSpPr/>
      </dsp:nvSpPr>
      <dsp:spPr>
        <a:xfrm>
          <a:off x="0" y="2234709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1990 р.</a:t>
          </a:r>
          <a:endParaRPr lang="uk-UA" sz="4100" kern="1200" dirty="0"/>
        </a:p>
      </dsp:txBody>
      <dsp:txXfrm>
        <a:off x="48005" y="2282714"/>
        <a:ext cx="5085590" cy="887374"/>
      </dsp:txXfrm>
    </dsp:sp>
    <dsp:sp modelId="{E4C886AC-D8BD-4144-BA4F-6340FF92E4D1}">
      <dsp:nvSpPr>
        <dsp:cNvPr id="0" name=""/>
        <dsp:cNvSpPr/>
      </dsp:nvSpPr>
      <dsp:spPr>
        <a:xfrm>
          <a:off x="0" y="3336174"/>
          <a:ext cx="5181600" cy="9833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1991 р.</a:t>
          </a:r>
          <a:endParaRPr lang="uk-UA" sz="4100" kern="1200"/>
        </a:p>
      </dsp:txBody>
      <dsp:txXfrm>
        <a:off x="48005" y="3384179"/>
        <a:ext cx="5085590" cy="88737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C58892-4B03-4169-A1EF-E193B63A2FBE}">
      <dsp:nvSpPr>
        <dsp:cNvPr id="0" name=""/>
        <dsp:cNvSpPr/>
      </dsp:nvSpPr>
      <dsp:spPr>
        <a:xfrm>
          <a:off x="0" y="78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Закон «Про економічну самостійність Української РСР».</a:t>
          </a:r>
          <a:endParaRPr lang="uk-UA" sz="2500" kern="1200"/>
        </a:p>
      </dsp:txBody>
      <dsp:txXfrm>
        <a:off x="48547" y="127216"/>
        <a:ext cx="5084506" cy="897406"/>
      </dsp:txXfrm>
    </dsp:sp>
    <dsp:sp modelId="{D2C8E3CE-5174-4AA7-BA26-0DE01274A421}">
      <dsp:nvSpPr>
        <dsp:cNvPr id="0" name=""/>
        <dsp:cNvSpPr/>
      </dsp:nvSpPr>
      <dsp:spPr>
        <a:xfrm>
          <a:off x="0" y="1145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Акт проголошення незалежності України.</a:t>
          </a:r>
          <a:endParaRPr lang="uk-UA" sz="2500" kern="1200"/>
        </a:p>
      </dsp:txBody>
      <dsp:txXfrm>
        <a:off x="48547" y="1193716"/>
        <a:ext cx="5084506" cy="897406"/>
      </dsp:txXfrm>
    </dsp:sp>
    <dsp:sp modelId="{B610DAB0-0A0E-44AA-855A-672D4AE6D842}">
      <dsp:nvSpPr>
        <dsp:cNvPr id="0" name=""/>
        <dsp:cNvSpPr/>
      </dsp:nvSpPr>
      <dsp:spPr>
        <a:xfrm>
          <a:off x="0" y="22116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Декларацію про державний суверенітет України.</a:t>
          </a:r>
          <a:endParaRPr lang="uk-UA" sz="2500" kern="1200"/>
        </a:p>
      </dsp:txBody>
      <dsp:txXfrm>
        <a:off x="48547" y="2260216"/>
        <a:ext cx="5084506" cy="897406"/>
      </dsp:txXfrm>
    </dsp:sp>
    <dsp:sp modelId="{80BC75AA-3304-4D92-A3BF-B34D59C58D90}">
      <dsp:nvSpPr>
        <dsp:cNvPr id="0" name=""/>
        <dsp:cNvSpPr/>
      </dsp:nvSpPr>
      <dsp:spPr>
        <a:xfrm>
          <a:off x="0" y="3278169"/>
          <a:ext cx="518160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b="0" i="0" kern="1200"/>
            <a:t>Угоду про створення Співдружності Незалежних Держав.</a:t>
          </a:r>
          <a:endParaRPr lang="uk-UA" sz="2500" kern="1200"/>
        </a:p>
      </dsp:txBody>
      <dsp:txXfrm>
        <a:off x="48547" y="3326716"/>
        <a:ext cx="5084506" cy="897406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C6EA1-3109-4A27-9B15-5B1E697C0C63}">
      <dsp:nvSpPr>
        <dsp:cNvPr id="0" name=""/>
        <dsp:cNvSpPr/>
      </dsp:nvSpPr>
      <dsp:spPr>
        <a:xfrm rot="10800000">
          <a:off x="1089982" y="1421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/>
            <a:t>1991 р.</a:t>
          </a:r>
          <a:endParaRPr lang="uk-UA" sz="4100" kern="1200"/>
        </a:p>
      </dsp:txBody>
      <dsp:txXfrm rot="10800000">
        <a:off x="1312047" y="1421"/>
        <a:ext cx="3223699" cy="888259"/>
      </dsp:txXfrm>
    </dsp:sp>
    <dsp:sp modelId="{9822C630-0116-47A5-938D-CBB8CF7A5705}">
      <dsp:nvSpPr>
        <dsp:cNvPr id="0" name=""/>
        <dsp:cNvSpPr/>
      </dsp:nvSpPr>
      <dsp:spPr>
        <a:xfrm>
          <a:off x="645853" y="1421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E8338A-6D4C-4735-A806-AD401B3F0E56}">
      <dsp:nvSpPr>
        <dsp:cNvPr id="0" name=""/>
        <dsp:cNvSpPr/>
      </dsp:nvSpPr>
      <dsp:spPr>
        <a:xfrm rot="10800000">
          <a:off x="1089982" y="1154833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2010 р.</a:t>
          </a:r>
          <a:endParaRPr lang="uk-UA" sz="4100" kern="1200" dirty="0"/>
        </a:p>
      </dsp:txBody>
      <dsp:txXfrm rot="10800000">
        <a:off x="1312047" y="1154833"/>
        <a:ext cx="3223699" cy="888259"/>
      </dsp:txXfrm>
    </dsp:sp>
    <dsp:sp modelId="{C140F69D-ACD2-4C9D-8E22-529F2A01C79A}">
      <dsp:nvSpPr>
        <dsp:cNvPr id="0" name=""/>
        <dsp:cNvSpPr/>
      </dsp:nvSpPr>
      <dsp:spPr>
        <a:xfrm>
          <a:off x="645853" y="1154833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7D6A0F-4DC8-4212-9691-0EF9456B7C99}">
      <dsp:nvSpPr>
        <dsp:cNvPr id="0" name=""/>
        <dsp:cNvSpPr/>
      </dsp:nvSpPr>
      <dsp:spPr>
        <a:xfrm rot="10800000">
          <a:off x="1089982" y="2308245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2016 р.</a:t>
          </a:r>
          <a:endParaRPr lang="uk-UA" sz="4100" kern="1200" dirty="0"/>
        </a:p>
      </dsp:txBody>
      <dsp:txXfrm rot="10800000">
        <a:off x="1312047" y="2308245"/>
        <a:ext cx="3223699" cy="888259"/>
      </dsp:txXfrm>
    </dsp:sp>
    <dsp:sp modelId="{92540134-786B-470B-A5C0-9434E91B89BC}">
      <dsp:nvSpPr>
        <dsp:cNvPr id="0" name=""/>
        <dsp:cNvSpPr/>
      </dsp:nvSpPr>
      <dsp:spPr>
        <a:xfrm>
          <a:off x="645853" y="2308245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EF59B5-291D-43C3-8748-9D72E40AF0B4}">
      <dsp:nvSpPr>
        <dsp:cNvPr id="0" name=""/>
        <dsp:cNvSpPr/>
      </dsp:nvSpPr>
      <dsp:spPr>
        <a:xfrm rot="10800000">
          <a:off x="1089982" y="3461657"/>
          <a:ext cx="3445764" cy="888259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1698" tIns="156210" rIns="291592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100" b="0" i="0" kern="1200" dirty="0"/>
            <a:t>2021 р.</a:t>
          </a:r>
          <a:endParaRPr lang="uk-UA" sz="4100" kern="1200" dirty="0"/>
        </a:p>
      </dsp:txBody>
      <dsp:txXfrm rot="10800000">
        <a:off x="1312047" y="3461657"/>
        <a:ext cx="3223699" cy="888259"/>
      </dsp:txXfrm>
    </dsp:sp>
    <dsp:sp modelId="{A076E484-5C70-4406-A1E9-4FB6447D7066}">
      <dsp:nvSpPr>
        <dsp:cNvPr id="0" name=""/>
        <dsp:cNvSpPr/>
      </dsp:nvSpPr>
      <dsp:spPr>
        <a:xfrm>
          <a:off x="645853" y="3461657"/>
          <a:ext cx="888259" cy="888259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4284B-63D6-1DA3-452B-B8F50A603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5CCC3BE6-BBCC-8953-AB2D-5B39F6B11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4DB61D7-F4A4-5230-BC36-3A0DB614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8B05CE0-BD23-33BF-1352-6735A192C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7E8D8A0-F428-DC18-3930-990C0C7BC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302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985D2-C5EE-8FF2-F9D0-509BB26A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9A489D7-2F38-D12B-D9CE-BD2932ADC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259CF54-69E0-14FD-F787-9906F103D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4207150-CF82-E90D-6652-3C9BF635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9E5590A-9893-AC26-C2FC-A796296E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0931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0E25F-C60B-E180-ACA4-6E2B10D2C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F50AA6F-A54E-CA57-F15A-62EF1ECA4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44EE48B-94DF-581E-48DF-ADCA56C8E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7CF36DF-EC4C-3DE2-6E1F-97EE1911D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83AA898-A1D3-FA30-ED91-D8EBE0F80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25914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DBB4B8-F6F7-8F3D-C563-9DC369972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104DD89-F128-D3EE-245C-54A1AF178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F22AB41-1859-BC17-8CD0-2468E7FDF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6117ECE7-C132-E98D-12B5-54459E8FB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8C2FDBF-11DC-EF07-CDAA-3A5D977C1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1CA914B-A47D-3910-D1AF-04079431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8658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53448-1C26-A6C2-C5F8-B793E2E99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881BDF0-CDCF-EC84-0B7A-8CF4A5ABE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7464917E-6D68-9597-20A9-CFDDFB51F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F2FBA272-5BB4-A50C-4A16-B97C4E7E3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04E89D9-D0A3-36C8-8E02-38F87CFA22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E0BECB5-EE09-6B4A-B3EE-FFA127782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6B7B9B00-66D0-4B5B-C3DA-5C8EF149D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7EE80DCA-640C-DF70-460C-E20CA7386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63361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1AF1C-ED7B-7674-BD3C-B2C8A5D6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6B629EA8-FE13-1754-44CB-3A0D78600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E810AF85-7137-58CF-CE70-F498521F8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9A3CFCED-5B75-85F3-CDCD-792896801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3645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CE69669-34AA-76CC-8575-3CE061F6B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98FFE75-14B6-68A4-E2F7-B3DF123E6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E3C11531-D469-2E33-FD4F-1C8B8410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0587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A2B367-2BC8-178C-0767-1B654ACFA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DABBD77-02DD-6104-EA27-0A8C471F4B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5746B277-FCA9-D06B-0EA5-2A3829984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10AA728-D773-F33E-F1B7-0A5596BCF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D66BADE-4AC5-7184-1DDD-3ECA8793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A7261BFD-557B-55F7-A488-932C61A50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3190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3212D-9276-962D-A969-9A8F6543B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840C5097-5AD0-72E1-5640-B16606840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97AD416C-5CA6-B342-75A0-576BE86E0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AC4748D-25B9-59F0-974A-CED356F27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A2A547C-6910-83E5-8562-F0D98073D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86AE84E-1DA6-3271-E0C0-8D23907F3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97271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3ECE85-88DD-CB96-8FC3-202DE617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7467D6F2-31EF-95CD-E176-6B91B746E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D76297E-80DD-42BF-2474-90B8FC5EF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7277B0F-3A4E-BC9F-0D2A-AC6F69C7B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A3D43D0-1C22-B01F-1659-9F5EB455D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79929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5F92F7C-6333-D2DD-C4D6-95ED2F7F6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1E85F9B8-3D12-F592-D09E-F337A6D9C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8C1213E-3BB8-FA66-E2AF-44E22D8AF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793CADE-6FFB-580E-057C-FA9D5DA0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BA4A1C3-A021-A645-1D82-380BCB3CC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58703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BECF5835-4A9E-172A-60F8-48C4E98A8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EADB368-A1D9-11D5-DE79-CA6239716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1B93A34-1130-58FC-61A3-10F198B1C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44C39-A5D4-45D4-ABBB-3F9982DC82D6}" type="datetimeFigureOut">
              <a:rPr lang="uk-UA" smtClean="0"/>
              <a:t>29.03.2025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E1B38B3-CE3D-5417-A34F-AC55B41078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2A61F4C-3D99-18B5-7AAF-D37D53287F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33642-AC1A-4ABA-82F8-F37469BCE0EF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6109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gif"/><Relationship Id="rId3" Type="http://schemas.openxmlformats.org/officeDocument/2006/relationships/diagramLayout" Target="../diagrams/layout1.xml"/><Relationship Id="rId7" Type="http://schemas.openxmlformats.org/officeDocument/2006/relationships/image" Target="../media/image1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gif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4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5.jpe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6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7.jpe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9.jpe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20.jpe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21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22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23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29.jpe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30.jpe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7" Type="http://schemas.openxmlformats.org/officeDocument/2006/relationships/image" Target="../media/image31.pn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72077-8443-FC88-B7BC-BA9FF1D00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Відновлення незалежності України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BE30886-8338-47F4-3285-C5E301BB1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60436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58ED1B-4C8B-C5DA-C57E-983C01DE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плакатами та </a:t>
            </a:r>
            <a:r>
              <a:rPr lang="ru-RU" dirty="0" err="1"/>
              <a:t>історичними</a:t>
            </a:r>
            <a:r>
              <a:rPr lang="ru-RU" dirty="0"/>
              <a:t> </a:t>
            </a:r>
            <a:r>
              <a:rPr lang="ru-RU" dirty="0" err="1"/>
              <a:t>періодами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6684823-E19D-7BD2-2700-F08E8D0E36D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7772090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8FAB8AA4-28CD-42CF-D006-6743142686E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24" y="2736677"/>
            <a:ext cx="1654038" cy="255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F6A6A63-6E01-8318-1C74-249D6CB1B0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305" y="1690688"/>
            <a:ext cx="1421188" cy="256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43CD567-318B-FA1E-F22A-7558D5DAE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336" y="2736677"/>
            <a:ext cx="1405129" cy="2529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B4A74AB-3DFB-20E3-96B9-A699DC4F9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859" y="4296926"/>
            <a:ext cx="1621921" cy="257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108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44D50-8F1F-C7F2-D93B-4B422BDF4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суспільно-політичних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1950–1980-х </a:t>
            </a:r>
            <a:r>
              <a:rPr lang="ru-RU" dirty="0" err="1"/>
              <a:t>років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5E165A5-7E57-AB3F-9DC4-A55AF6D148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127C83C-7419-CD0F-9466-56867D2D5C2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0715641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2531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CB65A-5785-C144-DEAB-8CF4A10F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Описана реформа </a:t>
            </a:r>
            <a:r>
              <a:rPr lang="ru-RU" dirty="0" err="1"/>
              <a:t>проводилася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керівництвом</a:t>
            </a:r>
            <a:endParaRPr lang="ru-RU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E6CAD8D-3974-89AC-EA59-52C4B3FA35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uk-UA" i="1" dirty="0"/>
              <a:t>«...Реформа була для свого часу досить сміливою, перш за все в плані розширення самостійності підприємств і товарно-грошових відносин між ними. Добре пам’ятаю, яке пожвавлення вона викликала в суспільстві, які породила надії, надавши позитивний вплив на розвиток економіки у восьмій п’ятирічці, мабуть, найбільш успішній у післявоєнні роки».</a:t>
            </a:r>
          </a:p>
        </p:txBody>
      </p:sp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B611E61-6E9A-92FA-1911-0AA92A49F1D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2932713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6903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2F0CE1-0D1E-81A9-8EA1-10B562AD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епох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</a:t>
            </a:r>
            <a:r>
              <a:rPr lang="ru-RU" dirty="0" err="1"/>
              <a:t>радянських</a:t>
            </a:r>
            <a:r>
              <a:rPr lang="ru-RU" dirty="0"/>
              <a:t> </a:t>
            </a:r>
            <a:r>
              <a:rPr lang="ru-RU" dirty="0" err="1"/>
              <a:t>пропагандистських</a:t>
            </a:r>
            <a:r>
              <a:rPr lang="ru-RU" dirty="0"/>
              <a:t> плакатах.</a:t>
            </a:r>
            <a:endParaRPr lang="uk-UA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842215B-B293-C8D6-7A29-E971528E23F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96" y="2148775"/>
            <a:ext cx="2635274" cy="378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E580A94-1659-FF9E-11D8-FE5065E7CB6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0186" y="2148775"/>
            <a:ext cx="2611426" cy="378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30F7A38F-CBC9-019C-30CE-29CDF547A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437" y="2148774"/>
            <a:ext cx="2556882" cy="3764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A56E10BB-6E4D-24F5-A1A9-82D6B0596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0479" y="2197601"/>
            <a:ext cx="2778301" cy="3662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42250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1235D-683D-BAB2-04E3-BA98DC7D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відповідність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поняттями</a:t>
            </a:r>
            <a:r>
              <a:rPr lang="ru-RU" dirty="0"/>
              <a:t> та </a:t>
            </a:r>
            <a:r>
              <a:rPr lang="ru-RU" dirty="0" err="1"/>
              <a:t>їхніми</a:t>
            </a:r>
            <a:r>
              <a:rPr lang="ru-RU" dirty="0"/>
              <a:t> </a:t>
            </a:r>
            <a:r>
              <a:rPr lang="ru-RU" dirty="0" err="1"/>
              <a:t>визначеннями</a:t>
            </a:r>
            <a:r>
              <a:rPr lang="ru-RU" dirty="0"/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D3F9CE0-EB76-99FC-F8A6-D30C00E2FFF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13295913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A85A3A9-19EC-202F-E74C-EACE125171D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302522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874284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40880-B8AE-CF11-19AF-F3C51225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судження</a:t>
            </a:r>
            <a:r>
              <a:rPr lang="ru-RU" dirty="0"/>
              <a:t> </a:t>
            </a:r>
            <a:r>
              <a:rPr lang="ru-RU" dirty="0" err="1"/>
              <a:t>щодо</a:t>
            </a:r>
            <a:r>
              <a:rPr lang="ru-RU" dirty="0"/>
              <a:t> </a:t>
            </a:r>
            <a:r>
              <a:rPr lang="ru-RU" dirty="0" err="1"/>
              <a:t>зображеного</a:t>
            </a:r>
            <a:r>
              <a:rPr lang="ru-RU" dirty="0"/>
              <a:t> плаката є </a:t>
            </a:r>
            <a:r>
              <a:rPr lang="ru-RU" dirty="0" err="1"/>
              <a:t>правильними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4856D5A-B8F2-6DD2-1BBE-2574592C28D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390" y="1690688"/>
            <a:ext cx="254081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id="{65C06CD2-E1AC-B8F1-AF93-6BF52AD304DB}"/>
              </a:ext>
            </a:extLst>
          </p:cNvPr>
          <p:cNvSpPr txBox="1">
            <a:spLocks/>
          </p:cNvSpPr>
          <p:nvPr/>
        </p:nvSpPr>
        <p:spPr>
          <a:xfrm>
            <a:off x="253538" y="6311900"/>
            <a:ext cx="6446520" cy="67079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i="1" dirty="0"/>
              <a:t>«Талон на мило», «Талон на </a:t>
            </a:r>
            <a:r>
              <a:rPr lang="ru-RU" i="1" dirty="0" err="1"/>
              <a:t>м’ясо</a:t>
            </a:r>
            <a:r>
              <a:rPr lang="ru-RU" i="1" dirty="0"/>
              <a:t>», «Талон на чай», «Талон на </a:t>
            </a:r>
            <a:r>
              <a:rPr lang="ru-RU" i="1" dirty="0" err="1"/>
              <a:t>цукор</a:t>
            </a:r>
            <a:r>
              <a:rPr lang="ru-RU" i="1" dirty="0"/>
              <a:t>» «…І </a:t>
            </a:r>
            <a:r>
              <a:rPr lang="ru-RU" i="1" dirty="0" err="1"/>
              <a:t>навіть</a:t>
            </a:r>
            <a:r>
              <a:rPr lang="ru-RU" i="1" dirty="0"/>
              <a:t> у </a:t>
            </a:r>
            <a:r>
              <a:rPr lang="ru-RU" i="1" dirty="0" err="1"/>
              <a:t>царині</a:t>
            </a:r>
            <a:r>
              <a:rPr lang="ru-RU" i="1" dirty="0"/>
              <a:t> балету ми </a:t>
            </a:r>
            <a:r>
              <a:rPr lang="ru-RU" i="1" dirty="0" err="1"/>
              <a:t>попереду</a:t>
            </a:r>
            <a:r>
              <a:rPr lang="ru-RU" i="1" dirty="0"/>
              <a:t> </a:t>
            </a:r>
            <a:r>
              <a:rPr lang="ru-RU" i="1" dirty="0" err="1"/>
              <a:t>планети</a:t>
            </a:r>
            <a:r>
              <a:rPr lang="ru-RU" i="1" dirty="0"/>
              <a:t> </a:t>
            </a:r>
            <a:r>
              <a:rPr lang="ru-RU" i="1" dirty="0" err="1"/>
              <a:t>всієї</a:t>
            </a:r>
            <a:r>
              <a:rPr lang="ru-RU" i="1" dirty="0"/>
              <a:t>»</a:t>
            </a:r>
            <a:endParaRPr lang="uk-UA" i="1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B2E76AEC-BE96-CD74-4C87-7470BCD7A70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6286590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7991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961BB5-9DA0-8C1E-9013-90E3E68A5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Розташуйте</a:t>
            </a:r>
            <a:r>
              <a:rPr lang="ru-RU" dirty="0"/>
              <a:t> </a:t>
            </a:r>
            <a:r>
              <a:rPr lang="ru-RU" dirty="0" err="1"/>
              <a:t>зображені</a:t>
            </a:r>
            <a:r>
              <a:rPr lang="ru-RU" dirty="0"/>
              <a:t> </a:t>
            </a:r>
            <a:r>
              <a:rPr lang="ru-RU" dirty="0" err="1"/>
              <a:t>карикатури</a:t>
            </a:r>
            <a:r>
              <a:rPr lang="ru-RU" dirty="0"/>
              <a:t> за часом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.</a:t>
            </a:r>
            <a:endParaRPr lang="uk-UA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2426C57B-14B8-49ED-8340-13B3FF29B18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37" y="2149475"/>
            <a:ext cx="2857500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37B075A2-0E82-0CF8-6923-73E41CED566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079" y="2120900"/>
            <a:ext cx="28575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56CE5ED1-6184-17D6-891D-0A4E2D380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737" y="2186998"/>
            <a:ext cx="2857500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>
            <a:extLst>
              <a:ext uri="{FF2B5EF4-FFF2-40B4-BE49-F238E27FC236}">
                <a16:creationId xmlns:a16="http://schemas.microsoft.com/office/drawing/2014/main" id="{CA9F8B3F-DD0C-1FAC-CCEC-1D0BACB1C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421" y="2120900"/>
            <a:ext cx="2857500" cy="4371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20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531B75-9527-DE40-466E-0231FCA5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судження</a:t>
            </a:r>
            <a:r>
              <a:rPr lang="ru-RU" dirty="0"/>
              <a:t> </a:t>
            </a:r>
            <a:r>
              <a:rPr lang="ru-RU" dirty="0" err="1"/>
              <a:t>щодо</a:t>
            </a:r>
            <a:r>
              <a:rPr lang="ru-RU" dirty="0"/>
              <a:t> </a:t>
            </a:r>
            <a:r>
              <a:rPr lang="ru-RU" dirty="0" err="1"/>
              <a:t>неї</a:t>
            </a:r>
            <a:r>
              <a:rPr lang="ru-RU" dirty="0"/>
              <a:t> є </a:t>
            </a:r>
            <a:r>
              <a:rPr lang="ru-RU" dirty="0" err="1"/>
              <a:t>правильними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BFF0F29-E3EE-1506-0E1D-47C55641D2E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8529707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314" name="Picture 2">
            <a:extLst>
              <a:ext uri="{FF2B5EF4-FFF2-40B4-BE49-F238E27FC236}">
                <a16:creationId xmlns:a16="http://schemas.microsoft.com/office/drawing/2014/main" id="{3FFB3D53-F44B-BE51-D121-C1A533AF328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887" y="2172494"/>
            <a:ext cx="256222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54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FED5092-0D2D-BF56-1117-F638EBF68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«Перебудова»</a:t>
            </a:r>
          </a:p>
        </p:txBody>
      </p:sp>
      <p:sp>
        <p:nvSpPr>
          <p:cNvPr id="6" name="Місце для тексту 5">
            <a:extLst>
              <a:ext uri="{FF2B5EF4-FFF2-40B4-BE49-F238E27FC236}">
                <a16:creationId xmlns:a16="http://schemas.microsoft.com/office/drawing/2014/main" id="{675E5426-1D50-337D-5791-E5820BF61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8339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0B5CE0-C84E-4897-E279-9055F8952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Зображений</a:t>
            </a:r>
            <a:r>
              <a:rPr lang="ru-RU" dirty="0"/>
              <a:t> на фото документ,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видавався</a:t>
            </a:r>
            <a:r>
              <a:rPr lang="ru-RU" dirty="0"/>
              <a:t> </a:t>
            </a:r>
            <a:r>
              <a:rPr lang="ru-RU" dirty="0" err="1"/>
              <a:t>місцевими</a:t>
            </a:r>
            <a:r>
              <a:rPr lang="ru-RU" dirty="0"/>
              <a:t> радами в </a:t>
            </a:r>
            <a:r>
              <a:rPr lang="ru-RU" dirty="0" err="1"/>
              <a:t>Україні</a:t>
            </a:r>
            <a:r>
              <a:rPr lang="ru-RU" dirty="0"/>
              <a:t>, </a:t>
            </a:r>
            <a:r>
              <a:rPr lang="ru-RU" dirty="0" err="1"/>
              <a:t>свідчить</a:t>
            </a:r>
            <a:r>
              <a:rPr lang="ru-RU" dirty="0"/>
              <a:t> про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62B72E8-EC03-AD01-F685-A02355B6B08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6500285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170" name="Picture 2">
            <a:extLst>
              <a:ext uri="{FF2B5EF4-FFF2-40B4-BE49-F238E27FC236}">
                <a16:creationId xmlns:a16="http://schemas.microsoft.com/office/drawing/2014/main" id="{3FE35E03-82FF-3C14-9774-90F4739A8DE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87" y="3134519"/>
            <a:ext cx="3781425" cy="173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737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6D7450-E444-2F0F-FBF8-53C43906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Коли в </a:t>
            </a:r>
            <a:r>
              <a:rPr lang="ru-RU" dirty="0" err="1"/>
              <a:t>Українській</a:t>
            </a:r>
            <a:r>
              <a:rPr lang="ru-RU" dirty="0"/>
              <a:t> РСР </a:t>
            </a:r>
            <a:r>
              <a:rPr lang="ru-RU" dirty="0" err="1"/>
              <a:t>започатковано</a:t>
            </a:r>
            <a:r>
              <a:rPr lang="ru-RU" dirty="0"/>
              <a:t> </a:t>
            </a:r>
            <a:r>
              <a:rPr lang="ru-RU" dirty="0" err="1"/>
              <a:t>політику</a:t>
            </a:r>
            <a:r>
              <a:rPr lang="ru-RU" dirty="0"/>
              <a:t>, на </a:t>
            </a:r>
            <a:r>
              <a:rPr lang="ru-RU" dirty="0" err="1"/>
              <a:t>ідеологічній</a:t>
            </a:r>
            <a:r>
              <a:rPr lang="ru-RU" dirty="0"/>
              <a:t> </a:t>
            </a:r>
            <a:r>
              <a:rPr lang="ru-RU" dirty="0" err="1"/>
              <a:t>складовій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акцентує</a:t>
            </a:r>
            <a:r>
              <a:rPr lang="ru-RU" dirty="0"/>
              <a:t> </a:t>
            </a:r>
            <a:r>
              <a:rPr lang="ru-RU" dirty="0" err="1"/>
              <a:t>увагу</a:t>
            </a:r>
            <a:r>
              <a:rPr lang="ru-RU" dirty="0"/>
              <a:t> </a:t>
            </a:r>
            <a:r>
              <a:rPr lang="ru-RU" dirty="0" err="1"/>
              <a:t>зображена</a:t>
            </a:r>
            <a:r>
              <a:rPr lang="ru-RU" dirty="0"/>
              <a:t> карикатура?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9CE3585-C338-15BA-C8F0-430131BB7F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7248861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4" name="Picture 2">
            <a:extLst>
              <a:ext uri="{FF2B5EF4-FFF2-40B4-BE49-F238E27FC236}">
                <a16:creationId xmlns:a16="http://schemas.microsoft.com/office/drawing/2014/main" id="{022BEA65-6C0B-C452-EFB3-28801075697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27" y="1825625"/>
            <a:ext cx="517074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352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25F43-75BF-7154-803F-FED10BCFB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періоду</a:t>
            </a:r>
            <a:r>
              <a:rPr lang="ru-RU" dirty="0"/>
              <a:t>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</a:t>
            </a:r>
            <a:r>
              <a:rPr lang="ru-RU" dirty="0" err="1"/>
              <a:t>стосується</a:t>
            </a:r>
            <a:r>
              <a:rPr lang="ru-RU" dirty="0"/>
              <a:t> </a:t>
            </a:r>
            <a:r>
              <a:rPr lang="ru-RU" dirty="0" err="1"/>
              <a:t>зображений</a:t>
            </a:r>
            <a:r>
              <a:rPr lang="ru-RU" dirty="0"/>
              <a:t> плакат?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0ACFD55-9D3F-3A74-9B29-46E97E49B9E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655688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5DBE12FD-28BB-84D8-6E65-84533A6B737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2547144"/>
            <a:ext cx="4013200" cy="290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441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287B3-8416-23ED-D79E-B66F3982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У </a:t>
            </a:r>
            <a:r>
              <a:rPr lang="ru-RU" sz="3200" dirty="0" err="1"/>
              <a:t>якому</a:t>
            </a:r>
            <a:r>
              <a:rPr lang="ru-RU" sz="3200" dirty="0"/>
              <a:t> </a:t>
            </a:r>
            <a:r>
              <a:rPr lang="ru-RU" sz="3200" dirty="0" err="1"/>
              <a:t>уривку</a:t>
            </a:r>
            <a:r>
              <a:rPr lang="ru-RU" sz="3200" dirty="0"/>
              <a:t> з </a:t>
            </a:r>
            <a:r>
              <a:rPr lang="ru-RU" sz="3200" dirty="0" err="1"/>
              <a:t>історичних</a:t>
            </a:r>
            <a:r>
              <a:rPr lang="ru-RU" sz="3200" dirty="0"/>
              <a:t> </a:t>
            </a:r>
            <a:r>
              <a:rPr lang="ru-RU" sz="3200" dirty="0" err="1"/>
              <a:t>джерел</a:t>
            </a:r>
            <a:r>
              <a:rPr lang="ru-RU" sz="3200" dirty="0"/>
              <a:t> охарактеризовано </a:t>
            </a:r>
            <a:r>
              <a:rPr lang="ru-RU" sz="3200" dirty="0" err="1"/>
              <a:t>окремі</a:t>
            </a:r>
            <a:r>
              <a:rPr lang="ru-RU" sz="3200" dirty="0"/>
              <a:t> </a:t>
            </a:r>
            <a:r>
              <a:rPr lang="ru-RU" sz="3200" dirty="0" err="1"/>
              <a:t>аспекти</a:t>
            </a:r>
            <a:r>
              <a:rPr lang="ru-RU" sz="3200" dirty="0"/>
              <a:t> </a:t>
            </a:r>
            <a:r>
              <a:rPr lang="ru-RU" sz="3200" dirty="0" err="1"/>
              <a:t>соціально-економічного</a:t>
            </a:r>
            <a:r>
              <a:rPr lang="ru-RU" sz="3200" dirty="0"/>
              <a:t> </a:t>
            </a:r>
            <a:r>
              <a:rPr lang="ru-RU" sz="3200" dirty="0" err="1"/>
              <a:t>розвитку</a:t>
            </a:r>
            <a:r>
              <a:rPr lang="ru-RU" sz="3200" dirty="0"/>
              <a:t> </a:t>
            </a:r>
            <a:r>
              <a:rPr lang="ru-RU" sz="3200" dirty="0" err="1"/>
              <a:t>України</a:t>
            </a:r>
            <a:r>
              <a:rPr lang="ru-RU" sz="3200" dirty="0"/>
              <a:t> в </a:t>
            </a:r>
            <a:r>
              <a:rPr lang="ru-RU" sz="3200" dirty="0" err="1"/>
              <a:t>період</a:t>
            </a:r>
            <a:r>
              <a:rPr lang="ru-RU" sz="3200" dirty="0"/>
              <a:t> «</a:t>
            </a:r>
            <a:r>
              <a:rPr lang="ru-RU" sz="3200" dirty="0" err="1"/>
              <a:t>перебудови</a:t>
            </a:r>
            <a:r>
              <a:rPr lang="ru-RU" sz="3200" dirty="0"/>
              <a:t>»?</a:t>
            </a:r>
            <a:endParaRPr lang="uk-UA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09DCD30-C4AC-FE06-8E07-4C233B6466F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11834799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0312FC62-AF45-2E89-ABBC-356ED816D8B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371015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278881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241F9A-3B86-48F1-E490-604F35BAB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Яку </a:t>
            </a:r>
            <a:r>
              <a:rPr lang="ru-RU" dirty="0" err="1"/>
              <a:t>тенденцію</a:t>
            </a:r>
            <a:r>
              <a:rPr lang="ru-RU" dirty="0"/>
              <a:t> </a:t>
            </a:r>
            <a:r>
              <a:rPr lang="ru-RU" dirty="0" err="1"/>
              <a:t>суспільного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початку 1990-х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ru-RU" dirty="0" err="1"/>
              <a:t>відображає</a:t>
            </a:r>
            <a:r>
              <a:rPr lang="ru-RU" dirty="0"/>
              <a:t> карикатура?</a:t>
            </a:r>
            <a:endParaRPr lang="uk-UA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5138B2F-E5DB-8C8E-8D41-05879526FC0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31667"/>
            <a:ext cx="5181600" cy="333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Місце для вмісту 3">
            <a:extLst>
              <a:ext uri="{FF2B5EF4-FFF2-40B4-BE49-F238E27FC236}">
                <a16:creationId xmlns:a16="http://schemas.microsoft.com/office/drawing/2014/main" id="{129A68D5-A3F6-162D-4CB2-D28B14CAB344}"/>
              </a:ext>
            </a:extLst>
          </p:cNvPr>
          <p:cNvSpPr txBox="1">
            <a:spLocks/>
          </p:cNvSpPr>
          <p:nvPr/>
        </p:nvSpPr>
        <p:spPr>
          <a:xfrm>
            <a:off x="648392" y="5670920"/>
            <a:ext cx="5371407" cy="82195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i="1"/>
              <a:t>А. Юн. План реєстрації нових партій у цьому місяці перевиконано! Зайдіть у наступному... Журнал «Перець». 1990 р.</a:t>
            </a:r>
            <a:endParaRPr lang="uk-UA" i="1" dirty="0"/>
          </a:p>
        </p:txBody>
      </p:sp>
      <p:graphicFrame>
        <p:nvGraphicFramePr>
          <p:cNvPr id="8" name="Місце для вмісту 7">
            <a:extLst>
              <a:ext uri="{FF2B5EF4-FFF2-40B4-BE49-F238E27FC236}">
                <a16:creationId xmlns:a16="http://schemas.microsoft.com/office/drawing/2014/main" id="{F8AC281B-556C-5DC3-9C54-863B7C81E9A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3130778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7736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669917-B2F9-3940-ABFF-7890A7E2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Зображена</a:t>
            </a:r>
            <a:r>
              <a:rPr lang="ru-RU" dirty="0"/>
              <a:t> карикатура </a:t>
            </a:r>
            <a:r>
              <a:rPr lang="ru-RU" dirty="0" err="1"/>
              <a:t>акцентує</a:t>
            </a:r>
            <a:r>
              <a:rPr lang="ru-RU" dirty="0"/>
              <a:t> </a:t>
            </a:r>
            <a:r>
              <a:rPr lang="ru-RU" dirty="0" err="1"/>
              <a:t>увагу</a:t>
            </a:r>
            <a:r>
              <a:rPr lang="ru-RU" dirty="0"/>
              <a:t> на </a:t>
            </a:r>
            <a:r>
              <a:rPr lang="ru-RU" dirty="0" err="1"/>
              <a:t>суперечливих</a:t>
            </a:r>
            <a:r>
              <a:rPr lang="ru-RU" dirty="0"/>
              <a:t> </a:t>
            </a:r>
            <a:r>
              <a:rPr lang="ru-RU" dirty="0" err="1"/>
              <a:t>наслідках</a:t>
            </a:r>
            <a:r>
              <a:rPr lang="ru-RU" dirty="0"/>
              <a:t> </a:t>
            </a:r>
            <a:r>
              <a:rPr lang="ru-RU" dirty="0" err="1"/>
              <a:t>реалізації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399B4CE-E8E9-15C7-E8A5-AAE2DE4199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9299813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>
            <a:extLst>
              <a:ext uri="{FF2B5EF4-FFF2-40B4-BE49-F238E27FC236}">
                <a16:creationId xmlns:a16="http://schemas.microsoft.com/office/drawing/2014/main" id="{3B175156-C452-F64B-E3CF-3A7B176652B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117" y="1825625"/>
            <a:ext cx="386976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6498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11EC2-10A3-D974-D831-C1DF3310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Карикатура, </a:t>
            </a:r>
            <a:r>
              <a:rPr lang="ru-RU" dirty="0" err="1"/>
              <a:t>зображена</a:t>
            </a:r>
            <a:r>
              <a:rPr lang="ru-RU" dirty="0"/>
              <a:t> на фото, </a:t>
            </a:r>
            <a:r>
              <a:rPr lang="ru-RU" dirty="0" err="1"/>
              <a:t>акцентує</a:t>
            </a:r>
            <a:r>
              <a:rPr lang="ru-RU" dirty="0"/>
              <a:t> </a:t>
            </a:r>
            <a:r>
              <a:rPr lang="ru-RU" dirty="0" err="1"/>
              <a:t>увагу</a:t>
            </a:r>
            <a:r>
              <a:rPr lang="ru-RU" dirty="0"/>
              <a:t> на </a:t>
            </a:r>
            <a:r>
              <a:rPr lang="ru-RU" dirty="0" err="1"/>
              <a:t>ключовій</a:t>
            </a:r>
            <a:r>
              <a:rPr lang="ru-RU" dirty="0"/>
              <a:t> </a:t>
            </a:r>
            <a:r>
              <a:rPr lang="ru-RU" dirty="0" err="1"/>
              <a:t>проблемі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961FF67-DC28-6CF2-4623-9DC7A1AEA81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5346947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338" name="Picture 2">
            <a:extLst>
              <a:ext uri="{FF2B5EF4-FFF2-40B4-BE49-F238E27FC236}">
                <a16:creationId xmlns:a16="http://schemas.microsoft.com/office/drawing/2014/main" id="{561C4956-C46E-6284-1269-EBFCDD658FA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587" y="1825625"/>
            <a:ext cx="2930826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849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8AB7E-998C-999D-5FFA-08C366ABC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/>
              <a:t>На карикатурі відображено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3611B04-20F1-1253-F134-BC881B7057C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7958376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506" name="Picture 2">
            <a:extLst>
              <a:ext uri="{FF2B5EF4-FFF2-40B4-BE49-F238E27FC236}">
                <a16:creationId xmlns:a16="http://schemas.microsoft.com/office/drawing/2014/main" id="{8346040C-38FE-7032-8FC5-4A1EA7D2769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840" y="2562818"/>
            <a:ext cx="1924319" cy="287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82469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F690F6-06EE-BEC3-E932-D2A3C3A20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Пам’ятником</a:t>
            </a:r>
            <a:r>
              <a:rPr lang="ru-RU" dirty="0"/>
              <a:t>, </a:t>
            </a:r>
            <a:r>
              <a:rPr lang="ru-RU" dirty="0" err="1"/>
              <a:t>зображеним</a:t>
            </a:r>
            <a:r>
              <a:rPr lang="ru-RU" dirty="0"/>
              <a:t> на фото, </a:t>
            </a:r>
            <a:r>
              <a:rPr lang="ru-RU" dirty="0" err="1"/>
              <a:t>увічнено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відбувалися</a:t>
            </a:r>
            <a:r>
              <a:rPr lang="ru-RU" dirty="0"/>
              <a:t>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E41B139-78D6-A900-E308-CED6D7CBB65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52979074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362" name="Picture 2">
            <a:extLst>
              <a:ext uri="{FF2B5EF4-FFF2-40B4-BE49-F238E27FC236}">
                <a16:creationId xmlns:a16="http://schemas.microsoft.com/office/drawing/2014/main" id="{A7835AF7-513B-39B1-8D83-22ECA366E9C9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471" y="2310370"/>
            <a:ext cx="3277057" cy="338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0273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96D46-B944-75FA-3720-EA9CAE4BB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зумовило</a:t>
            </a:r>
            <a:r>
              <a:rPr lang="ru-RU" dirty="0"/>
              <a:t> </a:t>
            </a:r>
            <a:r>
              <a:rPr lang="ru-RU" dirty="0" err="1"/>
              <a:t>появу</a:t>
            </a:r>
            <a:r>
              <a:rPr lang="ru-RU" dirty="0"/>
              <a:t> </a:t>
            </a:r>
            <a:r>
              <a:rPr lang="ru-RU" dirty="0" err="1"/>
              <a:t>наведеного</a:t>
            </a:r>
            <a:r>
              <a:rPr lang="ru-RU" dirty="0"/>
              <a:t> на фото </a:t>
            </a:r>
            <a:r>
              <a:rPr lang="ru-RU" dirty="0" err="1"/>
              <a:t>оголошення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DCA3FA5-AF8D-658D-4AB5-22F747703A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5892478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7410" name="Picture 2">
            <a:extLst>
              <a:ext uri="{FF2B5EF4-FFF2-40B4-BE49-F238E27FC236}">
                <a16:creationId xmlns:a16="http://schemas.microsoft.com/office/drawing/2014/main" id="{7670E6EA-EE6F-6A8D-4F08-48043AD43BE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392" y="2815266"/>
            <a:ext cx="3153215" cy="2372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6850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32ADC4-8910-63AC-3F9E-DAD512C4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Шлях до проголошення незалежності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D929DCE-E65A-1D90-3E30-93CFF19F5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09214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0F7166-3898-67C5-6091-E31E14D6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факти</a:t>
            </a:r>
            <a:r>
              <a:rPr lang="ru-RU" dirty="0"/>
              <a:t> </a:t>
            </a:r>
            <a:r>
              <a:rPr lang="ru-RU" dirty="0" err="1"/>
              <a:t>біографії</a:t>
            </a:r>
            <a:r>
              <a:rPr lang="ru-RU" dirty="0"/>
              <a:t> </a:t>
            </a:r>
            <a:r>
              <a:rPr lang="ru-RU" dirty="0" err="1"/>
              <a:t>видатного</a:t>
            </a:r>
            <a:r>
              <a:rPr lang="ru-RU" dirty="0"/>
              <a:t> </a:t>
            </a:r>
            <a:r>
              <a:rPr lang="ru-RU" dirty="0" err="1"/>
              <a:t>політика</a:t>
            </a:r>
            <a:r>
              <a:rPr lang="ru-RU" dirty="0"/>
              <a:t>, </a:t>
            </a:r>
            <a:r>
              <a:rPr lang="ru-RU" dirty="0" err="1"/>
              <a:t>зображеного</a:t>
            </a:r>
            <a:r>
              <a:rPr lang="ru-RU" dirty="0"/>
              <a:t> на фото.</a:t>
            </a:r>
            <a:endParaRPr lang="uk-UA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6A6A2FD0-27D1-B31F-701C-9E98EB20570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9666" y="1825625"/>
            <a:ext cx="3491345" cy="4275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9BF669DB-914C-B1C3-1D6E-DD7C2FDDF4B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820633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19469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F860E-30A6-45CC-CBF2-701BBDDA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фото, на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настрої</a:t>
            </a:r>
            <a:r>
              <a:rPr lang="ru-RU" dirty="0"/>
              <a:t> в </a:t>
            </a:r>
            <a:r>
              <a:rPr lang="ru-RU" dirty="0" err="1"/>
              <a:t>українському</a:t>
            </a:r>
            <a:r>
              <a:rPr lang="ru-RU" dirty="0"/>
              <a:t> </a:t>
            </a:r>
            <a:r>
              <a:rPr lang="ru-RU" dirty="0" err="1"/>
              <a:t>суспільстві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оприлюднення</a:t>
            </a:r>
            <a:r>
              <a:rPr lang="ru-RU" dirty="0"/>
              <a:t> </a:t>
            </a:r>
            <a:r>
              <a:rPr lang="ru-RU" dirty="0" err="1"/>
              <a:t>цитованого</a:t>
            </a:r>
            <a:r>
              <a:rPr lang="ru-RU" dirty="0"/>
              <a:t> документа.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6FCC525-8956-BD9D-1061-65F854FA9D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i="1" dirty="0"/>
              <a:t>«Виходячи зі смертельної небезпеки, яка нависла була над Україною... продовжуючи тисячолітню традицію державотворення в Україні... Верховна Рада Української Радянської Соціалістичної Республіки урочисто проголошує незалежність України й створення самостійної української держави – України... Віднині на території України мають чинність винятково Конституція і закони України...»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150E17BC-906D-FF1B-85E6-3E13B000779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377" y="1825625"/>
            <a:ext cx="2686425" cy="181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5C1312DC-842B-A14C-FFCF-6766779E6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326" y="1835403"/>
            <a:ext cx="267652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>
            <a:extLst>
              <a:ext uri="{FF2B5EF4-FFF2-40B4-BE49-F238E27FC236}">
                <a16:creationId xmlns:a16="http://schemas.microsoft.com/office/drawing/2014/main" id="{4E5BDD19-AC31-7245-AE1E-2092CC720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326" y="4367213"/>
            <a:ext cx="2695575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>
            <a:extLst>
              <a:ext uri="{FF2B5EF4-FFF2-40B4-BE49-F238E27FC236}">
                <a16:creationId xmlns:a16="http://schemas.microsoft.com/office/drawing/2014/main" id="{BAA07C07-6D17-6C04-A68B-D7DC34913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427" y="4376738"/>
            <a:ext cx="26860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506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AEF0E-E6E3-1CBB-3BD2-5804DD0E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B6657-3D28-5E06-2F2D-B403A046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фото, на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настрої</a:t>
            </a:r>
            <a:r>
              <a:rPr lang="ru-RU" dirty="0"/>
              <a:t> в </a:t>
            </a:r>
            <a:r>
              <a:rPr lang="ru-RU" dirty="0" err="1"/>
              <a:t>українському</a:t>
            </a:r>
            <a:r>
              <a:rPr lang="ru-RU" dirty="0"/>
              <a:t> </a:t>
            </a:r>
            <a:r>
              <a:rPr lang="ru-RU" dirty="0" err="1"/>
              <a:t>суспільстві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оприлюднення</a:t>
            </a:r>
            <a:r>
              <a:rPr lang="ru-RU" dirty="0"/>
              <a:t> </a:t>
            </a:r>
            <a:r>
              <a:rPr lang="ru-RU" dirty="0" err="1"/>
              <a:t>цитованого</a:t>
            </a:r>
            <a:r>
              <a:rPr lang="ru-RU" dirty="0"/>
              <a:t> документа.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F2CB471-81D2-5B88-B71D-9C1DA0D4A9D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i="1" dirty="0"/>
              <a:t>«Виходячи зі смертельної небезпеки, яка нависла була над Україною... продовжуючи тисячолітню традицію державотворення в Україні... Верховна Рада Української Радянської Соціалістичної Республіки урочисто проголошує незалежність України й створення самостійної української держави – України... Віднині на території України мають чинність винятково Конституція і закони України...»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63FA5312-0EA3-0BB5-1FED-9D514B7602A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377" y="1825625"/>
            <a:ext cx="2686425" cy="1810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DD082FEF-BE1E-22F3-E8F3-94CF4DED9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326" y="1835403"/>
            <a:ext cx="2676525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>
            <a:extLst>
              <a:ext uri="{FF2B5EF4-FFF2-40B4-BE49-F238E27FC236}">
                <a16:creationId xmlns:a16="http://schemas.microsoft.com/office/drawing/2014/main" id="{4F27A892-B60D-61DE-A328-116ED4BEA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326" y="4367213"/>
            <a:ext cx="2695575" cy="180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>
            <a:extLst>
              <a:ext uri="{FF2B5EF4-FFF2-40B4-BE49-F238E27FC236}">
                <a16:creationId xmlns:a16="http://schemas.microsoft.com/office/drawing/2014/main" id="{C6EDAA7A-7D72-1457-020D-2564A7283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8427" y="4376738"/>
            <a:ext cx="2686050" cy="180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418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83458-E86E-02B9-C997-8357AA6C2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Вибори</a:t>
            </a:r>
            <a:r>
              <a:rPr lang="ru-RU" dirty="0"/>
              <a:t> до </a:t>
            </a:r>
            <a:r>
              <a:rPr lang="ru-RU" dirty="0" err="1"/>
              <a:t>Верховної</a:t>
            </a:r>
            <a:r>
              <a:rPr lang="ru-RU" dirty="0"/>
              <a:t> Ради УРСР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560E05D-AD0A-004D-7A0A-444E8A581A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«...</a:t>
            </a:r>
            <a:r>
              <a:rPr lang="ru-RU" i="1" dirty="0" err="1"/>
              <a:t>які</a:t>
            </a:r>
            <a:r>
              <a:rPr lang="ru-RU" i="1" dirty="0"/>
              <a:t> </a:t>
            </a:r>
            <a:r>
              <a:rPr lang="ru-RU" i="1" dirty="0" err="1"/>
              <a:t>вперше</a:t>
            </a:r>
            <a:r>
              <a:rPr lang="ru-RU" i="1" dirty="0"/>
              <a:t> за </a:t>
            </a:r>
            <a:r>
              <a:rPr lang="ru-RU" i="1" dirty="0" err="1"/>
              <a:t>рядянських</a:t>
            </a:r>
            <a:r>
              <a:rPr lang="ru-RU" i="1" dirty="0"/>
              <a:t> </a:t>
            </a:r>
            <a:r>
              <a:rPr lang="ru-RU" i="1" dirty="0" err="1"/>
              <a:t>часів</a:t>
            </a:r>
            <a:r>
              <a:rPr lang="ru-RU" i="1" dirty="0"/>
              <a:t> були </a:t>
            </a:r>
            <a:r>
              <a:rPr lang="ru-RU" i="1" dirty="0" err="1"/>
              <a:t>альтернативними</a:t>
            </a:r>
            <a:r>
              <a:rPr lang="ru-RU" i="1" dirty="0"/>
              <a:t> (на 450 </a:t>
            </a:r>
            <a:r>
              <a:rPr lang="ru-RU" i="1" dirty="0" err="1"/>
              <a:t>мандатів</a:t>
            </a:r>
            <a:r>
              <a:rPr lang="ru-RU" i="1" dirty="0"/>
              <a:t> у </a:t>
            </a:r>
            <a:r>
              <a:rPr lang="ru-RU" i="1" dirty="0" err="1"/>
              <a:t>Верховну</a:t>
            </a:r>
            <a:r>
              <a:rPr lang="ru-RU" i="1" dirty="0"/>
              <a:t> Раду УРСР </a:t>
            </a:r>
            <a:r>
              <a:rPr lang="ru-RU" i="1" dirty="0" err="1"/>
              <a:t>претендувало</a:t>
            </a:r>
            <a:r>
              <a:rPr lang="ru-RU" i="1" dirty="0"/>
              <a:t> </a:t>
            </a:r>
            <a:r>
              <a:rPr lang="ru-RU" i="1" dirty="0" err="1"/>
              <a:t>майже</a:t>
            </a:r>
            <a:r>
              <a:rPr lang="ru-RU" i="1" dirty="0"/>
              <a:t> 3 тис. </a:t>
            </a:r>
            <a:r>
              <a:rPr lang="ru-RU" i="1" dirty="0" err="1"/>
              <a:t>кандидатів</a:t>
            </a:r>
            <a:r>
              <a:rPr lang="ru-RU" i="1" dirty="0"/>
              <a:t>)», </a:t>
            </a:r>
            <a:r>
              <a:rPr lang="ru-RU" dirty="0" err="1"/>
              <a:t>відбулися</a:t>
            </a:r>
            <a:r>
              <a:rPr lang="ru-RU" dirty="0"/>
              <a:t>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01AA658-59D1-FDC0-F7D0-9CC5233EA42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19932861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8291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64BA6C-65CB-8FE8-1699-6E81E423D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Наведені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</a:t>
            </a:r>
            <a:r>
              <a:rPr lang="ru-RU" dirty="0" err="1"/>
              <a:t>доречно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, </a:t>
            </a:r>
            <a:r>
              <a:rPr lang="ru-RU" dirty="0" err="1"/>
              <a:t>створюючи</a:t>
            </a:r>
            <a:r>
              <a:rPr lang="ru-RU" dirty="0"/>
              <a:t> </a:t>
            </a:r>
            <a:r>
              <a:rPr lang="ru-RU" dirty="0" err="1"/>
              <a:t>презентацію</a:t>
            </a:r>
            <a:r>
              <a:rPr lang="ru-RU" dirty="0"/>
              <a:t> на тему: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923255E-7DB3-BF19-E000-F58E7634D77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2744232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42" name="Picture 2">
            <a:extLst>
              <a:ext uri="{FF2B5EF4-FFF2-40B4-BE49-F238E27FC236}">
                <a16:creationId xmlns:a16="http://schemas.microsoft.com/office/drawing/2014/main" id="{E2CCE6CC-36FF-1A6E-15C9-370330F1945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6219"/>
            <a:ext cx="5181600" cy="41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52286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8A725-402D-3079-AB10-71B5C948D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Верховна</a:t>
            </a:r>
            <a:r>
              <a:rPr lang="ru-RU" dirty="0"/>
              <a:t> Рада УРСР </a:t>
            </a:r>
            <a:r>
              <a:rPr lang="ru-RU" dirty="0" err="1"/>
              <a:t>ухвалила</a:t>
            </a:r>
            <a:r>
              <a:rPr lang="ru-RU" dirty="0"/>
              <a:t> Закон «Про </a:t>
            </a:r>
            <a:r>
              <a:rPr lang="ru-RU" dirty="0" err="1"/>
              <a:t>економічну</a:t>
            </a:r>
            <a:r>
              <a:rPr lang="ru-RU" dirty="0"/>
              <a:t> </a:t>
            </a:r>
            <a:r>
              <a:rPr lang="ru-RU" dirty="0" err="1"/>
              <a:t>самостійність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РСР» з метою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E953097-E6EB-BBA5-E085-3111E13CB2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DDB40DC-27AF-B3D1-FCB7-F5A2742EE04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743662878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4694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05D3DD-C75E-B36F-D0EC-9CFAE386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Яке </a:t>
            </a:r>
            <a:r>
              <a:rPr lang="ru-RU" dirty="0" err="1"/>
              <a:t>питання</a:t>
            </a:r>
            <a:r>
              <a:rPr lang="ru-RU" dirty="0"/>
              <a:t> мало бути </a:t>
            </a:r>
            <a:r>
              <a:rPr lang="ru-RU" dirty="0" err="1"/>
              <a:t>розглянуто</a:t>
            </a:r>
            <a:r>
              <a:rPr lang="ru-RU" dirty="0"/>
              <a:t> на </a:t>
            </a:r>
            <a:r>
              <a:rPr lang="ru-RU" dirty="0" err="1"/>
              <a:t>референдумі</a:t>
            </a:r>
            <a:r>
              <a:rPr lang="ru-RU" dirty="0"/>
              <a:t>, </a:t>
            </a:r>
            <a:r>
              <a:rPr lang="ru-RU" dirty="0" err="1"/>
              <a:t>запропоновано</a:t>
            </a:r>
            <a:r>
              <a:rPr lang="ru-RU" dirty="0"/>
              <a:t> І. </a:t>
            </a:r>
            <a:r>
              <a:rPr lang="ru-RU" dirty="0" err="1"/>
              <a:t>Юхновським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2BB4DDC-98B4-9690-3438-B8641D1F19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i="1" dirty="0"/>
              <a:t>Ігор Юхновський, пригадуючи події 1991 р., зазначав: «Референдум був найважливішим з усього. Щоправда, проти нього виступали навіть деякі члени Народної Ради. Але я наполягав: референдум є обов’язковим…»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1536E26-94C2-3450-91B3-DFAF96E0191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170140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3940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A7A7CF-EE1D-9E24-1650-50ED95E3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році</a:t>
            </a:r>
            <a:r>
              <a:rPr lang="ru-RU" dirty="0"/>
              <a:t> </a:t>
            </a:r>
            <a:r>
              <a:rPr lang="ru-RU" dirty="0" err="1"/>
              <a:t>розповсюджувалася</a:t>
            </a:r>
            <a:r>
              <a:rPr lang="ru-RU" dirty="0"/>
              <a:t> </a:t>
            </a:r>
            <a:r>
              <a:rPr lang="ru-RU" dirty="0" err="1"/>
              <a:t>зображена</a:t>
            </a:r>
            <a:r>
              <a:rPr lang="ru-RU" dirty="0"/>
              <a:t> </a:t>
            </a:r>
            <a:r>
              <a:rPr lang="ru-RU" dirty="0" err="1"/>
              <a:t>агітаційна</a:t>
            </a:r>
            <a:r>
              <a:rPr lang="ru-RU" dirty="0"/>
              <a:t> </a:t>
            </a:r>
            <a:r>
              <a:rPr lang="ru-RU" dirty="0" err="1"/>
              <a:t>листівка</a:t>
            </a:r>
            <a:r>
              <a:rPr lang="ru-RU" dirty="0"/>
              <a:t>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84D266C-7B31-7AF9-637D-A0A96DEAF8C7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50419506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40A6DFDA-8DE7-A4AE-F948-4711AB997C2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39" y="2543695"/>
            <a:ext cx="6013505" cy="327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752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CB0014-1781-061C-4880-440641AD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24 </a:t>
            </a:r>
            <a:r>
              <a:rPr lang="ru-RU" dirty="0" err="1"/>
              <a:t>серпня</a:t>
            </a:r>
            <a:r>
              <a:rPr lang="ru-RU" dirty="0"/>
              <a:t> 1991 р. </a:t>
            </a:r>
            <a:r>
              <a:rPr lang="ru-RU" dirty="0" err="1"/>
              <a:t>Верховна</a:t>
            </a:r>
            <a:r>
              <a:rPr lang="ru-RU" dirty="0"/>
              <a:t> Рада УРСР </a:t>
            </a:r>
            <a:r>
              <a:rPr lang="ru-RU" dirty="0" err="1"/>
              <a:t>ухвалила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CB037D8-5371-D324-62BD-08A97E9FE8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uk-UA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8C792586-4033-2E33-6B50-77B26A48B1E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576701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8899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A9091-930E-7956-685A-2924BBC5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Пам’ятну</a:t>
            </a:r>
            <a:r>
              <a:rPr lang="ru-RU" dirty="0"/>
              <a:t> монету, </a:t>
            </a:r>
            <a:r>
              <a:rPr lang="ru-RU" dirty="0" err="1"/>
              <a:t>зображену</a:t>
            </a:r>
            <a:r>
              <a:rPr lang="ru-RU" dirty="0"/>
              <a:t> на фото,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випущено</a:t>
            </a:r>
            <a:r>
              <a:rPr lang="ru-RU" dirty="0"/>
              <a:t> в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2726FAC-3DD4-2B39-82BB-C3F2BD0AF75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29018257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458" name="Picture 2">
            <a:extLst>
              <a:ext uri="{FF2B5EF4-FFF2-40B4-BE49-F238E27FC236}">
                <a16:creationId xmlns:a16="http://schemas.microsoft.com/office/drawing/2014/main" id="{38F44E35-8DEF-B97A-6A94-B5A9FF1E5FA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00679"/>
            <a:ext cx="5181600" cy="240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0946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077FA-0B01-9B85-308A-4D4DD49D0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відображених</a:t>
            </a:r>
            <a:r>
              <a:rPr lang="ru-RU" dirty="0"/>
              <a:t> на фото.</a:t>
            </a:r>
            <a:endParaRPr lang="uk-UA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4DAE6958-0C08-6F7D-8392-EA67D981E8D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23" y="1956113"/>
            <a:ext cx="5146077" cy="2135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92299ED0-49FB-307B-68FF-98CD6CBB7FA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362" y="1855209"/>
            <a:ext cx="3716612" cy="2236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>
            <a:extLst>
              <a:ext uri="{FF2B5EF4-FFF2-40B4-BE49-F238E27FC236}">
                <a16:creationId xmlns:a16="http://schemas.microsoft.com/office/drawing/2014/main" id="{6A6658FF-A364-80D9-18E0-56DCD294F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924" y="4222866"/>
            <a:ext cx="3968314" cy="227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8" name="Picture 8">
            <a:extLst>
              <a:ext uri="{FF2B5EF4-FFF2-40B4-BE49-F238E27FC236}">
                <a16:creationId xmlns:a16="http://schemas.microsoft.com/office/drawing/2014/main" id="{C1B9D53A-C6D4-2206-4CA0-5CA887359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021" y="4256494"/>
            <a:ext cx="3985130" cy="2236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63759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1360</Words>
  <Application>Microsoft Office PowerPoint</Application>
  <PresentationFormat>Широкий екран</PresentationFormat>
  <Paragraphs>150</Paragraphs>
  <Slides>32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Тема Office</vt:lpstr>
      <vt:lpstr>Відновлення незалежності України</vt:lpstr>
      <vt:lpstr>Установіть відповідність між плакатами та історичними періодами.</vt:lpstr>
      <vt:lpstr>Установіть послідовність суспільно-політичних подій 1950–1980-х років.</vt:lpstr>
      <vt:lpstr>Описана реформа проводилася під керівництвом</vt:lpstr>
      <vt:lpstr>Установіть послідовність епох, відображених на радянських пропагандистських плакатах.</vt:lpstr>
      <vt:lpstr>Установіть відповідність між поняттями та їхніми визначеннями.</vt:lpstr>
      <vt:lpstr>Які судження щодо зображеного плаката є правильними?</vt:lpstr>
      <vt:lpstr>Розташуйте зображені карикатури за часом створення їх.</vt:lpstr>
      <vt:lpstr>Які судження щодо неї є правильними?</vt:lpstr>
      <vt:lpstr>«Перебудова»</vt:lpstr>
      <vt:lpstr>Зображений на фото документ, що видавався місцевими радами в Україні, свідчить про</vt:lpstr>
      <vt:lpstr>Коли в Українській РСР започатковано політику, на ідеологічній складовій якої акцентує увагу зображена карикатура?</vt:lpstr>
      <vt:lpstr>Якого періоду в історії України стосується зображений плакат?</vt:lpstr>
      <vt:lpstr>У якому уривку з історичних джерел охарактеризовано окремі аспекти соціально-економічного розвитку України в період «перебудови»?</vt:lpstr>
      <vt:lpstr>Яку тенденцію суспільного життя України початку 1990-х рр. відображає карикатура?</vt:lpstr>
      <vt:lpstr>Зображена карикатура акцентує увагу на суперечливих наслідках реалізації</vt:lpstr>
      <vt:lpstr>Карикатура, зображена на фото, акцентує увагу на ключовій проблемі</vt:lpstr>
      <vt:lpstr>На карикатурі відображено</vt:lpstr>
      <vt:lpstr>Пам’ятником, зображеним на фото, увічнено події, що відбувалися в</vt:lpstr>
      <vt:lpstr>Що зумовило появу наведеного на фото оголошення?</vt:lpstr>
      <vt:lpstr>Шлях до проголошення незалежності</vt:lpstr>
      <vt:lpstr>Укажіть факти біографії видатного політика, зображеного на фото.</vt:lpstr>
      <vt:lpstr>Укажіть фото, на якому відображено настрої в українському суспільстві після оприлюднення цитованого документа.</vt:lpstr>
      <vt:lpstr>Укажіть фото, на якому відображено настрої в українському суспільстві після оприлюднення цитованого документа.</vt:lpstr>
      <vt:lpstr>Вибори до Верховної Ради УРСР</vt:lpstr>
      <vt:lpstr>Наведені джерела доречно використовувати, створюючи презентацію на тему:</vt:lpstr>
      <vt:lpstr>Верховна Рада УРСР ухвалила Закон «Про економічну самостійність Української РСР» з метою</vt:lpstr>
      <vt:lpstr>Яке питання мало бути розглянуто на референдумі, запропоновано І. Юхновським?</vt:lpstr>
      <vt:lpstr>У якому році розповсюджувалася зображена агітаційна листівка?</vt:lpstr>
      <vt:lpstr>24 серпня 1991 р. Верховна Рада УРСР ухвалила</vt:lpstr>
      <vt:lpstr>Пам’ятну монету, зображену на фото, було випущено в</vt:lpstr>
      <vt:lpstr>Установіть послідовність подій, відображених на фото.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Сергей Корниенко</dc:creator>
  <cp:lastModifiedBy>Сергей Корниенко</cp:lastModifiedBy>
  <cp:revision>4</cp:revision>
  <dcterms:created xsi:type="dcterms:W3CDTF">2025-03-29T14:56:35Z</dcterms:created>
  <dcterms:modified xsi:type="dcterms:W3CDTF">2025-03-29T20:46:56Z</dcterms:modified>
</cp:coreProperties>
</file>