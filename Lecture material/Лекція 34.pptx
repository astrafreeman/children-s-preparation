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80" r:id="rId3"/>
    <p:sldId id="257" r:id="rId4"/>
    <p:sldId id="266" r:id="rId5"/>
    <p:sldId id="272" r:id="rId6"/>
    <p:sldId id="277" r:id="rId7"/>
    <p:sldId id="278" r:id="rId8"/>
    <p:sldId id="283" r:id="rId9"/>
    <p:sldId id="284" r:id="rId10"/>
    <p:sldId id="291" r:id="rId11"/>
    <p:sldId id="295" r:id="rId12"/>
    <p:sldId id="269" r:id="rId13"/>
    <p:sldId id="274" r:id="rId14"/>
    <p:sldId id="276" r:id="rId15"/>
    <p:sldId id="294" r:id="rId16"/>
    <p:sldId id="270" r:id="rId17"/>
    <p:sldId id="281" r:id="rId18"/>
    <p:sldId id="288" r:id="rId19"/>
    <p:sldId id="285" r:id="rId20"/>
    <p:sldId id="273" r:id="rId21"/>
    <p:sldId id="287" r:id="rId22"/>
    <p:sldId id="293" r:id="rId23"/>
    <p:sldId id="258" r:id="rId24"/>
    <p:sldId id="267" r:id="rId25"/>
    <p:sldId id="275" r:id="rId26"/>
    <p:sldId id="259" r:id="rId27"/>
    <p:sldId id="271" r:id="rId28"/>
    <p:sldId id="268" r:id="rId29"/>
    <p:sldId id="262" r:id="rId30"/>
    <p:sldId id="263" r:id="rId31"/>
    <p:sldId id="279" r:id="rId32"/>
    <p:sldId id="292" r:id="rId33"/>
    <p:sldId id="296" r:id="rId34"/>
    <p:sldId id="286" r:id="rId35"/>
    <p:sldId id="264" r:id="rId36"/>
    <p:sldId id="290" r:id="rId37"/>
    <p:sldId id="282" r:id="rId38"/>
    <p:sldId id="265" r:id="rId39"/>
    <p:sldId id="289" r:id="rId40"/>
    <p:sldId id="260" r:id="rId41"/>
    <p:sldId id="261"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озділ за замовчуванням" id="{1C6187A4-7BAB-41F0-9394-7B950BF7D48F}">
          <p14:sldIdLst>
            <p14:sldId id="256"/>
          </p14:sldIdLst>
        </p14:section>
        <p14:section name="Загальний огляд" id="{EEF32D27-F579-4BE8-A37A-76F9060C690B}">
          <p14:sldIdLst>
            <p14:sldId id="280"/>
            <p14:sldId id="257"/>
            <p14:sldId id="266"/>
            <p14:sldId id="272"/>
            <p14:sldId id="277"/>
            <p14:sldId id="278"/>
            <p14:sldId id="283"/>
            <p14:sldId id="284"/>
            <p14:sldId id="291"/>
            <p14:sldId id="295"/>
          </p14:sldIdLst>
        </p14:section>
        <p14:section name="Війна" id="{56536A94-EA93-4E1A-98F7-1F019E0D369A}">
          <p14:sldIdLst>
            <p14:sldId id="269"/>
            <p14:sldId id="274"/>
            <p14:sldId id="276"/>
            <p14:sldId id="294"/>
            <p14:sldId id="270"/>
            <p14:sldId id="281"/>
            <p14:sldId id="288"/>
            <p14:sldId id="285"/>
            <p14:sldId id="273"/>
            <p14:sldId id="287"/>
            <p14:sldId id="293"/>
          </p14:sldIdLst>
        </p14:section>
        <p14:section name="Політика" id="{205B4755-8257-4640-B92B-9ECEBE542172}">
          <p14:sldIdLst>
            <p14:sldId id="258"/>
            <p14:sldId id="267"/>
            <p14:sldId id="275"/>
            <p14:sldId id="259"/>
            <p14:sldId id="271"/>
            <p14:sldId id="268"/>
            <p14:sldId id="262"/>
            <p14:sldId id="263"/>
            <p14:sldId id="279"/>
            <p14:sldId id="292"/>
            <p14:sldId id="296"/>
            <p14:sldId id="286"/>
            <p14:sldId id="264"/>
            <p14:sldId id="290"/>
            <p14:sldId id="282"/>
            <p14:sldId id="265"/>
            <p14:sldId id="289"/>
          </p14:sldIdLst>
        </p14:section>
        <p14:section name="Соцально-економічний блок" id="{FBB5140D-FD64-4BAE-9662-24E5CA3A1188}">
          <p14:sldIdLst>
            <p14:sldId id="260"/>
            <p14:sldId id="26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8" d="100"/>
          <a:sy n="58" d="100"/>
        </p:scale>
        <p:origin x="78" y="1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C9C1E7-783B-4895-BAE8-0A94B881DA9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B470AD73-139F-4B0B-9588-2FB577A0BFB2}">
      <dgm:prSet/>
      <dgm:spPr/>
      <dgm:t>
        <a:bodyPr/>
        <a:lstStyle/>
        <a:p>
          <a:r>
            <a:rPr lang="uk-UA" b="0" i="0"/>
            <a:t>післявоєнна відбудова та розвиток (1945 - початок 1950-х рр.)</a:t>
          </a:r>
          <a:endParaRPr lang="uk-UA"/>
        </a:p>
      </dgm:t>
    </dgm:pt>
    <dgm:pt modelId="{5085B92F-F616-4E6A-94C2-AC8844316817}" type="parTrans" cxnId="{83A8768A-E339-4519-BA33-F9A79ECE40C4}">
      <dgm:prSet/>
      <dgm:spPr/>
      <dgm:t>
        <a:bodyPr/>
        <a:lstStyle/>
        <a:p>
          <a:endParaRPr lang="uk-UA"/>
        </a:p>
      </dgm:t>
    </dgm:pt>
    <dgm:pt modelId="{2B773E10-DDF0-4AA3-9894-53EEAE1827D3}" type="sibTrans" cxnId="{83A8768A-E339-4519-BA33-F9A79ECE40C4}">
      <dgm:prSet/>
      <dgm:spPr/>
      <dgm:t>
        <a:bodyPr/>
        <a:lstStyle/>
        <a:p>
          <a:endParaRPr lang="uk-UA"/>
        </a:p>
      </dgm:t>
    </dgm:pt>
    <dgm:pt modelId="{EB7ED396-2191-40DB-ABE0-85FB8D406B66}">
      <dgm:prSet/>
      <dgm:spPr/>
      <dgm:t>
        <a:bodyPr/>
        <a:lstStyle/>
        <a:p>
          <a:r>
            <a:rPr lang="uk-UA" b="0" i="0"/>
            <a:t>політична та економічна лібералізація суспільства (1953-1964 рр.)</a:t>
          </a:r>
          <a:endParaRPr lang="uk-UA"/>
        </a:p>
      </dgm:t>
    </dgm:pt>
    <dgm:pt modelId="{37AC19B5-E04F-44B4-97B5-02133ACAD0D2}" type="parTrans" cxnId="{3DE5927A-19B4-4972-AF97-A7B9BF7D71D3}">
      <dgm:prSet/>
      <dgm:spPr/>
      <dgm:t>
        <a:bodyPr/>
        <a:lstStyle/>
        <a:p>
          <a:endParaRPr lang="uk-UA"/>
        </a:p>
      </dgm:t>
    </dgm:pt>
    <dgm:pt modelId="{4048904B-ED94-409C-B99E-7BDAB8034974}" type="sibTrans" cxnId="{3DE5927A-19B4-4972-AF97-A7B9BF7D71D3}">
      <dgm:prSet/>
      <dgm:spPr/>
      <dgm:t>
        <a:bodyPr/>
        <a:lstStyle/>
        <a:p>
          <a:endParaRPr lang="uk-UA"/>
        </a:p>
      </dgm:t>
    </dgm:pt>
    <dgm:pt modelId="{F009DB30-147F-430C-89F9-931F54C15915}">
      <dgm:prSet/>
      <dgm:spPr/>
      <dgm:t>
        <a:bodyPr/>
        <a:lstStyle/>
        <a:p>
          <a:r>
            <a:rPr lang="uk-UA" b="0" i="0"/>
            <a:t>загострення кризи радянської системи (середина 1960-х початок 1980-х рр.)</a:t>
          </a:r>
          <a:endParaRPr lang="uk-UA"/>
        </a:p>
      </dgm:t>
    </dgm:pt>
    <dgm:pt modelId="{C8AFDB01-9847-4618-BF9F-D438899594C8}" type="parTrans" cxnId="{0C278B25-50EF-4D55-8963-E69F57BE396D}">
      <dgm:prSet/>
      <dgm:spPr/>
      <dgm:t>
        <a:bodyPr/>
        <a:lstStyle/>
        <a:p>
          <a:endParaRPr lang="uk-UA"/>
        </a:p>
      </dgm:t>
    </dgm:pt>
    <dgm:pt modelId="{BEE1157D-87E9-4A87-8319-8AD8870B1EED}" type="sibTrans" cxnId="{0C278B25-50EF-4D55-8963-E69F57BE396D}">
      <dgm:prSet/>
      <dgm:spPr/>
      <dgm:t>
        <a:bodyPr/>
        <a:lstStyle/>
        <a:p>
          <a:endParaRPr lang="uk-UA"/>
        </a:p>
      </dgm:t>
    </dgm:pt>
    <dgm:pt modelId="{19E02500-A831-4FC7-B431-D92B1F381B7E}">
      <dgm:prSet/>
      <dgm:spPr/>
      <dgm:t>
        <a:bodyPr/>
        <a:lstStyle/>
        <a:p>
          <a:r>
            <a:rPr lang="uk-UA" b="0" i="0"/>
            <a:t>Україна в умовах незалежності (1991 р. - початок ХХІ ст.)</a:t>
          </a:r>
          <a:endParaRPr lang="uk-UA"/>
        </a:p>
      </dgm:t>
    </dgm:pt>
    <dgm:pt modelId="{5C869F84-797B-4C13-9547-00807B2AE3B5}" type="parTrans" cxnId="{CBD04D70-DC17-4325-BF77-2FF41EE728C1}">
      <dgm:prSet/>
      <dgm:spPr/>
      <dgm:t>
        <a:bodyPr/>
        <a:lstStyle/>
        <a:p>
          <a:endParaRPr lang="uk-UA"/>
        </a:p>
      </dgm:t>
    </dgm:pt>
    <dgm:pt modelId="{E7897D0A-751D-495A-9E75-7C318AAC5409}" type="sibTrans" cxnId="{CBD04D70-DC17-4325-BF77-2FF41EE728C1}">
      <dgm:prSet/>
      <dgm:spPr/>
      <dgm:t>
        <a:bodyPr/>
        <a:lstStyle/>
        <a:p>
          <a:endParaRPr lang="uk-UA"/>
        </a:p>
      </dgm:t>
    </dgm:pt>
    <dgm:pt modelId="{6BBF18C4-223C-45BC-8633-F6A844069723}" type="pres">
      <dgm:prSet presAssocID="{FFC9C1E7-783B-4895-BAE8-0A94B881DA90}" presName="linear" presStyleCnt="0">
        <dgm:presLayoutVars>
          <dgm:animLvl val="lvl"/>
          <dgm:resizeHandles val="exact"/>
        </dgm:presLayoutVars>
      </dgm:prSet>
      <dgm:spPr/>
    </dgm:pt>
    <dgm:pt modelId="{CE792DB9-F9D4-4BD1-A868-A7A251421407}" type="pres">
      <dgm:prSet presAssocID="{B470AD73-139F-4B0B-9588-2FB577A0BFB2}" presName="parentText" presStyleLbl="node1" presStyleIdx="0" presStyleCnt="4">
        <dgm:presLayoutVars>
          <dgm:chMax val="0"/>
          <dgm:bulletEnabled val="1"/>
        </dgm:presLayoutVars>
      </dgm:prSet>
      <dgm:spPr/>
    </dgm:pt>
    <dgm:pt modelId="{8F407051-2C69-47E4-BB5B-F1F26AA0B861}" type="pres">
      <dgm:prSet presAssocID="{2B773E10-DDF0-4AA3-9894-53EEAE1827D3}" presName="spacer" presStyleCnt="0"/>
      <dgm:spPr/>
    </dgm:pt>
    <dgm:pt modelId="{385E29D1-8BB6-49F2-9631-42D107763137}" type="pres">
      <dgm:prSet presAssocID="{EB7ED396-2191-40DB-ABE0-85FB8D406B66}" presName="parentText" presStyleLbl="node1" presStyleIdx="1" presStyleCnt="4">
        <dgm:presLayoutVars>
          <dgm:chMax val="0"/>
          <dgm:bulletEnabled val="1"/>
        </dgm:presLayoutVars>
      </dgm:prSet>
      <dgm:spPr/>
    </dgm:pt>
    <dgm:pt modelId="{971187CC-3476-4EB7-AD71-B6536A0673A3}" type="pres">
      <dgm:prSet presAssocID="{4048904B-ED94-409C-B99E-7BDAB8034974}" presName="spacer" presStyleCnt="0"/>
      <dgm:spPr/>
    </dgm:pt>
    <dgm:pt modelId="{B1EEC16E-F29B-4CAE-9EC7-C334389C1B86}" type="pres">
      <dgm:prSet presAssocID="{F009DB30-147F-430C-89F9-931F54C15915}" presName="parentText" presStyleLbl="node1" presStyleIdx="2" presStyleCnt="4">
        <dgm:presLayoutVars>
          <dgm:chMax val="0"/>
          <dgm:bulletEnabled val="1"/>
        </dgm:presLayoutVars>
      </dgm:prSet>
      <dgm:spPr/>
    </dgm:pt>
    <dgm:pt modelId="{8E2E5E32-31B5-4F5E-862E-171082117489}" type="pres">
      <dgm:prSet presAssocID="{BEE1157D-87E9-4A87-8319-8AD8870B1EED}" presName="spacer" presStyleCnt="0"/>
      <dgm:spPr/>
    </dgm:pt>
    <dgm:pt modelId="{FC783F69-358B-42E4-BD5A-4EA27B15383A}" type="pres">
      <dgm:prSet presAssocID="{19E02500-A831-4FC7-B431-D92B1F381B7E}" presName="parentText" presStyleLbl="node1" presStyleIdx="3" presStyleCnt="4">
        <dgm:presLayoutVars>
          <dgm:chMax val="0"/>
          <dgm:bulletEnabled val="1"/>
        </dgm:presLayoutVars>
      </dgm:prSet>
      <dgm:spPr/>
    </dgm:pt>
  </dgm:ptLst>
  <dgm:cxnLst>
    <dgm:cxn modelId="{EEBB6004-34E5-4F6C-A665-CF4D8989153C}" type="presOf" srcId="{EB7ED396-2191-40DB-ABE0-85FB8D406B66}" destId="{385E29D1-8BB6-49F2-9631-42D107763137}" srcOrd="0" destOrd="0" presId="urn:microsoft.com/office/officeart/2005/8/layout/vList2"/>
    <dgm:cxn modelId="{09A89F08-EBD2-4FA7-A205-C8E531D6407B}" type="presOf" srcId="{F009DB30-147F-430C-89F9-931F54C15915}" destId="{B1EEC16E-F29B-4CAE-9EC7-C334389C1B86}" srcOrd="0" destOrd="0" presId="urn:microsoft.com/office/officeart/2005/8/layout/vList2"/>
    <dgm:cxn modelId="{0C278B25-50EF-4D55-8963-E69F57BE396D}" srcId="{FFC9C1E7-783B-4895-BAE8-0A94B881DA90}" destId="{F009DB30-147F-430C-89F9-931F54C15915}" srcOrd="2" destOrd="0" parTransId="{C8AFDB01-9847-4618-BF9F-D438899594C8}" sibTransId="{BEE1157D-87E9-4A87-8319-8AD8870B1EED}"/>
    <dgm:cxn modelId="{CBD04D70-DC17-4325-BF77-2FF41EE728C1}" srcId="{FFC9C1E7-783B-4895-BAE8-0A94B881DA90}" destId="{19E02500-A831-4FC7-B431-D92B1F381B7E}" srcOrd="3" destOrd="0" parTransId="{5C869F84-797B-4C13-9547-00807B2AE3B5}" sibTransId="{E7897D0A-751D-495A-9E75-7C318AAC5409}"/>
    <dgm:cxn modelId="{18378D50-4E41-4BCA-9B94-F02CAC50D0A4}" type="presOf" srcId="{FFC9C1E7-783B-4895-BAE8-0A94B881DA90}" destId="{6BBF18C4-223C-45BC-8633-F6A844069723}" srcOrd="0" destOrd="0" presId="urn:microsoft.com/office/officeart/2005/8/layout/vList2"/>
    <dgm:cxn modelId="{3DE5927A-19B4-4972-AF97-A7B9BF7D71D3}" srcId="{FFC9C1E7-783B-4895-BAE8-0A94B881DA90}" destId="{EB7ED396-2191-40DB-ABE0-85FB8D406B66}" srcOrd="1" destOrd="0" parTransId="{37AC19B5-E04F-44B4-97B5-02133ACAD0D2}" sibTransId="{4048904B-ED94-409C-B99E-7BDAB8034974}"/>
    <dgm:cxn modelId="{83A8768A-E339-4519-BA33-F9A79ECE40C4}" srcId="{FFC9C1E7-783B-4895-BAE8-0A94B881DA90}" destId="{B470AD73-139F-4B0B-9588-2FB577A0BFB2}" srcOrd="0" destOrd="0" parTransId="{5085B92F-F616-4E6A-94C2-AC8844316817}" sibTransId="{2B773E10-DDF0-4AA3-9894-53EEAE1827D3}"/>
    <dgm:cxn modelId="{ADC2E69E-29AB-49A1-979B-2C4612DE0AD3}" type="presOf" srcId="{19E02500-A831-4FC7-B431-D92B1F381B7E}" destId="{FC783F69-358B-42E4-BD5A-4EA27B15383A}" srcOrd="0" destOrd="0" presId="urn:microsoft.com/office/officeart/2005/8/layout/vList2"/>
    <dgm:cxn modelId="{A93EEBDB-92B8-40B0-9922-D0AA82DB0D88}" type="presOf" srcId="{B470AD73-139F-4B0B-9588-2FB577A0BFB2}" destId="{CE792DB9-F9D4-4BD1-A868-A7A251421407}" srcOrd="0" destOrd="0" presId="urn:microsoft.com/office/officeart/2005/8/layout/vList2"/>
    <dgm:cxn modelId="{29DFAFF2-B42D-4768-9118-D5DD4F95212E}" type="presParOf" srcId="{6BBF18C4-223C-45BC-8633-F6A844069723}" destId="{CE792DB9-F9D4-4BD1-A868-A7A251421407}" srcOrd="0" destOrd="0" presId="urn:microsoft.com/office/officeart/2005/8/layout/vList2"/>
    <dgm:cxn modelId="{D2D149C7-3E83-4B4A-9C41-E0370E9ABCFD}" type="presParOf" srcId="{6BBF18C4-223C-45BC-8633-F6A844069723}" destId="{8F407051-2C69-47E4-BB5B-F1F26AA0B861}" srcOrd="1" destOrd="0" presId="urn:microsoft.com/office/officeart/2005/8/layout/vList2"/>
    <dgm:cxn modelId="{BABBDB1B-4C96-41D2-82E0-86FE20859EDE}" type="presParOf" srcId="{6BBF18C4-223C-45BC-8633-F6A844069723}" destId="{385E29D1-8BB6-49F2-9631-42D107763137}" srcOrd="2" destOrd="0" presId="urn:microsoft.com/office/officeart/2005/8/layout/vList2"/>
    <dgm:cxn modelId="{27B1BFF0-E579-4AF5-B46A-BE2FB6F6DC43}" type="presParOf" srcId="{6BBF18C4-223C-45BC-8633-F6A844069723}" destId="{971187CC-3476-4EB7-AD71-B6536A0673A3}" srcOrd="3" destOrd="0" presId="urn:microsoft.com/office/officeart/2005/8/layout/vList2"/>
    <dgm:cxn modelId="{9FE9256A-5CA9-4F84-A8B3-D3B96A0D5CC6}" type="presParOf" srcId="{6BBF18C4-223C-45BC-8633-F6A844069723}" destId="{B1EEC16E-F29B-4CAE-9EC7-C334389C1B86}" srcOrd="4" destOrd="0" presId="urn:microsoft.com/office/officeart/2005/8/layout/vList2"/>
    <dgm:cxn modelId="{46A9EE39-39EB-47F7-BF18-ED31380640F4}" type="presParOf" srcId="{6BBF18C4-223C-45BC-8633-F6A844069723}" destId="{8E2E5E32-31B5-4F5E-862E-171082117489}" srcOrd="5" destOrd="0" presId="urn:microsoft.com/office/officeart/2005/8/layout/vList2"/>
    <dgm:cxn modelId="{31606D43-A247-4D34-879A-60EE26F13775}" type="presParOf" srcId="{6BBF18C4-223C-45BC-8633-F6A844069723}" destId="{FC783F69-358B-42E4-BD5A-4EA27B15383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5ACA666-D451-45F3-8169-BF62F2A31CED}"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uk-UA"/>
        </a:p>
      </dgm:t>
    </dgm:pt>
    <dgm:pt modelId="{6AE1ADFE-D8E4-4C11-A074-028480F4FCA6}">
      <dgm:prSet/>
      <dgm:spPr/>
      <dgm:t>
        <a:bodyPr/>
        <a:lstStyle/>
        <a:p>
          <a:r>
            <a:rPr lang="uk-UA" b="0" i="0"/>
            <a:t>«самвидав», «номенклатура», «дефіцит», «правозахисник»</a:t>
          </a:r>
          <a:endParaRPr lang="uk-UA"/>
        </a:p>
      </dgm:t>
    </dgm:pt>
    <dgm:pt modelId="{A53C4770-6165-4675-9B33-E92D1C37379D}" type="parTrans" cxnId="{0B9D6EF4-D448-4141-A0B6-C6F12533E52C}">
      <dgm:prSet/>
      <dgm:spPr/>
      <dgm:t>
        <a:bodyPr/>
        <a:lstStyle/>
        <a:p>
          <a:endParaRPr lang="uk-UA"/>
        </a:p>
      </dgm:t>
    </dgm:pt>
    <dgm:pt modelId="{D275F08D-06D2-4833-A5DB-E6D6D5E8FDF7}" type="sibTrans" cxnId="{0B9D6EF4-D448-4141-A0B6-C6F12533E52C}">
      <dgm:prSet/>
      <dgm:spPr/>
      <dgm:t>
        <a:bodyPr/>
        <a:lstStyle/>
        <a:p>
          <a:endParaRPr lang="uk-UA"/>
        </a:p>
      </dgm:t>
    </dgm:pt>
    <dgm:pt modelId="{C0E4FBE5-C46A-4104-8E29-7E48A30CE5CD}">
      <dgm:prSet/>
      <dgm:spPr/>
      <dgm:t>
        <a:bodyPr/>
        <a:lstStyle/>
        <a:p>
          <a:r>
            <a:rPr lang="uk-UA" b="0" i="0"/>
            <a:t>«новий порядок», «радянізація», «план “Ост”», «депортація»</a:t>
          </a:r>
          <a:endParaRPr lang="uk-UA"/>
        </a:p>
      </dgm:t>
    </dgm:pt>
    <dgm:pt modelId="{0F6B7010-F96A-49CD-95E7-30E39E3773E7}" type="parTrans" cxnId="{5A4899F9-C989-42E3-B5E1-779D7116B351}">
      <dgm:prSet/>
      <dgm:spPr/>
      <dgm:t>
        <a:bodyPr/>
        <a:lstStyle/>
        <a:p>
          <a:endParaRPr lang="uk-UA"/>
        </a:p>
      </dgm:t>
    </dgm:pt>
    <dgm:pt modelId="{EBE00D6E-56EC-4547-ABA2-14B55A84B327}" type="sibTrans" cxnId="{5A4899F9-C989-42E3-B5E1-779D7116B351}">
      <dgm:prSet/>
      <dgm:spPr/>
      <dgm:t>
        <a:bodyPr/>
        <a:lstStyle/>
        <a:p>
          <a:endParaRPr lang="uk-UA"/>
        </a:p>
      </dgm:t>
    </dgm:pt>
    <dgm:pt modelId="{A43975AA-57E6-4ADE-A953-5418A0E0235C}">
      <dgm:prSet/>
      <dgm:spPr/>
      <dgm:t>
        <a:bodyPr/>
        <a:lstStyle/>
        <a:p>
          <a:r>
            <a:rPr lang="uk-UA" b="0" i="0"/>
            <a:t>«приватизація», «тимчасово окупована територія», «антитерористична операція (АТО)», «європейська інтеграція»</a:t>
          </a:r>
          <a:endParaRPr lang="uk-UA"/>
        </a:p>
      </dgm:t>
    </dgm:pt>
    <dgm:pt modelId="{20463C4A-4652-4372-B519-E816904F9D65}" type="parTrans" cxnId="{7DF303C5-A6EF-4E40-B32C-4AE981F25CC8}">
      <dgm:prSet/>
      <dgm:spPr/>
      <dgm:t>
        <a:bodyPr/>
        <a:lstStyle/>
        <a:p>
          <a:endParaRPr lang="uk-UA"/>
        </a:p>
      </dgm:t>
    </dgm:pt>
    <dgm:pt modelId="{17E7A8B9-B211-4085-9207-29FE8EAE573D}" type="sibTrans" cxnId="{7DF303C5-A6EF-4E40-B32C-4AE981F25CC8}">
      <dgm:prSet/>
      <dgm:spPr/>
      <dgm:t>
        <a:bodyPr/>
        <a:lstStyle/>
        <a:p>
          <a:endParaRPr lang="uk-UA"/>
        </a:p>
      </dgm:t>
    </dgm:pt>
    <dgm:pt modelId="{1BB8D5FD-9562-4564-8DFD-128E24D46CC4}">
      <dgm:prSet/>
      <dgm:spPr/>
      <dgm:t>
        <a:bodyPr/>
        <a:lstStyle/>
        <a:p>
          <a:r>
            <a:rPr lang="uk-UA" b="0" i="0"/>
            <a:t>«операція “Вісла”», «ждановщина», «космополітизм», «лисенківщина»</a:t>
          </a:r>
          <a:endParaRPr lang="uk-UA"/>
        </a:p>
      </dgm:t>
    </dgm:pt>
    <dgm:pt modelId="{4636FB02-1DEB-4A2B-A4F8-265CECDF5E07}" type="parTrans" cxnId="{C19CC5E2-8DF2-42DB-8A1A-F340038F4FE5}">
      <dgm:prSet/>
      <dgm:spPr/>
      <dgm:t>
        <a:bodyPr/>
        <a:lstStyle/>
        <a:p>
          <a:endParaRPr lang="uk-UA"/>
        </a:p>
      </dgm:t>
    </dgm:pt>
    <dgm:pt modelId="{4B8A5F44-A6D9-4A61-8294-ECA4540F512F}" type="sibTrans" cxnId="{C19CC5E2-8DF2-42DB-8A1A-F340038F4FE5}">
      <dgm:prSet/>
      <dgm:spPr/>
      <dgm:t>
        <a:bodyPr/>
        <a:lstStyle/>
        <a:p>
          <a:endParaRPr lang="uk-UA"/>
        </a:p>
      </dgm:t>
    </dgm:pt>
    <dgm:pt modelId="{E9671F3F-22F5-48CF-A64C-D75082815044}">
      <dgm:prSet/>
      <dgm:spPr/>
      <dgm:t>
        <a:bodyPr/>
        <a:lstStyle/>
        <a:p>
          <a:r>
            <a:rPr lang="uk-UA" b="0" i="0"/>
            <a:t>«відлига», «політична реабілітація», «раднаргоспи», «шістдесятники»</a:t>
          </a:r>
          <a:endParaRPr lang="uk-UA"/>
        </a:p>
      </dgm:t>
    </dgm:pt>
    <dgm:pt modelId="{B9939F5A-3B36-4271-AD42-7E933E68187A}" type="parTrans" cxnId="{6BA6E505-598C-492C-AD4C-EE0DFF476032}">
      <dgm:prSet/>
      <dgm:spPr/>
      <dgm:t>
        <a:bodyPr/>
        <a:lstStyle/>
        <a:p>
          <a:endParaRPr lang="uk-UA"/>
        </a:p>
      </dgm:t>
    </dgm:pt>
    <dgm:pt modelId="{EC8A4F88-DDFE-458A-82A4-62BF770A9E40}" type="sibTrans" cxnId="{6BA6E505-598C-492C-AD4C-EE0DFF476032}">
      <dgm:prSet/>
      <dgm:spPr/>
      <dgm:t>
        <a:bodyPr/>
        <a:lstStyle/>
        <a:p>
          <a:endParaRPr lang="uk-UA"/>
        </a:p>
      </dgm:t>
    </dgm:pt>
    <dgm:pt modelId="{A4E42C27-3F07-4C61-8AC8-2A1922F9EDD0}" type="pres">
      <dgm:prSet presAssocID="{75ACA666-D451-45F3-8169-BF62F2A31CED}" presName="vert0" presStyleCnt="0">
        <dgm:presLayoutVars>
          <dgm:dir/>
          <dgm:animOne val="branch"/>
          <dgm:animLvl val="lvl"/>
        </dgm:presLayoutVars>
      </dgm:prSet>
      <dgm:spPr/>
    </dgm:pt>
    <dgm:pt modelId="{D3E930EB-8D09-48A0-9ABD-AE6C76182E84}" type="pres">
      <dgm:prSet presAssocID="{6AE1ADFE-D8E4-4C11-A074-028480F4FCA6}" presName="thickLine" presStyleLbl="alignNode1" presStyleIdx="0" presStyleCnt="5"/>
      <dgm:spPr/>
    </dgm:pt>
    <dgm:pt modelId="{0ACCAE64-522B-484D-92AF-8323745E7EC0}" type="pres">
      <dgm:prSet presAssocID="{6AE1ADFE-D8E4-4C11-A074-028480F4FCA6}" presName="horz1" presStyleCnt="0"/>
      <dgm:spPr/>
    </dgm:pt>
    <dgm:pt modelId="{6FFB733D-F560-4229-91F0-8D11A2A87BA0}" type="pres">
      <dgm:prSet presAssocID="{6AE1ADFE-D8E4-4C11-A074-028480F4FCA6}" presName="tx1" presStyleLbl="revTx" presStyleIdx="0" presStyleCnt="5"/>
      <dgm:spPr/>
    </dgm:pt>
    <dgm:pt modelId="{9F1387C7-67B4-4C2D-BF17-B6C6296B8812}" type="pres">
      <dgm:prSet presAssocID="{6AE1ADFE-D8E4-4C11-A074-028480F4FCA6}" presName="vert1" presStyleCnt="0"/>
      <dgm:spPr/>
    </dgm:pt>
    <dgm:pt modelId="{E28747CA-6E2D-424F-BF7F-06FB261F6406}" type="pres">
      <dgm:prSet presAssocID="{C0E4FBE5-C46A-4104-8E29-7E48A30CE5CD}" presName="thickLine" presStyleLbl="alignNode1" presStyleIdx="1" presStyleCnt="5"/>
      <dgm:spPr/>
    </dgm:pt>
    <dgm:pt modelId="{BE37518C-266C-4AA0-9F65-C2AB61648183}" type="pres">
      <dgm:prSet presAssocID="{C0E4FBE5-C46A-4104-8E29-7E48A30CE5CD}" presName="horz1" presStyleCnt="0"/>
      <dgm:spPr/>
    </dgm:pt>
    <dgm:pt modelId="{2809AD1C-EA9D-414E-BBC3-604E12512E7A}" type="pres">
      <dgm:prSet presAssocID="{C0E4FBE5-C46A-4104-8E29-7E48A30CE5CD}" presName="tx1" presStyleLbl="revTx" presStyleIdx="1" presStyleCnt="5"/>
      <dgm:spPr/>
    </dgm:pt>
    <dgm:pt modelId="{07F85C81-D005-413F-B7F5-C582AF15E064}" type="pres">
      <dgm:prSet presAssocID="{C0E4FBE5-C46A-4104-8E29-7E48A30CE5CD}" presName="vert1" presStyleCnt="0"/>
      <dgm:spPr/>
    </dgm:pt>
    <dgm:pt modelId="{F2B84097-B7C2-4A8B-AB38-E0CBBE68201E}" type="pres">
      <dgm:prSet presAssocID="{A43975AA-57E6-4ADE-A953-5418A0E0235C}" presName="thickLine" presStyleLbl="alignNode1" presStyleIdx="2" presStyleCnt="5"/>
      <dgm:spPr/>
    </dgm:pt>
    <dgm:pt modelId="{9A435DF5-BF4E-447A-82F1-A9589CBAEF24}" type="pres">
      <dgm:prSet presAssocID="{A43975AA-57E6-4ADE-A953-5418A0E0235C}" presName="horz1" presStyleCnt="0"/>
      <dgm:spPr/>
    </dgm:pt>
    <dgm:pt modelId="{BC046FB4-CF71-4BFC-A14A-56CDBDADA19E}" type="pres">
      <dgm:prSet presAssocID="{A43975AA-57E6-4ADE-A953-5418A0E0235C}" presName="tx1" presStyleLbl="revTx" presStyleIdx="2" presStyleCnt="5"/>
      <dgm:spPr/>
    </dgm:pt>
    <dgm:pt modelId="{E5CF3B7A-9C17-4A1C-8582-CF43E7DF3285}" type="pres">
      <dgm:prSet presAssocID="{A43975AA-57E6-4ADE-A953-5418A0E0235C}" presName="vert1" presStyleCnt="0"/>
      <dgm:spPr/>
    </dgm:pt>
    <dgm:pt modelId="{AAD1780D-17EA-4856-AAB7-49AA4E575249}" type="pres">
      <dgm:prSet presAssocID="{1BB8D5FD-9562-4564-8DFD-128E24D46CC4}" presName="thickLine" presStyleLbl="alignNode1" presStyleIdx="3" presStyleCnt="5"/>
      <dgm:spPr/>
    </dgm:pt>
    <dgm:pt modelId="{146D0AEA-895B-4BF7-9AD1-6D343701866C}" type="pres">
      <dgm:prSet presAssocID="{1BB8D5FD-9562-4564-8DFD-128E24D46CC4}" presName="horz1" presStyleCnt="0"/>
      <dgm:spPr/>
    </dgm:pt>
    <dgm:pt modelId="{4475D173-C760-46C1-A745-BCB3B1DCE211}" type="pres">
      <dgm:prSet presAssocID="{1BB8D5FD-9562-4564-8DFD-128E24D46CC4}" presName="tx1" presStyleLbl="revTx" presStyleIdx="3" presStyleCnt="5"/>
      <dgm:spPr/>
    </dgm:pt>
    <dgm:pt modelId="{A51DF5B8-736C-4A9B-A3F0-F088EA8FD868}" type="pres">
      <dgm:prSet presAssocID="{1BB8D5FD-9562-4564-8DFD-128E24D46CC4}" presName="vert1" presStyleCnt="0"/>
      <dgm:spPr/>
    </dgm:pt>
    <dgm:pt modelId="{8D5C20C1-FF71-48EF-990A-2D1718DFE607}" type="pres">
      <dgm:prSet presAssocID="{E9671F3F-22F5-48CF-A64C-D75082815044}" presName="thickLine" presStyleLbl="alignNode1" presStyleIdx="4" presStyleCnt="5"/>
      <dgm:spPr/>
    </dgm:pt>
    <dgm:pt modelId="{A2CDE060-9449-4370-8548-1F7568659BB3}" type="pres">
      <dgm:prSet presAssocID="{E9671F3F-22F5-48CF-A64C-D75082815044}" presName="horz1" presStyleCnt="0"/>
      <dgm:spPr/>
    </dgm:pt>
    <dgm:pt modelId="{7118BAFB-32F7-4A99-BF40-41404673E420}" type="pres">
      <dgm:prSet presAssocID="{E9671F3F-22F5-48CF-A64C-D75082815044}" presName="tx1" presStyleLbl="revTx" presStyleIdx="4" presStyleCnt="5"/>
      <dgm:spPr/>
    </dgm:pt>
    <dgm:pt modelId="{C2A04466-D19D-46B9-81F5-AFF635009A1B}" type="pres">
      <dgm:prSet presAssocID="{E9671F3F-22F5-48CF-A64C-D75082815044}" presName="vert1" presStyleCnt="0"/>
      <dgm:spPr/>
    </dgm:pt>
  </dgm:ptLst>
  <dgm:cxnLst>
    <dgm:cxn modelId="{6BA6E505-598C-492C-AD4C-EE0DFF476032}" srcId="{75ACA666-D451-45F3-8169-BF62F2A31CED}" destId="{E9671F3F-22F5-48CF-A64C-D75082815044}" srcOrd="4" destOrd="0" parTransId="{B9939F5A-3B36-4271-AD42-7E933E68187A}" sibTransId="{EC8A4F88-DDFE-458A-82A4-62BF770A9E40}"/>
    <dgm:cxn modelId="{5520EF46-5F59-4BA8-8588-03EEF39EF319}" type="presOf" srcId="{A43975AA-57E6-4ADE-A953-5418A0E0235C}" destId="{BC046FB4-CF71-4BFC-A14A-56CDBDADA19E}" srcOrd="0" destOrd="0" presId="urn:microsoft.com/office/officeart/2008/layout/LinedList"/>
    <dgm:cxn modelId="{0CD47184-AA2F-4D51-8F30-EDBE1659C1C0}" type="presOf" srcId="{C0E4FBE5-C46A-4104-8E29-7E48A30CE5CD}" destId="{2809AD1C-EA9D-414E-BBC3-604E12512E7A}" srcOrd="0" destOrd="0" presId="urn:microsoft.com/office/officeart/2008/layout/LinedList"/>
    <dgm:cxn modelId="{D726C4A1-EC5D-4053-A59C-A2E58D4D75C1}" type="presOf" srcId="{E9671F3F-22F5-48CF-A64C-D75082815044}" destId="{7118BAFB-32F7-4A99-BF40-41404673E420}" srcOrd="0" destOrd="0" presId="urn:microsoft.com/office/officeart/2008/layout/LinedList"/>
    <dgm:cxn modelId="{A15D22AE-36C5-4E20-9731-02A077F6A468}" type="presOf" srcId="{1BB8D5FD-9562-4564-8DFD-128E24D46CC4}" destId="{4475D173-C760-46C1-A745-BCB3B1DCE211}" srcOrd="0" destOrd="0" presId="urn:microsoft.com/office/officeart/2008/layout/LinedList"/>
    <dgm:cxn modelId="{BB7C78BB-BAF0-4D38-B7A0-2BB9B2902B27}" type="presOf" srcId="{6AE1ADFE-D8E4-4C11-A074-028480F4FCA6}" destId="{6FFB733D-F560-4229-91F0-8D11A2A87BA0}" srcOrd="0" destOrd="0" presId="urn:microsoft.com/office/officeart/2008/layout/LinedList"/>
    <dgm:cxn modelId="{7DF303C5-A6EF-4E40-B32C-4AE981F25CC8}" srcId="{75ACA666-D451-45F3-8169-BF62F2A31CED}" destId="{A43975AA-57E6-4ADE-A953-5418A0E0235C}" srcOrd="2" destOrd="0" parTransId="{20463C4A-4652-4372-B519-E816904F9D65}" sibTransId="{17E7A8B9-B211-4085-9207-29FE8EAE573D}"/>
    <dgm:cxn modelId="{A7168DCD-BD54-4744-BC5D-BD4B3220B8BD}" type="presOf" srcId="{75ACA666-D451-45F3-8169-BF62F2A31CED}" destId="{A4E42C27-3F07-4C61-8AC8-2A1922F9EDD0}" srcOrd="0" destOrd="0" presId="urn:microsoft.com/office/officeart/2008/layout/LinedList"/>
    <dgm:cxn modelId="{C19CC5E2-8DF2-42DB-8A1A-F340038F4FE5}" srcId="{75ACA666-D451-45F3-8169-BF62F2A31CED}" destId="{1BB8D5FD-9562-4564-8DFD-128E24D46CC4}" srcOrd="3" destOrd="0" parTransId="{4636FB02-1DEB-4A2B-A4F8-265CECDF5E07}" sibTransId="{4B8A5F44-A6D9-4A61-8294-ECA4540F512F}"/>
    <dgm:cxn modelId="{0B9D6EF4-D448-4141-A0B6-C6F12533E52C}" srcId="{75ACA666-D451-45F3-8169-BF62F2A31CED}" destId="{6AE1ADFE-D8E4-4C11-A074-028480F4FCA6}" srcOrd="0" destOrd="0" parTransId="{A53C4770-6165-4675-9B33-E92D1C37379D}" sibTransId="{D275F08D-06D2-4833-A5DB-E6D6D5E8FDF7}"/>
    <dgm:cxn modelId="{5A4899F9-C989-42E3-B5E1-779D7116B351}" srcId="{75ACA666-D451-45F3-8169-BF62F2A31CED}" destId="{C0E4FBE5-C46A-4104-8E29-7E48A30CE5CD}" srcOrd="1" destOrd="0" parTransId="{0F6B7010-F96A-49CD-95E7-30E39E3773E7}" sibTransId="{EBE00D6E-56EC-4547-ABA2-14B55A84B327}"/>
    <dgm:cxn modelId="{A8EC48B2-D026-452E-AD17-B96D9493335C}" type="presParOf" srcId="{A4E42C27-3F07-4C61-8AC8-2A1922F9EDD0}" destId="{D3E930EB-8D09-48A0-9ABD-AE6C76182E84}" srcOrd="0" destOrd="0" presId="urn:microsoft.com/office/officeart/2008/layout/LinedList"/>
    <dgm:cxn modelId="{6DEF5447-678A-46FE-B87A-7AD35ED999E1}" type="presParOf" srcId="{A4E42C27-3F07-4C61-8AC8-2A1922F9EDD0}" destId="{0ACCAE64-522B-484D-92AF-8323745E7EC0}" srcOrd="1" destOrd="0" presId="urn:microsoft.com/office/officeart/2008/layout/LinedList"/>
    <dgm:cxn modelId="{18C6745E-4479-4662-B30A-01DA3506DDEE}" type="presParOf" srcId="{0ACCAE64-522B-484D-92AF-8323745E7EC0}" destId="{6FFB733D-F560-4229-91F0-8D11A2A87BA0}" srcOrd="0" destOrd="0" presId="urn:microsoft.com/office/officeart/2008/layout/LinedList"/>
    <dgm:cxn modelId="{5155DD9A-C7DC-4D11-AB45-3B94E3E0B253}" type="presParOf" srcId="{0ACCAE64-522B-484D-92AF-8323745E7EC0}" destId="{9F1387C7-67B4-4C2D-BF17-B6C6296B8812}" srcOrd="1" destOrd="0" presId="urn:microsoft.com/office/officeart/2008/layout/LinedList"/>
    <dgm:cxn modelId="{35716CF9-28C9-4229-8173-A0D2BC626E2E}" type="presParOf" srcId="{A4E42C27-3F07-4C61-8AC8-2A1922F9EDD0}" destId="{E28747CA-6E2D-424F-BF7F-06FB261F6406}" srcOrd="2" destOrd="0" presId="urn:microsoft.com/office/officeart/2008/layout/LinedList"/>
    <dgm:cxn modelId="{9431D9F6-C95F-40A8-BFB5-FA8EEF24F26B}" type="presParOf" srcId="{A4E42C27-3F07-4C61-8AC8-2A1922F9EDD0}" destId="{BE37518C-266C-4AA0-9F65-C2AB61648183}" srcOrd="3" destOrd="0" presId="urn:microsoft.com/office/officeart/2008/layout/LinedList"/>
    <dgm:cxn modelId="{7B40AF69-25A7-49CD-867C-C0214EDB9E0B}" type="presParOf" srcId="{BE37518C-266C-4AA0-9F65-C2AB61648183}" destId="{2809AD1C-EA9D-414E-BBC3-604E12512E7A}" srcOrd="0" destOrd="0" presId="urn:microsoft.com/office/officeart/2008/layout/LinedList"/>
    <dgm:cxn modelId="{A13E6F15-42BE-455E-9CDA-91667FA23CD1}" type="presParOf" srcId="{BE37518C-266C-4AA0-9F65-C2AB61648183}" destId="{07F85C81-D005-413F-B7F5-C582AF15E064}" srcOrd="1" destOrd="0" presId="urn:microsoft.com/office/officeart/2008/layout/LinedList"/>
    <dgm:cxn modelId="{98D72D58-A2DA-49F2-A355-299FA873724F}" type="presParOf" srcId="{A4E42C27-3F07-4C61-8AC8-2A1922F9EDD0}" destId="{F2B84097-B7C2-4A8B-AB38-E0CBBE68201E}" srcOrd="4" destOrd="0" presId="urn:microsoft.com/office/officeart/2008/layout/LinedList"/>
    <dgm:cxn modelId="{39A97870-EDD2-486B-B955-035BB26181B9}" type="presParOf" srcId="{A4E42C27-3F07-4C61-8AC8-2A1922F9EDD0}" destId="{9A435DF5-BF4E-447A-82F1-A9589CBAEF24}" srcOrd="5" destOrd="0" presId="urn:microsoft.com/office/officeart/2008/layout/LinedList"/>
    <dgm:cxn modelId="{D60FA80B-AB59-4F9D-8E0F-6C9D636FDB27}" type="presParOf" srcId="{9A435DF5-BF4E-447A-82F1-A9589CBAEF24}" destId="{BC046FB4-CF71-4BFC-A14A-56CDBDADA19E}" srcOrd="0" destOrd="0" presId="urn:microsoft.com/office/officeart/2008/layout/LinedList"/>
    <dgm:cxn modelId="{08CE8565-A550-446C-BCE9-3901822E8F9A}" type="presParOf" srcId="{9A435DF5-BF4E-447A-82F1-A9589CBAEF24}" destId="{E5CF3B7A-9C17-4A1C-8582-CF43E7DF3285}" srcOrd="1" destOrd="0" presId="urn:microsoft.com/office/officeart/2008/layout/LinedList"/>
    <dgm:cxn modelId="{8A240B4A-4948-46B3-8A4F-E69AA7BFEB79}" type="presParOf" srcId="{A4E42C27-3F07-4C61-8AC8-2A1922F9EDD0}" destId="{AAD1780D-17EA-4856-AAB7-49AA4E575249}" srcOrd="6" destOrd="0" presId="urn:microsoft.com/office/officeart/2008/layout/LinedList"/>
    <dgm:cxn modelId="{5B5A520F-2294-4F9B-82FA-052E692D1A39}" type="presParOf" srcId="{A4E42C27-3F07-4C61-8AC8-2A1922F9EDD0}" destId="{146D0AEA-895B-4BF7-9AD1-6D343701866C}" srcOrd="7" destOrd="0" presId="urn:microsoft.com/office/officeart/2008/layout/LinedList"/>
    <dgm:cxn modelId="{BC97BA73-8741-438F-890E-44893014BCC5}" type="presParOf" srcId="{146D0AEA-895B-4BF7-9AD1-6D343701866C}" destId="{4475D173-C760-46C1-A745-BCB3B1DCE211}" srcOrd="0" destOrd="0" presId="urn:microsoft.com/office/officeart/2008/layout/LinedList"/>
    <dgm:cxn modelId="{EB096586-73D0-46B3-A82B-481A86D5EF80}" type="presParOf" srcId="{146D0AEA-895B-4BF7-9AD1-6D343701866C}" destId="{A51DF5B8-736C-4A9B-A3F0-F088EA8FD868}" srcOrd="1" destOrd="0" presId="urn:microsoft.com/office/officeart/2008/layout/LinedList"/>
    <dgm:cxn modelId="{7AD4BC2B-03D8-41A3-B398-C20E25A03100}" type="presParOf" srcId="{A4E42C27-3F07-4C61-8AC8-2A1922F9EDD0}" destId="{8D5C20C1-FF71-48EF-990A-2D1718DFE607}" srcOrd="8" destOrd="0" presId="urn:microsoft.com/office/officeart/2008/layout/LinedList"/>
    <dgm:cxn modelId="{DA75BD08-63E4-4833-B28B-E7194A3A5F84}" type="presParOf" srcId="{A4E42C27-3F07-4C61-8AC8-2A1922F9EDD0}" destId="{A2CDE060-9449-4370-8548-1F7568659BB3}" srcOrd="9" destOrd="0" presId="urn:microsoft.com/office/officeart/2008/layout/LinedList"/>
    <dgm:cxn modelId="{A45B0145-074F-472B-9DE5-D628D426CF48}" type="presParOf" srcId="{A2CDE060-9449-4370-8548-1F7568659BB3}" destId="{7118BAFB-32F7-4A99-BF40-41404673E420}" srcOrd="0" destOrd="0" presId="urn:microsoft.com/office/officeart/2008/layout/LinedList"/>
    <dgm:cxn modelId="{9216BAD9-6DC8-440D-8E7B-62A546701D10}" type="presParOf" srcId="{A2CDE060-9449-4370-8548-1F7568659BB3}" destId="{C2A04466-D19D-46B9-81F5-AFF635009A1B}" srcOrd="1"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AEB0F1D-3F42-4617-993C-FB124C00D67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670AE5FE-37D6-4156-B33D-9BE65C7B8EDB}">
      <dgm:prSet/>
      <dgm:spPr/>
      <dgm:t>
        <a:bodyPr/>
        <a:lstStyle/>
        <a:p>
          <a:r>
            <a:rPr lang="ru-RU" b="0" i="0"/>
            <a:t>післявоєнна відбудова та розвиток (1945 – початок 1950-х рр.)</a:t>
          </a:r>
          <a:endParaRPr lang="uk-UA"/>
        </a:p>
      </dgm:t>
    </dgm:pt>
    <dgm:pt modelId="{3A6F421E-B579-4056-B5DE-E90441CCD4C5}" type="parTrans" cxnId="{ADDE69EA-360D-46A5-993A-7CDBA9DE006B}">
      <dgm:prSet/>
      <dgm:spPr/>
      <dgm:t>
        <a:bodyPr/>
        <a:lstStyle/>
        <a:p>
          <a:endParaRPr lang="uk-UA"/>
        </a:p>
      </dgm:t>
    </dgm:pt>
    <dgm:pt modelId="{CD83B494-3811-4052-914D-0BD4D51DCA44}" type="sibTrans" cxnId="{ADDE69EA-360D-46A5-993A-7CDBA9DE006B}">
      <dgm:prSet/>
      <dgm:spPr/>
      <dgm:t>
        <a:bodyPr/>
        <a:lstStyle/>
        <a:p>
          <a:endParaRPr lang="uk-UA"/>
        </a:p>
      </dgm:t>
    </dgm:pt>
    <dgm:pt modelId="{CC4BB91A-F72C-462B-9911-98ED3ACB7055}">
      <dgm:prSet/>
      <dgm:spPr/>
      <dgm:t>
        <a:bodyPr/>
        <a:lstStyle/>
        <a:p>
          <a:r>
            <a:rPr lang="ru-RU" b="0" i="0"/>
            <a:t>Україна в умовах десталінізації (1953-1964 рр.)</a:t>
          </a:r>
          <a:endParaRPr lang="uk-UA"/>
        </a:p>
      </dgm:t>
    </dgm:pt>
    <dgm:pt modelId="{3007DECA-D06A-485E-9921-952A7E7041F0}" type="parTrans" cxnId="{5D28F81E-4216-4E61-A569-712FC4980AE5}">
      <dgm:prSet/>
      <dgm:spPr/>
      <dgm:t>
        <a:bodyPr/>
        <a:lstStyle/>
        <a:p>
          <a:endParaRPr lang="uk-UA"/>
        </a:p>
      </dgm:t>
    </dgm:pt>
    <dgm:pt modelId="{8F32F0FD-62DD-4BF0-89A3-70C73675260D}" type="sibTrans" cxnId="{5D28F81E-4216-4E61-A569-712FC4980AE5}">
      <dgm:prSet/>
      <dgm:spPr/>
      <dgm:t>
        <a:bodyPr/>
        <a:lstStyle/>
        <a:p>
          <a:endParaRPr lang="uk-UA"/>
        </a:p>
      </dgm:t>
    </dgm:pt>
    <dgm:pt modelId="{F71B92F8-D4E3-4FC1-948C-4736E95E0913}">
      <dgm:prSet/>
      <dgm:spPr/>
      <dgm:t>
        <a:bodyPr/>
        <a:lstStyle/>
        <a:p>
          <a:r>
            <a:rPr lang="ru-RU" b="0" i="0"/>
            <a:t>загострення кризи радянської системи (середина 1960-х початок 1980-х рр.)</a:t>
          </a:r>
          <a:endParaRPr lang="uk-UA"/>
        </a:p>
      </dgm:t>
    </dgm:pt>
    <dgm:pt modelId="{E45BBFBC-8D90-4B59-A84A-4BC16DB70A2F}" type="parTrans" cxnId="{C3CBA4AE-9B2E-45F0-BEBE-92BF1C19931E}">
      <dgm:prSet/>
      <dgm:spPr/>
      <dgm:t>
        <a:bodyPr/>
        <a:lstStyle/>
        <a:p>
          <a:endParaRPr lang="uk-UA"/>
        </a:p>
      </dgm:t>
    </dgm:pt>
    <dgm:pt modelId="{E28183DE-FA55-421C-BBA2-39CDCF86DF97}" type="sibTrans" cxnId="{C3CBA4AE-9B2E-45F0-BEBE-92BF1C19931E}">
      <dgm:prSet/>
      <dgm:spPr/>
      <dgm:t>
        <a:bodyPr/>
        <a:lstStyle/>
        <a:p>
          <a:endParaRPr lang="uk-UA"/>
        </a:p>
      </dgm:t>
    </dgm:pt>
    <dgm:pt modelId="{F76C22AC-A2B5-4AA1-A41D-611971F81B8E}">
      <dgm:prSet/>
      <dgm:spPr/>
      <dgm:t>
        <a:bodyPr/>
        <a:lstStyle/>
        <a:p>
          <a:r>
            <a:rPr lang="ru-RU" b="0" i="0"/>
            <a:t>Україна в умовах незалежності (1991 р. - початок ХХІ ст.)</a:t>
          </a:r>
          <a:endParaRPr lang="uk-UA"/>
        </a:p>
      </dgm:t>
    </dgm:pt>
    <dgm:pt modelId="{6749EFA1-29FD-44C8-807D-4AE6989947C2}" type="parTrans" cxnId="{174309D4-BAB5-4A3C-BE3A-7D2B75659BD3}">
      <dgm:prSet/>
      <dgm:spPr/>
      <dgm:t>
        <a:bodyPr/>
        <a:lstStyle/>
        <a:p>
          <a:endParaRPr lang="uk-UA"/>
        </a:p>
      </dgm:t>
    </dgm:pt>
    <dgm:pt modelId="{49D81F0C-BEAB-4742-8233-D9AD93D9859D}" type="sibTrans" cxnId="{174309D4-BAB5-4A3C-BE3A-7D2B75659BD3}">
      <dgm:prSet/>
      <dgm:spPr/>
      <dgm:t>
        <a:bodyPr/>
        <a:lstStyle/>
        <a:p>
          <a:endParaRPr lang="uk-UA"/>
        </a:p>
      </dgm:t>
    </dgm:pt>
    <dgm:pt modelId="{F83341E0-2221-4755-8CEA-5ED6B83E46BE}" type="pres">
      <dgm:prSet presAssocID="{5AEB0F1D-3F42-4617-993C-FB124C00D678}" presName="linear" presStyleCnt="0">
        <dgm:presLayoutVars>
          <dgm:animLvl val="lvl"/>
          <dgm:resizeHandles val="exact"/>
        </dgm:presLayoutVars>
      </dgm:prSet>
      <dgm:spPr/>
    </dgm:pt>
    <dgm:pt modelId="{3C900B2F-9165-42BE-B165-D21EF24EE62A}" type="pres">
      <dgm:prSet presAssocID="{670AE5FE-37D6-4156-B33D-9BE65C7B8EDB}" presName="parentText" presStyleLbl="node1" presStyleIdx="0" presStyleCnt="4">
        <dgm:presLayoutVars>
          <dgm:chMax val="0"/>
          <dgm:bulletEnabled val="1"/>
        </dgm:presLayoutVars>
      </dgm:prSet>
      <dgm:spPr/>
    </dgm:pt>
    <dgm:pt modelId="{7AAB7604-48D4-49AF-A8F1-7173917753F0}" type="pres">
      <dgm:prSet presAssocID="{CD83B494-3811-4052-914D-0BD4D51DCA44}" presName="spacer" presStyleCnt="0"/>
      <dgm:spPr/>
    </dgm:pt>
    <dgm:pt modelId="{B2449EBF-1C3F-41D3-BBD2-40B530BDB2B4}" type="pres">
      <dgm:prSet presAssocID="{CC4BB91A-F72C-462B-9911-98ED3ACB7055}" presName="parentText" presStyleLbl="node1" presStyleIdx="1" presStyleCnt="4">
        <dgm:presLayoutVars>
          <dgm:chMax val="0"/>
          <dgm:bulletEnabled val="1"/>
        </dgm:presLayoutVars>
      </dgm:prSet>
      <dgm:spPr/>
    </dgm:pt>
    <dgm:pt modelId="{C4B9F1A3-43F6-48B5-8471-31C855EE9F05}" type="pres">
      <dgm:prSet presAssocID="{8F32F0FD-62DD-4BF0-89A3-70C73675260D}" presName="spacer" presStyleCnt="0"/>
      <dgm:spPr/>
    </dgm:pt>
    <dgm:pt modelId="{7D0D979F-566D-483E-AFCF-F4F2A6C8B81E}" type="pres">
      <dgm:prSet presAssocID="{F71B92F8-D4E3-4FC1-948C-4736E95E0913}" presName="parentText" presStyleLbl="node1" presStyleIdx="2" presStyleCnt="4">
        <dgm:presLayoutVars>
          <dgm:chMax val="0"/>
          <dgm:bulletEnabled val="1"/>
        </dgm:presLayoutVars>
      </dgm:prSet>
      <dgm:spPr/>
    </dgm:pt>
    <dgm:pt modelId="{531530CA-C687-4BF3-9C0D-71DE56C56AC9}" type="pres">
      <dgm:prSet presAssocID="{E28183DE-FA55-421C-BBA2-39CDCF86DF97}" presName="spacer" presStyleCnt="0"/>
      <dgm:spPr/>
    </dgm:pt>
    <dgm:pt modelId="{1F7A9D74-02F9-4A7E-919C-0DA77DDD332A}" type="pres">
      <dgm:prSet presAssocID="{F76C22AC-A2B5-4AA1-A41D-611971F81B8E}" presName="parentText" presStyleLbl="node1" presStyleIdx="3" presStyleCnt="4">
        <dgm:presLayoutVars>
          <dgm:chMax val="0"/>
          <dgm:bulletEnabled val="1"/>
        </dgm:presLayoutVars>
      </dgm:prSet>
      <dgm:spPr/>
    </dgm:pt>
  </dgm:ptLst>
  <dgm:cxnLst>
    <dgm:cxn modelId="{D7C28818-F874-4DBC-AD17-BC7DFCCD84AC}" type="presOf" srcId="{CC4BB91A-F72C-462B-9911-98ED3ACB7055}" destId="{B2449EBF-1C3F-41D3-BBD2-40B530BDB2B4}" srcOrd="0" destOrd="0" presId="urn:microsoft.com/office/officeart/2005/8/layout/vList2"/>
    <dgm:cxn modelId="{5D28F81E-4216-4E61-A569-712FC4980AE5}" srcId="{5AEB0F1D-3F42-4617-993C-FB124C00D678}" destId="{CC4BB91A-F72C-462B-9911-98ED3ACB7055}" srcOrd="1" destOrd="0" parTransId="{3007DECA-D06A-485E-9921-952A7E7041F0}" sibTransId="{8F32F0FD-62DD-4BF0-89A3-70C73675260D}"/>
    <dgm:cxn modelId="{98FB82A4-2391-4DA5-BD2D-063FACCBFA60}" type="presOf" srcId="{F76C22AC-A2B5-4AA1-A41D-611971F81B8E}" destId="{1F7A9D74-02F9-4A7E-919C-0DA77DDD332A}" srcOrd="0" destOrd="0" presId="urn:microsoft.com/office/officeart/2005/8/layout/vList2"/>
    <dgm:cxn modelId="{5736A2A4-D87A-4D02-B716-4A035BAF8AAF}" type="presOf" srcId="{5AEB0F1D-3F42-4617-993C-FB124C00D678}" destId="{F83341E0-2221-4755-8CEA-5ED6B83E46BE}" srcOrd="0" destOrd="0" presId="urn:microsoft.com/office/officeart/2005/8/layout/vList2"/>
    <dgm:cxn modelId="{B40DD9A7-0C7D-436E-90F5-8769DAC752FE}" type="presOf" srcId="{670AE5FE-37D6-4156-B33D-9BE65C7B8EDB}" destId="{3C900B2F-9165-42BE-B165-D21EF24EE62A}" srcOrd="0" destOrd="0" presId="urn:microsoft.com/office/officeart/2005/8/layout/vList2"/>
    <dgm:cxn modelId="{C3CBA4AE-9B2E-45F0-BEBE-92BF1C19931E}" srcId="{5AEB0F1D-3F42-4617-993C-FB124C00D678}" destId="{F71B92F8-D4E3-4FC1-948C-4736E95E0913}" srcOrd="2" destOrd="0" parTransId="{E45BBFBC-8D90-4B59-A84A-4BC16DB70A2F}" sibTransId="{E28183DE-FA55-421C-BBA2-39CDCF86DF97}"/>
    <dgm:cxn modelId="{174309D4-BAB5-4A3C-BE3A-7D2B75659BD3}" srcId="{5AEB0F1D-3F42-4617-993C-FB124C00D678}" destId="{F76C22AC-A2B5-4AA1-A41D-611971F81B8E}" srcOrd="3" destOrd="0" parTransId="{6749EFA1-29FD-44C8-807D-4AE6989947C2}" sibTransId="{49D81F0C-BEAB-4742-8233-D9AD93D9859D}"/>
    <dgm:cxn modelId="{ADDE69EA-360D-46A5-993A-7CDBA9DE006B}" srcId="{5AEB0F1D-3F42-4617-993C-FB124C00D678}" destId="{670AE5FE-37D6-4156-B33D-9BE65C7B8EDB}" srcOrd="0" destOrd="0" parTransId="{3A6F421E-B579-4056-B5DE-E90441CCD4C5}" sibTransId="{CD83B494-3811-4052-914D-0BD4D51DCA44}"/>
    <dgm:cxn modelId="{EAE193FC-65C3-411E-A378-3BDBA8BC093B}" type="presOf" srcId="{F71B92F8-D4E3-4FC1-948C-4736E95E0913}" destId="{7D0D979F-566D-483E-AFCF-F4F2A6C8B81E}" srcOrd="0" destOrd="0" presId="urn:microsoft.com/office/officeart/2005/8/layout/vList2"/>
    <dgm:cxn modelId="{47F35AFC-3EB3-4C42-A7B0-D1A571C9EE6E}" type="presParOf" srcId="{F83341E0-2221-4755-8CEA-5ED6B83E46BE}" destId="{3C900B2F-9165-42BE-B165-D21EF24EE62A}" srcOrd="0" destOrd="0" presId="urn:microsoft.com/office/officeart/2005/8/layout/vList2"/>
    <dgm:cxn modelId="{051D4C9F-3485-450A-A880-9A9868FE5F9B}" type="presParOf" srcId="{F83341E0-2221-4755-8CEA-5ED6B83E46BE}" destId="{7AAB7604-48D4-49AF-A8F1-7173917753F0}" srcOrd="1" destOrd="0" presId="urn:microsoft.com/office/officeart/2005/8/layout/vList2"/>
    <dgm:cxn modelId="{754543D4-5E87-45BE-9033-5DD7858F18FE}" type="presParOf" srcId="{F83341E0-2221-4755-8CEA-5ED6B83E46BE}" destId="{B2449EBF-1C3F-41D3-BBD2-40B530BDB2B4}" srcOrd="2" destOrd="0" presId="urn:microsoft.com/office/officeart/2005/8/layout/vList2"/>
    <dgm:cxn modelId="{703F6C80-0983-4AC4-9E7A-9A83D71F0BBC}" type="presParOf" srcId="{F83341E0-2221-4755-8CEA-5ED6B83E46BE}" destId="{C4B9F1A3-43F6-48B5-8471-31C855EE9F05}" srcOrd="3" destOrd="0" presId="urn:microsoft.com/office/officeart/2005/8/layout/vList2"/>
    <dgm:cxn modelId="{54F852CA-8096-4785-891B-3F95FEEDDC09}" type="presParOf" srcId="{F83341E0-2221-4755-8CEA-5ED6B83E46BE}" destId="{7D0D979F-566D-483E-AFCF-F4F2A6C8B81E}" srcOrd="4" destOrd="0" presId="urn:microsoft.com/office/officeart/2005/8/layout/vList2"/>
    <dgm:cxn modelId="{2A2994E6-D2DF-475B-8832-BF6AAC0A3F4C}" type="presParOf" srcId="{F83341E0-2221-4755-8CEA-5ED6B83E46BE}" destId="{531530CA-C687-4BF3-9C0D-71DE56C56AC9}" srcOrd="5" destOrd="0" presId="urn:microsoft.com/office/officeart/2005/8/layout/vList2"/>
    <dgm:cxn modelId="{B128877F-89DB-4D24-9C26-82C86F02E027}" type="presParOf" srcId="{F83341E0-2221-4755-8CEA-5ED6B83E46BE}" destId="{1F7A9D74-02F9-4A7E-919C-0DA77DDD332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CF15417-54FA-4023-B67D-E092E09B29EC}"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uk-UA"/>
        </a:p>
      </dgm:t>
    </dgm:pt>
    <dgm:pt modelId="{34D881F4-0FDE-49D9-8D54-8BAC5D477842}">
      <dgm:prSet/>
      <dgm:spPr/>
      <dgm:t>
        <a:bodyPr/>
        <a:lstStyle/>
        <a:p>
          <a:r>
            <a:rPr lang="uk-UA" b="0" i="0"/>
            <a:t>«самвидав», «номенклатура», «дефіцит», «правозахисник»</a:t>
          </a:r>
          <a:endParaRPr lang="uk-UA"/>
        </a:p>
      </dgm:t>
    </dgm:pt>
    <dgm:pt modelId="{B53E9AC0-FCC0-497D-8435-230151931DFA}" type="parTrans" cxnId="{0DBC28C3-B309-495E-B889-E0CF68E6E198}">
      <dgm:prSet/>
      <dgm:spPr/>
      <dgm:t>
        <a:bodyPr/>
        <a:lstStyle/>
        <a:p>
          <a:endParaRPr lang="uk-UA"/>
        </a:p>
      </dgm:t>
    </dgm:pt>
    <dgm:pt modelId="{A1299C15-AC0D-4175-A677-C6480A8DDB3F}" type="sibTrans" cxnId="{0DBC28C3-B309-495E-B889-E0CF68E6E198}">
      <dgm:prSet/>
      <dgm:spPr/>
      <dgm:t>
        <a:bodyPr/>
        <a:lstStyle/>
        <a:p>
          <a:endParaRPr lang="uk-UA"/>
        </a:p>
      </dgm:t>
    </dgm:pt>
    <dgm:pt modelId="{BD68BA22-57DC-445C-BBC6-7CF210D40DAB}">
      <dgm:prSet/>
      <dgm:spPr/>
      <dgm:t>
        <a:bodyPr/>
        <a:lstStyle/>
        <a:p>
          <a:r>
            <a:rPr lang="uk-UA" b="0" i="0"/>
            <a:t>«новий порядок», «радянізація», «план “Ост”», «депортація»</a:t>
          </a:r>
          <a:endParaRPr lang="uk-UA"/>
        </a:p>
      </dgm:t>
    </dgm:pt>
    <dgm:pt modelId="{7B99941F-E48D-4AA0-A5F6-ED711EDBD43E}" type="parTrans" cxnId="{F36AFA09-F45E-4C2D-BF7F-40442C975C0D}">
      <dgm:prSet/>
      <dgm:spPr/>
      <dgm:t>
        <a:bodyPr/>
        <a:lstStyle/>
        <a:p>
          <a:endParaRPr lang="uk-UA"/>
        </a:p>
      </dgm:t>
    </dgm:pt>
    <dgm:pt modelId="{7EDBF100-987F-4E39-A7A5-858BABB30168}" type="sibTrans" cxnId="{F36AFA09-F45E-4C2D-BF7F-40442C975C0D}">
      <dgm:prSet/>
      <dgm:spPr/>
      <dgm:t>
        <a:bodyPr/>
        <a:lstStyle/>
        <a:p>
          <a:endParaRPr lang="uk-UA"/>
        </a:p>
      </dgm:t>
    </dgm:pt>
    <dgm:pt modelId="{C213A41F-17F0-45A8-9A11-6D9D5924A23A}">
      <dgm:prSet/>
      <dgm:spPr/>
      <dgm:t>
        <a:bodyPr/>
        <a:lstStyle/>
        <a:p>
          <a:r>
            <a:rPr lang="uk-UA" b="0" i="0"/>
            <a:t>«приватизація», «тимчасово окупована територія», «антитерористична операція (АТО)», «європейська інтеграція»</a:t>
          </a:r>
          <a:endParaRPr lang="uk-UA"/>
        </a:p>
      </dgm:t>
    </dgm:pt>
    <dgm:pt modelId="{F6A2468C-0130-4CFF-9110-885114A1C8B8}" type="parTrans" cxnId="{57BB05F7-E2F7-433C-9A78-1B4398DAB1CB}">
      <dgm:prSet/>
      <dgm:spPr/>
      <dgm:t>
        <a:bodyPr/>
        <a:lstStyle/>
        <a:p>
          <a:endParaRPr lang="uk-UA"/>
        </a:p>
      </dgm:t>
    </dgm:pt>
    <dgm:pt modelId="{547439B9-E43B-4BCE-A171-7D1612DEC43C}" type="sibTrans" cxnId="{57BB05F7-E2F7-433C-9A78-1B4398DAB1CB}">
      <dgm:prSet/>
      <dgm:spPr/>
      <dgm:t>
        <a:bodyPr/>
        <a:lstStyle/>
        <a:p>
          <a:endParaRPr lang="uk-UA"/>
        </a:p>
      </dgm:t>
    </dgm:pt>
    <dgm:pt modelId="{A3548FA7-E8C6-4DEF-8B2D-DEE8762E6EEA}">
      <dgm:prSet/>
      <dgm:spPr/>
      <dgm:t>
        <a:bodyPr/>
        <a:lstStyle/>
        <a:p>
          <a:r>
            <a:rPr lang="uk-UA" b="0" i="0"/>
            <a:t>«“саморозпуск” УГКЦ», «ждановщина», «космополітизм», «лисенківщина»</a:t>
          </a:r>
          <a:endParaRPr lang="uk-UA"/>
        </a:p>
      </dgm:t>
    </dgm:pt>
    <dgm:pt modelId="{8CD1CC18-0916-469E-86B1-65C6EEA8E720}" type="parTrans" cxnId="{88D98FE1-C2D0-4810-AEDD-D40E09CC8FB7}">
      <dgm:prSet/>
      <dgm:spPr/>
      <dgm:t>
        <a:bodyPr/>
        <a:lstStyle/>
        <a:p>
          <a:endParaRPr lang="uk-UA"/>
        </a:p>
      </dgm:t>
    </dgm:pt>
    <dgm:pt modelId="{7EA82EBD-F20F-4A34-8F7F-04B005E65266}" type="sibTrans" cxnId="{88D98FE1-C2D0-4810-AEDD-D40E09CC8FB7}">
      <dgm:prSet/>
      <dgm:spPr/>
      <dgm:t>
        <a:bodyPr/>
        <a:lstStyle/>
        <a:p>
          <a:endParaRPr lang="uk-UA"/>
        </a:p>
      </dgm:t>
    </dgm:pt>
    <dgm:pt modelId="{B4149396-1FFB-4354-98D7-12B095A7E570}">
      <dgm:prSet/>
      <dgm:spPr/>
      <dgm:t>
        <a:bodyPr/>
        <a:lstStyle/>
        <a:p>
          <a:r>
            <a:rPr lang="uk-UA" b="0" i="0"/>
            <a:t>«відлига», «політична реабілітація», «раднаргоспи», «шістдесятники»</a:t>
          </a:r>
          <a:endParaRPr lang="uk-UA"/>
        </a:p>
      </dgm:t>
    </dgm:pt>
    <dgm:pt modelId="{DB5D8189-9387-4DA5-AA78-1F0A39ED0840}" type="parTrans" cxnId="{D59ADAF0-03C3-4D5E-B244-E30384AD46AF}">
      <dgm:prSet/>
      <dgm:spPr/>
      <dgm:t>
        <a:bodyPr/>
        <a:lstStyle/>
        <a:p>
          <a:endParaRPr lang="uk-UA"/>
        </a:p>
      </dgm:t>
    </dgm:pt>
    <dgm:pt modelId="{11C90935-A08C-4568-A189-56480D46628E}" type="sibTrans" cxnId="{D59ADAF0-03C3-4D5E-B244-E30384AD46AF}">
      <dgm:prSet/>
      <dgm:spPr/>
      <dgm:t>
        <a:bodyPr/>
        <a:lstStyle/>
        <a:p>
          <a:endParaRPr lang="uk-UA"/>
        </a:p>
      </dgm:t>
    </dgm:pt>
    <dgm:pt modelId="{50ED6A84-FDE1-49B7-BF96-22AC8BACAE8A}" type="pres">
      <dgm:prSet presAssocID="{0CF15417-54FA-4023-B67D-E092E09B29EC}" presName="vert0" presStyleCnt="0">
        <dgm:presLayoutVars>
          <dgm:dir/>
          <dgm:animOne val="branch"/>
          <dgm:animLvl val="lvl"/>
        </dgm:presLayoutVars>
      </dgm:prSet>
      <dgm:spPr/>
    </dgm:pt>
    <dgm:pt modelId="{F4A63755-B76B-47DB-88D0-B8FBCE1978BC}" type="pres">
      <dgm:prSet presAssocID="{34D881F4-0FDE-49D9-8D54-8BAC5D477842}" presName="thickLine" presStyleLbl="alignNode1" presStyleIdx="0" presStyleCnt="5"/>
      <dgm:spPr/>
    </dgm:pt>
    <dgm:pt modelId="{D4B3E974-D65E-43DA-BD0D-EE80F9D5D75C}" type="pres">
      <dgm:prSet presAssocID="{34D881F4-0FDE-49D9-8D54-8BAC5D477842}" presName="horz1" presStyleCnt="0"/>
      <dgm:spPr/>
    </dgm:pt>
    <dgm:pt modelId="{AD48D0A9-F0B9-47AB-9DDC-53079A2C1786}" type="pres">
      <dgm:prSet presAssocID="{34D881F4-0FDE-49D9-8D54-8BAC5D477842}" presName="tx1" presStyleLbl="revTx" presStyleIdx="0" presStyleCnt="5"/>
      <dgm:spPr/>
    </dgm:pt>
    <dgm:pt modelId="{D2969825-37D8-4CE7-85C4-B3E7F9C79411}" type="pres">
      <dgm:prSet presAssocID="{34D881F4-0FDE-49D9-8D54-8BAC5D477842}" presName="vert1" presStyleCnt="0"/>
      <dgm:spPr/>
    </dgm:pt>
    <dgm:pt modelId="{CFD42FF7-4900-4592-849D-CED742DDDCD9}" type="pres">
      <dgm:prSet presAssocID="{BD68BA22-57DC-445C-BBC6-7CF210D40DAB}" presName="thickLine" presStyleLbl="alignNode1" presStyleIdx="1" presStyleCnt="5"/>
      <dgm:spPr/>
    </dgm:pt>
    <dgm:pt modelId="{BAE8FF90-2845-4897-A69C-D3F172480A5E}" type="pres">
      <dgm:prSet presAssocID="{BD68BA22-57DC-445C-BBC6-7CF210D40DAB}" presName="horz1" presStyleCnt="0"/>
      <dgm:spPr/>
    </dgm:pt>
    <dgm:pt modelId="{76933A5D-149E-488F-A869-F2DF6F3DD9A5}" type="pres">
      <dgm:prSet presAssocID="{BD68BA22-57DC-445C-BBC6-7CF210D40DAB}" presName="tx1" presStyleLbl="revTx" presStyleIdx="1" presStyleCnt="5"/>
      <dgm:spPr/>
    </dgm:pt>
    <dgm:pt modelId="{EF6AFE9B-0253-432E-AEBD-B106A9CFB5B8}" type="pres">
      <dgm:prSet presAssocID="{BD68BA22-57DC-445C-BBC6-7CF210D40DAB}" presName="vert1" presStyleCnt="0"/>
      <dgm:spPr/>
    </dgm:pt>
    <dgm:pt modelId="{5E68C10C-8227-45F5-B540-E1EA6269CDF4}" type="pres">
      <dgm:prSet presAssocID="{C213A41F-17F0-45A8-9A11-6D9D5924A23A}" presName="thickLine" presStyleLbl="alignNode1" presStyleIdx="2" presStyleCnt="5"/>
      <dgm:spPr/>
    </dgm:pt>
    <dgm:pt modelId="{F43AEA07-406A-4C49-81AA-EBDDFD016B83}" type="pres">
      <dgm:prSet presAssocID="{C213A41F-17F0-45A8-9A11-6D9D5924A23A}" presName="horz1" presStyleCnt="0"/>
      <dgm:spPr/>
    </dgm:pt>
    <dgm:pt modelId="{953BB33B-56CD-47AF-850F-AD5240900E90}" type="pres">
      <dgm:prSet presAssocID="{C213A41F-17F0-45A8-9A11-6D9D5924A23A}" presName="tx1" presStyleLbl="revTx" presStyleIdx="2" presStyleCnt="5"/>
      <dgm:spPr/>
    </dgm:pt>
    <dgm:pt modelId="{C25ACACB-E86C-4E53-9607-C02E4D22D010}" type="pres">
      <dgm:prSet presAssocID="{C213A41F-17F0-45A8-9A11-6D9D5924A23A}" presName="vert1" presStyleCnt="0"/>
      <dgm:spPr/>
    </dgm:pt>
    <dgm:pt modelId="{A5FFC0CC-AF55-4869-AFCF-917170419CFC}" type="pres">
      <dgm:prSet presAssocID="{A3548FA7-E8C6-4DEF-8B2D-DEE8762E6EEA}" presName="thickLine" presStyleLbl="alignNode1" presStyleIdx="3" presStyleCnt="5"/>
      <dgm:spPr/>
    </dgm:pt>
    <dgm:pt modelId="{4A9524E8-9FAE-4C0F-BB38-094ADE2A7D3A}" type="pres">
      <dgm:prSet presAssocID="{A3548FA7-E8C6-4DEF-8B2D-DEE8762E6EEA}" presName="horz1" presStyleCnt="0"/>
      <dgm:spPr/>
    </dgm:pt>
    <dgm:pt modelId="{DA9BEC0D-A83E-4111-A33E-D821FF12D7AF}" type="pres">
      <dgm:prSet presAssocID="{A3548FA7-E8C6-4DEF-8B2D-DEE8762E6EEA}" presName="tx1" presStyleLbl="revTx" presStyleIdx="3" presStyleCnt="5"/>
      <dgm:spPr/>
    </dgm:pt>
    <dgm:pt modelId="{44B8010A-013E-4E8F-99E3-75DBC0DBDBBA}" type="pres">
      <dgm:prSet presAssocID="{A3548FA7-E8C6-4DEF-8B2D-DEE8762E6EEA}" presName="vert1" presStyleCnt="0"/>
      <dgm:spPr/>
    </dgm:pt>
    <dgm:pt modelId="{FA0E51DF-FA76-4379-B547-4002ED03A635}" type="pres">
      <dgm:prSet presAssocID="{B4149396-1FFB-4354-98D7-12B095A7E570}" presName="thickLine" presStyleLbl="alignNode1" presStyleIdx="4" presStyleCnt="5"/>
      <dgm:spPr/>
    </dgm:pt>
    <dgm:pt modelId="{BF53DAD5-A65D-4873-A78D-6758BBEC96E2}" type="pres">
      <dgm:prSet presAssocID="{B4149396-1FFB-4354-98D7-12B095A7E570}" presName="horz1" presStyleCnt="0"/>
      <dgm:spPr/>
    </dgm:pt>
    <dgm:pt modelId="{003EA6DC-7F2E-4B68-88CE-C619F2C1C60C}" type="pres">
      <dgm:prSet presAssocID="{B4149396-1FFB-4354-98D7-12B095A7E570}" presName="tx1" presStyleLbl="revTx" presStyleIdx="4" presStyleCnt="5"/>
      <dgm:spPr/>
    </dgm:pt>
    <dgm:pt modelId="{A9095B69-151D-41A3-98CC-35BC56904DA5}" type="pres">
      <dgm:prSet presAssocID="{B4149396-1FFB-4354-98D7-12B095A7E570}" presName="vert1" presStyleCnt="0"/>
      <dgm:spPr/>
    </dgm:pt>
  </dgm:ptLst>
  <dgm:cxnLst>
    <dgm:cxn modelId="{F36AFA09-F45E-4C2D-BF7F-40442C975C0D}" srcId="{0CF15417-54FA-4023-B67D-E092E09B29EC}" destId="{BD68BA22-57DC-445C-BBC6-7CF210D40DAB}" srcOrd="1" destOrd="0" parTransId="{7B99941F-E48D-4AA0-A5F6-ED711EDBD43E}" sibTransId="{7EDBF100-987F-4E39-A7A5-858BABB30168}"/>
    <dgm:cxn modelId="{4619233C-C9A0-4EA3-A5DD-437136C4C7EE}" type="presOf" srcId="{B4149396-1FFB-4354-98D7-12B095A7E570}" destId="{003EA6DC-7F2E-4B68-88CE-C619F2C1C60C}" srcOrd="0" destOrd="0" presId="urn:microsoft.com/office/officeart/2008/layout/LinedList"/>
    <dgm:cxn modelId="{AA90524E-4D81-4A48-902C-F7A73E22E0F8}" type="presOf" srcId="{34D881F4-0FDE-49D9-8D54-8BAC5D477842}" destId="{AD48D0A9-F0B9-47AB-9DDC-53079A2C1786}" srcOrd="0" destOrd="0" presId="urn:microsoft.com/office/officeart/2008/layout/LinedList"/>
    <dgm:cxn modelId="{597E1D73-231E-45BB-8192-8BEF496FEA8E}" type="presOf" srcId="{0CF15417-54FA-4023-B67D-E092E09B29EC}" destId="{50ED6A84-FDE1-49B7-BF96-22AC8BACAE8A}" srcOrd="0" destOrd="0" presId="urn:microsoft.com/office/officeart/2008/layout/LinedList"/>
    <dgm:cxn modelId="{27B511AC-BAC3-4486-9D37-002D0A160EA7}" type="presOf" srcId="{C213A41F-17F0-45A8-9A11-6D9D5924A23A}" destId="{953BB33B-56CD-47AF-850F-AD5240900E90}" srcOrd="0" destOrd="0" presId="urn:microsoft.com/office/officeart/2008/layout/LinedList"/>
    <dgm:cxn modelId="{0DBC28C3-B309-495E-B889-E0CF68E6E198}" srcId="{0CF15417-54FA-4023-B67D-E092E09B29EC}" destId="{34D881F4-0FDE-49D9-8D54-8BAC5D477842}" srcOrd="0" destOrd="0" parTransId="{B53E9AC0-FCC0-497D-8435-230151931DFA}" sibTransId="{A1299C15-AC0D-4175-A677-C6480A8DDB3F}"/>
    <dgm:cxn modelId="{13C987CA-833A-43D8-9B92-08A52D9DF3F1}" type="presOf" srcId="{BD68BA22-57DC-445C-BBC6-7CF210D40DAB}" destId="{76933A5D-149E-488F-A869-F2DF6F3DD9A5}" srcOrd="0" destOrd="0" presId="urn:microsoft.com/office/officeart/2008/layout/LinedList"/>
    <dgm:cxn modelId="{9F3EFED6-2057-4673-9091-5C797464C5C4}" type="presOf" srcId="{A3548FA7-E8C6-4DEF-8B2D-DEE8762E6EEA}" destId="{DA9BEC0D-A83E-4111-A33E-D821FF12D7AF}" srcOrd="0" destOrd="0" presId="urn:microsoft.com/office/officeart/2008/layout/LinedList"/>
    <dgm:cxn modelId="{88D98FE1-C2D0-4810-AEDD-D40E09CC8FB7}" srcId="{0CF15417-54FA-4023-B67D-E092E09B29EC}" destId="{A3548FA7-E8C6-4DEF-8B2D-DEE8762E6EEA}" srcOrd="3" destOrd="0" parTransId="{8CD1CC18-0916-469E-86B1-65C6EEA8E720}" sibTransId="{7EA82EBD-F20F-4A34-8F7F-04B005E65266}"/>
    <dgm:cxn modelId="{D59ADAF0-03C3-4D5E-B244-E30384AD46AF}" srcId="{0CF15417-54FA-4023-B67D-E092E09B29EC}" destId="{B4149396-1FFB-4354-98D7-12B095A7E570}" srcOrd="4" destOrd="0" parTransId="{DB5D8189-9387-4DA5-AA78-1F0A39ED0840}" sibTransId="{11C90935-A08C-4568-A189-56480D46628E}"/>
    <dgm:cxn modelId="{57BB05F7-E2F7-433C-9A78-1B4398DAB1CB}" srcId="{0CF15417-54FA-4023-B67D-E092E09B29EC}" destId="{C213A41F-17F0-45A8-9A11-6D9D5924A23A}" srcOrd="2" destOrd="0" parTransId="{F6A2468C-0130-4CFF-9110-885114A1C8B8}" sibTransId="{547439B9-E43B-4BCE-A171-7D1612DEC43C}"/>
    <dgm:cxn modelId="{06E4E780-D0C0-4380-90C0-72D97B517F71}" type="presParOf" srcId="{50ED6A84-FDE1-49B7-BF96-22AC8BACAE8A}" destId="{F4A63755-B76B-47DB-88D0-B8FBCE1978BC}" srcOrd="0" destOrd="0" presId="urn:microsoft.com/office/officeart/2008/layout/LinedList"/>
    <dgm:cxn modelId="{70985E51-33F6-41E4-A84B-3C2F80080BDD}" type="presParOf" srcId="{50ED6A84-FDE1-49B7-BF96-22AC8BACAE8A}" destId="{D4B3E974-D65E-43DA-BD0D-EE80F9D5D75C}" srcOrd="1" destOrd="0" presId="urn:microsoft.com/office/officeart/2008/layout/LinedList"/>
    <dgm:cxn modelId="{F4427B62-F82D-4E8F-AFC1-7A640F74B423}" type="presParOf" srcId="{D4B3E974-D65E-43DA-BD0D-EE80F9D5D75C}" destId="{AD48D0A9-F0B9-47AB-9DDC-53079A2C1786}" srcOrd="0" destOrd="0" presId="urn:microsoft.com/office/officeart/2008/layout/LinedList"/>
    <dgm:cxn modelId="{45930791-B7ED-4FE3-8772-08CFBBB675BB}" type="presParOf" srcId="{D4B3E974-D65E-43DA-BD0D-EE80F9D5D75C}" destId="{D2969825-37D8-4CE7-85C4-B3E7F9C79411}" srcOrd="1" destOrd="0" presId="urn:microsoft.com/office/officeart/2008/layout/LinedList"/>
    <dgm:cxn modelId="{C53C002E-6E55-4021-B43C-4B7D19C6E5E9}" type="presParOf" srcId="{50ED6A84-FDE1-49B7-BF96-22AC8BACAE8A}" destId="{CFD42FF7-4900-4592-849D-CED742DDDCD9}" srcOrd="2" destOrd="0" presId="urn:microsoft.com/office/officeart/2008/layout/LinedList"/>
    <dgm:cxn modelId="{8DE26AD7-BBE8-4FA7-885E-644177DDC23B}" type="presParOf" srcId="{50ED6A84-FDE1-49B7-BF96-22AC8BACAE8A}" destId="{BAE8FF90-2845-4897-A69C-D3F172480A5E}" srcOrd="3" destOrd="0" presId="urn:microsoft.com/office/officeart/2008/layout/LinedList"/>
    <dgm:cxn modelId="{AC58E693-2458-4E72-96DB-F5877DC97D7F}" type="presParOf" srcId="{BAE8FF90-2845-4897-A69C-D3F172480A5E}" destId="{76933A5D-149E-488F-A869-F2DF6F3DD9A5}" srcOrd="0" destOrd="0" presId="urn:microsoft.com/office/officeart/2008/layout/LinedList"/>
    <dgm:cxn modelId="{58C99ED4-97FF-4439-93A0-46867C9FFCE0}" type="presParOf" srcId="{BAE8FF90-2845-4897-A69C-D3F172480A5E}" destId="{EF6AFE9B-0253-432E-AEBD-B106A9CFB5B8}" srcOrd="1" destOrd="0" presId="urn:microsoft.com/office/officeart/2008/layout/LinedList"/>
    <dgm:cxn modelId="{E5840C33-8AF8-47E4-8075-99C1C4B6E3CA}" type="presParOf" srcId="{50ED6A84-FDE1-49B7-BF96-22AC8BACAE8A}" destId="{5E68C10C-8227-45F5-B540-E1EA6269CDF4}" srcOrd="4" destOrd="0" presId="urn:microsoft.com/office/officeart/2008/layout/LinedList"/>
    <dgm:cxn modelId="{9045FE77-FE4B-4F7C-87A9-04AD9F9063F7}" type="presParOf" srcId="{50ED6A84-FDE1-49B7-BF96-22AC8BACAE8A}" destId="{F43AEA07-406A-4C49-81AA-EBDDFD016B83}" srcOrd="5" destOrd="0" presId="urn:microsoft.com/office/officeart/2008/layout/LinedList"/>
    <dgm:cxn modelId="{082AADF2-172D-40F5-90B8-F97866780FC1}" type="presParOf" srcId="{F43AEA07-406A-4C49-81AA-EBDDFD016B83}" destId="{953BB33B-56CD-47AF-850F-AD5240900E90}" srcOrd="0" destOrd="0" presId="urn:microsoft.com/office/officeart/2008/layout/LinedList"/>
    <dgm:cxn modelId="{AE8F7A77-8139-4BBE-846D-E2B49D661BDE}" type="presParOf" srcId="{F43AEA07-406A-4C49-81AA-EBDDFD016B83}" destId="{C25ACACB-E86C-4E53-9607-C02E4D22D010}" srcOrd="1" destOrd="0" presId="urn:microsoft.com/office/officeart/2008/layout/LinedList"/>
    <dgm:cxn modelId="{C60815D5-42FF-4211-88B5-14ED66EA7845}" type="presParOf" srcId="{50ED6A84-FDE1-49B7-BF96-22AC8BACAE8A}" destId="{A5FFC0CC-AF55-4869-AFCF-917170419CFC}" srcOrd="6" destOrd="0" presId="urn:microsoft.com/office/officeart/2008/layout/LinedList"/>
    <dgm:cxn modelId="{76CB65FD-7D77-4CE7-9D35-1461944F4BAF}" type="presParOf" srcId="{50ED6A84-FDE1-49B7-BF96-22AC8BACAE8A}" destId="{4A9524E8-9FAE-4C0F-BB38-094ADE2A7D3A}" srcOrd="7" destOrd="0" presId="urn:microsoft.com/office/officeart/2008/layout/LinedList"/>
    <dgm:cxn modelId="{BE1610BB-81E0-49AB-AF0B-32F04CDFEF6E}" type="presParOf" srcId="{4A9524E8-9FAE-4C0F-BB38-094ADE2A7D3A}" destId="{DA9BEC0D-A83E-4111-A33E-D821FF12D7AF}" srcOrd="0" destOrd="0" presId="urn:microsoft.com/office/officeart/2008/layout/LinedList"/>
    <dgm:cxn modelId="{CD5D6450-71F5-47FE-B81A-968C19FAA342}" type="presParOf" srcId="{4A9524E8-9FAE-4C0F-BB38-094ADE2A7D3A}" destId="{44B8010A-013E-4E8F-99E3-75DBC0DBDBBA}" srcOrd="1" destOrd="0" presId="urn:microsoft.com/office/officeart/2008/layout/LinedList"/>
    <dgm:cxn modelId="{9387E29F-4492-4C1D-9BD1-B7834EE78CA9}" type="presParOf" srcId="{50ED6A84-FDE1-49B7-BF96-22AC8BACAE8A}" destId="{FA0E51DF-FA76-4379-B547-4002ED03A635}" srcOrd="8" destOrd="0" presId="urn:microsoft.com/office/officeart/2008/layout/LinedList"/>
    <dgm:cxn modelId="{E8F2538D-7BD4-4F83-8E7C-B3FA31BF6953}" type="presParOf" srcId="{50ED6A84-FDE1-49B7-BF96-22AC8BACAE8A}" destId="{BF53DAD5-A65D-4873-A78D-6758BBEC96E2}" srcOrd="9" destOrd="0" presId="urn:microsoft.com/office/officeart/2008/layout/LinedList"/>
    <dgm:cxn modelId="{F8D5B56B-294C-49C5-9A15-4E38C383FE30}" type="presParOf" srcId="{BF53DAD5-A65D-4873-A78D-6758BBEC96E2}" destId="{003EA6DC-7F2E-4B68-88CE-C619F2C1C60C}" srcOrd="0" destOrd="0" presId="urn:microsoft.com/office/officeart/2008/layout/LinedList"/>
    <dgm:cxn modelId="{E4112BBA-24F6-42DE-81D3-FDCBE10D7002}" type="presParOf" srcId="{BF53DAD5-A65D-4873-A78D-6758BBEC96E2}" destId="{A9095B69-151D-41A3-98CC-35BC56904DA5}" srcOrd="1"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64B872D-733B-406F-B4CA-B6A8CA8076C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0071B26A-3F66-4173-9FAE-6C9EF1C9BFC2}">
      <dgm:prSet/>
      <dgm:spPr/>
      <dgm:t>
        <a:bodyPr/>
        <a:lstStyle/>
        <a:p>
          <a:r>
            <a:rPr lang="uk-UA" b="0" i="1"/>
            <a:t>«Вихід на політичну арену значної кількості нових суспільних формувань змінив сам характер виборів, зробивши основний акцент на їх альтернативності (на 450 мандатів у Верховну Раду УРСР претендувало майже три тисячі кандидатів)…»</a:t>
          </a:r>
          <a:endParaRPr lang="uk-UA"/>
        </a:p>
      </dgm:t>
    </dgm:pt>
    <dgm:pt modelId="{0C12F508-5719-47A7-B0FD-5E6AE2CAB074}" type="parTrans" cxnId="{26F9BF27-7BE1-4E6E-A570-1499929DB94D}">
      <dgm:prSet/>
      <dgm:spPr/>
      <dgm:t>
        <a:bodyPr/>
        <a:lstStyle/>
        <a:p>
          <a:endParaRPr lang="uk-UA"/>
        </a:p>
      </dgm:t>
    </dgm:pt>
    <dgm:pt modelId="{6281D994-4028-4863-BC33-14F323B42FC6}" type="sibTrans" cxnId="{26F9BF27-7BE1-4E6E-A570-1499929DB94D}">
      <dgm:prSet/>
      <dgm:spPr/>
      <dgm:t>
        <a:bodyPr/>
        <a:lstStyle/>
        <a:p>
          <a:endParaRPr lang="uk-UA"/>
        </a:p>
      </dgm:t>
    </dgm:pt>
    <dgm:pt modelId="{4CD40203-19F5-4725-9E17-23F0200B95DC}">
      <dgm:prSet/>
      <dgm:spPr/>
      <dgm:t>
        <a:bodyPr/>
        <a:lstStyle/>
        <a:p>
          <a:r>
            <a:rPr lang="uk-UA" b="0" i="1" dirty="0"/>
            <a:t>«Стійкість і мужність української армії, підтримка армії з боку українського народу стали основними чинниками, які, поряд із тиском Заходу, змушували Росію йти на «заморожування» агресії...»</a:t>
          </a:r>
          <a:endParaRPr lang="uk-UA" dirty="0"/>
        </a:p>
      </dgm:t>
    </dgm:pt>
    <dgm:pt modelId="{06704C4B-E5A3-4966-A917-A30867D6D07B}" type="parTrans" cxnId="{346FC31C-CDCD-4763-833E-3646F5ECF478}">
      <dgm:prSet/>
      <dgm:spPr/>
      <dgm:t>
        <a:bodyPr/>
        <a:lstStyle/>
        <a:p>
          <a:endParaRPr lang="uk-UA"/>
        </a:p>
      </dgm:t>
    </dgm:pt>
    <dgm:pt modelId="{077BAFE1-6731-4267-96B1-15B337D649E7}" type="sibTrans" cxnId="{346FC31C-CDCD-4763-833E-3646F5ECF478}">
      <dgm:prSet/>
      <dgm:spPr/>
      <dgm:t>
        <a:bodyPr/>
        <a:lstStyle/>
        <a:p>
          <a:endParaRPr lang="uk-UA"/>
        </a:p>
      </dgm:t>
    </dgm:pt>
    <dgm:pt modelId="{8EC4BE7B-2DA4-432C-A7B2-8117256AA465}" type="pres">
      <dgm:prSet presAssocID="{264B872D-733B-406F-B4CA-B6A8CA8076C6}" presName="linear" presStyleCnt="0">
        <dgm:presLayoutVars>
          <dgm:animLvl val="lvl"/>
          <dgm:resizeHandles val="exact"/>
        </dgm:presLayoutVars>
      </dgm:prSet>
      <dgm:spPr/>
    </dgm:pt>
    <dgm:pt modelId="{DF090BCB-C8E9-49FF-B044-74AA1F1A66FD}" type="pres">
      <dgm:prSet presAssocID="{0071B26A-3F66-4173-9FAE-6C9EF1C9BFC2}" presName="parentText" presStyleLbl="node1" presStyleIdx="0" presStyleCnt="2">
        <dgm:presLayoutVars>
          <dgm:chMax val="0"/>
          <dgm:bulletEnabled val="1"/>
        </dgm:presLayoutVars>
      </dgm:prSet>
      <dgm:spPr/>
    </dgm:pt>
    <dgm:pt modelId="{987E3F26-FF13-4086-9524-9B9B9BD97A18}" type="pres">
      <dgm:prSet presAssocID="{6281D994-4028-4863-BC33-14F323B42FC6}" presName="spacer" presStyleCnt="0"/>
      <dgm:spPr/>
    </dgm:pt>
    <dgm:pt modelId="{763006F5-61AB-4041-BA1A-B1D086D9A0F4}" type="pres">
      <dgm:prSet presAssocID="{4CD40203-19F5-4725-9E17-23F0200B95DC}" presName="parentText" presStyleLbl="node1" presStyleIdx="1" presStyleCnt="2">
        <dgm:presLayoutVars>
          <dgm:chMax val="0"/>
          <dgm:bulletEnabled val="1"/>
        </dgm:presLayoutVars>
      </dgm:prSet>
      <dgm:spPr/>
    </dgm:pt>
  </dgm:ptLst>
  <dgm:cxnLst>
    <dgm:cxn modelId="{346FC31C-CDCD-4763-833E-3646F5ECF478}" srcId="{264B872D-733B-406F-B4CA-B6A8CA8076C6}" destId="{4CD40203-19F5-4725-9E17-23F0200B95DC}" srcOrd="1" destOrd="0" parTransId="{06704C4B-E5A3-4966-A917-A30867D6D07B}" sibTransId="{077BAFE1-6731-4267-96B1-15B337D649E7}"/>
    <dgm:cxn modelId="{26F9BF27-7BE1-4E6E-A570-1499929DB94D}" srcId="{264B872D-733B-406F-B4CA-B6A8CA8076C6}" destId="{0071B26A-3F66-4173-9FAE-6C9EF1C9BFC2}" srcOrd="0" destOrd="0" parTransId="{0C12F508-5719-47A7-B0FD-5E6AE2CAB074}" sibTransId="{6281D994-4028-4863-BC33-14F323B42FC6}"/>
    <dgm:cxn modelId="{5F0E3ECA-B6CF-4C20-841B-DE03D8BD2058}" type="presOf" srcId="{0071B26A-3F66-4173-9FAE-6C9EF1C9BFC2}" destId="{DF090BCB-C8E9-49FF-B044-74AA1F1A66FD}" srcOrd="0" destOrd="0" presId="urn:microsoft.com/office/officeart/2005/8/layout/vList2"/>
    <dgm:cxn modelId="{A5100BD2-63B8-43AE-80F3-C1AE88385031}" type="presOf" srcId="{4CD40203-19F5-4725-9E17-23F0200B95DC}" destId="{763006F5-61AB-4041-BA1A-B1D086D9A0F4}" srcOrd="0" destOrd="0" presId="urn:microsoft.com/office/officeart/2005/8/layout/vList2"/>
    <dgm:cxn modelId="{4F3BF8F6-00EC-450F-972D-8D2C74A4AB8C}" type="presOf" srcId="{264B872D-733B-406F-B4CA-B6A8CA8076C6}" destId="{8EC4BE7B-2DA4-432C-A7B2-8117256AA465}" srcOrd="0" destOrd="0" presId="urn:microsoft.com/office/officeart/2005/8/layout/vList2"/>
    <dgm:cxn modelId="{EBFCE1BB-FCA7-4C6A-83C8-63FA2866E54B}" type="presParOf" srcId="{8EC4BE7B-2DA4-432C-A7B2-8117256AA465}" destId="{DF090BCB-C8E9-49FF-B044-74AA1F1A66FD}" srcOrd="0" destOrd="0" presId="urn:microsoft.com/office/officeart/2005/8/layout/vList2"/>
    <dgm:cxn modelId="{A6CBFF0E-DA08-423F-9935-068ECB225B43}" type="presParOf" srcId="{8EC4BE7B-2DA4-432C-A7B2-8117256AA465}" destId="{987E3F26-FF13-4086-9524-9B9B9BD97A18}" srcOrd="1" destOrd="0" presId="urn:microsoft.com/office/officeart/2005/8/layout/vList2"/>
    <dgm:cxn modelId="{F416B8B0-EE7F-4E2C-B838-AEC1D3E91B60}" type="presParOf" srcId="{8EC4BE7B-2DA4-432C-A7B2-8117256AA465}" destId="{763006F5-61AB-4041-BA1A-B1D086D9A0F4}"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F299952-07C4-4EE9-9C16-E86AE4000B9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6D668F4E-90D7-4C53-AEED-495BB25922DC}">
      <dgm:prSet/>
      <dgm:spPr/>
      <dgm:t>
        <a:bodyPr/>
        <a:lstStyle/>
        <a:p>
          <a:r>
            <a:rPr lang="uk-UA" i="1" dirty="0"/>
            <a:t>«Враховуючи, що існуючі обмеження в становищі </a:t>
          </a:r>
          <a:r>
            <a:rPr lang="uk-UA" i="1" dirty="0" err="1"/>
            <a:t>перебуваючих</a:t>
          </a:r>
          <a:r>
            <a:rPr lang="uk-UA" i="1" dirty="0"/>
            <a:t> на </a:t>
          </a:r>
          <a:r>
            <a:rPr lang="uk-UA" i="1" dirty="0" err="1"/>
            <a:t>спецпоселенні</a:t>
          </a:r>
          <a:r>
            <a:rPr lang="uk-UA" i="1" dirty="0"/>
            <a:t> виселених кримських татар …у подальшому не є необхідними, Президія Верховної Ради СРСР ухвалює: …звільнити з-під адміністративного нагляду кримських татар…»</a:t>
          </a:r>
          <a:endParaRPr lang="uk-UA" dirty="0"/>
        </a:p>
      </dgm:t>
    </dgm:pt>
    <dgm:pt modelId="{5FDEDF01-A119-4CEC-B748-8F9FA7D8C3ED}" type="parTrans" cxnId="{55BE6BB3-6716-4521-B50D-33BC2EB00474}">
      <dgm:prSet/>
      <dgm:spPr/>
      <dgm:t>
        <a:bodyPr/>
        <a:lstStyle/>
        <a:p>
          <a:endParaRPr lang="uk-UA"/>
        </a:p>
      </dgm:t>
    </dgm:pt>
    <dgm:pt modelId="{04081732-2376-4C81-9602-96F33CF20252}" type="sibTrans" cxnId="{55BE6BB3-6716-4521-B50D-33BC2EB00474}">
      <dgm:prSet/>
      <dgm:spPr/>
      <dgm:t>
        <a:bodyPr/>
        <a:lstStyle/>
        <a:p>
          <a:endParaRPr lang="uk-UA"/>
        </a:p>
      </dgm:t>
    </dgm:pt>
    <dgm:pt modelId="{B0723D3F-B78E-4F0C-9C3A-31DFCD2F9219}">
      <dgm:prSet/>
      <dgm:spPr/>
      <dgm:t>
        <a:bodyPr/>
        <a:lstStyle/>
        <a:p>
          <a:r>
            <a:rPr lang="uk-UA" i="1"/>
            <a:t>«…У СРСР побудовано розвинене соціалістичне суспільство. На цьому етапі… все повніше розкриваються… переваги соціалістичного способу життя… Це суспільство зрілих соціалістичних суспільних відносин, у якому… склалася нова історична спільність – радянський народ…»</a:t>
          </a:r>
          <a:endParaRPr lang="uk-UA"/>
        </a:p>
      </dgm:t>
    </dgm:pt>
    <dgm:pt modelId="{644CD7C0-F849-4528-91C9-74E4B01D0D82}" type="parTrans" cxnId="{25BDDFF9-2775-4CF1-B44E-F4F2B113B519}">
      <dgm:prSet/>
      <dgm:spPr/>
      <dgm:t>
        <a:bodyPr/>
        <a:lstStyle/>
        <a:p>
          <a:endParaRPr lang="uk-UA"/>
        </a:p>
      </dgm:t>
    </dgm:pt>
    <dgm:pt modelId="{35F245D1-F2B1-48AE-9900-4AD89F97768C}" type="sibTrans" cxnId="{25BDDFF9-2775-4CF1-B44E-F4F2B113B519}">
      <dgm:prSet/>
      <dgm:spPr/>
      <dgm:t>
        <a:bodyPr/>
        <a:lstStyle/>
        <a:p>
          <a:endParaRPr lang="uk-UA"/>
        </a:p>
      </dgm:t>
    </dgm:pt>
    <dgm:pt modelId="{FB2762F5-7E3E-47E1-A979-7C8CACD3AAFB}" type="pres">
      <dgm:prSet presAssocID="{9F299952-07C4-4EE9-9C16-E86AE4000B9D}" presName="linear" presStyleCnt="0">
        <dgm:presLayoutVars>
          <dgm:animLvl val="lvl"/>
          <dgm:resizeHandles val="exact"/>
        </dgm:presLayoutVars>
      </dgm:prSet>
      <dgm:spPr/>
    </dgm:pt>
    <dgm:pt modelId="{45B3A466-8E1C-4EAB-A86F-1A747038E6C8}" type="pres">
      <dgm:prSet presAssocID="{6D668F4E-90D7-4C53-AEED-495BB25922DC}" presName="parentText" presStyleLbl="node1" presStyleIdx="0" presStyleCnt="2">
        <dgm:presLayoutVars>
          <dgm:chMax val="0"/>
          <dgm:bulletEnabled val="1"/>
        </dgm:presLayoutVars>
      </dgm:prSet>
      <dgm:spPr/>
    </dgm:pt>
    <dgm:pt modelId="{B8D0D6C0-97CE-4788-AD57-1C177CAF4E96}" type="pres">
      <dgm:prSet presAssocID="{04081732-2376-4C81-9602-96F33CF20252}" presName="spacer" presStyleCnt="0"/>
      <dgm:spPr/>
    </dgm:pt>
    <dgm:pt modelId="{44BF7342-4064-43BD-BB73-380232367FEB}" type="pres">
      <dgm:prSet presAssocID="{B0723D3F-B78E-4F0C-9C3A-31DFCD2F9219}" presName="parentText" presStyleLbl="node1" presStyleIdx="1" presStyleCnt="2">
        <dgm:presLayoutVars>
          <dgm:chMax val="0"/>
          <dgm:bulletEnabled val="1"/>
        </dgm:presLayoutVars>
      </dgm:prSet>
      <dgm:spPr/>
    </dgm:pt>
  </dgm:ptLst>
  <dgm:cxnLst>
    <dgm:cxn modelId="{6D07827B-B266-43A3-8A6B-2572E681D731}" type="presOf" srcId="{B0723D3F-B78E-4F0C-9C3A-31DFCD2F9219}" destId="{44BF7342-4064-43BD-BB73-380232367FEB}" srcOrd="0" destOrd="0" presId="urn:microsoft.com/office/officeart/2005/8/layout/vList2"/>
    <dgm:cxn modelId="{ABBD3B7F-7091-4EF1-8A7E-6E7A31AD5EA9}" type="presOf" srcId="{6D668F4E-90D7-4C53-AEED-495BB25922DC}" destId="{45B3A466-8E1C-4EAB-A86F-1A747038E6C8}" srcOrd="0" destOrd="0" presId="urn:microsoft.com/office/officeart/2005/8/layout/vList2"/>
    <dgm:cxn modelId="{351FBB91-6893-4C4A-8703-B908460ED125}" type="presOf" srcId="{9F299952-07C4-4EE9-9C16-E86AE4000B9D}" destId="{FB2762F5-7E3E-47E1-A979-7C8CACD3AAFB}" srcOrd="0" destOrd="0" presId="urn:microsoft.com/office/officeart/2005/8/layout/vList2"/>
    <dgm:cxn modelId="{55BE6BB3-6716-4521-B50D-33BC2EB00474}" srcId="{9F299952-07C4-4EE9-9C16-E86AE4000B9D}" destId="{6D668F4E-90D7-4C53-AEED-495BB25922DC}" srcOrd="0" destOrd="0" parTransId="{5FDEDF01-A119-4CEC-B748-8F9FA7D8C3ED}" sibTransId="{04081732-2376-4C81-9602-96F33CF20252}"/>
    <dgm:cxn modelId="{25BDDFF9-2775-4CF1-B44E-F4F2B113B519}" srcId="{9F299952-07C4-4EE9-9C16-E86AE4000B9D}" destId="{B0723D3F-B78E-4F0C-9C3A-31DFCD2F9219}" srcOrd="1" destOrd="0" parTransId="{644CD7C0-F849-4528-91C9-74E4B01D0D82}" sibTransId="{35F245D1-F2B1-48AE-9900-4AD89F97768C}"/>
    <dgm:cxn modelId="{A6477BB2-D415-4A4B-AE68-6B7385262781}" type="presParOf" srcId="{FB2762F5-7E3E-47E1-A979-7C8CACD3AAFB}" destId="{45B3A466-8E1C-4EAB-A86F-1A747038E6C8}" srcOrd="0" destOrd="0" presId="urn:microsoft.com/office/officeart/2005/8/layout/vList2"/>
    <dgm:cxn modelId="{BED96E84-0F94-45D8-BCD3-8476CB3C7987}" type="presParOf" srcId="{FB2762F5-7E3E-47E1-A979-7C8CACD3AAFB}" destId="{B8D0D6C0-97CE-4788-AD57-1C177CAF4E96}" srcOrd="1" destOrd="0" presId="urn:microsoft.com/office/officeart/2005/8/layout/vList2"/>
    <dgm:cxn modelId="{BD89774D-6159-4EE0-8B86-7467DDD371F9}" type="presParOf" srcId="{FB2762F5-7E3E-47E1-A979-7C8CACD3AAFB}" destId="{44BF7342-4064-43BD-BB73-380232367FEB}" srcOrd="2"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3A296F5-08AA-4B85-B821-3031B9BD3269}"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uk-UA"/>
        </a:p>
      </dgm:t>
    </dgm:pt>
    <dgm:pt modelId="{22AE1939-7229-4A79-9898-1257306FA9CF}">
      <dgm:prSet/>
      <dgm:spPr/>
      <dgm:t>
        <a:bodyPr/>
        <a:lstStyle/>
        <a:p>
          <a:r>
            <a:rPr lang="uk-UA" b="0" i="0"/>
            <a:t>Україна в перші післявоєнні роки (1945 – початок 1950-х рр.)</a:t>
          </a:r>
          <a:endParaRPr lang="uk-UA"/>
        </a:p>
      </dgm:t>
    </dgm:pt>
    <dgm:pt modelId="{75B50B51-ECC1-4580-AAE2-C1BC5E9F54B6}" type="parTrans" cxnId="{04480CFB-72C8-4506-9F97-213596485E14}">
      <dgm:prSet/>
      <dgm:spPr/>
      <dgm:t>
        <a:bodyPr/>
        <a:lstStyle/>
        <a:p>
          <a:endParaRPr lang="uk-UA"/>
        </a:p>
      </dgm:t>
    </dgm:pt>
    <dgm:pt modelId="{16908A3F-FD13-4F87-B751-647EFE332725}" type="sibTrans" cxnId="{04480CFB-72C8-4506-9F97-213596485E14}">
      <dgm:prSet/>
      <dgm:spPr/>
      <dgm:t>
        <a:bodyPr/>
        <a:lstStyle/>
        <a:p>
          <a:endParaRPr lang="uk-UA"/>
        </a:p>
      </dgm:t>
    </dgm:pt>
    <dgm:pt modelId="{82FD338A-D05C-4081-AF16-BA0EE3294407}">
      <dgm:prSet/>
      <dgm:spPr/>
      <dgm:t>
        <a:bodyPr/>
        <a:lstStyle/>
        <a:p>
          <a:r>
            <a:rPr lang="uk-UA" b="0" i="0"/>
            <a:t>Україна в умовах десталінізації (1953–1964 рр.)</a:t>
          </a:r>
          <a:endParaRPr lang="uk-UA"/>
        </a:p>
      </dgm:t>
    </dgm:pt>
    <dgm:pt modelId="{D1AA0570-DFE2-4184-A6BF-CE67D8280CBF}" type="parTrans" cxnId="{DE1D7FE2-667C-4C75-8D82-020F0821F1BD}">
      <dgm:prSet/>
      <dgm:spPr/>
      <dgm:t>
        <a:bodyPr/>
        <a:lstStyle/>
        <a:p>
          <a:endParaRPr lang="uk-UA"/>
        </a:p>
      </dgm:t>
    </dgm:pt>
    <dgm:pt modelId="{E48EFE98-7376-4D18-9EDE-19C6F6560226}" type="sibTrans" cxnId="{DE1D7FE2-667C-4C75-8D82-020F0821F1BD}">
      <dgm:prSet/>
      <dgm:spPr/>
      <dgm:t>
        <a:bodyPr/>
        <a:lstStyle/>
        <a:p>
          <a:endParaRPr lang="uk-UA"/>
        </a:p>
      </dgm:t>
    </dgm:pt>
    <dgm:pt modelId="{3D87990F-E707-4240-92F7-6EE23D9C9406}">
      <dgm:prSet/>
      <dgm:spPr/>
      <dgm:t>
        <a:bodyPr/>
        <a:lstStyle/>
        <a:p>
          <a:r>
            <a:rPr lang="uk-UA" b="0" i="0"/>
            <a:t>Україна в період загострення кризи радянської системи (1965–1985 рр.)</a:t>
          </a:r>
          <a:endParaRPr lang="uk-UA"/>
        </a:p>
      </dgm:t>
    </dgm:pt>
    <dgm:pt modelId="{BE6D1129-349C-4261-BE1F-97FB14B2DA43}" type="parTrans" cxnId="{5C914E58-B5D7-45DE-B5A3-81D96031153C}">
      <dgm:prSet/>
      <dgm:spPr/>
      <dgm:t>
        <a:bodyPr/>
        <a:lstStyle/>
        <a:p>
          <a:endParaRPr lang="uk-UA"/>
        </a:p>
      </dgm:t>
    </dgm:pt>
    <dgm:pt modelId="{8E6C1BF6-16BA-4BAE-828F-124824E546DC}" type="sibTrans" cxnId="{5C914E58-B5D7-45DE-B5A3-81D96031153C}">
      <dgm:prSet/>
      <dgm:spPr/>
      <dgm:t>
        <a:bodyPr/>
        <a:lstStyle/>
        <a:p>
          <a:endParaRPr lang="uk-UA"/>
        </a:p>
      </dgm:t>
    </dgm:pt>
    <dgm:pt modelId="{AA4E0F42-9EBB-4708-BED8-808E23D675F5}">
      <dgm:prSet/>
      <dgm:spPr/>
      <dgm:t>
        <a:bodyPr/>
        <a:lstStyle/>
        <a:p>
          <a:r>
            <a:rPr lang="uk-UA" b="0" i="0" dirty="0"/>
            <a:t>розпад Радянського Союзу та відродження незалежності України (1985–1991 рр.)</a:t>
          </a:r>
          <a:endParaRPr lang="uk-UA" dirty="0"/>
        </a:p>
      </dgm:t>
    </dgm:pt>
    <dgm:pt modelId="{9E8184F9-FC17-458B-A227-4335C44AC9FA}" type="parTrans" cxnId="{07BB2FD3-244B-4A9C-8896-AFDE10C02DBE}">
      <dgm:prSet/>
      <dgm:spPr/>
      <dgm:t>
        <a:bodyPr/>
        <a:lstStyle/>
        <a:p>
          <a:endParaRPr lang="uk-UA"/>
        </a:p>
      </dgm:t>
    </dgm:pt>
    <dgm:pt modelId="{1C2229CB-BBC2-46E5-AB52-6DC60D72740E}" type="sibTrans" cxnId="{07BB2FD3-244B-4A9C-8896-AFDE10C02DBE}">
      <dgm:prSet/>
      <dgm:spPr/>
      <dgm:t>
        <a:bodyPr/>
        <a:lstStyle/>
        <a:p>
          <a:endParaRPr lang="uk-UA"/>
        </a:p>
      </dgm:t>
    </dgm:pt>
    <dgm:pt modelId="{70CECE71-3AF7-4B85-8F36-B85D75D0C9A2}">
      <dgm:prSet/>
      <dgm:spPr/>
      <dgm:t>
        <a:bodyPr/>
        <a:lstStyle/>
        <a:p>
          <a:r>
            <a:rPr lang="uk-UA" b="0" i="0"/>
            <a:t>Україна в умовах незалежності (1991 р. – початок </a:t>
          </a:r>
          <a:r>
            <a:rPr lang="en-US" b="0" i="0"/>
            <a:t>XXI </a:t>
          </a:r>
          <a:r>
            <a:rPr lang="uk-UA" b="0" i="0"/>
            <a:t>ст.)</a:t>
          </a:r>
          <a:endParaRPr lang="uk-UA"/>
        </a:p>
      </dgm:t>
    </dgm:pt>
    <dgm:pt modelId="{E624F070-12DF-4DB8-8CB2-07EF19629FBA}" type="parTrans" cxnId="{69B005C0-FAA3-4087-A9F2-375FC3C780C5}">
      <dgm:prSet/>
      <dgm:spPr/>
      <dgm:t>
        <a:bodyPr/>
        <a:lstStyle/>
        <a:p>
          <a:endParaRPr lang="uk-UA"/>
        </a:p>
      </dgm:t>
    </dgm:pt>
    <dgm:pt modelId="{72DB336C-0D3C-4064-A111-E0D95CF35A0C}" type="sibTrans" cxnId="{69B005C0-FAA3-4087-A9F2-375FC3C780C5}">
      <dgm:prSet/>
      <dgm:spPr/>
      <dgm:t>
        <a:bodyPr/>
        <a:lstStyle/>
        <a:p>
          <a:endParaRPr lang="uk-UA"/>
        </a:p>
      </dgm:t>
    </dgm:pt>
    <dgm:pt modelId="{272632BD-0DE0-4056-85A0-9FFEFF849203}" type="pres">
      <dgm:prSet presAssocID="{53A296F5-08AA-4B85-B821-3031B9BD3269}" presName="vert0" presStyleCnt="0">
        <dgm:presLayoutVars>
          <dgm:dir/>
          <dgm:animOne val="branch"/>
          <dgm:animLvl val="lvl"/>
        </dgm:presLayoutVars>
      </dgm:prSet>
      <dgm:spPr/>
    </dgm:pt>
    <dgm:pt modelId="{A9E693C4-2C31-4687-93AE-53DDE668ED14}" type="pres">
      <dgm:prSet presAssocID="{22AE1939-7229-4A79-9898-1257306FA9CF}" presName="thickLine" presStyleLbl="alignNode1" presStyleIdx="0" presStyleCnt="5"/>
      <dgm:spPr/>
    </dgm:pt>
    <dgm:pt modelId="{09F9C456-1084-4571-82AB-5E9BBCF3FDF4}" type="pres">
      <dgm:prSet presAssocID="{22AE1939-7229-4A79-9898-1257306FA9CF}" presName="horz1" presStyleCnt="0"/>
      <dgm:spPr/>
    </dgm:pt>
    <dgm:pt modelId="{C0296CC1-9CC5-4292-8513-D4A9CF2F0B14}" type="pres">
      <dgm:prSet presAssocID="{22AE1939-7229-4A79-9898-1257306FA9CF}" presName="tx1" presStyleLbl="revTx" presStyleIdx="0" presStyleCnt="5"/>
      <dgm:spPr/>
    </dgm:pt>
    <dgm:pt modelId="{E33B41BB-E9E3-45E5-B16E-773C9DC37562}" type="pres">
      <dgm:prSet presAssocID="{22AE1939-7229-4A79-9898-1257306FA9CF}" presName="vert1" presStyleCnt="0"/>
      <dgm:spPr/>
    </dgm:pt>
    <dgm:pt modelId="{74B4D0E3-6921-4EF2-8D2A-827DE03055FD}" type="pres">
      <dgm:prSet presAssocID="{82FD338A-D05C-4081-AF16-BA0EE3294407}" presName="thickLine" presStyleLbl="alignNode1" presStyleIdx="1" presStyleCnt="5"/>
      <dgm:spPr/>
    </dgm:pt>
    <dgm:pt modelId="{A470EDC3-1BED-40AC-AB91-59DB1FF8F4E4}" type="pres">
      <dgm:prSet presAssocID="{82FD338A-D05C-4081-AF16-BA0EE3294407}" presName="horz1" presStyleCnt="0"/>
      <dgm:spPr/>
    </dgm:pt>
    <dgm:pt modelId="{B9BC9217-3418-4452-9822-E79B28E06370}" type="pres">
      <dgm:prSet presAssocID="{82FD338A-D05C-4081-AF16-BA0EE3294407}" presName="tx1" presStyleLbl="revTx" presStyleIdx="1" presStyleCnt="5"/>
      <dgm:spPr/>
    </dgm:pt>
    <dgm:pt modelId="{D51408F0-0742-401C-B302-E72C536EA83B}" type="pres">
      <dgm:prSet presAssocID="{82FD338A-D05C-4081-AF16-BA0EE3294407}" presName="vert1" presStyleCnt="0"/>
      <dgm:spPr/>
    </dgm:pt>
    <dgm:pt modelId="{55CE36B4-1D18-4B2A-8F0C-EB7C4346B940}" type="pres">
      <dgm:prSet presAssocID="{3D87990F-E707-4240-92F7-6EE23D9C9406}" presName="thickLine" presStyleLbl="alignNode1" presStyleIdx="2" presStyleCnt="5"/>
      <dgm:spPr/>
    </dgm:pt>
    <dgm:pt modelId="{DD9F6026-B41A-498B-B9BC-9B1DAF1718BB}" type="pres">
      <dgm:prSet presAssocID="{3D87990F-E707-4240-92F7-6EE23D9C9406}" presName="horz1" presStyleCnt="0"/>
      <dgm:spPr/>
    </dgm:pt>
    <dgm:pt modelId="{7BB6CFB4-D38F-4CCB-B7D7-BE2955566020}" type="pres">
      <dgm:prSet presAssocID="{3D87990F-E707-4240-92F7-6EE23D9C9406}" presName="tx1" presStyleLbl="revTx" presStyleIdx="2" presStyleCnt="5"/>
      <dgm:spPr/>
    </dgm:pt>
    <dgm:pt modelId="{D321763D-7537-4421-81E3-50003846E3AF}" type="pres">
      <dgm:prSet presAssocID="{3D87990F-E707-4240-92F7-6EE23D9C9406}" presName="vert1" presStyleCnt="0"/>
      <dgm:spPr/>
    </dgm:pt>
    <dgm:pt modelId="{0C6DE7C7-3443-4A84-B0CF-08EB41BBB7D8}" type="pres">
      <dgm:prSet presAssocID="{AA4E0F42-9EBB-4708-BED8-808E23D675F5}" presName="thickLine" presStyleLbl="alignNode1" presStyleIdx="3" presStyleCnt="5"/>
      <dgm:spPr/>
    </dgm:pt>
    <dgm:pt modelId="{B9611AA1-A292-4294-950F-0C5CA96CBCBB}" type="pres">
      <dgm:prSet presAssocID="{AA4E0F42-9EBB-4708-BED8-808E23D675F5}" presName="horz1" presStyleCnt="0"/>
      <dgm:spPr/>
    </dgm:pt>
    <dgm:pt modelId="{CB666FFB-0ADF-4550-9456-1F29CC2F8C1E}" type="pres">
      <dgm:prSet presAssocID="{AA4E0F42-9EBB-4708-BED8-808E23D675F5}" presName="tx1" presStyleLbl="revTx" presStyleIdx="3" presStyleCnt="5"/>
      <dgm:spPr/>
    </dgm:pt>
    <dgm:pt modelId="{76A6061C-4E20-400B-A8B6-22EEF71876BD}" type="pres">
      <dgm:prSet presAssocID="{AA4E0F42-9EBB-4708-BED8-808E23D675F5}" presName="vert1" presStyleCnt="0"/>
      <dgm:spPr/>
    </dgm:pt>
    <dgm:pt modelId="{C60CC8B3-DEB7-4478-89C6-4E914BB51794}" type="pres">
      <dgm:prSet presAssocID="{70CECE71-3AF7-4B85-8F36-B85D75D0C9A2}" presName="thickLine" presStyleLbl="alignNode1" presStyleIdx="4" presStyleCnt="5"/>
      <dgm:spPr/>
    </dgm:pt>
    <dgm:pt modelId="{5730D554-BB0C-4EC6-82B0-FE269ECBB083}" type="pres">
      <dgm:prSet presAssocID="{70CECE71-3AF7-4B85-8F36-B85D75D0C9A2}" presName="horz1" presStyleCnt="0"/>
      <dgm:spPr/>
    </dgm:pt>
    <dgm:pt modelId="{4595351C-AFEB-422D-AF72-35D0C638E606}" type="pres">
      <dgm:prSet presAssocID="{70CECE71-3AF7-4B85-8F36-B85D75D0C9A2}" presName="tx1" presStyleLbl="revTx" presStyleIdx="4" presStyleCnt="5"/>
      <dgm:spPr/>
    </dgm:pt>
    <dgm:pt modelId="{2924A990-A3AB-4A31-9F14-CE42C8A118BA}" type="pres">
      <dgm:prSet presAssocID="{70CECE71-3AF7-4B85-8F36-B85D75D0C9A2}" presName="vert1" presStyleCnt="0"/>
      <dgm:spPr/>
    </dgm:pt>
  </dgm:ptLst>
  <dgm:cxnLst>
    <dgm:cxn modelId="{25D25872-D19C-4FAA-B1DF-71E38D0C02DF}" type="presOf" srcId="{3D87990F-E707-4240-92F7-6EE23D9C9406}" destId="{7BB6CFB4-D38F-4CCB-B7D7-BE2955566020}" srcOrd="0" destOrd="0" presId="urn:microsoft.com/office/officeart/2008/layout/LinedList"/>
    <dgm:cxn modelId="{5C914E58-B5D7-45DE-B5A3-81D96031153C}" srcId="{53A296F5-08AA-4B85-B821-3031B9BD3269}" destId="{3D87990F-E707-4240-92F7-6EE23D9C9406}" srcOrd="2" destOrd="0" parTransId="{BE6D1129-349C-4261-BE1F-97FB14B2DA43}" sibTransId="{8E6C1BF6-16BA-4BAE-828F-124824E546DC}"/>
    <dgm:cxn modelId="{54254C82-2BD3-4B68-9898-BCFFCDBE2AB3}" type="presOf" srcId="{70CECE71-3AF7-4B85-8F36-B85D75D0C9A2}" destId="{4595351C-AFEB-422D-AF72-35D0C638E606}" srcOrd="0" destOrd="0" presId="urn:microsoft.com/office/officeart/2008/layout/LinedList"/>
    <dgm:cxn modelId="{D7F7B4A5-559D-4169-BFCF-D290F0296563}" type="presOf" srcId="{AA4E0F42-9EBB-4708-BED8-808E23D675F5}" destId="{CB666FFB-0ADF-4550-9456-1F29CC2F8C1E}" srcOrd="0" destOrd="0" presId="urn:microsoft.com/office/officeart/2008/layout/LinedList"/>
    <dgm:cxn modelId="{CAA0FFB2-52AF-4465-85DD-E2FD569D3230}" type="presOf" srcId="{82FD338A-D05C-4081-AF16-BA0EE3294407}" destId="{B9BC9217-3418-4452-9822-E79B28E06370}" srcOrd="0" destOrd="0" presId="urn:microsoft.com/office/officeart/2008/layout/LinedList"/>
    <dgm:cxn modelId="{476E40B5-0A4B-41B5-8EFC-DD38AAD42D96}" type="presOf" srcId="{22AE1939-7229-4A79-9898-1257306FA9CF}" destId="{C0296CC1-9CC5-4292-8513-D4A9CF2F0B14}" srcOrd="0" destOrd="0" presId="urn:microsoft.com/office/officeart/2008/layout/LinedList"/>
    <dgm:cxn modelId="{4300FFB9-7F54-4ACC-A401-9F5E3831DF04}" type="presOf" srcId="{53A296F5-08AA-4B85-B821-3031B9BD3269}" destId="{272632BD-0DE0-4056-85A0-9FFEFF849203}" srcOrd="0" destOrd="0" presId="urn:microsoft.com/office/officeart/2008/layout/LinedList"/>
    <dgm:cxn modelId="{69B005C0-FAA3-4087-A9F2-375FC3C780C5}" srcId="{53A296F5-08AA-4B85-B821-3031B9BD3269}" destId="{70CECE71-3AF7-4B85-8F36-B85D75D0C9A2}" srcOrd="4" destOrd="0" parTransId="{E624F070-12DF-4DB8-8CB2-07EF19629FBA}" sibTransId="{72DB336C-0D3C-4064-A111-E0D95CF35A0C}"/>
    <dgm:cxn modelId="{07BB2FD3-244B-4A9C-8896-AFDE10C02DBE}" srcId="{53A296F5-08AA-4B85-B821-3031B9BD3269}" destId="{AA4E0F42-9EBB-4708-BED8-808E23D675F5}" srcOrd="3" destOrd="0" parTransId="{9E8184F9-FC17-458B-A227-4335C44AC9FA}" sibTransId="{1C2229CB-BBC2-46E5-AB52-6DC60D72740E}"/>
    <dgm:cxn modelId="{DE1D7FE2-667C-4C75-8D82-020F0821F1BD}" srcId="{53A296F5-08AA-4B85-B821-3031B9BD3269}" destId="{82FD338A-D05C-4081-AF16-BA0EE3294407}" srcOrd="1" destOrd="0" parTransId="{D1AA0570-DFE2-4184-A6BF-CE67D8280CBF}" sibTransId="{E48EFE98-7376-4D18-9EDE-19C6F6560226}"/>
    <dgm:cxn modelId="{04480CFB-72C8-4506-9F97-213596485E14}" srcId="{53A296F5-08AA-4B85-B821-3031B9BD3269}" destId="{22AE1939-7229-4A79-9898-1257306FA9CF}" srcOrd="0" destOrd="0" parTransId="{75B50B51-ECC1-4580-AAE2-C1BC5E9F54B6}" sibTransId="{16908A3F-FD13-4F87-B751-647EFE332725}"/>
    <dgm:cxn modelId="{5F128944-A5A3-4BA8-A07A-26F6190B62B8}" type="presParOf" srcId="{272632BD-0DE0-4056-85A0-9FFEFF849203}" destId="{A9E693C4-2C31-4687-93AE-53DDE668ED14}" srcOrd="0" destOrd="0" presId="urn:microsoft.com/office/officeart/2008/layout/LinedList"/>
    <dgm:cxn modelId="{D3C816B4-F023-4053-BB62-D1A42E10BF0E}" type="presParOf" srcId="{272632BD-0DE0-4056-85A0-9FFEFF849203}" destId="{09F9C456-1084-4571-82AB-5E9BBCF3FDF4}" srcOrd="1" destOrd="0" presId="urn:microsoft.com/office/officeart/2008/layout/LinedList"/>
    <dgm:cxn modelId="{85E5C250-B8A1-497A-B3CB-8CF38AA15A64}" type="presParOf" srcId="{09F9C456-1084-4571-82AB-5E9BBCF3FDF4}" destId="{C0296CC1-9CC5-4292-8513-D4A9CF2F0B14}" srcOrd="0" destOrd="0" presId="urn:microsoft.com/office/officeart/2008/layout/LinedList"/>
    <dgm:cxn modelId="{CE474BDE-377F-4649-BDD0-84121C7C1977}" type="presParOf" srcId="{09F9C456-1084-4571-82AB-5E9BBCF3FDF4}" destId="{E33B41BB-E9E3-45E5-B16E-773C9DC37562}" srcOrd="1" destOrd="0" presId="urn:microsoft.com/office/officeart/2008/layout/LinedList"/>
    <dgm:cxn modelId="{833C8A5A-A127-44BC-842A-D18BED26E149}" type="presParOf" srcId="{272632BD-0DE0-4056-85A0-9FFEFF849203}" destId="{74B4D0E3-6921-4EF2-8D2A-827DE03055FD}" srcOrd="2" destOrd="0" presId="urn:microsoft.com/office/officeart/2008/layout/LinedList"/>
    <dgm:cxn modelId="{01CF4227-BCC4-41F2-916E-4D70D862C5D5}" type="presParOf" srcId="{272632BD-0DE0-4056-85A0-9FFEFF849203}" destId="{A470EDC3-1BED-40AC-AB91-59DB1FF8F4E4}" srcOrd="3" destOrd="0" presId="urn:microsoft.com/office/officeart/2008/layout/LinedList"/>
    <dgm:cxn modelId="{F533F6AC-3393-4813-9482-0DE6EE23AFEE}" type="presParOf" srcId="{A470EDC3-1BED-40AC-AB91-59DB1FF8F4E4}" destId="{B9BC9217-3418-4452-9822-E79B28E06370}" srcOrd="0" destOrd="0" presId="urn:microsoft.com/office/officeart/2008/layout/LinedList"/>
    <dgm:cxn modelId="{719A977C-37C8-4F94-9565-5E1EE146A126}" type="presParOf" srcId="{A470EDC3-1BED-40AC-AB91-59DB1FF8F4E4}" destId="{D51408F0-0742-401C-B302-E72C536EA83B}" srcOrd="1" destOrd="0" presId="urn:microsoft.com/office/officeart/2008/layout/LinedList"/>
    <dgm:cxn modelId="{9FDCF06B-2F4D-4F02-88BA-6A7DBBE24EF6}" type="presParOf" srcId="{272632BD-0DE0-4056-85A0-9FFEFF849203}" destId="{55CE36B4-1D18-4B2A-8F0C-EB7C4346B940}" srcOrd="4" destOrd="0" presId="urn:microsoft.com/office/officeart/2008/layout/LinedList"/>
    <dgm:cxn modelId="{CF941FEE-98F0-4775-8205-6C60690C7722}" type="presParOf" srcId="{272632BD-0DE0-4056-85A0-9FFEFF849203}" destId="{DD9F6026-B41A-498B-B9BC-9B1DAF1718BB}" srcOrd="5" destOrd="0" presId="urn:microsoft.com/office/officeart/2008/layout/LinedList"/>
    <dgm:cxn modelId="{1DD867A0-C451-441C-B90A-0FEA06A193FD}" type="presParOf" srcId="{DD9F6026-B41A-498B-B9BC-9B1DAF1718BB}" destId="{7BB6CFB4-D38F-4CCB-B7D7-BE2955566020}" srcOrd="0" destOrd="0" presId="urn:microsoft.com/office/officeart/2008/layout/LinedList"/>
    <dgm:cxn modelId="{5A8BA53B-6C9C-4AE3-B427-75F27F269D8D}" type="presParOf" srcId="{DD9F6026-B41A-498B-B9BC-9B1DAF1718BB}" destId="{D321763D-7537-4421-81E3-50003846E3AF}" srcOrd="1" destOrd="0" presId="urn:microsoft.com/office/officeart/2008/layout/LinedList"/>
    <dgm:cxn modelId="{AFEA8E85-B062-41CF-8D3A-AA9F74DC4CE3}" type="presParOf" srcId="{272632BD-0DE0-4056-85A0-9FFEFF849203}" destId="{0C6DE7C7-3443-4A84-B0CF-08EB41BBB7D8}" srcOrd="6" destOrd="0" presId="urn:microsoft.com/office/officeart/2008/layout/LinedList"/>
    <dgm:cxn modelId="{C8DBDAA9-85A5-4F97-B4F5-D19332DE9A28}" type="presParOf" srcId="{272632BD-0DE0-4056-85A0-9FFEFF849203}" destId="{B9611AA1-A292-4294-950F-0C5CA96CBCBB}" srcOrd="7" destOrd="0" presId="urn:microsoft.com/office/officeart/2008/layout/LinedList"/>
    <dgm:cxn modelId="{B871B0A0-1A1A-421B-9343-7291B2394720}" type="presParOf" srcId="{B9611AA1-A292-4294-950F-0C5CA96CBCBB}" destId="{CB666FFB-0ADF-4550-9456-1F29CC2F8C1E}" srcOrd="0" destOrd="0" presId="urn:microsoft.com/office/officeart/2008/layout/LinedList"/>
    <dgm:cxn modelId="{76F280A6-616F-406F-8211-EBBAE248F3C7}" type="presParOf" srcId="{B9611AA1-A292-4294-950F-0C5CA96CBCBB}" destId="{76A6061C-4E20-400B-A8B6-22EEF71876BD}" srcOrd="1" destOrd="0" presId="urn:microsoft.com/office/officeart/2008/layout/LinedList"/>
    <dgm:cxn modelId="{40EEDDD6-B6E7-4054-9AEF-CB0195580E58}" type="presParOf" srcId="{272632BD-0DE0-4056-85A0-9FFEFF849203}" destId="{C60CC8B3-DEB7-4478-89C6-4E914BB51794}" srcOrd="8" destOrd="0" presId="urn:microsoft.com/office/officeart/2008/layout/LinedList"/>
    <dgm:cxn modelId="{E78E91A2-0F3F-40DC-835A-97EEC985E4D7}" type="presParOf" srcId="{272632BD-0DE0-4056-85A0-9FFEFF849203}" destId="{5730D554-BB0C-4EC6-82B0-FE269ECBB083}" srcOrd="9" destOrd="0" presId="urn:microsoft.com/office/officeart/2008/layout/LinedList"/>
    <dgm:cxn modelId="{287BA6CE-5697-45B8-AF20-732E15780BB9}" type="presParOf" srcId="{5730D554-BB0C-4EC6-82B0-FE269ECBB083}" destId="{4595351C-AFEB-422D-AF72-35D0C638E606}" srcOrd="0" destOrd="0" presId="urn:microsoft.com/office/officeart/2008/layout/LinedList"/>
    <dgm:cxn modelId="{2FE505D6-4A06-429F-95F6-84CF460055B9}" type="presParOf" srcId="{5730D554-BB0C-4EC6-82B0-FE269ECBB083}" destId="{2924A990-A3AB-4A31-9F14-CE42C8A118BA}" srcOrd="1" destOrd="0" presId="urn:microsoft.com/office/officeart/2008/layout/LinedList"/>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D2EB32F-8063-4054-9A1B-8C7650000EE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03BFE2B9-E1C8-4624-9776-DBFB11F8ECBE}">
      <dgm:prSet/>
      <dgm:spPr/>
      <dgm:t>
        <a:bodyPr/>
        <a:lstStyle/>
        <a:p>
          <a:r>
            <a:rPr lang="uk-UA" b="0" i="0"/>
            <a:t>обрання України членом Ради Європи (РЄ)</a:t>
          </a:r>
          <a:endParaRPr lang="uk-UA"/>
        </a:p>
      </dgm:t>
    </dgm:pt>
    <dgm:pt modelId="{98BE228E-9460-4C2A-8C08-CDD55F2D76BA}" type="parTrans" cxnId="{DF757588-5400-4FC1-9080-B02DAB1B3E81}">
      <dgm:prSet/>
      <dgm:spPr/>
      <dgm:t>
        <a:bodyPr/>
        <a:lstStyle/>
        <a:p>
          <a:endParaRPr lang="uk-UA"/>
        </a:p>
      </dgm:t>
    </dgm:pt>
    <dgm:pt modelId="{3FB98D57-D5FD-4818-8222-19FA4A649B3D}" type="sibTrans" cxnId="{DF757588-5400-4FC1-9080-B02DAB1B3E81}">
      <dgm:prSet/>
      <dgm:spPr/>
      <dgm:t>
        <a:bodyPr/>
        <a:lstStyle/>
        <a:p>
          <a:endParaRPr lang="uk-UA"/>
        </a:p>
      </dgm:t>
    </dgm:pt>
    <dgm:pt modelId="{7F5E219B-39A9-4155-A167-B2A9AD178970}">
      <dgm:prSet/>
      <dgm:spPr/>
      <dgm:t>
        <a:bodyPr/>
        <a:lstStyle/>
        <a:p>
          <a:r>
            <a:rPr lang="uk-UA" b="0" i="0"/>
            <a:t>вступ України до Світової організації торгівлі (СОТ)</a:t>
          </a:r>
          <a:endParaRPr lang="uk-UA"/>
        </a:p>
      </dgm:t>
    </dgm:pt>
    <dgm:pt modelId="{0F10669F-863B-4BEF-9DF3-CB75C753F38D}" type="parTrans" cxnId="{A87119F4-73D6-45AC-A856-052524CC3A62}">
      <dgm:prSet/>
      <dgm:spPr/>
      <dgm:t>
        <a:bodyPr/>
        <a:lstStyle/>
        <a:p>
          <a:endParaRPr lang="uk-UA"/>
        </a:p>
      </dgm:t>
    </dgm:pt>
    <dgm:pt modelId="{46CC0846-1175-43E8-BAD3-A0828FBE8934}" type="sibTrans" cxnId="{A87119F4-73D6-45AC-A856-052524CC3A62}">
      <dgm:prSet/>
      <dgm:spPr/>
      <dgm:t>
        <a:bodyPr/>
        <a:lstStyle/>
        <a:p>
          <a:endParaRPr lang="uk-UA"/>
        </a:p>
      </dgm:t>
    </dgm:pt>
    <dgm:pt modelId="{3308C4B0-1D31-45DC-9BEF-77F32D8774E4}">
      <dgm:prSet/>
      <dgm:spPr/>
      <dgm:t>
        <a:bodyPr/>
        <a:lstStyle/>
        <a:p>
          <a:r>
            <a:rPr lang="uk-UA" b="0" i="0"/>
            <a:t>запровадження національної грошової одиниці – гривні</a:t>
          </a:r>
          <a:endParaRPr lang="uk-UA"/>
        </a:p>
      </dgm:t>
    </dgm:pt>
    <dgm:pt modelId="{F79690B6-69D6-47F7-9D1F-C8CC2C50FEFC}" type="parTrans" cxnId="{904563CE-22BB-4D4D-95C5-E4D690BBD427}">
      <dgm:prSet/>
      <dgm:spPr/>
      <dgm:t>
        <a:bodyPr/>
        <a:lstStyle/>
        <a:p>
          <a:endParaRPr lang="uk-UA"/>
        </a:p>
      </dgm:t>
    </dgm:pt>
    <dgm:pt modelId="{F3115453-1916-4FA5-A1CB-3D824A76EB10}" type="sibTrans" cxnId="{904563CE-22BB-4D4D-95C5-E4D690BBD427}">
      <dgm:prSet/>
      <dgm:spPr/>
      <dgm:t>
        <a:bodyPr/>
        <a:lstStyle/>
        <a:p>
          <a:endParaRPr lang="uk-UA"/>
        </a:p>
      </dgm:t>
    </dgm:pt>
    <dgm:pt modelId="{E1AD6998-12DA-4886-ADF5-0A0224BA8CCE}">
      <dgm:prSet/>
      <dgm:spPr/>
      <dgm:t>
        <a:bodyPr/>
        <a:lstStyle/>
        <a:p>
          <a:r>
            <a:rPr lang="uk-UA" b="0" i="0"/>
            <a:t>підписання Україною Угоди про асоціацію з Європейським Союзом (ЄС)</a:t>
          </a:r>
          <a:endParaRPr lang="uk-UA"/>
        </a:p>
      </dgm:t>
    </dgm:pt>
    <dgm:pt modelId="{79D0335E-64F1-4A3E-A280-9B905AE42E41}" type="parTrans" cxnId="{E148C8DD-F91D-4BC9-A5A9-016CA8954F61}">
      <dgm:prSet/>
      <dgm:spPr/>
      <dgm:t>
        <a:bodyPr/>
        <a:lstStyle/>
        <a:p>
          <a:endParaRPr lang="uk-UA"/>
        </a:p>
      </dgm:t>
    </dgm:pt>
    <dgm:pt modelId="{1BBF5295-65EB-4B9A-BACC-57BBA6491DB9}" type="sibTrans" cxnId="{E148C8DD-F91D-4BC9-A5A9-016CA8954F61}">
      <dgm:prSet/>
      <dgm:spPr/>
      <dgm:t>
        <a:bodyPr/>
        <a:lstStyle/>
        <a:p>
          <a:endParaRPr lang="uk-UA"/>
        </a:p>
      </dgm:t>
    </dgm:pt>
    <dgm:pt modelId="{2ED000B9-4B4D-4E7B-B0C1-6008C9A44CE5}" type="pres">
      <dgm:prSet presAssocID="{0D2EB32F-8063-4054-9A1B-8C7650000EEC}" presName="linear" presStyleCnt="0">
        <dgm:presLayoutVars>
          <dgm:animLvl val="lvl"/>
          <dgm:resizeHandles val="exact"/>
        </dgm:presLayoutVars>
      </dgm:prSet>
      <dgm:spPr/>
    </dgm:pt>
    <dgm:pt modelId="{61078D6A-95A7-4693-83D9-A24CF84C3575}" type="pres">
      <dgm:prSet presAssocID="{03BFE2B9-E1C8-4624-9776-DBFB11F8ECBE}" presName="parentText" presStyleLbl="node1" presStyleIdx="0" presStyleCnt="4">
        <dgm:presLayoutVars>
          <dgm:chMax val="0"/>
          <dgm:bulletEnabled val="1"/>
        </dgm:presLayoutVars>
      </dgm:prSet>
      <dgm:spPr/>
    </dgm:pt>
    <dgm:pt modelId="{397446F1-672C-488D-AD4A-EE9F022AEFCF}" type="pres">
      <dgm:prSet presAssocID="{3FB98D57-D5FD-4818-8222-19FA4A649B3D}" presName="spacer" presStyleCnt="0"/>
      <dgm:spPr/>
    </dgm:pt>
    <dgm:pt modelId="{6FFF97D5-1C6B-4665-A8CB-11DF4BDBABE1}" type="pres">
      <dgm:prSet presAssocID="{7F5E219B-39A9-4155-A167-B2A9AD178970}" presName="parentText" presStyleLbl="node1" presStyleIdx="1" presStyleCnt="4">
        <dgm:presLayoutVars>
          <dgm:chMax val="0"/>
          <dgm:bulletEnabled val="1"/>
        </dgm:presLayoutVars>
      </dgm:prSet>
      <dgm:spPr/>
    </dgm:pt>
    <dgm:pt modelId="{7A51F041-CD1E-4B01-9494-581CA9DD49E2}" type="pres">
      <dgm:prSet presAssocID="{46CC0846-1175-43E8-BAD3-A0828FBE8934}" presName="spacer" presStyleCnt="0"/>
      <dgm:spPr/>
    </dgm:pt>
    <dgm:pt modelId="{B66815B1-EB35-46C5-9302-7B77DBE3CBA8}" type="pres">
      <dgm:prSet presAssocID="{3308C4B0-1D31-45DC-9BEF-77F32D8774E4}" presName="parentText" presStyleLbl="node1" presStyleIdx="2" presStyleCnt="4">
        <dgm:presLayoutVars>
          <dgm:chMax val="0"/>
          <dgm:bulletEnabled val="1"/>
        </dgm:presLayoutVars>
      </dgm:prSet>
      <dgm:spPr/>
    </dgm:pt>
    <dgm:pt modelId="{4843A674-0207-4F2C-8051-656C14FD8E89}" type="pres">
      <dgm:prSet presAssocID="{F3115453-1916-4FA5-A1CB-3D824A76EB10}" presName="spacer" presStyleCnt="0"/>
      <dgm:spPr/>
    </dgm:pt>
    <dgm:pt modelId="{A60C5456-BD27-4DD7-97C1-99BC2694B751}" type="pres">
      <dgm:prSet presAssocID="{E1AD6998-12DA-4886-ADF5-0A0224BA8CCE}" presName="parentText" presStyleLbl="node1" presStyleIdx="3" presStyleCnt="4">
        <dgm:presLayoutVars>
          <dgm:chMax val="0"/>
          <dgm:bulletEnabled val="1"/>
        </dgm:presLayoutVars>
      </dgm:prSet>
      <dgm:spPr/>
    </dgm:pt>
  </dgm:ptLst>
  <dgm:cxnLst>
    <dgm:cxn modelId="{7A9BB358-79AD-43C8-94F5-2737A1119949}" type="presOf" srcId="{E1AD6998-12DA-4886-ADF5-0A0224BA8CCE}" destId="{A60C5456-BD27-4DD7-97C1-99BC2694B751}" srcOrd="0" destOrd="0" presId="urn:microsoft.com/office/officeart/2005/8/layout/vList2"/>
    <dgm:cxn modelId="{5139777F-7534-4D9D-9ACE-BEC10FC2CF43}" type="presOf" srcId="{7F5E219B-39A9-4155-A167-B2A9AD178970}" destId="{6FFF97D5-1C6B-4665-A8CB-11DF4BDBABE1}" srcOrd="0" destOrd="0" presId="urn:microsoft.com/office/officeart/2005/8/layout/vList2"/>
    <dgm:cxn modelId="{A9664B85-296B-4EB4-98C0-2322E2F75656}" type="presOf" srcId="{03BFE2B9-E1C8-4624-9776-DBFB11F8ECBE}" destId="{61078D6A-95A7-4693-83D9-A24CF84C3575}" srcOrd="0" destOrd="0" presId="urn:microsoft.com/office/officeart/2005/8/layout/vList2"/>
    <dgm:cxn modelId="{DF757588-5400-4FC1-9080-B02DAB1B3E81}" srcId="{0D2EB32F-8063-4054-9A1B-8C7650000EEC}" destId="{03BFE2B9-E1C8-4624-9776-DBFB11F8ECBE}" srcOrd="0" destOrd="0" parTransId="{98BE228E-9460-4C2A-8C08-CDD55F2D76BA}" sibTransId="{3FB98D57-D5FD-4818-8222-19FA4A649B3D}"/>
    <dgm:cxn modelId="{C4D32591-772B-44C3-95FA-8BF0BBF9335D}" type="presOf" srcId="{3308C4B0-1D31-45DC-9BEF-77F32D8774E4}" destId="{B66815B1-EB35-46C5-9302-7B77DBE3CBA8}" srcOrd="0" destOrd="0" presId="urn:microsoft.com/office/officeart/2005/8/layout/vList2"/>
    <dgm:cxn modelId="{2BBA6599-CE82-42F6-911D-0AE84A4A0575}" type="presOf" srcId="{0D2EB32F-8063-4054-9A1B-8C7650000EEC}" destId="{2ED000B9-4B4D-4E7B-B0C1-6008C9A44CE5}" srcOrd="0" destOrd="0" presId="urn:microsoft.com/office/officeart/2005/8/layout/vList2"/>
    <dgm:cxn modelId="{904563CE-22BB-4D4D-95C5-E4D690BBD427}" srcId="{0D2EB32F-8063-4054-9A1B-8C7650000EEC}" destId="{3308C4B0-1D31-45DC-9BEF-77F32D8774E4}" srcOrd="2" destOrd="0" parTransId="{F79690B6-69D6-47F7-9D1F-C8CC2C50FEFC}" sibTransId="{F3115453-1916-4FA5-A1CB-3D824A76EB10}"/>
    <dgm:cxn modelId="{E148C8DD-F91D-4BC9-A5A9-016CA8954F61}" srcId="{0D2EB32F-8063-4054-9A1B-8C7650000EEC}" destId="{E1AD6998-12DA-4886-ADF5-0A0224BA8CCE}" srcOrd="3" destOrd="0" parTransId="{79D0335E-64F1-4A3E-A280-9B905AE42E41}" sibTransId="{1BBF5295-65EB-4B9A-BACC-57BBA6491DB9}"/>
    <dgm:cxn modelId="{A87119F4-73D6-45AC-A856-052524CC3A62}" srcId="{0D2EB32F-8063-4054-9A1B-8C7650000EEC}" destId="{7F5E219B-39A9-4155-A167-B2A9AD178970}" srcOrd="1" destOrd="0" parTransId="{0F10669F-863B-4BEF-9DF3-CB75C753F38D}" sibTransId="{46CC0846-1175-43E8-BAD3-A0828FBE8934}"/>
    <dgm:cxn modelId="{1DD36A76-1893-4D87-B36B-3E7D1AF9FCCD}" type="presParOf" srcId="{2ED000B9-4B4D-4E7B-B0C1-6008C9A44CE5}" destId="{61078D6A-95A7-4693-83D9-A24CF84C3575}" srcOrd="0" destOrd="0" presId="urn:microsoft.com/office/officeart/2005/8/layout/vList2"/>
    <dgm:cxn modelId="{E1D3039F-DBD8-484B-8C85-9A10EF4A7299}" type="presParOf" srcId="{2ED000B9-4B4D-4E7B-B0C1-6008C9A44CE5}" destId="{397446F1-672C-488D-AD4A-EE9F022AEFCF}" srcOrd="1" destOrd="0" presId="urn:microsoft.com/office/officeart/2005/8/layout/vList2"/>
    <dgm:cxn modelId="{7C6C0B8A-08E5-4FD1-8B07-E60FF8EC5BA9}" type="presParOf" srcId="{2ED000B9-4B4D-4E7B-B0C1-6008C9A44CE5}" destId="{6FFF97D5-1C6B-4665-A8CB-11DF4BDBABE1}" srcOrd="2" destOrd="0" presId="urn:microsoft.com/office/officeart/2005/8/layout/vList2"/>
    <dgm:cxn modelId="{759AF176-726A-4EAB-B251-4FE7E57A153E}" type="presParOf" srcId="{2ED000B9-4B4D-4E7B-B0C1-6008C9A44CE5}" destId="{7A51F041-CD1E-4B01-9494-581CA9DD49E2}" srcOrd="3" destOrd="0" presId="urn:microsoft.com/office/officeart/2005/8/layout/vList2"/>
    <dgm:cxn modelId="{1E7127B4-D06E-4ABC-9FDA-2E13F4704D80}" type="presParOf" srcId="{2ED000B9-4B4D-4E7B-B0C1-6008C9A44CE5}" destId="{B66815B1-EB35-46C5-9302-7B77DBE3CBA8}" srcOrd="4" destOrd="0" presId="urn:microsoft.com/office/officeart/2005/8/layout/vList2"/>
    <dgm:cxn modelId="{873748AF-6B1B-4643-833D-E4BD557E08FF}" type="presParOf" srcId="{2ED000B9-4B4D-4E7B-B0C1-6008C9A44CE5}" destId="{4843A674-0207-4F2C-8051-656C14FD8E89}" srcOrd="5" destOrd="0" presId="urn:microsoft.com/office/officeart/2005/8/layout/vList2"/>
    <dgm:cxn modelId="{57CA115A-E009-4DB8-85F9-AC265304B439}" type="presParOf" srcId="{2ED000B9-4B4D-4E7B-B0C1-6008C9A44CE5}" destId="{A60C5456-BD27-4DD7-97C1-99BC2694B751}"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7EDD3BD-8B9C-482D-85A3-60FFEE487D16}"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3738105C-0833-41AB-AFB4-29876626FE87}">
      <dgm:prSet/>
      <dgm:spPr/>
      <dgm:t>
        <a:bodyPr/>
        <a:lstStyle/>
        <a:p>
          <a:r>
            <a:rPr lang="ru-RU" b="0" i="0"/>
            <a:t>1995 р.</a:t>
          </a:r>
          <a:endParaRPr lang="uk-UA"/>
        </a:p>
      </dgm:t>
    </dgm:pt>
    <dgm:pt modelId="{BD20C270-B40B-42DC-A925-BC50B6314C89}" type="parTrans" cxnId="{C1D2EF56-681D-4701-B4BC-622063560A64}">
      <dgm:prSet/>
      <dgm:spPr/>
      <dgm:t>
        <a:bodyPr/>
        <a:lstStyle/>
        <a:p>
          <a:endParaRPr lang="uk-UA"/>
        </a:p>
      </dgm:t>
    </dgm:pt>
    <dgm:pt modelId="{7CF73EC0-D2AC-4618-AD51-F84F5B3E1908}" type="sibTrans" cxnId="{C1D2EF56-681D-4701-B4BC-622063560A64}">
      <dgm:prSet/>
      <dgm:spPr/>
      <dgm:t>
        <a:bodyPr/>
        <a:lstStyle/>
        <a:p>
          <a:endParaRPr lang="uk-UA"/>
        </a:p>
      </dgm:t>
    </dgm:pt>
    <dgm:pt modelId="{5C0B4C9B-93BF-41E2-9FF9-A9D5BC590970}">
      <dgm:prSet/>
      <dgm:spPr/>
      <dgm:t>
        <a:bodyPr/>
        <a:lstStyle/>
        <a:p>
          <a:r>
            <a:rPr lang="ru-RU" b="0" i="0"/>
            <a:t>1996 р.</a:t>
          </a:r>
          <a:endParaRPr lang="uk-UA"/>
        </a:p>
      </dgm:t>
    </dgm:pt>
    <dgm:pt modelId="{C6FDDB17-DACC-4554-9FF9-6D33B436CD2F}" type="parTrans" cxnId="{B24E1DFE-82BD-4820-92B8-D87429D153D1}">
      <dgm:prSet/>
      <dgm:spPr/>
      <dgm:t>
        <a:bodyPr/>
        <a:lstStyle/>
        <a:p>
          <a:endParaRPr lang="uk-UA"/>
        </a:p>
      </dgm:t>
    </dgm:pt>
    <dgm:pt modelId="{D3E2B090-1B06-4248-9BEB-8A602DF01765}" type="sibTrans" cxnId="{B24E1DFE-82BD-4820-92B8-D87429D153D1}">
      <dgm:prSet/>
      <dgm:spPr/>
      <dgm:t>
        <a:bodyPr/>
        <a:lstStyle/>
        <a:p>
          <a:endParaRPr lang="uk-UA"/>
        </a:p>
      </dgm:t>
    </dgm:pt>
    <dgm:pt modelId="{4CECF6F7-F20A-4139-8504-682EAA50EA8C}">
      <dgm:prSet/>
      <dgm:spPr/>
      <dgm:t>
        <a:bodyPr/>
        <a:lstStyle/>
        <a:p>
          <a:r>
            <a:rPr lang="ru-RU" b="0" i="0"/>
            <a:t>2004 р.</a:t>
          </a:r>
          <a:endParaRPr lang="uk-UA"/>
        </a:p>
      </dgm:t>
    </dgm:pt>
    <dgm:pt modelId="{DC46FFCA-32FE-4059-9FF3-AF2D3C1099C3}" type="parTrans" cxnId="{BC69B5D6-91EC-4268-BE21-D5782C6BE149}">
      <dgm:prSet/>
      <dgm:spPr/>
      <dgm:t>
        <a:bodyPr/>
        <a:lstStyle/>
        <a:p>
          <a:endParaRPr lang="uk-UA"/>
        </a:p>
      </dgm:t>
    </dgm:pt>
    <dgm:pt modelId="{153FDA9B-AF34-43F6-929D-0ADA273BFBE3}" type="sibTrans" cxnId="{BC69B5D6-91EC-4268-BE21-D5782C6BE149}">
      <dgm:prSet/>
      <dgm:spPr/>
      <dgm:t>
        <a:bodyPr/>
        <a:lstStyle/>
        <a:p>
          <a:endParaRPr lang="uk-UA"/>
        </a:p>
      </dgm:t>
    </dgm:pt>
    <dgm:pt modelId="{C72E0113-9491-4C22-AE8D-124A3E201F04}">
      <dgm:prSet/>
      <dgm:spPr/>
      <dgm:t>
        <a:bodyPr/>
        <a:lstStyle/>
        <a:p>
          <a:r>
            <a:rPr lang="ru-RU" b="0" i="0"/>
            <a:t>2008 р.</a:t>
          </a:r>
          <a:endParaRPr lang="uk-UA"/>
        </a:p>
      </dgm:t>
    </dgm:pt>
    <dgm:pt modelId="{3554D8A0-5575-4F45-9F3C-B44778F15894}" type="parTrans" cxnId="{75F17CD4-AFF4-4B19-BC0B-5B6A7717829E}">
      <dgm:prSet/>
      <dgm:spPr/>
      <dgm:t>
        <a:bodyPr/>
        <a:lstStyle/>
        <a:p>
          <a:endParaRPr lang="uk-UA"/>
        </a:p>
      </dgm:t>
    </dgm:pt>
    <dgm:pt modelId="{E90D4AB5-F477-49F8-AF47-1BC6280BDCA7}" type="sibTrans" cxnId="{75F17CD4-AFF4-4B19-BC0B-5B6A7717829E}">
      <dgm:prSet/>
      <dgm:spPr/>
      <dgm:t>
        <a:bodyPr/>
        <a:lstStyle/>
        <a:p>
          <a:endParaRPr lang="uk-UA"/>
        </a:p>
      </dgm:t>
    </dgm:pt>
    <dgm:pt modelId="{A52544CF-562E-4BE5-BBA2-E7026E07A494}">
      <dgm:prSet/>
      <dgm:spPr/>
      <dgm:t>
        <a:bodyPr/>
        <a:lstStyle/>
        <a:p>
          <a:r>
            <a:rPr lang="ru-RU" b="0" i="0"/>
            <a:t>2014 р.</a:t>
          </a:r>
          <a:endParaRPr lang="uk-UA"/>
        </a:p>
      </dgm:t>
    </dgm:pt>
    <dgm:pt modelId="{0597BD9C-AAFB-47AF-B924-ABCC5634ECE7}" type="parTrans" cxnId="{D9A5D682-9972-4A73-8BF6-479CBCEF80BD}">
      <dgm:prSet/>
      <dgm:spPr/>
      <dgm:t>
        <a:bodyPr/>
        <a:lstStyle/>
        <a:p>
          <a:endParaRPr lang="uk-UA"/>
        </a:p>
      </dgm:t>
    </dgm:pt>
    <dgm:pt modelId="{DB3D420D-F31D-4FF8-8B2F-E34F011949B2}" type="sibTrans" cxnId="{D9A5D682-9972-4A73-8BF6-479CBCEF80BD}">
      <dgm:prSet/>
      <dgm:spPr/>
      <dgm:t>
        <a:bodyPr/>
        <a:lstStyle/>
        <a:p>
          <a:endParaRPr lang="uk-UA"/>
        </a:p>
      </dgm:t>
    </dgm:pt>
    <dgm:pt modelId="{D0C9C1C9-C101-4FF1-B9B7-10E10EEC6DFD}" type="pres">
      <dgm:prSet presAssocID="{37EDD3BD-8B9C-482D-85A3-60FFEE487D16}" presName="linearFlow" presStyleCnt="0">
        <dgm:presLayoutVars>
          <dgm:dir/>
          <dgm:resizeHandles val="exact"/>
        </dgm:presLayoutVars>
      </dgm:prSet>
      <dgm:spPr/>
    </dgm:pt>
    <dgm:pt modelId="{7ABC2E97-9753-499A-B3CB-16695F29A243}" type="pres">
      <dgm:prSet presAssocID="{3738105C-0833-41AB-AFB4-29876626FE87}" presName="composite" presStyleCnt="0"/>
      <dgm:spPr/>
    </dgm:pt>
    <dgm:pt modelId="{0E37CA90-380F-4800-AE4C-F1EE12617FEB}" type="pres">
      <dgm:prSet presAssocID="{3738105C-0833-41AB-AFB4-29876626FE87}" presName="imgShp" presStyleLbl="fgImgPlace1" presStyleIdx="0" presStyleCnt="5"/>
      <dgm:spPr/>
    </dgm:pt>
    <dgm:pt modelId="{C15D0259-1F42-4292-AFDA-B4FF79909E0B}" type="pres">
      <dgm:prSet presAssocID="{3738105C-0833-41AB-AFB4-29876626FE87}" presName="txShp" presStyleLbl="node1" presStyleIdx="0" presStyleCnt="5">
        <dgm:presLayoutVars>
          <dgm:bulletEnabled val="1"/>
        </dgm:presLayoutVars>
      </dgm:prSet>
      <dgm:spPr/>
    </dgm:pt>
    <dgm:pt modelId="{D9E622B5-3241-445C-9EAA-EB20B77AA249}" type="pres">
      <dgm:prSet presAssocID="{7CF73EC0-D2AC-4618-AD51-F84F5B3E1908}" presName="spacing" presStyleCnt="0"/>
      <dgm:spPr/>
    </dgm:pt>
    <dgm:pt modelId="{ABBD80BD-8D1F-4D4F-AF99-F7CEB74E1FDE}" type="pres">
      <dgm:prSet presAssocID="{5C0B4C9B-93BF-41E2-9FF9-A9D5BC590970}" presName="composite" presStyleCnt="0"/>
      <dgm:spPr/>
    </dgm:pt>
    <dgm:pt modelId="{8E01D9AA-E39A-42E0-BC76-3C9D27A20B12}" type="pres">
      <dgm:prSet presAssocID="{5C0B4C9B-93BF-41E2-9FF9-A9D5BC590970}" presName="imgShp" presStyleLbl="fgImgPlace1" presStyleIdx="1" presStyleCnt="5"/>
      <dgm:spPr/>
    </dgm:pt>
    <dgm:pt modelId="{0AD63E97-9399-40ED-BEF7-11F455EAF606}" type="pres">
      <dgm:prSet presAssocID="{5C0B4C9B-93BF-41E2-9FF9-A9D5BC590970}" presName="txShp" presStyleLbl="node1" presStyleIdx="1" presStyleCnt="5">
        <dgm:presLayoutVars>
          <dgm:bulletEnabled val="1"/>
        </dgm:presLayoutVars>
      </dgm:prSet>
      <dgm:spPr/>
    </dgm:pt>
    <dgm:pt modelId="{8EDA1C5D-3DCB-43D4-BC18-ACB7DDCBECB2}" type="pres">
      <dgm:prSet presAssocID="{D3E2B090-1B06-4248-9BEB-8A602DF01765}" presName="spacing" presStyleCnt="0"/>
      <dgm:spPr/>
    </dgm:pt>
    <dgm:pt modelId="{14EB1CC1-9006-4182-A926-FCF347B5E041}" type="pres">
      <dgm:prSet presAssocID="{4CECF6F7-F20A-4139-8504-682EAA50EA8C}" presName="composite" presStyleCnt="0"/>
      <dgm:spPr/>
    </dgm:pt>
    <dgm:pt modelId="{36D06AB2-8F20-4DD8-9108-C46103B90F17}" type="pres">
      <dgm:prSet presAssocID="{4CECF6F7-F20A-4139-8504-682EAA50EA8C}" presName="imgShp" presStyleLbl="fgImgPlace1" presStyleIdx="2" presStyleCnt="5"/>
      <dgm:spPr/>
    </dgm:pt>
    <dgm:pt modelId="{B3CF6ACE-6771-4094-AB08-FF74C74262D3}" type="pres">
      <dgm:prSet presAssocID="{4CECF6F7-F20A-4139-8504-682EAA50EA8C}" presName="txShp" presStyleLbl="node1" presStyleIdx="2" presStyleCnt="5">
        <dgm:presLayoutVars>
          <dgm:bulletEnabled val="1"/>
        </dgm:presLayoutVars>
      </dgm:prSet>
      <dgm:spPr/>
    </dgm:pt>
    <dgm:pt modelId="{BD946FEB-A849-4879-A6C1-0501684C01DC}" type="pres">
      <dgm:prSet presAssocID="{153FDA9B-AF34-43F6-929D-0ADA273BFBE3}" presName="spacing" presStyleCnt="0"/>
      <dgm:spPr/>
    </dgm:pt>
    <dgm:pt modelId="{22CB64AC-187B-47F7-A1DD-423C726FD90E}" type="pres">
      <dgm:prSet presAssocID="{C72E0113-9491-4C22-AE8D-124A3E201F04}" presName="composite" presStyleCnt="0"/>
      <dgm:spPr/>
    </dgm:pt>
    <dgm:pt modelId="{52F0EC45-4DEB-4164-A475-5AC5D23C3DEB}" type="pres">
      <dgm:prSet presAssocID="{C72E0113-9491-4C22-AE8D-124A3E201F04}" presName="imgShp" presStyleLbl="fgImgPlace1" presStyleIdx="3" presStyleCnt="5"/>
      <dgm:spPr/>
    </dgm:pt>
    <dgm:pt modelId="{4A9C1BA7-5DAE-433E-B261-346E34084AEC}" type="pres">
      <dgm:prSet presAssocID="{C72E0113-9491-4C22-AE8D-124A3E201F04}" presName="txShp" presStyleLbl="node1" presStyleIdx="3" presStyleCnt="5">
        <dgm:presLayoutVars>
          <dgm:bulletEnabled val="1"/>
        </dgm:presLayoutVars>
      </dgm:prSet>
      <dgm:spPr/>
    </dgm:pt>
    <dgm:pt modelId="{2C00F824-BB27-4D10-AC4C-D968C61197EC}" type="pres">
      <dgm:prSet presAssocID="{E90D4AB5-F477-49F8-AF47-1BC6280BDCA7}" presName="spacing" presStyleCnt="0"/>
      <dgm:spPr/>
    </dgm:pt>
    <dgm:pt modelId="{E2E2B542-2B1D-4138-ADDA-71C605BF72CE}" type="pres">
      <dgm:prSet presAssocID="{A52544CF-562E-4BE5-BBA2-E7026E07A494}" presName="composite" presStyleCnt="0"/>
      <dgm:spPr/>
    </dgm:pt>
    <dgm:pt modelId="{3D5F6397-BC84-4C75-93EA-8640AB730EEC}" type="pres">
      <dgm:prSet presAssocID="{A52544CF-562E-4BE5-BBA2-E7026E07A494}" presName="imgShp" presStyleLbl="fgImgPlace1" presStyleIdx="4" presStyleCnt="5"/>
      <dgm:spPr/>
    </dgm:pt>
    <dgm:pt modelId="{105550A9-AEAD-4797-8C14-A0076023B82E}" type="pres">
      <dgm:prSet presAssocID="{A52544CF-562E-4BE5-BBA2-E7026E07A494}" presName="txShp" presStyleLbl="node1" presStyleIdx="4" presStyleCnt="5">
        <dgm:presLayoutVars>
          <dgm:bulletEnabled val="1"/>
        </dgm:presLayoutVars>
      </dgm:prSet>
      <dgm:spPr/>
    </dgm:pt>
  </dgm:ptLst>
  <dgm:cxnLst>
    <dgm:cxn modelId="{284F1B27-E2BB-463D-AE78-15579195DF24}" type="presOf" srcId="{C72E0113-9491-4C22-AE8D-124A3E201F04}" destId="{4A9C1BA7-5DAE-433E-B261-346E34084AEC}" srcOrd="0" destOrd="0" presId="urn:microsoft.com/office/officeart/2005/8/layout/vList3"/>
    <dgm:cxn modelId="{25ABBE27-9194-4919-BFFD-25F42EC6DC6E}" type="presOf" srcId="{A52544CF-562E-4BE5-BBA2-E7026E07A494}" destId="{105550A9-AEAD-4797-8C14-A0076023B82E}" srcOrd="0" destOrd="0" presId="urn:microsoft.com/office/officeart/2005/8/layout/vList3"/>
    <dgm:cxn modelId="{BE806C4D-4630-4145-B8AD-2392FCCBDA21}" type="presOf" srcId="{3738105C-0833-41AB-AFB4-29876626FE87}" destId="{C15D0259-1F42-4292-AFDA-B4FF79909E0B}" srcOrd="0" destOrd="0" presId="urn:microsoft.com/office/officeart/2005/8/layout/vList3"/>
    <dgm:cxn modelId="{C1D2EF56-681D-4701-B4BC-622063560A64}" srcId="{37EDD3BD-8B9C-482D-85A3-60FFEE487D16}" destId="{3738105C-0833-41AB-AFB4-29876626FE87}" srcOrd="0" destOrd="0" parTransId="{BD20C270-B40B-42DC-A925-BC50B6314C89}" sibTransId="{7CF73EC0-D2AC-4618-AD51-F84F5B3E1908}"/>
    <dgm:cxn modelId="{D9A5D682-9972-4A73-8BF6-479CBCEF80BD}" srcId="{37EDD3BD-8B9C-482D-85A3-60FFEE487D16}" destId="{A52544CF-562E-4BE5-BBA2-E7026E07A494}" srcOrd="4" destOrd="0" parTransId="{0597BD9C-AAFB-47AF-B924-ABCC5634ECE7}" sibTransId="{DB3D420D-F31D-4FF8-8B2F-E34F011949B2}"/>
    <dgm:cxn modelId="{938928C4-40EE-481B-AB00-326D7F1C30C5}" type="presOf" srcId="{5C0B4C9B-93BF-41E2-9FF9-A9D5BC590970}" destId="{0AD63E97-9399-40ED-BEF7-11F455EAF606}" srcOrd="0" destOrd="0" presId="urn:microsoft.com/office/officeart/2005/8/layout/vList3"/>
    <dgm:cxn modelId="{75F17CD4-AFF4-4B19-BC0B-5B6A7717829E}" srcId="{37EDD3BD-8B9C-482D-85A3-60FFEE487D16}" destId="{C72E0113-9491-4C22-AE8D-124A3E201F04}" srcOrd="3" destOrd="0" parTransId="{3554D8A0-5575-4F45-9F3C-B44778F15894}" sibTransId="{E90D4AB5-F477-49F8-AF47-1BC6280BDCA7}"/>
    <dgm:cxn modelId="{BC69B5D6-91EC-4268-BE21-D5782C6BE149}" srcId="{37EDD3BD-8B9C-482D-85A3-60FFEE487D16}" destId="{4CECF6F7-F20A-4139-8504-682EAA50EA8C}" srcOrd="2" destOrd="0" parTransId="{DC46FFCA-32FE-4059-9FF3-AF2D3C1099C3}" sibTransId="{153FDA9B-AF34-43F6-929D-0ADA273BFBE3}"/>
    <dgm:cxn modelId="{3BF8C5D6-CC5A-4594-876E-1FC40B831564}" type="presOf" srcId="{37EDD3BD-8B9C-482D-85A3-60FFEE487D16}" destId="{D0C9C1C9-C101-4FF1-B9B7-10E10EEC6DFD}" srcOrd="0" destOrd="0" presId="urn:microsoft.com/office/officeart/2005/8/layout/vList3"/>
    <dgm:cxn modelId="{C7E90CFD-D9F8-4064-9C7A-BD0C48C70882}" type="presOf" srcId="{4CECF6F7-F20A-4139-8504-682EAA50EA8C}" destId="{B3CF6ACE-6771-4094-AB08-FF74C74262D3}" srcOrd="0" destOrd="0" presId="urn:microsoft.com/office/officeart/2005/8/layout/vList3"/>
    <dgm:cxn modelId="{B24E1DFE-82BD-4820-92B8-D87429D153D1}" srcId="{37EDD3BD-8B9C-482D-85A3-60FFEE487D16}" destId="{5C0B4C9B-93BF-41E2-9FF9-A9D5BC590970}" srcOrd="1" destOrd="0" parTransId="{C6FDDB17-DACC-4554-9FF9-6D33B436CD2F}" sibTransId="{D3E2B090-1B06-4248-9BEB-8A602DF01765}"/>
    <dgm:cxn modelId="{3A8DDEC2-DA3C-45B0-9BA9-096375C98BB8}" type="presParOf" srcId="{D0C9C1C9-C101-4FF1-B9B7-10E10EEC6DFD}" destId="{7ABC2E97-9753-499A-B3CB-16695F29A243}" srcOrd="0" destOrd="0" presId="urn:microsoft.com/office/officeart/2005/8/layout/vList3"/>
    <dgm:cxn modelId="{EAB2AD33-D8B5-4EF3-B0B2-5C31188FFE07}" type="presParOf" srcId="{7ABC2E97-9753-499A-B3CB-16695F29A243}" destId="{0E37CA90-380F-4800-AE4C-F1EE12617FEB}" srcOrd="0" destOrd="0" presId="urn:microsoft.com/office/officeart/2005/8/layout/vList3"/>
    <dgm:cxn modelId="{65ED0CB3-5D2F-4072-AC6E-C7945141B274}" type="presParOf" srcId="{7ABC2E97-9753-499A-B3CB-16695F29A243}" destId="{C15D0259-1F42-4292-AFDA-B4FF79909E0B}" srcOrd="1" destOrd="0" presId="urn:microsoft.com/office/officeart/2005/8/layout/vList3"/>
    <dgm:cxn modelId="{479106C7-CEEB-4450-9FD9-A5FD1E2FCA10}" type="presParOf" srcId="{D0C9C1C9-C101-4FF1-B9B7-10E10EEC6DFD}" destId="{D9E622B5-3241-445C-9EAA-EB20B77AA249}" srcOrd="1" destOrd="0" presId="urn:microsoft.com/office/officeart/2005/8/layout/vList3"/>
    <dgm:cxn modelId="{D1A2228F-8CDB-4180-857C-7A81005DFAAD}" type="presParOf" srcId="{D0C9C1C9-C101-4FF1-B9B7-10E10EEC6DFD}" destId="{ABBD80BD-8D1F-4D4F-AF99-F7CEB74E1FDE}" srcOrd="2" destOrd="0" presId="urn:microsoft.com/office/officeart/2005/8/layout/vList3"/>
    <dgm:cxn modelId="{379A279A-BB2B-4FB9-94FE-EE954274E77C}" type="presParOf" srcId="{ABBD80BD-8D1F-4D4F-AF99-F7CEB74E1FDE}" destId="{8E01D9AA-E39A-42E0-BC76-3C9D27A20B12}" srcOrd="0" destOrd="0" presId="urn:microsoft.com/office/officeart/2005/8/layout/vList3"/>
    <dgm:cxn modelId="{4A8A69E9-40BD-4D80-A086-7860BD82FA32}" type="presParOf" srcId="{ABBD80BD-8D1F-4D4F-AF99-F7CEB74E1FDE}" destId="{0AD63E97-9399-40ED-BEF7-11F455EAF606}" srcOrd="1" destOrd="0" presId="urn:microsoft.com/office/officeart/2005/8/layout/vList3"/>
    <dgm:cxn modelId="{66399ACE-6529-4F56-A6A0-DD6771755014}" type="presParOf" srcId="{D0C9C1C9-C101-4FF1-B9B7-10E10EEC6DFD}" destId="{8EDA1C5D-3DCB-43D4-BC18-ACB7DDCBECB2}" srcOrd="3" destOrd="0" presId="urn:microsoft.com/office/officeart/2005/8/layout/vList3"/>
    <dgm:cxn modelId="{B19291D6-9175-4FCC-91A4-4D65DEACFE5E}" type="presParOf" srcId="{D0C9C1C9-C101-4FF1-B9B7-10E10EEC6DFD}" destId="{14EB1CC1-9006-4182-A926-FCF347B5E041}" srcOrd="4" destOrd="0" presId="urn:microsoft.com/office/officeart/2005/8/layout/vList3"/>
    <dgm:cxn modelId="{93E4F8D8-55F3-4230-964C-8AD8B981E2EC}" type="presParOf" srcId="{14EB1CC1-9006-4182-A926-FCF347B5E041}" destId="{36D06AB2-8F20-4DD8-9108-C46103B90F17}" srcOrd="0" destOrd="0" presId="urn:microsoft.com/office/officeart/2005/8/layout/vList3"/>
    <dgm:cxn modelId="{28F4C07D-6D72-4596-88EA-5AEC848F8D28}" type="presParOf" srcId="{14EB1CC1-9006-4182-A926-FCF347B5E041}" destId="{B3CF6ACE-6771-4094-AB08-FF74C74262D3}" srcOrd="1" destOrd="0" presId="urn:microsoft.com/office/officeart/2005/8/layout/vList3"/>
    <dgm:cxn modelId="{DF72BE44-47C7-4E70-9839-A63E18A08DC5}" type="presParOf" srcId="{D0C9C1C9-C101-4FF1-B9B7-10E10EEC6DFD}" destId="{BD946FEB-A849-4879-A6C1-0501684C01DC}" srcOrd="5" destOrd="0" presId="urn:microsoft.com/office/officeart/2005/8/layout/vList3"/>
    <dgm:cxn modelId="{DD79A107-DED3-4864-8B3B-EA5F4E576FD6}" type="presParOf" srcId="{D0C9C1C9-C101-4FF1-B9B7-10E10EEC6DFD}" destId="{22CB64AC-187B-47F7-A1DD-423C726FD90E}" srcOrd="6" destOrd="0" presId="urn:microsoft.com/office/officeart/2005/8/layout/vList3"/>
    <dgm:cxn modelId="{D9D6556E-ACEC-42AA-8DA3-26E5BBFAFAA8}" type="presParOf" srcId="{22CB64AC-187B-47F7-A1DD-423C726FD90E}" destId="{52F0EC45-4DEB-4164-A475-5AC5D23C3DEB}" srcOrd="0" destOrd="0" presId="urn:microsoft.com/office/officeart/2005/8/layout/vList3"/>
    <dgm:cxn modelId="{41617358-AC7B-4ACD-9F43-0E1C6CA59D7A}" type="presParOf" srcId="{22CB64AC-187B-47F7-A1DD-423C726FD90E}" destId="{4A9C1BA7-5DAE-433E-B261-346E34084AEC}" srcOrd="1" destOrd="0" presId="urn:microsoft.com/office/officeart/2005/8/layout/vList3"/>
    <dgm:cxn modelId="{B4421F92-DBA8-4759-AD15-B7F3549087D9}" type="presParOf" srcId="{D0C9C1C9-C101-4FF1-B9B7-10E10EEC6DFD}" destId="{2C00F824-BB27-4D10-AC4C-D968C61197EC}" srcOrd="7" destOrd="0" presId="urn:microsoft.com/office/officeart/2005/8/layout/vList3"/>
    <dgm:cxn modelId="{C592B37A-2CB8-4753-B56D-478AFDABACAE}" type="presParOf" srcId="{D0C9C1C9-C101-4FF1-B9B7-10E10EEC6DFD}" destId="{E2E2B542-2B1D-4138-ADDA-71C605BF72CE}" srcOrd="8" destOrd="0" presId="urn:microsoft.com/office/officeart/2005/8/layout/vList3"/>
    <dgm:cxn modelId="{C7F127E2-D968-417F-9796-3DA0B3C37293}" type="presParOf" srcId="{E2E2B542-2B1D-4138-ADDA-71C605BF72CE}" destId="{3D5F6397-BC84-4C75-93EA-8640AB730EEC}" srcOrd="0" destOrd="0" presId="urn:microsoft.com/office/officeart/2005/8/layout/vList3"/>
    <dgm:cxn modelId="{2F8416A3-06C7-425C-86E0-CF108044006D}" type="presParOf" srcId="{E2E2B542-2B1D-4138-ADDA-71C605BF72CE}" destId="{105550A9-AEAD-4797-8C14-A0076023B82E}" srcOrd="1" destOrd="0" presId="urn:microsoft.com/office/officeart/2005/8/layout/vLis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DD628C6-72B4-444D-931F-962FAE94BD7B}"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1F93B3D2-8B15-43C8-9338-55B0948D10FC}">
      <dgm:prSet/>
      <dgm:spPr/>
      <dgm:t>
        <a:bodyPr/>
        <a:lstStyle/>
        <a:p>
          <a:r>
            <a:rPr lang="ru-RU" b="0" i="0"/>
            <a:t>перші альтернативні вибори до Верховної Ради УРСР</a:t>
          </a:r>
          <a:endParaRPr lang="uk-UA"/>
        </a:p>
      </dgm:t>
    </dgm:pt>
    <dgm:pt modelId="{42FBF7D1-494D-4D8B-B1F6-1775911F675E}" type="parTrans" cxnId="{95DABFE4-92D3-4824-8E93-8B4FE114B638}">
      <dgm:prSet/>
      <dgm:spPr/>
      <dgm:t>
        <a:bodyPr/>
        <a:lstStyle/>
        <a:p>
          <a:endParaRPr lang="uk-UA"/>
        </a:p>
      </dgm:t>
    </dgm:pt>
    <dgm:pt modelId="{1442616B-1CA9-4159-B7B6-9D0C36C265C1}" type="sibTrans" cxnId="{95DABFE4-92D3-4824-8E93-8B4FE114B638}">
      <dgm:prSet/>
      <dgm:spPr/>
      <dgm:t>
        <a:bodyPr/>
        <a:lstStyle/>
        <a:p>
          <a:endParaRPr lang="uk-UA"/>
        </a:p>
      </dgm:t>
    </dgm:pt>
    <dgm:pt modelId="{6C7FCD0B-0F62-45C9-A362-BE3AA0A53180}">
      <dgm:prSet/>
      <dgm:spPr/>
      <dgm:t>
        <a:bodyPr/>
        <a:lstStyle/>
        <a:p>
          <a:r>
            <a:rPr lang="ru-RU" b="0" i="0"/>
            <a:t>спроба державного перевороту в СРСР</a:t>
          </a:r>
          <a:endParaRPr lang="uk-UA"/>
        </a:p>
      </dgm:t>
    </dgm:pt>
    <dgm:pt modelId="{230D6BF5-7E10-4777-BAA9-4941D625644C}" type="parTrans" cxnId="{FA49FB6A-3DB3-4236-9254-3425607E67AB}">
      <dgm:prSet/>
      <dgm:spPr/>
      <dgm:t>
        <a:bodyPr/>
        <a:lstStyle/>
        <a:p>
          <a:endParaRPr lang="uk-UA"/>
        </a:p>
      </dgm:t>
    </dgm:pt>
    <dgm:pt modelId="{6D3E889F-E5D2-4CFA-8C9C-6B85F5EC7047}" type="sibTrans" cxnId="{FA49FB6A-3DB3-4236-9254-3425607E67AB}">
      <dgm:prSet/>
      <dgm:spPr/>
      <dgm:t>
        <a:bodyPr/>
        <a:lstStyle/>
        <a:p>
          <a:endParaRPr lang="uk-UA"/>
        </a:p>
      </dgm:t>
    </dgm:pt>
    <dgm:pt modelId="{EDDD2EFD-D5F5-47C6-A608-F7041E89F415}">
      <dgm:prSet/>
      <dgm:spPr/>
      <dgm:t>
        <a:bodyPr/>
        <a:lstStyle/>
        <a:p>
          <a:r>
            <a:rPr lang="ru-RU" b="0" i="0"/>
            <a:t>«Революція Гідності»</a:t>
          </a:r>
          <a:endParaRPr lang="uk-UA"/>
        </a:p>
      </dgm:t>
    </dgm:pt>
    <dgm:pt modelId="{51C6E1D4-5B21-4D28-A3F5-BE626A270070}" type="parTrans" cxnId="{8E99E131-C9AE-454B-8513-9039632E0374}">
      <dgm:prSet/>
      <dgm:spPr/>
      <dgm:t>
        <a:bodyPr/>
        <a:lstStyle/>
        <a:p>
          <a:endParaRPr lang="uk-UA"/>
        </a:p>
      </dgm:t>
    </dgm:pt>
    <dgm:pt modelId="{D10B255B-427D-40FF-9E6A-2E4879E7DEFD}" type="sibTrans" cxnId="{8E99E131-C9AE-454B-8513-9039632E0374}">
      <dgm:prSet/>
      <dgm:spPr/>
      <dgm:t>
        <a:bodyPr/>
        <a:lstStyle/>
        <a:p>
          <a:endParaRPr lang="uk-UA"/>
        </a:p>
      </dgm:t>
    </dgm:pt>
    <dgm:pt modelId="{1ED36966-5BF3-4128-8450-457994C55E38}">
      <dgm:prSet/>
      <dgm:spPr/>
      <dgm:t>
        <a:bodyPr/>
        <a:lstStyle/>
        <a:p>
          <a:r>
            <a:rPr lang="ru-RU" b="0" i="0"/>
            <a:t>російська збройна агресія проти України</a:t>
          </a:r>
          <a:endParaRPr lang="uk-UA"/>
        </a:p>
      </dgm:t>
    </dgm:pt>
    <dgm:pt modelId="{DD4500CA-DDDB-4813-BEB1-BB301CF4FAA8}" type="parTrans" cxnId="{6B64B0A1-7E4D-457C-BE95-D037CDD20261}">
      <dgm:prSet/>
      <dgm:spPr/>
      <dgm:t>
        <a:bodyPr/>
        <a:lstStyle/>
        <a:p>
          <a:endParaRPr lang="uk-UA"/>
        </a:p>
      </dgm:t>
    </dgm:pt>
    <dgm:pt modelId="{6D023915-9157-4BA9-8C02-A3A250F6BE5D}" type="sibTrans" cxnId="{6B64B0A1-7E4D-457C-BE95-D037CDD20261}">
      <dgm:prSet/>
      <dgm:spPr/>
      <dgm:t>
        <a:bodyPr/>
        <a:lstStyle/>
        <a:p>
          <a:endParaRPr lang="uk-UA"/>
        </a:p>
      </dgm:t>
    </dgm:pt>
    <dgm:pt modelId="{15FA9059-7C58-4BFA-A33D-59B056E7C754}" type="pres">
      <dgm:prSet presAssocID="{0DD628C6-72B4-444D-931F-962FAE94BD7B}" presName="linearFlow" presStyleCnt="0">
        <dgm:presLayoutVars>
          <dgm:dir/>
          <dgm:resizeHandles val="exact"/>
        </dgm:presLayoutVars>
      </dgm:prSet>
      <dgm:spPr/>
    </dgm:pt>
    <dgm:pt modelId="{F02E6482-6D78-40AD-B23E-6F16588B6FEA}" type="pres">
      <dgm:prSet presAssocID="{1F93B3D2-8B15-43C8-9338-55B0948D10FC}" presName="composite" presStyleCnt="0"/>
      <dgm:spPr/>
    </dgm:pt>
    <dgm:pt modelId="{D2F7A246-DA62-4E10-A290-A96B43A6C450}" type="pres">
      <dgm:prSet presAssocID="{1F93B3D2-8B15-43C8-9338-55B0948D10FC}" presName="imgShp" presStyleLbl="fgImgPlace1" presStyleIdx="0" presStyleCnt="4"/>
      <dgm:spPr/>
    </dgm:pt>
    <dgm:pt modelId="{13289942-2FDE-4DF9-B24C-1B67473D2AD8}" type="pres">
      <dgm:prSet presAssocID="{1F93B3D2-8B15-43C8-9338-55B0948D10FC}" presName="txShp" presStyleLbl="node1" presStyleIdx="0" presStyleCnt="4">
        <dgm:presLayoutVars>
          <dgm:bulletEnabled val="1"/>
        </dgm:presLayoutVars>
      </dgm:prSet>
      <dgm:spPr/>
    </dgm:pt>
    <dgm:pt modelId="{2C053C93-09D8-446D-98C6-38F6C98088B2}" type="pres">
      <dgm:prSet presAssocID="{1442616B-1CA9-4159-B7B6-9D0C36C265C1}" presName="spacing" presStyleCnt="0"/>
      <dgm:spPr/>
    </dgm:pt>
    <dgm:pt modelId="{22C60F97-6264-4B4E-AF49-963A0FF66F4D}" type="pres">
      <dgm:prSet presAssocID="{6C7FCD0B-0F62-45C9-A362-BE3AA0A53180}" presName="composite" presStyleCnt="0"/>
      <dgm:spPr/>
    </dgm:pt>
    <dgm:pt modelId="{2BC35593-766B-43AD-AC4A-BB8D3751BFB3}" type="pres">
      <dgm:prSet presAssocID="{6C7FCD0B-0F62-45C9-A362-BE3AA0A53180}" presName="imgShp" presStyleLbl="fgImgPlace1" presStyleIdx="1" presStyleCnt="4"/>
      <dgm:spPr/>
    </dgm:pt>
    <dgm:pt modelId="{99FB3D73-8B2B-4708-AF40-8F88B75C4690}" type="pres">
      <dgm:prSet presAssocID="{6C7FCD0B-0F62-45C9-A362-BE3AA0A53180}" presName="txShp" presStyleLbl="node1" presStyleIdx="1" presStyleCnt="4">
        <dgm:presLayoutVars>
          <dgm:bulletEnabled val="1"/>
        </dgm:presLayoutVars>
      </dgm:prSet>
      <dgm:spPr/>
    </dgm:pt>
    <dgm:pt modelId="{CEE8EF19-5F33-4413-BD80-8C4D1D751F1D}" type="pres">
      <dgm:prSet presAssocID="{6D3E889F-E5D2-4CFA-8C9C-6B85F5EC7047}" presName="spacing" presStyleCnt="0"/>
      <dgm:spPr/>
    </dgm:pt>
    <dgm:pt modelId="{7D0C1E48-3A05-43C5-950A-03EC1EFA4B47}" type="pres">
      <dgm:prSet presAssocID="{EDDD2EFD-D5F5-47C6-A608-F7041E89F415}" presName="composite" presStyleCnt="0"/>
      <dgm:spPr/>
    </dgm:pt>
    <dgm:pt modelId="{EAA00FCD-109C-4EC7-81E7-B8B890431E5A}" type="pres">
      <dgm:prSet presAssocID="{EDDD2EFD-D5F5-47C6-A608-F7041E89F415}" presName="imgShp" presStyleLbl="fgImgPlace1" presStyleIdx="2" presStyleCnt="4"/>
      <dgm:spPr/>
    </dgm:pt>
    <dgm:pt modelId="{45FD837F-EE68-412B-840D-BF284E663EDF}" type="pres">
      <dgm:prSet presAssocID="{EDDD2EFD-D5F5-47C6-A608-F7041E89F415}" presName="txShp" presStyleLbl="node1" presStyleIdx="2" presStyleCnt="4">
        <dgm:presLayoutVars>
          <dgm:bulletEnabled val="1"/>
        </dgm:presLayoutVars>
      </dgm:prSet>
      <dgm:spPr/>
    </dgm:pt>
    <dgm:pt modelId="{EC5AE9A9-15E8-4CF1-9A50-0823BAA4B11E}" type="pres">
      <dgm:prSet presAssocID="{D10B255B-427D-40FF-9E6A-2E4879E7DEFD}" presName="spacing" presStyleCnt="0"/>
      <dgm:spPr/>
    </dgm:pt>
    <dgm:pt modelId="{BB0957D1-F1F1-4CD2-B9A2-4CB8205D9D42}" type="pres">
      <dgm:prSet presAssocID="{1ED36966-5BF3-4128-8450-457994C55E38}" presName="composite" presStyleCnt="0"/>
      <dgm:spPr/>
    </dgm:pt>
    <dgm:pt modelId="{496410B3-F42E-42E0-BD31-C85356214A05}" type="pres">
      <dgm:prSet presAssocID="{1ED36966-5BF3-4128-8450-457994C55E38}" presName="imgShp" presStyleLbl="fgImgPlace1" presStyleIdx="3" presStyleCnt="4"/>
      <dgm:spPr/>
    </dgm:pt>
    <dgm:pt modelId="{95CCF04C-65E8-456D-AED0-57DA51ADF1C1}" type="pres">
      <dgm:prSet presAssocID="{1ED36966-5BF3-4128-8450-457994C55E38}" presName="txShp" presStyleLbl="node1" presStyleIdx="3" presStyleCnt="4">
        <dgm:presLayoutVars>
          <dgm:bulletEnabled val="1"/>
        </dgm:presLayoutVars>
      </dgm:prSet>
      <dgm:spPr/>
    </dgm:pt>
  </dgm:ptLst>
  <dgm:cxnLst>
    <dgm:cxn modelId="{8E99E131-C9AE-454B-8513-9039632E0374}" srcId="{0DD628C6-72B4-444D-931F-962FAE94BD7B}" destId="{EDDD2EFD-D5F5-47C6-A608-F7041E89F415}" srcOrd="2" destOrd="0" parTransId="{51C6E1D4-5B21-4D28-A3F5-BE626A270070}" sibTransId="{D10B255B-427D-40FF-9E6A-2E4879E7DEFD}"/>
    <dgm:cxn modelId="{7B00C542-A245-49B7-9386-4F1CB754C28E}" type="presOf" srcId="{1F93B3D2-8B15-43C8-9338-55B0948D10FC}" destId="{13289942-2FDE-4DF9-B24C-1B67473D2AD8}" srcOrd="0" destOrd="0" presId="urn:microsoft.com/office/officeart/2005/8/layout/vList3"/>
    <dgm:cxn modelId="{FA49FB6A-3DB3-4236-9254-3425607E67AB}" srcId="{0DD628C6-72B4-444D-931F-962FAE94BD7B}" destId="{6C7FCD0B-0F62-45C9-A362-BE3AA0A53180}" srcOrd="1" destOrd="0" parTransId="{230D6BF5-7E10-4777-BAA9-4941D625644C}" sibTransId="{6D3E889F-E5D2-4CFA-8C9C-6B85F5EC7047}"/>
    <dgm:cxn modelId="{3222BB85-E93C-4780-AF9E-A8BA326AA62F}" type="presOf" srcId="{EDDD2EFD-D5F5-47C6-A608-F7041E89F415}" destId="{45FD837F-EE68-412B-840D-BF284E663EDF}" srcOrd="0" destOrd="0" presId="urn:microsoft.com/office/officeart/2005/8/layout/vList3"/>
    <dgm:cxn modelId="{6B64B0A1-7E4D-457C-BE95-D037CDD20261}" srcId="{0DD628C6-72B4-444D-931F-962FAE94BD7B}" destId="{1ED36966-5BF3-4128-8450-457994C55E38}" srcOrd="3" destOrd="0" parTransId="{DD4500CA-DDDB-4813-BEB1-BB301CF4FAA8}" sibTransId="{6D023915-9157-4BA9-8C02-A3A250F6BE5D}"/>
    <dgm:cxn modelId="{1888EAAD-7140-499C-9874-8EFFA120DBE7}" type="presOf" srcId="{6C7FCD0B-0F62-45C9-A362-BE3AA0A53180}" destId="{99FB3D73-8B2B-4708-AF40-8F88B75C4690}" srcOrd="0" destOrd="0" presId="urn:microsoft.com/office/officeart/2005/8/layout/vList3"/>
    <dgm:cxn modelId="{41B8B5D0-4380-44BE-B17C-3AB247A470BD}" type="presOf" srcId="{0DD628C6-72B4-444D-931F-962FAE94BD7B}" destId="{15FA9059-7C58-4BFA-A33D-59B056E7C754}" srcOrd="0" destOrd="0" presId="urn:microsoft.com/office/officeart/2005/8/layout/vList3"/>
    <dgm:cxn modelId="{8FCD00D8-A59D-4B8F-8E16-2503CFE2A53E}" type="presOf" srcId="{1ED36966-5BF3-4128-8450-457994C55E38}" destId="{95CCF04C-65E8-456D-AED0-57DA51ADF1C1}" srcOrd="0" destOrd="0" presId="urn:microsoft.com/office/officeart/2005/8/layout/vList3"/>
    <dgm:cxn modelId="{95DABFE4-92D3-4824-8E93-8B4FE114B638}" srcId="{0DD628C6-72B4-444D-931F-962FAE94BD7B}" destId="{1F93B3D2-8B15-43C8-9338-55B0948D10FC}" srcOrd="0" destOrd="0" parTransId="{42FBF7D1-494D-4D8B-B1F6-1775911F675E}" sibTransId="{1442616B-1CA9-4159-B7B6-9D0C36C265C1}"/>
    <dgm:cxn modelId="{EFF45E9E-4CE4-4BB6-8B1E-BBC60390577A}" type="presParOf" srcId="{15FA9059-7C58-4BFA-A33D-59B056E7C754}" destId="{F02E6482-6D78-40AD-B23E-6F16588B6FEA}" srcOrd="0" destOrd="0" presId="urn:microsoft.com/office/officeart/2005/8/layout/vList3"/>
    <dgm:cxn modelId="{CC54AACB-0421-49AB-8504-3C4771C7781F}" type="presParOf" srcId="{F02E6482-6D78-40AD-B23E-6F16588B6FEA}" destId="{D2F7A246-DA62-4E10-A290-A96B43A6C450}" srcOrd="0" destOrd="0" presId="urn:microsoft.com/office/officeart/2005/8/layout/vList3"/>
    <dgm:cxn modelId="{76D40542-D600-40E7-9B37-73507BFE560C}" type="presParOf" srcId="{F02E6482-6D78-40AD-B23E-6F16588B6FEA}" destId="{13289942-2FDE-4DF9-B24C-1B67473D2AD8}" srcOrd="1" destOrd="0" presId="urn:microsoft.com/office/officeart/2005/8/layout/vList3"/>
    <dgm:cxn modelId="{B5481B31-FC4A-4B2F-A2F0-2DBC127B4FD5}" type="presParOf" srcId="{15FA9059-7C58-4BFA-A33D-59B056E7C754}" destId="{2C053C93-09D8-446D-98C6-38F6C98088B2}" srcOrd="1" destOrd="0" presId="urn:microsoft.com/office/officeart/2005/8/layout/vList3"/>
    <dgm:cxn modelId="{160607D9-9CE6-4A6B-884C-330631E8CF64}" type="presParOf" srcId="{15FA9059-7C58-4BFA-A33D-59B056E7C754}" destId="{22C60F97-6264-4B4E-AF49-963A0FF66F4D}" srcOrd="2" destOrd="0" presId="urn:microsoft.com/office/officeart/2005/8/layout/vList3"/>
    <dgm:cxn modelId="{605113F3-2723-44BF-BAE8-CD005444D6E8}" type="presParOf" srcId="{22C60F97-6264-4B4E-AF49-963A0FF66F4D}" destId="{2BC35593-766B-43AD-AC4A-BB8D3751BFB3}" srcOrd="0" destOrd="0" presId="urn:microsoft.com/office/officeart/2005/8/layout/vList3"/>
    <dgm:cxn modelId="{D32F626F-A4E6-417E-9F45-DCB879FE902D}" type="presParOf" srcId="{22C60F97-6264-4B4E-AF49-963A0FF66F4D}" destId="{99FB3D73-8B2B-4708-AF40-8F88B75C4690}" srcOrd="1" destOrd="0" presId="urn:microsoft.com/office/officeart/2005/8/layout/vList3"/>
    <dgm:cxn modelId="{CDC860E0-9E2E-4222-BB24-C91C5B95C7E9}" type="presParOf" srcId="{15FA9059-7C58-4BFA-A33D-59B056E7C754}" destId="{CEE8EF19-5F33-4413-BD80-8C4D1D751F1D}" srcOrd="3" destOrd="0" presId="urn:microsoft.com/office/officeart/2005/8/layout/vList3"/>
    <dgm:cxn modelId="{2F17881B-FB6C-4661-AE74-4E80E3BF4677}" type="presParOf" srcId="{15FA9059-7C58-4BFA-A33D-59B056E7C754}" destId="{7D0C1E48-3A05-43C5-950A-03EC1EFA4B47}" srcOrd="4" destOrd="0" presId="urn:microsoft.com/office/officeart/2005/8/layout/vList3"/>
    <dgm:cxn modelId="{9A832CB2-56A8-4FFA-A994-1CEEFFF5015C}" type="presParOf" srcId="{7D0C1E48-3A05-43C5-950A-03EC1EFA4B47}" destId="{EAA00FCD-109C-4EC7-81E7-B8B890431E5A}" srcOrd="0" destOrd="0" presId="urn:microsoft.com/office/officeart/2005/8/layout/vList3"/>
    <dgm:cxn modelId="{CF52B0DD-10A6-47D2-B475-D6F658A7E5DC}" type="presParOf" srcId="{7D0C1E48-3A05-43C5-950A-03EC1EFA4B47}" destId="{45FD837F-EE68-412B-840D-BF284E663EDF}" srcOrd="1" destOrd="0" presId="urn:microsoft.com/office/officeart/2005/8/layout/vList3"/>
    <dgm:cxn modelId="{5564E2D6-CB3D-4BFB-9036-E56E04089C8B}" type="presParOf" srcId="{15FA9059-7C58-4BFA-A33D-59B056E7C754}" destId="{EC5AE9A9-15E8-4CF1-9A50-0823BAA4B11E}" srcOrd="5" destOrd="0" presId="urn:microsoft.com/office/officeart/2005/8/layout/vList3"/>
    <dgm:cxn modelId="{51F0AB38-694B-43C8-BA9B-B6212B82E517}" type="presParOf" srcId="{15FA9059-7C58-4BFA-A33D-59B056E7C754}" destId="{BB0957D1-F1F1-4CD2-B9A2-4CB8205D9D42}" srcOrd="6" destOrd="0" presId="urn:microsoft.com/office/officeart/2005/8/layout/vList3"/>
    <dgm:cxn modelId="{ADA2EEAB-F399-4365-A7DA-C5D41B86466C}" type="presParOf" srcId="{BB0957D1-F1F1-4CD2-B9A2-4CB8205D9D42}" destId="{496410B3-F42E-42E0-BD31-C85356214A05}" srcOrd="0" destOrd="0" presId="urn:microsoft.com/office/officeart/2005/8/layout/vList3"/>
    <dgm:cxn modelId="{445BDB8B-8ACC-4385-BB58-4EE109D41B9E}" type="presParOf" srcId="{BB0957D1-F1F1-4CD2-B9A2-4CB8205D9D42}" destId="{95CCF04C-65E8-456D-AED0-57DA51ADF1C1}"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FEE9412-B477-4989-9C9D-0E9EB1D12AB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uk-UA"/>
        </a:p>
      </dgm:t>
    </dgm:pt>
    <dgm:pt modelId="{A6DFA9B0-53CD-4B6D-A080-45A213780B76}">
      <dgm:prSet/>
      <dgm:spPr/>
      <dgm:t>
        <a:bodyPr/>
        <a:lstStyle/>
        <a:p>
          <a:r>
            <a:rPr lang="uk-UA" b="0" i="0"/>
            <a:t>укладення Мінських угод</a:t>
          </a:r>
          <a:endParaRPr lang="uk-UA"/>
        </a:p>
      </dgm:t>
    </dgm:pt>
    <dgm:pt modelId="{EBCAB574-07F1-41F6-AA45-3ACEAB82392C}" type="parTrans" cxnId="{9DB7D65B-3648-4884-8572-8210F57E35AD}">
      <dgm:prSet/>
      <dgm:spPr/>
      <dgm:t>
        <a:bodyPr/>
        <a:lstStyle/>
        <a:p>
          <a:endParaRPr lang="uk-UA"/>
        </a:p>
      </dgm:t>
    </dgm:pt>
    <dgm:pt modelId="{0E81FD53-2EE5-418F-933C-2D6EC2C68EE0}" type="sibTrans" cxnId="{9DB7D65B-3648-4884-8572-8210F57E35AD}">
      <dgm:prSet/>
      <dgm:spPr/>
      <dgm:t>
        <a:bodyPr/>
        <a:lstStyle/>
        <a:p>
          <a:endParaRPr lang="uk-UA"/>
        </a:p>
      </dgm:t>
    </dgm:pt>
    <dgm:pt modelId="{26821160-B8DC-431C-B10C-13F4379AA419}">
      <dgm:prSet/>
      <dgm:spPr/>
      <dgm:t>
        <a:bodyPr/>
        <a:lstStyle/>
        <a:p>
          <a:r>
            <a:rPr lang="uk-UA" b="0" i="0"/>
            <a:t>ухвалення Верховною Радою УРСР Акта проголошення незалежності України</a:t>
          </a:r>
          <a:endParaRPr lang="uk-UA"/>
        </a:p>
      </dgm:t>
    </dgm:pt>
    <dgm:pt modelId="{E719445D-F49B-49B2-ABD9-D62A18D3EB4C}" type="parTrans" cxnId="{1EDC94C2-6891-46C5-9A67-3122441C3ACA}">
      <dgm:prSet/>
      <dgm:spPr/>
      <dgm:t>
        <a:bodyPr/>
        <a:lstStyle/>
        <a:p>
          <a:endParaRPr lang="uk-UA"/>
        </a:p>
      </dgm:t>
    </dgm:pt>
    <dgm:pt modelId="{DBF91A53-7AB3-498C-8ECA-48561BFD1F06}" type="sibTrans" cxnId="{1EDC94C2-6891-46C5-9A67-3122441C3ACA}">
      <dgm:prSet/>
      <dgm:spPr/>
      <dgm:t>
        <a:bodyPr/>
        <a:lstStyle/>
        <a:p>
          <a:endParaRPr lang="uk-UA"/>
        </a:p>
      </dgm:t>
    </dgm:pt>
    <dgm:pt modelId="{55FC27C9-74FE-4047-971B-1C2231907BF1}">
      <dgm:prSet/>
      <dgm:spPr/>
      <dgm:t>
        <a:bodyPr/>
        <a:lstStyle/>
        <a:p>
          <a:r>
            <a:rPr lang="uk-UA" b="0" i="0"/>
            <a:t>підписання Україною Угоди про асоціацію з Європейським Союзом (ЄС)</a:t>
          </a:r>
          <a:endParaRPr lang="uk-UA"/>
        </a:p>
      </dgm:t>
    </dgm:pt>
    <dgm:pt modelId="{68E757E9-3DA6-488F-A8CE-414EB0E58DEF}" type="parTrans" cxnId="{9D143CFA-BD0B-48FE-B968-E996C9318CF6}">
      <dgm:prSet/>
      <dgm:spPr/>
      <dgm:t>
        <a:bodyPr/>
        <a:lstStyle/>
        <a:p>
          <a:endParaRPr lang="uk-UA"/>
        </a:p>
      </dgm:t>
    </dgm:pt>
    <dgm:pt modelId="{BCA559EC-86AB-44E0-A4EE-F21C163F6C52}" type="sibTrans" cxnId="{9D143CFA-BD0B-48FE-B968-E996C9318CF6}">
      <dgm:prSet/>
      <dgm:spPr/>
      <dgm:t>
        <a:bodyPr/>
        <a:lstStyle/>
        <a:p>
          <a:endParaRPr lang="uk-UA"/>
        </a:p>
      </dgm:t>
    </dgm:pt>
    <dgm:pt modelId="{C009DF1A-0D63-4037-AF70-D459C4DAF0F8}">
      <dgm:prSet/>
      <dgm:spPr/>
      <dgm:t>
        <a:bodyPr/>
        <a:lstStyle/>
        <a:p>
          <a:r>
            <a:rPr lang="uk-UA" b="0" i="0"/>
            <a:t>ухвалення Верховною Радою УРСР Декларації про державний суверенітет України</a:t>
          </a:r>
          <a:endParaRPr lang="uk-UA"/>
        </a:p>
      </dgm:t>
    </dgm:pt>
    <dgm:pt modelId="{61C7E66D-8851-4385-BF40-3EA0A6BDAA0F}" type="parTrans" cxnId="{77159E52-5B0F-47E7-89F0-670DDEBE1189}">
      <dgm:prSet/>
      <dgm:spPr/>
      <dgm:t>
        <a:bodyPr/>
        <a:lstStyle/>
        <a:p>
          <a:endParaRPr lang="uk-UA"/>
        </a:p>
      </dgm:t>
    </dgm:pt>
    <dgm:pt modelId="{51D9AE19-F5DA-4E2E-A8EF-129E656A8B4F}" type="sibTrans" cxnId="{77159E52-5B0F-47E7-89F0-670DDEBE1189}">
      <dgm:prSet/>
      <dgm:spPr/>
      <dgm:t>
        <a:bodyPr/>
        <a:lstStyle/>
        <a:p>
          <a:endParaRPr lang="uk-UA"/>
        </a:p>
      </dgm:t>
    </dgm:pt>
    <dgm:pt modelId="{951696CF-D67E-4BF4-BC9D-B0AB5CB0D95B}">
      <dgm:prSet/>
      <dgm:spPr/>
      <dgm:t>
        <a:bodyPr/>
        <a:lstStyle/>
        <a:p>
          <a:r>
            <a:rPr lang="uk-UA" b="0" i="0"/>
            <a:t>створення Меджлісу кримськотатарського народу</a:t>
          </a:r>
          <a:endParaRPr lang="uk-UA"/>
        </a:p>
      </dgm:t>
    </dgm:pt>
    <dgm:pt modelId="{887F59CD-0E9C-4E20-8086-7473B0045B76}" type="parTrans" cxnId="{2E3FDE29-B651-4F75-9376-4F4E77CD184C}">
      <dgm:prSet/>
      <dgm:spPr/>
      <dgm:t>
        <a:bodyPr/>
        <a:lstStyle/>
        <a:p>
          <a:endParaRPr lang="uk-UA"/>
        </a:p>
      </dgm:t>
    </dgm:pt>
    <dgm:pt modelId="{68FBC086-2F53-406C-A6C5-9BE7AD8294AF}" type="sibTrans" cxnId="{2E3FDE29-B651-4F75-9376-4F4E77CD184C}">
      <dgm:prSet/>
      <dgm:spPr/>
      <dgm:t>
        <a:bodyPr/>
        <a:lstStyle/>
        <a:p>
          <a:endParaRPr lang="uk-UA"/>
        </a:p>
      </dgm:t>
    </dgm:pt>
    <dgm:pt modelId="{11883D4A-CB6A-4129-AAB8-AE0BFC4AA874}" type="pres">
      <dgm:prSet presAssocID="{FFEE9412-B477-4989-9C9D-0E9EB1D12ABC}" presName="linear" presStyleCnt="0">
        <dgm:presLayoutVars>
          <dgm:animLvl val="lvl"/>
          <dgm:resizeHandles val="exact"/>
        </dgm:presLayoutVars>
      </dgm:prSet>
      <dgm:spPr/>
    </dgm:pt>
    <dgm:pt modelId="{297C06BC-003D-4E05-944C-E0BCD9B0B204}" type="pres">
      <dgm:prSet presAssocID="{A6DFA9B0-53CD-4B6D-A080-45A213780B76}" presName="parentText" presStyleLbl="node1" presStyleIdx="0" presStyleCnt="5">
        <dgm:presLayoutVars>
          <dgm:chMax val="0"/>
          <dgm:bulletEnabled val="1"/>
        </dgm:presLayoutVars>
      </dgm:prSet>
      <dgm:spPr/>
    </dgm:pt>
    <dgm:pt modelId="{3A1089E8-02C5-4F7E-AFA3-1DF30101417D}" type="pres">
      <dgm:prSet presAssocID="{0E81FD53-2EE5-418F-933C-2D6EC2C68EE0}" presName="spacer" presStyleCnt="0"/>
      <dgm:spPr/>
    </dgm:pt>
    <dgm:pt modelId="{7671C53E-5E97-4F9A-A999-BDAD6CFA6D02}" type="pres">
      <dgm:prSet presAssocID="{26821160-B8DC-431C-B10C-13F4379AA419}" presName="parentText" presStyleLbl="node1" presStyleIdx="1" presStyleCnt="5">
        <dgm:presLayoutVars>
          <dgm:chMax val="0"/>
          <dgm:bulletEnabled val="1"/>
        </dgm:presLayoutVars>
      </dgm:prSet>
      <dgm:spPr/>
    </dgm:pt>
    <dgm:pt modelId="{6735915F-B302-4787-AC4A-C7FD8F6EF749}" type="pres">
      <dgm:prSet presAssocID="{DBF91A53-7AB3-498C-8ECA-48561BFD1F06}" presName="spacer" presStyleCnt="0"/>
      <dgm:spPr/>
    </dgm:pt>
    <dgm:pt modelId="{E0833EFD-9321-439E-90D8-D233EFC808AE}" type="pres">
      <dgm:prSet presAssocID="{55FC27C9-74FE-4047-971B-1C2231907BF1}" presName="parentText" presStyleLbl="node1" presStyleIdx="2" presStyleCnt="5">
        <dgm:presLayoutVars>
          <dgm:chMax val="0"/>
          <dgm:bulletEnabled val="1"/>
        </dgm:presLayoutVars>
      </dgm:prSet>
      <dgm:spPr/>
    </dgm:pt>
    <dgm:pt modelId="{355487E5-3DC9-482E-BE65-E4C636BB9801}" type="pres">
      <dgm:prSet presAssocID="{BCA559EC-86AB-44E0-A4EE-F21C163F6C52}" presName="spacer" presStyleCnt="0"/>
      <dgm:spPr/>
    </dgm:pt>
    <dgm:pt modelId="{1AA1DC99-56CB-41D1-8E6D-C64C5CFABFDE}" type="pres">
      <dgm:prSet presAssocID="{C009DF1A-0D63-4037-AF70-D459C4DAF0F8}" presName="parentText" presStyleLbl="node1" presStyleIdx="3" presStyleCnt="5">
        <dgm:presLayoutVars>
          <dgm:chMax val="0"/>
          <dgm:bulletEnabled val="1"/>
        </dgm:presLayoutVars>
      </dgm:prSet>
      <dgm:spPr/>
    </dgm:pt>
    <dgm:pt modelId="{FAC80289-E09A-4EAF-B1B5-669AEFD51DF9}" type="pres">
      <dgm:prSet presAssocID="{51D9AE19-F5DA-4E2E-A8EF-129E656A8B4F}" presName="spacer" presStyleCnt="0"/>
      <dgm:spPr/>
    </dgm:pt>
    <dgm:pt modelId="{7F2082F8-0891-465E-BFB3-4BBA3A2219C5}" type="pres">
      <dgm:prSet presAssocID="{951696CF-D67E-4BF4-BC9D-B0AB5CB0D95B}" presName="parentText" presStyleLbl="node1" presStyleIdx="4" presStyleCnt="5">
        <dgm:presLayoutVars>
          <dgm:chMax val="0"/>
          <dgm:bulletEnabled val="1"/>
        </dgm:presLayoutVars>
      </dgm:prSet>
      <dgm:spPr/>
    </dgm:pt>
  </dgm:ptLst>
  <dgm:cxnLst>
    <dgm:cxn modelId="{09B62F25-0B97-4491-A758-23E696E732C5}" type="presOf" srcId="{A6DFA9B0-53CD-4B6D-A080-45A213780B76}" destId="{297C06BC-003D-4E05-944C-E0BCD9B0B204}" srcOrd="0" destOrd="0" presId="urn:microsoft.com/office/officeart/2005/8/layout/vList2"/>
    <dgm:cxn modelId="{2E3FDE29-B651-4F75-9376-4F4E77CD184C}" srcId="{FFEE9412-B477-4989-9C9D-0E9EB1D12ABC}" destId="{951696CF-D67E-4BF4-BC9D-B0AB5CB0D95B}" srcOrd="4" destOrd="0" parTransId="{887F59CD-0E9C-4E20-8086-7473B0045B76}" sibTransId="{68FBC086-2F53-406C-A6C5-9BE7AD8294AF}"/>
    <dgm:cxn modelId="{E2CBFE29-21C2-4EA7-A128-C62827AF889B}" type="presOf" srcId="{FFEE9412-B477-4989-9C9D-0E9EB1D12ABC}" destId="{11883D4A-CB6A-4129-AAB8-AE0BFC4AA874}" srcOrd="0" destOrd="0" presId="urn:microsoft.com/office/officeart/2005/8/layout/vList2"/>
    <dgm:cxn modelId="{9DB7D65B-3648-4884-8572-8210F57E35AD}" srcId="{FFEE9412-B477-4989-9C9D-0E9EB1D12ABC}" destId="{A6DFA9B0-53CD-4B6D-A080-45A213780B76}" srcOrd="0" destOrd="0" parTransId="{EBCAB574-07F1-41F6-AA45-3ACEAB82392C}" sibTransId="{0E81FD53-2EE5-418F-933C-2D6EC2C68EE0}"/>
    <dgm:cxn modelId="{61754E5F-7C11-48EC-AA35-A8EE47EAF6F3}" type="presOf" srcId="{C009DF1A-0D63-4037-AF70-D459C4DAF0F8}" destId="{1AA1DC99-56CB-41D1-8E6D-C64C5CFABFDE}" srcOrd="0" destOrd="0" presId="urn:microsoft.com/office/officeart/2005/8/layout/vList2"/>
    <dgm:cxn modelId="{CD6B5241-57AF-4352-B411-535C530548D0}" type="presOf" srcId="{55FC27C9-74FE-4047-971B-1C2231907BF1}" destId="{E0833EFD-9321-439E-90D8-D233EFC808AE}" srcOrd="0" destOrd="0" presId="urn:microsoft.com/office/officeart/2005/8/layout/vList2"/>
    <dgm:cxn modelId="{77159E52-5B0F-47E7-89F0-670DDEBE1189}" srcId="{FFEE9412-B477-4989-9C9D-0E9EB1D12ABC}" destId="{C009DF1A-0D63-4037-AF70-D459C4DAF0F8}" srcOrd="3" destOrd="0" parTransId="{61C7E66D-8851-4385-BF40-3EA0A6BDAA0F}" sibTransId="{51D9AE19-F5DA-4E2E-A8EF-129E656A8B4F}"/>
    <dgm:cxn modelId="{7440677E-7379-4961-B0A2-9A152A9D50AC}" type="presOf" srcId="{26821160-B8DC-431C-B10C-13F4379AA419}" destId="{7671C53E-5E97-4F9A-A999-BDAD6CFA6D02}" srcOrd="0" destOrd="0" presId="urn:microsoft.com/office/officeart/2005/8/layout/vList2"/>
    <dgm:cxn modelId="{1EDC94C2-6891-46C5-9A67-3122441C3ACA}" srcId="{FFEE9412-B477-4989-9C9D-0E9EB1D12ABC}" destId="{26821160-B8DC-431C-B10C-13F4379AA419}" srcOrd="1" destOrd="0" parTransId="{E719445D-F49B-49B2-ABD9-D62A18D3EB4C}" sibTransId="{DBF91A53-7AB3-498C-8ECA-48561BFD1F06}"/>
    <dgm:cxn modelId="{6D9F37CD-10F1-46F0-8485-0CC06AE311F5}" type="presOf" srcId="{951696CF-D67E-4BF4-BC9D-B0AB5CB0D95B}" destId="{7F2082F8-0891-465E-BFB3-4BBA3A2219C5}" srcOrd="0" destOrd="0" presId="urn:microsoft.com/office/officeart/2005/8/layout/vList2"/>
    <dgm:cxn modelId="{9D143CFA-BD0B-48FE-B968-E996C9318CF6}" srcId="{FFEE9412-B477-4989-9C9D-0E9EB1D12ABC}" destId="{55FC27C9-74FE-4047-971B-1C2231907BF1}" srcOrd="2" destOrd="0" parTransId="{68E757E9-3DA6-488F-A8CE-414EB0E58DEF}" sibTransId="{BCA559EC-86AB-44E0-A4EE-F21C163F6C52}"/>
    <dgm:cxn modelId="{6CE91777-31E0-46F4-978B-B8BD51719AD5}" type="presParOf" srcId="{11883D4A-CB6A-4129-AAB8-AE0BFC4AA874}" destId="{297C06BC-003D-4E05-944C-E0BCD9B0B204}" srcOrd="0" destOrd="0" presId="urn:microsoft.com/office/officeart/2005/8/layout/vList2"/>
    <dgm:cxn modelId="{3B1B0D4D-5570-44E7-BE02-E2F73989FAE2}" type="presParOf" srcId="{11883D4A-CB6A-4129-AAB8-AE0BFC4AA874}" destId="{3A1089E8-02C5-4F7E-AFA3-1DF30101417D}" srcOrd="1" destOrd="0" presId="urn:microsoft.com/office/officeart/2005/8/layout/vList2"/>
    <dgm:cxn modelId="{078A9447-3262-469E-9474-2CAB6E054E2D}" type="presParOf" srcId="{11883D4A-CB6A-4129-AAB8-AE0BFC4AA874}" destId="{7671C53E-5E97-4F9A-A999-BDAD6CFA6D02}" srcOrd="2" destOrd="0" presId="urn:microsoft.com/office/officeart/2005/8/layout/vList2"/>
    <dgm:cxn modelId="{BD3DDAB0-BA5D-4E50-AB15-56E06846BCE2}" type="presParOf" srcId="{11883D4A-CB6A-4129-AAB8-AE0BFC4AA874}" destId="{6735915F-B302-4787-AC4A-C7FD8F6EF749}" srcOrd="3" destOrd="0" presId="urn:microsoft.com/office/officeart/2005/8/layout/vList2"/>
    <dgm:cxn modelId="{7310125E-F37C-4E61-B957-F305717F6930}" type="presParOf" srcId="{11883D4A-CB6A-4129-AAB8-AE0BFC4AA874}" destId="{E0833EFD-9321-439E-90D8-D233EFC808AE}" srcOrd="4" destOrd="0" presId="urn:microsoft.com/office/officeart/2005/8/layout/vList2"/>
    <dgm:cxn modelId="{9CAA2A9E-4BD6-4345-A94B-2FF7E59676A2}" type="presParOf" srcId="{11883D4A-CB6A-4129-AAB8-AE0BFC4AA874}" destId="{355487E5-3DC9-482E-BE65-E4C636BB9801}" srcOrd="5" destOrd="0" presId="urn:microsoft.com/office/officeart/2005/8/layout/vList2"/>
    <dgm:cxn modelId="{D4A22A5B-C97A-4DCC-8048-DD46B15B0D3C}" type="presParOf" srcId="{11883D4A-CB6A-4129-AAB8-AE0BFC4AA874}" destId="{1AA1DC99-56CB-41D1-8E6D-C64C5CFABFDE}" srcOrd="6" destOrd="0" presId="urn:microsoft.com/office/officeart/2005/8/layout/vList2"/>
    <dgm:cxn modelId="{743C463B-859E-45A5-8446-FB1513866012}" type="presParOf" srcId="{11883D4A-CB6A-4129-AAB8-AE0BFC4AA874}" destId="{FAC80289-E09A-4EAF-B1B5-669AEFD51DF9}" srcOrd="7" destOrd="0" presId="urn:microsoft.com/office/officeart/2005/8/layout/vList2"/>
    <dgm:cxn modelId="{39DC84B1-DEC6-48B2-A3DF-BCB77EAC8941}" type="presParOf" srcId="{11883D4A-CB6A-4129-AAB8-AE0BFC4AA874}" destId="{7F2082F8-0891-465E-BFB3-4BBA3A2219C5}" srcOrd="8"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1836F834-A87E-437D-8F15-A463887AE466}"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A60F4D29-BE5B-49C1-8B82-EA1C72D34F94}">
      <dgm:prSet/>
      <dgm:spPr/>
      <dgm:t>
        <a:bodyPr/>
        <a:lstStyle/>
        <a:p>
          <a:r>
            <a:rPr lang="uk-UA" b="0" i="0"/>
            <a:t>1991 р.</a:t>
          </a:r>
          <a:endParaRPr lang="uk-UA"/>
        </a:p>
      </dgm:t>
    </dgm:pt>
    <dgm:pt modelId="{170524DB-B5D7-4D31-847D-8CFBE337D54E}" type="parTrans" cxnId="{2FFF2E33-944A-4FBB-909A-9CAF88CD1173}">
      <dgm:prSet/>
      <dgm:spPr/>
      <dgm:t>
        <a:bodyPr/>
        <a:lstStyle/>
        <a:p>
          <a:endParaRPr lang="uk-UA"/>
        </a:p>
      </dgm:t>
    </dgm:pt>
    <dgm:pt modelId="{D6B0169C-C883-47F4-8B34-DB68B3386E56}" type="sibTrans" cxnId="{2FFF2E33-944A-4FBB-909A-9CAF88CD1173}">
      <dgm:prSet/>
      <dgm:spPr/>
      <dgm:t>
        <a:bodyPr/>
        <a:lstStyle/>
        <a:p>
          <a:endParaRPr lang="uk-UA"/>
        </a:p>
      </dgm:t>
    </dgm:pt>
    <dgm:pt modelId="{200673EB-B728-4041-9BAE-EF99344876EE}">
      <dgm:prSet/>
      <dgm:spPr/>
      <dgm:t>
        <a:bodyPr/>
        <a:lstStyle/>
        <a:p>
          <a:r>
            <a:rPr lang="uk-UA" b="0" i="0"/>
            <a:t>1995 р.</a:t>
          </a:r>
          <a:endParaRPr lang="uk-UA"/>
        </a:p>
      </dgm:t>
    </dgm:pt>
    <dgm:pt modelId="{44B6A89C-1247-40A1-83DF-9ECBEEFB878D}" type="parTrans" cxnId="{772BC6FB-FB9C-4614-9757-73105F265F87}">
      <dgm:prSet/>
      <dgm:spPr/>
      <dgm:t>
        <a:bodyPr/>
        <a:lstStyle/>
        <a:p>
          <a:endParaRPr lang="uk-UA"/>
        </a:p>
      </dgm:t>
    </dgm:pt>
    <dgm:pt modelId="{0B35A5BE-7824-4E26-BDD6-3DDAC47224BD}" type="sibTrans" cxnId="{772BC6FB-FB9C-4614-9757-73105F265F87}">
      <dgm:prSet/>
      <dgm:spPr/>
      <dgm:t>
        <a:bodyPr/>
        <a:lstStyle/>
        <a:p>
          <a:endParaRPr lang="uk-UA"/>
        </a:p>
      </dgm:t>
    </dgm:pt>
    <dgm:pt modelId="{FE1A2719-EFE6-44E1-AD87-7A166B3AE007}">
      <dgm:prSet/>
      <dgm:spPr/>
      <dgm:t>
        <a:bodyPr/>
        <a:lstStyle/>
        <a:p>
          <a:r>
            <a:rPr lang="uk-UA" b="0" i="0"/>
            <a:t>1996 р.</a:t>
          </a:r>
          <a:endParaRPr lang="uk-UA"/>
        </a:p>
      </dgm:t>
    </dgm:pt>
    <dgm:pt modelId="{AC86DE50-6869-462C-AF71-AFF28D95A122}" type="parTrans" cxnId="{B3F5C7B9-DF2E-4F3A-82D5-225C9F25875E}">
      <dgm:prSet/>
      <dgm:spPr/>
      <dgm:t>
        <a:bodyPr/>
        <a:lstStyle/>
        <a:p>
          <a:endParaRPr lang="uk-UA"/>
        </a:p>
      </dgm:t>
    </dgm:pt>
    <dgm:pt modelId="{8E38E7F2-380F-464F-9F58-A332FA2AC756}" type="sibTrans" cxnId="{B3F5C7B9-DF2E-4F3A-82D5-225C9F25875E}">
      <dgm:prSet/>
      <dgm:spPr/>
      <dgm:t>
        <a:bodyPr/>
        <a:lstStyle/>
        <a:p>
          <a:endParaRPr lang="uk-UA"/>
        </a:p>
      </dgm:t>
    </dgm:pt>
    <dgm:pt modelId="{0AD408FC-588C-4136-8D5C-9154DB04D128}">
      <dgm:prSet/>
      <dgm:spPr/>
      <dgm:t>
        <a:bodyPr/>
        <a:lstStyle/>
        <a:p>
          <a:r>
            <a:rPr lang="uk-UA" b="0" i="0"/>
            <a:t>2014 р.</a:t>
          </a:r>
          <a:endParaRPr lang="uk-UA"/>
        </a:p>
      </dgm:t>
    </dgm:pt>
    <dgm:pt modelId="{72C796E5-8819-45F8-B3FD-C5721A3D2A36}" type="parTrans" cxnId="{9677FA4D-5CDB-4F9A-8005-246448F4DD85}">
      <dgm:prSet/>
      <dgm:spPr/>
      <dgm:t>
        <a:bodyPr/>
        <a:lstStyle/>
        <a:p>
          <a:endParaRPr lang="uk-UA"/>
        </a:p>
      </dgm:t>
    </dgm:pt>
    <dgm:pt modelId="{348A54E8-976D-4065-9991-80620742E854}" type="sibTrans" cxnId="{9677FA4D-5CDB-4F9A-8005-246448F4DD85}">
      <dgm:prSet/>
      <dgm:spPr/>
      <dgm:t>
        <a:bodyPr/>
        <a:lstStyle/>
        <a:p>
          <a:endParaRPr lang="uk-UA"/>
        </a:p>
      </dgm:t>
    </dgm:pt>
    <dgm:pt modelId="{71A16E6B-423D-4D63-BFB0-CF4DA7C77575}" type="pres">
      <dgm:prSet presAssocID="{1836F834-A87E-437D-8F15-A463887AE466}" presName="linearFlow" presStyleCnt="0">
        <dgm:presLayoutVars>
          <dgm:dir/>
          <dgm:resizeHandles val="exact"/>
        </dgm:presLayoutVars>
      </dgm:prSet>
      <dgm:spPr/>
    </dgm:pt>
    <dgm:pt modelId="{0A74C4DC-2F69-4362-A474-9952C88A2EE3}" type="pres">
      <dgm:prSet presAssocID="{A60F4D29-BE5B-49C1-8B82-EA1C72D34F94}" presName="composite" presStyleCnt="0"/>
      <dgm:spPr/>
    </dgm:pt>
    <dgm:pt modelId="{AC9D7BBE-9911-42BD-9820-29F807DBB7BB}" type="pres">
      <dgm:prSet presAssocID="{A60F4D29-BE5B-49C1-8B82-EA1C72D34F94}" presName="imgShp" presStyleLbl="fgImgPlace1" presStyleIdx="0" presStyleCnt="4"/>
      <dgm:spPr/>
    </dgm:pt>
    <dgm:pt modelId="{6E37F2F9-8CF5-4A72-8832-62AE2C239EA7}" type="pres">
      <dgm:prSet presAssocID="{A60F4D29-BE5B-49C1-8B82-EA1C72D34F94}" presName="txShp" presStyleLbl="node1" presStyleIdx="0" presStyleCnt="4">
        <dgm:presLayoutVars>
          <dgm:bulletEnabled val="1"/>
        </dgm:presLayoutVars>
      </dgm:prSet>
      <dgm:spPr/>
    </dgm:pt>
    <dgm:pt modelId="{AB99DFE7-A801-4C8E-B221-4472993A1D27}" type="pres">
      <dgm:prSet presAssocID="{D6B0169C-C883-47F4-8B34-DB68B3386E56}" presName="spacing" presStyleCnt="0"/>
      <dgm:spPr/>
    </dgm:pt>
    <dgm:pt modelId="{A7F7A20C-E55C-4CAE-85D3-BD4F5E3FE4BF}" type="pres">
      <dgm:prSet presAssocID="{200673EB-B728-4041-9BAE-EF99344876EE}" presName="composite" presStyleCnt="0"/>
      <dgm:spPr/>
    </dgm:pt>
    <dgm:pt modelId="{D9443350-01F8-4F5E-BF33-1D1CACE23DA6}" type="pres">
      <dgm:prSet presAssocID="{200673EB-B728-4041-9BAE-EF99344876EE}" presName="imgShp" presStyleLbl="fgImgPlace1" presStyleIdx="1" presStyleCnt="4"/>
      <dgm:spPr/>
    </dgm:pt>
    <dgm:pt modelId="{1016701C-780D-4EF7-99C1-BDF652DA1E26}" type="pres">
      <dgm:prSet presAssocID="{200673EB-B728-4041-9BAE-EF99344876EE}" presName="txShp" presStyleLbl="node1" presStyleIdx="1" presStyleCnt="4">
        <dgm:presLayoutVars>
          <dgm:bulletEnabled val="1"/>
        </dgm:presLayoutVars>
      </dgm:prSet>
      <dgm:spPr/>
    </dgm:pt>
    <dgm:pt modelId="{100F56E9-A697-418D-B373-EA1B736C1544}" type="pres">
      <dgm:prSet presAssocID="{0B35A5BE-7824-4E26-BDD6-3DDAC47224BD}" presName="spacing" presStyleCnt="0"/>
      <dgm:spPr/>
    </dgm:pt>
    <dgm:pt modelId="{A9987CC6-A136-4394-973A-9E7371A85831}" type="pres">
      <dgm:prSet presAssocID="{FE1A2719-EFE6-44E1-AD87-7A166B3AE007}" presName="composite" presStyleCnt="0"/>
      <dgm:spPr/>
    </dgm:pt>
    <dgm:pt modelId="{B1344243-5C55-4037-8911-64C8BAEA0CEB}" type="pres">
      <dgm:prSet presAssocID="{FE1A2719-EFE6-44E1-AD87-7A166B3AE007}" presName="imgShp" presStyleLbl="fgImgPlace1" presStyleIdx="2" presStyleCnt="4"/>
      <dgm:spPr/>
    </dgm:pt>
    <dgm:pt modelId="{7069AC2E-E0D0-4F9B-9ABB-49FFCC15F695}" type="pres">
      <dgm:prSet presAssocID="{FE1A2719-EFE6-44E1-AD87-7A166B3AE007}" presName="txShp" presStyleLbl="node1" presStyleIdx="2" presStyleCnt="4">
        <dgm:presLayoutVars>
          <dgm:bulletEnabled val="1"/>
        </dgm:presLayoutVars>
      </dgm:prSet>
      <dgm:spPr/>
    </dgm:pt>
    <dgm:pt modelId="{A9EC50A3-AB8A-4F90-BBF7-8F453DA30A62}" type="pres">
      <dgm:prSet presAssocID="{8E38E7F2-380F-464F-9F58-A332FA2AC756}" presName="spacing" presStyleCnt="0"/>
      <dgm:spPr/>
    </dgm:pt>
    <dgm:pt modelId="{4010A907-5162-4036-A3D7-4A45386EAADB}" type="pres">
      <dgm:prSet presAssocID="{0AD408FC-588C-4136-8D5C-9154DB04D128}" presName="composite" presStyleCnt="0"/>
      <dgm:spPr/>
    </dgm:pt>
    <dgm:pt modelId="{F3395532-065A-4346-99DA-2521C7ECEC8A}" type="pres">
      <dgm:prSet presAssocID="{0AD408FC-588C-4136-8D5C-9154DB04D128}" presName="imgShp" presStyleLbl="fgImgPlace1" presStyleIdx="3" presStyleCnt="4"/>
      <dgm:spPr/>
    </dgm:pt>
    <dgm:pt modelId="{44381271-2B24-4927-BB4D-7A64A443EA9D}" type="pres">
      <dgm:prSet presAssocID="{0AD408FC-588C-4136-8D5C-9154DB04D128}" presName="txShp" presStyleLbl="node1" presStyleIdx="3" presStyleCnt="4">
        <dgm:presLayoutVars>
          <dgm:bulletEnabled val="1"/>
        </dgm:presLayoutVars>
      </dgm:prSet>
      <dgm:spPr/>
    </dgm:pt>
  </dgm:ptLst>
  <dgm:cxnLst>
    <dgm:cxn modelId="{5E63A111-D70E-4A1D-9027-71A5552696C6}" type="presOf" srcId="{1836F834-A87E-437D-8F15-A463887AE466}" destId="{71A16E6B-423D-4D63-BFB0-CF4DA7C77575}" srcOrd="0" destOrd="0" presId="urn:microsoft.com/office/officeart/2005/8/layout/vList3"/>
    <dgm:cxn modelId="{49D0832F-9FFE-45EC-B601-DAA253554F24}" type="presOf" srcId="{A60F4D29-BE5B-49C1-8B82-EA1C72D34F94}" destId="{6E37F2F9-8CF5-4A72-8832-62AE2C239EA7}" srcOrd="0" destOrd="0" presId="urn:microsoft.com/office/officeart/2005/8/layout/vList3"/>
    <dgm:cxn modelId="{2FFF2E33-944A-4FBB-909A-9CAF88CD1173}" srcId="{1836F834-A87E-437D-8F15-A463887AE466}" destId="{A60F4D29-BE5B-49C1-8B82-EA1C72D34F94}" srcOrd="0" destOrd="0" parTransId="{170524DB-B5D7-4D31-847D-8CFBE337D54E}" sibTransId="{D6B0169C-C883-47F4-8B34-DB68B3386E56}"/>
    <dgm:cxn modelId="{D927D84A-F097-4897-B599-89B1D18E3A9C}" type="presOf" srcId="{FE1A2719-EFE6-44E1-AD87-7A166B3AE007}" destId="{7069AC2E-E0D0-4F9B-9ABB-49FFCC15F695}" srcOrd="0" destOrd="0" presId="urn:microsoft.com/office/officeart/2005/8/layout/vList3"/>
    <dgm:cxn modelId="{9677FA4D-5CDB-4F9A-8005-246448F4DD85}" srcId="{1836F834-A87E-437D-8F15-A463887AE466}" destId="{0AD408FC-588C-4136-8D5C-9154DB04D128}" srcOrd="3" destOrd="0" parTransId="{72C796E5-8819-45F8-B3FD-C5721A3D2A36}" sibTransId="{348A54E8-976D-4065-9991-80620742E854}"/>
    <dgm:cxn modelId="{B3F5C7B9-DF2E-4F3A-82D5-225C9F25875E}" srcId="{1836F834-A87E-437D-8F15-A463887AE466}" destId="{FE1A2719-EFE6-44E1-AD87-7A166B3AE007}" srcOrd="2" destOrd="0" parTransId="{AC86DE50-6869-462C-AF71-AFF28D95A122}" sibTransId="{8E38E7F2-380F-464F-9F58-A332FA2AC756}"/>
    <dgm:cxn modelId="{84A925BE-BA26-496A-951D-F08063780ED2}" type="presOf" srcId="{0AD408FC-588C-4136-8D5C-9154DB04D128}" destId="{44381271-2B24-4927-BB4D-7A64A443EA9D}" srcOrd="0" destOrd="0" presId="urn:microsoft.com/office/officeart/2005/8/layout/vList3"/>
    <dgm:cxn modelId="{1A840FD8-AE4E-4DCD-BB83-8EBCE1876C1F}" type="presOf" srcId="{200673EB-B728-4041-9BAE-EF99344876EE}" destId="{1016701C-780D-4EF7-99C1-BDF652DA1E26}" srcOrd="0" destOrd="0" presId="urn:microsoft.com/office/officeart/2005/8/layout/vList3"/>
    <dgm:cxn modelId="{772BC6FB-FB9C-4614-9757-73105F265F87}" srcId="{1836F834-A87E-437D-8F15-A463887AE466}" destId="{200673EB-B728-4041-9BAE-EF99344876EE}" srcOrd="1" destOrd="0" parTransId="{44B6A89C-1247-40A1-83DF-9ECBEEFB878D}" sibTransId="{0B35A5BE-7824-4E26-BDD6-3DDAC47224BD}"/>
    <dgm:cxn modelId="{A782D957-92C2-4DE4-BCB8-54347F6B31FC}" type="presParOf" srcId="{71A16E6B-423D-4D63-BFB0-CF4DA7C77575}" destId="{0A74C4DC-2F69-4362-A474-9952C88A2EE3}" srcOrd="0" destOrd="0" presId="urn:microsoft.com/office/officeart/2005/8/layout/vList3"/>
    <dgm:cxn modelId="{9B4AF151-F5E0-4BF8-BC3D-0F768E4E51CF}" type="presParOf" srcId="{0A74C4DC-2F69-4362-A474-9952C88A2EE3}" destId="{AC9D7BBE-9911-42BD-9820-29F807DBB7BB}" srcOrd="0" destOrd="0" presId="urn:microsoft.com/office/officeart/2005/8/layout/vList3"/>
    <dgm:cxn modelId="{35837D77-5BD1-4316-811A-3356AEE448A9}" type="presParOf" srcId="{0A74C4DC-2F69-4362-A474-9952C88A2EE3}" destId="{6E37F2F9-8CF5-4A72-8832-62AE2C239EA7}" srcOrd="1" destOrd="0" presId="urn:microsoft.com/office/officeart/2005/8/layout/vList3"/>
    <dgm:cxn modelId="{E9D0B051-EE13-48F8-8D02-BC76C751C325}" type="presParOf" srcId="{71A16E6B-423D-4D63-BFB0-CF4DA7C77575}" destId="{AB99DFE7-A801-4C8E-B221-4472993A1D27}" srcOrd="1" destOrd="0" presId="urn:microsoft.com/office/officeart/2005/8/layout/vList3"/>
    <dgm:cxn modelId="{39CF2869-8326-4AB6-87BC-D3517B7EB3E2}" type="presParOf" srcId="{71A16E6B-423D-4D63-BFB0-CF4DA7C77575}" destId="{A7F7A20C-E55C-4CAE-85D3-BD4F5E3FE4BF}" srcOrd="2" destOrd="0" presId="urn:microsoft.com/office/officeart/2005/8/layout/vList3"/>
    <dgm:cxn modelId="{ADD10F60-5DD3-4D19-B045-3942D2F8B380}" type="presParOf" srcId="{A7F7A20C-E55C-4CAE-85D3-BD4F5E3FE4BF}" destId="{D9443350-01F8-4F5E-BF33-1D1CACE23DA6}" srcOrd="0" destOrd="0" presId="urn:microsoft.com/office/officeart/2005/8/layout/vList3"/>
    <dgm:cxn modelId="{446AE3F6-95B8-48CF-8696-64E1FA5E0A4B}" type="presParOf" srcId="{A7F7A20C-E55C-4CAE-85D3-BD4F5E3FE4BF}" destId="{1016701C-780D-4EF7-99C1-BDF652DA1E26}" srcOrd="1" destOrd="0" presId="urn:microsoft.com/office/officeart/2005/8/layout/vList3"/>
    <dgm:cxn modelId="{04A01301-8C4C-47CE-92B8-D3FD88AB71C2}" type="presParOf" srcId="{71A16E6B-423D-4D63-BFB0-CF4DA7C77575}" destId="{100F56E9-A697-418D-B373-EA1B736C1544}" srcOrd="3" destOrd="0" presId="urn:microsoft.com/office/officeart/2005/8/layout/vList3"/>
    <dgm:cxn modelId="{C0C0906B-4BA9-4718-9E78-79D5F6BCDF1F}" type="presParOf" srcId="{71A16E6B-423D-4D63-BFB0-CF4DA7C77575}" destId="{A9987CC6-A136-4394-973A-9E7371A85831}" srcOrd="4" destOrd="0" presId="urn:microsoft.com/office/officeart/2005/8/layout/vList3"/>
    <dgm:cxn modelId="{6ECF4CBB-D3F5-4084-A0EB-AED3D650882A}" type="presParOf" srcId="{A9987CC6-A136-4394-973A-9E7371A85831}" destId="{B1344243-5C55-4037-8911-64C8BAEA0CEB}" srcOrd="0" destOrd="0" presId="urn:microsoft.com/office/officeart/2005/8/layout/vList3"/>
    <dgm:cxn modelId="{4E1BE611-9CD5-489B-8571-6FD604F76F7A}" type="presParOf" srcId="{A9987CC6-A136-4394-973A-9E7371A85831}" destId="{7069AC2E-E0D0-4F9B-9ABB-49FFCC15F695}" srcOrd="1" destOrd="0" presId="urn:microsoft.com/office/officeart/2005/8/layout/vList3"/>
    <dgm:cxn modelId="{3335EF6D-4329-47F9-A4D0-D3039709A69B}" type="presParOf" srcId="{71A16E6B-423D-4D63-BFB0-CF4DA7C77575}" destId="{A9EC50A3-AB8A-4F90-BBF7-8F453DA30A62}" srcOrd="5" destOrd="0" presId="urn:microsoft.com/office/officeart/2005/8/layout/vList3"/>
    <dgm:cxn modelId="{9367BC64-0A0F-4F6A-AFAA-994F21028548}" type="presParOf" srcId="{71A16E6B-423D-4D63-BFB0-CF4DA7C77575}" destId="{4010A907-5162-4036-A3D7-4A45386EAADB}" srcOrd="6" destOrd="0" presId="urn:microsoft.com/office/officeart/2005/8/layout/vList3"/>
    <dgm:cxn modelId="{AAEA356B-7294-47FD-B2AC-768A584F3ED3}" type="presParOf" srcId="{4010A907-5162-4036-A3D7-4A45386EAADB}" destId="{F3395532-065A-4346-99DA-2521C7ECEC8A}" srcOrd="0" destOrd="0" presId="urn:microsoft.com/office/officeart/2005/8/layout/vList3"/>
    <dgm:cxn modelId="{216717E1-4B10-466A-9278-4B82941399A6}" type="presParOf" srcId="{4010A907-5162-4036-A3D7-4A45386EAADB}" destId="{44381271-2B24-4927-BB4D-7A64A443EA9D}"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981E2E6-6A2A-4ABB-8A90-C329B4807624}"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uk-UA"/>
        </a:p>
      </dgm:t>
    </dgm:pt>
    <dgm:pt modelId="{130FF784-DD3A-49EB-BE9D-7865BFEF5A11}">
      <dgm:prSet/>
      <dgm:spPr/>
      <dgm:t>
        <a:bodyPr/>
        <a:lstStyle/>
        <a:p>
          <a:r>
            <a:rPr lang="uk-UA" b="0" i="1"/>
            <a:t>«Підтверджуючи відданість України ідеалам та принципам, які є спільним надбанням європейських народів,…Верховна Рада України постановляє: Приєднатися від імені України до Статуту Ради Європи…»</a:t>
          </a:r>
          <a:endParaRPr lang="uk-UA"/>
        </a:p>
      </dgm:t>
    </dgm:pt>
    <dgm:pt modelId="{78901593-AA87-42C3-B951-F9BD1C4F5535}" type="parTrans" cxnId="{3E7C2FA8-C143-4074-BDC4-880A7A3C058C}">
      <dgm:prSet/>
      <dgm:spPr/>
      <dgm:t>
        <a:bodyPr/>
        <a:lstStyle/>
        <a:p>
          <a:endParaRPr lang="uk-UA"/>
        </a:p>
      </dgm:t>
    </dgm:pt>
    <dgm:pt modelId="{1C0D2F0D-885C-43CF-BFEF-8C9971067892}" type="sibTrans" cxnId="{3E7C2FA8-C143-4074-BDC4-880A7A3C058C}">
      <dgm:prSet/>
      <dgm:spPr/>
      <dgm:t>
        <a:bodyPr/>
        <a:lstStyle/>
        <a:p>
          <a:endParaRPr lang="uk-UA"/>
        </a:p>
      </dgm:t>
    </dgm:pt>
    <dgm:pt modelId="{7533CBDF-5400-4498-97E4-3063A7478D6D}">
      <dgm:prSet/>
      <dgm:spPr/>
      <dgm:t>
        <a:bodyPr/>
        <a:lstStyle/>
        <a:p>
          <a:r>
            <a:rPr lang="uk-UA" b="0" i="1"/>
            <a:t>«…Верховна Рада України постановляє: 1. Ввести в дію Закон України “Про Збройні Сили України” з моменту його прийняття. 2. Доручити Кабінету Міністрів України розробити пропозиції щодо загальної структури Збройних Сил України...»</a:t>
          </a:r>
          <a:endParaRPr lang="uk-UA"/>
        </a:p>
      </dgm:t>
    </dgm:pt>
    <dgm:pt modelId="{BD4AF1DD-7864-4F2F-A51F-EC559F33644F}" type="parTrans" cxnId="{933EA01C-E7C4-40C3-97C0-9E54A96DD1A3}">
      <dgm:prSet/>
      <dgm:spPr/>
      <dgm:t>
        <a:bodyPr/>
        <a:lstStyle/>
        <a:p>
          <a:endParaRPr lang="uk-UA"/>
        </a:p>
      </dgm:t>
    </dgm:pt>
    <dgm:pt modelId="{D664D8D6-BE50-4594-AE9E-FD9CEF9D4E56}" type="sibTrans" cxnId="{933EA01C-E7C4-40C3-97C0-9E54A96DD1A3}">
      <dgm:prSet/>
      <dgm:spPr/>
      <dgm:t>
        <a:bodyPr/>
        <a:lstStyle/>
        <a:p>
          <a:endParaRPr lang="uk-UA"/>
        </a:p>
      </dgm:t>
    </dgm:pt>
    <dgm:pt modelId="{D44294C8-B81A-4314-9548-8C9E12405BC3}">
      <dgm:prSet/>
      <dgm:spPr/>
      <dgm:t>
        <a:bodyPr/>
        <a:lstStyle/>
        <a:p>
          <a:r>
            <a:rPr lang="uk-UA" b="0" i="1"/>
            <a:t>«1. Цим документом створюється асоціація між Україною та Союзом і його державами-членами... Цілями асоціації є: Сприяти поступовому зближенню Сторін.., поглиблюючи зв’язок України з політикою ЄС...»</a:t>
          </a:r>
          <a:endParaRPr lang="uk-UA"/>
        </a:p>
      </dgm:t>
    </dgm:pt>
    <dgm:pt modelId="{2D85F8CF-D3F8-4F0A-905D-B82A96EE8461}" type="parTrans" cxnId="{51B39ACD-8845-42EF-AD37-A42F3E1BA70A}">
      <dgm:prSet/>
      <dgm:spPr/>
      <dgm:t>
        <a:bodyPr/>
        <a:lstStyle/>
        <a:p>
          <a:endParaRPr lang="uk-UA"/>
        </a:p>
      </dgm:t>
    </dgm:pt>
    <dgm:pt modelId="{00CA0CCB-3BD6-4A29-BA8C-065FA6D37567}" type="sibTrans" cxnId="{51B39ACD-8845-42EF-AD37-A42F3E1BA70A}">
      <dgm:prSet/>
      <dgm:spPr/>
      <dgm:t>
        <a:bodyPr/>
        <a:lstStyle/>
        <a:p>
          <a:endParaRPr lang="uk-UA"/>
        </a:p>
      </dgm:t>
    </dgm:pt>
    <dgm:pt modelId="{366E1319-74C7-4FDD-ACF9-D50BC7DB4275}">
      <dgm:prSet/>
      <dgm:spPr/>
      <dgm:t>
        <a:bodyPr/>
        <a:lstStyle/>
        <a:p>
          <a:r>
            <a:rPr lang="uk-UA" b="0" i="1"/>
            <a:t>«Верховна Рада Української РСР проголошує державний суверенітет України як верховенство, самостійність і неподільність влади республіки в межах її території та незалежність і рівноправність у зовнішніх зносинах...»</a:t>
          </a:r>
          <a:endParaRPr lang="uk-UA"/>
        </a:p>
      </dgm:t>
    </dgm:pt>
    <dgm:pt modelId="{7F3801AE-5EF8-45AC-A361-8EF45733B9FF}" type="parTrans" cxnId="{0CD9FE49-46B2-4D3F-9720-B421D2B1C5AA}">
      <dgm:prSet/>
      <dgm:spPr/>
      <dgm:t>
        <a:bodyPr/>
        <a:lstStyle/>
        <a:p>
          <a:endParaRPr lang="uk-UA"/>
        </a:p>
      </dgm:t>
    </dgm:pt>
    <dgm:pt modelId="{B8359BD4-8A9B-4807-8F01-4FA1CE7D3CD0}" type="sibTrans" cxnId="{0CD9FE49-46B2-4D3F-9720-B421D2B1C5AA}">
      <dgm:prSet/>
      <dgm:spPr/>
      <dgm:t>
        <a:bodyPr/>
        <a:lstStyle/>
        <a:p>
          <a:endParaRPr lang="uk-UA"/>
        </a:p>
      </dgm:t>
    </dgm:pt>
    <dgm:pt modelId="{7E9B0119-F644-4076-B628-C0C58D2C3521}">
      <dgm:prSet/>
      <dgm:spPr/>
      <dgm:t>
        <a:bodyPr/>
        <a:lstStyle/>
        <a:p>
          <a:r>
            <a:rPr lang="uk-UA" b="0" i="1"/>
            <a:t>«…Верховна Рада України постановляє: …Прийняти Конституцію України… Визнати такою, що втратила чинність, Конституцію України від 20 квітня 1978 року з наступними змінами й доповненнями…»</a:t>
          </a:r>
          <a:endParaRPr lang="uk-UA"/>
        </a:p>
      </dgm:t>
    </dgm:pt>
    <dgm:pt modelId="{272794F2-CA40-4127-8D24-490C9651802A}" type="parTrans" cxnId="{30096DB3-B833-4689-940F-6E31108400B5}">
      <dgm:prSet/>
      <dgm:spPr/>
      <dgm:t>
        <a:bodyPr/>
        <a:lstStyle/>
        <a:p>
          <a:endParaRPr lang="uk-UA"/>
        </a:p>
      </dgm:t>
    </dgm:pt>
    <dgm:pt modelId="{05858541-4427-4B91-A033-74427C655BFF}" type="sibTrans" cxnId="{30096DB3-B833-4689-940F-6E31108400B5}">
      <dgm:prSet/>
      <dgm:spPr/>
      <dgm:t>
        <a:bodyPr/>
        <a:lstStyle/>
        <a:p>
          <a:endParaRPr lang="uk-UA"/>
        </a:p>
      </dgm:t>
    </dgm:pt>
    <dgm:pt modelId="{D2C0D76E-5C91-4BEB-AA79-A8113E7A95A5}" type="pres">
      <dgm:prSet presAssocID="{C981E2E6-6A2A-4ABB-8A90-C329B4807624}" presName="vert0" presStyleCnt="0">
        <dgm:presLayoutVars>
          <dgm:dir/>
          <dgm:animOne val="branch"/>
          <dgm:animLvl val="lvl"/>
        </dgm:presLayoutVars>
      </dgm:prSet>
      <dgm:spPr/>
    </dgm:pt>
    <dgm:pt modelId="{B2F87559-2FBE-4C56-B00F-E947D8AC046B}" type="pres">
      <dgm:prSet presAssocID="{130FF784-DD3A-49EB-BE9D-7865BFEF5A11}" presName="thickLine" presStyleLbl="alignNode1" presStyleIdx="0" presStyleCnt="5"/>
      <dgm:spPr/>
    </dgm:pt>
    <dgm:pt modelId="{329A2C55-8E8F-4307-8E63-D0970A9E0E6C}" type="pres">
      <dgm:prSet presAssocID="{130FF784-DD3A-49EB-BE9D-7865BFEF5A11}" presName="horz1" presStyleCnt="0"/>
      <dgm:spPr/>
    </dgm:pt>
    <dgm:pt modelId="{9ED9250E-8A1B-4550-8367-378FD5F821E9}" type="pres">
      <dgm:prSet presAssocID="{130FF784-DD3A-49EB-BE9D-7865BFEF5A11}" presName="tx1" presStyleLbl="revTx" presStyleIdx="0" presStyleCnt="5"/>
      <dgm:spPr/>
    </dgm:pt>
    <dgm:pt modelId="{90BD711D-7857-46CD-8464-46DF0CAB33B2}" type="pres">
      <dgm:prSet presAssocID="{130FF784-DD3A-49EB-BE9D-7865BFEF5A11}" presName="vert1" presStyleCnt="0"/>
      <dgm:spPr/>
    </dgm:pt>
    <dgm:pt modelId="{2A79CFF2-CA49-4A11-9B71-5EFB3401F5EB}" type="pres">
      <dgm:prSet presAssocID="{7533CBDF-5400-4498-97E4-3063A7478D6D}" presName="thickLine" presStyleLbl="alignNode1" presStyleIdx="1" presStyleCnt="5"/>
      <dgm:spPr/>
    </dgm:pt>
    <dgm:pt modelId="{14D4280A-654D-48BF-A112-541CD09B001B}" type="pres">
      <dgm:prSet presAssocID="{7533CBDF-5400-4498-97E4-3063A7478D6D}" presName="horz1" presStyleCnt="0"/>
      <dgm:spPr/>
    </dgm:pt>
    <dgm:pt modelId="{F0786374-DD2C-4049-9E61-B873A21A97A0}" type="pres">
      <dgm:prSet presAssocID="{7533CBDF-5400-4498-97E4-3063A7478D6D}" presName="tx1" presStyleLbl="revTx" presStyleIdx="1" presStyleCnt="5"/>
      <dgm:spPr/>
    </dgm:pt>
    <dgm:pt modelId="{FE638E2D-D39C-412B-92B6-B5C6C7514A1F}" type="pres">
      <dgm:prSet presAssocID="{7533CBDF-5400-4498-97E4-3063A7478D6D}" presName="vert1" presStyleCnt="0"/>
      <dgm:spPr/>
    </dgm:pt>
    <dgm:pt modelId="{DFACEA63-47AC-47E6-B97E-35E8D5C04DD3}" type="pres">
      <dgm:prSet presAssocID="{D44294C8-B81A-4314-9548-8C9E12405BC3}" presName="thickLine" presStyleLbl="alignNode1" presStyleIdx="2" presStyleCnt="5"/>
      <dgm:spPr/>
    </dgm:pt>
    <dgm:pt modelId="{C78D4B1D-5E45-44A1-9C45-7FD874B830A7}" type="pres">
      <dgm:prSet presAssocID="{D44294C8-B81A-4314-9548-8C9E12405BC3}" presName="horz1" presStyleCnt="0"/>
      <dgm:spPr/>
    </dgm:pt>
    <dgm:pt modelId="{5FA30FA9-7229-4E69-BCC0-22E5F0DF7E81}" type="pres">
      <dgm:prSet presAssocID="{D44294C8-B81A-4314-9548-8C9E12405BC3}" presName="tx1" presStyleLbl="revTx" presStyleIdx="2" presStyleCnt="5"/>
      <dgm:spPr/>
    </dgm:pt>
    <dgm:pt modelId="{34E51C5F-B575-461C-B344-0FA2B3B5626C}" type="pres">
      <dgm:prSet presAssocID="{D44294C8-B81A-4314-9548-8C9E12405BC3}" presName="vert1" presStyleCnt="0"/>
      <dgm:spPr/>
    </dgm:pt>
    <dgm:pt modelId="{5B952B5F-1BBC-4309-82C9-066D87087EF6}" type="pres">
      <dgm:prSet presAssocID="{366E1319-74C7-4FDD-ACF9-D50BC7DB4275}" presName="thickLine" presStyleLbl="alignNode1" presStyleIdx="3" presStyleCnt="5"/>
      <dgm:spPr/>
    </dgm:pt>
    <dgm:pt modelId="{918339A8-1B61-478B-8C29-20588B8A41D9}" type="pres">
      <dgm:prSet presAssocID="{366E1319-74C7-4FDD-ACF9-D50BC7DB4275}" presName="horz1" presStyleCnt="0"/>
      <dgm:spPr/>
    </dgm:pt>
    <dgm:pt modelId="{7B21F25A-99C7-4CA1-A95F-695580ED2504}" type="pres">
      <dgm:prSet presAssocID="{366E1319-74C7-4FDD-ACF9-D50BC7DB4275}" presName="tx1" presStyleLbl="revTx" presStyleIdx="3" presStyleCnt="5"/>
      <dgm:spPr/>
    </dgm:pt>
    <dgm:pt modelId="{0D2848C8-6B13-4967-9D0A-8CE92E6362FB}" type="pres">
      <dgm:prSet presAssocID="{366E1319-74C7-4FDD-ACF9-D50BC7DB4275}" presName="vert1" presStyleCnt="0"/>
      <dgm:spPr/>
    </dgm:pt>
    <dgm:pt modelId="{02E2C32C-4BB9-4AE3-A278-1DFFBC2B13FE}" type="pres">
      <dgm:prSet presAssocID="{7E9B0119-F644-4076-B628-C0C58D2C3521}" presName="thickLine" presStyleLbl="alignNode1" presStyleIdx="4" presStyleCnt="5"/>
      <dgm:spPr/>
    </dgm:pt>
    <dgm:pt modelId="{346805C6-DDA0-4A01-8559-7C13845E9955}" type="pres">
      <dgm:prSet presAssocID="{7E9B0119-F644-4076-B628-C0C58D2C3521}" presName="horz1" presStyleCnt="0"/>
      <dgm:spPr/>
    </dgm:pt>
    <dgm:pt modelId="{3C28425C-D0B8-4ACE-8690-8A829A51296A}" type="pres">
      <dgm:prSet presAssocID="{7E9B0119-F644-4076-B628-C0C58D2C3521}" presName="tx1" presStyleLbl="revTx" presStyleIdx="4" presStyleCnt="5"/>
      <dgm:spPr/>
    </dgm:pt>
    <dgm:pt modelId="{564DF03E-690B-4C8B-AE2C-BC92380DE40D}" type="pres">
      <dgm:prSet presAssocID="{7E9B0119-F644-4076-B628-C0C58D2C3521}" presName="vert1" presStyleCnt="0"/>
      <dgm:spPr/>
    </dgm:pt>
  </dgm:ptLst>
  <dgm:cxnLst>
    <dgm:cxn modelId="{12A83307-051E-4666-AF0D-B39B50BAFEC6}" type="presOf" srcId="{7533CBDF-5400-4498-97E4-3063A7478D6D}" destId="{F0786374-DD2C-4049-9E61-B873A21A97A0}" srcOrd="0" destOrd="0" presId="urn:microsoft.com/office/officeart/2008/layout/LinedList"/>
    <dgm:cxn modelId="{933EA01C-E7C4-40C3-97C0-9E54A96DD1A3}" srcId="{C981E2E6-6A2A-4ABB-8A90-C329B4807624}" destId="{7533CBDF-5400-4498-97E4-3063A7478D6D}" srcOrd="1" destOrd="0" parTransId="{BD4AF1DD-7864-4F2F-A51F-EC559F33644F}" sibTransId="{D664D8D6-BE50-4594-AE9E-FD9CEF9D4E56}"/>
    <dgm:cxn modelId="{3B9BF223-36A7-467C-AB00-CCA5634E2080}" type="presOf" srcId="{366E1319-74C7-4FDD-ACF9-D50BC7DB4275}" destId="{7B21F25A-99C7-4CA1-A95F-695580ED2504}" srcOrd="0" destOrd="0" presId="urn:microsoft.com/office/officeart/2008/layout/LinedList"/>
    <dgm:cxn modelId="{0CD9FE49-46B2-4D3F-9720-B421D2B1C5AA}" srcId="{C981E2E6-6A2A-4ABB-8A90-C329B4807624}" destId="{366E1319-74C7-4FDD-ACF9-D50BC7DB4275}" srcOrd="3" destOrd="0" parTransId="{7F3801AE-5EF8-45AC-A361-8EF45733B9FF}" sibTransId="{B8359BD4-8A9B-4807-8F01-4FA1CE7D3CD0}"/>
    <dgm:cxn modelId="{C5A9736B-580A-4BA5-97B5-024824F17367}" type="presOf" srcId="{D44294C8-B81A-4314-9548-8C9E12405BC3}" destId="{5FA30FA9-7229-4E69-BCC0-22E5F0DF7E81}" srcOrd="0" destOrd="0" presId="urn:microsoft.com/office/officeart/2008/layout/LinedList"/>
    <dgm:cxn modelId="{69267053-918F-42AD-818A-F506605EB950}" type="presOf" srcId="{C981E2E6-6A2A-4ABB-8A90-C329B4807624}" destId="{D2C0D76E-5C91-4BEB-AA79-A8113E7A95A5}" srcOrd="0" destOrd="0" presId="urn:microsoft.com/office/officeart/2008/layout/LinedList"/>
    <dgm:cxn modelId="{3E7C2FA8-C143-4074-BDC4-880A7A3C058C}" srcId="{C981E2E6-6A2A-4ABB-8A90-C329B4807624}" destId="{130FF784-DD3A-49EB-BE9D-7865BFEF5A11}" srcOrd="0" destOrd="0" parTransId="{78901593-AA87-42C3-B951-F9BD1C4F5535}" sibTransId="{1C0D2F0D-885C-43CF-BFEF-8C9971067892}"/>
    <dgm:cxn modelId="{30096DB3-B833-4689-940F-6E31108400B5}" srcId="{C981E2E6-6A2A-4ABB-8A90-C329B4807624}" destId="{7E9B0119-F644-4076-B628-C0C58D2C3521}" srcOrd="4" destOrd="0" parTransId="{272794F2-CA40-4127-8D24-490C9651802A}" sibTransId="{05858541-4427-4B91-A033-74427C655BFF}"/>
    <dgm:cxn modelId="{51B39ACD-8845-42EF-AD37-A42F3E1BA70A}" srcId="{C981E2E6-6A2A-4ABB-8A90-C329B4807624}" destId="{D44294C8-B81A-4314-9548-8C9E12405BC3}" srcOrd="2" destOrd="0" parTransId="{2D85F8CF-D3F8-4F0A-905D-B82A96EE8461}" sibTransId="{00CA0CCB-3BD6-4A29-BA8C-065FA6D37567}"/>
    <dgm:cxn modelId="{50552AF3-58B9-40D1-9105-A6D33CA3E1A3}" type="presOf" srcId="{130FF784-DD3A-49EB-BE9D-7865BFEF5A11}" destId="{9ED9250E-8A1B-4550-8367-378FD5F821E9}" srcOrd="0" destOrd="0" presId="urn:microsoft.com/office/officeart/2008/layout/LinedList"/>
    <dgm:cxn modelId="{C32A1DFC-B2C4-44E3-8055-7D523E2E8688}" type="presOf" srcId="{7E9B0119-F644-4076-B628-C0C58D2C3521}" destId="{3C28425C-D0B8-4ACE-8690-8A829A51296A}" srcOrd="0" destOrd="0" presId="urn:microsoft.com/office/officeart/2008/layout/LinedList"/>
    <dgm:cxn modelId="{BDFC7CC6-8AD7-452B-908D-204399574CD5}" type="presParOf" srcId="{D2C0D76E-5C91-4BEB-AA79-A8113E7A95A5}" destId="{B2F87559-2FBE-4C56-B00F-E947D8AC046B}" srcOrd="0" destOrd="0" presId="urn:microsoft.com/office/officeart/2008/layout/LinedList"/>
    <dgm:cxn modelId="{32A30A65-F255-49A8-906E-9695DFAFC615}" type="presParOf" srcId="{D2C0D76E-5C91-4BEB-AA79-A8113E7A95A5}" destId="{329A2C55-8E8F-4307-8E63-D0970A9E0E6C}" srcOrd="1" destOrd="0" presId="urn:microsoft.com/office/officeart/2008/layout/LinedList"/>
    <dgm:cxn modelId="{F897D3D4-8C20-4D3C-A19E-C65322888BD8}" type="presParOf" srcId="{329A2C55-8E8F-4307-8E63-D0970A9E0E6C}" destId="{9ED9250E-8A1B-4550-8367-378FD5F821E9}" srcOrd="0" destOrd="0" presId="urn:microsoft.com/office/officeart/2008/layout/LinedList"/>
    <dgm:cxn modelId="{BAD6A837-7071-418F-A46B-4CC232A1A0FC}" type="presParOf" srcId="{329A2C55-8E8F-4307-8E63-D0970A9E0E6C}" destId="{90BD711D-7857-46CD-8464-46DF0CAB33B2}" srcOrd="1" destOrd="0" presId="urn:microsoft.com/office/officeart/2008/layout/LinedList"/>
    <dgm:cxn modelId="{C64497A0-E584-4720-9977-D17957D58C60}" type="presParOf" srcId="{D2C0D76E-5C91-4BEB-AA79-A8113E7A95A5}" destId="{2A79CFF2-CA49-4A11-9B71-5EFB3401F5EB}" srcOrd="2" destOrd="0" presId="urn:microsoft.com/office/officeart/2008/layout/LinedList"/>
    <dgm:cxn modelId="{D0257BAA-77B5-41DD-89F3-E2153CC84A95}" type="presParOf" srcId="{D2C0D76E-5C91-4BEB-AA79-A8113E7A95A5}" destId="{14D4280A-654D-48BF-A112-541CD09B001B}" srcOrd="3" destOrd="0" presId="urn:microsoft.com/office/officeart/2008/layout/LinedList"/>
    <dgm:cxn modelId="{65392E2A-DDE4-44AE-8F98-52F56577FA61}" type="presParOf" srcId="{14D4280A-654D-48BF-A112-541CD09B001B}" destId="{F0786374-DD2C-4049-9E61-B873A21A97A0}" srcOrd="0" destOrd="0" presId="urn:microsoft.com/office/officeart/2008/layout/LinedList"/>
    <dgm:cxn modelId="{3B18E57A-D612-4C24-8D76-F23D9C0B857C}" type="presParOf" srcId="{14D4280A-654D-48BF-A112-541CD09B001B}" destId="{FE638E2D-D39C-412B-92B6-B5C6C7514A1F}" srcOrd="1" destOrd="0" presId="urn:microsoft.com/office/officeart/2008/layout/LinedList"/>
    <dgm:cxn modelId="{DA196461-38F5-4F2E-B4B0-839859A484A4}" type="presParOf" srcId="{D2C0D76E-5C91-4BEB-AA79-A8113E7A95A5}" destId="{DFACEA63-47AC-47E6-B97E-35E8D5C04DD3}" srcOrd="4" destOrd="0" presId="urn:microsoft.com/office/officeart/2008/layout/LinedList"/>
    <dgm:cxn modelId="{205372AC-D7FF-4DF4-AE6D-B0C8B10922EB}" type="presParOf" srcId="{D2C0D76E-5C91-4BEB-AA79-A8113E7A95A5}" destId="{C78D4B1D-5E45-44A1-9C45-7FD874B830A7}" srcOrd="5" destOrd="0" presId="urn:microsoft.com/office/officeart/2008/layout/LinedList"/>
    <dgm:cxn modelId="{4B99895C-DC01-47FC-9A5B-4410C7B46DFC}" type="presParOf" srcId="{C78D4B1D-5E45-44A1-9C45-7FD874B830A7}" destId="{5FA30FA9-7229-4E69-BCC0-22E5F0DF7E81}" srcOrd="0" destOrd="0" presId="urn:microsoft.com/office/officeart/2008/layout/LinedList"/>
    <dgm:cxn modelId="{F4BC7407-265B-4B39-AB0B-CDA2421BB80E}" type="presParOf" srcId="{C78D4B1D-5E45-44A1-9C45-7FD874B830A7}" destId="{34E51C5F-B575-461C-B344-0FA2B3B5626C}" srcOrd="1" destOrd="0" presId="urn:microsoft.com/office/officeart/2008/layout/LinedList"/>
    <dgm:cxn modelId="{BBAF122F-0E58-408D-8F7C-FCB81AA4D526}" type="presParOf" srcId="{D2C0D76E-5C91-4BEB-AA79-A8113E7A95A5}" destId="{5B952B5F-1BBC-4309-82C9-066D87087EF6}" srcOrd="6" destOrd="0" presId="urn:microsoft.com/office/officeart/2008/layout/LinedList"/>
    <dgm:cxn modelId="{D34AE9D1-6DA0-4707-829E-04A88B4C5092}" type="presParOf" srcId="{D2C0D76E-5C91-4BEB-AA79-A8113E7A95A5}" destId="{918339A8-1B61-478B-8C29-20588B8A41D9}" srcOrd="7" destOrd="0" presId="urn:microsoft.com/office/officeart/2008/layout/LinedList"/>
    <dgm:cxn modelId="{78A695DE-E6F8-49C7-B820-14489119B73E}" type="presParOf" srcId="{918339A8-1B61-478B-8C29-20588B8A41D9}" destId="{7B21F25A-99C7-4CA1-A95F-695580ED2504}" srcOrd="0" destOrd="0" presId="urn:microsoft.com/office/officeart/2008/layout/LinedList"/>
    <dgm:cxn modelId="{06B5A11A-9A64-4F97-8292-97A33DFA2D3E}" type="presParOf" srcId="{918339A8-1B61-478B-8C29-20588B8A41D9}" destId="{0D2848C8-6B13-4967-9D0A-8CE92E6362FB}" srcOrd="1" destOrd="0" presId="urn:microsoft.com/office/officeart/2008/layout/LinedList"/>
    <dgm:cxn modelId="{910E906D-AD9D-4875-A3C5-52D6AC903ED2}" type="presParOf" srcId="{D2C0D76E-5C91-4BEB-AA79-A8113E7A95A5}" destId="{02E2C32C-4BB9-4AE3-A278-1DFFBC2B13FE}" srcOrd="8" destOrd="0" presId="urn:microsoft.com/office/officeart/2008/layout/LinedList"/>
    <dgm:cxn modelId="{9938108D-8FE8-4DF4-A0CB-CF6232418D32}" type="presParOf" srcId="{D2C0D76E-5C91-4BEB-AA79-A8113E7A95A5}" destId="{346805C6-DDA0-4A01-8559-7C13845E9955}" srcOrd="9" destOrd="0" presId="urn:microsoft.com/office/officeart/2008/layout/LinedList"/>
    <dgm:cxn modelId="{CC0CF182-E23E-43C6-A1D7-ACA779AE5113}" type="presParOf" srcId="{346805C6-DDA0-4A01-8559-7C13845E9955}" destId="{3C28425C-D0B8-4ACE-8690-8A829A51296A}" srcOrd="0" destOrd="0" presId="urn:microsoft.com/office/officeart/2008/layout/LinedList"/>
    <dgm:cxn modelId="{CA07A6EC-E780-46A0-AEE5-6F4883C90553}" type="presParOf" srcId="{346805C6-DDA0-4A01-8559-7C13845E9955}" destId="{564DF03E-690B-4C8B-AE2C-BC92380DE40D}" srcOrd="1"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BE789F0-A4E6-4305-B6D0-534FDB954CD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F0D5848F-CE9A-48F0-9E3C-32677D632180}">
      <dgm:prSet/>
      <dgm:spPr/>
      <dgm:t>
        <a:bodyPr/>
        <a:lstStyle/>
        <a:p>
          <a:r>
            <a:rPr lang="uk-UA" b="0" i="0"/>
            <a:t>початок Євромайдану</a:t>
          </a:r>
          <a:endParaRPr lang="uk-UA"/>
        </a:p>
      </dgm:t>
    </dgm:pt>
    <dgm:pt modelId="{58009B7C-9396-49BE-9CB0-7D85C1239A82}" type="parTrans" cxnId="{BA7B0569-A33D-46C1-9441-82EE75E18A66}">
      <dgm:prSet/>
      <dgm:spPr/>
      <dgm:t>
        <a:bodyPr/>
        <a:lstStyle/>
        <a:p>
          <a:endParaRPr lang="uk-UA"/>
        </a:p>
      </dgm:t>
    </dgm:pt>
    <dgm:pt modelId="{8BCA9E04-5FCD-47A8-B988-467B0E6EB286}" type="sibTrans" cxnId="{BA7B0569-A33D-46C1-9441-82EE75E18A66}">
      <dgm:prSet/>
      <dgm:spPr/>
      <dgm:t>
        <a:bodyPr/>
        <a:lstStyle/>
        <a:p>
          <a:endParaRPr lang="uk-UA"/>
        </a:p>
      </dgm:t>
    </dgm:pt>
    <dgm:pt modelId="{8E822F92-F3CE-4E13-83AE-1AB675742189}">
      <dgm:prSet/>
      <dgm:spPr/>
      <dgm:t>
        <a:bodyPr/>
        <a:lstStyle/>
        <a:p>
          <a:r>
            <a:rPr lang="uk-UA" b="0" i="0"/>
            <a:t>вступ України до Світової організації торгівлі (СОТ)</a:t>
          </a:r>
          <a:endParaRPr lang="uk-UA"/>
        </a:p>
      </dgm:t>
    </dgm:pt>
    <dgm:pt modelId="{7FC2CC13-2E91-4F23-91DC-FD11A74EADF1}" type="parTrans" cxnId="{084B0993-22DD-4337-8A2D-DC1ED75AD7F9}">
      <dgm:prSet/>
      <dgm:spPr/>
      <dgm:t>
        <a:bodyPr/>
        <a:lstStyle/>
        <a:p>
          <a:endParaRPr lang="uk-UA"/>
        </a:p>
      </dgm:t>
    </dgm:pt>
    <dgm:pt modelId="{9339A3E4-55F9-41A9-8D53-810197BCFC87}" type="sibTrans" cxnId="{084B0993-22DD-4337-8A2D-DC1ED75AD7F9}">
      <dgm:prSet/>
      <dgm:spPr/>
      <dgm:t>
        <a:bodyPr/>
        <a:lstStyle/>
        <a:p>
          <a:endParaRPr lang="uk-UA"/>
        </a:p>
      </dgm:t>
    </dgm:pt>
    <dgm:pt modelId="{D79FFEC1-D506-4B62-B429-FCB3825A8E33}">
      <dgm:prSet/>
      <dgm:spPr/>
      <dgm:t>
        <a:bodyPr/>
        <a:lstStyle/>
        <a:p>
          <a:r>
            <a:rPr lang="uk-UA" b="0" i="0"/>
            <a:t>укладення Мінських домовленостей</a:t>
          </a:r>
          <a:endParaRPr lang="uk-UA"/>
        </a:p>
      </dgm:t>
    </dgm:pt>
    <dgm:pt modelId="{50615953-FCBE-48A1-A860-299ED75B429E}" type="parTrans" cxnId="{08E4C6A0-9D62-420F-B37D-B7247946AD4F}">
      <dgm:prSet/>
      <dgm:spPr/>
      <dgm:t>
        <a:bodyPr/>
        <a:lstStyle/>
        <a:p>
          <a:endParaRPr lang="uk-UA"/>
        </a:p>
      </dgm:t>
    </dgm:pt>
    <dgm:pt modelId="{743026D8-A4C8-415F-A05F-525D284FA9B2}" type="sibTrans" cxnId="{08E4C6A0-9D62-420F-B37D-B7247946AD4F}">
      <dgm:prSet/>
      <dgm:spPr/>
      <dgm:t>
        <a:bodyPr/>
        <a:lstStyle/>
        <a:p>
          <a:endParaRPr lang="uk-UA"/>
        </a:p>
      </dgm:t>
    </dgm:pt>
    <dgm:pt modelId="{BA7A76F3-B0D9-4DC2-A058-2C5A95F9B2AA}">
      <dgm:prSet/>
      <dgm:spPr/>
      <dgm:t>
        <a:bodyPr/>
        <a:lstStyle/>
        <a:p>
          <a:r>
            <a:rPr lang="uk-UA" b="0" i="0"/>
            <a:t>підписання Україною Угоди про асоціацію з Європейським Союзом (ЄС)</a:t>
          </a:r>
          <a:endParaRPr lang="uk-UA"/>
        </a:p>
      </dgm:t>
    </dgm:pt>
    <dgm:pt modelId="{DB1D73A8-0BA4-48CD-8DC9-644460C1EADA}" type="parTrans" cxnId="{C4EFAEC4-1645-4E07-B660-1BE257CDEAF4}">
      <dgm:prSet/>
      <dgm:spPr/>
      <dgm:t>
        <a:bodyPr/>
        <a:lstStyle/>
        <a:p>
          <a:endParaRPr lang="uk-UA"/>
        </a:p>
      </dgm:t>
    </dgm:pt>
    <dgm:pt modelId="{F57E7660-6B54-4DD3-9A95-9EC81DADE775}" type="sibTrans" cxnId="{C4EFAEC4-1645-4E07-B660-1BE257CDEAF4}">
      <dgm:prSet/>
      <dgm:spPr/>
      <dgm:t>
        <a:bodyPr/>
        <a:lstStyle/>
        <a:p>
          <a:endParaRPr lang="uk-UA"/>
        </a:p>
      </dgm:t>
    </dgm:pt>
    <dgm:pt modelId="{4D89F251-06E8-4FE0-BD25-23D9B6A083B1}" type="pres">
      <dgm:prSet presAssocID="{6BE789F0-A4E6-4305-B6D0-534FDB954CD8}" presName="linear" presStyleCnt="0">
        <dgm:presLayoutVars>
          <dgm:animLvl val="lvl"/>
          <dgm:resizeHandles val="exact"/>
        </dgm:presLayoutVars>
      </dgm:prSet>
      <dgm:spPr/>
    </dgm:pt>
    <dgm:pt modelId="{22FE8D79-81E6-4A56-A5A7-512681A5BEF4}" type="pres">
      <dgm:prSet presAssocID="{F0D5848F-CE9A-48F0-9E3C-32677D632180}" presName="parentText" presStyleLbl="node1" presStyleIdx="0" presStyleCnt="4">
        <dgm:presLayoutVars>
          <dgm:chMax val="0"/>
          <dgm:bulletEnabled val="1"/>
        </dgm:presLayoutVars>
      </dgm:prSet>
      <dgm:spPr/>
    </dgm:pt>
    <dgm:pt modelId="{4A654E27-3067-4CAF-97F0-8A8BD7FAAE62}" type="pres">
      <dgm:prSet presAssocID="{8BCA9E04-5FCD-47A8-B988-467B0E6EB286}" presName="spacer" presStyleCnt="0"/>
      <dgm:spPr/>
    </dgm:pt>
    <dgm:pt modelId="{430321EC-1942-41FD-B98A-ABB4F79D425E}" type="pres">
      <dgm:prSet presAssocID="{8E822F92-F3CE-4E13-83AE-1AB675742189}" presName="parentText" presStyleLbl="node1" presStyleIdx="1" presStyleCnt="4">
        <dgm:presLayoutVars>
          <dgm:chMax val="0"/>
          <dgm:bulletEnabled val="1"/>
        </dgm:presLayoutVars>
      </dgm:prSet>
      <dgm:spPr/>
    </dgm:pt>
    <dgm:pt modelId="{D00B033D-2EA8-4F0E-B925-97045E369692}" type="pres">
      <dgm:prSet presAssocID="{9339A3E4-55F9-41A9-8D53-810197BCFC87}" presName="spacer" presStyleCnt="0"/>
      <dgm:spPr/>
    </dgm:pt>
    <dgm:pt modelId="{28210243-0CDA-4339-B083-152BE8C7ABED}" type="pres">
      <dgm:prSet presAssocID="{D79FFEC1-D506-4B62-B429-FCB3825A8E33}" presName="parentText" presStyleLbl="node1" presStyleIdx="2" presStyleCnt="4">
        <dgm:presLayoutVars>
          <dgm:chMax val="0"/>
          <dgm:bulletEnabled val="1"/>
        </dgm:presLayoutVars>
      </dgm:prSet>
      <dgm:spPr/>
    </dgm:pt>
    <dgm:pt modelId="{032D4A9B-4E8D-437F-8517-BB2D8A6F4D4B}" type="pres">
      <dgm:prSet presAssocID="{743026D8-A4C8-415F-A05F-525D284FA9B2}" presName="spacer" presStyleCnt="0"/>
      <dgm:spPr/>
    </dgm:pt>
    <dgm:pt modelId="{2613007C-4012-4852-B947-AD67A10277D2}" type="pres">
      <dgm:prSet presAssocID="{BA7A76F3-B0D9-4DC2-A058-2C5A95F9B2AA}" presName="parentText" presStyleLbl="node1" presStyleIdx="3" presStyleCnt="4">
        <dgm:presLayoutVars>
          <dgm:chMax val="0"/>
          <dgm:bulletEnabled val="1"/>
        </dgm:presLayoutVars>
      </dgm:prSet>
      <dgm:spPr/>
    </dgm:pt>
  </dgm:ptLst>
  <dgm:cxnLst>
    <dgm:cxn modelId="{216A3722-D126-4ACE-A790-E04484AADB6C}" type="presOf" srcId="{6BE789F0-A4E6-4305-B6D0-534FDB954CD8}" destId="{4D89F251-06E8-4FE0-BD25-23D9B6A083B1}" srcOrd="0" destOrd="0" presId="urn:microsoft.com/office/officeart/2005/8/layout/vList2"/>
    <dgm:cxn modelId="{F594952A-9E37-40C0-8D9B-332E924328C8}" type="presOf" srcId="{BA7A76F3-B0D9-4DC2-A058-2C5A95F9B2AA}" destId="{2613007C-4012-4852-B947-AD67A10277D2}" srcOrd="0" destOrd="0" presId="urn:microsoft.com/office/officeart/2005/8/layout/vList2"/>
    <dgm:cxn modelId="{896B812E-9FD3-416B-9DCA-8656B6CB5462}" type="presOf" srcId="{D79FFEC1-D506-4B62-B429-FCB3825A8E33}" destId="{28210243-0CDA-4339-B083-152BE8C7ABED}" srcOrd="0" destOrd="0" presId="urn:microsoft.com/office/officeart/2005/8/layout/vList2"/>
    <dgm:cxn modelId="{5669DE34-E736-40FA-97DA-F0BF0DD790F4}" type="presOf" srcId="{8E822F92-F3CE-4E13-83AE-1AB675742189}" destId="{430321EC-1942-41FD-B98A-ABB4F79D425E}" srcOrd="0" destOrd="0" presId="urn:microsoft.com/office/officeart/2005/8/layout/vList2"/>
    <dgm:cxn modelId="{BA7B0569-A33D-46C1-9441-82EE75E18A66}" srcId="{6BE789F0-A4E6-4305-B6D0-534FDB954CD8}" destId="{F0D5848F-CE9A-48F0-9E3C-32677D632180}" srcOrd="0" destOrd="0" parTransId="{58009B7C-9396-49BE-9CB0-7D85C1239A82}" sibTransId="{8BCA9E04-5FCD-47A8-B988-467B0E6EB286}"/>
    <dgm:cxn modelId="{084B0993-22DD-4337-8A2D-DC1ED75AD7F9}" srcId="{6BE789F0-A4E6-4305-B6D0-534FDB954CD8}" destId="{8E822F92-F3CE-4E13-83AE-1AB675742189}" srcOrd="1" destOrd="0" parTransId="{7FC2CC13-2E91-4F23-91DC-FD11A74EADF1}" sibTransId="{9339A3E4-55F9-41A9-8D53-810197BCFC87}"/>
    <dgm:cxn modelId="{08E4C6A0-9D62-420F-B37D-B7247946AD4F}" srcId="{6BE789F0-A4E6-4305-B6D0-534FDB954CD8}" destId="{D79FFEC1-D506-4B62-B429-FCB3825A8E33}" srcOrd="2" destOrd="0" parTransId="{50615953-FCBE-48A1-A860-299ED75B429E}" sibTransId="{743026D8-A4C8-415F-A05F-525D284FA9B2}"/>
    <dgm:cxn modelId="{C4EFAEC4-1645-4E07-B660-1BE257CDEAF4}" srcId="{6BE789F0-A4E6-4305-B6D0-534FDB954CD8}" destId="{BA7A76F3-B0D9-4DC2-A058-2C5A95F9B2AA}" srcOrd="3" destOrd="0" parTransId="{DB1D73A8-0BA4-48CD-8DC9-644460C1EADA}" sibTransId="{F57E7660-6B54-4DD3-9A95-9EC81DADE775}"/>
    <dgm:cxn modelId="{21A34EF0-16ED-4AAD-B8D2-7C6FA939A457}" type="presOf" srcId="{F0D5848F-CE9A-48F0-9E3C-32677D632180}" destId="{22FE8D79-81E6-4A56-A5A7-512681A5BEF4}" srcOrd="0" destOrd="0" presId="urn:microsoft.com/office/officeart/2005/8/layout/vList2"/>
    <dgm:cxn modelId="{EA5042A4-1F68-4404-AED4-69002966094C}" type="presParOf" srcId="{4D89F251-06E8-4FE0-BD25-23D9B6A083B1}" destId="{22FE8D79-81E6-4A56-A5A7-512681A5BEF4}" srcOrd="0" destOrd="0" presId="urn:microsoft.com/office/officeart/2005/8/layout/vList2"/>
    <dgm:cxn modelId="{6B0548B2-443F-4F58-A85C-A43B574F5C96}" type="presParOf" srcId="{4D89F251-06E8-4FE0-BD25-23D9B6A083B1}" destId="{4A654E27-3067-4CAF-97F0-8A8BD7FAAE62}" srcOrd="1" destOrd="0" presId="urn:microsoft.com/office/officeart/2005/8/layout/vList2"/>
    <dgm:cxn modelId="{0D19B88A-82C2-4DEF-B90F-AFD449EA7BF3}" type="presParOf" srcId="{4D89F251-06E8-4FE0-BD25-23D9B6A083B1}" destId="{430321EC-1942-41FD-B98A-ABB4F79D425E}" srcOrd="2" destOrd="0" presId="urn:microsoft.com/office/officeart/2005/8/layout/vList2"/>
    <dgm:cxn modelId="{CA081A65-1E4F-466B-82AD-814BA8C2027A}" type="presParOf" srcId="{4D89F251-06E8-4FE0-BD25-23D9B6A083B1}" destId="{D00B033D-2EA8-4F0E-B925-97045E369692}" srcOrd="3" destOrd="0" presId="urn:microsoft.com/office/officeart/2005/8/layout/vList2"/>
    <dgm:cxn modelId="{F7DD6D2F-F866-49BF-9E8B-FDB31C8CC3B8}" type="presParOf" srcId="{4D89F251-06E8-4FE0-BD25-23D9B6A083B1}" destId="{28210243-0CDA-4339-B083-152BE8C7ABED}" srcOrd="4" destOrd="0" presId="urn:microsoft.com/office/officeart/2005/8/layout/vList2"/>
    <dgm:cxn modelId="{43819CD3-A5C7-4D06-B32B-F85B43A03E36}" type="presParOf" srcId="{4D89F251-06E8-4FE0-BD25-23D9B6A083B1}" destId="{032D4A9B-4E8D-437F-8517-BB2D8A6F4D4B}" srcOrd="5" destOrd="0" presId="urn:microsoft.com/office/officeart/2005/8/layout/vList2"/>
    <dgm:cxn modelId="{501976F8-E01A-4C7C-9920-70FB2B0F4398}" type="presParOf" srcId="{4D89F251-06E8-4FE0-BD25-23D9B6A083B1}" destId="{2613007C-4012-4852-B947-AD67A10277D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47199004-14CA-4001-A725-EAB220F48927}"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uk-UA"/>
        </a:p>
      </dgm:t>
    </dgm:pt>
    <dgm:pt modelId="{E402EECF-E500-46EC-9E88-A64943399CBB}">
      <dgm:prSet/>
      <dgm:spPr/>
      <dgm:t>
        <a:bodyPr/>
        <a:lstStyle/>
        <a:p>
          <a:r>
            <a:rPr lang="ru-RU" b="0" i="0"/>
            <a:t>1996 р.</a:t>
          </a:r>
          <a:endParaRPr lang="uk-UA"/>
        </a:p>
      </dgm:t>
    </dgm:pt>
    <dgm:pt modelId="{411E1C8D-0020-4991-959E-03DC0DF6F37C}" type="parTrans" cxnId="{97992AC0-34C9-477A-9A1D-B219137ED6F7}">
      <dgm:prSet/>
      <dgm:spPr/>
      <dgm:t>
        <a:bodyPr/>
        <a:lstStyle/>
        <a:p>
          <a:endParaRPr lang="uk-UA"/>
        </a:p>
      </dgm:t>
    </dgm:pt>
    <dgm:pt modelId="{A6BF4155-67C5-4810-B700-2673CD5CD815}" type="sibTrans" cxnId="{97992AC0-34C9-477A-9A1D-B219137ED6F7}">
      <dgm:prSet/>
      <dgm:spPr/>
      <dgm:t>
        <a:bodyPr/>
        <a:lstStyle/>
        <a:p>
          <a:endParaRPr lang="uk-UA"/>
        </a:p>
      </dgm:t>
    </dgm:pt>
    <dgm:pt modelId="{DEFC30AA-1DAA-4AA2-B764-1679CE0255D2}">
      <dgm:prSet/>
      <dgm:spPr/>
      <dgm:t>
        <a:bodyPr/>
        <a:lstStyle/>
        <a:p>
          <a:r>
            <a:rPr lang="ru-RU" b="0" i="0"/>
            <a:t>1998 р.</a:t>
          </a:r>
          <a:endParaRPr lang="uk-UA"/>
        </a:p>
      </dgm:t>
    </dgm:pt>
    <dgm:pt modelId="{D69B0828-4098-4ECC-8DA9-129DF6A4F3CF}" type="parTrans" cxnId="{EB596C7D-8EC7-4783-915E-ED265FC9126E}">
      <dgm:prSet/>
      <dgm:spPr/>
      <dgm:t>
        <a:bodyPr/>
        <a:lstStyle/>
        <a:p>
          <a:endParaRPr lang="uk-UA"/>
        </a:p>
      </dgm:t>
    </dgm:pt>
    <dgm:pt modelId="{92DF2CBD-F855-4BE7-971D-46D8969D62C6}" type="sibTrans" cxnId="{EB596C7D-8EC7-4783-915E-ED265FC9126E}">
      <dgm:prSet/>
      <dgm:spPr/>
      <dgm:t>
        <a:bodyPr/>
        <a:lstStyle/>
        <a:p>
          <a:endParaRPr lang="uk-UA"/>
        </a:p>
      </dgm:t>
    </dgm:pt>
    <dgm:pt modelId="{CFBE38F9-DB90-4B9D-806E-1646E2046D59}">
      <dgm:prSet/>
      <dgm:spPr/>
      <dgm:t>
        <a:bodyPr/>
        <a:lstStyle/>
        <a:p>
          <a:r>
            <a:rPr lang="ru-RU" b="0" i="0"/>
            <a:t>2003 р.</a:t>
          </a:r>
          <a:endParaRPr lang="uk-UA"/>
        </a:p>
      </dgm:t>
    </dgm:pt>
    <dgm:pt modelId="{ACEB31ED-BE3C-49A5-AD40-4E3087978F49}" type="parTrans" cxnId="{A20FA2A1-4683-4647-9D64-A54A6195CF7A}">
      <dgm:prSet/>
      <dgm:spPr/>
      <dgm:t>
        <a:bodyPr/>
        <a:lstStyle/>
        <a:p>
          <a:endParaRPr lang="uk-UA"/>
        </a:p>
      </dgm:t>
    </dgm:pt>
    <dgm:pt modelId="{132912A8-EC9E-4AF9-8608-AD6901558901}" type="sibTrans" cxnId="{A20FA2A1-4683-4647-9D64-A54A6195CF7A}">
      <dgm:prSet/>
      <dgm:spPr/>
      <dgm:t>
        <a:bodyPr/>
        <a:lstStyle/>
        <a:p>
          <a:endParaRPr lang="uk-UA"/>
        </a:p>
      </dgm:t>
    </dgm:pt>
    <dgm:pt modelId="{3E7C098D-F66B-462D-8C53-B57F0A1143A3}">
      <dgm:prSet/>
      <dgm:spPr/>
      <dgm:t>
        <a:bodyPr/>
        <a:lstStyle/>
        <a:p>
          <a:r>
            <a:rPr lang="ru-RU" b="0" i="0"/>
            <a:t>2014 р.</a:t>
          </a:r>
          <a:endParaRPr lang="uk-UA"/>
        </a:p>
      </dgm:t>
    </dgm:pt>
    <dgm:pt modelId="{4ABA5110-7ADC-43B3-8D8F-922E566A4480}" type="parTrans" cxnId="{938D29F1-0ECD-45BE-B0D3-B29908B53E10}">
      <dgm:prSet/>
      <dgm:spPr/>
      <dgm:t>
        <a:bodyPr/>
        <a:lstStyle/>
        <a:p>
          <a:endParaRPr lang="uk-UA"/>
        </a:p>
      </dgm:t>
    </dgm:pt>
    <dgm:pt modelId="{085C849C-33C7-48C2-92EB-2947F69798B2}" type="sibTrans" cxnId="{938D29F1-0ECD-45BE-B0D3-B29908B53E10}">
      <dgm:prSet/>
      <dgm:spPr/>
      <dgm:t>
        <a:bodyPr/>
        <a:lstStyle/>
        <a:p>
          <a:endParaRPr lang="uk-UA"/>
        </a:p>
      </dgm:t>
    </dgm:pt>
    <dgm:pt modelId="{4B388EF9-4148-48FE-B09E-FF7E2F8A6C68}" type="pres">
      <dgm:prSet presAssocID="{47199004-14CA-4001-A725-EAB220F48927}" presName="matrix" presStyleCnt="0">
        <dgm:presLayoutVars>
          <dgm:chMax val="1"/>
          <dgm:dir/>
          <dgm:resizeHandles val="exact"/>
        </dgm:presLayoutVars>
      </dgm:prSet>
      <dgm:spPr/>
    </dgm:pt>
    <dgm:pt modelId="{99336823-461A-4A5D-821B-80A89B3B5C6D}" type="pres">
      <dgm:prSet presAssocID="{47199004-14CA-4001-A725-EAB220F48927}" presName="diamond" presStyleLbl="bgShp" presStyleIdx="0" presStyleCnt="1"/>
      <dgm:spPr/>
    </dgm:pt>
    <dgm:pt modelId="{CBAF7DB4-451B-4418-8E28-4838D7D1D9B7}" type="pres">
      <dgm:prSet presAssocID="{47199004-14CA-4001-A725-EAB220F48927}" presName="quad1" presStyleLbl="node1" presStyleIdx="0" presStyleCnt="4">
        <dgm:presLayoutVars>
          <dgm:chMax val="0"/>
          <dgm:chPref val="0"/>
          <dgm:bulletEnabled val="1"/>
        </dgm:presLayoutVars>
      </dgm:prSet>
      <dgm:spPr/>
    </dgm:pt>
    <dgm:pt modelId="{0260AF46-74F8-41B7-86AB-0BBAE1526E18}" type="pres">
      <dgm:prSet presAssocID="{47199004-14CA-4001-A725-EAB220F48927}" presName="quad2" presStyleLbl="node1" presStyleIdx="1" presStyleCnt="4">
        <dgm:presLayoutVars>
          <dgm:chMax val="0"/>
          <dgm:chPref val="0"/>
          <dgm:bulletEnabled val="1"/>
        </dgm:presLayoutVars>
      </dgm:prSet>
      <dgm:spPr/>
    </dgm:pt>
    <dgm:pt modelId="{70E02B6D-91E3-41B6-83CA-4E4502DA731B}" type="pres">
      <dgm:prSet presAssocID="{47199004-14CA-4001-A725-EAB220F48927}" presName="quad3" presStyleLbl="node1" presStyleIdx="2" presStyleCnt="4">
        <dgm:presLayoutVars>
          <dgm:chMax val="0"/>
          <dgm:chPref val="0"/>
          <dgm:bulletEnabled val="1"/>
        </dgm:presLayoutVars>
      </dgm:prSet>
      <dgm:spPr/>
    </dgm:pt>
    <dgm:pt modelId="{0F7A940A-02F2-4505-A5E0-9F3388A2DE8E}" type="pres">
      <dgm:prSet presAssocID="{47199004-14CA-4001-A725-EAB220F48927}" presName="quad4" presStyleLbl="node1" presStyleIdx="3" presStyleCnt="4">
        <dgm:presLayoutVars>
          <dgm:chMax val="0"/>
          <dgm:chPref val="0"/>
          <dgm:bulletEnabled val="1"/>
        </dgm:presLayoutVars>
      </dgm:prSet>
      <dgm:spPr/>
    </dgm:pt>
  </dgm:ptLst>
  <dgm:cxnLst>
    <dgm:cxn modelId="{FC2B020B-5DC1-4F4A-AAA4-4039EA13DDCC}" type="presOf" srcId="{CFBE38F9-DB90-4B9D-806E-1646E2046D59}" destId="{70E02B6D-91E3-41B6-83CA-4E4502DA731B}" srcOrd="0" destOrd="0" presId="urn:microsoft.com/office/officeart/2005/8/layout/matrix3"/>
    <dgm:cxn modelId="{66834128-0A4E-4B20-ADDE-643A0F5DB60A}" type="presOf" srcId="{DEFC30AA-1DAA-4AA2-B764-1679CE0255D2}" destId="{0260AF46-74F8-41B7-86AB-0BBAE1526E18}" srcOrd="0" destOrd="0" presId="urn:microsoft.com/office/officeart/2005/8/layout/matrix3"/>
    <dgm:cxn modelId="{B462D63E-B72A-44EE-8436-855D4C80DD38}" type="presOf" srcId="{47199004-14CA-4001-A725-EAB220F48927}" destId="{4B388EF9-4148-48FE-B09E-FF7E2F8A6C68}" srcOrd="0" destOrd="0" presId="urn:microsoft.com/office/officeart/2005/8/layout/matrix3"/>
    <dgm:cxn modelId="{EB596C7D-8EC7-4783-915E-ED265FC9126E}" srcId="{47199004-14CA-4001-A725-EAB220F48927}" destId="{DEFC30AA-1DAA-4AA2-B764-1679CE0255D2}" srcOrd="1" destOrd="0" parTransId="{D69B0828-4098-4ECC-8DA9-129DF6A4F3CF}" sibTransId="{92DF2CBD-F855-4BE7-971D-46D8969D62C6}"/>
    <dgm:cxn modelId="{A20FA2A1-4683-4647-9D64-A54A6195CF7A}" srcId="{47199004-14CA-4001-A725-EAB220F48927}" destId="{CFBE38F9-DB90-4B9D-806E-1646E2046D59}" srcOrd="2" destOrd="0" parTransId="{ACEB31ED-BE3C-49A5-AD40-4E3087978F49}" sibTransId="{132912A8-EC9E-4AF9-8608-AD6901558901}"/>
    <dgm:cxn modelId="{412BCDA5-F95A-468F-A2A4-20E3B9CCEFDE}" type="presOf" srcId="{3E7C098D-F66B-462D-8C53-B57F0A1143A3}" destId="{0F7A940A-02F2-4505-A5E0-9F3388A2DE8E}" srcOrd="0" destOrd="0" presId="urn:microsoft.com/office/officeart/2005/8/layout/matrix3"/>
    <dgm:cxn modelId="{97992AC0-34C9-477A-9A1D-B219137ED6F7}" srcId="{47199004-14CA-4001-A725-EAB220F48927}" destId="{E402EECF-E500-46EC-9E88-A64943399CBB}" srcOrd="0" destOrd="0" parTransId="{411E1C8D-0020-4991-959E-03DC0DF6F37C}" sibTransId="{A6BF4155-67C5-4810-B700-2673CD5CD815}"/>
    <dgm:cxn modelId="{938D29F1-0ECD-45BE-B0D3-B29908B53E10}" srcId="{47199004-14CA-4001-A725-EAB220F48927}" destId="{3E7C098D-F66B-462D-8C53-B57F0A1143A3}" srcOrd="3" destOrd="0" parTransId="{4ABA5110-7ADC-43B3-8D8F-922E566A4480}" sibTransId="{085C849C-33C7-48C2-92EB-2947F69798B2}"/>
    <dgm:cxn modelId="{774706F7-7429-4E84-B84A-F84C57569CA9}" type="presOf" srcId="{E402EECF-E500-46EC-9E88-A64943399CBB}" destId="{CBAF7DB4-451B-4418-8E28-4838D7D1D9B7}" srcOrd="0" destOrd="0" presId="urn:microsoft.com/office/officeart/2005/8/layout/matrix3"/>
    <dgm:cxn modelId="{2AB5DD4B-497C-4A08-A0F8-163B8BCF0BD0}" type="presParOf" srcId="{4B388EF9-4148-48FE-B09E-FF7E2F8A6C68}" destId="{99336823-461A-4A5D-821B-80A89B3B5C6D}" srcOrd="0" destOrd="0" presId="urn:microsoft.com/office/officeart/2005/8/layout/matrix3"/>
    <dgm:cxn modelId="{9E7A64EA-E87F-4ABE-8980-88B7E03A93EC}" type="presParOf" srcId="{4B388EF9-4148-48FE-B09E-FF7E2F8A6C68}" destId="{CBAF7DB4-451B-4418-8E28-4838D7D1D9B7}" srcOrd="1" destOrd="0" presId="urn:microsoft.com/office/officeart/2005/8/layout/matrix3"/>
    <dgm:cxn modelId="{4C8E7A8F-76EE-43E8-8FFE-46D651E0BE53}" type="presParOf" srcId="{4B388EF9-4148-48FE-B09E-FF7E2F8A6C68}" destId="{0260AF46-74F8-41B7-86AB-0BBAE1526E18}" srcOrd="2" destOrd="0" presId="urn:microsoft.com/office/officeart/2005/8/layout/matrix3"/>
    <dgm:cxn modelId="{94D4F90A-1C97-4EB8-93A1-A5C4788F4004}" type="presParOf" srcId="{4B388EF9-4148-48FE-B09E-FF7E2F8A6C68}" destId="{70E02B6D-91E3-41B6-83CA-4E4502DA731B}" srcOrd="3" destOrd="0" presId="urn:microsoft.com/office/officeart/2005/8/layout/matrix3"/>
    <dgm:cxn modelId="{482CA4FE-22C6-4520-B155-4F24E90F27EA}" type="presParOf" srcId="{4B388EF9-4148-48FE-B09E-FF7E2F8A6C68}" destId="{0F7A940A-02F2-4505-A5E0-9F3388A2DE8E}"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D32B7F75-DEB3-4BC9-98B2-6C97008D450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EDA22597-089B-4F92-AF08-1A68AA1EAEB9}">
      <dgm:prSet/>
      <dgm:spPr/>
      <dgm:t>
        <a:bodyPr/>
        <a:lstStyle/>
        <a:p>
          <a:r>
            <a:rPr lang="uk-UA" b="0" i="0"/>
            <a:t>підписанням Україною Будапештського меморандуму.</a:t>
          </a:r>
          <a:endParaRPr lang="uk-UA"/>
        </a:p>
      </dgm:t>
    </dgm:pt>
    <dgm:pt modelId="{15FB5347-9D0F-42B5-8614-B2F0D44C208E}" type="parTrans" cxnId="{1F4A2A8A-6AFF-4D0C-B742-955B9B24AA69}">
      <dgm:prSet/>
      <dgm:spPr/>
      <dgm:t>
        <a:bodyPr/>
        <a:lstStyle/>
        <a:p>
          <a:endParaRPr lang="uk-UA"/>
        </a:p>
      </dgm:t>
    </dgm:pt>
    <dgm:pt modelId="{8B837E59-6C58-4B3F-913A-200C6328F0AC}" type="sibTrans" cxnId="{1F4A2A8A-6AFF-4D0C-B742-955B9B24AA69}">
      <dgm:prSet/>
      <dgm:spPr/>
      <dgm:t>
        <a:bodyPr/>
        <a:lstStyle/>
        <a:p>
          <a:endParaRPr lang="uk-UA"/>
        </a:p>
      </dgm:t>
    </dgm:pt>
    <dgm:pt modelId="{319A1A0F-E9FA-4B64-A062-231EC66A4913}">
      <dgm:prSet/>
      <dgm:spPr/>
      <dgm:t>
        <a:bodyPr/>
        <a:lstStyle/>
        <a:p>
          <a:r>
            <a:rPr lang="uk-UA" b="0" i="0"/>
            <a:t>укладанням Україною Угоди про асоціацію з Європейським Союзом.</a:t>
          </a:r>
          <a:endParaRPr lang="uk-UA"/>
        </a:p>
      </dgm:t>
    </dgm:pt>
    <dgm:pt modelId="{9EF929CC-DA74-447C-B7B8-1013112C209A}" type="parTrans" cxnId="{190716AD-6238-485A-8899-E27399360B50}">
      <dgm:prSet/>
      <dgm:spPr/>
      <dgm:t>
        <a:bodyPr/>
        <a:lstStyle/>
        <a:p>
          <a:endParaRPr lang="uk-UA"/>
        </a:p>
      </dgm:t>
    </dgm:pt>
    <dgm:pt modelId="{56639943-A050-4163-A34D-456D4B524C26}" type="sibTrans" cxnId="{190716AD-6238-485A-8899-E27399360B50}">
      <dgm:prSet/>
      <dgm:spPr/>
      <dgm:t>
        <a:bodyPr/>
        <a:lstStyle/>
        <a:p>
          <a:endParaRPr lang="uk-UA"/>
        </a:p>
      </dgm:t>
    </dgm:pt>
    <dgm:pt modelId="{B51292CE-CA5E-4A94-8E27-84CD846421AC}">
      <dgm:prSet/>
      <dgm:spPr/>
      <dgm:t>
        <a:bodyPr/>
        <a:lstStyle/>
        <a:p>
          <a:r>
            <a:rPr lang="uk-UA" b="0" i="0"/>
            <a:t>вступом України до Організації безпеки та співробітництва в Європі (ОБСЄ).</a:t>
          </a:r>
          <a:endParaRPr lang="uk-UA"/>
        </a:p>
      </dgm:t>
    </dgm:pt>
    <dgm:pt modelId="{95C4637F-6935-49AF-89D6-143BA984CD80}" type="parTrans" cxnId="{59B0A267-C6A0-41A1-9019-15C005E5409E}">
      <dgm:prSet/>
      <dgm:spPr/>
      <dgm:t>
        <a:bodyPr/>
        <a:lstStyle/>
        <a:p>
          <a:endParaRPr lang="uk-UA"/>
        </a:p>
      </dgm:t>
    </dgm:pt>
    <dgm:pt modelId="{717D05BB-AA69-444F-84B1-C75860A36AF4}" type="sibTrans" cxnId="{59B0A267-C6A0-41A1-9019-15C005E5409E}">
      <dgm:prSet/>
      <dgm:spPr/>
      <dgm:t>
        <a:bodyPr/>
        <a:lstStyle/>
        <a:p>
          <a:endParaRPr lang="uk-UA"/>
        </a:p>
      </dgm:t>
    </dgm:pt>
    <dgm:pt modelId="{D92778CB-95F3-419C-882C-5ACA44915306}">
      <dgm:prSet/>
      <dgm:spPr/>
      <dgm:t>
        <a:bodyPr/>
        <a:lstStyle/>
        <a:p>
          <a:r>
            <a:rPr lang="uk-UA" b="0" i="0"/>
            <a:t>приєднанням України до програми НАТО «Партнерство заради миру».</a:t>
          </a:r>
          <a:endParaRPr lang="uk-UA"/>
        </a:p>
      </dgm:t>
    </dgm:pt>
    <dgm:pt modelId="{C6C0BD77-C4B4-4B35-88D0-562331A573A3}" type="parTrans" cxnId="{33E2E0CE-CB15-4381-B0AD-2D6ED6CFE197}">
      <dgm:prSet/>
      <dgm:spPr/>
      <dgm:t>
        <a:bodyPr/>
        <a:lstStyle/>
        <a:p>
          <a:endParaRPr lang="uk-UA"/>
        </a:p>
      </dgm:t>
    </dgm:pt>
    <dgm:pt modelId="{D8C5E30B-0272-4D13-A2F8-C11D59214307}" type="sibTrans" cxnId="{33E2E0CE-CB15-4381-B0AD-2D6ED6CFE197}">
      <dgm:prSet/>
      <dgm:spPr/>
      <dgm:t>
        <a:bodyPr/>
        <a:lstStyle/>
        <a:p>
          <a:endParaRPr lang="uk-UA"/>
        </a:p>
      </dgm:t>
    </dgm:pt>
    <dgm:pt modelId="{C2BA9CED-A403-44CC-A017-0724BBB16A1D}" type="pres">
      <dgm:prSet presAssocID="{D32B7F75-DEB3-4BC9-98B2-6C97008D450C}" presName="linear" presStyleCnt="0">
        <dgm:presLayoutVars>
          <dgm:animLvl val="lvl"/>
          <dgm:resizeHandles val="exact"/>
        </dgm:presLayoutVars>
      </dgm:prSet>
      <dgm:spPr/>
    </dgm:pt>
    <dgm:pt modelId="{BFD97853-7832-466A-BEE6-54DE89A028BC}" type="pres">
      <dgm:prSet presAssocID="{EDA22597-089B-4F92-AF08-1A68AA1EAEB9}" presName="parentText" presStyleLbl="node1" presStyleIdx="0" presStyleCnt="4">
        <dgm:presLayoutVars>
          <dgm:chMax val="0"/>
          <dgm:bulletEnabled val="1"/>
        </dgm:presLayoutVars>
      </dgm:prSet>
      <dgm:spPr/>
    </dgm:pt>
    <dgm:pt modelId="{B306E5E9-4202-43A2-A608-F6B8433EDF23}" type="pres">
      <dgm:prSet presAssocID="{8B837E59-6C58-4B3F-913A-200C6328F0AC}" presName="spacer" presStyleCnt="0"/>
      <dgm:spPr/>
    </dgm:pt>
    <dgm:pt modelId="{4DEB9CC7-AF2A-42EF-A213-B4498972AB94}" type="pres">
      <dgm:prSet presAssocID="{319A1A0F-E9FA-4B64-A062-231EC66A4913}" presName="parentText" presStyleLbl="node1" presStyleIdx="1" presStyleCnt="4">
        <dgm:presLayoutVars>
          <dgm:chMax val="0"/>
          <dgm:bulletEnabled val="1"/>
        </dgm:presLayoutVars>
      </dgm:prSet>
      <dgm:spPr/>
    </dgm:pt>
    <dgm:pt modelId="{1E0C6990-7F5F-4DFA-BD86-76FE38803B2B}" type="pres">
      <dgm:prSet presAssocID="{56639943-A050-4163-A34D-456D4B524C26}" presName="spacer" presStyleCnt="0"/>
      <dgm:spPr/>
    </dgm:pt>
    <dgm:pt modelId="{CC252CF8-0426-444E-9451-858B7963E014}" type="pres">
      <dgm:prSet presAssocID="{B51292CE-CA5E-4A94-8E27-84CD846421AC}" presName="parentText" presStyleLbl="node1" presStyleIdx="2" presStyleCnt="4">
        <dgm:presLayoutVars>
          <dgm:chMax val="0"/>
          <dgm:bulletEnabled val="1"/>
        </dgm:presLayoutVars>
      </dgm:prSet>
      <dgm:spPr/>
    </dgm:pt>
    <dgm:pt modelId="{58DE69A6-AFB0-4DE6-A5BF-647B3B14A036}" type="pres">
      <dgm:prSet presAssocID="{717D05BB-AA69-444F-84B1-C75860A36AF4}" presName="spacer" presStyleCnt="0"/>
      <dgm:spPr/>
    </dgm:pt>
    <dgm:pt modelId="{264F7C77-EFAD-4648-94D0-1F8F93DF01BC}" type="pres">
      <dgm:prSet presAssocID="{D92778CB-95F3-419C-882C-5ACA44915306}" presName="parentText" presStyleLbl="node1" presStyleIdx="3" presStyleCnt="4">
        <dgm:presLayoutVars>
          <dgm:chMax val="0"/>
          <dgm:bulletEnabled val="1"/>
        </dgm:presLayoutVars>
      </dgm:prSet>
      <dgm:spPr/>
    </dgm:pt>
  </dgm:ptLst>
  <dgm:cxnLst>
    <dgm:cxn modelId="{DF4FB007-32C3-4479-AF97-B22F70743FD1}" type="presOf" srcId="{D32B7F75-DEB3-4BC9-98B2-6C97008D450C}" destId="{C2BA9CED-A403-44CC-A017-0724BBB16A1D}" srcOrd="0" destOrd="0" presId="urn:microsoft.com/office/officeart/2005/8/layout/vList2"/>
    <dgm:cxn modelId="{3615CC19-3A2E-42E5-A10E-F913F40336C2}" type="presOf" srcId="{D92778CB-95F3-419C-882C-5ACA44915306}" destId="{264F7C77-EFAD-4648-94D0-1F8F93DF01BC}" srcOrd="0" destOrd="0" presId="urn:microsoft.com/office/officeart/2005/8/layout/vList2"/>
    <dgm:cxn modelId="{61E2363C-FBF2-4404-A9D4-904FEBC9BEDB}" type="presOf" srcId="{B51292CE-CA5E-4A94-8E27-84CD846421AC}" destId="{CC252CF8-0426-444E-9451-858B7963E014}" srcOrd="0" destOrd="0" presId="urn:microsoft.com/office/officeart/2005/8/layout/vList2"/>
    <dgm:cxn modelId="{59B0A267-C6A0-41A1-9019-15C005E5409E}" srcId="{D32B7F75-DEB3-4BC9-98B2-6C97008D450C}" destId="{B51292CE-CA5E-4A94-8E27-84CD846421AC}" srcOrd="2" destOrd="0" parTransId="{95C4637F-6935-49AF-89D6-143BA984CD80}" sibTransId="{717D05BB-AA69-444F-84B1-C75860A36AF4}"/>
    <dgm:cxn modelId="{B7F17349-4507-4843-8B6C-D1B45A5240A2}" type="presOf" srcId="{EDA22597-089B-4F92-AF08-1A68AA1EAEB9}" destId="{BFD97853-7832-466A-BEE6-54DE89A028BC}" srcOrd="0" destOrd="0" presId="urn:microsoft.com/office/officeart/2005/8/layout/vList2"/>
    <dgm:cxn modelId="{1F4A2A8A-6AFF-4D0C-B742-955B9B24AA69}" srcId="{D32B7F75-DEB3-4BC9-98B2-6C97008D450C}" destId="{EDA22597-089B-4F92-AF08-1A68AA1EAEB9}" srcOrd="0" destOrd="0" parTransId="{15FB5347-9D0F-42B5-8614-B2F0D44C208E}" sibTransId="{8B837E59-6C58-4B3F-913A-200C6328F0AC}"/>
    <dgm:cxn modelId="{190716AD-6238-485A-8899-E27399360B50}" srcId="{D32B7F75-DEB3-4BC9-98B2-6C97008D450C}" destId="{319A1A0F-E9FA-4B64-A062-231EC66A4913}" srcOrd="1" destOrd="0" parTransId="{9EF929CC-DA74-447C-B7B8-1013112C209A}" sibTransId="{56639943-A050-4163-A34D-456D4B524C26}"/>
    <dgm:cxn modelId="{4D61E8BC-E733-45D5-A27E-083BFF054C3A}" type="presOf" srcId="{319A1A0F-E9FA-4B64-A062-231EC66A4913}" destId="{4DEB9CC7-AF2A-42EF-A213-B4498972AB94}" srcOrd="0" destOrd="0" presId="urn:microsoft.com/office/officeart/2005/8/layout/vList2"/>
    <dgm:cxn modelId="{33E2E0CE-CB15-4381-B0AD-2D6ED6CFE197}" srcId="{D32B7F75-DEB3-4BC9-98B2-6C97008D450C}" destId="{D92778CB-95F3-419C-882C-5ACA44915306}" srcOrd="3" destOrd="0" parTransId="{C6C0BD77-C4B4-4B35-88D0-562331A573A3}" sibTransId="{D8C5E30B-0272-4D13-A2F8-C11D59214307}"/>
    <dgm:cxn modelId="{676727DC-568C-4F39-8DD6-9A94E9B02497}" type="presParOf" srcId="{C2BA9CED-A403-44CC-A017-0724BBB16A1D}" destId="{BFD97853-7832-466A-BEE6-54DE89A028BC}" srcOrd="0" destOrd="0" presId="urn:microsoft.com/office/officeart/2005/8/layout/vList2"/>
    <dgm:cxn modelId="{E5D6EE09-410B-4922-91EE-F42E94700662}" type="presParOf" srcId="{C2BA9CED-A403-44CC-A017-0724BBB16A1D}" destId="{B306E5E9-4202-43A2-A608-F6B8433EDF23}" srcOrd="1" destOrd="0" presId="urn:microsoft.com/office/officeart/2005/8/layout/vList2"/>
    <dgm:cxn modelId="{19940DDA-D18D-453F-AFEE-E44339DEE33C}" type="presParOf" srcId="{C2BA9CED-A403-44CC-A017-0724BBB16A1D}" destId="{4DEB9CC7-AF2A-42EF-A213-B4498972AB94}" srcOrd="2" destOrd="0" presId="urn:microsoft.com/office/officeart/2005/8/layout/vList2"/>
    <dgm:cxn modelId="{E06E5DD7-7424-4953-B653-B6238BD16FEC}" type="presParOf" srcId="{C2BA9CED-A403-44CC-A017-0724BBB16A1D}" destId="{1E0C6990-7F5F-4DFA-BD86-76FE38803B2B}" srcOrd="3" destOrd="0" presId="urn:microsoft.com/office/officeart/2005/8/layout/vList2"/>
    <dgm:cxn modelId="{B2518A56-DF7A-40DC-BACB-40FB5C74EDBC}" type="presParOf" srcId="{C2BA9CED-A403-44CC-A017-0724BBB16A1D}" destId="{CC252CF8-0426-444E-9451-858B7963E014}" srcOrd="4" destOrd="0" presId="urn:microsoft.com/office/officeart/2005/8/layout/vList2"/>
    <dgm:cxn modelId="{721EB7C5-407E-4ABF-A403-D6F7A977FAA5}" type="presParOf" srcId="{C2BA9CED-A403-44CC-A017-0724BBB16A1D}" destId="{58DE69A6-AFB0-4DE6-A5BF-647B3B14A036}" srcOrd="5" destOrd="0" presId="urn:microsoft.com/office/officeart/2005/8/layout/vList2"/>
    <dgm:cxn modelId="{712AD995-C3DE-4E6F-B66D-5FB9F12266E0}" type="presParOf" srcId="{C2BA9CED-A403-44CC-A017-0724BBB16A1D}" destId="{264F7C77-EFAD-4648-94D0-1F8F93DF01B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4617D2CD-C3BF-47CD-8F8C-40F7ECFCAF10}"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B206CC51-1883-4E64-B2B3-829E584BCBCA}">
      <dgm:prSet/>
      <dgm:spPr/>
      <dgm:t>
        <a:bodyPr/>
        <a:lstStyle/>
        <a:p>
          <a:r>
            <a:rPr lang="ru-RU" b="0" i="0"/>
            <a:t>«геноцид»</a:t>
          </a:r>
          <a:endParaRPr lang="uk-UA"/>
        </a:p>
      </dgm:t>
    </dgm:pt>
    <dgm:pt modelId="{8858A180-F381-4C44-84C9-5637D4944260}" type="parTrans" cxnId="{0231A151-EEE0-4507-8A2B-891DDD8B6735}">
      <dgm:prSet/>
      <dgm:spPr/>
      <dgm:t>
        <a:bodyPr/>
        <a:lstStyle/>
        <a:p>
          <a:endParaRPr lang="uk-UA"/>
        </a:p>
      </dgm:t>
    </dgm:pt>
    <dgm:pt modelId="{561C6F91-FD6A-409E-BE35-7A407ED56E70}" type="sibTrans" cxnId="{0231A151-EEE0-4507-8A2B-891DDD8B6735}">
      <dgm:prSet/>
      <dgm:spPr/>
      <dgm:t>
        <a:bodyPr/>
        <a:lstStyle/>
        <a:p>
          <a:endParaRPr lang="uk-UA"/>
        </a:p>
      </dgm:t>
    </dgm:pt>
    <dgm:pt modelId="{EB0EAE0B-9C2F-4242-8461-96A50D23358C}">
      <dgm:prSet/>
      <dgm:spPr/>
      <dgm:t>
        <a:bodyPr/>
        <a:lstStyle/>
        <a:p>
          <a:r>
            <a:rPr lang="ru-RU" b="0" i="0"/>
            <a:t>«шовінізм»</a:t>
          </a:r>
          <a:endParaRPr lang="uk-UA"/>
        </a:p>
      </dgm:t>
    </dgm:pt>
    <dgm:pt modelId="{CD82FAA2-8817-42F2-93FE-325CF4A9801B}" type="parTrans" cxnId="{4F7E3B83-91B2-4F3F-BC2F-909E25D5A189}">
      <dgm:prSet/>
      <dgm:spPr/>
      <dgm:t>
        <a:bodyPr/>
        <a:lstStyle/>
        <a:p>
          <a:endParaRPr lang="uk-UA"/>
        </a:p>
      </dgm:t>
    </dgm:pt>
    <dgm:pt modelId="{2691E97B-6696-497B-BBBA-D9AD6370B5D3}" type="sibTrans" cxnId="{4F7E3B83-91B2-4F3F-BC2F-909E25D5A189}">
      <dgm:prSet/>
      <dgm:spPr/>
      <dgm:t>
        <a:bodyPr/>
        <a:lstStyle/>
        <a:p>
          <a:endParaRPr lang="uk-UA"/>
        </a:p>
      </dgm:t>
    </dgm:pt>
    <dgm:pt modelId="{0B061FB4-00ED-43B1-B0C4-30D28DA72B1C}">
      <dgm:prSet/>
      <dgm:spPr/>
      <dgm:t>
        <a:bodyPr/>
        <a:lstStyle/>
        <a:p>
          <a:r>
            <a:rPr lang="ru-RU" b="0" i="0"/>
            <a:t>«колоніалізм»</a:t>
          </a:r>
          <a:endParaRPr lang="uk-UA"/>
        </a:p>
      </dgm:t>
    </dgm:pt>
    <dgm:pt modelId="{6EEEBD6D-90AA-405F-B852-72525088B53A}" type="parTrans" cxnId="{0105CC38-B903-48C6-955E-E114364DEE26}">
      <dgm:prSet/>
      <dgm:spPr/>
      <dgm:t>
        <a:bodyPr/>
        <a:lstStyle/>
        <a:p>
          <a:endParaRPr lang="uk-UA"/>
        </a:p>
      </dgm:t>
    </dgm:pt>
    <dgm:pt modelId="{F66D7C5D-D1C9-4C1E-8CE0-B05F85134CF2}" type="sibTrans" cxnId="{0105CC38-B903-48C6-955E-E114364DEE26}">
      <dgm:prSet/>
      <dgm:spPr/>
      <dgm:t>
        <a:bodyPr/>
        <a:lstStyle/>
        <a:p>
          <a:endParaRPr lang="uk-UA"/>
        </a:p>
      </dgm:t>
    </dgm:pt>
    <dgm:pt modelId="{D16FE68D-94BD-4C44-A0E1-61BCA2A28CC8}">
      <dgm:prSet/>
      <dgm:spPr/>
      <dgm:t>
        <a:bodyPr/>
        <a:lstStyle/>
        <a:p>
          <a:r>
            <a:rPr lang="ru-RU" b="0" i="0"/>
            <a:t>«анексія»</a:t>
          </a:r>
          <a:endParaRPr lang="uk-UA"/>
        </a:p>
      </dgm:t>
    </dgm:pt>
    <dgm:pt modelId="{26D2BFC2-5A77-46AE-B90F-6FFF2BE3B1B1}" type="parTrans" cxnId="{7C46F3CC-006D-4452-9548-2B779799BD57}">
      <dgm:prSet/>
      <dgm:spPr/>
      <dgm:t>
        <a:bodyPr/>
        <a:lstStyle/>
        <a:p>
          <a:endParaRPr lang="uk-UA"/>
        </a:p>
      </dgm:t>
    </dgm:pt>
    <dgm:pt modelId="{068DED59-34BB-4AA4-B826-E8DF3310F059}" type="sibTrans" cxnId="{7C46F3CC-006D-4452-9548-2B779799BD57}">
      <dgm:prSet/>
      <dgm:spPr/>
      <dgm:t>
        <a:bodyPr/>
        <a:lstStyle/>
        <a:p>
          <a:endParaRPr lang="uk-UA"/>
        </a:p>
      </dgm:t>
    </dgm:pt>
    <dgm:pt modelId="{C68E0CAF-D1DA-48CA-AD30-7E457D8C93B9}" type="pres">
      <dgm:prSet presAssocID="{4617D2CD-C3BF-47CD-8F8C-40F7ECFCAF10}" presName="linearFlow" presStyleCnt="0">
        <dgm:presLayoutVars>
          <dgm:dir/>
          <dgm:resizeHandles val="exact"/>
        </dgm:presLayoutVars>
      </dgm:prSet>
      <dgm:spPr/>
    </dgm:pt>
    <dgm:pt modelId="{FA6B0975-BB9A-4C00-8A7C-D101A1A1BDC7}" type="pres">
      <dgm:prSet presAssocID="{B206CC51-1883-4E64-B2B3-829E584BCBCA}" presName="composite" presStyleCnt="0"/>
      <dgm:spPr/>
    </dgm:pt>
    <dgm:pt modelId="{0B205C71-F9D0-4389-A516-25952A810980}" type="pres">
      <dgm:prSet presAssocID="{B206CC51-1883-4E64-B2B3-829E584BCBCA}" presName="imgShp" presStyleLbl="fgImgPlace1" presStyleIdx="0" presStyleCnt="4"/>
      <dgm:spPr/>
    </dgm:pt>
    <dgm:pt modelId="{1A987BA0-FB68-4F81-8DB0-8BFAC3535815}" type="pres">
      <dgm:prSet presAssocID="{B206CC51-1883-4E64-B2B3-829E584BCBCA}" presName="txShp" presStyleLbl="node1" presStyleIdx="0" presStyleCnt="4">
        <dgm:presLayoutVars>
          <dgm:bulletEnabled val="1"/>
        </dgm:presLayoutVars>
      </dgm:prSet>
      <dgm:spPr/>
    </dgm:pt>
    <dgm:pt modelId="{7FD3A999-3A11-4EB7-9FA3-51460B0C5867}" type="pres">
      <dgm:prSet presAssocID="{561C6F91-FD6A-409E-BE35-7A407ED56E70}" presName="spacing" presStyleCnt="0"/>
      <dgm:spPr/>
    </dgm:pt>
    <dgm:pt modelId="{DD03954C-614A-478F-BF07-B5561F271849}" type="pres">
      <dgm:prSet presAssocID="{EB0EAE0B-9C2F-4242-8461-96A50D23358C}" presName="composite" presStyleCnt="0"/>
      <dgm:spPr/>
    </dgm:pt>
    <dgm:pt modelId="{2914A913-FF05-48C7-B64A-EC4A8738E886}" type="pres">
      <dgm:prSet presAssocID="{EB0EAE0B-9C2F-4242-8461-96A50D23358C}" presName="imgShp" presStyleLbl="fgImgPlace1" presStyleIdx="1" presStyleCnt="4"/>
      <dgm:spPr/>
    </dgm:pt>
    <dgm:pt modelId="{47B007FD-E656-483F-952C-C2F0B131DD64}" type="pres">
      <dgm:prSet presAssocID="{EB0EAE0B-9C2F-4242-8461-96A50D23358C}" presName="txShp" presStyleLbl="node1" presStyleIdx="1" presStyleCnt="4">
        <dgm:presLayoutVars>
          <dgm:bulletEnabled val="1"/>
        </dgm:presLayoutVars>
      </dgm:prSet>
      <dgm:spPr/>
    </dgm:pt>
    <dgm:pt modelId="{5524D281-46C1-4295-A941-FEB4F00F1716}" type="pres">
      <dgm:prSet presAssocID="{2691E97B-6696-497B-BBBA-D9AD6370B5D3}" presName="spacing" presStyleCnt="0"/>
      <dgm:spPr/>
    </dgm:pt>
    <dgm:pt modelId="{13AA2080-704D-403A-9B4A-ABFB71CB8B59}" type="pres">
      <dgm:prSet presAssocID="{0B061FB4-00ED-43B1-B0C4-30D28DA72B1C}" presName="composite" presStyleCnt="0"/>
      <dgm:spPr/>
    </dgm:pt>
    <dgm:pt modelId="{E8E1A4B5-DBF3-4759-88A3-8191B3BF5909}" type="pres">
      <dgm:prSet presAssocID="{0B061FB4-00ED-43B1-B0C4-30D28DA72B1C}" presName="imgShp" presStyleLbl="fgImgPlace1" presStyleIdx="2" presStyleCnt="4"/>
      <dgm:spPr/>
    </dgm:pt>
    <dgm:pt modelId="{9C6EDA2B-FA61-4764-A032-EA24D564017C}" type="pres">
      <dgm:prSet presAssocID="{0B061FB4-00ED-43B1-B0C4-30D28DA72B1C}" presName="txShp" presStyleLbl="node1" presStyleIdx="2" presStyleCnt="4">
        <dgm:presLayoutVars>
          <dgm:bulletEnabled val="1"/>
        </dgm:presLayoutVars>
      </dgm:prSet>
      <dgm:spPr/>
    </dgm:pt>
    <dgm:pt modelId="{18090E98-B4A0-4D28-9A39-06B56858E0D0}" type="pres">
      <dgm:prSet presAssocID="{F66D7C5D-D1C9-4C1E-8CE0-B05F85134CF2}" presName="spacing" presStyleCnt="0"/>
      <dgm:spPr/>
    </dgm:pt>
    <dgm:pt modelId="{667EF52B-CC2A-4C5C-B07F-DF57AB1B5CB5}" type="pres">
      <dgm:prSet presAssocID="{D16FE68D-94BD-4C44-A0E1-61BCA2A28CC8}" presName="composite" presStyleCnt="0"/>
      <dgm:spPr/>
    </dgm:pt>
    <dgm:pt modelId="{BB3AEB33-C8EB-4D5C-930C-51155AEF0E37}" type="pres">
      <dgm:prSet presAssocID="{D16FE68D-94BD-4C44-A0E1-61BCA2A28CC8}" presName="imgShp" presStyleLbl="fgImgPlace1" presStyleIdx="3" presStyleCnt="4"/>
      <dgm:spPr/>
    </dgm:pt>
    <dgm:pt modelId="{473626F2-6A46-493A-BABF-6F77C1F06F8B}" type="pres">
      <dgm:prSet presAssocID="{D16FE68D-94BD-4C44-A0E1-61BCA2A28CC8}" presName="txShp" presStyleLbl="node1" presStyleIdx="3" presStyleCnt="4">
        <dgm:presLayoutVars>
          <dgm:bulletEnabled val="1"/>
        </dgm:presLayoutVars>
      </dgm:prSet>
      <dgm:spPr/>
    </dgm:pt>
  </dgm:ptLst>
  <dgm:cxnLst>
    <dgm:cxn modelId="{0105CC38-B903-48C6-955E-E114364DEE26}" srcId="{4617D2CD-C3BF-47CD-8F8C-40F7ECFCAF10}" destId="{0B061FB4-00ED-43B1-B0C4-30D28DA72B1C}" srcOrd="2" destOrd="0" parTransId="{6EEEBD6D-90AA-405F-B852-72525088B53A}" sibTransId="{F66D7C5D-D1C9-4C1E-8CE0-B05F85134CF2}"/>
    <dgm:cxn modelId="{D851A85C-DADB-4B6D-B018-7D68DB79452F}" type="presOf" srcId="{D16FE68D-94BD-4C44-A0E1-61BCA2A28CC8}" destId="{473626F2-6A46-493A-BABF-6F77C1F06F8B}" srcOrd="0" destOrd="0" presId="urn:microsoft.com/office/officeart/2005/8/layout/vList3"/>
    <dgm:cxn modelId="{0231A151-EEE0-4507-8A2B-891DDD8B6735}" srcId="{4617D2CD-C3BF-47CD-8F8C-40F7ECFCAF10}" destId="{B206CC51-1883-4E64-B2B3-829E584BCBCA}" srcOrd="0" destOrd="0" parTransId="{8858A180-F381-4C44-84C9-5637D4944260}" sibTransId="{561C6F91-FD6A-409E-BE35-7A407ED56E70}"/>
    <dgm:cxn modelId="{613D937D-9940-44E9-8C7F-C8A814869BF7}" type="presOf" srcId="{B206CC51-1883-4E64-B2B3-829E584BCBCA}" destId="{1A987BA0-FB68-4F81-8DB0-8BFAC3535815}" srcOrd="0" destOrd="0" presId="urn:microsoft.com/office/officeart/2005/8/layout/vList3"/>
    <dgm:cxn modelId="{4F7E3B83-91B2-4F3F-BC2F-909E25D5A189}" srcId="{4617D2CD-C3BF-47CD-8F8C-40F7ECFCAF10}" destId="{EB0EAE0B-9C2F-4242-8461-96A50D23358C}" srcOrd="1" destOrd="0" parTransId="{CD82FAA2-8817-42F2-93FE-325CF4A9801B}" sibTransId="{2691E97B-6696-497B-BBBA-D9AD6370B5D3}"/>
    <dgm:cxn modelId="{7C46F3CC-006D-4452-9548-2B779799BD57}" srcId="{4617D2CD-C3BF-47CD-8F8C-40F7ECFCAF10}" destId="{D16FE68D-94BD-4C44-A0E1-61BCA2A28CC8}" srcOrd="3" destOrd="0" parTransId="{26D2BFC2-5A77-46AE-B90F-6FFF2BE3B1B1}" sibTransId="{068DED59-34BB-4AA4-B826-E8DF3310F059}"/>
    <dgm:cxn modelId="{0E1C36D4-EF9D-4A12-8E2A-77F7D15C6F15}" type="presOf" srcId="{4617D2CD-C3BF-47CD-8F8C-40F7ECFCAF10}" destId="{C68E0CAF-D1DA-48CA-AD30-7E457D8C93B9}" srcOrd="0" destOrd="0" presId="urn:microsoft.com/office/officeart/2005/8/layout/vList3"/>
    <dgm:cxn modelId="{FFABE0F6-F242-4B84-8BB0-2B8C7E73E772}" type="presOf" srcId="{EB0EAE0B-9C2F-4242-8461-96A50D23358C}" destId="{47B007FD-E656-483F-952C-C2F0B131DD64}" srcOrd="0" destOrd="0" presId="urn:microsoft.com/office/officeart/2005/8/layout/vList3"/>
    <dgm:cxn modelId="{8F77F0F9-894D-4022-AB19-937E95813376}" type="presOf" srcId="{0B061FB4-00ED-43B1-B0C4-30D28DA72B1C}" destId="{9C6EDA2B-FA61-4764-A032-EA24D564017C}" srcOrd="0" destOrd="0" presId="urn:microsoft.com/office/officeart/2005/8/layout/vList3"/>
    <dgm:cxn modelId="{D0A0F3E1-52B7-493F-B69C-471D4EED37B5}" type="presParOf" srcId="{C68E0CAF-D1DA-48CA-AD30-7E457D8C93B9}" destId="{FA6B0975-BB9A-4C00-8A7C-D101A1A1BDC7}" srcOrd="0" destOrd="0" presId="urn:microsoft.com/office/officeart/2005/8/layout/vList3"/>
    <dgm:cxn modelId="{313D70F6-767A-4570-9A7C-1D2FC1F88BC8}" type="presParOf" srcId="{FA6B0975-BB9A-4C00-8A7C-D101A1A1BDC7}" destId="{0B205C71-F9D0-4389-A516-25952A810980}" srcOrd="0" destOrd="0" presId="urn:microsoft.com/office/officeart/2005/8/layout/vList3"/>
    <dgm:cxn modelId="{16D4442F-1A5A-42B6-9D41-42C2C48095E7}" type="presParOf" srcId="{FA6B0975-BB9A-4C00-8A7C-D101A1A1BDC7}" destId="{1A987BA0-FB68-4F81-8DB0-8BFAC3535815}" srcOrd="1" destOrd="0" presId="urn:microsoft.com/office/officeart/2005/8/layout/vList3"/>
    <dgm:cxn modelId="{95FF464E-FBDB-4531-9F19-5394908C3BCA}" type="presParOf" srcId="{C68E0CAF-D1DA-48CA-AD30-7E457D8C93B9}" destId="{7FD3A999-3A11-4EB7-9FA3-51460B0C5867}" srcOrd="1" destOrd="0" presId="urn:microsoft.com/office/officeart/2005/8/layout/vList3"/>
    <dgm:cxn modelId="{DA31D455-1AAB-4C54-8F42-3AA1A77628E3}" type="presParOf" srcId="{C68E0CAF-D1DA-48CA-AD30-7E457D8C93B9}" destId="{DD03954C-614A-478F-BF07-B5561F271849}" srcOrd="2" destOrd="0" presId="urn:microsoft.com/office/officeart/2005/8/layout/vList3"/>
    <dgm:cxn modelId="{A8EB483C-FECC-43C1-B7E0-B1C8D5EF3D88}" type="presParOf" srcId="{DD03954C-614A-478F-BF07-B5561F271849}" destId="{2914A913-FF05-48C7-B64A-EC4A8738E886}" srcOrd="0" destOrd="0" presId="urn:microsoft.com/office/officeart/2005/8/layout/vList3"/>
    <dgm:cxn modelId="{E4FA5D01-424E-45F6-850D-5D746100AAE5}" type="presParOf" srcId="{DD03954C-614A-478F-BF07-B5561F271849}" destId="{47B007FD-E656-483F-952C-C2F0B131DD64}" srcOrd="1" destOrd="0" presId="urn:microsoft.com/office/officeart/2005/8/layout/vList3"/>
    <dgm:cxn modelId="{52BF1345-7DD4-435D-AA9B-3B1D9F623E78}" type="presParOf" srcId="{C68E0CAF-D1DA-48CA-AD30-7E457D8C93B9}" destId="{5524D281-46C1-4295-A941-FEB4F00F1716}" srcOrd="3" destOrd="0" presId="urn:microsoft.com/office/officeart/2005/8/layout/vList3"/>
    <dgm:cxn modelId="{90837271-4B4C-4ED8-BCC9-7EDAB6C91F39}" type="presParOf" srcId="{C68E0CAF-D1DA-48CA-AD30-7E457D8C93B9}" destId="{13AA2080-704D-403A-9B4A-ABFB71CB8B59}" srcOrd="4" destOrd="0" presId="urn:microsoft.com/office/officeart/2005/8/layout/vList3"/>
    <dgm:cxn modelId="{459D15FD-4A41-4511-AF0F-327F82349C67}" type="presParOf" srcId="{13AA2080-704D-403A-9B4A-ABFB71CB8B59}" destId="{E8E1A4B5-DBF3-4759-88A3-8191B3BF5909}" srcOrd="0" destOrd="0" presId="urn:microsoft.com/office/officeart/2005/8/layout/vList3"/>
    <dgm:cxn modelId="{531036D6-32BE-414F-9578-EDC2994F31D0}" type="presParOf" srcId="{13AA2080-704D-403A-9B4A-ABFB71CB8B59}" destId="{9C6EDA2B-FA61-4764-A032-EA24D564017C}" srcOrd="1" destOrd="0" presId="urn:microsoft.com/office/officeart/2005/8/layout/vList3"/>
    <dgm:cxn modelId="{07960FA1-C808-4141-A5A9-755D26CA1585}" type="presParOf" srcId="{C68E0CAF-D1DA-48CA-AD30-7E457D8C93B9}" destId="{18090E98-B4A0-4D28-9A39-06B56858E0D0}" srcOrd="5" destOrd="0" presId="urn:microsoft.com/office/officeart/2005/8/layout/vList3"/>
    <dgm:cxn modelId="{57B4A572-15ED-4B78-851C-E1D672B1F918}" type="presParOf" srcId="{C68E0CAF-D1DA-48CA-AD30-7E457D8C93B9}" destId="{667EF52B-CC2A-4C5C-B07F-DF57AB1B5CB5}" srcOrd="6" destOrd="0" presId="urn:microsoft.com/office/officeart/2005/8/layout/vList3"/>
    <dgm:cxn modelId="{957FBFE8-1506-4BC7-A297-C8449360BFA3}" type="presParOf" srcId="{667EF52B-CC2A-4C5C-B07F-DF57AB1B5CB5}" destId="{BB3AEB33-C8EB-4D5C-930C-51155AEF0E37}" srcOrd="0" destOrd="0" presId="urn:microsoft.com/office/officeart/2005/8/layout/vList3"/>
    <dgm:cxn modelId="{FC9BBE5F-219C-4C74-8633-369CC5DF33A9}" type="presParOf" srcId="{667EF52B-CC2A-4C5C-B07F-DF57AB1B5CB5}" destId="{473626F2-6A46-493A-BABF-6F77C1F06F8B}"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4DCC957-66F2-4D2C-84F6-EE38A0014F83}"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uk-UA"/>
        </a:p>
      </dgm:t>
    </dgm:pt>
    <dgm:pt modelId="{7F6E0513-62F1-42C7-B292-BDA017155B57}">
      <dgm:prSet/>
      <dgm:spPr/>
      <dgm:t>
        <a:bodyPr/>
        <a:lstStyle/>
        <a:p>
          <a:r>
            <a:rPr lang="uk-UA" b="0" i="0"/>
            <a:t>Плакат створено з нагоди заснування Збройних сил України.</a:t>
          </a:r>
          <a:endParaRPr lang="uk-UA"/>
        </a:p>
      </dgm:t>
    </dgm:pt>
    <dgm:pt modelId="{8F495700-EE77-40C5-B6A4-616F52C64C67}" type="parTrans" cxnId="{5F74C8B7-9E58-4050-A509-C22C72D4581B}">
      <dgm:prSet/>
      <dgm:spPr/>
      <dgm:t>
        <a:bodyPr/>
        <a:lstStyle/>
        <a:p>
          <a:endParaRPr lang="uk-UA"/>
        </a:p>
      </dgm:t>
    </dgm:pt>
    <dgm:pt modelId="{237F44E6-A8ED-4A0A-A3C5-3E64F6FB027F}" type="sibTrans" cxnId="{5F74C8B7-9E58-4050-A509-C22C72D4581B}">
      <dgm:prSet/>
      <dgm:spPr/>
      <dgm:t>
        <a:bodyPr/>
        <a:lstStyle/>
        <a:p>
          <a:endParaRPr lang="uk-UA"/>
        </a:p>
      </dgm:t>
    </dgm:pt>
    <dgm:pt modelId="{139463FD-6D02-4B36-96AD-9F5952D01EF1}">
      <dgm:prSet/>
      <dgm:spPr/>
      <dgm:t>
        <a:bodyPr/>
        <a:lstStyle/>
        <a:p>
          <a:r>
            <a:rPr lang="uk-UA" b="0" i="0"/>
            <a:t>Плакат агітує брати участь у волонтерському русі.</a:t>
          </a:r>
          <a:endParaRPr lang="uk-UA"/>
        </a:p>
      </dgm:t>
    </dgm:pt>
    <dgm:pt modelId="{9624E6B7-F664-4A9E-82AD-F10D18B66DD0}" type="parTrans" cxnId="{DB00C431-8A6C-4833-A7D4-BA6B31CDA0E9}">
      <dgm:prSet/>
      <dgm:spPr/>
      <dgm:t>
        <a:bodyPr/>
        <a:lstStyle/>
        <a:p>
          <a:endParaRPr lang="uk-UA"/>
        </a:p>
      </dgm:t>
    </dgm:pt>
    <dgm:pt modelId="{9C99D5AE-AC77-4B52-9CA5-DF4B191234C0}" type="sibTrans" cxnId="{DB00C431-8A6C-4833-A7D4-BA6B31CDA0E9}">
      <dgm:prSet/>
      <dgm:spPr/>
      <dgm:t>
        <a:bodyPr/>
        <a:lstStyle/>
        <a:p>
          <a:endParaRPr lang="uk-UA"/>
        </a:p>
      </dgm:t>
    </dgm:pt>
    <dgm:pt modelId="{01855F18-786C-448D-A19F-A1DA0789556A}">
      <dgm:prSet/>
      <dgm:spPr/>
      <dgm:t>
        <a:bodyPr/>
        <a:lstStyle/>
        <a:p>
          <a:r>
            <a:rPr lang="uk-UA" b="0" i="0"/>
            <a:t>Керівництво державою на момент створення плаката здійснював Л. Кучма.</a:t>
          </a:r>
          <a:endParaRPr lang="uk-UA"/>
        </a:p>
      </dgm:t>
    </dgm:pt>
    <dgm:pt modelId="{E16CB8E3-8E24-4DD5-A119-785945B78CAE}" type="parTrans" cxnId="{974D90D4-E32C-42EB-8D55-C8A5F1C0FC83}">
      <dgm:prSet/>
      <dgm:spPr/>
      <dgm:t>
        <a:bodyPr/>
        <a:lstStyle/>
        <a:p>
          <a:endParaRPr lang="uk-UA"/>
        </a:p>
      </dgm:t>
    </dgm:pt>
    <dgm:pt modelId="{D4C6B6DC-0688-4360-BEB9-E644E80B0D8B}" type="sibTrans" cxnId="{974D90D4-E32C-42EB-8D55-C8A5F1C0FC83}">
      <dgm:prSet/>
      <dgm:spPr/>
      <dgm:t>
        <a:bodyPr/>
        <a:lstStyle/>
        <a:p>
          <a:endParaRPr lang="uk-UA"/>
        </a:p>
      </dgm:t>
    </dgm:pt>
    <dgm:pt modelId="{75A14B0A-A7CB-4978-B4C5-947FDB5CE957}">
      <dgm:prSet/>
      <dgm:spPr/>
      <dgm:t>
        <a:bodyPr/>
        <a:lstStyle/>
        <a:p>
          <a:r>
            <a:rPr lang="uk-UA" b="0" i="0"/>
            <a:t>Плакат рекламує товари широкого вжитку.</a:t>
          </a:r>
          <a:endParaRPr lang="uk-UA"/>
        </a:p>
      </dgm:t>
    </dgm:pt>
    <dgm:pt modelId="{46ECF399-BFB8-436B-A50F-D9AF272A89B9}" type="parTrans" cxnId="{24944DE2-D6A1-4C9B-8BA9-B8809EFA1100}">
      <dgm:prSet/>
      <dgm:spPr/>
      <dgm:t>
        <a:bodyPr/>
        <a:lstStyle/>
        <a:p>
          <a:endParaRPr lang="uk-UA"/>
        </a:p>
      </dgm:t>
    </dgm:pt>
    <dgm:pt modelId="{3E664B57-28D7-41CB-AEAB-2695EFFEA5E3}" type="sibTrans" cxnId="{24944DE2-D6A1-4C9B-8BA9-B8809EFA1100}">
      <dgm:prSet/>
      <dgm:spPr/>
      <dgm:t>
        <a:bodyPr/>
        <a:lstStyle/>
        <a:p>
          <a:endParaRPr lang="uk-UA"/>
        </a:p>
      </dgm:t>
    </dgm:pt>
    <dgm:pt modelId="{F286CB78-BC5C-41BE-A0D2-D27E239369E7}">
      <dgm:prSet/>
      <dgm:spPr/>
      <dgm:t>
        <a:bodyPr/>
        <a:lstStyle/>
        <a:p>
          <a:r>
            <a:rPr lang="uk-UA" b="0" i="0"/>
            <a:t>Плакат створений для стимулювання патріотичного піднесення.</a:t>
          </a:r>
          <a:endParaRPr lang="uk-UA"/>
        </a:p>
      </dgm:t>
    </dgm:pt>
    <dgm:pt modelId="{8BD68B4D-8AD8-4888-ABE4-D42B959E21EF}" type="parTrans" cxnId="{39CDDB45-7E04-4BCE-885C-4736F8A0B6CE}">
      <dgm:prSet/>
      <dgm:spPr/>
      <dgm:t>
        <a:bodyPr/>
        <a:lstStyle/>
        <a:p>
          <a:endParaRPr lang="uk-UA"/>
        </a:p>
      </dgm:t>
    </dgm:pt>
    <dgm:pt modelId="{DBFFBD1C-1823-4BD1-B7E5-756007ADF9D2}" type="sibTrans" cxnId="{39CDDB45-7E04-4BCE-885C-4736F8A0B6CE}">
      <dgm:prSet/>
      <dgm:spPr/>
      <dgm:t>
        <a:bodyPr/>
        <a:lstStyle/>
        <a:p>
          <a:endParaRPr lang="uk-UA"/>
        </a:p>
      </dgm:t>
    </dgm:pt>
    <dgm:pt modelId="{6088E063-30EA-420F-A760-3243BE1A123C}">
      <dgm:prSet/>
      <dgm:spPr/>
      <dgm:t>
        <a:bodyPr/>
        <a:lstStyle/>
        <a:p>
          <a:r>
            <a:rPr lang="uk-UA" b="0" i="0"/>
            <a:t>Поява плаката зумовлена агресією Росії на сході України.</a:t>
          </a:r>
          <a:endParaRPr lang="uk-UA"/>
        </a:p>
      </dgm:t>
    </dgm:pt>
    <dgm:pt modelId="{56B0BEA2-FF44-40DF-85C4-D5B56DC9FDDA}" type="parTrans" cxnId="{F6EB29AB-1222-4338-9D26-23E3EEEC4835}">
      <dgm:prSet/>
      <dgm:spPr/>
      <dgm:t>
        <a:bodyPr/>
        <a:lstStyle/>
        <a:p>
          <a:endParaRPr lang="uk-UA"/>
        </a:p>
      </dgm:t>
    </dgm:pt>
    <dgm:pt modelId="{1DF7E4BB-0241-4598-A724-D0E105A044F8}" type="sibTrans" cxnId="{F6EB29AB-1222-4338-9D26-23E3EEEC4835}">
      <dgm:prSet/>
      <dgm:spPr/>
      <dgm:t>
        <a:bodyPr/>
        <a:lstStyle/>
        <a:p>
          <a:endParaRPr lang="uk-UA"/>
        </a:p>
      </dgm:t>
    </dgm:pt>
    <dgm:pt modelId="{87BB09C5-6C41-44D6-8AFD-96F13BFE31F1}">
      <dgm:prSet/>
      <dgm:spPr/>
      <dgm:t>
        <a:bodyPr/>
        <a:lstStyle/>
        <a:p>
          <a:r>
            <a:rPr lang="uk-UA" b="0" i="0"/>
            <a:t>Плакат пропагує роль держави в забезпеченні української армії якісною амуніцією.</a:t>
          </a:r>
          <a:endParaRPr lang="uk-UA"/>
        </a:p>
      </dgm:t>
    </dgm:pt>
    <dgm:pt modelId="{C9E87ABF-BD46-4401-9C6B-BF20B47AAF71}" type="parTrans" cxnId="{72CF93DC-5FBE-4475-BCD5-AD26AEACBA69}">
      <dgm:prSet/>
      <dgm:spPr/>
      <dgm:t>
        <a:bodyPr/>
        <a:lstStyle/>
        <a:p>
          <a:endParaRPr lang="uk-UA"/>
        </a:p>
      </dgm:t>
    </dgm:pt>
    <dgm:pt modelId="{D23EB1E1-19E8-4C5E-BA02-367AC3B69DD4}" type="sibTrans" cxnId="{72CF93DC-5FBE-4475-BCD5-AD26AEACBA69}">
      <dgm:prSet/>
      <dgm:spPr/>
      <dgm:t>
        <a:bodyPr/>
        <a:lstStyle/>
        <a:p>
          <a:endParaRPr lang="uk-UA"/>
        </a:p>
      </dgm:t>
    </dgm:pt>
    <dgm:pt modelId="{8875B9A8-9E53-4E95-A305-6A04536C2AD5}" type="pres">
      <dgm:prSet presAssocID="{34DCC957-66F2-4D2C-84F6-EE38A0014F83}" presName="vert0" presStyleCnt="0">
        <dgm:presLayoutVars>
          <dgm:dir/>
          <dgm:animOne val="branch"/>
          <dgm:animLvl val="lvl"/>
        </dgm:presLayoutVars>
      </dgm:prSet>
      <dgm:spPr/>
    </dgm:pt>
    <dgm:pt modelId="{1A383797-C470-4E10-82DA-D0D0BDE2EA0D}" type="pres">
      <dgm:prSet presAssocID="{7F6E0513-62F1-42C7-B292-BDA017155B57}" presName="thickLine" presStyleLbl="alignNode1" presStyleIdx="0" presStyleCnt="7"/>
      <dgm:spPr/>
    </dgm:pt>
    <dgm:pt modelId="{995E35B4-1B45-458B-B822-0052410B4304}" type="pres">
      <dgm:prSet presAssocID="{7F6E0513-62F1-42C7-B292-BDA017155B57}" presName="horz1" presStyleCnt="0"/>
      <dgm:spPr/>
    </dgm:pt>
    <dgm:pt modelId="{50BC2BA1-A20E-4769-B2BB-FA5F55D2F472}" type="pres">
      <dgm:prSet presAssocID="{7F6E0513-62F1-42C7-B292-BDA017155B57}" presName="tx1" presStyleLbl="revTx" presStyleIdx="0" presStyleCnt="7"/>
      <dgm:spPr/>
    </dgm:pt>
    <dgm:pt modelId="{0FB3F34E-F297-4AF0-B7C2-DC2BCCC5F40C}" type="pres">
      <dgm:prSet presAssocID="{7F6E0513-62F1-42C7-B292-BDA017155B57}" presName="vert1" presStyleCnt="0"/>
      <dgm:spPr/>
    </dgm:pt>
    <dgm:pt modelId="{83F8E4A9-F77C-489E-957E-DBB676B83CBF}" type="pres">
      <dgm:prSet presAssocID="{139463FD-6D02-4B36-96AD-9F5952D01EF1}" presName="thickLine" presStyleLbl="alignNode1" presStyleIdx="1" presStyleCnt="7"/>
      <dgm:spPr/>
    </dgm:pt>
    <dgm:pt modelId="{9CDFB571-ACD9-4B14-A81A-4BC90ED83587}" type="pres">
      <dgm:prSet presAssocID="{139463FD-6D02-4B36-96AD-9F5952D01EF1}" presName="horz1" presStyleCnt="0"/>
      <dgm:spPr/>
    </dgm:pt>
    <dgm:pt modelId="{F21F3CE9-77C8-45F4-B767-245412E7C2B0}" type="pres">
      <dgm:prSet presAssocID="{139463FD-6D02-4B36-96AD-9F5952D01EF1}" presName="tx1" presStyleLbl="revTx" presStyleIdx="1" presStyleCnt="7"/>
      <dgm:spPr/>
    </dgm:pt>
    <dgm:pt modelId="{2F9B86DD-7505-47C1-88F8-12B7516F14DB}" type="pres">
      <dgm:prSet presAssocID="{139463FD-6D02-4B36-96AD-9F5952D01EF1}" presName="vert1" presStyleCnt="0"/>
      <dgm:spPr/>
    </dgm:pt>
    <dgm:pt modelId="{C8DB99A6-CAD5-46FE-A0E4-C11427812698}" type="pres">
      <dgm:prSet presAssocID="{01855F18-786C-448D-A19F-A1DA0789556A}" presName="thickLine" presStyleLbl="alignNode1" presStyleIdx="2" presStyleCnt="7"/>
      <dgm:spPr/>
    </dgm:pt>
    <dgm:pt modelId="{DDFEE375-EC3E-47F8-927B-9DE2ABE1925F}" type="pres">
      <dgm:prSet presAssocID="{01855F18-786C-448D-A19F-A1DA0789556A}" presName="horz1" presStyleCnt="0"/>
      <dgm:spPr/>
    </dgm:pt>
    <dgm:pt modelId="{D164E2D0-C7CD-471F-ADFC-71FAD9DC101C}" type="pres">
      <dgm:prSet presAssocID="{01855F18-786C-448D-A19F-A1DA0789556A}" presName="tx1" presStyleLbl="revTx" presStyleIdx="2" presStyleCnt="7"/>
      <dgm:spPr/>
    </dgm:pt>
    <dgm:pt modelId="{A5BA2A82-691C-462B-80CB-40E64C56D9DF}" type="pres">
      <dgm:prSet presAssocID="{01855F18-786C-448D-A19F-A1DA0789556A}" presName="vert1" presStyleCnt="0"/>
      <dgm:spPr/>
    </dgm:pt>
    <dgm:pt modelId="{CD9B3B42-986B-4489-8652-43944CD8F077}" type="pres">
      <dgm:prSet presAssocID="{75A14B0A-A7CB-4978-B4C5-947FDB5CE957}" presName="thickLine" presStyleLbl="alignNode1" presStyleIdx="3" presStyleCnt="7"/>
      <dgm:spPr/>
    </dgm:pt>
    <dgm:pt modelId="{27370A65-5C9E-4A75-9D4C-AA39CC304E28}" type="pres">
      <dgm:prSet presAssocID="{75A14B0A-A7CB-4978-B4C5-947FDB5CE957}" presName="horz1" presStyleCnt="0"/>
      <dgm:spPr/>
    </dgm:pt>
    <dgm:pt modelId="{42173132-FAE2-45B2-A930-92C281E9C059}" type="pres">
      <dgm:prSet presAssocID="{75A14B0A-A7CB-4978-B4C5-947FDB5CE957}" presName="tx1" presStyleLbl="revTx" presStyleIdx="3" presStyleCnt="7"/>
      <dgm:spPr/>
    </dgm:pt>
    <dgm:pt modelId="{6DB414C0-DE56-46F9-857C-371681F0EC72}" type="pres">
      <dgm:prSet presAssocID="{75A14B0A-A7CB-4978-B4C5-947FDB5CE957}" presName="vert1" presStyleCnt="0"/>
      <dgm:spPr/>
    </dgm:pt>
    <dgm:pt modelId="{7214F594-1A65-4466-85E9-9596BFB63123}" type="pres">
      <dgm:prSet presAssocID="{F286CB78-BC5C-41BE-A0D2-D27E239369E7}" presName="thickLine" presStyleLbl="alignNode1" presStyleIdx="4" presStyleCnt="7"/>
      <dgm:spPr/>
    </dgm:pt>
    <dgm:pt modelId="{7A8C32B4-BE7A-4779-9DFE-28361A9AFC74}" type="pres">
      <dgm:prSet presAssocID="{F286CB78-BC5C-41BE-A0D2-D27E239369E7}" presName="horz1" presStyleCnt="0"/>
      <dgm:spPr/>
    </dgm:pt>
    <dgm:pt modelId="{7616388D-0AB4-4536-841F-48D5C7231B07}" type="pres">
      <dgm:prSet presAssocID="{F286CB78-BC5C-41BE-A0D2-D27E239369E7}" presName="tx1" presStyleLbl="revTx" presStyleIdx="4" presStyleCnt="7"/>
      <dgm:spPr/>
    </dgm:pt>
    <dgm:pt modelId="{B3AA3C41-E8C0-4255-AEC3-7104E063292E}" type="pres">
      <dgm:prSet presAssocID="{F286CB78-BC5C-41BE-A0D2-D27E239369E7}" presName="vert1" presStyleCnt="0"/>
      <dgm:spPr/>
    </dgm:pt>
    <dgm:pt modelId="{2E17CA21-6466-45F7-BEE3-E59691537975}" type="pres">
      <dgm:prSet presAssocID="{6088E063-30EA-420F-A760-3243BE1A123C}" presName="thickLine" presStyleLbl="alignNode1" presStyleIdx="5" presStyleCnt="7"/>
      <dgm:spPr/>
    </dgm:pt>
    <dgm:pt modelId="{50AF9CDD-68D7-4ADC-B88C-AAB23E98B45E}" type="pres">
      <dgm:prSet presAssocID="{6088E063-30EA-420F-A760-3243BE1A123C}" presName="horz1" presStyleCnt="0"/>
      <dgm:spPr/>
    </dgm:pt>
    <dgm:pt modelId="{60785B1B-CC4C-40B4-825D-3D8148305154}" type="pres">
      <dgm:prSet presAssocID="{6088E063-30EA-420F-A760-3243BE1A123C}" presName="tx1" presStyleLbl="revTx" presStyleIdx="5" presStyleCnt="7"/>
      <dgm:spPr/>
    </dgm:pt>
    <dgm:pt modelId="{C39D70CC-B9E0-4018-8488-8EA9E050C0E5}" type="pres">
      <dgm:prSet presAssocID="{6088E063-30EA-420F-A760-3243BE1A123C}" presName="vert1" presStyleCnt="0"/>
      <dgm:spPr/>
    </dgm:pt>
    <dgm:pt modelId="{E66BF9C5-4A2B-4BF4-9CB4-F89BF53FAA3E}" type="pres">
      <dgm:prSet presAssocID="{87BB09C5-6C41-44D6-8AFD-96F13BFE31F1}" presName="thickLine" presStyleLbl="alignNode1" presStyleIdx="6" presStyleCnt="7"/>
      <dgm:spPr/>
    </dgm:pt>
    <dgm:pt modelId="{B31588EB-C95A-4803-81F4-F3FF4641AA34}" type="pres">
      <dgm:prSet presAssocID="{87BB09C5-6C41-44D6-8AFD-96F13BFE31F1}" presName="horz1" presStyleCnt="0"/>
      <dgm:spPr/>
    </dgm:pt>
    <dgm:pt modelId="{A7C26969-C4BB-4B5B-987D-CEF179BCFDA3}" type="pres">
      <dgm:prSet presAssocID="{87BB09C5-6C41-44D6-8AFD-96F13BFE31F1}" presName="tx1" presStyleLbl="revTx" presStyleIdx="6" presStyleCnt="7"/>
      <dgm:spPr/>
    </dgm:pt>
    <dgm:pt modelId="{36E899C3-8C31-4AFF-BDA4-DEEF80918BC4}" type="pres">
      <dgm:prSet presAssocID="{87BB09C5-6C41-44D6-8AFD-96F13BFE31F1}" presName="vert1" presStyleCnt="0"/>
      <dgm:spPr/>
    </dgm:pt>
  </dgm:ptLst>
  <dgm:cxnLst>
    <dgm:cxn modelId="{6B0EEA0F-BCC1-4F22-BEBF-E0605D6B848E}" type="presOf" srcId="{F286CB78-BC5C-41BE-A0D2-D27E239369E7}" destId="{7616388D-0AB4-4536-841F-48D5C7231B07}" srcOrd="0" destOrd="0" presId="urn:microsoft.com/office/officeart/2008/layout/LinedList"/>
    <dgm:cxn modelId="{41054E19-A6A2-469E-9BA4-6B20F8250CCA}" type="presOf" srcId="{139463FD-6D02-4B36-96AD-9F5952D01EF1}" destId="{F21F3CE9-77C8-45F4-B767-245412E7C2B0}" srcOrd="0" destOrd="0" presId="urn:microsoft.com/office/officeart/2008/layout/LinedList"/>
    <dgm:cxn modelId="{8915AD2E-C4B2-4186-8C72-1895A6E92759}" type="presOf" srcId="{34DCC957-66F2-4D2C-84F6-EE38A0014F83}" destId="{8875B9A8-9E53-4E95-A305-6A04536C2AD5}" srcOrd="0" destOrd="0" presId="urn:microsoft.com/office/officeart/2008/layout/LinedList"/>
    <dgm:cxn modelId="{DB00C431-8A6C-4833-A7D4-BA6B31CDA0E9}" srcId="{34DCC957-66F2-4D2C-84F6-EE38A0014F83}" destId="{139463FD-6D02-4B36-96AD-9F5952D01EF1}" srcOrd="1" destOrd="0" parTransId="{9624E6B7-F664-4A9E-82AD-F10D18B66DD0}" sibTransId="{9C99D5AE-AC77-4B52-9CA5-DF4B191234C0}"/>
    <dgm:cxn modelId="{4966A637-3EF5-485E-A9E9-FF5A984CD593}" type="presOf" srcId="{75A14B0A-A7CB-4978-B4C5-947FDB5CE957}" destId="{42173132-FAE2-45B2-A930-92C281E9C059}" srcOrd="0" destOrd="0" presId="urn:microsoft.com/office/officeart/2008/layout/LinedList"/>
    <dgm:cxn modelId="{D2D56D45-54F7-416E-BAE4-EDFE38D42EA5}" type="presOf" srcId="{7F6E0513-62F1-42C7-B292-BDA017155B57}" destId="{50BC2BA1-A20E-4769-B2BB-FA5F55D2F472}" srcOrd="0" destOrd="0" presId="urn:microsoft.com/office/officeart/2008/layout/LinedList"/>
    <dgm:cxn modelId="{39CDDB45-7E04-4BCE-885C-4736F8A0B6CE}" srcId="{34DCC957-66F2-4D2C-84F6-EE38A0014F83}" destId="{F286CB78-BC5C-41BE-A0D2-D27E239369E7}" srcOrd="4" destOrd="0" parTransId="{8BD68B4D-8AD8-4888-ABE4-D42B959E21EF}" sibTransId="{DBFFBD1C-1823-4BD1-B7E5-756007ADF9D2}"/>
    <dgm:cxn modelId="{0231BF54-BF02-4BA6-B6F7-26BD4B9BA89A}" type="presOf" srcId="{6088E063-30EA-420F-A760-3243BE1A123C}" destId="{60785B1B-CC4C-40B4-825D-3D8148305154}" srcOrd="0" destOrd="0" presId="urn:microsoft.com/office/officeart/2008/layout/LinedList"/>
    <dgm:cxn modelId="{1BF10C89-CD2F-4CC6-9EA8-C099111B7CD5}" type="presOf" srcId="{01855F18-786C-448D-A19F-A1DA0789556A}" destId="{D164E2D0-C7CD-471F-ADFC-71FAD9DC101C}" srcOrd="0" destOrd="0" presId="urn:microsoft.com/office/officeart/2008/layout/LinedList"/>
    <dgm:cxn modelId="{E1488D95-06D5-467D-8934-A6A2144A77AA}" type="presOf" srcId="{87BB09C5-6C41-44D6-8AFD-96F13BFE31F1}" destId="{A7C26969-C4BB-4B5B-987D-CEF179BCFDA3}" srcOrd="0" destOrd="0" presId="urn:microsoft.com/office/officeart/2008/layout/LinedList"/>
    <dgm:cxn modelId="{F6EB29AB-1222-4338-9D26-23E3EEEC4835}" srcId="{34DCC957-66F2-4D2C-84F6-EE38A0014F83}" destId="{6088E063-30EA-420F-A760-3243BE1A123C}" srcOrd="5" destOrd="0" parTransId="{56B0BEA2-FF44-40DF-85C4-D5B56DC9FDDA}" sibTransId="{1DF7E4BB-0241-4598-A724-D0E105A044F8}"/>
    <dgm:cxn modelId="{5F74C8B7-9E58-4050-A509-C22C72D4581B}" srcId="{34DCC957-66F2-4D2C-84F6-EE38A0014F83}" destId="{7F6E0513-62F1-42C7-B292-BDA017155B57}" srcOrd="0" destOrd="0" parTransId="{8F495700-EE77-40C5-B6A4-616F52C64C67}" sibTransId="{237F44E6-A8ED-4A0A-A3C5-3E64F6FB027F}"/>
    <dgm:cxn modelId="{974D90D4-E32C-42EB-8D55-C8A5F1C0FC83}" srcId="{34DCC957-66F2-4D2C-84F6-EE38A0014F83}" destId="{01855F18-786C-448D-A19F-A1DA0789556A}" srcOrd="2" destOrd="0" parTransId="{E16CB8E3-8E24-4DD5-A119-785945B78CAE}" sibTransId="{D4C6B6DC-0688-4360-BEB9-E644E80B0D8B}"/>
    <dgm:cxn modelId="{72CF93DC-5FBE-4475-BCD5-AD26AEACBA69}" srcId="{34DCC957-66F2-4D2C-84F6-EE38A0014F83}" destId="{87BB09C5-6C41-44D6-8AFD-96F13BFE31F1}" srcOrd="6" destOrd="0" parTransId="{C9E87ABF-BD46-4401-9C6B-BF20B47AAF71}" sibTransId="{D23EB1E1-19E8-4C5E-BA02-367AC3B69DD4}"/>
    <dgm:cxn modelId="{24944DE2-D6A1-4C9B-8BA9-B8809EFA1100}" srcId="{34DCC957-66F2-4D2C-84F6-EE38A0014F83}" destId="{75A14B0A-A7CB-4978-B4C5-947FDB5CE957}" srcOrd="3" destOrd="0" parTransId="{46ECF399-BFB8-436B-A50F-D9AF272A89B9}" sibTransId="{3E664B57-28D7-41CB-AEAB-2695EFFEA5E3}"/>
    <dgm:cxn modelId="{2F39ABEF-376E-4D58-95E0-174267EEF0E4}" type="presParOf" srcId="{8875B9A8-9E53-4E95-A305-6A04536C2AD5}" destId="{1A383797-C470-4E10-82DA-D0D0BDE2EA0D}" srcOrd="0" destOrd="0" presId="urn:microsoft.com/office/officeart/2008/layout/LinedList"/>
    <dgm:cxn modelId="{63A47C69-1CBE-440B-9929-0B5C19174EE5}" type="presParOf" srcId="{8875B9A8-9E53-4E95-A305-6A04536C2AD5}" destId="{995E35B4-1B45-458B-B822-0052410B4304}" srcOrd="1" destOrd="0" presId="urn:microsoft.com/office/officeart/2008/layout/LinedList"/>
    <dgm:cxn modelId="{EFBC5D14-58ED-45FC-A66B-749CAE1499CF}" type="presParOf" srcId="{995E35B4-1B45-458B-B822-0052410B4304}" destId="{50BC2BA1-A20E-4769-B2BB-FA5F55D2F472}" srcOrd="0" destOrd="0" presId="urn:microsoft.com/office/officeart/2008/layout/LinedList"/>
    <dgm:cxn modelId="{B798503F-8712-49D6-866F-C26770A7B3BD}" type="presParOf" srcId="{995E35B4-1B45-458B-B822-0052410B4304}" destId="{0FB3F34E-F297-4AF0-B7C2-DC2BCCC5F40C}" srcOrd="1" destOrd="0" presId="urn:microsoft.com/office/officeart/2008/layout/LinedList"/>
    <dgm:cxn modelId="{1B32CEC1-3F08-4CD4-9B14-A4BB8141D691}" type="presParOf" srcId="{8875B9A8-9E53-4E95-A305-6A04536C2AD5}" destId="{83F8E4A9-F77C-489E-957E-DBB676B83CBF}" srcOrd="2" destOrd="0" presId="urn:microsoft.com/office/officeart/2008/layout/LinedList"/>
    <dgm:cxn modelId="{DF3076CF-7335-47A8-A05A-8DD5D3288E45}" type="presParOf" srcId="{8875B9A8-9E53-4E95-A305-6A04536C2AD5}" destId="{9CDFB571-ACD9-4B14-A81A-4BC90ED83587}" srcOrd="3" destOrd="0" presId="urn:microsoft.com/office/officeart/2008/layout/LinedList"/>
    <dgm:cxn modelId="{B54209CE-A8C3-43D0-A591-DBC96CFB294E}" type="presParOf" srcId="{9CDFB571-ACD9-4B14-A81A-4BC90ED83587}" destId="{F21F3CE9-77C8-45F4-B767-245412E7C2B0}" srcOrd="0" destOrd="0" presId="urn:microsoft.com/office/officeart/2008/layout/LinedList"/>
    <dgm:cxn modelId="{BB6065BB-D5C0-4B30-AA56-BF71CF4702C4}" type="presParOf" srcId="{9CDFB571-ACD9-4B14-A81A-4BC90ED83587}" destId="{2F9B86DD-7505-47C1-88F8-12B7516F14DB}" srcOrd="1" destOrd="0" presId="urn:microsoft.com/office/officeart/2008/layout/LinedList"/>
    <dgm:cxn modelId="{5D114024-5A20-4BF6-9A90-439317E4381D}" type="presParOf" srcId="{8875B9A8-9E53-4E95-A305-6A04536C2AD5}" destId="{C8DB99A6-CAD5-46FE-A0E4-C11427812698}" srcOrd="4" destOrd="0" presId="urn:microsoft.com/office/officeart/2008/layout/LinedList"/>
    <dgm:cxn modelId="{FE9F0F2A-63CF-432B-A88B-87700AD16E2A}" type="presParOf" srcId="{8875B9A8-9E53-4E95-A305-6A04536C2AD5}" destId="{DDFEE375-EC3E-47F8-927B-9DE2ABE1925F}" srcOrd="5" destOrd="0" presId="urn:microsoft.com/office/officeart/2008/layout/LinedList"/>
    <dgm:cxn modelId="{73FEC10C-5EC7-44B0-8E9E-4D98380E522F}" type="presParOf" srcId="{DDFEE375-EC3E-47F8-927B-9DE2ABE1925F}" destId="{D164E2D0-C7CD-471F-ADFC-71FAD9DC101C}" srcOrd="0" destOrd="0" presId="urn:microsoft.com/office/officeart/2008/layout/LinedList"/>
    <dgm:cxn modelId="{A19D5E0E-449A-4071-91A5-FE28549ED074}" type="presParOf" srcId="{DDFEE375-EC3E-47F8-927B-9DE2ABE1925F}" destId="{A5BA2A82-691C-462B-80CB-40E64C56D9DF}" srcOrd="1" destOrd="0" presId="urn:microsoft.com/office/officeart/2008/layout/LinedList"/>
    <dgm:cxn modelId="{82BB0BC1-F752-4579-B270-D627F6DCF721}" type="presParOf" srcId="{8875B9A8-9E53-4E95-A305-6A04536C2AD5}" destId="{CD9B3B42-986B-4489-8652-43944CD8F077}" srcOrd="6" destOrd="0" presId="urn:microsoft.com/office/officeart/2008/layout/LinedList"/>
    <dgm:cxn modelId="{29085CC0-FFA2-4124-9A5A-5AAE92E1EE02}" type="presParOf" srcId="{8875B9A8-9E53-4E95-A305-6A04536C2AD5}" destId="{27370A65-5C9E-4A75-9D4C-AA39CC304E28}" srcOrd="7" destOrd="0" presId="urn:microsoft.com/office/officeart/2008/layout/LinedList"/>
    <dgm:cxn modelId="{EB4C1BA9-3CF1-4FA3-8341-F50615A581E4}" type="presParOf" srcId="{27370A65-5C9E-4A75-9D4C-AA39CC304E28}" destId="{42173132-FAE2-45B2-A930-92C281E9C059}" srcOrd="0" destOrd="0" presId="urn:microsoft.com/office/officeart/2008/layout/LinedList"/>
    <dgm:cxn modelId="{E1A3CED8-BE04-4710-B32D-1B429AA1D949}" type="presParOf" srcId="{27370A65-5C9E-4A75-9D4C-AA39CC304E28}" destId="{6DB414C0-DE56-46F9-857C-371681F0EC72}" srcOrd="1" destOrd="0" presId="urn:microsoft.com/office/officeart/2008/layout/LinedList"/>
    <dgm:cxn modelId="{201DFA1F-AF75-426F-8E98-1314FD4796EC}" type="presParOf" srcId="{8875B9A8-9E53-4E95-A305-6A04536C2AD5}" destId="{7214F594-1A65-4466-85E9-9596BFB63123}" srcOrd="8" destOrd="0" presId="urn:microsoft.com/office/officeart/2008/layout/LinedList"/>
    <dgm:cxn modelId="{5CA44EF4-AE67-4515-98D5-B6A75DEB4822}" type="presParOf" srcId="{8875B9A8-9E53-4E95-A305-6A04536C2AD5}" destId="{7A8C32B4-BE7A-4779-9DFE-28361A9AFC74}" srcOrd="9" destOrd="0" presId="urn:microsoft.com/office/officeart/2008/layout/LinedList"/>
    <dgm:cxn modelId="{27D98C3C-363F-4E05-8535-E4D8B5494651}" type="presParOf" srcId="{7A8C32B4-BE7A-4779-9DFE-28361A9AFC74}" destId="{7616388D-0AB4-4536-841F-48D5C7231B07}" srcOrd="0" destOrd="0" presId="urn:microsoft.com/office/officeart/2008/layout/LinedList"/>
    <dgm:cxn modelId="{10F4D297-9CB1-4CA3-B782-F876F98AA7D4}" type="presParOf" srcId="{7A8C32B4-BE7A-4779-9DFE-28361A9AFC74}" destId="{B3AA3C41-E8C0-4255-AEC3-7104E063292E}" srcOrd="1" destOrd="0" presId="urn:microsoft.com/office/officeart/2008/layout/LinedList"/>
    <dgm:cxn modelId="{91780738-EE69-4450-A253-E2C04037C36C}" type="presParOf" srcId="{8875B9A8-9E53-4E95-A305-6A04536C2AD5}" destId="{2E17CA21-6466-45F7-BEE3-E59691537975}" srcOrd="10" destOrd="0" presId="urn:microsoft.com/office/officeart/2008/layout/LinedList"/>
    <dgm:cxn modelId="{3529D818-98D6-4270-8993-8C9F4F7074CC}" type="presParOf" srcId="{8875B9A8-9E53-4E95-A305-6A04536C2AD5}" destId="{50AF9CDD-68D7-4ADC-B88C-AAB23E98B45E}" srcOrd="11" destOrd="0" presId="urn:microsoft.com/office/officeart/2008/layout/LinedList"/>
    <dgm:cxn modelId="{2DA5EDDA-4BA5-4648-8AB5-91EFC544FC22}" type="presParOf" srcId="{50AF9CDD-68D7-4ADC-B88C-AAB23E98B45E}" destId="{60785B1B-CC4C-40B4-825D-3D8148305154}" srcOrd="0" destOrd="0" presId="urn:microsoft.com/office/officeart/2008/layout/LinedList"/>
    <dgm:cxn modelId="{58210F48-DDAD-4BF0-A08F-1804337D1E12}" type="presParOf" srcId="{50AF9CDD-68D7-4ADC-B88C-AAB23E98B45E}" destId="{C39D70CC-B9E0-4018-8488-8EA9E050C0E5}" srcOrd="1" destOrd="0" presId="urn:microsoft.com/office/officeart/2008/layout/LinedList"/>
    <dgm:cxn modelId="{ECEA8473-C7C7-4B01-A60B-812639CA8703}" type="presParOf" srcId="{8875B9A8-9E53-4E95-A305-6A04536C2AD5}" destId="{E66BF9C5-4A2B-4BF4-9CB4-F89BF53FAA3E}" srcOrd="12" destOrd="0" presId="urn:microsoft.com/office/officeart/2008/layout/LinedList"/>
    <dgm:cxn modelId="{5C2048AC-C8A2-4F68-898F-7F0D6078E91C}" type="presParOf" srcId="{8875B9A8-9E53-4E95-A305-6A04536C2AD5}" destId="{B31588EB-C95A-4803-81F4-F3FF4641AA34}" srcOrd="13" destOrd="0" presId="urn:microsoft.com/office/officeart/2008/layout/LinedList"/>
    <dgm:cxn modelId="{9FCC7E71-55D6-447B-A7C1-9A10048D86A5}" type="presParOf" srcId="{B31588EB-C95A-4803-81F4-F3FF4641AA34}" destId="{A7C26969-C4BB-4B5B-987D-CEF179BCFDA3}" srcOrd="0" destOrd="0" presId="urn:microsoft.com/office/officeart/2008/layout/LinedList"/>
    <dgm:cxn modelId="{A1398FFB-4D92-42E1-A1A3-A143B0BA473D}" type="presParOf" srcId="{B31588EB-C95A-4803-81F4-F3FF4641AA34}" destId="{36E899C3-8C31-4AFF-BDA4-DEEF80918BC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2031D140-9237-4A14-A57B-3FB5B908552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93A8C27F-BA1E-4AB2-9703-2208958C6F1A}">
      <dgm:prSet/>
      <dgm:spPr/>
      <dgm:t>
        <a:bodyPr/>
        <a:lstStyle/>
        <a:p>
          <a:r>
            <a:rPr lang="ru-RU" b="0" i="0"/>
            <a:t>протистоянням російській агресії в Криму.</a:t>
          </a:r>
          <a:endParaRPr lang="uk-UA"/>
        </a:p>
      </dgm:t>
    </dgm:pt>
    <dgm:pt modelId="{25C7EA59-C49C-45AF-A257-5419BE3DF2C4}" type="parTrans" cxnId="{8301F39C-0FE7-4E75-98A9-DD6FD0377676}">
      <dgm:prSet/>
      <dgm:spPr/>
      <dgm:t>
        <a:bodyPr/>
        <a:lstStyle/>
        <a:p>
          <a:endParaRPr lang="uk-UA"/>
        </a:p>
      </dgm:t>
    </dgm:pt>
    <dgm:pt modelId="{D10E05E8-99CD-4741-A978-D99B726C653B}" type="sibTrans" cxnId="{8301F39C-0FE7-4E75-98A9-DD6FD0377676}">
      <dgm:prSet/>
      <dgm:spPr/>
      <dgm:t>
        <a:bodyPr/>
        <a:lstStyle/>
        <a:p>
          <a:endParaRPr lang="uk-UA"/>
        </a:p>
      </dgm:t>
    </dgm:pt>
    <dgm:pt modelId="{F0363DF3-A684-4D93-B429-3D9A18EB7799}">
      <dgm:prSet/>
      <dgm:spPr/>
      <dgm:t>
        <a:bodyPr/>
        <a:lstStyle/>
        <a:p>
          <a:r>
            <a:rPr lang="ru-RU" b="0" i="0"/>
            <a:t>бойовими діями на Дебальцевському плацдармі.</a:t>
          </a:r>
          <a:endParaRPr lang="uk-UA"/>
        </a:p>
      </dgm:t>
    </dgm:pt>
    <dgm:pt modelId="{6A17D715-A0B0-4A4C-B0DC-4A5453D3D7AE}" type="parTrans" cxnId="{B1D36991-3CAC-4087-A115-CC5A1B49AA91}">
      <dgm:prSet/>
      <dgm:spPr/>
      <dgm:t>
        <a:bodyPr/>
        <a:lstStyle/>
        <a:p>
          <a:endParaRPr lang="uk-UA"/>
        </a:p>
      </dgm:t>
    </dgm:pt>
    <dgm:pt modelId="{C58F802E-57CD-40F7-B52F-6D4FA1F584FB}" type="sibTrans" cxnId="{B1D36991-3CAC-4087-A115-CC5A1B49AA91}">
      <dgm:prSet/>
      <dgm:spPr/>
      <dgm:t>
        <a:bodyPr/>
        <a:lstStyle/>
        <a:p>
          <a:endParaRPr lang="uk-UA"/>
        </a:p>
      </dgm:t>
    </dgm:pt>
    <dgm:pt modelId="{987A8376-31DE-4C68-8145-EA8E01C5BC82}">
      <dgm:prSet/>
      <dgm:spPr/>
      <dgm:t>
        <a:bodyPr/>
        <a:lstStyle/>
        <a:p>
          <a:r>
            <a:rPr lang="ru-RU" b="0" i="0"/>
            <a:t>обороною на Маріупольському напрямку.</a:t>
          </a:r>
          <a:endParaRPr lang="uk-UA"/>
        </a:p>
      </dgm:t>
    </dgm:pt>
    <dgm:pt modelId="{1A0153D1-7397-4CF8-B90A-626C31DB3F92}" type="parTrans" cxnId="{3620B7DB-F060-4D23-B09B-3EECEDA2B0F8}">
      <dgm:prSet/>
      <dgm:spPr/>
      <dgm:t>
        <a:bodyPr/>
        <a:lstStyle/>
        <a:p>
          <a:endParaRPr lang="uk-UA"/>
        </a:p>
      </dgm:t>
    </dgm:pt>
    <dgm:pt modelId="{0251DA95-750A-4CAA-99B0-747848C13F6B}" type="sibTrans" cxnId="{3620B7DB-F060-4D23-B09B-3EECEDA2B0F8}">
      <dgm:prSet/>
      <dgm:spPr/>
      <dgm:t>
        <a:bodyPr/>
        <a:lstStyle/>
        <a:p>
          <a:endParaRPr lang="uk-UA"/>
        </a:p>
      </dgm:t>
    </dgm:pt>
    <dgm:pt modelId="{6ADE2503-DE5A-4AAC-9F6C-C318A50F0891}">
      <dgm:prSet/>
      <dgm:spPr/>
      <dgm:t>
        <a:bodyPr/>
        <a:lstStyle/>
        <a:p>
          <a:r>
            <a:rPr lang="ru-RU" b="0" i="0"/>
            <a:t>захистом Донецького аеропорту.</a:t>
          </a:r>
          <a:endParaRPr lang="uk-UA"/>
        </a:p>
      </dgm:t>
    </dgm:pt>
    <dgm:pt modelId="{7E695FA2-521F-4FC5-A6CE-BF3DAD9401E9}" type="parTrans" cxnId="{AE0FB01A-D854-4F00-ACA7-AA2AF9D78C7F}">
      <dgm:prSet/>
      <dgm:spPr/>
      <dgm:t>
        <a:bodyPr/>
        <a:lstStyle/>
        <a:p>
          <a:endParaRPr lang="uk-UA"/>
        </a:p>
      </dgm:t>
    </dgm:pt>
    <dgm:pt modelId="{9630C7B2-6024-46E1-9553-5ED47BAFD7D6}" type="sibTrans" cxnId="{AE0FB01A-D854-4F00-ACA7-AA2AF9D78C7F}">
      <dgm:prSet/>
      <dgm:spPr/>
      <dgm:t>
        <a:bodyPr/>
        <a:lstStyle/>
        <a:p>
          <a:endParaRPr lang="uk-UA"/>
        </a:p>
      </dgm:t>
    </dgm:pt>
    <dgm:pt modelId="{9F2D0378-3A61-48C2-81E3-F46DEE56E4B0}" type="pres">
      <dgm:prSet presAssocID="{2031D140-9237-4A14-A57B-3FB5B908552B}" presName="linear" presStyleCnt="0">
        <dgm:presLayoutVars>
          <dgm:animLvl val="lvl"/>
          <dgm:resizeHandles val="exact"/>
        </dgm:presLayoutVars>
      </dgm:prSet>
      <dgm:spPr/>
    </dgm:pt>
    <dgm:pt modelId="{DB2F2983-73F7-4454-8EC4-BE1283C11099}" type="pres">
      <dgm:prSet presAssocID="{93A8C27F-BA1E-4AB2-9703-2208958C6F1A}" presName="parentText" presStyleLbl="node1" presStyleIdx="0" presStyleCnt="4">
        <dgm:presLayoutVars>
          <dgm:chMax val="0"/>
          <dgm:bulletEnabled val="1"/>
        </dgm:presLayoutVars>
      </dgm:prSet>
      <dgm:spPr/>
    </dgm:pt>
    <dgm:pt modelId="{B779E864-2810-49F4-A804-DB721DCC6B80}" type="pres">
      <dgm:prSet presAssocID="{D10E05E8-99CD-4741-A978-D99B726C653B}" presName="spacer" presStyleCnt="0"/>
      <dgm:spPr/>
    </dgm:pt>
    <dgm:pt modelId="{D47D3C36-D9D0-45E3-A1A6-A6B040B3A79C}" type="pres">
      <dgm:prSet presAssocID="{F0363DF3-A684-4D93-B429-3D9A18EB7799}" presName="parentText" presStyleLbl="node1" presStyleIdx="1" presStyleCnt="4">
        <dgm:presLayoutVars>
          <dgm:chMax val="0"/>
          <dgm:bulletEnabled val="1"/>
        </dgm:presLayoutVars>
      </dgm:prSet>
      <dgm:spPr/>
    </dgm:pt>
    <dgm:pt modelId="{4E6072CF-6641-4D84-AA31-0822959A4169}" type="pres">
      <dgm:prSet presAssocID="{C58F802E-57CD-40F7-B52F-6D4FA1F584FB}" presName="spacer" presStyleCnt="0"/>
      <dgm:spPr/>
    </dgm:pt>
    <dgm:pt modelId="{9BB53B0C-68D1-4D00-8F6B-3DCBC3EC968E}" type="pres">
      <dgm:prSet presAssocID="{987A8376-31DE-4C68-8145-EA8E01C5BC82}" presName="parentText" presStyleLbl="node1" presStyleIdx="2" presStyleCnt="4">
        <dgm:presLayoutVars>
          <dgm:chMax val="0"/>
          <dgm:bulletEnabled val="1"/>
        </dgm:presLayoutVars>
      </dgm:prSet>
      <dgm:spPr/>
    </dgm:pt>
    <dgm:pt modelId="{8FF3B059-6EF1-49E6-8A25-7AA0225272FC}" type="pres">
      <dgm:prSet presAssocID="{0251DA95-750A-4CAA-99B0-747848C13F6B}" presName="spacer" presStyleCnt="0"/>
      <dgm:spPr/>
    </dgm:pt>
    <dgm:pt modelId="{3D15007B-428A-4D01-AF18-363B29FD1E8A}" type="pres">
      <dgm:prSet presAssocID="{6ADE2503-DE5A-4AAC-9F6C-C318A50F0891}" presName="parentText" presStyleLbl="node1" presStyleIdx="3" presStyleCnt="4">
        <dgm:presLayoutVars>
          <dgm:chMax val="0"/>
          <dgm:bulletEnabled val="1"/>
        </dgm:presLayoutVars>
      </dgm:prSet>
      <dgm:spPr/>
    </dgm:pt>
  </dgm:ptLst>
  <dgm:cxnLst>
    <dgm:cxn modelId="{AE0FB01A-D854-4F00-ACA7-AA2AF9D78C7F}" srcId="{2031D140-9237-4A14-A57B-3FB5B908552B}" destId="{6ADE2503-DE5A-4AAC-9F6C-C318A50F0891}" srcOrd="3" destOrd="0" parTransId="{7E695FA2-521F-4FC5-A6CE-BF3DAD9401E9}" sibTransId="{9630C7B2-6024-46E1-9553-5ED47BAFD7D6}"/>
    <dgm:cxn modelId="{A691DB62-64FB-47D2-871E-824BF8438761}" type="presOf" srcId="{987A8376-31DE-4C68-8145-EA8E01C5BC82}" destId="{9BB53B0C-68D1-4D00-8F6B-3DCBC3EC968E}" srcOrd="0" destOrd="0" presId="urn:microsoft.com/office/officeart/2005/8/layout/vList2"/>
    <dgm:cxn modelId="{E91E3F69-BF9B-4C75-A38E-859CFFF11599}" type="presOf" srcId="{F0363DF3-A684-4D93-B429-3D9A18EB7799}" destId="{D47D3C36-D9D0-45E3-A1A6-A6B040B3A79C}" srcOrd="0" destOrd="0" presId="urn:microsoft.com/office/officeart/2005/8/layout/vList2"/>
    <dgm:cxn modelId="{B1D36991-3CAC-4087-A115-CC5A1B49AA91}" srcId="{2031D140-9237-4A14-A57B-3FB5B908552B}" destId="{F0363DF3-A684-4D93-B429-3D9A18EB7799}" srcOrd="1" destOrd="0" parTransId="{6A17D715-A0B0-4A4C-B0DC-4A5453D3D7AE}" sibTransId="{C58F802E-57CD-40F7-B52F-6D4FA1F584FB}"/>
    <dgm:cxn modelId="{8301F39C-0FE7-4E75-98A9-DD6FD0377676}" srcId="{2031D140-9237-4A14-A57B-3FB5B908552B}" destId="{93A8C27F-BA1E-4AB2-9703-2208958C6F1A}" srcOrd="0" destOrd="0" parTransId="{25C7EA59-C49C-45AF-A257-5419BE3DF2C4}" sibTransId="{D10E05E8-99CD-4741-A978-D99B726C653B}"/>
    <dgm:cxn modelId="{8316F8BA-2F11-46A9-A516-A120D4E0DBEA}" type="presOf" srcId="{6ADE2503-DE5A-4AAC-9F6C-C318A50F0891}" destId="{3D15007B-428A-4D01-AF18-363B29FD1E8A}" srcOrd="0" destOrd="0" presId="urn:microsoft.com/office/officeart/2005/8/layout/vList2"/>
    <dgm:cxn modelId="{AFEB91D0-D572-495B-A1B8-A3D13CD2701E}" type="presOf" srcId="{93A8C27F-BA1E-4AB2-9703-2208958C6F1A}" destId="{DB2F2983-73F7-4454-8EC4-BE1283C11099}" srcOrd="0" destOrd="0" presId="urn:microsoft.com/office/officeart/2005/8/layout/vList2"/>
    <dgm:cxn modelId="{3620B7DB-F060-4D23-B09B-3EECEDA2B0F8}" srcId="{2031D140-9237-4A14-A57B-3FB5B908552B}" destId="{987A8376-31DE-4C68-8145-EA8E01C5BC82}" srcOrd="2" destOrd="0" parTransId="{1A0153D1-7397-4CF8-B90A-626C31DB3F92}" sibTransId="{0251DA95-750A-4CAA-99B0-747848C13F6B}"/>
    <dgm:cxn modelId="{795717ED-263F-4E4C-ABFC-F5B9AC46AD2F}" type="presOf" srcId="{2031D140-9237-4A14-A57B-3FB5B908552B}" destId="{9F2D0378-3A61-48C2-81E3-F46DEE56E4B0}" srcOrd="0" destOrd="0" presId="urn:microsoft.com/office/officeart/2005/8/layout/vList2"/>
    <dgm:cxn modelId="{689AA50A-7834-4F5A-AB47-739B25EF4763}" type="presParOf" srcId="{9F2D0378-3A61-48C2-81E3-F46DEE56E4B0}" destId="{DB2F2983-73F7-4454-8EC4-BE1283C11099}" srcOrd="0" destOrd="0" presId="urn:microsoft.com/office/officeart/2005/8/layout/vList2"/>
    <dgm:cxn modelId="{02F53BC7-EE9F-4B1E-B3B7-8F7854899E20}" type="presParOf" srcId="{9F2D0378-3A61-48C2-81E3-F46DEE56E4B0}" destId="{B779E864-2810-49F4-A804-DB721DCC6B80}" srcOrd="1" destOrd="0" presId="urn:microsoft.com/office/officeart/2005/8/layout/vList2"/>
    <dgm:cxn modelId="{3A1DD22D-B963-4EFF-9C7B-A2278A948B95}" type="presParOf" srcId="{9F2D0378-3A61-48C2-81E3-F46DEE56E4B0}" destId="{D47D3C36-D9D0-45E3-A1A6-A6B040B3A79C}" srcOrd="2" destOrd="0" presId="urn:microsoft.com/office/officeart/2005/8/layout/vList2"/>
    <dgm:cxn modelId="{C4F58B68-4A6D-4FC5-B06A-278702944EFD}" type="presParOf" srcId="{9F2D0378-3A61-48C2-81E3-F46DEE56E4B0}" destId="{4E6072CF-6641-4D84-AA31-0822959A4169}" srcOrd="3" destOrd="0" presId="urn:microsoft.com/office/officeart/2005/8/layout/vList2"/>
    <dgm:cxn modelId="{53FA9F57-D362-4E9C-929D-E024CCCB9669}" type="presParOf" srcId="{9F2D0378-3A61-48C2-81E3-F46DEE56E4B0}" destId="{9BB53B0C-68D1-4D00-8F6B-3DCBC3EC968E}" srcOrd="4" destOrd="0" presId="urn:microsoft.com/office/officeart/2005/8/layout/vList2"/>
    <dgm:cxn modelId="{8F68F765-8E20-440C-846D-21059FC07F81}" type="presParOf" srcId="{9F2D0378-3A61-48C2-81E3-F46DEE56E4B0}" destId="{8FF3B059-6EF1-49E6-8A25-7AA0225272FC}" srcOrd="5" destOrd="0" presId="urn:microsoft.com/office/officeart/2005/8/layout/vList2"/>
    <dgm:cxn modelId="{6864769E-9155-46BE-B11C-D88CD4201C8B}" type="presParOf" srcId="{9F2D0378-3A61-48C2-81E3-F46DEE56E4B0}" destId="{3D15007B-428A-4D01-AF18-363B29FD1E8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2D0782A5-A243-46F4-BF47-EA1509AE19E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C9929521-5AA3-4DE1-B826-AC5E5BF8EC30}">
      <dgm:prSet/>
      <dgm:spPr/>
      <dgm:t>
        <a:bodyPr/>
        <a:lstStyle/>
        <a:p>
          <a:r>
            <a:rPr lang="ru-RU" b="0" i="0"/>
            <a:t>міста Іловайська.</a:t>
          </a:r>
          <a:endParaRPr lang="uk-UA"/>
        </a:p>
      </dgm:t>
    </dgm:pt>
    <dgm:pt modelId="{FA59E408-A846-401B-AC7A-7E46BA09CD2A}" type="parTrans" cxnId="{4B6D5664-69F6-4BC1-B60D-0276348B5775}">
      <dgm:prSet/>
      <dgm:spPr/>
      <dgm:t>
        <a:bodyPr/>
        <a:lstStyle/>
        <a:p>
          <a:endParaRPr lang="uk-UA"/>
        </a:p>
      </dgm:t>
    </dgm:pt>
    <dgm:pt modelId="{1B016670-CBA7-4401-BF20-398D4AC2A564}" type="sibTrans" cxnId="{4B6D5664-69F6-4BC1-B60D-0276348B5775}">
      <dgm:prSet/>
      <dgm:spPr/>
      <dgm:t>
        <a:bodyPr/>
        <a:lstStyle/>
        <a:p>
          <a:endParaRPr lang="uk-UA"/>
        </a:p>
      </dgm:t>
    </dgm:pt>
    <dgm:pt modelId="{9F092BC7-8DDE-4A63-BB16-83D28B38D986}">
      <dgm:prSet/>
      <dgm:spPr/>
      <dgm:t>
        <a:bodyPr/>
        <a:lstStyle/>
        <a:p>
          <a:r>
            <a:rPr lang="ru-RU" b="0" i="0"/>
            <a:t>Донецького аеропорту.</a:t>
          </a:r>
          <a:endParaRPr lang="uk-UA"/>
        </a:p>
      </dgm:t>
    </dgm:pt>
    <dgm:pt modelId="{BB5B8C43-C5B6-464D-813A-C8C7CA480A60}" type="parTrans" cxnId="{4F32740C-3458-4BD5-83C3-D539B34542AC}">
      <dgm:prSet/>
      <dgm:spPr/>
      <dgm:t>
        <a:bodyPr/>
        <a:lstStyle/>
        <a:p>
          <a:endParaRPr lang="uk-UA"/>
        </a:p>
      </dgm:t>
    </dgm:pt>
    <dgm:pt modelId="{79801182-EB8C-41E4-A149-A5FEAF18C0B2}" type="sibTrans" cxnId="{4F32740C-3458-4BD5-83C3-D539B34542AC}">
      <dgm:prSet/>
      <dgm:spPr/>
      <dgm:t>
        <a:bodyPr/>
        <a:lstStyle/>
        <a:p>
          <a:endParaRPr lang="uk-UA"/>
        </a:p>
      </dgm:t>
    </dgm:pt>
    <dgm:pt modelId="{E5500FA4-BCC4-4D69-8C16-676A66C7CA16}">
      <dgm:prSet/>
      <dgm:spPr/>
      <dgm:t>
        <a:bodyPr/>
        <a:lstStyle/>
        <a:p>
          <a:r>
            <a:rPr lang="ru-RU" b="0" i="0"/>
            <a:t>кургану Савур-Могила.</a:t>
          </a:r>
          <a:endParaRPr lang="uk-UA"/>
        </a:p>
      </dgm:t>
    </dgm:pt>
    <dgm:pt modelId="{964501F7-787C-4985-99F0-CEC4BAC35D3F}" type="parTrans" cxnId="{D7CFFA77-AAA8-42A7-BE67-EEED5F6D1802}">
      <dgm:prSet/>
      <dgm:spPr/>
      <dgm:t>
        <a:bodyPr/>
        <a:lstStyle/>
        <a:p>
          <a:endParaRPr lang="uk-UA"/>
        </a:p>
      </dgm:t>
    </dgm:pt>
    <dgm:pt modelId="{212BBC0F-406A-48DB-B56E-08EEDE1D053C}" type="sibTrans" cxnId="{D7CFFA77-AAA8-42A7-BE67-EEED5F6D1802}">
      <dgm:prSet/>
      <dgm:spPr/>
      <dgm:t>
        <a:bodyPr/>
        <a:lstStyle/>
        <a:p>
          <a:endParaRPr lang="uk-UA"/>
        </a:p>
      </dgm:t>
    </dgm:pt>
    <dgm:pt modelId="{A54A5398-8602-4455-955E-E981AD4A2675}">
      <dgm:prSet/>
      <dgm:spPr/>
      <dgm:t>
        <a:bodyPr/>
        <a:lstStyle/>
        <a:p>
          <a:r>
            <a:rPr lang="ru-RU" b="0" i="0"/>
            <a:t>Дебальцевського плацдарму.</a:t>
          </a:r>
          <a:endParaRPr lang="uk-UA"/>
        </a:p>
      </dgm:t>
    </dgm:pt>
    <dgm:pt modelId="{523B268C-4A5E-4F03-BEAD-9487934AF706}" type="parTrans" cxnId="{67390C22-5574-4700-9861-99D852F7E690}">
      <dgm:prSet/>
      <dgm:spPr/>
      <dgm:t>
        <a:bodyPr/>
        <a:lstStyle/>
        <a:p>
          <a:endParaRPr lang="uk-UA"/>
        </a:p>
      </dgm:t>
    </dgm:pt>
    <dgm:pt modelId="{7BE23455-986B-47FC-ACDA-46CA33EF9A5C}" type="sibTrans" cxnId="{67390C22-5574-4700-9861-99D852F7E690}">
      <dgm:prSet/>
      <dgm:spPr/>
      <dgm:t>
        <a:bodyPr/>
        <a:lstStyle/>
        <a:p>
          <a:endParaRPr lang="uk-UA"/>
        </a:p>
      </dgm:t>
    </dgm:pt>
    <dgm:pt modelId="{8E9C70DF-C82D-46E9-917C-F0A8D1D7A272}" type="pres">
      <dgm:prSet presAssocID="{2D0782A5-A243-46F4-BF47-EA1509AE19E8}" presName="linear" presStyleCnt="0">
        <dgm:presLayoutVars>
          <dgm:animLvl val="lvl"/>
          <dgm:resizeHandles val="exact"/>
        </dgm:presLayoutVars>
      </dgm:prSet>
      <dgm:spPr/>
    </dgm:pt>
    <dgm:pt modelId="{5835BC59-8D55-4B1A-8978-C4E8205FFA44}" type="pres">
      <dgm:prSet presAssocID="{C9929521-5AA3-4DE1-B826-AC5E5BF8EC30}" presName="parentText" presStyleLbl="node1" presStyleIdx="0" presStyleCnt="4">
        <dgm:presLayoutVars>
          <dgm:chMax val="0"/>
          <dgm:bulletEnabled val="1"/>
        </dgm:presLayoutVars>
      </dgm:prSet>
      <dgm:spPr/>
    </dgm:pt>
    <dgm:pt modelId="{A043A110-6C66-43EE-8D23-46784C485CE3}" type="pres">
      <dgm:prSet presAssocID="{1B016670-CBA7-4401-BF20-398D4AC2A564}" presName="spacer" presStyleCnt="0"/>
      <dgm:spPr/>
    </dgm:pt>
    <dgm:pt modelId="{3969777F-26DD-4336-8613-022D5344A8B3}" type="pres">
      <dgm:prSet presAssocID="{9F092BC7-8DDE-4A63-BB16-83D28B38D986}" presName="parentText" presStyleLbl="node1" presStyleIdx="1" presStyleCnt="4">
        <dgm:presLayoutVars>
          <dgm:chMax val="0"/>
          <dgm:bulletEnabled val="1"/>
        </dgm:presLayoutVars>
      </dgm:prSet>
      <dgm:spPr/>
    </dgm:pt>
    <dgm:pt modelId="{D1E7DF0E-5360-4176-BD6C-3F4110A8F4E2}" type="pres">
      <dgm:prSet presAssocID="{79801182-EB8C-41E4-A149-A5FEAF18C0B2}" presName="spacer" presStyleCnt="0"/>
      <dgm:spPr/>
    </dgm:pt>
    <dgm:pt modelId="{952C8A51-4F4F-45DB-9B89-7ACF6BC58BE3}" type="pres">
      <dgm:prSet presAssocID="{E5500FA4-BCC4-4D69-8C16-676A66C7CA16}" presName="parentText" presStyleLbl="node1" presStyleIdx="2" presStyleCnt="4">
        <dgm:presLayoutVars>
          <dgm:chMax val="0"/>
          <dgm:bulletEnabled val="1"/>
        </dgm:presLayoutVars>
      </dgm:prSet>
      <dgm:spPr/>
    </dgm:pt>
    <dgm:pt modelId="{9A590BCD-9560-48AE-BC42-536BD449220B}" type="pres">
      <dgm:prSet presAssocID="{212BBC0F-406A-48DB-B56E-08EEDE1D053C}" presName="spacer" presStyleCnt="0"/>
      <dgm:spPr/>
    </dgm:pt>
    <dgm:pt modelId="{753C07B3-8B3F-4316-A19F-810A786618EA}" type="pres">
      <dgm:prSet presAssocID="{A54A5398-8602-4455-955E-E981AD4A2675}" presName="parentText" presStyleLbl="node1" presStyleIdx="3" presStyleCnt="4">
        <dgm:presLayoutVars>
          <dgm:chMax val="0"/>
          <dgm:bulletEnabled val="1"/>
        </dgm:presLayoutVars>
      </dgm:prSet>
      <dgm:spPr/>
    </dgm:pt>
  </dgm:ptLst>
  <dgm:cxnLst>
    <dgm:cxn modelId="{A66D2703-DF28-4644-95E7-6166A2CF14FE}" type="presOf" srcId="{9F092BC7-8DDE-4A63-BB16-83D28B38D986}" destId="{3969777F-26DD-4336-8613-022D5344A8B3}" srcOrd="0" destOrd="0" presId="urn:microsoft.com/office/officeart/2005/8/layout/vList2"/>
    <dgm:cxn modelId="{4F32740C-3458-4BD5-83C3-D539B34542AC}" srcId="{2D0782A5-A243-46F4-BF47-EA1509AE19E8}" destId="{9F092BC7-8DDE-4A63-BB16-83D28B38D986}" srcOrd="1" destOrd="0" parTransId="{BB5B8C43-C5B6-464D-813A-C8C7CA480A60}" sibTransId="{79801182-EB8C-41E4-A149-A5FEAF18C0B2}"/>
    <dgm:cxn modelId="{C82DE90E-B179-487B-BD76-88D126A167B4}" type="presOf" srcId="{2D0782A5-A243-46F4-BF47-EA1509AE19E8}" destId="{8E9C70DF-C82D-46E9-917C-F0A8D1D7A272}" srcOrd="0" destOrd="0" presId="urn:microsoft.com/office/officeart/2005/8/layout/vList2"/>
    <dgm:cxn modelId="{67390C22-5574-4700-9861-99D852F7E690}" srcId="{2D0782A5-A243-46F4-BF47-EA1509AE19E8}" destId="{A54A5398-8602-4455-955E-E981AD4A2675}" srcOrd="3" destOrd="0" parTransId="{523B268C-4A5E-4F03-BEAD-9487934AF706}" sibTransId="{7BE23455-986B-47FC-ACDA-46CA33EF9A5C}"/>
    <dgm:cxn modelId="{A49A145D-DDDD-4835-84A1-F7DA708028B6}" type="presOf" srcId="{A54A5398-8602-4455-955E-E981AD4A2675}" destId="{753C07B3-8B3F-4316-A19F-810A786618EA}" srcOrd="0" destOrd="0" presId="urn:microsoft.com/office/officeart/2005/8/layout/vList2"/>
    <dgm:cxn modelId="{4B6D5664-69F6-4BC1-B60D-0276348B5775}" srcId="{2D0782A5-A243-46F4-BF47-EA1509AE19E8}" destId="{C9929521-5AA3-4DE1-B826-AC5E5BF8EC30}" srcOrd="0" destOrd="0" parTransId="{FA59E408-A846-401B-AC7A-7E46BA09CD2A}" sibTransId="{1B016670-CBA7-4401-BF20-398D4AC2A564}"/>
    <dgm:cxn modelId="{4FA53971-1718-4BC6-87E1-DBA1B805A166}" type="presOf" srcId="{E5500FA4-BCC4-4D69-8C16-676A66C7CA16}" destId="{952C8A51-4F4F-45DB-9B89-7ACF6BC58BE3}" srcOrd="0" destOrd="0" presId="urn:microsoft.com/office/officeart/2005/8/layout/vList2"/>
    <dgm:cxn modelId="{D7CFFA77-AAA8-42A7-BE67-EEED5F6D1802}" srcId="{2D0782A5-A243-46F4-BF47-EA1509AE19E8}" destId="{E5500FA4-BCC4-4D69-8C16-676A66C7CA16}" srcOrd="2" destOrd="0" parTransId="{964501F7-787C-4985-99F0-CEC4BAC35D3F}" sibTransId="{212BBC0F-406A-48DB-B56E-08EEDE1D053C}"/>
    <dgm:cxn modelId="{2C9E2C7D-30E4-4700-BA9E-52651F8796AC}" type="presOf" srcId="{C9929521-5AA3-4DE1-B826-AC5E5BF8EC30}" destId="{5835BC59-8D55-4B1A-8978-C4E8205FFA44}" srcOrd="0" destOrd="0" presId="urn:microsoft.com/office/officeart/2005/8/layout/vList2"/>
    <dgm:cxn modelId="{3E72E133-1D98-4660-9333-8E9AA0BCBBA1}" type="presParOf" srcId="{8E9C70DF-C82D-46E9-917C-F0A8D1D7A272}" destId="{5835BC59-8D55-4B1A-8978-C4E8205FFA44}" srcOrd="0" destOrd="0" presId="urn:microsoft.com/office/officeart/2005/8/layout/vList2"/>
    <dgm:cxn modelId="{35F5A51E-0D04-4FEB-AA00-5F2259AED388}" type="presParOf" srcId="{8E9C70DF-C82D-46E9-917C-F0A8D1D7A272}" destId="{A043A110-6C66-43EE-8D23-46784C485CE3}" srcOrd="1" destOrd="0" presId="urn:microsoft.com/office/officeart/2005/8/layout/vList2"/>
    <dgm:cxn modelId="{490449AC-C922-4CAD-94EE-017B4862D4F6}" type="presParOf" srcId="{8E9C70DF-C82D-46E9-917C-F0A8D1D7A272}" destId="{3969777F-26DD-4336-8613-022D5344A8B3}" srcOrd="2" destOrd="0" presId="urn:microsoft.com/office/officeart/2005/8/layout/vList2"/>
    <dgm:cxn modelId="{FDBE8A43-1873-497D-B84A-A7C9A0B75C21}" type="presParOf" srcId="{8E9C70DF-C82D-46E9-917C-F0A8D1D7A272}" destId="{D1E7DF0E-5360-4176-BD6C-3F4110A8F4E2}" srcOrd="3" destOrd="0" presId="urn:microsoft.com/office/officeart/2005/8/layout/vList2"/>
    <dgm:cxn modelId="{1E645DE2-B25D-4AD6-9B94-73C86B95DD78}" type="presParOf" srcId="{8E9C70DF-C82D-46E9-917C-F0A8D1D7A272}" destId="{952C8A51-4F4F-45DB-9B89-7ACF6BC58BE3}" srcOrd="4" destOrd="0" presId="urn:microsoft.com/office/officeart/2005/8/layout/vList2"/>
    <dgm:cxn modelId="{4BAD22D6-4DDF-46E3-B28F-EB8F2FFD70C6}" type="presParOf" srcId="{8E9C70DF-C82D-46E9-917C-F0A8D1D7A272}" destId="{9A590BCD-9560-48AE-BC42-536BD449220B}" srcOrd="5" destOrd="0" presId="urn:microsoft.com/office/officeart/2005/8/layout/vList2"/>
    <dgm:cxn modelId="{DD2182F4-CD9E-4978-88B3-5B10A50A224C}" type="presParOf" srcId="{8E9C70DF-C82D-46E9-917C-F0A8D1D7A272}" destId="{753C07B3-8B3F-4316-A19F-810A786618E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B9B4428C-9122-441E-808F-C0276295E7B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57EC72FC-DEDF-435E-9FD6-22C75CE42C5D}">
      <dgm:prSet/>
      <dgm:spPr/>
      <dgm:t>
        <a:bodyPr/>
        <a:lstStyle/>
        <a:p>
          <a:r>
            <a:rPr lang="uk-UA" b="0" i="0"/>
            <a:t>створенням Народного Руху України.</a:t>
          </a:r>
          <a:endParaRPr lang="uk-UA"/>
        </a:p>
      </dgm:t>
    </dgm:pt>
    <dgm:pt modelId="{C03B84DF-C46E-40BA-AC78-9FAC4394B6B7}" type="parTrans" cxnId="{B7A3D341-F610-4694-BFD4-FAB8A5C7C80F}">
      <dgm:prSet/>
      <dgm:spPr/>
      <dgm:t>
        <a:bodyPr/>
        <a:lstStyle/>
        <a:p>
          <a:endParaRPr lang="uk-UA"/>
        </a:p>
      </dgm:t>
    </dgm:pt>
    <dgm:pt modelId="{DB1B2D36-0111-4E0E-958B-196F0823410B}" type="sibTrans" cxnId="{B7A3D341-F610-4694-BFD4-FAB8A5C7C80F}">
      <dgm:prSet/>
      <dgm:spPr/>
      <dgm:t>
        <a:bodyPr/>
        <a:lstStyle/>
        <a:p>
          <a:endParaRPr lang="uk-UA"/>
        </a:p>
      </dgm:t>
    </dgm:pt>
    <dgm:pt modelId="{C9FF51DB-A914-4E82-847E-062B7EAE4644}">
      <dgm:prSet/>
      <dgm:spPr/>
      <dgm:t>
        <a:bodyPr/>
        <a:lstStyle/>
        <a:p>
          <a:r>
            <a:rPr lang="uk-UA" b="0" i="0"/>
            <a:t>заснуванням Збройних Сил України.</a:t>
          </a:r>
          <a:endParaRPr lang="uk-UA"/>
        </a:p>
      </dgm:t>
    </dgm:pt>
    <dgm:pt modelId="{640B7BB0-9E62-4F53-8F99-CE48715776A7}" type="parTrans" cxnId="{284C1C23-533B-49CE-B2BD-4F1280936A5E}">
      <dgm:prSet/>
      <dgm:spPr/>
      <dgm:t>
        <a:bodyPr/>
        <a:lstStyle/>
        <a:p>
          <a:endParaRPr lang="uk-UA"/>
        </a:p>
      </dgm:t>
    </dgm:pt>
    <dgm:pt modelId="{8A75BA77-407F-453D-AC5D-A16C39AB46B3}" type="sibTrans" cxnId="{284C1C23-533B-49CE-B2BD-4F1280936A5E}">
      <dgm:prSet/>
      <dgm:spPr/>
      <dgm:t>
        <a:bodyPr/>
        <a:lstStyle/>
        <a:p>
          <a:endParaRPr lang="uk-UA"/>
        </a:p>
      </dgm:t>
    </dgm:pt>
    <dgm:pt modelId="{F71839D4-5CCE-4871-8E06-587FC19D94B6}">
      <dgm:prSet/>
      <dgm:spPr/>
      <dgm:t>
        <a:bodyPr/>
        <a:lstStyle/>
        <a:p>
          <a:r>
            <a:rPr lang="uk-UA" b="0" i="0"/>
            <a:t>проголошенням незалежності України.</a:t>
          </a:r>
          <a:endParaRPr lang="uk-UA"/>
        </a:p>
      </dgm:t>
    </dgm:pt>
    <dgm:pt modelId="{291E1F33-12F2-4EEA-B0B1-BAD64B59322D}" type="parTrans" cxnId="{91897484-EB14-42CF-9BC3-F218C0073B00}">
      <dgm:prSet/>
      <dgm:spPr/>
      <dgm:t>
        <a:bodyPr/>
        <a:lstStyle/>
        <a:p>
          <a:endParaRPr lang="uk-UA"/>
        </a:p>
      </dgm:t>
    </dgm:pt>
    <dgm:pt modelId="{209860AF-113C-45B8-9D46-358594F98E53}" type="sibTrans" cxnId="{91897484-EB14-42CF-9BC3-F218C0073B00}">
      <dgm:prSet/>
      <dgm:spPr/>
      <dgm:t>
        <a:bodyPr/>
        <a:lstStyle/>
        <a:p>
          <a:endParaRPr lang="uk-UA"/>
        </a:p>
      </dgm:t>
    </dgm:pt>
    <dgm:pt modelId="{2A41591A-B280-4F1B-8720-C4A57DFB6368}">
      <dgm:prSet/>
      <dgm:spPr/>
      <dgm:t>
        <a:bodyPr/>
        <a:lstStyle/>
        <a:p>
          <a:r>
            <a:rPr lang="uk-UA" b="0" i="0"/>
            <a:t>розгортанням російської агресії проти України.</a:t>
          </a:r>
          <a:endParaRPr lang="uk-UA"/>
        </a:p>
      </dgm:t>
    </dgm:pt>
    <dgm:pt modelId="{C5AC20C7-F098-4A35-A9C0-B0E8F67FCC4E}" type="parTrans" cxnId="{BB3312E5-A22D-4326-9374-30909D6A2993}">
      <dgm:prSet/>
      <dgm:spPr/>
      <dgm:t>
        <a:bodyPr/>
        <a:lstStyle/>
        <a:p>
          <a:endParaRPr lang="uk-UA"/>
        </a:p>
      </dgm:t>
    </dgm:pt>
    <dgm:pt modelId="{0D52EF30-A98F-4D16-9ECB-B1AC9CE5B6F7}" type="sibTrans" cxnId="{BB3312E5-A22D-4326-9374-30909D6A2993}">
      <dgm:prSet/>
      <dgm:spPr/>
      <dgm:t>
        <a:bodyPr/>
        <a:lstStyle/>
        <a:p>
          <a:endParaRPr lang="uk-UA"/>
        </a:p>
      </dgm:t>
    </dgm:pt>
    <dgm:pt modelId="{6BDD86DB-593A-4EA1-9888-2ED5F45E7A36}" type="pres">
      <dgm:prSet presAssocID="{B9B4428C-9122-441E-808F-C0276295E7BD}" presName="linear" presStyleCnt="0">
        <dgm:presLayoutVars>
          <dgm:animLvl val="lvl"/>
          <dgm:resizeHandles val="exact"/>
        </dgm:presLayoutVars>
      </dgm:prSet>
      <dgm:spPr/>
    </dgm:pt>
    <dgm:pt modelId="{0381FE6E-06F8-4BA1-B770-EF23A018B62A}" type="pres">
      <dgm:prSet presAssocID="{57EC72FC-DEDF-435E-9FD6-22C75CE42C5D}" presName="parentText" presStyleLbl="node1" presStyleIdx="0" presStyleCnt="4">
        <dgm:presLayoutVars>
          <dgm:chMax val="0"/>
          <dgm:bulletEnabled val="1"/>
        </dgm:presLayoutVars>
      </dgm:prSet>
      <dgm:spPr/>
    </dgm:pt>
    <dgm:pt modelId="{D3760BF2-CDA6-410F-B40F-325F48763696}" type="pres">
      <dgm:prSet presAssocID="{DB1B2D36-0111-4E0E-958B-196F0823410B}" presName="spacer" presStyleCnt="0"/>
      <dgm:spPr/>
    </dgm:pt>
    <dgm:pt modelId="{530A0B11-223D-4415-929D-6AD0B4303074}" type="pres">
      <dgm:prSet presAssocID="{C9FF51DB-A914-4E82-847E-062B7EAE4644}" presName="parentText" presStyleLbl="node1" presStyleIdx="1" presStyleCnt="4">
        <dgm:presLayoutVars>
          <dgm:chMax val="0"/>
          <dgm:bulletEnabled val="1"/>
        </dgm:presLayoutVars>
      </dgm:prSet>
      <dgm:spPr/>
    </dgm:pt>
    <dgm:pt modelId="{1184B66D-5934-4FC1-9B3D-59438098EB97}" type="pres">
      <dgm:prSet presAssocID="{8A75BA77-407F-453D-AC5D-A16C39AB46B3}" presName="spacer" presStyleCnt="0"/>
      <dgm:spPr/>
    </dgm:pt>
    <dgm:pt modelId="{3AC4ABD0-A333-4F62-A327-839CA593BC05}" type="pres">
      <dgm:prSet presAssocID="{F71839D4-5CCE-4871-8E06-587FC19D94B6}" presName="parentText" presStyleLbl="node1" presStyleIdx="2" presStyleCnt="4">
        <dgm:presLayoutVars>
          <dgm:chMax val="0"/>
          <dgm:bulletEnabled val="1"/>
        </dgm:presLayoutVars>
      </dgm:prSet>
      <dgm:spPr/>
    </dgm:pt>
    <dgm:pt modelId="{1E896025-41F8-4EDE-92D3-F9EDF768ABED}" type="pres">
      <dgm:prSet presAssocID="{209860AF-113C-45B8-9D46-358594F98E53}" presName="spacer" presStyleCnt="0"/>
      <dgm:spPr/>
    </dgm:pt>
    <dgm:pt modelId="{8A097BC3-12EA-4DDF-BB49-2BE4BF0BAF88}" type="pres">
      <dgm:prSet presAssocID="{2A41591A-B280-4F1B-8720-C4A57DFB6368}" presName="parentText" presStyleLbl="node1" presStyleIdx="3" presStyleCnt="4">
        <dgm:presLayoutVars>
          <dgm:chMax val="0"/>
          <dgm:bulletEnabled val="1"/>
        </dgm:presLayoutVars>
      </dgm:prSet>
      <dgm:spPr/>
    </dgm:pt>
  </dgm:ptLst>
  <dgm:cxnLst>
    <dgm:cxn modelId="{12B5BB1E-2A0F-4B94-833C-BFED2972ED4F}" type="presOf" srcId="{C9FF51DB-A914-4E82-847E-062B7EAE4644}" destId="{530A0B11-223D-4415-929D-6AD0B4303074}" srcOrd="0" destOrd="0" presId="urn:microsoft.com/office/officeart/2005/8/layout/vList2"/>
    <dgm:cxn modelId="{74B17621-666E-4485-8071-3414DBE03D5E}" type="presOf" srcId="{F71839D4-5CCE-4871-8E06-587FC19D94B6}" destId="{3AC4ABD0-A333-4F62-A327-839CA593BC05}" srcOrd="0" destOrd="0" presId="urn:microsoft.com/office/officeart/2005/8/layout/vList2"/>
    <dgm:cxn modelId="{284C1C23-533B-49CE-B2BD-4F1280936A5E}" srcId="{B9B4428C-9122-441E-808F-C0276295E7BD}" destId="{C9FF51DB-A914-4E82-847E-062B7EAE4644}" srcOrd="1" destOrd="0" parTransId="{640B7BB0-9E62-4F53-8F99-CE48715776A7}" sibTransId="{8A75BA77-407F-453D-AC5D-A16C39AB46B3}"/>
    <dgm:cxn modelId="{B7A3D341-F610-4694-BFD4-FAB8A5C7C80F}" srcId="{B9B4428C-9122-441E-808F-C0276295E7BD}" destId="{57EC72FC-DEDF-435E-9FD6-22C75CE42C5D}" srcOrd="0" destOrd="0" parTransId="{C03B84DF-C46E-40BA-AC78-9FAC4394B6B7}" sibTransId="{DB1B2D36-0111-4E0E-958B-196F0823410B}"/>
    <dgm:cxn modelId="{AFA1104A-FA47-4D36-B6FC-034F7E9FC296}" type="presOf" srcId="{2A41591A-B280-4F1B-8720-C4A57DFB6368}" destId="{8A097BC3-12EA-4DDF-BB49-2BE4BF0BAF88}" srcOrd="0" destOrd="0" presId="urn:microsoft.com/office/officeart/2005/8/layout/vList2"/>
    <dgm:cxn modelId="{7B3F4B6A-F880-4BEB-A4A4-E6A475622FC0}" type="presOf" srcId="{57EC72FC-DEDF-435E-9FD6-22C75CE42C5D}" destId="{0381FE6E-06F8-4BA1-B770-EF23A018B62A}" srcOrd="0" destOrd="0" presId="urn:microsoft.com/office/officeart/2005/8/layout/vList2"/>
    <dgm:cxn modelId="{74C0B859-A0ED-4AE3-8096-940A4CAD899E}" type="presOf" srcId="{B9B4428C-9122-441E-808F-C0276295E7BD}" destId="{6BDD86DB-593A-4EA1-9888-2ED5F45E7A36}" srcOrd="0" destOrd="0" presId="urn:microsoft.com/office/officeart/2005/8/layout/vList2"/>
    <dgm:cxn modelId="{91897484-EB14-42CF-9BC3-F218C0073B00}" srcId="{B9B4428C-9122-441E-808F-C0276295E7BD}" destId="{F71839D4-5CCE-4871-8E06-587FC19D94B6}" srcOrd="2" destOrd="0" parTransId="{291E1F33-12F2-4EEA-B0B1-BAD64B59322D}" sibTransId="{209860AF-113C-45B8-9D46-358594F98E53}"/>
    <dgm:cxn modelId="{BB3312E5-A22D-4326-9374-30909D6A2993}" srcId="{B9B4428C-9122-441E-808F-C0276295E7BD}" destId="{2A41591A-B280-4F1B-8720-C4A57DFB6368}" srcOrd="3" destOrd="0" parTransId="{C5AC20C7-F098-4A35-A9C0-B0E8F67FCC4E}" sibTransId="{0D52EF30-A98F-4D16-9ECB-B1AC9CE5B6F7}"/>
    <dgm:cxn modelId="{E81D5E95-D532-4590-BCD5-E69E92FDAD5A}" type="presParOf" srcId="{6BDD86DB-593A-4EA1-9888-2ED5F45E7A36}" destId="{0381FE6E-06F8-4BA1-B770-EF23A018B62A}" srcOrd="0" destOrd="0" presId="urn:microsoft.com/office/officeart/2005/8/layout/vList2"/>
    <dgm:cxn modelId="{62AFFDEC-2926-4553-BC3C-6A8D6EDC6F13}" type="presParOf" srcId="{6BDD86DB-593A-4EA1-9888-2ED5F45E7A36}" destId="{D3760BF2-CDA6-410F-B40F-325F48763696}" srcOrd="1" destOrd="0" presId="urn:microsoft.com/office/officeart/2005/8/layout/vList2"/>
    <dgm:cxn modelId="{6F3FFFAF-CA1D-4B32-ACB2-C2B5F4D052EB}" type="presParOf" srcId="{6BDD86DB-593A-4EA1-9888-2ED5F45E7A36}" destId="{530A0B11-223D-4415-929D-6AD0B4303074}" srcOrd="2" destOrd="0" presId="urn:microsoft.com/office/officeart/2005/8/layout/vList2"/>
    <dgm:cxn modelId="{DB806873-7772-430A-8AA2-83C3BE94668E}" type="presParOf" srcId="{6BDD86DB-593A-4EA1-9888-2ED5F45E7A36}" destId="{1184B66D-5934-4FC1-9B3D-59438098EB97}" srcOrd="3" destOrd="0" presId="urn:microsoft.com/office/officeart/2005/8/layout/vList2"/>
    <dgm:cxn modelId="{953A38C5-D761-4A22-8580-CED5DCEAADA7}" type="presParOf" srcId="{6BDD86DB-593A-4EA1-9888-2ED5F45E7A36}" destId="{3AC4ABD0-A333-4F62-A327-839CA593BC05}" srcOrd="4" destOrd="0" presId="urn:microsoft.com/office/officeart/2005/8/layout/vList2"/>
    <dgm:cxn modelId="{7290324D-5D9F-4857-A83D-37120AB0FFA4}" type="presParOf" srcId="{6BDD86DB-593A-4EA1-9888-2ED5F45E7A36}" destId="{1E896025-41F8-4EDE-92D3-F9EDF768ABED}" srcOrd="5" destOrd="0" presId="urn:microsoft.com/office/officeart/2005/8/layout/vList2"/>
    <dgm:cxn modelId="{144E474F-EEBE-40ED-A664-CC34A02986F8}" type="presParOf" srcId="{6BDD86DB-593A-4EA1-9888-2ED5F45E7A36}" destId="{8A097BC3-12EA-4DDF-BB49-2BE4BF0BAF8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8A911548-6C4A-4DB1-AE70-9FCA4BB5168F}"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5DCC806C-0B6D-48EF-9FF5-1F558104D267}">
      <dgm:prSet/>
      <dgm:spPr/>
      <dgm:t>
        <a:bodyPr/>
        <a:lstStyle/>
        <a:p>
          <a:r>
            <a:rPr lang="uk-UA" b="0" i="0"/>
            <a:t>Ради Європи (РЄ)</a:t>
          </a:r>
          <a:endParaRPr lang="uk-UA"/>
        </a:p>
      </dgm:t>
    </dgm:pt>
    <dgm:pt modelId="{16C04A95-554C-45CF-A395-EE5D3E7608DE}" type="parTrans" cxnId="{CEDBC336-3FA4-4014-9200-3E0A82129C05}">
      <dgm:prSet/>
      <dgm:spPr/>
      <dgm:t>
        <a:bodyPr/>
        <a:lstStyle/>
        <a:p>
          <a:endParaRPr lang="uk-UA"/>
        </a:p>
      </dgm:t>
    </dgm:pt>
    <dgm:pt modelId="{5BD77140-7FF5-4313-9E25-1E06DEB1E82C}" type="sibTrans" cxnId="{CEDBC336-3FA4-4014-9200-3E0A82129C05}">
      <dgm:prSet/>
      <dgm:spPr/>
      <dgm:t>
        <a:bodyPr/>
        <a:lstStyle/>
        <a:p>
          <a:endParaRPr lang="uk-UA"/>
        </a:p>
      </dgm:t>
    </dgm:pt>
    <dgm:pt modelId="{4F3F277D-0D89-4E0B-8B2F-4E84A1AEAB96}">
      <dgm:prSet/>
      <dgm:spPr/>
      <dgm:t>
        <a:bodyPr/>
        <a:lstStyle/>
        <a:p>
          <a:r>
            <a:rPr lang="uk-UA" b="0" i="0"/>
            <a:t>Європейського Союзу (ЄС)</a:t>
          </a:r>
          <a:endParaRPr lang="uk-UA"/>
        </a:p>
      </dgm:t>
    </dgm:pt>
    <dgm:pt modelId="{E4BDE263-0FFF-402C-BE7C-763179DB2649}" type="parTrans" cxnId="{BBD3E94B-99F1-49B2-9E4B-EE2A7622235B}">
      <dgm:prSet/>
      <dgm:spPr/>
      <dgm:t>
        <a:bodyPr/>
        <a:lstStyle/>
        <a:p>
          <a:endParaRPr lang="uk-UA"/>
        </a:p>
      </dgm:t>
    </dgm:pt>
    <dgm:pt modelId="{7F9EA530-1508-4059-B3BE-035F7E0B5C35}" type="sibTrans" cxnId="{BBD3E94B-99F1-49B2-9E4B-EE2A7622235B}">
      <dgm:prSet/>
      <dgm:spPr/>
      <dgm:t>
        <a:bodyPr/>
        <a:lstStyle/>
        <a:p>
          <a:endParaRPr lang="uk-UA"/>
        </a:p>
      </dgm:t>
    </dgm:pt>
    <dgm:pt modelId="{440CAF0C-61AA-420C-B6F4-1CA6EB8E067F}">
      <dgm:prSet/>
      <dgm:spPr/>
      <dgm:t>
        <a:bodyPr/>
        <a:lstStyle/>
        <a:p>
          <a:r>
            <a:rPr lang="uk-UA" b="0" i="0"/>
            <a:t>Організації Об’єднаних Націй (ООН)</a:t>
          </a:r>
          <a:endParaRPr lang="uk-UA"/>
        </a:p>
      </dgm:t>
    </dgm:pt>
    <dgm:pt modelId="{32C5D75D-2D6E-470C-A9BE-E7D7400D9816}" type="parTrans" cxnId="{FCFB32B4-40F7-492B-B6CC-C2C3D20A6808}">
      <dgm:prSet/>
      <dgm:spPr/>
      <dgm:t>
        <a:bodyPr/>
        <a:lstStyle/>
        <a:p>
          <a:endParaRPr lang="uk-UA"/>
        </a:p>
      </dgm:t>
    </dgm:pt>
    <dgm:pt modelId="{382CE65A-B7AA-4307-B060-2FF7AC371C22}" type="sibTrans" cxnId="{FCFB32B4-40F7-492B-B6CC-C2C3D20A6808}">
      <dgm:prSet/>
      <dgm:spPr/>
      <dgm:t>
        <a:bodyPr/>
        <a:lstStyle/>
        <a:p>
          <a:endParaRPr lang="uk-UA"/>
        </a:p>
      </dgm:t>
    </dgm:pt>
    <dgm:pt modelId="{EF15D2C2-5458-4FD8-AB26-78A2A5D8E9FE}">
      <dgm:prSet/>
      <dgm:spPr/>
      <dgm:t>
        <a:bodyPr/>
        <a:lstStyle/>
        <a:p>
          <a:r>
            <a:rPr lang="uk-UA" b="0" i="0"/>
            <a:t>Організації з безпеки і співробітництва в Європі (ОБСЄ)</a:t>
          </a:r>
          <a:endParaRPr lang="uk-UA"/>
        </a:p>
      </dgm:t>
    </dgm:pt>
    <dgm:pt modelId="{B1A2113A-7010-4904-BF64-2B9B0E2A25BA}" type="parTrans" cxnId="{A49B0752-23E3-493A-AE2F-E37DC9C50659}">
      <dgm:prSet/>
      <dgm:spPr/>
      <dgm:t>
        <a:bodyPr/>
        <a:lstStyle/>
        <a:p>
          <a:endParaRPr lang="uk-UA"/>
        </a:p>
      </dgm:t>
    </dgm:pt>
    <dgm:pt modelId="{A3818CDF-4D78-4B3C-AC84-08C669803774}" type="sibTrans" cxnId="{A49B0752-23E3-493A-AE2F-E37DC9C50659}">
      <dgm:prSet/>
      <dgm:spPr/>
      <dgm:t>
        <a:bodyPr/>
        <a:lstStyle/>
        <a:p>
          <a:endParaRPr lang="uk-UA"/>
        </a:p>
      </dgm:t>
    </dgm:pt>
    <dgm:pt modelId="{7B7C0F31-9A32-4620-A2CE-3B26541D1D51}" type="pres">
      <dgm:prSet presAssocID="{8A911548-6C4A-4DB1-AE70-9FCA4BB5168F}" presName="linearFlow" presStyleCnt="0">
        <dgm:presLayoutVars>
          <dgm:dir/>
          <dgm:resizeHandles val="exact"/>
        </dgm:presLayoutVars>
      </dgm:prSet>
      <dgm:spPr/>
    </dgm:pt>
    <dgm:pt modelId="{A23D71E6-B985-4C17-8BB8-2CA9E0B4EC7B}" type="pres">
      <dgm:prSet presAssocID="{5DCC806C-0B6D-48EF-9FF5-1F558104D267}" presName="composite" presStyleCnt="0"/>
      <dgm:spPr/>
    </dgm:pt>
    <dgm:pt modelId="{C4CCF15C-D123-4FD9-800A-2412FF72F7E5}" type="pres">
      <dgm:prSet presAssocID="{5DCC806C-0B6D-48EF-9FF5-1F558104D267}" presName="imgShp" presStyleLbl="fgImgPlace1" presStyleIdx="0" presStyleCnt="4"/>
      <dgm:spPr/>
    </dgm:pt>
    <dgm:pt modelId="{351BB997-70AD-4919-B3A1-23ABD6E5E29B}" type="pres">
      <dgm:prSet presAssocID="{5DCC806C-0B6D-48EF-9FF5-1F558104D267}" presName="txShp" presStyleLbl="node1" presStyleIdx="0" presStyleCnt="4">
        <dgm:presLayoutVars>
          <dgm:bulletEnabled val="1"/>
        </dgm:presLayoutVars>
      </dgm:prSet>
      <dgm:spPr/>
    </dgm:pt>
    <dgm:pt modelId="{CDEDB0F0-A4EC-4B8E-BE24-CF6C9DFB66DC}" type="pres">
      <dgm:prSet presAssocID="{5BD77140-7FF5-4313-9E25-1E06DEB1E82C}" presName="spacing" presStyleCnt="0"/>
      <dgm:spPr/>
    </dgm:pt>
    <dgm:pt modelId="{889DEB7E-0377-46BF-9382-607FB66DBA25}" type="pres">
      <dgm:prSet presAssocID="{4F3F277D-0D89-4E0B-8B2F-4E84A1AEAB96}" presName="composite" presStyleCnt="0"/>
      <dgm:spPr/>
    </dgm:pt>
    <dgm:pt modelId="{398CB2A0-DB41-4E4E-9151-F0DE50F48538}" type="pres">
      <dgm:prSet presAssocID="{4F3F277D-0D89-4E0B-8B2F-4E84A1AEAB96}" presName="imgShp" presStyleLbl="fgImgPlace1" presStyleIdx="1" presStyleCnt="4"/>
      <dgm:spPr/>
    </dgm:pt>
    <dgm:pt modelId="{5078D0F4-9A57-4827-819C-E3C485003655}" type="pres">
      <dgm:prSet presAssocID="{4F3F277D-0D89-4E0B-8B2F-4E84A1AEAB96}" presName="txShp" presStyleLbl="node1" presStyleIdx="1" presStyleCnt="4">
        <dgm:presLayoutVars>
          <dgm:bulletEnabled val="1"/>
        </dgm:presLayoutVars>
      </dgm:prSet>
      <dgm:spPr/>
    </dgm:pt>
    <dgm:pt modelId="{98BD92D6-6A66-4964-AB3D-9B5F6EF7DCEB}" type="pres">
      <dgm:prSet presAssocID="{7F9EA530-1508-4059-B3BE-035F7E0B5C35}" presName="spacing" presStyleCnt="0"/>
      <dgm:spPr/>
    </dgm:pt>
    <dgm:pt modelId="{30E9F3B0-1FB8-40F9-B523-21D05659CC3D}" type="pres">
      <dgm:prSet presAssocID="{440CAF0C-61AA-420C-B6F4-1CA6EB8E067F}" presName="composite" presStyleCnt="0"/>
      <dgm:spPr/>
    </dgm:pt>
    <dgm:pt modelId="{77D1A18B-7BD8-4010-9D9B-6298C1B91441}" type="pres">
      <dgm:prSet presAssocID="{440CAF0C-61AA-420C-B6F4-1CA6EB8E067F}" presName="imgShp" presStyleLbl="fgImgPlace1" presStyleIdx="2" presStyleCnt="4"/>
      <dgm:spPr/>
    </dgm:pt>
    <dgm:pt modelId="{A68B51DD-CC81-4E36-8513-612431239AC7}" type="pres">
      <dgm:prSet presAssocID="{440CAF0C-61AA-420C-B6F4-1CA6EB8E067F}" presName="txShp" presStyleLbl="node1" presStyleIdx="2" presStyleCnt="4">
        <dgm:presLayoutVars>
          <dgm:bulletEnabled val="1"/>
        </dgm:presLayoutVars>
      </dgm:prSet>
      <dgm:spPr/>
    </dgm:pt>
    <dgm:pt modelId="{D80D9D3E-9F8B-4858-9029-3D39191CF3B5}" type="pres">
      <dgm:prSet presAssocID="{382CE65A-B7AA-4307-B060-2FF7AC371C22}" presName="spacing" presStyleCnt="0"/>
      <dgm:spPr/>
    </dgm:pt>
    <dgm:pt modelId="{769C759B-8002-4027-8143-70097EE4D441}" type="pres">
      <dgm:prSet presAssocID="{EF15D2C2-5458-4FD8-AB26-78A2A5D8E9FE}" presName="composite" presStyleCnt="0"/>
      <dgm:spPr/>
    </dgm:pt>
    <dgm:pt modelId="{7BAA157E-B9DE-4B4C-BB62-D19F9B0B35E6}" type="pres">
      <dgm:prSet presAssocID="{EF15D2C2-5458-4FD8-AB26-78A2A5D8E9FE}" presName="imgShp" presStyleLbl="fgImgPlace1" presStyleIdx="3" presStyleCnt="4"/>
      <dgm:spPr/>
    </dgm:pt>
    <dgm:pt modelId="{44B971B0-8D69-42DD-8188-28922FF8FFCC}" type="pres">
      <dgm:prSet presAssocID="{EF15D2C2-5458-4FD8-AB26-78A2A5D8E9FE}" presName="txShp" presStyleLbl="node1" presStyleIdx="3" presStyleCnt="4">
        <dgm:presLayoutVars>
          <dgm:bulletEnabled val="1"/>
        </dgm:presLayoutVars>
      </dgm:prSet>
      <dgm:spPr/>
    </dgm:pt>
  </dgm:ptLst>
  <dgm:cxnLst>
    <dgm:cxn modelId="{5D4E9232-9729-4118-857C-F91C34F5B238}" type="presOf" srcId="{4F3F277D-0D89-4E0B-8B2F-4E84A1AEAB96}" destId="{5078D0F4-9A57-4827-819C-E3C485003655}" srcOrd="0" destOrd="0" presId="urn:microsoft.com/office/officeart/2005/8/layout/vList3"/>
    <dgm:cxn modelId="{CEDBC336-3FA4-4014-9200-3E0A82129C05}" srcId="{8A911548-6C4A-4DB1-AE70-9FCA4BB5168F}" destId="{5DCC806C-0B6D-48EF-9FF5-1F558104D267}" srcOrd="0" destOrd="0" parTransId="{16C04A95-554C-45CF-A395-EE5D3E7608DE}" sibTransId="{5BD77140-7FF5-4313-9E25-1E06DEB1E82C}"/>
    <dgm:cxn modelId="{684F1A64-583A-4CC3-9F92-C7BA4A158A46}" type="presOf" srcId="{5DCC806C-0B6D-48EF-9FF5-1F558104D267}" destId="{351BB997-70AD-4919-B3A1-23ABD6E5E29B}" srcOrd="0" destOrd="0" presId="urn:microsoft.com/office/officeart/2005/8/layout/vList3"/>
    <dgm:cxn modelId="{BBD3E94B-99F1-49B2-9E4B-EE2A7622235B}" srcId="{8A911548-6C4A-4DB1-AE70-9FCA4BB5168F}" destId="{4F3F277D-0D89-4E0B-8B2F-4E84A1AEAB96}" srcOrd="1" destOrd="0" parTransId="{E4BDE263-0FFF-402C-BE7C-763179DB2649}" sibTransId="{7F9EA530-1508-4059-B3BE-035F7E0B5C35}"/>
    <dgm:cxn modelId="{A49B0752-23E3-493A-AE2F-E37DC9C50659}" srcId="{8A911548-6C4A-4DB1-AE70-9FCA4BB5168F}" destId="{EF15D2C2-5458-4FD8-AB26-78A2A5D8E9FE}" srcOrd="3" destOrd="0" parTransId="{B1A2113A-7010-4904-BF64-2B9B0E2A25BA}" sibTransId="{A3818CDF-4D78-4B3C-AC84-08C669803774}"/>
    <dgm:cxn modelId="{3A277589-2169-47B9-8556-E05F411A1B4C}" type="presOf" srcId="{EF15D2C2-5458-4FD8-AB26-78A2A5D8E9FE}" destId="{44B971B0-8D69-42DD-8188-28922FF8FFCC}" srcOrd="0" destOrd="0" presId="urn:microsoft.com/office/officeart/2005/8/layout/vList3"/>
    <dgm:cxn modelId="{533198A2-F2C8-4AAC-85F3-D4273424C3FE}" type="presOf" srcId="{440CAF0C-61AA-420C-B6F4-1CA6EB8E067F}" destId="{A68B51DD-CC81-4E36-8513-612431239AC7}" srcOrd="0" destOrd="0" presId="urn:microsoft.com/office/officeart/2005/8/layout/vList3"/>
    <dgm:cxn modelId="{FCFB32B4-40F7-492B-B6CC-C2C3D20A6808}" srcId="{8A911548-6C4A-4DB1-AE70-9FCA4BB5168F}" destId="{440CAF0C-61AA-420C-B6F4-1CA6EB8E067F}" srcOrd="2" destOrd="0" parTransId="{32C5D75D-2D6E-470C-A9BE-E7D7400D9816}" sibTransId="{382CE65A-B7AA-4307-B060-2FF7AC371C22}"/>
    <dgm:cxn modelId="{E90097DA-2BC0-4A20-A33C-AB87097BA67B}" type="presOf" srcId="{8A911548-6C4A-4DB1-AE70-9FCA4BB5168F}" destId="{7B7C0F31-9A32-4620-A2CE-3B26541D1D51}" srcOrd="0" destOrd="0" presId="urn:microsoft.com/office/officeart/2005/8/layout/vList3"/>
    <dgm:cxn modelId="{6EFD6D01-7EE8-4B93-8078-9F93F123E4F8}" type="presParOf" srcId="{7B7C0F31-9A32-4620-A2CE-3B26541D1D51}" destId="{A23D71E6-B985-4C17-8BB8-2CA9E0B4EC7B}" srcOrd="0" destOrd="0" presId="urn:microsoft.com/office/officeart/2005/8/layout/vList3"/>
    <dgm:cxn modelId="{A04F098A-702A-45BA-AAFF-C7BA48029D8A}" type="presParOf" srcId="{A23D71E6-B985-4C17-8BB8-2CA9E0B4EC7B}" destId="{C4CCF15C-D123-4FD9-800A-2412FF72F7E5}" srcOrd="0" destOrd="0" presId="urn:microsoft.com/office/officeart/2005/8/layout/vList3"/>
    <dgm:cxn modelId="{2D5FE4C1-1F8B-483C-9B27-586721E9A817}" type="presParOf" srcId="{A23D71E6-B985-4C17-8BB8-2CA9E0B4EC7B}" destId="{351BB997-70AD-4919-B3A1-23ABD6E5E29B}" srcOrd="1" destOrd="0" presId="urn:microsoft.com/office/officeart/2005/8/layout/vList3"/>
    <dgm:cxn modelId="{4DAB016F-091E-4763-922E-2C76ECAB3486}" type="presParOf" srcId="{7B7C0F31-9A32-4620-A2CE-3B26541D1D51}" destId="{CDEDB0F0-A4EC-4B8E-BE24-CF6C9DFB66DC}" srcOrd="1" destOrd="0" presId="urn:microsoft.com/office/officeart/2005/8/layout/vList3"/>
    <dgm:cxn modelId="{395C0B41-A457-45E5-8524-D513A8B97FF2}" type="presParOf" srcId="{7B7C0F31-9A32-4620-A2CE-3B26541D1D51}" destId="{889DEB7E-0377-46BF-9382-607FB66DBA25}" srcOrd="2" destOrd="0" presId="urn:microsoft.com/office/officeart/2005/8/layout/vList3"/>
    <dgm:cxn modelId="{467D6D6C-3133-4A27-8EF0-D81433DB6EE0}" type="presParOf" srcId="{889DEB7E-0377-46BF-9382-607FB66DBA25}" destId="{398CB2A0-DB41-4E4E-9151-F0DE50F48538}" srcOrd="0" destOrd="0" presId="urn:microsoft.com/office/officeart/2005/8/layout/vList3"/>
    <dgm:cxn modelId="{C1F44457-FAEE-4F43-9957-0AFD8DF84D07}" type="presParOf" srcId="{889DEB7E-0377-46BF-9382-607FB66DBA25}" destId="{5078D0F4-9A57-4827-819C-E3C485003655}" srcOrd="1" destOrd="0" presId="urn:microsoft.com/office/officeart/2005/8/layout/vList3"/>
    <dgm:cxn modelId="{6FE1D34A-E8FF-49F5-B790-C3F369DBD992}" type="presParOf" srcId="{7B7C0F31-9A32-4620-A2CE-3B26541D1D51}" destId="{98BD92D6-6A66-4964-AB3D-9B5F6EF7DCEB}" srcOrd="3" destOrd="0" presId="urn:microsoft.com/office/officeart/2005/8/layout/vList3"/>
    <dgm:cxn modelId="{1FD4EBD0-5A6B-43E1-9B1F-56EFEC7CF4A9}" type="presParOf" srcId="{7B7C0F31-9A32-4620-A2CE-3B26541D1D51}" destId="{30E9F3B0-1FB8-40F9-B523-21D05659CC3D}" srcOrd="4" destOrd="0" presId="urn:microsoft.com/office/officeart/2005/8/layout/vList3"/>
    <dgm:cxn modelId="{114B5D7D-990A-4D8B-8CC0-3B282DDE2E9E}" type="presParOf" srcId="{30E9F3B0-1FB8-40F9-B523-21D05659CC3D}" destId="{77D1A18B-7BD8-4010-9D9B-6298C1B91441}" srcOrd="0" destOrd="0" presId="urn:microsoft.com/office/officeart/2005/8/layout/vList3"/>
    <dgm:cxn modelId="{D7B3C56D-4099-4D35-B3D0-31C23D575A16}" type="presParOf" srcId="{30E9F3B0-1FB8-40F9-B523-21D05659CC3D}" destId="{A68B51DD-CC81-4E36-8513-612431239AC7}" srcOrd="1" destOrd="0" presId="urn:microsoft.com/office/officeart/2005/8/layout/vList3"/>
    <dgm:cxn modelId="{5C1E7B49-1B8C-451B-800C-C2B8F8568937}" type="presParOf" srcId="{7B7C0F31-9A32-4620-A2CE-3B26541D1D51}" destId="{D80D9D3E-9F8B-4858-9029-3D39191CF3B5}" srcOrd="5" destOrd="0" presId="urn:microsoft.com/office/officeart/2005/8/layout/vList3"/>
    <dgm:cxn modelId="{DC51F007-C4E3-42C7-852C-36ACC7D7B028}" type="presParOf" srcId="{7B7C0F31-9A32-4620-A2CE-3B26541D1D51}" destId="{769C759B-8002-4027-8143-70097EE4D441}" srcOrd="6" destOrd="0" presId="urn:microsoft.com/office/officeart/2005/8/layout/vList3"/>
    <dgm:cxn modelId="{5A30E703-23A0-4459-A228-E8C823A8EECF}" type="presParOf" srcId="{769C759B-8002-4027-8143-70097EE4D441}" destId="{7BAA157E-B9DE-4B4C-BB62-D19F9B0B35E6}" srcOrd="0" destOrd="0" presId="urn:microsoft.com/office/officeart/2005/8/layout/vList3"/>
    <dgm:cxn modelId="{8D15018E-5B7C-4002-BCB6-D9E3E3029DC7}" type="presParOf" srcId="{769C759B-8002-4027-8143-70097EE4D441}" destId="{44B971B0-8D69-42DD-8188-28922FF8FFCC}"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594E568A-98D5-42E6-89C0-0DE68B51246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100C1F28-9920-4325-BE55-D65906F7A323}">
      <dgm:prSet/>
      <dgm:spPr/>
      <dgm:t>
        <a:bodyPr/>
        <a:lstStyle/>
        <a:p>
          <a:r>
            <a:rPr lang="uk-UA" b="0" i="0"/>
            <a:t>територіальної автономії у складі України.</a:t>
          </a:r>
          <a:endParaRPr lang="uk-UA"/>
        </a:p>
      </dgm:t>
    </dgm:pt>
    <dgm:pt modelId="{BD9436A0-99BD-4020-9AC0-C40D9FBFA9EB}" type="parTrans" cxnId="{70621980-B322-4ED0-8B1E-E53B22D1F363}">
      <dgm:prSet/>
      <dgm:spPr/>
      <dgm:t>
        <a:bodyPr/>
        <a:lstStyle/>
        <a:p>
          <a:endParaRPr lang="uk-UA"/>
        </a:p>
      </dgm:t>
    </dgm:pt>
    <dgm:pt modelId="{BDA8B812-08F3-4A8D-AAE3-730EAAD0C166}" type="sibTrans" cxnId="{70621980-B322-4ED0-8B1E-E53B22D1F363}">
      <dgm:prSet/>
      <dgm:spPr/>
      <dgm:t>
        <a:bodyPr/>
        <a:lstStyle/>
        <a:p>
          <a:endParaRPr lang="uk-UA"/>
        </a:p>
      </dgm:t>
    </dgm:pt>
    <dgm:pt modelId="{A6AE7AB4-B478-4F5E-A36F-B5BA7282855F}">
      <dgm:prSet/>
      <dgm:spPr/>
      <dgm:t>
        <a:bodyPr/>
        <a:lstStyle/>
        <a:p>
          <a:r>
            <a:rPr lang="uk-UA" b="0" i="0"/>
            <a:t>національної автономії у складі України.</a:t>
          </a:r>
          <a:endParaRPr lang="uk-UA"/>
        </a:p>
      </dgm:t>
    </dgm:pt>
    <dgm:pt modelId="{EA037521-BD3F-43EC-A9F4-F62BB9310933}" type="parTrans" cxnId="{072C5AFB-C8F0-4AE0-A9DA-EACD281EE26A}">
      <dgm:prSet/>
      <dgm:spPr/>
      <dgm:t>
        <a:bodyPr/>
        <a:lstStyle/>
        <a:p>
          <a:endParaRPr lang="uk-UA"/>
        </a:p>
      </dgm:t>
    </dgm:pt>
    <dgm:pt modelId="{7BA10738-BD34-4ED9-A4EE-C42B18DCD228}" type="sibTrans" cxnId="{072C5AFB-C8F0-4AE0-A9DA-EACD281EE26A}">
      <dgm:prSet/>
      <dgm:spPr/>
      <dgm:t>
        <a:bodyPr/>
        <a:lstStyle/>
        <a:p>
          <a:endParaRPr lang="uk-UA"/>
        </a:p>
      </dgm:t>
    </dgm:pt>
    <dgm:pt modelId="{0CECBFB4-BE30-4039-865D-21F91AA8F82F}">
      <dgm:prSet/>
      <dgm:spPr/>
      <dgm:t>
        <a:bodyPr/>
        <a:lstStyle/>
        <a:p>
          <a:r>
            <a:rPr lang="uk-UA" b="0" i="0"/>
            <a:t>тимчасово окупованої території.</a:t>
          </a:r>
          <a:endParaRPr lang="uk-UA"/>
        </a:p>
      </dgm:t>
    </dgm:pt>
    <dgm:pt modelId="{64300A1F-EB9B-43F0-B70B-A5C81F4FD049}" type="parTrans" cxnId="{D0592939-F45E-46A2-ABC8-8D769911C1B1}">
      <dgm:prSet/>
      <dgm:spPr/>
      <dgm:t>
        <a:bodyPr/>
        <a:lstStyle/>
        <a:p>
          <a:endParaRPr lang="uk-UA"/>
        </a:p>
      </dgm:t>
    </dgm:pt>
    <dgm:pt modelId="{076EE8A1-7C82-4D0A-8367-F4D1350D93EF}" type="sibTrans" cxnId="{D0592939-F45E-46A2-ABC8-8D769911C1B1}">
      <dgm:prSet/>
      <dgm:spPr/>
      <dgm:t>
        <a:bodyPr/>
        <a:lstStyle/>
        <a:p>
          <a:endParaRPr lang="uk-UA"/>
        </a:p>
      </dgm:t>
    </dgm:pt>
    <dgm:pt modelId="{CD6C0B3A-DD9B-4A8A-B3F8-5A06A022C90B}">
      <dgm:prSet/>
      <dgm:spPr/>
      <dgm:t>
        <a:bodyPr/>
        <a:lstStyle/>
        <a:p>
          <a:r>
            <a:rPr lang="uk-UA" b="0" i="0"/>
            <a:t>вільної економічної зони.</a:t>
          </a:r>
          <a:endParaRPr lang="uk-UA"/>
        </a:p>
      </dgm:t>
    </dgm:pt>
    <dgm:pt modelId="{6EE6BFD9-CF6F-413B-B76A-FCD5031BB1F9}" type="parTrans" cxnId="{C57C8F7C-70CB-4A28-A224-F181C4D78AE9}">
      <dgm:prSet/>
      <dgm:spPr/>
      <dgm:t>
        <a:bodyPr/>
        <a:lstStyle/>
        <a:p>
          <a:endParaRPr lang="uk-UA"/>
        </a:p>
      </dgm:t>
    </dgm:pt>
    <dgm:pt modelId="{A5ECC443-981C-4081-A326-DC0BD610D2DF}" type="sibTrans" cxnId="{C57C8F7C-70CB-4A28-A224-F181C4D78AE9}">
      <dgm:prSet/>
      <dgm:spPr/>
      <dgm:t>
        <a:bodyPr/>
        <a:lstStyle/>
        <a:p>
          <a:endParaRPr lang="uk-UA"/>
        </a:p>
      </dgm:t>
    </dgm:pt>
    <dgm:pt modelId="{D713387B-3C74-4454-ADCB-C5817645E0A6}" type="pres">
      <dgm:prSet presAssocID="{594E568A-98D5-42E6-89C0-0DE68B512469}" presName="linear" presStyleCnt="0">
        <dgm:presLayoutVars>
          <dgm:animLvl val="lvl"/>
          <dgm:resizeHandles val="exact"/>
        </dgm:presLayoutVars>
      </dgm:prSet>
      <dgm:spPr/>
    </dgm:pt>
    <dgm:pt modelId="{8F17E5A5-B0DF-4C71-8694-47156F718B2C}" type="pres">
      <dgm:prSet presAssocID="{100C1F28-9920-4325-BE55-D65906F7A323}" presName="parentText" presStyleLbl="node1" presStyleIdx="0" presStyleCnt="4">
        <dgm:presLayoutVars>
          <dgm:chMax val="0"/>
          <dgm:bulletEnabled val="1"/>
        </dgm:presLayoutVars>
      </dgm:prSet>
      <dgm:spPr/>
    </dgm:pt>
    <dgm:pt modelId="{E50CD03C-E76F-40B6-AC5B-28B9FFB9BA07}" type="pres">
      <dgm:prSet presAssocID="{BDA8B812-08F3-4A8D-AAE3-730EAAD0C166}" presName="spacer" presStyleCnt="0"/>
      <dgm:spPr/>
    </dgm:pt>
    <dgm:pt modelId="{B08F544A-0367-4485-B3C1-6EDAF1F1AA6A}" type="pres">
      <dgm:prSet presAssocID="{A6AE7AB4-B478-4F5E-A36F-B5BA7282855F}" presName="parentText" presStyleLbl="node1" presStyleIdx="1" presStyleCnt="4">
        <dgm:presLayoutVars>
          <dgm:chMax val="0"/>
          <dgm:bulletEnabled val="1"/>
        </dgm:presLayoutVars>
      </dgm:prSet>
      <dgm:spPr/>
    </dgm:pt>
    <dgm:pt modelId="{7056C63C-8C13-45D1-8909-F4D2E5491A92}" type="pres">
      <dgm:prSet presAssocID="{7BA10738-BD34-4ED9-A4EE-C42B18DCD228}" presName="spacer" presStyleCnt="0"/>
      <dgm:spPr/>
    </dgm:pt>
    <dgm:pt modelId="{10E6A550-A684-47B5-88FF-D2B4072DC9E6}" type="pres">
      <dgm:prSet presAssocID="{0CECBFB4-BE30-4039-865D-21F91AA8F82F}" presName="parentText" presStyleLbl="node1" presStyleIdx="2" presStyleCnt="4">
        <dgm:presLayoutVars>
          <dgm:chMax val="0"/>
          <dgm:bulletEnabled val="1"/>
        </dgm:presLayoutVars>
      </dgm:prSet>
      <dgm:spPr/>
    </dgm:pt>
    <dgm:pt modelId="{FA75462C-021F-45BF-9F11-011319A9946A}" type="pres">
      <dgm:prSet presAssocID="{076EE8A1-7C82-4D0A-8367-F4D1350D93EF}" presName="spacer" presStyleCnt="0"/>
      <dgm:spPr/>
    </dgm:pt>
    <dgm:pt modelId="{E4A2A93C-3141-4EB1-AA71-A9AC31045938}" type="pres">
      <dgm:prSet presAssocID="{CD6C0B3A-DD9B-4A8A-B3F8-5A06A022C90B}" presName="parentText" presStyleLbl="node1" presStyleIdx="3" presStyleCnt="4">
        <dgm:presLayoutVars>
          <dgm:chMax val="0"/>
          <dgm:bulletEnabled val="1"/>
        </dgm:presLayoutVars>
      </dgm:prSet>
      <dgm:spPr/>
    </dgm:pt>
  </dgm:ptLst>
  <dgm:cxnLst>
    <dgm:cxn modelId="{E30EE623-D5A3-4ED2-917D-3BBA67AE8D18}" type="presOf" srcId="{0CECBFB4-BE30-4039-865D-21F91AA8F82F}" destId="{10E6A550-A684-47B5-88FF-D2B4072DC9E6}" srcOrd="0" destOrd="0" presId="urn:microsoft.com/office/officeart/2005/8/layout/vList2"/>
    <dgm:cxn modelId="{D0592939-F45E-46A2-ABC8-8D769911C1B1}" srcId="{594E568A-98D5-42E6-89C0-0DE68B512469}" destId="{0CECBFB4-BE30-4039-865D-21F91AA8F82F}" srcOrd="2" destOrd="0" parTransId="{64300A1F-EB9B-43F0-B70B-A5C81F4FD049}" sibTransId="{076EE8A1-7C82-4D0A-8367-F4D1350D93EF}"/>
    <dgm:cxn modelId="{4F4A846A-06B5-41EF-8C8B-0C815131DA81}" type="presOf" srcId="{100C1F28-9920-4325-BE55-D65906F7A323}" destId="{8F17E5A5-B0DF-4C71-8694-47156F718B2C}" srcOrd="0" destOrd="0" presId="urn:microsoft.com/office/officeart/2005/8/layout/vList2"/>
    <dgm:cxn modelId="{C57C8F7C-70CB-4A28-A224-F181C4D78AE9}" srcId="{594E568A-98D5-42E6-89C0-0DE68B512469}" destId="{CD6C0B3A-DD9B-4A8A-B3F8-5A06A022C90B}" srcOrd="3" destOrd="0" parTransId="{6EE6BFD9-CF6F-413B-B76A-FCD5031BB1F9}" sibTransId="{A5ECC443-981C-4081-A326-DC0BD610D2DF}"/>
    <dgm:cxn modelId="{70621980-B322-4ED0-8B1E-E53B22D1F363}" srcId="{594E568A-98D5-42E6-89C0-0DE68B512469}" destId="{100C1F28-9920-4325-BE55-D65906F7A323}" srcOrd="0" destOrd="0" parTransId="{BD9436A0-99BD-4020-9AC0-C40D9FBFA9EB}" sibTransId="{BDA8B812-08F3-4A8D-AAE3-730EAAD0C166}"/>
    <dgm:cxn modelId="{0B784AB9-CDBC-44B7-9DA0-11EBA9B7CD1F}" type="presOf" srcId="{594E568A-98D5-42E6-89C0-0DE68B512469}" destId="{D713387B-3C74-4454-ADCB-C5817645E0A6}" srcOrd="0" destOrd="0" presId="urn:microsoft.com/office/officeart/2005/8/layout/vList2"/>
    <dgm:cxn modelId="{321D4CC6-F033-4540-B563-EF8EA428A04D}" type="presOf" srcId="{A6AE7AB4-B478-4F5E-A36F-B5BA7282855F}" destId="{B08F544A-0367-4485-B3C1-6EDAF1F1AA6A}" srcOrd="0" destOrd="0" presId="urn:microsoft.com/office/officeart/2005/8/layout/vList2"/>
    <dgm:cxn modelId="{E81D48CC-F874-4439-8D22-60565A4E42EA}" type="presOf" srcId="{CD6C0B3A-DD9B-4A8A-B3F8-5A06A022C90B}" destId="{E4A2A93C-3141-4EB1-AA71-A9AC31045938}" srcOrd="0" destOrd="0" presId="urn:microsoft.com/office/officeart/2005/8/layout/vList2"/>
    <dgm:cxn modelId="{072C5AFB-C8F0-4AE0-A9DA-EACD281EE26A}" srcId="{594E568A-98D5-42E6-89C0-0DE68B512469}" destId="{A6AE7AB4-B478-4F5E-A36F-B5BA7282855F}" srcOrd="1" destOrd="0" parTransId="{EA037521-BD3F-43EC-A9F4-F62BB9310933}" sibTransId="{7BA10738-BD34-4ED9-A4EE-C42B18DCD228}"/>
    <dgm:cxn modelId="{A3B05FAC-3B31-4E1A-AD1D-0A4605931333}" type="presParOf" srcId="{D713387B-3C74-4454-ADCB-C5817645E0A6}" destId="{8F17E5A5-B0DF-4C71-8694-47156F718B2C}" srcOrd="0" destOrd="0" presId="urn:microsoft.com/office/officeart/2005/8/layout/vList2"/>
    <dgm:cxn modelId="{93700EEB-30F7-42DC-AE8D-7A708F7409D5}" type="presParOf" srcId="{D713387B-3C74-4454-ADCB-C5817645E0A6}" destId="{E50CD03C-E76F-40B6-AC5B-28B9FFB9BA07}" srcOrd="1" destOrd="0" presId="urn:microsoft.com/office/officeart/2005/8/layout/vList2"/>
    <dgm:cxn modelId="{9220AA5F-09BD-4072-A172-0EDC17690845}" type="presParOf" srcId="{D713387B-3C74-4454-ADCB-C5817645E0A6}" destId="{B08F544A-0367-4485-B3C1-6EDAF1F1AA6A}" srcOrd="2" destOrd="0" presId="urn:microsoft.com/office/officeart/2005/8/layout/vList2"/>
    <dgm:cxn modelId="{BA5509BA-A636-4CC7-A4BA-3E4044CF5272}" type="presParOf" srcId="{D713387B-3C74-4454-ADCB-C5817645E0A6}" destId="{7056C63C-8C13-45D1-8909-F4D2E5491A92}" srcOrd="3" destOrd="0" presId="urn:microsoft.com/office/officeart/2005/8/layout/vList2"/>
    <dgm:cxn modelId="{CDCDA86F-891E-4BB3-8EB5-5171BC1A0D2E}" type="presParOf" srcId="{D713387B-3C74-4454-ADCB-C5817645E0A6}" destId="{10E6A550-A684-47B5-88FF-D2B4072DC9E6}" srcOrd="4" destOrd="0" presId="urn:microsoft.com/office/officeart/2005/8/layout/vList2"/>
    <dgm:cxn modelId="{BA92D5FC-6863-43B3-ABCC-0096D7724CCF}" type="presParOf" srcId="{D713387B-3C74-4454-ADCB-C5817645E0A6}" destId="{FA75462C-021F-45BF-9F11-011319A9946A}" srcOrd="5" destOrd="0" presId="urn:microsoft.com/office/officeart/2005/8/layout/vList2"/>
    <dgm:cxn modelId="{F59F4206-F553-491D-8B2A-992FC141F3DD}" type="presParOf" srcId="{D713387B-3C74-4454-ADCB-C5817645E0A6}" destId="{E4A2A93C-3141-4EB1-AA71-A9AC3104593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D9217BD8-0804-4AB4-A077-BE70B8998DF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6A8C6888-0101-4E48-838F-D4087B557060}">
      <dgm:prSet/>
      <dgm:spPr/>
      <dgm:t>
        <a:bodyPr/>
        <a:lstStyle/>
        <a:p>
          <a:r>
            <a:rPr lang="uk-UA" b="0" i="1"/>
            <a:t>«Підтверджуючи відданість України ідеалам та принципам, які є спільним надбанням європейських народів... Верховна Рада України постановляє: Приєднатися від імені України до Статуту Ради Європи...»</a:t>
          </a:r>
          <a:endParaRPr lang="uk-UA"/>
        </a:p>
      </dgm:t>
    </dgm:pt>
    <dgm:pt modelId="{608F063C-B796-436E-8230-DB04C9627A58}" type="parTrans" cxnId="{CD104F90-42E3-49AC-A7F1-0C35E3F9B1F7}">
      <dgm:prSet/>
      <dgm:spPr/>
      <dgm:t>
        <a:bodyPr/>
        <a:lstStyle/>
        <a:p>
          <a:endParaRPr lang="uk-UA"/>
        </a:p>
      </dgm:t>
    </dgm:pt>
    <dgm:pt modelId="{2C0DE52B-7441-45D8-9584-91480652AD0C}" type="sibTrans" cxnId="{CD104F90-42E3-49AC-A7F1-0C35E3F9B1F7}">
      <dgm:prSet/>
      <dgm:spPr/>
      <dgm:t>
        <a:bodyPr/>
        <a:lstStyle/>
        <a:p>
          <a:endParaRPr lang="uk-UA"/>
        </a:p>
      </dgm:t>
    </dgm:pt>
    <dgm:pt modelId="{553BFB3D-4815-4A97-A8FA-5FFA12FE7856}">
      <dgm:prSet/>
      <dgm:spPr/>
      <dgm:t>
        <a:bodyPr/>
        <a:lstStyle/>
        <a:p>
          <a:r>
            <a:rPr lang="uk-UA" b="0" i="1"/>
            <a:t>«На виконання Закону України “Про військово-цивільні адміністрації” постановляю: 1. Утворити: ...Артемівську районну військово-цивільну адміністрацію.., Костянтинівську районну військово-цивільну адміністрацію.., Ясинуватську районну військово-цивільну адміністрацію Донецької області...»</a:t>
          </a:r>
          <a:endParaRPr lang="uk-UA"/>
        </a:p>
      </dgm:t>
    </dgm:pt>
    <dgm:pt modelId="{66846C95-3991-4A36-B1C1-D882954D7FBB}" type="parTrans" cxnId="{AD3E879D-6A7B-42BA-9ADE-021AF4A89B21}">
      <dgm:prSet/>
      <dgm:spPr/>
      <dgm:t>
        <a:bodyPr/>
        <a:lstStyle/>
        <a:p>
          <a:endParaRPr lang="uk-UA"/>
        </a:p>
      </dgm:t>
    </dgm:pt>
    <dgm:pt modelId="{A7DB5B57-8294-4531-BF13-13CE20B51BA0}" type="sibTrans" cxnId="{AD3E879D-6A7B-42BA-9ADE-021AF4A89B21}">
      <dgm:prSet/>
      <dgm:spPr/>
      <dgm:t>
        <a:bodyPr/>
        <a:lstStyle/>
        <a:p>
          <a:endParaRPr lang="uk-UA"/>
        </a:p>
      </dgm:t>
    </dgm:pt>
    <dgm:pt modelId="{06975E47-964F-446D-B875-1A405D2620E0}" type="pres">
      <dgm:prSet presAssocID="{D9217BD8-0804-4AB4-A077-BE70B8998DF7}" presName="linear" presStyleCnt="0">
        <dgm:presLayoutVars>
          <dgm:animLvl val="lvl"/>
          <dgm:resizeHandles val="exact"/>
        </dgm:presLayoutVars>
      </dgm:prSet>
      <dgm:spPr/>
    </dgm:pt>
    <dgm:pt modelId="{C7B21A19-CE9C-4371-86F4-4DA4DC1B065C}" type="pres">
      <dgm:prSet presAssocID="{6A8C6888-0101-4E48-838F-D4087B557060}" presName="parentText" presStyleLbl="node1" presStyleIdx="0" presStyleCnt="2">
        <dgm:presLayoutVars>
          <dgm:chMax val="0"/>
          <dgm:bulletEnabled val="1"/>
        </dgm:presLayoutVars>
      </dgm:prSet>
      <dgm:spPr/>
    </dgm:pt>
    <dgm:pt modelId="{1F977966-FCAB-42E1-B6F0-322C4BD6CAD0}" type="pres">
      <dgm:prSet presAssocID="{2C0DE52B-7441-45D8-9584-91480652AD0C}" presName="spacer" presStyleCnt="0"/>
      <dgm:spPr/>
    </dgm:pt>
    <dgm:pt modelId="{7655EB48-9AA7-4EB6-9637-F7B809F6EC9F}" type="pres">
      <dgm:prSet presAssocID="{553BFB3D-4815-4A97-A8FA-5FFA12FE7856}" presName="parentText" presStyleLbl="node1" presStyleIdx="1" presStyleCnt="2">
        <dgm:presLayoutVars>
          <dgm:chMax val="0"/>
          <dgm:bulletEnabled val="1"/>
        </dgm:presLayoutVars>
      </dgm:prSet>
      <dgm:spPr/>
    </dgm:pt>
  </dgm:ptLst>
  <dgm:cxnLst>
    <dgm:cxn modelId="{167E6046-8951-4886-8617-482EEB1E30A7}" type="presOf" srcId="{D9217BD8-0804-4AB4-A077-BE70B8998DF7}" destId="{06975E47-964F-446D-B875-1A405D2620E0}" srcOrd="0" destOrd="0" presId="urn:microsoft.com/office/officeart/2005/8/layout/vList2"/>
    <dgm:cxn modelId="{CD104F90-42E3-49AC-A7F1-0C35E3F9B1F7}" srcId="{D9217BD8-0804-4AB4-A077-BE70B8998DF7}" destId="{6A8C6888-0101-4E48-838F-D4087B557060}" srcOrd="0" destOrd="0" parTransId="{608F063C-B796-436E-8230-DB04C9627A58}" sibTransId="{2C0DE52B-7441-45D8-9584-91480652AD0C}"/>
    <dgm:cxn modelId="{5C2F0498-C077-4088-95CB-1E027F4E3080}" type="presOf" srcId="{553BFB3D-4815-4A97-A8FA-5FFA12FE7856}" destId="{7655EB48-9AA7-4EB6-9637-F7B809F6EC9F}" srcOrd="0" destOrd="0" presId="urn:microsoft.com/office/officeart/2005/8/layout/vList2"/>
    <dgm:cxn modelId="{AD3E879D-6A7B-42BA-9ADE-021AF4A89B21}" srcId="{D9217BD8-0804-4AB4-A077-BE70B8998DF7}" destId="{553BFB3D-4815-4A97-A8FA-5FFA12FE7856}" srcOrd="1" destOrd="0" parTransId="{66846C95-3991-4A36-B1C1-D882954D7FBB}" sibTransId="{A7DB5B57-8294-4531-BF13-13CE20B51BA0}"/>
    <dgm:cxn modelId="{C081E59F-E07A-40B4-B73F-5BA8CE0243C2}" type="presOf" srcId="{6A8C6888-0101-4E48-838F-D4087B557060}" destId="{C7B21A19-CE9C-4371-86F4-4DA4DC1B065C}" srcOrd="0" destOrd="0" presId="urn:microsoft.com/office/officeart/2005/8/layout/vList2"/>
    <dgm:cxn modelId="{30E5F7AE-7F2E-441E-B397-795C1B6EFFED}" type="presParOf" srcId="{06975E47-964F-446D-B875-1A405D2620E0}" destId="{C7B21A19-CE9C-4371-86F4-4DA4DC1B065C}" srcOrd="0" destOrd="0" presId="urn:microsoft.com/office/officeart/2005/8/layout/vList2"/>
    <dgm:cxn modelId="{3B782DB3-DE86-4FAA-8B08-9001D1775813}" type="presParOf" srcId="{06975E47-964F-446D-B875-1A405D2620E0}" destId="{1F977966-FCAB-42E1-B6F0-322C4BD6CAD0}" srcOrd="1" destOrd="0" presId="urn:microsoft.com/office/officeart/2005/8/layout/vList2"/>
    <dgm:cxn modelId="{B8BF46BD-2A6E-46F6-B4B4-A59D16DA2D1F}" type="presParOf" srcId="{06975E47-964F-446D-B875-1A405D2620E0}" destId="{7655EB48-9AA7-4EB6-9637-F7B809F6EC9F}"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96ACDBC7-1A1B-4D39-809E-0D83D93B3A4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117CFA88-72C3-4E18-966F-FCB3C264D1FE}">
      <dgm:prSet/>
      <dgm:spPr/>
      <dgm:t>
        <a:bodyPr/>
        <a:lstStyle/>
        <a:p>
          <a:r>
            <a:rPr lang="uk-UA" b="0" i="1"/>
            <a:t>«Верховна Рада України постановляє: 1. Ввести в дію Закон України “Про Збройні Сили України” з моменту його прийняття. 2. Доручити Кабінету Міністрів України розробити пропозиції щодо загальної структури Збройних Сил України...»</a:t>
          </a:r>
          <a:endParaRPr lang="uk-UA"/>
        </a:p>
      </dgm:t>
    </dgm:pt>
    <dgm:pt modelId="{E39677EB-0DED-445E-9A7B-494D487FAB7C}" type="parTrans" cxnId="{4CC9BC01-C11B-4919-B0A1-7ABA12751C68}">
      <dgm:prSet/>
      <dgm:spPr/>
      <dgm:t>
        <a:bodyPr/>
        <a:lstStyle/>
        <a:p>
          <a:endParaRPr lang="uk-UA"/>
        </a:p>
      </dgm:t>
    </dgm:pt>
    <dgm:pt modelId="{4FA452FC-8C27-4096-8EE3-A48E43F1883C}" type="sibTrans" cxnId="{4CC9BC01-C11B-4919-B0A1-7ABA12751C68}">
      <dgm:prSet/>
      <dgm:spPr/>
      <dgm:t>
        <a:bodyPr/>
        <a:lstStyle/>
        <a:p>
          <a:endParaRPr lang="uk-UA"/>
        </a:p>
      </dgm:t>
    </dgm:pt>
    <dgm:pt modelId="{E7C92684-AA13-43E4-88D3-3FCBC80E2626}">
      <dgm:prSet/>
      <dgm:spPr/>
      <dgm:t>
        <a:bodyPr/>
        <a:lstStyle/>
        <a:p>
          <a:r>
            <a:rPr lang="uk-UA" b="0" i="1"/>
            <a:t>«Верховна Рада України постановляє: ...Прийняти Конституцію України... Визнати такою, що втратила чинність, Конституцію (Основний закон) України від 20 квітня 1978 року з наступними змінами і доповненнями...»</a:t>
          </a:r>
          <a:endParaRPr lang="uk-UA"/>
        </a:p>
      </dgm:t>
    </dgm:pt>
    <dgm:pt modelId="{28FDE855-0B9D-4FA3-9B69-5FEEB52E91BE}" type="parTrans" cxnId="{6BAC84B3-7382-4CD5-BCA1-A3A4FAF96BF2}">
      <dgm:prSet/>
      <dgm:spPr/>
      <dgm:t>
        <a:bodyPr/>
        <a:lstStyle/>
        <a:p>
          <a:endParaRPr lang="uk-UA"/>
        </a:p>
      </dgm:t>
    </dgm:pt>
    <dgm:pt modelId="{629FBE0C-D491-4CDA-89AA-10E4D9222019}" type="sibTrans" cxnId="{6BAC84B3-7382-4CD5-BCA1-A3A4FAF96BF2}">
      <dgm:prSet/>
      <dgm:spPr/>
      <dgm:t>
        <a:bodyPr/>
        <a:lstStyle/>
        <a:p>
          <a:endParaRPr lang="uk-UA"/>
        </a:p>
      </dgm:t>
    </dgm:pt>
    <dgm:pt modelId="{AB942C7A-506D-47B1-8576-41C2F9F2C453}" type="pres">
      <dgm:prSet presAssocID="{96ACDBC7-1A1B-4D39-809E-0D83D93B3A45}" presName="linear" presStyleCnt="0">
        <dgm:presLayoutVars>
          <dgm:animLvl val="lvl"/>
          <dgm:resizeHandles val="exact"/>
        </dgm:presLayoutVars>
      </dgm:prSet>
      <dgm:spPr/>
    </dgm:pt>
    <dgm:pt modelId="{F690D55A-80A8-485C-BEB8-F7ADC6A2CD32}" type="pres">
      <dgm:prSet presAssocID="{117CFA88-72C3-4E18-966F-FCB3C264D1FE}" presName="parentText" presStyleLbl="node1" presStyleIdx="0" presStyleCnt="2">
        <dgm:presLayoutVars>
          <dgm:chMax val="0"/>
          <dgm:bulletEnabled val="1"/>
        </dgm:presLayoutVars>
      </dgm:prSet>
      <dgm:spPr/>
    </dgm:pt>
    <dgm:pt modelId="{9E2C1DC9-DFE3-4A7C-AD2B-9969A2AD812B}" type="pres">
      <dgm:prSet presAssocID="{4FA452FC-8C27-4096-8EE3-A48E43F1883C}" presName="spacer" presStyleCnt="0"/>
      <dgm:spPr/>
    </dgm:pt>
    <dgm:pt modelId="{2325D3B2-E9BB-4697-8E30-A4577FD0A78D}" type="pres">
      <dgm:prSet presAssocID="{E7C92684-AA13-43E4-88D3-3FCBC80E2626}" presName="parentText" presStyleLbl="node1" presStyleIdx="1" presStyleCnt="2">
        <dgm:presLayoutVars>
          <dgm:chMax val="0"/>
          <dgm:bulletEnabled val="1"/>
        </dgm:presLayoutVars>
      </dgm:prSet>
      <dgm:spPr/>
    </dgm:pt>
  </dgm:ptLst>
  <dgm:cxnLst>
    <dgm:cxn modelId="{4CC9BC01-C11B-4919-B0A1-7ABA12751C68}" srcId="{96ACDBC7-1A1B-4D39-809E-0D83D93B3A45}" destId="{117CFA88-72C3-4E18-966F-FCB3C264D1FE}" srcOrd="0" destOrd="0" parTransId="{E39677EB-0DED-445E-9A7B-494D487FAB7C}" sibTransId="{4FA452FC-8C27-4096-8EE3-A48E43F1883C}"/>
    <dgm:cxn modelId="{C485B05D-47A0-4C94-8443-F1A4BC7EDC0E}" type="presOf" srcId="{96ACDBC7-1A1B-4D39-809E-0D83D93B3A45}" destId="{AB942C7A-506D-47B1-8576-41C2F9F2C453}" srcOrd="0" destOrd="0" presId="urn:microsoft.com/office/officeart/2005/8/layout/vList2"/>
    <dgm:cxn modelId="{2F3E2F4A-6AC3-41FB-9DE2-CEE0372BC3C7}" type="presOf" srcId="{E7C92684-AA13-43E4-88D3-3FCBC80E2626}" destId="{2325D3B2-E9BB-4697-8E30-A4577FD0A78D}" srcOrd="0" destOrd="0" presId="urn:microsoft.com/office/officeart/2005/8/layout/vList2"/>
    <dgm:cxn modelId="{82A10986-5206-41AC-BDAD-4B4DE66C40EF}" type="presOf" srcId="{117CFA88-72C3-4E18-966F-FCB3C264D1FE}" destId="{F690D55A-80A8-485C-BEB8-F7ADC6A2CD32}" srcOrd="0" destOrd="0" presId="urn:microsoft.com/office/officeart/2005/8/layout/vList2"/>
    <dgm:cxn modelId="{6BAC84B3-7382-4CD5-BCA1-A3A4FAF96BF2}" srcId="{96ACDBC7-1A1B-4D39-809E-0D83D93B3A45}" destId="{E7C92684-AA13-43E4-88D3-3FCBC80E2626}" srcOrd="1" destOrd="0" parTransId="{28FDE855-0B9D-4FA3-9B69-5FEEB52E91BE}" sibTransId="{629FBE0C-D491-4CDA-89AA-10E4D9222019}"/>
    <dgm:cxn modelId="{20EC2550-A210-4533-BC7B-4E173640E576}" type="presParOf" srcId="{AB942C7A-506D-47B1-8576-41C2F9F2C453}" destId="{F690D55A-80A8-485C-BEB8-F7ADC6A2CD32}" srcOrd="0" destOrd="0" presId="urn:microsoft.com/office/officeart/2005/8/layout/vList2"/>
    <dgm:cxn modelId="{92193F4A-0018-4B92-885C-AFFA782EA637}" type="presParOf" srcId="{AB942C7A-506D-47B1-8576-41C2F9F2C453}" destId="{9E2C1DC9-DFE3-4A7C-AD2B-9969A2AD812B}" srcOrd="1" destOrd="0" presId="urn:microsoft.com/office/officeart/2005/8/layout/vList2"/>
    <dgm:cxn modelId="{8FC64004-B6C0-4106-BACE-AA59EE3BAFE4}" type="presParOf" srcId="{AB942C7A-506D-47B1-8576-41C2F9F2C453}" destId="{2325D3B2-E9BB-4697-8E30-A4577FD0A78D}" srcOrd="2"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6850EBDB-0DAE-4510-A11F-95D4CB13E1C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4F975F5D-FCA7-44AC-AD06-F5835B91DEB3}">
      <dgm:prSet/>
      <dgm:spPr/>
      <dgm:t>
        <a:bodyPr/>
        <a:lstStyle/>
        <a:p>
          <a:r>
            <a:rPr lang="uk-UA" b="0" i="0"/>
            <a:t>розв’язання проблем забруднення навколишнього середовища.</a:t>
          </a:r>
          <a:endParaRPr lang="uk-UA"/>
        </a:p>
      </dgm:t>
    </dgm:pt>
    <dgm:pt modelId="{577788AB-58CD-45A5-BBEF-BDE87A41688C}" type="parTrans" cxnId="{DDBAB053-6401-456B-9F7F-953E54162878}">
      <dgm:prSet/>
      <dgm:spPr/>
      <dgm:t>
        <a:bodyPr/>
        <a:lstStyle/>
        <a:p>
          <a:endParaRPr lang="uk-UA"/>
        </a:p>
      </dgm:t>
    </dgm:pt>
    <dgm:pt modelId="{BA75EAD3-8E02-4C72-A7DE-4F0E373F4630}" type="sibTrans" cxnId="{DDBAB053-6401-456B-9F7F-953E54162878}">
      <dgm:prSet/>
      <dgm:spPr/>
      <dgm:t>
        <a:bodyPr/>
        <a:lstStyle/>
        <a:p>
          <a:endParaRPr lang="uk-UA"/>
        </a:p>
      </dgm:t>
    </dgm:pt>
    <dgm:pt modelId="{61A3A4B5-C519-4614-A48A-ADD361895F3F}">
      <dgm:prSet/>
      <dgm:spPr/>
      <dgm:t>
        <a:bodyPr/>
        <a:lstStyle/>
        <a:p>
          <a:r>
            <a:rPr lang="uk-UA" b="0" i="0"/>
            <a:t>подолання кризи фінансової та банківської систем.</a:t>
          </a:r>
          <a:endParaRPr lang="uk-UA"/>
        </a:p>
      </dgm:t>
    </dgm:pt>
    <dgm:pt modelId="{4C4E515A-5449-46C6-B528-0B196C353AE0}" type="parTrans" cxnId="{0E22CDB1-D7E7-4AFB-85CB-9918186D1B22}">
      <dgm:prSet/>
      <dgm:spPr/>
      <dgm:t>
        <a:bodyPr/>
        <a:lstStyle/>
        <a:p>
          <a:endParaRPr lang="uk-UA"/>
        </a:p>
      </dgm:t>
    </dgm:pt>
    <dgm:pt modelId="{48AE8872-CBFA-40A6-8992-3F6A80FA3DF3}" type="sibTrans" cxnId="{0E22CDB1-D7E7-4AFB-85CB-9918186D1B22}">
      <dgm:prSet/>
      <dgm:spPr/>
      <dgm:t>
        <a:bodyPr/>
        <a:lstStyle/>
        <a:p>
          <a:endParaRPr lang="uk-UA"/>
        </a:p>
      </dgm:t>
    </dgm:pt>
    <dgm:pt modelId="{011B5E59-FEB7-461B-941A-17798635284E}">
      <dgm:prSet/>
      <dgm:spPr/>
      <dgm:t>
        <a:bodyPr/>
        <a:lstStyle/>
        <a:p>
          <a:r>
            <a:rPr lang="uk-UA" b="0" i="0"/>
            <a:t>проведення масштабного очищення органів державної влади.</a:t>
          </a:r>
          <a:endParaRPr lang="uk-UA"/>
        </a:p>
      </dgm:t>
    </dgm:pt>
    <dgm:pt modelId="{46D3610D-BE3A-4012-92E1-80C05EF4F7D0}" type="parTrans" cxnId="{4DFA2F91-7D75-4F1E-9E8E-340C27A4008A}">
      <dgm:prSet/>
      <dgm:spPr/>
      <dgm:t>
        <a:bodyPr/>
        <a:lstStyle/>
        <a:p>
          <a:endParaRPr lang="uk-UA"/>
        </a:p>
      </dgm:t>
    </dgm:pt>
    <dgm:pt modelId="{8CB9C325-8A46-4EB7-87E3-AF5160529AB5}" type="sibTrans" cxnId="{4DFA2F91-7D75-4F1E-9E8E-340C27A4008A}">
      <dgm:prSet/>
      <dgm:spPr/>
      <dgm:t>
        <a:bodyPr/>
        <a:lstStyle/>
        <a:p>
          <a:endParaRPr lang="uk-UA"/>
        </a:p>
      </dgm:t>
    </dgm:pt>
    <dgm:pt modelId="{7EA47DA5-FB14-4023-BCEB-637D67E94641}">
      <dgm:prSet/>
      <dgm:spPr/>
      <dgm:t>
        <a:bodyPr/>
        <a:lstStyle/>
        <a:p>
          <a:r>
            <a:rPr lang="uk-UA" b="0" i="0"/>
            <a:t>упровадження новітніх біотехнологій у виробництво.</a:t>
          </a:r>
          <a:endParaRPr lang="uk-UA"/>
        </a:p>
      </dgm:t>
    </dgm:pt>
    <dgm:pt modelId="{0E86A7E7-C458-4224-AE8B-1F9FF80BA797}" type="parTrans" cxnId="{DD657ED1-1B21-4674-B503-E745ED19002E}">
      <dgm:prSet/>
      <dgm:spPr/>
      <dgm:t>
        <a:bodyPr/>
        <a:lstStyle/>
        <a:p>
          <a:endParaRPr lang="uk-UA"/>
        </a:p>
      </dgm:t>
    </dgm:pt>
    <dgm:pt modelId="{0EECB3B7-39CE-41C2-BA05-1E4B95CBF638}" type="sibTrans" cxnId="{DD657ED1-1B21-4674-B503-E745ED19002E}">
      <dgm:prSet/>
      <dgm:spPr/>
      <dgm:t>
        <a:bodyPr/>
        <a:lstStyle/>
        <a:p>
          <a:endParaRPr lang="uk-UA"/>
        </a:p>
      </dgm:t>
    </dgm:pt>
    <dgm:pt modelId="{AFB2F8E8-D593-4BF9-9BE6-817E8BA90E06}" type="pres">
      <dgm:prSet presAssocID="{6850EBDB-0DAE-4510-A11F-95D4CB13E1C4}" presName="linear" presStyleCnt="0">
        <dgm:presLayoutVars>
          <dgm:animLvl val="lvl"/>
          <dgm:resizeHandles val="exact"/>
        </dgm:presLayoutVars>
      </dgm:prSet>
      <dgm:spPr/>
    </dgm:pt>
    <dgm:pt modelId="{40FED717-4D63-48AC-9417-7DBBDF82913D}" type="pres">
      <dgm:prSet presAssocID="{4F975F5D-FCA7-44AC-AD06-F5835B91DEB3}" presName="parentText" presStyleLbl="node1" presStyleIdx="0" presStyleCnt="4">
        <dgm:presLayoutVars>
          <dgm:chMax val="0"/>
          <dgm:bulletEnabled val="1"/>
        </dgm:presLayoutVars>
      </dgm:prSet>
      <dgm:spPr/>
    </dgm:pt>
    <dgm:pt modelId="{FEC7A033-CA7C-4073-8842-9B62F3E39509}" type="pres">
      <dgm:prSet presAssocID="{BA75EAD3-8E02-4C72-A7DE-4F0E373F4630}" presName="spacer" presStyleCnt="0"/>
      <dgm:spPr/>
    </dgm:pt>
    <dgm:pt modelId="{C9AB4757-8985-4FCE-AC28-A203B943B7C9}" type="pres">
      <dgm:prSet presAssocID="{61A3A4B5-C519-4614-A48A-ADD361895F3F}" presName="parentText" presStyleLbl="node1" presStyleIdx="1" presStyleCnt="4">
        <dgm:presLayoutVars>
          <dgm:chMax val="0"/>
          <dgm:bulletEnabled val="1"/>
        </dgm:presLayoutVars>
      </dgm:prSet>
      <dgm:spPr/>
    </dgm:pt>
    <dgm:pt modelId="{D0594EA5-E4ED-476F-BC1D-7359617FF4F0}" type="pres">
      <dgm:prSet presAssocID="{48AE8872-CBFA-40A6-8992-3F6A80FA3DF3}" presName="spacer" presStyleCnt="0"/>
      <dgm:spPr/>
    </dgm:pt>
    <dgm:pt modelId="{BF617077-6206-4BBD-B70F-EDF6ED20F194}" type="pres">
      <dgm:prSet presAssocID="{011B5E59-FEB7-461B-941A-17798635284E}" presName="parentText" presStyleLbl="node1" presStyleIdx="2" presStyleCnt="4">
        <dgm:presLayoutVars>
          <dgm:chMax val="0"/>
          <dgm:bulletEnabled val="1"/>
        </dgm:presLayoutVars>
      </dgm:prSet>
      <dgm:spPr/>
    </dgm:pt>
    <dgm:pt modelId="{7FF4F293-0709-4741-B1E2-52C46F854580}" type="pres">
      <dgm:prSet presAssocID="{8CB9C325-8A46-4EB7-87E3-AF5160529AB5}" presName="spacer" presStyleCnt="0"/>
      <dgm:spPr/>
    </dgm:pt>
    <dgm:pt modelId="{AAD35D9B-494D-478E-86AC-D67BCAB2D0FF}" type="pres">
      <dgm:prSet presAssocID="{7EA47DA5-FB14-4023-BCEB-637D67E94641}" presName="parentText" presStyleLbl="node1" presStyleIdx="3" presStyleCnt="4">
        <dgm:presLayoutVars>
          <dgm:chMax val="0"/>
          <dgm:bulletEnabled val="1"/>
        </dgm:presLayoutVars>
      </dgm:prSet>
      <dgm:spPr/>
    </dgm:pt>
  </dgm:ptLst>
  <dgm:cxnLst>
    <dgm:cxn modelId="{91F72322-56D0-473E-84EA-5B59CA3FB61F}" type="presOf" srcId="{7EA47DA5-FB14-4023-BCEB-637D67E94641}" destId="{AAD35D9B-494D-478E-86AC-D67BCAB2D0FF}" srcOrd="0" destOrd="0" presId="urn:microsoft.com/office/officeart/2005/8/layout/vList2"/>
    <dgm:cxn modelId="{DDBAB053-6401-456B-9F7F-953E54162878}" srcId="{6850EBDB-0DAE-4510-A11F-95D4CB13E1C4}" destId="{4F975F5D-FCA7-44AC-AD06-F5835B91DEB3}" srcOrd="0" destOrd="0" parTransId="{577788AB-58CD-45A5-BBEF-BDE87A41688C}" sibTransId="{BA75EAD3-8E02-4C72-A7DE-4F0E373F4630}"/>
    <dgm:cxn modelId="{6F4C698D-0B60-4CE8-ABC2-54E7DA1280F8}" type="presOf" srcId="{011B5E59-FEB7-461B-941A-17798635284E}" destId="{BF617077-6206-4BBD-B70F-EDF6ED20F194}" srcOrd="0" destOrd="0" presId="urn:microsoft.com/office/officeart/2005/8/layout/vList2"/>
    <dgm:cxn modelId="{4DFA2F91-7D75-4F1E-9E8E-340C27A4008A}" srcId="{6850EBDB-0DAE-4510-A11F-95D4CB13E1C4}" destId="{011B5E59-FEB7-461B-941A-17798635284E}" srcOrd="2" destOrd="0" parTransId="{46D3610D-BE3A-4012-92E1-80C05EF4F7D0}" sibTransId="{8CB9C325-8A46-4EB7-87E3-AF5160529AB5}"/>
    <dgm:cxn modelId="{0E22CDB1-D7E7-4AFB-85CB-9918186D1B22}" srcId="{6850EBDB-0DAE-4510-A11F-95D4CB13E1C4}" destId="{61A3A4B5-C519-4614-A48A-ADD361895F3F}" srcOrd="1" destOrd="0" parTransId="{4C4E515A-5449-46C6-B528-0B196C353AE0}" sibTransId="{48AE8872-CBFA-40A6-8992-3F6A80FA3DF3}"/>
    <dgm:cxn modelId="{6402A8C2-EA9D-4C8E-8C9C-F45377AFD95D}" type="presOf" srcId="{6850EBDB-0DAE-4510-A11F-95D4CB13E1C4}" destId="{AFB2F8E8-D593-4BF9-9BE6-817E8BA90E06}" srcOrd="0" destOrd="0" presId="urn:microsoft.com/office/officeart/2005/8/layout/vList2"/>
    <dgm:cxn modelId="{F810EAC6-39C5-4205-8385-590D9DCE1745}" type="presOf" srcId="{4F975F5D-FCA7-44AC-AD06-F5835B91DEB3}" destId="{40FED717-4D63-48AC-9417-7DBBDF82913D}" srcOrd="0" destOrd="0" presId="urn:microsoft.com/office/officeart/2005/8/layout/vList2"/>
    <dgm:cxn modelId="{DD657ED1-1B21-4674-B503-E745ED19002E}" srcId="{6850EBDB-0DAE-4510-A11F-95D4CB13E1C4}" destId="{7EA47DA5-FB14-4023-BCEB-637D67E94641}" srcOrd="3" destOrd="0" parTransId="{0E86A7E7-C458-4224-AE8B-1F9FF80BA797}" sibTransId="{0EECB3B7-39CE-41C2-BA05-1E4B95CBF638}"/>
    <dgm:cxn modelId="{A34A2CFE-01AF-413D-9BC6-6ED5E7E68E05}" type="presOf" srcId="{61A3A4B5-C519-4614-A48A-ADD361895F3F}" destId="{C9AB4757-8985-4FCE-AC28-A203B943B7C9}" srcOrd="0" destOrd="0" presId="urn:microsoft.com/office/officeart/2005/8/layout/vList2"/>
    <dgm:cxn modelId="{357228CD-ADFB-4117-BA23-0EAFF6618A41}" type="presParOf" srcId="{AFB2F8E8-D593-4BF9-9BE6-817E8BA90E06}" destId="{40FED717-4D63-48AC-9417-7DBBDF82913D}" srcOrd="0" destOrd="0" presId="urn:microsoft.com/office/officeart/2005/8/layout/vList2"/>
    <dgm:cxn modelId="{319AD36C-C3DB-4655-8DD9-CBEFD80100E8}" type="presParOf" srcId="{AFB2F8E8-D593-4BF9-9BE6-817E8BA90E06}" destId="{FEC7A033-CA7C-4073-8842-9B62F3E39509}" srcOrd="1" destOrd="0" presId="urn:microsoft.com/office/officeart/2005/8/layout/vList2"/>
    <dgm:cxn modelId="{8ED41A8C-C248-4918-9CA4-860DD472C0F6}" type="presParOf" srcId="{AFB2F8E8-D593-4BF9-9BE6-817E8BA90E06}" destId="{C9AB4757-8985-4FCE-AC28-A203B943B7C9}" srcOrd="2" destOrd="0" presId="urn:microsoft.com/office/officeart/2005/8/layout/vList2"/>
    <dgm:cxn modelId="{02844BE5-1AC1-46D5-9238-8285C91C7D3B}" type="presParOf" srcId="{AFB2F8E8-D593-4BF9-9BE6-817E8BA90E06}" destId="{D0594EA5-E4ED-476F-BC1D-7359617FF4F0}" srcOrd="3" destOrd="0" presId="urn:microsoft.com/office/officeart/2005/8/layout/vList2"/>
    <dgm:cxn modelId="{04F2C245-25DA-4AB1-B046-46D6FE183CB1}" type="presParOf" srcId="{AFB2F8E8-D593-4BF9-9BE6-817E8BA90E06}" destId="{BF617077-6206-4BBD-B70F-EDF6ED20F194}" srcOrd="4" destOrd="0" presId="urn:microsoft.com/office/officeart/2005/8/layout/vList2"/>
    <dgm:cxn modelId="{9535E154-FCDE-40C6-B11F-EF3B9D592CA0}" type="presParOf" srcId="{AFB2F8E8-D593-4BF9-9BE6-817E8BA90E06}" destId="{7FF4F293-0709-4741-B1E2-52C46F854580}" srcOrd="5" destOrd="0" presId="urn:microsoft.com/office/officeart/2005/8/layout/vList2"/>
    <dgm:cxn modelId="{32C93A11-1FDA-4228-AC5C-09707DD4741F}" type="presParOf" srcId="{AFB2F8E8-D593-4BF9-9BE6-817E8BA90E06}" destId="{AAD35D9B-494D-478E-86AC-D67BCAB2D0F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45DCD1EA-2004-4502-AEBF-2C192656D3F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287B08B7-D8CF-499E-BEC6-2E474ABE1874}">
      <dgm:prSet/>
      <dgm:spPr/>
      <dgm:t>
        <a:bodyPr/>
        <a:lstStyle/>
        <a:p>
          <a:r>
            <a:rPr lang="ru-RU" b="0" i="0"/>
            <a:t>підписала Угоду про асоціацію з Європейським Союзом (ЄС).</a:t>
          </a:r>
          <a:endParaRPr lang="uk-UA"/>
        </a:p>
      </dgm:t>
    </dgm:pt>
    <dgm:pt modelId="{E9D17878-A883-4FD4-965A-192553C550F3}" type="parTrans" cxnId="{5CB1D915-9E40-44C5-A765-C68B3A8C0C04}">
      <dgm:prSet/>
      <dgm:spPr/>
      <dgm:t>
        <a:bodyPr/>
        <a:lstStyle/>
        <a:p>
          <a:endParaRPr lang="uk-UA"/>
        </a:p>
      </dgm:t>
    </dgm:pt>
    <dgm:pt modelId="{F74F662C-05B6-4526-8E9F-3FFF9775DD0E}" type="sibTrans" cxnId="{5CB1D915-9E40-44C5-A765-C68B3A8C0C04}">
      <dgm:prSet/>
      <dgm:spPr/>
      <dgm:t>
        <a:bodyPr/>
        <a:lstStyle/>
        <a:p>
          <a:endParaRPr lang="uk-UA"/>
        </a:p>
      </dgm:t>
    </dgm:pt>
    <dgm:pt modelId="{143AA991-1A19-432D-876C-9BFA4A5E993A}">
      <dgm:prSet/>
      <dgm:spPr/>
      <dgm:t>
        <a:bodyPr/>
        <a:lstStyle/>
        <a:p>
          <a:r>
            <a:rPr lang="ru-RU" b="0" i="0"/>
            <a:t>стала членом Ради Європи (РЄ).</a:t>
          </a:r>
          <a:endParaRPr lang="uk-UA"/>
        </a:p>
      </dgm:t>
    </dgm:pt>
    <dgm:pt modelId="{1C6DF559-BAFF-43C3-BE24-D39725F1F6F8}" type="parTrans" cxnId="{9654FB72-9DB9-41D8-A7F9-051AA24F0570}">
      <dgm:prSet/>
      <dgm:spPr/>
      <dgm:t>
        <a:bodyPr/>
        <a:lstStyle/>
        <a:p>
          <a:endParaRPr lang="uk-UA"/>
        </a:p>
      </dgm:t>
    </dgm:pt>
    <dgm:pt modelId="{5F5C2D7B-E1DC-47C8-B971-3C611C51B66F}" type="sibTrans" cxnId="{9654FB72-9DB9-41D8-A7F9-051AA24F0570}">
      <dgm:prSet/>
      <dgm:spPr/>
      <dgm:t>
        <a:bodyPr/>
        <a:lstStyle/>
        <a:p>
          <a:endParaRPr lang="uk-UA"/>
        </a:p>
      </dgm:t>
    </dgm:pt>
    <dgm:pt modelId="{CB8518C9-B582-4CD8-8516-C26DFBA98EAA}">
      <dgm:prSet/>
      <dgm:spPr/>
      <dgm:t>
        <a:bodyPr/>
        <a:lstStyle/>
        <a:p>
          <a:r>
            <a:rPr lang="ru-RU" b="0" i="0"/>
            <a:t>приєдналася до програми НАТО «Партнерство заради миру».</a:t>
          </a:r>
          <a:endParaRPr lang="uk-UA"/>
        </a:p>
      </dgm:t>
    </dgm:pt>
    <dgm:pt modelId="{58578FB1-2152-4233-BCD4-44535E67BD56}" type="parTrans" cxnId="{44A7BDAD-F402-4566-95DF-A6548C065570}">
      <dgm:prSet/>
      <dgm:spPr/>
      <dgm:t>
        <a:bodyPr/>
        <a:lstStyle/>
        <a:p>
          <a:endParaRPr lang="uk-UA"/>
        </a:p>
      </dgm:t>
    </dgm:pt>
    <dgm:pt modelId="{FAA87183-0D82-47D9-A8F5-916804197F91}" type="sibTrans" cxnId="{44A7BDAD-F402-4566-95DF-A6548C065570}">
      <dgm:prSet/>
      <dgm:spPr/>
      <dgm:t>
        <a:bodyPr/>
        <a:lstStyle/>
        <a:p>
          <a:endParaRPr lang="uk-UA"/>
        </a:p>
      </dgm:t>
    </dgm:pt>
    <dgm:pt modelId="{D4C878E9-DA59-4B55-91C1-9C62B80C3B08}">
      <dgm:prSet/>
      <dgm:spPr/>
      <dgm:t>
        <a:bodyPr/>
        <a:lstStyle/>
        <a:p>
          <a:r>
            <a:rPr lang="ru-RU" b="0" i="0"/>
            <a:t>вступила до Світової організації торгівлі (СОТ).</a:t>
          </a:r>
          <a:endParaRPr lang="uk-UA"/>
        </a:p>
      </dgm:t>
    </dgm:pt>
    <dgm:pt modelId="{2E129399-7807-455E-A462-46B87B8A58B7}" type="parTrans" cxnId="{2F49882E-013F-4689-8F95-157A8A383456}">
      <dgm:prSet/>
      <dgm:spPr/>
      <dgm:t>
        <a:bodyPr/>
        <a:lstStyle/>
        <a:p>
          <a:endParaRPr lang="uk-UA"/>
        </a:p>
      </dgm:t>
    </dgm:pt>
    <dgm:pt modelId="{418AC72A-8B12-4978-89FB-2979CB336D3A}" type="sibTrans" cxnId="{2F49882E-013F-4689-8F95-157A8A383456}">
      <dgm:prSet/>
      <dgm:spPr/>
      <dgm:t>
        <a:bodyPr/>
        <a:lstStyle/>
        <a:p>
          <a:endParaRPr lang="uk-UA"/>
        </a:p>
      </dgm:t>
    </dgm:pt>
    <dgm:pt modelId="{46D40927-B983-4C86-9162-56D0CDFDEB99}" type="pres">
      <dgm:prSet presAssocID="{45DCD1EA-2004-4502-AEBF-2C192656D3F8}" presName="linear" presStyleCnt="0">
        <dgm:presLayoutVars>
          <dgm:animLvl val="lvl"/>
          <dgm:resizeHandles val="exact"/>
        </dgm:presLayoutVars>
      </dgm:prSet>
      <dgm:spPr/>
    </dgm:pt>
    <dgm:pt modelId="{694514E1-4EB6-4BC8-89CD-DEE2169C60FA}" type="pres">
      <dgm:prSet presAssocID="{287B08B7-D8CF-499E-BEC6-2E474ABE1874}" presName="parentText" presStyleLbl="node1" presStyleIdx="0" presStyleCnt="4">
        <dgm:presLayoutVars>
          <dgm:chMax val="0"/>
          <dgm:bulletEnabled val="1"/>
        </dgm:presLayoutVars>
      </dgm:prSet>
      <dgm:spPr/>
    </dgm:pt>
    <dgm:pt modelId="{BF74B6A5-2C7C-439B-A61B-E6396546542B}" type="pres">
      <dgm:prSet presAssocID="{F74F662C-05B6-4526-8E9F-3FFF9775DD0E}" presName="spacer" presStyleCnt="0"/>
      <dgm:spPr/>
    </dgm:pt>
    <dgm:pt modelId="{48B39EE0-750D-4A88-BC72-1F1D14D7BD21}" type="pres">
      <dgm:prSet presAssocID="{143AA991-1A19-432D-876C-9BFA4A5E993A}" presName="parentText" presStyleLbl="node1" presStyleIdx="1" presStyleCnt="4">
        <dgm:presLayoutVars>
          <dgm:chMax val="0"/>
          <dgm:bulletEnabled val="1"/>
        </dgm:presLayoutVars>
      </dgm:prSet>
      <dgm:spPr/>
    </dgm:pt>
    <dgm:pt modelId="{3EBA0432-FA8C-47F9-AA7F-A3A7129588F8}" type="pres">
      <dgm:prSet presAssocID="{5F5C2D7B-E1DC-47C8-B971-3C611C51B66F}" presName="spacer" presStyleCnt="0"/>
      <dgm:spPr/>
    </dgm:pt>
    <dgm:pt modelId="{DBC8AB42-3434-467F-8AD6-07B88FDF27DB}" type="pres">
      <dgm:prSet presAssocID="{CB8518C9-B582-4CD8-8516-C26DFBA98EAA}" presName="parentText" presStyleLbl="node1" presStyleIdx="2" presStyleCnt="4">
        <dgm:presLayoutVars>
          <dgm:chMax val="0"/>
          <dgm:bulletEnabled val="1"/>
        </dgm:presLayoutVars>
      </dgm:prSet>
      <dgm:spPr/>
    </dgm:pt>
    <dgm:pt modelId="{44050C82-6FFB-4543-97A6-80E2C3E142A1}" type="pres">
      <dgm:prSet presAssocID="{FAA87183-0D82-47D9-A8F5-916804197F91}" presName="spacer" presStyleCnt="0"/>
      <dgm:spPr/>
    </dgm:pt>
    <dgm:pt modelId="{EFADCE37-08BF-48C6-A74F-9C54785925B8}" type="pres">
      <dgm:prSet presAssocID="{D4C878E9-DA59-4B55-91C1-9C62B80C3B08}" presName="parentText" presStyleLbl="node1" presStyleIdx="3" presStyleCnt="4">
        <dgm:presLayoutVars>
          <dgm:chMax val="0"/>
          <dgm:bulletEnabled val="1"/>
        </dgm:presLayoutVars>
      </dgm:prSet>
      <dgm:spPr/>
    </dgm:pt>
  </dgm:ptLst>
  <dgm:cxnLst>
    <dgm:cxn modelId="{5CB1D915-9E40-44C5-A765-C68B3A8C0C04}" srcId="{45DCD1EA-2004-4502-AEBF-2C192656D3F8}" destId="{287B08B7-D8CF-499E-BEC6-2E474ABE1874}" srcOrd="0" destOrd="0" parTransId="{E9D17878-A883-4FD4-965A-192553C550F3}" sibTransId="{F74F662C-05B6-4526-8E9F-3FFF9775DD0E}"/>
    <dgm:cxn modelId="{1A4A9120-9AAB-447F-B74E-ADED159E1EEA}" type="presOf" srcId="{CB8518C9-B582-4CD8-8516-C26DFBA98EAA}" destId="{DBC8AB42-3434-467F-8AD6-07B88FDF27DB}" srcOrd="0" destOrd="0" presId="urn:microsoft.com/office/officeart/2005/8/layout/vList2"/>
    <dgm:cxn modelId="{2F49882E-013F-4689-8F95-157A8A383456}" srcId="{45DCD1EA-2004-4502-AEBF-2C192656D3F8}" destId="{D4C878E9-DA59-4B55-91C1-9C62B80C3B08}" srcOrd="3" destOrd="0" parTransId="{2E129399-7807-455E-A462-46B87B8A58B7}" sibTransId="{418AC72A-8B12-4978-89FB-2979CB336D3A}"/>
    <dgm:cxn modelId="{D7B8E243-B602-46A9-9BA0-5C7223F925A6}" type="presOf" srcId="{45DCD1EA-2004-4502-AEBF-2C192656D3F8}" destId="{46D40927-B983-4C86-9162-56D0CDFDEB99}" srcOrd="0" destOrd="0" presId="urn:microsoft.com/office/officeart/2005/8/layout/vList2"/>
    <dgm:cxn modelId="{F18EE26B-50B1-4A90-AFE2-F1D4ABBE5DCD}" type="presOf" srcId="{287B08B7-D8CF-499E-BEC6-2E474ABE1874}" destId="{694514E1-4EB6-4BC8-89CD-DEE2169C60FA}" srcOrd="0" destOrd="0" presId="urn:microsoft.com/office/officeart/2005/8/layout/vList2"/>
    <dgm:cxn modelId="{9654FB72-9DB9-41D8-A7F9-051AA24F0570}" srcId="{45DCD1EA-2004-4502-AEBF-2C192656D3F8}" destId="{143AA991-1A19-432D-876C-9BFA4A5E993A}" srcOrd="1" destOrd="0" parTransId="{1C6DF559-BAFF-43C3-BE24-D39725F1F6F8}" sibTransId="{5F5C2D7B-E1DC-47C8-B971-3C611C51B66F}"/>
    <dgm:cxn modelId="{44A7BDAD-F402-4566-95DF-A6548C065570}" srcId="{45DCD1EA-2004-4502-AEBF-2C192656D3F8}" destId="{CB8518C9-B582-4CD8-8516-C26DFBA98EAA}" srcOrd="2" destOrd="0" parTransId="{58578FB1-2152-4233-BCD4-44535E67BD56}" sibTransId="{FAA87183-0D82-47D9-A8F5-916804197F91}"/>
    <dgm:cxn modelId="{76CBFECC-C282-43C0-B427-3E49D7DE3217}" type="presOf" srcId="{D4C878E9-DA59-4B55-91C1-9C62B80C3B08}" destId="{EFADCE37-08BF-48C6-A74F-9C54785925B8}" srcOrd="0" destOrd="0" presId="urn:microsoft.com/office/officeart/2005/8/layout/vList2"/>
    <dgm:cxn modelId="{5546AEE7-4A4C-426E-B69C-E929AFF35B2F}" type="presOf" srcId="{143AA991-1A19-432D-876C-9BFA4A5E993A}" destId="{48B39EE0-750D-4A88-BC72-1F1D14D7BD21}" srcOrd="0" destOrd="0" presId="urn:microsoft.com/office/officeart/2005/8/layout/vList2"/>
    <dgm:cxn modelId="{91E4EB45-86AE-408C-9798-9B26F61A1922}" type="presParOf" srcId="{46D40927-B983-4C86-9162-56D0CDFDEB99}" destId="{694514E1-4EB6-4BC8-89CD-DEE2169C60FA}" srcOrd="0" destOrd="0" presId="urn:microsoft.com/office/officeart/2005/8/layout/vList2"/>
    <dgm:cxn modelId="{D7FF9CE4-C149-42D2-A79A-E1DC97034558}" type="presParOf" srcId="{46D40927-B983-4C86-9162-56D0CDFDEB99}" destId="{BF74B6A5-2C7C-439B-A61B-E6396546542B}" srcOrd="1" destOrd="0" presId="urn:microsoft.com/office/officeart/2005/8/layout/vList2"/>
    <dgm:cxn modelId="{DC23A208-DCBF-4F93-BD44-A48B0D963390}" type="presParOf" srcId="{46D40927-B983-4C86-9162-56D0CDFDEB99}" destId="{48B39EE0-750D-4A88-BC72-1F1D14D7BD21}" srcOrd="2" destOrd="0" presId="urn:microsoft.com/office/officeart/2005/8/layout/vList2"/>
    <dgm:cxn modelId="{C46DB526-B74E-4FF8-B1DE-8C78EA6FE17D}" type="presParOf" srcId="{46D40927-B983-4C86-9162-56D0CDFDEB99}" destId="{3EBA0432-FA8C-47F9-AA7F-A3A7129588F8}" srcOrd="3" destOrd="0" presId="urn:microsoft.com/office/officeart/2005/8/layout/vList2"/>
    <dgm:cxn modelId="{9446A185-A81F-4458-9543-B1AD0BF04B43}" type="presParOf" srcId="{46D40927-B983-4C86-9162-56D0CDFDEB99}" destId="{DBC8AB42-3434-467F-8AD6-07B88FDF27DB}" srcOrd="4" destOrd="0" presId="urn:microsoft.com/office/officeart/2005/8/layout/vList2"/>
    <dgm:cxn modelId="{A8EDF2FD-6E98-4651-B514-5FBACEEC48AD}" type="presParOf" srcId="{46D40927-B983-4C86-9162-56D0CDFDEB99}" destId="{44050C82-6FFB-4543-97A6-80E2C3E142A1}" srcOrd="5" destOrd="0" presId="urn:microsoft.com/office/officeart/2005/8/layout/vList2"/>
    <dgm:cxn modelId="{4AFEE9C4-8906-42CC-8EA0-EC48429CD6BE}" type="presParOf" srcId="{46D40927-B983-4C86-9162-56D0CDFDEB99}" destId="{EFADCE37-08BF-48C6-A74F-9C54785925B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15480663-7C1D-4904-9048-5E25F837351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2E3D324D-4053-435D-BE3A-24064A1CFC35}">
      <dgm:prSet/>
      <dgm:spPr/>
      <dgm:t>
        <a:bodyPr/>
        <a:lstStyle/>
        <a:p>
          <a:r>
            <a:rPr lang="uk-UA" b="0" i="0"/>
            <a:t>підписання Україною Угоди про асоціацію з Європейським Союзом (Є</a:t>
          </a:r>
          <a:r>
            <a:rPr lang="en-US" b="0" i="0"/>
            <a:t>C).</a:t>
          </a:r>
          <a:endParaRPr lang="uk-UA"/>
        </a:p>
      </dgm:t>
    </dgm:pt>
    <dgm:pt modelId="{1C6AC23F-519B-4570-B4CE-2571E46AC8E8}" type="parTrans" cxnId="{916ADB2B-BC89-4EDE-9323-6FD985EBE0EC}">
      <dgm:prSet/>
      <dgm:spPr/>
      <dgm:t>
        <a:bodyPr/>
        <a:lstStyle/>
        <a:p>
          <a:endParaRPr lang="uk-UA"/>
        </a:p>
      </dgm:t>
    </dgm:pt>
    <dgm:pt modelId="{237FEE76-40EC-47A5-91A8-0DE01562846D}" type="sibTrans" cxnId="{916ADB2B-BC89-4EDE-9323-6FD985EBE0EC}">
      <dgm:prSet/>
      <dgm:spPr/>
      <dgm:t>
        <a:bodyPr/>
        <a:lstStyle/>
        <a:p>
          <a:endParaRPr lang="uk-UA"/>
        </a:p>
      </dgm:t>
    </dgm:pt>
    <dgm:pt modelId="{83CB5313-751B-42D4-B1E7-FB57026751CA}">
      <dgm:prSet/>
      <dgm:spPr/>
      <dgm:t>
        <a:bodyPr/>
        <a:lstStyle/>
        <a:p>
          <a:r>
            <a:rPr lang="uk-UA" b="0" i="0"/>
            <a:t>входження України до Світової організації торгівлі (СОТ).</a:t>
          </a:r>
          <a:endParaRPr lang="uk-UA"/>
        </a:p>
      </dgm:t>
    </dgm:pt>
    <dgm:pt modelId="{D91A8544-FDB2-484F-8ABF-E5604EDC96F8}" type="parTrans" cxnId="{9F186DDF-8BBB-4D8F-9774-3F903819CFA8}">
      <dgm:prSet/>
      <dgm:spPr/>
      <dgm:t>
        <a:bodyPr/>
        <a:lstStyle/>
        <a:p>
          <a:endParaRPr lang="uk-UA"/>
        </a:p>
      </dgm:t>
    </dgm:pt>
    <dgm:pt modelId="{728B037C-4143-4C5D-AC16-304352CC901A}" type="sibTrans" cxnId="{9F186DDF-8BBB-4D8F-9774-3F903819CFA8}">
      <dgm:prSet/>
      <dgm:spPr/>
      <dgm:t>
        <a:bodyPr/>
        <a:lstStyle/>
        <a:p>
          <a:endParaRPr lang="uk-UA"/>
        </a:p>
      </dgm:t>
    </dgm:pt>
    <dgm:pt modelId="{7C526A40-78BA-4A11-A140-D1718BBCA0A3}">
      <dgm:prSet/>
      <dgm:spPr/>
      <dgm:t>
        <a:bodyPr/>
        <a:lstStyle/>
        <a:p>
          <a:r>
            <a:rPr lang="uk-UA" b="0" i="0"/>
            <a:t>створення Співдружності Незалежних Держав (СНД).</a:t>
          </a:r>
          <a:endParaRPr lang="uk-UA"/>
        </a:p>
      </dgm:t>
    </dgm:pt>
    <dgm:pt modelId="{13181316-2379-4AD3-875C-4FFD22C0EDAA}" type="parTrans" cxnId="{E2AF9D35-4530-409A-A3A8-97CF09633542}">
      <dgm:prSet/>
      <dgm:spPr/>
      <dgm:t>
        <a:bodyPr/>
        <a:lstStyle/>
        <a:p>
          <a:endParaRPr lang="uk-UA"/>
        </a:p>
      </dgm:t>
    </dgm:pt>
    <dgm:pt modelId="{FA8878A7-870B-499B-A8CF-FAE572C7839C}" type="sibTrans" cxnId="{E2AF9D35-4530-409A-A3A8-97CF09633542}">
      <dgm:prSet/>
      <dgm:spPr/>
      <dgm:t>
        <a:bodyPr/>
        <a:lstStyle/>
        <a:p>
          <a:endParaRPr lang="uk-UA"/>
        </a:p>
      </dgm:t>
    </dgm:pt>
    <dgm:pt modelId="{162B6280-E4F0-44EB-BC63-068C25E22CCC}">
      <dgm:prSet/>
      <dgm:spPr/>
      <dgm:t>
        <a:bodyPr/>
        <a:lstStyle/>
        <a:p>
          <a:r>
            <a:rPr lang="uk-UA" b="0" i="0"/>
            <a:t>обрання України членом Ради Європи (РЄ).</a:t>
          </a:r>
          <a:endParaRPr lang="uk-UA"/>
        </a:p>
      </dgm:t>
    </dgm:pt>
    <dgm:pt modelId="{3F9E87F0-72B8-418A-9002-A8E504354181}" type="parTrans" cxnId="{65055DE6-1431-42AB-AE4E-6198A9DE95A8}">
      <dgm:prSet/>
      <dgm:spPr/>
      <dgm:t>
        <a:bodyPr/>
        <a:lstStyle/>
        <a:p>
          <a:endParaRPr lang="uk-UA"/>
        </a:p>
      </dgm:t>
    </dgm:pt>
    <dgm:pt modelId="{64866946-9BC0-4C0A-9400-6EE9A1F69E98}" type="sibTrans" cxnId="{65055DE6-1431-42AB-AE4E-6198A9DE95A8}">
      <dgm:prSet/>
      <dgm:spPr/>
      <dgm:t>
        <a:bodyPr/>
        <a:lstStyle/>
        <a:p>
          <a:endParaRPr lang="uk-UA"/>
        </a:p>
      </dgm:t>
    </dgm:pt>
    <dgm:pt modelId="{2DE9353E-D935-4D9A-A761-FA7E58FCBFFA}" type="pres">
      <dgm:prSet presAssocID="{15480663-7C1D-4904-9048-5E25F8373514}" presName="linear" presStyleCnt="0">
        <dgm:presLayoutVars>
          <dgm:animLvl val="lvl"/>
          <dgm:resizeHandles val="exact"/>
        </dgm:presLayoutVars>
      </dgm:prSet>
      <dgm:spPr/>
    </dgm:pt>
    <dgm:pt modelId="{4BB99006-83AF-4183-A0A9-CA4C9E384BED}" type="pres">
      <dgm:prSet presAssocID="{2E3D324D-4053-435D-BE3A-24064A1CFC35}" presName="parentText" presStyleLbl="node1" presStyleIdx="0" presStyleCnt="4">
        <dgm:presLayoutVars>
          <dgm:chMax val="0"/>
          <dgm:bulletEnabled val="1"/>
        </dgm:presLayoutVars>
      </dgm:prSet>
      <dgm:spPr/>
    </dgm:pt>
    <dgm:pt modelId="{2FEC4C27-567F-4467-ADEC-16DE1A710B11}" type="pres">
      <dgm:prSet presAssocID="{237FEE76-40EC-47A5-91A8-0DE01562846D}" presName="spacer" presStyleCnt="0"/>
      <dgm:spPr/>
    </dgm:pt>
    <dgm:pt modelId="{7B54A487-F1A3-41BF-9CD4-FEF293E1632C}" type="pres">
      <dgm:prSet presAssocID="{83CB5313-751B-42D4-B1E7-FB57026751CA}" presName="parentText" presStyleLbl="node1" presStyleIdx="1" presStyleCnt="4">
        <dgm:presLayoutVars>
          <dgm:chMax val="0"/>
          <dgm:bulletEnabled val="1"/>
        </dgm:presLayoutVars>
      </dgm:prSet>
      <dgm:spPr/>
    </dgm:pt>
    <dgm:pt modelId="{6436547A-2462-4B72-94AA-643828D5E459}" type="pres">
      <dgm:prSet presAssocID="{728B037C-4143-4C5D-AC16-304352CC901A}" presName="spacer" presStyleCnt="0"/>
      <dgm:spPr/>
    </dgm:pt>
    <dgm:pt modelId="{7D89EB94-863E-43F0-9C6C-458A054EBD59}" type="pres">
      <dgm:prSet presAssocID="{7C526A40-78BA-4A11-A140-D1718BBCA0A3}" presName="parentText" presStyleLbl="node1" presStyleIdx="2" presStyleCnt="4">
        <dgm:presLayoutVars>
          <dgm:chMax val="0"/>
          <dgm:bulletEnabled val="1"/>
        </dgm:presLayoutVars>
      </dgm:prSet>
      <dgm:spPr/>
    </dgm:pt>
    <dgm:pt modelId="{9BDE2293-7CFE-4C5E-A28D-1D3634EAB9B2}" type="pres">
      <dgm:prSet presAssocID="{FA8878A7-870B-499B-A8CF-FAE572C7839C}" presName="spacer" presStyleCnt="0"/>
      <dgm:spPr/>
    </dgm:pt>
    <dgm:pt modelId="{1E2E3789-46BE-4B16-BB87-53C72013DE3F}" type="pres">
      <dgm:prSet presAssocID="{162B6280-E4F0-44EB-BC63-068C25E22CCC}" presName="parentText" presStyleLbl="node1" presStyleIdx="3" presStyleCnt="4">
        <dgm:presLayoutVars>
          <dgm:chMax val="0"/>
          <dgm:bulletEnabled val="1"/>
        </dgm:presLayoutVars>
      </dgm:prSet>
      <dgm:spPr/>
    </dgm:pt>
  </dgm:ptLst>
  <dgm:cxnLst>
    <dgm:cxn modelId="{D8ECD422-7757-4459-8EB8-5C6940A0E519}" type="presOf" srcId="{2E3D324D-4053-435D-BE3A-24064A1CFC35}" destId="{4BB99006-83AF-4183-A0A9-CA4C9E384BED}" srcOrd="0" destOrd="0" presId="urn:microsoft.com/office/officeart/2005/8/layout/vList2"/>
    <dgm:cxn modelId="{7F989523-C92D-4F58-974B-C719CE85D20F}" type="presOf" srcId="{15480663-7C1D-4904-9048-5E25F8373514}" destId="{2DE9353E-D935-4D9A-A761-FA7E58FCBFFA}" srcOrd="0" destOrd="0" presId="urn:microsoft.com/office/officeart/2005/8/layout/vList2"/>
    <dgm:cxn modelId="{916ADB2B-BC89-4EDE-9323-6FD985EBE0EC}" srcId="{15480663-7C1D-4904-9048-5E25F8373514}" destId="{2E3D324D-4053-435D-BE3A-24064A1CFC35}" srcOrd="0" destOrd="0" parTransId="{1C6AC23F-519B-4570-B4CE-2571E46AC8E8}" sibTransId="{237FEE76-40EC-47A5-91A8-0DE01562846D}"/>
    <dgm:cxn modelId="{E2AF9D35-4530-409A-A3A8-97CF09633542}" srcId="{15480663-7C1D-4904-9048-5E25F8373514}" destId="{7C526A40-78BA-4A11-A140-D1718BBCA0A3}" srcOrd="2" destOrd="0" parTransId="{13181316-2379-4AD3-875C-4FFD22C0EDAA}" sibTransId="{FA8878A7-870B-499B-A8CF-FAE572C7839C}"/>
    <dgm:cxn modelId="{4644DB83-B523-4F08-9CB9-7B17BAA7EC02}" type="presOf" srcId="{7C526A40-78BA-4A11-A140-D1718BBCA0A3}" destId="{7D89EB94-863E-43F0-9C6C-458A054EBD59}" srcOrd="0" destOrd="0" presId="urn:microsoft.com/office/officeart/2005/8/layout/vList2"/>
    <dgm:cxn modelId="{9F186DDF-8BBB-4D8F-9774-3F903819CFA8}" srcId="{15480663-7C1D-4904-9048-5E25F8373514}" destId="{83CB5313-751B-42D4-B1E7-FB57026751CA}" srcOrd="1" destOrd="0" parTransId="{D91A8544-FDB2-484F-8ABF-E5604EDC96F8}" sibTransId="{728B037C-4143-4C5D-AC16-304352CC901A}"/>
    <dgm:cxn modelId="{42632DE5-B664-4B4E-9440-852D2291BAD1}" type="presOf" srcId="{162B6280-E4F0-44EB-BC63-068C25E22CCC}" destId="{1E2E3789-46BE-4B16-BB87-53C72013DE3F}" srcOrd="0" destOrd="0" presId="urn:microsoft.com/office/officeart/2005/8/layout/vList2"/>
    <dgm:cxn modelId="{65055DE6-1431-42AB-AE4E-6198A9DE95A8}" srcId="{15480663-7C1D-4904-9048-5E25F8373514}" destId="{162B6280-E4F0-44EB-BC63-068C25E22CCC}" srcOrd="3" destOrd="0" parTransId="{3F9E87F0-72B8-418A-9002-A8E504354181}" sibTransId="{64866946-9BC0-4C0A-9400-6EE9A1F69E98}"/>
    <dgm:cxn modelId="{90C330FA-8F16-4583-8565-847DC34FE416}" type="presOf" srcId="{83CB5313-751B-42D4-B1E7-FB57026751CA}" destId="{7B54A487-F1A3-41BF-9CD4-FEF293E1632C}" srcOrd="0" destOrd="0" presId="urn:microsoft.com/office/officeart/2005/8/layout/vList2"/>
    <dgm:cxn modelId="{DA94164C-3584-4332-8DAA-E42A9D76AD21}" type="presParOf" srcId="{2DE9353E-D935-4D9A-A761-FA7E58FCBFFA}" destId="{4BB99006-83AF-4183-A0A9-CA4C9E384BED}" srcOrd="0" destOrd="0" presId="urn:microsoft.com/office/officeart/2005/8/layout/vList2"/>
    <dgm:cxn modelId="{A5AAE200-D1FE-4C0D-9289-82CD4F59D6D2}" type="presParOf" srcId="{2DE9353E-D935-4D9A-A761-FA7E58FCBFFA}" destId="{2FEC4C27-567F-4467-ADEC-16DE1A710B11}" srcOrd="1" destOrd="0" presId="urn:microsoft.com/office/officeart/2005/8/layout/vList2"/>
    <dgm:cxn modelId="{EB83DCB8-57B0-4497-AC41-0B60F73CD448}" type="presParOf" srcId="{2DE9353E-D935-4D9A-A761-FA7E58FCBFFA}" destId="{7B54A487-F1A3-41BF-9CD4-FEF293E1632C}" srcOrd="2" destOrd="0" presId="urn:microsoft.com/office/officeart/2005/8/layout/vList2"/>
    <dgm:cxn modelId="{57BF62AC-29AD-494E-B1F9-9C568F2146DE}" type="presParOf" srcId="{2DE9353E-D935-4D9A-A761-FA7E58FCBFFA}" destId="{6436547A-2462-4B72-94AA-643828D5E459}" srcOrd="3" destOrd="0" presId="urn:microsoft.com/office/officeart/2005/8/layout/vList2"/>
    <dgm:cxn modelId="{BBD7A346-F6C1-4670-B32F-97184C7F5BD4}" type="presParOf" srcId="{2DE9353E-D935-4D9A-A761-FA7E58FCBFFA}" destId="{7D89EB94-863E-43F0-9C6C-458A054EBD59}" srcOrd="4" destOrd="0" presId="urn:microsoft.com/office/officeart/2005/8/layout/vList2"/>
    <dgm:cxn modelId="{3B3B3A43-CF9B-46D1-AA32-C833FADD521C}" type="presParOf" srcId="{2DE9353E-D935-4D9A-A761-FA7E58FCBFFA}" destId="{9BDE2293-7CFE-4C5E-A28D-1D3634EAB9B2}" srcOrd="5" destOrd="0" presId="urn:microsoft.com/office/officeart/2005/8/layout/vList2"/>
    <dgm:cxn modelId="{454424AB-413D-40CE-A16E-481B5D8270E0}" type="presParOf" srcId="{2DE9353E-D935-4D9A-A761-FA7E58FCBFFA}" destId="{1E2E3789-46BE-4B16-BB87-53C72013DE3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57F4D247-FCB8-4433-BDBD-4BEB2456956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66E7A572-F8B3-411E-B442-67238D5C9A16}">
      <dgm:prSet/>
      <dgm:spPr/>
      <dgm:t>
        <a:bodyPr/>
        <a:lstStyle/>
        <a:p>
          <a:r>
            <a:rPr lang="ru-RU" b="0" i="0"/>
            <a:t>«Революцію гідності».</a:t>
          </a:r>
          <a:endParaRPr lang="uk-UA"/>
        </a:p>
      </dgm:t>
    </dgm:pt>
    <dgm:pt modelId="{39A79C61-25E6-4A6F-9F94-F6CCDD5642A7}" type="parTrans" cxnId="{B220F121-188C-42AB-BBD1-BA6B48FE9493}">
      <dgm:prSet/>
      <dgm:spPr/>
      <dgm:t>
        <a:bodyPr/>
        <a:lstStyle/>
        <a:p>
          <a:endParaRPr lang="uk-UA"/>
        </a:p>
      </dgm:t>
    </dgm:pt>
    <dgm:pt modelId="{1D4E4900-90FF-4446-AAE6-8C35204E541E}" type="sibTrans" cxnId="{B220F121-188C-42AB-BBD1-BA6B48FE9493}">
      <dgm:prSet/>
      <dgm:spPr/>
      <dgm:t>
        <a:bodyPr/>
        <a:lstStyle/>
        <a:p>
          <a:endParaRPr lang="uk-UA"/>
        </a:p>
      </dgm:t>
    </dgm:pt>
    <dgm:pt modelId="{64904D9C-20D4-44D4-B2F3-5B88DDF9EFD8}">
      <dgm:prSet/>
      <dgm:spPr/>
      <dgm:t>
        <a:bodyPr/>
        <a:lstStyle/>
        <a:p>
          <a:r>
            <a:rPr lang="ru-RU" b="0" i="0"/>
            <a:t>«Революцію на граніті».</a:t>
          </a:r>
          <a:endParaRPr lang="uk-UA"/>
        </a:p>
      </dgm:t>
    </dgm:pt>
    <dgm:pt modelId="{498515A2-8B07-4708-95E4-4E2607D52A8B}" type="parTrans" cxnId="{83F2C025-7E9E-4439-A9EA-6665DB673572}">
      <dgm:prSet/>
      <dgm:spPr/>
      <dgm:t>
        <a:bodyPr/>
        <a:lstStyle/>
        <a:p>
          <a:endParaRPr lang="uk-UA"/>
        </a:p>
      </dgm:t>
    </dgm:pt>
    <dgm:pt modelId="{837D6446-215C-40C9-BF22-8F560F53CE9E}" type="sibTrans" cxnId="{83F2C025-7E9E-4439-A9EA-6665DB673572}">
      <dgm:prSet/>
      <dgm:spPr/>
      <dgm:t>
        <a:bodyPr/>
        <a:lstStyle/>
        <a:p>
          <a:endParaRPr lang="uk-UA"/>
        </a:p>
      </dgm:t>
    </dgm:pt>
    <dgm:pt modelId="{128A61DE-543F-4D6C-8CFC-D9DADABAED44}">
      <dgm:prSet/>
      <dgm:spPr/>
      <dgm:t>
        <a:bodyPr/>
        <a:lstStyle/>
        <a:p>
          <a:r>
            <a:rPr lang="ru-RU" b="0" i="0"/>
            <a:t>«культурну революцію».</a:t>
          </a:r>
          <a:endParaRPr lang="uk-UA"/>
        </a:p>
      </dgm:t>
    </dgm:pt>
    <dgm:pt modelId="{5D01FFF0-2004-44CA-A507-0B8E0A28918C}" type="parTrans" cxnId="{57662283-E299-47C5-8A20-3482ABCF47D0}">
      <dgm:prSet/>
      <dgm:spPr/>
      <dgm:t>
        <a:bodyPr/>
        <a:lstStyle/>
        <a:p>
          <a:endParaRPr lang="uk-UA"/>
        </a:p>
      </dgm:t>
    </dgm:pt>
    <dgm:pt modelId="{6860A741-AE13-4791-A4DD-7E99778FA95A}" type="sibTrans" cxnId="{57662283-E299-47C5-8A20-3482ABCF47D0}">
      <dgm:prSet/>
      <dgm:spPr/>
      <dgm:t>
        <a:bodyPr/>
        <a:lstStyle/>
        <a:p>
          <a:endParaRPr lang="uk-UA"/>
        </a:p>
      </dgm:t>
    </dgm:pt>
    <dgm:pt modelId="{2B92E6F7-42F2-46C2-8D20-70FED68B346E}">
      <dgm:prSet/>
      <dgm:spPr/>
      <dgm:t>
        <a:bodyPr/>
        <a:lstStyle/>
        <a:p>
          <a:r>
            <a:rPr lang="ru-RU" b="0" i="0"/>
            <a:t>«Помаранчеву революцію».</a:t>
          </a:r>
          <a:endParaRPr lang="uk-UA"/>
        </a:p>
      </dgm:t>
    </dgm:pt>
    <dgm:pt modelId="{82001B2A-1070-403C-9159-52FD5EF05EC2}" type="parTrans" cxnId="{7F734696-BC7E-41B2-A7B6-4E16F80FE1CF}">
      <dgm:prSet/>
      <dgm:spPr/>
      <dgm:t>
        <a:bodyPr/>
        <a:lstStyle/>
        <a:p>
          <a:endParaRPr lang="uk-UA"/>
        </a:p>
      </dgm:t>
    </dgm:pt>
    <dgm:pt modelId="{DC048B1F-9323-4E3D-8EFC-21A33BDB1532}" type="sibTrans" cxnId="{7F734696-BC7E-41B2-A7B6-4E16F80FE1CF}">
      <dgm:prSet/>
      <dgm:spPr/>
      <dgm:t>
        <a:bodyPr/>
        <a:lstStyle/>
        <a:p>
          <a:endParaRPr lang="uk-UA"/>
        </a:p>
      </dgm:t>
    </dgm:pt>
    <dgm:pt modelId="{262FE833-FC3E-49CE-8004-9ED357F17EF6}" type="pres">
      <dgm:prSet presAssocID="{57F4D247-FCB8-4433-BDBD-4BEB2456956C}" presName="linear" presStyleCnt="0">
        <dgm:presLayoutVars>
          <dgm:animLvl val="lvl"/>
          <dgm:resizeHandles val="exact"/>
        </dgm:presLayoutVars>
      </dgm:prSet>
      <dgm:spPr/>
    </dgm:pt>
    <dgm:pt modelId="{90DE4DCE-C722-4EA5-B4D6-0E8EF4D2DFE3}" type="pres">
      <dgm:prSet presAssocID="{66E7A572-F8B3-411E-B442-67238D5C9A16}" presName="parentText" presStyleLbl="node1" presStyleIdx="0" presStyleCnt="4">
        <dgm:presLayoutVars>
          <dgm:chMax val="0"/>
          <dgm:bulletEnabled val="1"/>
        </dgm:presLayoutVars>
      </dgm:prSet>
      <dgm:spPr/>
    </dgm:pt>
    <dgm:pt modelId="{25C0E650-27A8-4DC1-90EF-E3D0160ED035}" type="pres">
      <dgm:prSet presAssocID="{1D4E4900-90FF-4446-AAE6-8C35204E541E}" presName="spacer" presStyleCnt="0"/>
      <dgm:spPr/>
    </dgm:pt>
    <dgm:pt modelId="{E3E86E48-9224-4713-9230-59359393D50A}" type="pres">
      <dgm:prSet presAssocID="{64904D9C-20D4-44D4-B2F3-5B88DDF9EFD8}" presName="parentText" presStyleLbl="node1" presStyleIdx="1" presStyleCnt="4">
        <dgm:presLayoutVars>
          <dgm:chMax val="0"/>
          <dgm:bulletEnabled val="1"/>
        </dgm:presLayoutVars>
      </dgm:prSet>
      <dgm:spPr/>
    </dgm:pt>
    <dgm:pt modelId="{94515458-024B-480B-9A16-2F8F8F0A9D2F}" type="pres">
      <dgm:prSet presAssocID="{837D6446-215C-40C9-BF22-8F560F53CE9E}" presName="spacer" presStyleCnt="0"/>
      <dgm:spPr/>
    </dgm:pt>
    <dgm:pt modelId="{C023477C-F526-449B-896E-5CC1D1AEAF9E}" type="pres">
      <dgm:prSet presAssocID="{128A61DE-543F-4D6C-8CFC-D9DADABAED44}" presName="parentText" presStyleLbl="node1" presStyleIdx="2" presStyleCnt="4">
        <dgm:presLayoutVars>
          <dgm:chMax val="0"/>
          <dgm:bulletEnabled val="1"/>
        </dgm:presLayoutVars>
      </dgm:prSet>
      <dgm:spPr/>
    </dgm:pt>
    <dgm:pt modelId="{3716DC78-A76B-470E-9B2A-C44EA173DDF0}" type="pres">
      <dgm:prSet presAssocID="{6860A741-AE13-4791-A4DD-7E99778FA95A}" presName="spacer" presStyleCnt="0"/>
      <dgm:spPr/>
    </dgm:pt>
    <dgm:pt modelId="{D2F417E9-1C30-4EB2-9B82-3FDDC42CC973}" type="pres">
      <dgm:prSet presAssocID="{2B92E6F7-42F2-46C2-8D20-70FED68B346E}" presName="parentText" presStyleLbl="node1" presStyleIdx="3" presStyleCnt="4">
        <dgm:presLayoutVars>
          <dgm:chMax val="0"/>
          <dgm:bulletEnabled val="1"/>
        </dgm:presLayoutVars>
      </dgm:prSet>
      <dgm:spPr/>
    </dgm:pt>
  </dgm:ptLst>
  <dgm:cxnLst>
    <dgm:cxn modelId="{B220F121-188C-42AB-BBD1-BA6B48FE9493}" srcId="{57F4D247-FCB8-4433-BDBD-4BEB2456956C}" destId="{66E7A572-F8B3-411E-B442-67238D5C9A16}" srcOrd="0" destOrd="0" parTransId="{39A79C61-25E6-4A6F-9F94-F6CCDD5642A7}" sibTransId="{1D4E4900-90FF-4446-AAE6-8C35204E541E}"/>
    <dgm:cxn modelId="{83F2C025-7E9E-4439-A9EA-6665DB673572}" srcId="{57F4D247-FCB8-4433-BDBD-4BEB2456956C}" destId="{64904D9C-20D4-44D4-B2F3-5B88DDF9EFD8}" srcOrd="1" destOrd="0" parTransId="{498515A2-8B07-4708-95E4-4E2607D52A8B}" sibTransId="{837D6446-215C-40C9-BF22-8F560F53CE9E}"/>
    <dgm:cxn modelId="{7437E726-0D0D-45A5-B1ED-C98273001FE7}" type="presOf" srcId="{57F4D247-FCB8-4433-BDBD-4BEB2456956C}" destId="{262FE833-FC3E-49CE-8004-9ED357F17EF6}" srcOrd="0" destOrd="0" presId="urn:microsoft.com/office/officeart/2005/8/layout/vList2"/>
    <dgm:cxn modelId="{A7C1A046-24C3-4957-BF1A-1FB0B7F96457}" type="presOf" srcId="{64904D9C-20D4-44D4-B2F3-5B88DDF9EFD8}" destId="{E3E86E48-9224-4713-9230-59359393D50A}" srcOrd="0" destOrd="0" presId="urn:microsoft.com/office/officeart/2005/8/layout/vList2"/>
    <dgm:cxn modelId="{5A216272-C87C-4BE2-A0F6-544291687A36}" type="presOf" srcId="{66E7A572-F8B3-411E-B442-67238D5C9A16}" destId="{90DE4DCE-C722-4EA5-B4D6-0E8EF4D2DFE3}" srcOrd="0" destOrd="0" presId="urn:microsoft.com/office/officeart/2005/8/layout/vList2"/>
    <dgm:cxn modelId="{FC915C81-7DE2-448F-9BF6-F8C2040B4B9F}" type="presOf" srcId="{128A61DE-543F-4D6C-8CFC-D9DADABAED44}" destId="{C023477C-F526-449B-896E-5CC1D1AEAF9E}" srcOrd="0" destOrd="0" presId="urn:microsoft.com/office/officeart/2005/8/layout/vList2"/>
    <dgm:cxn modelId="{57662283-E299-47C5-8A20-3482ABCF47D0}" srcId="{57F4D247-FCB8-4433-BDBD-4BEB2456956C}" destId="{128A61DE-543F-4D6C-8CFC-D9DADABAED44}" srcOrd="2" destOrd="0" parTransId="{5D01FFF0-2004-44CA-A507-0B8E0A28918C}" sibTransId="{6860A741-AE13-4791-A4DD-7E99778FA95A}"/>
    <dgm:cxn modelId="{7F734696-BC7E-41B2-A7B6-4E16F80FE1CF}" srcId="{57F4D247-FCB8-4433-BDBD-4BEB2456956C}" destId="{2B92E6F7-42F2-46C2-8D20-70FED68B346E}" srcOrd="3" destOrd="0" parTransId="{82001B2A-1070-403C-9159-52FD5EF05EC2}" sibTransId="{DC048B1F-9323-4E3D-8EFC-21A33BDB1532}"/>
    <dgm:cxn modelId="{754102CF-50C4-405D-9E82-773746C7295B}" type="presOf" srcId="{2B92E6F7-42F2-46C2-8D20-70FED68B346E}" destId="{D2F417E9-1C30-4EB2-9B82-3FDDC42CC973}" srcOrd="0" destOrd="0" presId="urn:microsoft.com/office/officeart/2005/8/layout/vList2"/>
    <dgm:cxn modelId="{629CF8F5-9540-44DD-A6C7-A821FB869BDE}" type="presParOf" srcId="{262FE833-FC3E-49CE-8004-9ED357F17EF6}" destId="{90DE4DCE-C722-4EA5-B4D6-0E8EF4D2DFE3}" srcOrd="0" destOrd="0" presId="urn:microsoft.com/office/officeart/2005/8/layout/vList2"/>
    <dgm:cxn modelId="{DE06001F-586A-42EF-9588-F42749CF9AA7}" type="presParOf" srcId="{262FE833-FC3E-49CE-8004-9ED357F17EF6}" destId="{25C0E650-27A8-4DC1-90EF-E3D0160ED035}" srcOrd="1" destOrd="0" presId="urn:microsoft.com/office/officeart/2005/8/layout/vList2"/>
    <dgm:cxn modelId="{54E40ECB-62B3-4B63-9F6E-4701F63538CF}" type="presParOf" srcId="{262FE833-FC3E-49CE-8004-9ED357F17EF6}" destId="{E3E86E48-9224-4713-9230-59359393D50A}" srcOrd="2" destOrd="0" presId="urn:microsoft.com/office/officeart/2005/8/layout/vList2"/>
    <dgm:cxn modelId="{ADA36208-3701-4794-8BD2-359644B49662}" type="presParOf" srcId="{262FE833-FC3E-49CE-8004-9ED357F17EF6}" destId="{94515458-024B-480B-9A16-2F8F8F0A9D2F}" srcOrd="3" destOrd="0" presId="urn:microsoft.com/office/officeart/2005/8/layout/vList2"/>
    <dgm:cxn modelId="{B033AED7-666D-4BDE-B5D9-1584939CFFC9}" type="presParOf" srcId="{262FE833-FC3E-49CE-8004-9ED357F17EF6}" destId="{C023477C-F526-449B-896E-5CC1D1AEAF9E}" srcOrd="4" destOrd="0" presId="urn:microsoft.com/office/officeart/2005/8/layout/vList2"/>
    <dgm:cxn modelId="{36D5B340-003D-437A-BDD8-5D3E361E1B99}" type="presParOf" srcId="{262FE833-FC3E-49CE-8004-9ED357F17EF6}" destId="{3716DC78-A76B-470E-9B2A-C44EA173DDF0}" srcOrd="5" destOrd="0" presId="urn:microsoft.com/office/officeart/2005/8/layout/vList2"/>
    <dgm:cxn modelId="{5CA3D4B7-7AA1-480E-BA00-0D1AEA11783D}" type="presParOf" srcId="{262FE833-FC3E-49CE-8004-9ED357F17EF6}" destId="{D2F417E9-1C30-4EB2-9B82-3FDDC42CC97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1AD69FA0-0097-42DF-B746-67A975C760A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7A9D5582-8F8F-4D3A-85F3-0B8E191AC903}">
      <dgm:prSet/>
      <dgm:spPr/>
      <dgm:t>
        <a:bodyPr/>
        <a:lstStyle/>
        <a:p>
          <a:r>
            <a:rPr lang="uk-UA" b="0" i="0"/>
            <a:t>Помаранчевої революції.</a:t>
          </a:r>
          <a:endParaRPr lang="uk-UA"/>
        </a:p>
      </dgm:t>
    </dgm:pt>
    <dgm:pt modelId="{0B650D10-36C8-4FBD-AA18-15947D16D4FF}" type="parTrans" cxnId="{7BB57912-D251-4046-AFF6-E3D5E006226D}">
      <dgm:prSet/>
      <dgm:spPr/>
      <dgm:t>
        <a:bodyPr/>
        <a:lstStyle/>
        <a:p>
          <a:endParaRPr lang="uk-UA"/>
        </a:p>
      </dgm:t>
    </dgm:pt>
    <dgm:pt modelId="{3596130E-922F-453B-931E-7B922F87C027}" type="sibTrans" cxnId="{7BB57912-D251-4046-AFF6-E3D5E006226D}">
      <dgm:prSet/>
      <dgm:spPr/>
      <dgm:t>
        <a:bodyPr/>
        <a:lstStyle/>
        <a:p>
          <a:endParaRPr lang="uk-UA"/>
        </a:p>
      </dgm:t>
    </dgm:pt>
    <dgm:pt modelId="{27B43E07-AB92-4BF3-A173-4AA1A0A9AD04}">
      <dgm:prSet/>
      <dgm:spPr/>
      <dgm:t>
        <a:bodyPr/>
        <a:lstStyle/>
        <a:p>
          <a:r>
            <a:rPr lang="uk-UA" b="0" i="0"/>
            <a:t>культурної революції.</a:t>
          </a:r>
          <a:endParaRPr lang="uk-UA"/>
        </a:p>
      </dgm:t>
    </dgm:pt>
    <dgm:pt modelId="{851784EE-0297-4749-B684-670381E04CF8}" type="parTrans" cxnId="{0E123F51-1354-4182-BFCA-4FC7485D2A97}">
      <dgm:prSet/>
      <dgm:spPr/>
      <dgm:t>
        <a:bodyPr/>
        <a:lstStyle/>
        <a:p>
          <a:endParaRPr lang="uk-UA"/>
        </a:p>
      </dgm:t>
    </dgm:pt>
    <dgm:pt modelId="{2616F118-FC17-41DC-915B-041B4E077529}" type="sibTrans" cxnId="{0E123F51-1354-4182-BFCA-4FC7485D2A97}">
      <dgm:prSet/>
      <dgm:spPr/>
      <dgm:t>
        <a:bodyPr/>
        <a:lstStyle/>
        <a:p>
          <a:endParaRPr lang="uk-UA"/>
        </a:p>
      </dgm:t>
    </dgm:pt>
    <dgm:pt modelId="{A103F0C4-5010-4BB7-9C64-02C23B98EF8B}">
      <dgm:prSet/>
      <dgm:spPr/>
      <dgm:t>
        <a:bodyPr/>
        <a:lstStyle/>
        <a:p>
          <a:r>
            <a:rPr lang="uk-UA" b="0" i="0"/>
            <a:t>Революції гідності.</a:t>
          </a:r>
          <a:endParaRPr lang="uk-UA"/>
        </a:p>
      </dgm:t>
    </dgm:pt>
    <dgm:pt modelId="{B7117C78-68D2-43C0-AAEF-2F56B13AAEB2}" type="parTrans" cxnId="{567342AF-8667-46B9-B613-05A7EC6A7210}">
      <dgm:prSet/>
      <dgm:spPr/>
      <dgm:t>
        <a:bodyPr/>
        <a:lstStyle/>
        <a:p>
          <a:endParaRPr lang="uk-UA"/>
        </a:p>
      </dgm:t>
    </dgm:pt>
    <dgm:pt modelId="{6D2DF214-F3C2-4FBC-9B71-9A23F4D4A758}" type="sibTrans" cxnId="{567342AF-8667-46B9-B613-05A7EC6A7210}">
      <dgm:prSet/>
      <dgm:spPr/>
      <dgm:t>
        <a:bodyPr/>
        <a:lstStyle/>
        <a:p>
          <a:endParaRPr lang="uk-UA"/>
        </a:p>
      </dgm:t>
    </dgm:pt>
    <dgm:pt modelId="{48F4BD2C-4F52-443B-9F76-04A63C572F55}">
      <dgm:prSet/>
      <dgm:spPr/>
      <dgm:t>
        <a:bodyPr/>
        <a:lstStyle/>
        <a:p>
          <a:r>
            <a:rPr lang="uk-UA" b="0" i="0"/>
            <a:t>Революції на граніті.</a:t>
          </a:r>
          <a:endParaRPr lang="uk-UA"/>
        </a:p>
      </dgm:t>
    </dgm:pt>
    <dgm:pt modelId="{3A529210-C1D5-4AF3-A109-0D22322894C0}" type="parTrans" cxnId="{68577E2E-3B13-4F5F-A61E-D9FE0EB4FB71}">
      <dgm:prSet/>
      <dgm:spPr/>
      <dgm:t>
        <a:bodyPr/>
        <a:lstStyle/>
        <a:p>
          <a:endParaRPr lang="uk-UA"/>
        </a:p>
      </dgm:t>
    </dgm:pt>
    <dgm:pt modelId="{BD7A8802-1968-420A-9EF7-DCD04EDDF9E4}" type="sibTrans" cxnId="{68577E2E-3B13-4F5F-A61E-D9FE0EB4FB71}">
      <dgm:prSet/>
      <dgm:spPr/>
      <dgm:t>
        <a:bodyPr/>
        <a:lstStyle/>
        <a:p>
          <a:endParaRPr lang="uk-UA"/>
        </a:p>
      </dgm:t>
    </dgm:pt>
    <dgm:pt modelId="{8968DB10-A894-4C72-BD33-EC7E2511D805}" type="pres">
      <dgm:prSet presAssocID="{1AD69FA0-0097-42DF-B746-67A975C760A0}" presName="linear" presStyleCnt="0">
        <dgm:presLayoutVars>
          <dgm:animLvl val="lvl"/>
          <dgm:resizeHandles val="exact"/>
        </dgm:presLayoutVars>
      </dgm:prSet>
      <dgm:spPr/>
    </dgm:pt>
    <dgm:pt modelId="{C5A8663C-88FE-4E97-B800-6924B5AE633F}" type="pres">
      <dgm:prSet presAssocID="{7A9D5582-8F8F-4D3A-85F3-0B8E191AC903}" presName="parentText" presStyleLbl="node1" presStyleIdx="0" presStyleCnt="4">
        <dgm:presLayoutVars>
          <dgm:chMax val="0"/>
          <dgm:bulletEnabled val="1"/>
        </dgm:presLayoutVars>
      </dgm:prSet>
      <dgm:spPr/>
    </dgm:pt>
    <dgm:pt modelId="{CD83B3AB-36B7-447D-A42E-199B5EB92B10}" type="pres">
      <dgm:prSet presAssocID="{3596130E-922F-453B-931E-7B922F87C027}" presName="spacer" presStyleCnt="0"/>
      <dgm:spPr/>
    </dgm:pt>
    <dgm:pt modelId="{056AE4AA-6285-4CDB-9858-089DDFF3A9A6}" type="pres">
      <dgm:prSet presAssocID="{27B43E07-AB92-4BF3-A173-4AA1A0A9AD04}" presName="parentText" presStyleLbl="node1" presStyleIdx="1" presStyleCnt="4">
        <dgm:presLayoutVars>
          <dgm:chMax val="0"/>
          <dgm:bulletEnabled val="1"/>
        </dgm:presLayoutVars>
      </dgm:prSet>
      <dgm:spPr/>
    </dgm:pt>
    <dgm:pt modelId="{C2A9A230-A858-4659-AC39-8D91B4EC5538}" type="pres">
      <dgm:prSet presAssocID="{2616F118-FC17-41DC-915B-041B4E077529}" presName="spacer" presStyleCnt="0"/>
      <dgm:spPr/>
    </dgm:pt>
    <dgm:pt modelId="{884CDC9A-DD06-44B4-98CF-9EF38898F8E3}" type="pres">
      <dgm:prSet presAssocID="{A103F0C4-5010-4BB7-9C64-02C23B98EF8B}" presName="parentText" presStyleLbl="node1" presStyleIdx="2" presStyleCnt="4">
        <dgm:presLayoutVars>
          <dgm:chMax val="0"/>
          <dgm:bulletEnabled val="1"/>
        </dgm:presLayoutVars>
      </dgm:prSet>
      <dgm:spPr/>
    </dgm:pt>
    <dgm:pt modelId="{A694520F-0446-4658-A02F-98EA88A095CE}" type="pres">
      <dgm:prSet presAssocID="{6D2DF214-F3C2-4FBC-9B71-9A23F4D4A758}" presName="spacer" presStyleCnt="0"/>
      <dgm:spPr/>
    </dgm:pt>
    <dgm:pt modelId="{4FDF8C5F-BA39-43F5-9F22-A7A258C0E308}" type="pres">
      <dgm:prSet presAssocID="{48F4BD2C-4F52-443B-9F76-04A63C572F55}" presName="parentText" presStyleLbl="node1" presStyleIdx="3" presStyleCnt="4">
        <dgm:presLayoutVars>
          <dgm:chMax val="0"/>
          <dgm:bulletEnabled val="1"/>
        </dgm:presLayoutVars>
      </dgm:prSet>
      <dgm:spPr/>
    </dgm:pt>
  </dgm:ptLst>
  <dgm:cxnLst>
    <dgm:cxn modelId="{7BB57912-D251-4046-AFF6-E3D5E006226D}" srcId="{1AD69FA0-0097-42DF-B746-67A975C760A0}" destId="{7A9D5582-8F8F-4D3A-85F3-0B8E191AC903}" srcOrd="0" destOrd="0" parTransId="{0B650D10-36C8-4FBD-AA18-15947D16D4FF}" sibTransId="{3596130E-922F-453B-931E-7B922F87C027}"/>
    <dgm:cxn modelId="{0CA77F1C-C065-49AC-B4A7-C82E130DF356}" type="presOf" srcId="{48F4BD2C-4F52-443B-9F76-04A63C572F55}" destId="{4FDF8C5F-BA39-43F5-9F22-A7A258C0E308}" srcOrd="0" destOrd="0" presId="urn:microsoft.com/office/officeart/2005/8/layout/vList2"/>
    <dgm:cxn modelId="{A0EBBE29-C388-4983-9F63-55A2E6C48523}" type="presOf" srcId="{27B43E07-AB92-4BF3-A173-4AA1A0A9AD04}" destId="{056AE4AA-6285-4CDB-9858-089DDFF3A9A6}" srcOrd="0" destOrd="0" presId="urn:microsoft.com/office/officeart/2005/8/layout/vList2"/>
    <dgm:cxn modelId="{68577E2E-3B13-4F5F-A61E-D9FE0EB4FB71}" srcId="{1AD69FA0-0097-42DF-B746-67A975C760A0}" destId="{48F4BD2C-4F52-443B-9F76-04A63C572F55}" srcOrd="3" destOrd="0" parTransId="{3A529210-C1D5-4AF3-A109-0D22322894C0}" sibTransId="{BD7A8802-1968-420A-9EF7-DCD04EDDF9E4}"/>
    <dgm:cxn modelId="{22FAE14D-294B-4A29-AD8E-414B968DAF22}" type="presOf" srcId="{A103F0C4-5010-4BB7-9C64-02C23B98EF8B}" destId="{884CDC9A-DD06-44B4-98CF-9EF38898F8E3}" srcOrd="0" destOrd="0" presId="urn:microsoft.com/office/officeart/2005/8/layout/vList2"/>
    <dgm:cxn modelId="{0E123F51-1354-4182-BFCA-4FC7485D2A97}" srcId="{1AD69FA0-0097-42DF-B746-67A975C760A0}" destId="{27B43E07-AB92-4BF3-A173-4AA1A0A9AD04}" srcOrd="1" destOrd="0" parTransId="{851784EE-0297-4749-B684-670381E04CF8}" sibTransId="{2616F118-FC17-41DC-915B-041B4E077529}"/>
    <dgm:cxn modelId="{567342AF-8667-46B9-B613-05A7EC6A7210}" srcId="{1AD69FA0-0097-42DF-B746-67A975C760A0}" destId="{A103F0C4-5010-4BB7-9C64-02C23B98EF8B}" srcOrd="2" destOrd="0" parTransId="{B7117C78-68D2-43C0-AAEF-2F56B13AAEB2}" sibTransId="{6D2DF214-F3C2-4FBC-9B71-9A23F4D4A758}"/>
    <dgm:cxn modelId="{4316D7C9-FBA2-4CB8-8737-502548CFD58B}" type="presOf" srcId="{7A9D5582-8F8F-4D3A-85F3-0B8E191AC903}" destId="{C5A8663C-88FE-4E97-B800-6924B5AE633F}" srcOrd="0" destOrd="0" presId="urn:microsoft.com/office/officeart/2005/8/layout/vList2"/>
    <dgm:cxn modelId="{D9F6C4E0-D021-4550-A521-87BDE900BEAA}" type="presOf" srcId="{1AD69FA0-0097-42DF-B746-67A975C760A0}" destId="{8968DB10-A894-4C72-BD33-EC7E2511D805}" srcOrd="0" destOrd="0" presId="urn:microsoft.com/office/officeart/2005/8/layout/vList2"/>
    <dgm:cxn modelId="{1ECB97CB-774A-4781-B0AF-472429E3E86F}" type="presParOf" srcId="{8968DB10-A894-4C72-BD33-EC7E2511D805}" destId="{C5A8663C-88FE-4E97-B800-6924B5AE633F}" srcOrd="0" destOrd="0" presId="urn:microsoft.com/office/officeart/2005/8/layout/vList2"/>
    <dgm:cxn modelId="{C6D460F4-A8C7-4A6C-AD59-71A86A29879C}" type="presParOf" srcId="{8968DB10-A894-4C72-BD33-EC7E2511D805}" destId="{CD83B3AB-36B7-447D-A42E-199B5EB92B10}" srcOrd="1" destOrd="0" presId="urn:microsoft.com/office/officeart/2005/8/layout/vList2"/>
    <dgm:cxn modelId="{BFB7E922-E3B4-4107-B330-16DD8C1B60DD}" type="presParOf" srcId="{8968DB10-A894-4C72-BD33-EC7E2511D805}" destId="{056AE4AA-6285-4CDB-9858-089DDFF3A9A6}" srcOrd="2" destOrd="0" presId="urn:microsoft.com/office/officeart/2005/8/layout/vList2"/>
    <dgm:cxn modelId="{45FA7C69-3C3C-46E5-ADBF-CDB809FEE805}" type="presParOf" srcId="{8968DB10-A894-4C72-BD33-EC7E2511D805}" destId="{C2A9A230-A858-4659-AC39-8D91B4EC5538}" srcOrd="3" destOrd="0" presId="urn:microsoft.com/office/officeart/2005/8/layout/vList2"/>
    <dgm:cxn modelId="{923FE513-AAC8-4071-B280-94D1E7A48D92}" type="presParOf" srcId="{8968DB10-A894-4C72-BD33-EC7E2511D805}" destId="{884CDC9A-DD06-44B4-98CF-9EF38898F8E3}" srcOrd="4" destOrd="0" presId="urn:microsoft.com/office/officeart/2005/8/layout/vList2"/>
    <dgm:cxn modelId="{491CDB78-4662-42CF-A511-25E0A69C2524}" type="presParOf" srcId="{8968DB10-A894-4C72-BD33-EC7E2511D805}" destId="{A694520F-0446-4658-A02F-98EA88A095CE}" srcOrd="5" destOrd="0" presId="urn:microsoft.com/office/officeart/2005/8/layout/vList2"/>
    <dgm:cxn modelId="{7EDC0BFA-BD4A-4E3D-852F-C0C27702C027}" type="presParOf" srcId="{8968DB10-A894-4C72-BD33-EC7E2511D805}" destId="{4FDF8C5F-BA39-43F5-9F22-A7A258C0E30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21BE4B3E-D3A4-4C86-8531-91CED43C29F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4C50BB28-6130-43F6-A68B-B639533FCA0F}">
      <dgm:prSet/>
      <dgm:spPr/>
      <dgm:t>
        <a:bodyPr/>
        <a:lstStyle/>
        <a:p>
          <a:r>
            <a:rPr lang="uk-UA" b="0" i="0"/>
            <a:t>вшанування незламності, мужності та героїзму захисників Донецького аеропорту.</a:t>
          </a:r>
          <a:endParaRPr lang="uk-UA"/>
        </a:p>
      </dgm:t>
    </dgm:pt>
    <dgm:pt modelId="{9DAD7D61-4475-4F3B-9F6F-E3E6EBA4FD31}" type="parTrans" cxnId="{06BAD694-97ED-41E7-BBC5-86CF7434A3A1}">
      <dgm:prSet/>
      <dgm:spPr/>
      <dgm:t>
        <a:bodyPr/>
        <a:lstStyle/>
        <a:p>
          <a:endParaRPr lang="uk-UA"/>
        </a:p>
      </dgm:t>
    </dgm:pt>
    <dgm:pt modelId="{21C86D1F-F839-49F8-B2AE-9F0C9AF4DEFD}" type="sibTrans" cxnId="{06BAD694-97ED-41E7-BBC5-86CF7434A3A1}">
      <dgm:prSet/>
      <dgm:spPr/>
      <dgm:t>
        <a:bodyPr/>
        <a:lstStyle/>
        <a:p>
          <a:endParaRPr lang="uk-UA"/>
        </a:p>
      </dgm:t>
    </dgm:pt>
    <dgm:pt modelId="{CF21905F-493C-49FD-B2E2-4256B0742244}">
      <dgm:prSet/>
      <dgm:spPr/>
      <dgm:t>
        <a:bodyPr/>
        <a:lstStyle/>
        <a:p>
          <a:r>
            <a:rPr lang="uk-UA" b="0" i="0"/>
            <a:t>підтримання сили духу протестувальників на барикадах часів Революції Гідності.</a:t>
          </a:r>
          <a:endParaRPr lang="uk-UA"/>
        </a:p>
      </dgm:t>
    </dgm:pt>
    <dgm:pt modelId="{B8329450-4E88-449B-AD4F-A390BDF4D441}" type="parTrans" cxnId="{ACFFB19E-CD7D-4A2C-919C-29D73E61AA34}">
      <dgm:prSet/>
      <dgm:spPr/>
      <dgm:t>
        <a:bodyPr/>
        <a:lstStyle/>
        <a:p>
          <a:endParaRPr lang="uk-UA"/>
        </a:p>
      </dgm:t>
    </dgm:pt>
    <dgm:pt modelId="{E56F442B-8154-4476-97CE-AFE566E2BE3F}" type="sibTrans" cxnId="{ACFFB19E-CD7D-4A2C-919C-29D73E61AA34}">
      <dgm:prSet/>
      <dgm:spPr/>
      <dgm:t>
        <a:bodyPr/>
        <a:lstStyle/>
        <a:p>
          <a:endParaRPr lang="uk-UA"/>
        </a:p>
      </dgm:t>
    </dgm:pt>
    <dgm:pt modelId="{C211A7B9-D2DB-411C-8DDF-8DDC9F9690D6}">
      <dgm:prSet/>
      <dgm:spPr/>
      <dgm:t>
        <a:bodyPr/>
        <a:lstStyle/>
        <a:p>
          <a:r>
            <a:rPr lang="uk-UA" b="0" i="0"/>
            <a:t>пробудження в суспільстві почуття патріотизму в умовах російської агресії.</a:t>
          </a:r>
          <a:endParaRPr lang="uk-UA"/>
        </a:p>
      </dgm:t>
    </dgm:pt>
    <dgm:pt modelId="{68405E71-FBD6-47C8-AADC-26CDEA8F7727}" type="parTrans" cxnId="{EC724EB0-DD10-477B-90E0-40524BE4C250}">
      <dgm:prSet/>
      <dgm:spPr/>
      <dgm:t>
        <a:bodyPr/>
        <a:lstStyle/>
        <a:p>
          <a:endParaRPr lang="uk-UA"/>
        </a:p>
      </dgm:t>
    </dgm:pt>
    <dgm:pt modelId="{07FF2376-7B7F-4DD7-BDDC-142F200D5DEE}" type="sibTrans" cxnId="{EC724EB0-DD10-477B-90E0-40524BE4C250}">
      <dgm:prSet/>
      <dgm:spPr/>
      <dgm:t>
        <a:bodyPr/>
        <a:lstStyle/>
        <a:p>
          <a:endParaRPr lang="uk-UA"/>
        </a:p>
      </dgm:t>
    </dgm:pt>
    <dgm:pt modelId="{3238262C-7BFA-43C8-98B6-86ECAE890452}">
      <dgm:prSet/>
      <dgm:spPr/>
      <dgm:t>
        <a:bodyPr/>
        <a:lstStyle/>
        <a:p>
          <a:r>
            <a:rPr lang="uk-UA" b="0" i="0"/>
            <a:t>опротестування впровадження офіційної двомовності в деяких областях країни.</a:t>
          </a:r>
          <a:endParaRPr lang="uk-UA"/>
        </a:p>
      </dgm:t>
    </dgm:pt>
    <dgm:pt modelId="{211470FB-5DC4-4F4B-8FA0-E751C38D2F84}" type="parTrans" cxnId="{6C9FDFBE-57A6-4BFD-A369-586A040172B5}">
      <dgm:prSet/>
      <dgm:spPr/>
      <dgm:t>
        <a:bodyPr/>
        <a:lstStyle/>
        <a:p>
          <a:endParaRPr lang="uk-UA"/>
        </a:p>
      </dgm:t>
    </dgm:pt>
    <dgm:pt modelId="{5B6264E4-E68E-4E30-ABD9-F475D8D4EBAB}" type="sibTrans" cxnId="{6C9FDFBE-57A6-4BFD-A369-586A040172B5}">
      <dgm:prSet/>
      <dgm:spPr/>
      <dgm:t>
        <a:bodyPr/>
        <a:lstStyle/>
        <a:p>
          <a:endParaRPr lang="uk-UA"/>
        </a:p>
      </dgm:t>
    </dgm:pt>
    <dgm:pt modelId="{D46055D3-369E-48E1-9EB3-C0FD2B5705F8}" type="pres">
      <dgm:prSet presAssocID="{21BE4B3E-D3A4-4C86-8531-91CED43C29F5}" presName="linear" presStyleCnt="0">
        <dgm:presLayoutVars>
          <dgm:animLvl val="lvl"/>
          <dgm:resizeHandles val="exact"/>
        </dgm:presLayoutVars>
      </dgm:prSet>
      <dgm:spPr/>
    </dgm:pt>
    <dgm:pt modelId="{2089F2B6-BD4A-4C28-837E-201B8D4ED95D}" type="pres">
      <dgm:prSet presAssocID="{4C50BB28-6130-43F6-A68B-B639533FCA0F}" presName="parentText" presStyleLbl="node1" presStyleIdx="0" presStyleCnt="4">
        <dgm:presLayoutVars>
          <dgm:chMax val="0"/>
          <dgm:bulletEnabled val="1"/>
        </dgm:presLayoutVars>
      </dgm:prSet>
      <dgm:spPr/>
    </dgm:pt>
    <dgm:pt modelId="{76CCF657-419D-4846-B367-DC10D9FA97C8}" type="pres">
      <dgm:prSet presAssocID="{21C86D1F-F839-49F8-B2AE-9F0C9AF4DEFD}" presName="spacer" presStyleCnt="0"/>
      <dgm:spPr/>
    </dgm:pt>
    <dgm:pt modelId="{BBA35DCD-F47C-4A11-B0E5-30675709C76D}" type="pres">
      <dgm:prSet presAssocID="{CF21905F-493C-49FD-B2E2-4256B0742244}" presName="parentText" presStyleLbl="node1" presStyleIdx="1" presStyleCnt="4">
        <dgm:presLayoutVars>
          <dgm:chMax val="0"/>
          <dgm:bulletEnabled val="1"/>
        </dgm:presLayoutVars>
      </dgm:prSet>
      <dgm:spPr/>
    </dgm:pt>
    <dgm:pt modelId="{D9540524-1996-4CB1-9B42-7CB777FDD1E7}" type="pres">
      <dgm:prSet presAssocID="{E56F442B-8154-4476-97CE-AFE566E2BE3F}" presName="spacer" presStyleCnt="0"/>
      <dgm:spPr/>
    </dgm:pt>
    <dgm:pt modelId="{FCCBCCCE-1EB0-4BA8-948C-1C74842266DC}" type="pres">
      <dgm:prSet presAssocID="{C211A7B9-D2DB-411C-8DDF-8DDC9F9690D6}" presName="parentText" presStyleLbl="node1" presStyleIdx="2" presStyleCnt="4">
        <dgm:presLayoutVars>
          <dgm:chMax val="0"/>
          <dgm:bulletEnabled val="1"/>
        </dgm:presLayoutVars>
      </dgm:prSet>
      <dgm:spPr/>
    </dgm:pt>
    <dgm:pt modelId="{979770E7-A09F-4AE2-8090-F89324B18353}" type="pres">
      <dgm:prSet presAssocID="{07FF2376-7B7F-4DD7-BDDC-142F200D5DEE}" presName="spacer" presStyleCnt="0"/>
      <dgm:spPr/>
    </dgm:pt>
    <dgm:pt modelId="{AD5142FF-BCEC-43FB-A99D-33C5E76C9BBB}" type="pres">
      <dgm:prSet presAssocID="{3238262C-7BFA-43C8-98B6-86ECAE890452}" presName="parentText" presStyleLbl="node1" presStyleIdx="3" presStyleCnt="4">
        <dgm:presLayoutVars>
          <dgm:chMax val="0"/>
          <dgm:bulletEnabled val="1"/>
        </dgm:presLayoutVars>
      </dgm:prSet>
      <dgm:spPr/>
    </dgm:pt>
  </dgm:ptLst>
  <dgm:cxnLst>
    <dgm:cxn modelId="{AE3BFD09-BDA2-4A8F-A026-3D5FFB5D94FE}" type="presOf" srcId="{3238262C-7BFA-43C8-98B6-86ECAE890452}" destId="{AD5142FF-BCEC-43FB-A99D-33C5E76C9BBB}" srcOrd="0" destOrd="0" presId="urn:microsoft.com/office/officeart/2005/8/layout/vList2"/>
    <dgm:cxn modelId="{5B5FF613-4D4B-43EE-9B1E-EC846C255579}" type="presOf" srcId="{21BE4B3E-D3A4-4C86-8531-91CED43C29F5}" destId="{D46055D3-369E-48E1-9EB3-C0FD2B5705F8}" srcOrd="0" destOrd="0" presId="urn:microsoft.com/office/officeart/2005/8/layout/vList2"/>
    <dgm:cxn modelId="{59C02951-3566-4CB6-8360-201FF8ABE8BA}" type="presOf" srcId="{C211A7B9-D2DB-411C-8DDF-8DDC9F9690D6}" destId="{FCCBCCCE-1EB0-4BA8-948C-1C74842266DC}" srcOrd="0" destOrd="0" presId="urn:microsoft.com/office/officeart/2005/8/layout/vList2"/>
    <dgm:cxn modelId="{57268182-8BE7-441F-A2B6-08B38A658805}" type="presOf" srcId="{4C50BB28-6130-43F6-A68B-B639533FCA0F}" destId="{2089F2B6-BD4A-4C28-837E-201B8D4ED95D}" srcOrd="0" destOrd="0" presId="urn:microsoft.com/office/officeart/2005/8/layout/vList2"/>
    <dgm:cxn modelId="{7B6B4B90-B5B4-4BC0-B7A4-FA47AA8A2BC3}" type="presOf" srcId="{CF21905F-493C-49FD-B2E2-4256B0742244}" destId="{BBA35DCD-F47C-4A11-B0E5-30675709C76D}" srcOrd="0" destOrd="0" presId="urn:microsoft.com/office/officeart/2005/8/layout/vList2"/>
    <dgm:cxn modelId="{06BAD694-97ED-41E7-BBC5-86CF7434A3A1}" srcId="{21BE4B3E-D3A4-4C86-8531-91CED43C29F5}" destId="{4C50BB28-6130-43F6-A68B-B639533FCA0F}" srcOrd="0" destOrd="0" parTransId="{9DAD7D61-4475-4F3B-9F6F-E3E6EBA4FD31}" sibTransId="{21C86D1F-F839-49F8-B2AE-9F0C9AF4DEFD}"/>
    <dgm:cxn modelId="{ACFFB19E-CD7D-4A2C-919C-29D73E61AA34}" srcId="{21BE4B3E-D3A4-4C86-8531-91CED43C29F5}" destId="{CF21905F-493C-49FD-B2E2-4256B0742244}" srcOrd="1" destOrd="0" parTransId="{B8329450-4E88-449B-AD4F-A390BDF4D441}" sibTransId="{E56F442B-8154-4476-97CE-AFE566E2BE3F}"/>
    <dgm:cxn modelId="{EC724EB0-DD10-477B-90E0-40524BE4C250}" srcId="{21BE4B3E-D3A4-4C86-8531-91CED43C29F5}" destId="{C211A7B9-D2DB-411C-8DDF-8DDC9F9690D6}" srcOrd="2" destOrd="0" parTransId="{68405E71-FBD6-47C8-AADC-26CDEA8F7727}" sibTransId="{07FF2376-7B7F-4DD7-BDDC-142F200D5DEE}"/>
    <dgm:cxn modelId="{6C9FDFBE-57A6-4BFD-A369-586A040172B5}" srcId="{21BE4B3E-D3A4-4C86-8531-91CED43C29F5}" destId="{3238262C-7BFA-43C8-98B6-86ECAE890452}" srcOrd="3" destOrd="0" parTransId="{211470FB-5DC4-4F4B-8FA0-E751C38D2F84}" sibTransId="{5B6264E4-E68E-4E30-ABD9-F475D8D4EBAB}"/>
    <dgm:cxn modelId="{26D6055F-47B2-4879-829A-512D33454A74}" type="presParOf" srcId="{D46055D3-369E-48E1-9EB3-C0FD2B5705F8}" destId="{2089F2B6-BD4A-4C28-837E-201B8D4ED95D}" srcOrd="0" destOrd="0" presId="urn:microsoft.com/office/officeart/2005/8/layout/vList2"/>
    <dgm:cxn modelId="{495E2079-DA5E-4C14-9378-EDD216E37B56}" type="presParOf" srcId="{D46055D3-369E-48E1-9EB3-C0FD2B5705F8}" destId="{76CCF657-419D-4846-B367-DC10D9FA97C8}" srcOrd="1" destOrd="0" presId="urn:microsoft.com/office/officeart/2005/8/layout/vList2"/>
    <dgm:cxn modelId="{FD5DEF72-B4BC-4D8F-972E-D5FBBB723DF7}" type="presParOf" srcId="{D46055D3-369E-48E1-9EB3-C0FD2B5705F8}" destId="{BBA35DCD-F47C-4A11-B0E5-30675709C76D}" srcOrd="2" destOrd="0" presId="urn:microsoft.com/office/officeart/2005/8/layout/vList2"/>
    <dgm:cxn modelId="{2C5E75B5-4625-4CDD-BD7D-001ADD0B410A}" type="presParOf" srcId="{D46055D3-369E-48E1-9EB3-C0FD2B5705F8}" destId="{D9540524-1996-4CB1-9B42-7CB777FDD1E7}" srcOrd="3" destOrd="0" presId="urn:microsoft.com/office/officeart/2005/8/layout/vList2"/>
    <dgm:cxn modelId="{F75D473D-B7F2-48D9-87E1-DAA156EE3DC8}" type="presParOf" srcId="{D46055D3-369E-48E1-9EB3-C0FD2B5705F8}" destId="{FCCBCCCE-1EB0-4BA8-948C-1C74842266DC}" srcOrd="4" destOrd="0" presId="urn:microsoft.com/office/officeart/2005/8/layout/vList2"/>
    <dgm:cxn modelId="{15783F0A-9EB6-4461-82AE-7BB49F43592A}" type="presParOf" srcId="{D46055D3-369E-48E1-9EB3-C0FD2B5705F8}" destId="{979770E7-A09F-4AE2-8090-F89324B18353}" srcOrd="5" destOrd="0" presId="urn:microsoft.com/office/officeart/2005/8/layout/vList2"/>
    <dgm:cxn modelId="{2E3F8583-73F2-4CB7-B5EB-9AEA90971A79}" type="presParOf" srcId="{D46055D3-369E-48E1-9EB3-C0FD2B5705F8}" destId="{AD5142FF-BCEC-43FB-A99D-33C5E76C9BBB}"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FC3CF31D-9337-497B-9A93-3E5809AB6EA6}"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uk-UA"/>
        </a:p>
      </dgm:t>
    </dgm:pt>
    <dgm:pt modelId="{0FD437D3-117E-48AA-8684-98C06227EA61}">
      <dgm:prSet/>
      <dgm:spPr/>
      <dgm:t>
        <a:bodyPr/>
        <a:lstStyle/>
        <a:p>
          <a:r>
            <a:rPr lang="uk-UA" b="0" i="0"/>
            <a:t>Революція Гідності початку ХХІ ст., як і війна за збереження державної незалежності України початку ХХ ст., – заслуга лише молодих.</a:t>
          </a:r>
          <a:endParaRPr lang="uk-UA"/>
        </a:p>
      </dgm:t>
    </dgm:pt>
    <dgm:pt modelId="{8B68EB68-9375-4794-97D6-548A364E4852}" type="parTrans" cxnId="{11CEB684-42A1-4932-B09A-206825C54CFF}">
      <dgm:prSet/>
      <dgm:spPr/>
      <dgm:t>
        <a:bodyPr/>
        <a:lstStyle/>
        <a:p>
          <a:endParaRPr lang="uk-UA"/>
        </a:p>
      </dgm:t>
    </dgm:pt>
    <dgm:pt modelId="{7054B8D9-CEFE-4989-8FA7-3508AFD12E1F}" type="sibTrans" cxnId="{11CEB684-42A1-4932-B09A-206825C54CFF}">
      <dgm:prSet/>
      <dgm:spPr/>
      <dgm:t>
        <a:bodyPr/>
        <a:lstStyle/>
        <a:p>
          <a:endParaRPr lang="uk-UA"/>
        </a:p>
      </dgm:t>
    </dgm:pt>
    <dgm:pt modelId="{7813E425-2A56-4359-89C9-164882F9CB0C}">
      <dgm:prSet/>
      <dgm:spPr/>
      <dgm:t>
        <a:bodyPr/>
        <a:lstStyle/>
        <a:p>
          <a:r>
            <a:rPr lang="uk-UA" b="0" i="0"/>
            <a:t>Незалежність України час від часу окроплюється кров’ю патріотів: на початку ХХ ст. – героїв Крут, на початку ХХІ ст. – героїв Небесної сотні.</a:t>
          </a:r>
          <a:endParaRPr lang="uk-UA"/>
        </a:p>
      </dgm:t>
    </dgm:pt>
    <dgm:pt modelId="{52E73FAC-DC55-48CE-91AF-933A68BD7542}" type="parTrans" cxnId="{86D6D9CB-7617-4B18-B4A1-00392176B91A}">
      <dgm:prSet/>
      <dgm:spPr/>
      <dgm:t>
        <a:bodyPr/>
        <a:lstStyle/>
        <a:p>
          <a:endParaRPr lang="uk-UA"/>
        </a:p>
      </dgm:t>
    </dgm:pt>
    <dgm:pt modelId="{2460CEC0-84FB-4483-BB2D-CE6AA8F4DAB2}" type="sibTrans" cxnId="{86D6D9CB-7617-4B18-B4A1-00392176B91A}">
      <dgm:prSet/>
      <dgm:spPr/>
      <dgm:t>
        <a:bodyPr/>
        <a:lstStyle/>
        <a:p>
          <a:endParaRPr lang="uk-UA"/>
        </a:p>
      </dgm:t>
    </dgm:pt>
    <dgm:pt modelId="{6B12B824-F7D0-4FE1-88C0-6C00CA918B7B}">
      <dgm:prSet/>
      <dgm:spPr/>
      <dgm:t>
        <a:bodyPr/>
        <a:lstStyle/>
        <a:p>
          <a:r>
            <a:rPr lang="uk-UA" b="0" i="0"/>
            <a:t>Революція Гідності – не окремий, випадковий протест купки мітингувальників, а продовження столітньої боротьби за свободу й незалежність України.</a:t>
          </a:r>
          <a:endParaRPr lang="uk-UA"/>
        </a:p>
      </dgm:t>
    </dgm:pt>
    <dgm:pt modelId="{6BD051E8-C1E3-43C3-AECF-B5B1A214361E}" type="parTrans" cxnId="{837F0693-AC96-4624-8D12-EC9B07C5ACC4}">
      <dgm:prSet/>
      <dgm:spPr/>
      <dgm:t>
        <a:bodyPr/>
        <a:lstStyle/>
        <a:p>
          <a:endParaRPr lang="uk-UA"/>
        </a:p>
      </dgm:t>
    </dgm:pt>
    <dgm:pt modelId="{87C46651-CD45-41B3-94F8-8D00065A33FA}" type="sibTrans" cxnId="{837F0693-AC96-4624-8D12-EC9B07C5ACC4}">
      <dgm:prSet/>
      <dgm:spPr/>
      <dgm:t>
        <a:bodyPr/>
        <a:lstStyle/>
        <a:p>
          <a:endParaRPr lang="uk-UA"/>
        </a:p>
      </dgm:t>
    </dgm:pt>
    <dgm:pt modelId="{04A0D193-B455-48CA-833E-69BF11C5CF82}">
      <dgm:prSet/>
      <dgm:spPr/>
      <dgm:t>
        <a:bodyPr/>
        <a:lstStyle/>
        <a:p>
          <a:r>
            <a:rPr lang="uk-UA" b="0" i="0"/>
            <a:t>Завдячуючи тому, що на початку ХХ ст. перемогла Українська революція, на початку ХХІ ст. увінчалася перемогою й революція Гідності.</a:t>
          </a:r>
          <a:endParaRPr lang="uk-UA"/>
        </a:p>
      </dgm:t>
    </dgm:pt>
    <dgm:pt modelId="{03D7E216-E14E-48A2-87EE-10F7C427DA46}" type="parTrans" cxnId="{835565A5-B570-4453-8F2E-7B820020F700}">
      <dgm:prSet/>
      <dgm:spPr/>
      <dgm:t>
        <a:bodyPr/>
        <a:lstStyle/>
        <a:p>
          <a:endParaRPr lang="uk-UA"/>
        </a:p>
      </dgm:t>
    </dgm:pt>
    <dgm:pt modelId="{044047AD-B9E0-4923-B8C6-6B076F824678}" type="sibTrans" cxnId="{835565A5-B570-4453-8F2E-7B820020F700}">
      <dgm:prSet/>
      <dgm:spPr/>
      <dgm:t>
        <a:bodyPr/>
        <a:lstStyle/>
        <a:p>
          <a:endParaRPr lang="uk-UA"/>
        </a:p>
      </dgm:t>
    </dgm:pt>
    <dgm:pt modelId="{FBC844F0-A333-4DC6-9D62-9102309F7395}" type="pres">
      <dgm:prSet presAssocID="{FC3CF31D-9337-497B-9A93-3E5809AB6EA6}" presName="vert0" presStyleCnt="0">
        <dgm:presLayoutVars>
          <dgm:dir/>
          <dgm:animOne val="branch"/>
          <dgm:animLvl val="lvl"/>
        </dgm:presLayoutVars>
      </dgm:prSet>
      <dgm:spPr/>
    </dgm:pt>
    <dgm:pt modelId="{C3C42558-D0CB-4F65-9271-5CFCB98DACE3}" type="pres">
      <dgm:prSet presAssocID="{0FD437D3-117E-48AA-8684-98C06227EA61}" presName="thickLine" presStyleLbl="alignNode1" presStyleIdx="0" presStyleCnt="4"/>
      <dgm:spPr/>
    </dgm:pt>
    <dgm:pt modelId="{FB5DF492-D430-4696-AB52-5352CC74352B}" type="pres">
      <dgm:prSet presAssocID="{0FD437D3-117E-48AA-8684-98C06227EA61}" presName="horz1" presStyleCnt="0"/>
      <dgm:spPr/>
    </dgm:pt>
    <dgm:pt modelId="{F2FBF638-EFD2-4CD4-A523-6C1B549F0AE8}" type="pres">
      <dgm:prSet presAssocID="{0FD437D3-117E-48AA-8684-98C06227EA61}" presName="tx1" presStyleLbl="revTx" presStyleIdx="0" presStyleCnt="4"/>
      <dgm:spPr/>
    </dgm:pt>
    <dgm:pt modelId="{EDE06E62-98C8-45D5-BD8C-E327E14722B6}" type="pres">
      <dgm:prSet presAssocID="{0FD437D3-117E-48AA-8684-98C06227EA61}" presName="vert1" presStyleCnt="0"/>
      <dgm:spPr/>
    </dgm:pt>
    <dgm:pt modelId="{F8899C61-38B5-49AA-B4E1-2FAA8109CBBD}" type="pres">
      <dgm:prSet presAssocID="{7813E425-2A56-4359-89C9-164882F9CB0C}" presName="thickLine" presStyleLbl="alignNode1" presStyleIdx="1" presStyleCnt="4"/>
      <dgm:spPr/>
    </dgm:pt>
    <dgm:pt modelId="{22B311E0-BB7D-4B6D-935F-A0D24F3B60C4}" type="pres">
      <dgm:prSet presAssocID="{7813E425-2A56-4359-89C9-164882F9CB0C}" presName="horz1" presStyleCnt="0"/>
      <dgm:spPr/>
    </dgm:pt>
    <dgm:pt modelId="{B4EDD660-E92C-4C87-9199-41A9FF967D1A}" type="pres">
      <dgm:prSet presAssocID="{7813E425-2A56-4359-89C9-164882F9CB0C}" presName="tx1" presStyleLbl="revTx" presStyleIdx="1" presStyleCnt="4"/>
      <dgm:spPr/>
    </dgm:pt>
    <dgm:pt modelId="{3C553A88-9563-44A4-9B30-5F980983F00E}" type="pres">
      <dgm:prSet presAssocID="{7813E425-2A56-4359-89C9-164882F9CB0C}" presName="vert1" presStyleCnt="0"/>
      <dgm:spPr/>
    </dgm:pt>
    <dgm:pt modelId="{40F66CC1-A737-4690-AC5D-18516A6F6073}" type="pres">
      <dgm:prSet presAssocID="{6B12B824-F7D0-4FE1-88C0-6C00CA918B7B}" presName="thickLine" presStyleLbl="alignNode1" presStyleIdx="2" presStyleCnt="4"/>
      <dgm:spPr/>
    </dgm:pt>
    <dgm:pt modelId="{1CCF1EDF-23E1-4E88-896D-2D0D8D31158F}" type="pres">
      <dgm:prSet presAssocID="{6B12B824-F7D0-4FE1-88C0-6C00CA918B7B}" presName="horz1" presStyleCnt="0"/>
      <dgm:spPr/>
    </dgm:pt>
    <dgm:pt modelId="{E88C066A-A3F6-4879-B454-849EB160D4F8}" type="pres">
      <dgm:prSet presAssocID="{6B12B824-F7D0-4FE1-88C0-6C00CA918B7B}" presName="tx1" presStyleLbl="revTx" presStyleIdx="2" presStyleCnt="4"/>
      <dgm:spPr/>
    </dgm:pt>
    <dgm:pt modelId="{9E268318-8264-4224-82AF-95D289C41D56}" type="pres">
      <dgm:prSet presAssocID="{6B12B824-F7D0-4FE1-88C0-6C00CA918B7B}" presName="vert1" presStyleCnt="0"/>
      <dgm:spPr/>
    </dgm:pt>
    <dgm:pt modelId="{6B2011C2-35A4-45BB-A45D-C98F9491E4AF}" type="pres">
      <dgm:prSet presAssocID="{04A0D193-B455-48CA-833E-69BF11C5CF82}" presName="thickLine" presStyleLbl="alignNode1" presStyleIdx="3" presStyleCnt="4"/>
      <dgm:spPr/>
    </dgm:pt>
    <dgm:pt modelId="{DED6E6F3-1ECF-470A-80A2-56B1675BC426}" type="pres">
      <dgm:prSet presAssocID="{04A0D193-B455-48CA-833E-69BF11C5CF82}" presName="horz1" presStyleCnt="0"/>
      <dgm:spPr/>
    </dgm:pt>
    <dgm:pt modelId="{9330F2EE-3D0D-4C7F-A5D8-C23BC2190369}" type="pres">
      <dgm:prSet presAssocID="{04A0D193-B455-48CA-833E-69BF11C5CF82}" presName="tx1" presStyleLbl="revTx" presStyleIdx="3" presStyleCnt="4"/>
      <dgm:spPr/>
    </dgm:pt>
    <dgm:pt modelId="{87D8D574-CFC4-4E45-A415-19CFB85572A1}" type="pres">
      <dgm:prSet presAssocID="{04A0D193-B455-48CA-833E-69BF11C5CF82}" presName="vert1" presStyleCnt="0"/>
      <dgm:spPr/>
    </dgm:pt>
  </dgm:ptLst>
  <dgm:cxnLst>
    <dgm:cxn modelId="{2526A41C-1F03-499A-A244-0753A7ACEEC9}" type="presOf" srcId="{04A0D193-B455-48CA-833E-69BF11C5CF82}" destId="{9330F2EE-3D0D-4C7F-A5D8-C23BC2190369}" srcOrd="0" destOrd="0" presId="urn:microsoft.com/office/officeart/2008/layout/LinedList"/>
    <dgm:cxn modelId="{93EFB26D-1087-4C54-B6FF-9ADE88138379}" type="presOf" srcId="{7813E425-2A56-4359-89C9-164882F9CB0C}" destId="{B4EDD660-E92C-4C87-9199-41A9FF967D1A}" srcOrd="0" destOrd="0" presId="urn:microsoft.com/office/officeart/2008/layout/LinedList"/>
    <dgm:cxn modelId="{F4BE886F-FBA8-46E6-8E54-B716D15582B3}" type="presOf" srcId="{FC3CF31D-9337-497B-9A93-3E5809AB6EA6}" destId="{FBC844F0-A333-4DC6-9D62-9102309F7395}" srcOrd="0" destOrd="0" presId="urn:microsoft.com/office/officeart/2008/layout/LinedList"/>
    <dgm:cxn modelId="{11CEB684-42A1-4932-B09A-206825C54CFF}" srcId="{FC3CF31D-9337-497B-9A93-3E5809AB6EA6}" destId="{0FD437D3-117E-48AA-8684-98C06227EA61}" srcOrd="0" destOrd="0" parTransId="{8B68EB68-9375-4794-97D6-548A364E4852}" sibTransId="{7054B8D9-CEFE-4989-8FA7-3508AFD12E1F}"/>
    <dgm:cxn modelId="{E7BB468D-0C7A-4273-B811-5E122F074BD1}" type="presOf" srcId="{0FD437D3-117E-48AA-8684-98C06227EA61}" destId="{F2FBF638-EFD2-4CD4-A523-6C1B549F0AE8}" srcOrd="0" destOrd="0" presId="urn:microsoft.com/office/officeart/2008/layout/LinedList"/>
    <dgm:cxn modelId="{837F0693-AC96-4624-8D12-EC9B07C5ACC4}" srcId="{FC3CF31D-9337-497B-9A93-3E5809AB6EA6}" destId="{6B12B824-F7D0-4FE1-88C0-6C00CA918B7B}" srcOrd="2" destOrd="0" parTransId="{6BD051E8-C1E3-43C3-AECF-B5B1A214361E}" sibTransId="{87C46651-CD45-41B3-94F8-8D00065A33FA}"/>
    <dgm:cxn modelId="{835565A5-B570-4453-8F2E-7B820020F700}" srcId="{FC3CF31D-9337-497B-9A93-3E5809AB6EA6}" destId="{04A0D193-B455-48CA-833E-69BF11C5CF82}" srcOrd="3" destOrd="0" parTransId="{03D7E216-E14E-48A2-87EE-10F7C427DA46}" sibTransId="{044047AD-B9E0-4923-B8C6-6B076F824678}"/>
    <dgm:cxn modelId="{86D6D9CB-7617-4B18-B4A1-00392176B91A}" srcId="{FC3CF31D-9337-497B-9A93-3E5809AB6EA6}" destId="{7813E425-2A56-4359-89C9-164882F9CB0C}" srcOrd="1" destOrd="0" parTransId="{52E73FAC-DC55-48CE-91AF-933A68BD7542}" sibTransId="{2460CEC0-84FB-4483-BB2D-CE6AA8F4DAB2}"/>
    <dgm:cxn modelId="{F7DF12D4-3E3B-48B2-98E5-3AA2A6DE9114}" type="presOf" srcId="{6B12B824-F7D0-4FE1-88C0-6C00CA918B7B}" destId="{E88C066A-A3F6-4879-B454-849EB160D4F8}" srcOrd="0" destOrd="0" presId="urn:microsoft.com/office/officeart/2008/layout/LinedList"/>
    <dgm:cxn modelId="{A317910E-4D71-4A72-A61F-0B27AA12DF5B}" type="presParOf" srcId="{FBC844F0-A333-4DC6-9D62-9102309F7395}" destId="{C3C42558-D0CB-4F65-9271-5CFCB98DACE3}" srcOrd="0" destOrd="0" presId="urn:microsoft.com/office/officeart/2008/layout/LinedList"/>
    <dgm:cxn modelId="{1F4F2C67-012A-44FC-B08E-F13EDA7F3300}" type="presParOf" srcId="{FBC844F0-A333-4DC6-9D62-9102309F7395}" destId="{FB5DF492-D430-4696-AB52-5352CC74352B}" srcOrd="1" destOrd="0" presId="urn:microsoft.com/office/officeart/2008/layout/LinedList"/>
    <dgm:cxn modelId="{D3645152-428E-4B6D-9DC7-3082D7D5CC46}" type="presParOf" srcId="{FB5DF492-D430-4696-AB52-5352CC74352B}" destId="{F2FBF638-EFD2-4CD4-A523-6C1B549F0AE8}" srcOrd="0" destOrd="0" presId="urn:microsoft.com/office/officeart/2008/layout/LinedList"/>
    <dgm:cxn modelId="{D429EC76-B27E-4764-AAB9-8A775D50B1E8}" type="presParOf" srcId="{FB5DF492-D430-4696-AB52-5352CC74352B}" destId="{EDE06E62-98C8-45D5-BD8C-E327E14722B6}" srcOrd="1" destOrd="0" presId="urn:microsoft.com/office/officeart/2008/layout/LinedList"/>
    <dgm:cxn modelId="{1416B7AD-FDC7-4719-8FFE-62AC952B9954}" type="presParOf" srcId="{FBC844F0-A333-4DC6-9D62-9102309F7395}" destId="{F8899C61-38B5-49AA-B4E1-2FAA8109CBBD}" srcOrd="2" destOrd="0" presId="urn:microsoft.com/office/officeart/2008/layout/LinedList"/>
    <dgm:cxn modelId="{215CFBDA-B91D-45EF-B469-A0B9F5735C80}" type="presParOf" srcId="{FBC844F0-A333-4DC6-9D62-9102309F7395}" destId="{22B311E0-BB7D-4B6D-935F-A0D24F3B60C4}" srcOrd="3" destOrd="0" presId="urn:microsoft.com/office/officeart/2008/layout/LinedList"/>
    <dgm:cxn modelId="{A6DC61ED-32E8-4CCA-B350-AC9272253A65}" type="presParOf" srcId="{22B311E0-BB7D-4B6D-935F-A0D24F3B60C4}" destId="{B4EDD660-E92C-4C87-9199-41A9FF967D1A}" srcOrd="0" destOrd="0" presId="urn:microsoft.com/office/officeart/2008/layout/LinedList"/>
    <dgm:cxn modelId="{07E44517-8F94-4527-A781-71BA67B3C38F}" type="presParOf" srcId="{22B311E0-BB7D-4B6D-935F-A0D24F3B60C4}" destId="{3C553A88-9563-44A4-9B30-5F980983F00E}" srcOrd="1" destOrd="0" presId="urn:microsoft.com/office/officeart/2008/layout/LinedList"/>
    <dgm:cxn modelId="{B9F2A22F-935B-4F5A-BDE6-3D49F6198FED}" type="presParOf" srcId="{FBC844F0-A333-4DC6-9D62-9102309F7395}" destId="{40F66CC1-A737-4690-AC5D-18516A6F6073}" srcOrd="4" destOrd="0" presId="urn:microsoft.com/office/officeart/2008/layout/LinedList"/>
    <dgm:cxn modelId="{5966AA24-180E-4559-A0ED-0B6C3559056B}" type="presParOf" srcId="{FBC844F0-A333-4DC6-9D62-9102309F7395}" destId="{1CCF1EDF-23E1-4E88-896D-2D0D8D31158F}" srcOrd="5" destOrd="0" presId="urn:microsoft.com/office/officeart/2008/layout/LinedList"/>
    <dgm:cxn modelId="{1CD977D3-3FA5-4417-A408-2DED3C9F0F9F}" type="presParOf" srcId="{1CCF1EDF-23E1-4E88-896D-2D0D8D31158F}" destId="{E88C066A-A3F6-4879-B454-849EB160D4F8}" srcOrd="0" destOrd="0" presId="urn:microsoft.com/office/officeart/2008/layout/LinedList"/>
    <dgm:cxn modelId="{D71ADC96-9E55-4B42-8E03-0E4AC92DCD5D}" type="presParOf" srcId="{1CCF1EDF-23E1-4E88-896D-2D0D8D31158F}" destId="{9E268318-8264-4224-82AF-95D289C41D56}" srcOrd="1" destOrd="0" presId="urn:microsoft.com/office/officeart/2008/layout/LinedList"/>
    <dgm:cxn modelId="{425E4C0C-D82F-463B-B3AF-5C418B1F3F3D}" type="presParOf" srcId="{FBC844F0-A333-4DC6-9D62-9102309F7395}" destId="{6B2011C2-35A4-45BB-A45D-C98F9491E4AF}" srcOrd="6" destOrd="0" presId="urn:microsoft.com/office/officeart/2008/layout/LinedList"/>
    <dgm:cxn modelId="{AB6168CE-45F2-4592-9189-7A9F49D6BE61}" type="presParOf" srcId="{FBC844F0-A333-4DC6-9D62-9102309F7395}" destId="{DED6E6F3-1ECF-470A-80A2-56B1675BC426}" srcOrd="7" destOrd="0" presId="urn:microsoft.com/office/officeart/2008/layout/LinedList"/>
    <dgm:cxn modelId="{46C30AA5-9ED8-44B1-8CDB-5E41969529D5}" type="presParOf" srcId="{DED6E6F3-1ECF-470A-80A2-56B1675BC426}" destId="{9330F2EE-3D0D-4C7F-A5D8-C23BC2190369}" srcOrd="0" destOrd="0" presId="urn:microsoft.com/office/officeart/2008/layout/LinedList"/>
    <dgm:cxn modelId="{E06B6156-2A18-47E0-A02E-F4BCFD3D8D69}" type="presParOf" srcId="{DED6E6F3-1ECF-470A-80A2-56B1675BC426}" destId="{87D8D574-CFC4-4E45-A415-19CFB85572A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1DE0FD68-F24D-48D0-B2E5-95D0B029E025}"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F04447F5-1331-46A9-A967-8E24402D2FF2}">
      <dgm:prSet/>
      <dgm:spPr/>
      <dgm:t>
        <a:bodyPr/>
        <a:lstStyle/>
        <a:p>
          <a:r>
            <a:rPr lang="uk-UA" b="0" i="0"/>
            <a:t>Революції троянд.</a:t>
          </a:r>
          <a:endParaRPr lang="uk-UA"/>
        </a:p>
      </dgm:t>
    </dgm:pt>
    <dgm:pt modelId="{B3BA0AB0-A4B7-4D8A-BE31-55A5B5C5CC7F}" type="parTrans" cxnId="{C8AE94F7-F5A7-4D31-A9C8-BD52DA334A79}">
      <dgm:prSet/>
      <dgm:spPr/>
      <dgm:t>
        <a:bodyPr/>
        <a:lstStyle/>
        <a:p>
          <a:endParaRPr lang="uk-UA"/>
        </a:p>
      </dgm:t>
    </dgm:pt>
    <dgm:pt modelId="{9ED707F3-A0FB-415E-AAF1-C66A74B91A3F}" type="sibTrans" cxnId="{C8AE94F7-F5A7-4D31-A9C8-BD52DA334A79}">
      <dgm:prSet/>
      <dgm:spPr/>
      <dgm:t>
        <a:bodyPr/>
        <a:lstStyle/>
        <a:p>
          <a:endParaRPr lang="uk-UA"/>
        </a:p>
      </dgm:t>
    </dgm:pt>
    <dgm:pt modelId="{3B601AF8-AC63-40F5-8AE1-68B33AFEA524}">
      <dgm:prSet/>
      <dgm:spPr/>
      <dgm:t>
        <a:bodyPr/>
        <a:lstStyle/>
        <a:p>
          <a:r>
            <a:rPr lang="uk-UA" b="0" i="0"/>
            <a:t>Революції Гідності.</a:t>
          </a:r>
          <a:endParaRPr lang="uk-UA"/>
        </a:p>
      </dgm:t>
    </dgm:pt>
    <dgm:pt modelId="{A8D509F3-2EB3-472C-979C-3C5465FF16D1}" type="parTrans" cxnId="{6A2C84D9-D888-46CD-B274-00A8E0ACC6DB}">
      <dgm:prSet/>
      <dgm:spPr/>
      <dgm:t>
        <a:bodyPr/>
        <a:lstStyle/>
        <a:p>
          <a:endParaRPr lang="uk-UA"/>
        </a:p>
      </dgm:t>
    </dgm:pt>
    <dgm:pt modelId="{C5965EDF-E105-4F00-8C01-4454F25DB287}" type="sibTrans" cxnId="{6A2C84D9-D888-46CD-B274-00A8E0ACC6DB}">
      <dgm:prSet/>
      <dgm:spPr/>
      <dgm:t>
        <a:bodyPr/>
        <a:lstStyle/>
        <a:p>
          <a:endParaRPr lang="uk-UA"/>
        </a:p>
      </dgm:t>
    </dgm:pt>
    <dgm:pt modelId="{35DF015D-2237-47F4-BEB9-E1E3ABD23EB4}">
      <dgm:prSet/>
      <dgm:spPr/>
      <dgm:t>
        <a:bodyPr/>
        <a:lstStyle/>
        <a:p>
          <a:r>
            <a:rPr lang="uk-UA" b="0" i="0"/>
            <a:t>Революції на граніті.</a:t>
          </a:r>
          <a:endParaRPr lang="uk-UA"/>
        </a:p>
      </dgm:t>
    </dgm:pt>
    <dgm:pt modelId="{A32D85A2-D760-4B30-8FFA-B95906B487C6}" type="parTrans" cxnId="{F1C15E70-4249-4490-99A9-57DC0E43D2EF}">
      <dgm:prSet/>
      <dgm:spPr/>
      <dgm:t>
        <a:bodyPr/>
        <a:lstStyle/>
        <a:p>
          <a:endParaRPr lang="uk-UA"/>
        </a:p>
      </dgm:t>
    </dgm:pt>
    <dgm:pt modelId="{FB5C4845-F4CA-4BFA-A7B3-0E0B3210EF37}" type="sibTrans" cxnId="{F1C15E70-4249-4490-99A9-57DC0E43D2EF}">
      <dgm:prSet/>
      <dgm:spPr/>
      <dgm:t>
        <a:bodyPr/>
        <a:lstStyle/>
        <a:p>
          <a:endParaRPr lang="uk-UA"/>
        </a:p>
      </dgm:t>
    </dgm:pt>
    <dgm:pt modelId="{A4219579-2F2F-400E-910D-82604D90B8AC}">
      <dgm:prSet/>
      <dgm:spPr/>
      <dgm:t>
        <a:bodyPr/>
        <a:lstStyle/>
        <a:p>
          <a:r>
            <a:rPr lang="uk-UA" b="0" i="0"/>
            <a:t>Помаранчевої революції.</a:t>
          </a:r>
          <a:endParaRPr lang="uk-UA"/>
        </a:p>
      </dgm:t>
    </dgm:pt>
    <dgm:pt modelId="{CFCE60E9-6051-4024-BB28-12998C796564}" type="parTrans" cxnId="{862EB1DF-1AC6-40EC-A8ED-B44A7802A097}">
      <dgm:prSet/>
      <dgm:spPr/>
      <dgm:t>
        <a:bodyPr/>
        <a:lstStyle/>
        <a:p>
          <a:endParaRPr lang="uk-UA"/>
        </a:p>
      </dgm:t>
    </dgm:pt>
    <dgm:pt modelId="{5CDBEB13-944B-4EC8-9EE8-0EBE98386080}" type="sibTrans" cxnId="{862EB1DF-1AC6-40EC-A8ED-B44A7802A097}">
      <dgm:prSet/>
      <dgm:spPr/>
      <dgm:t>
        <a:bodyPr/>
        <a:lstStyle/>
        <a:p>
          <a:endParaRPr lang="uk-UA"/>
        </a:p>
      </dgm:t>
    </dgm:pt>
    <dgm:pt modelId="{EF8C1428-BFDC-4D81-9810-613DCA5E8F77}" type="pres">
      <dgm:prSet presAssocID="{1DE0FD68-F24D-48D0-B2E5-95D0B029E025}" presName="linearFlow" presStyleCnt="0">
        <dgm:presLayoutVars>
          <dgm:dir/>
          <dgm:resizeHandles val="exact"/>
        </dgm:presLayoutVars>
      </dgm:prSet>
      <dgm:spPr/>
    </dgm:pt>
    <dgm:pt modelId="{3E226155-0E37-4D80-ACBB-463DD4BA72C0}" type="pres">
      <dgm:prSet presAssocID="{F04447F5-1331-46A9-A967-8E24402D2FF2}" presName="composite" presStyleCnt="0"/>
      <dgm:spPr/>
    </dgm:pt>
    <dgm:pt modelId="{05CBA7C7-AA01-48E0-8048-F2AE708C5F43}" type="pres">
      <dgm:prSet presAssocID="{F04447F5-1331-46A9-A967-8E24402D2FF2}" presName="imgShp" presStyleLbl="fgImgPlace1" presStyleIdx="0" presStyleCnt="4"/>
      <dgm:spPr/>
    </dgm:pt>
    <dgm:pt modelId="{9F5742D8-B309-434A-83CA-17D9A4A9A86E}" type="pres">
      <dgm:prSet presAssocID="{F04447F5-1331-46A9-A967-8E24402D2FF2}" presName="txShp" presStyleLbl="node1" presStyleIdx="0" presStyleCnt="4">
        <dgm:presLayoutVars>
          <dgm:bulletEnabled val="1"/>
        </dgm:presLayoutVars>
      </dgm:prSet>
      <dgm:spPr/>
    </dgm:pt>
    <dgm:pt modelId="{85396A81-9736-45AD-A6C4-7134E0512C5D}" type="pres">
      <dgm:prSet presAssocID="{9ED707F3-A0FB-415E-AAF1-C66A74B91A3F}" presName="spacing" presStyleCnt="0"/>
      <dgm:spPr/>
    </dgm:pt>
    <dgm:pt modelId="{7B09EEF5-4393-48BF-986E-D6F786B3108C}" type="pres">
      <dgm:prSet presAssocID="{3B601AF8-AC63-40F5-8AE1-68B33AFEA524}" presName="composite" presStyleCnt="0"/>
      <dgm:spPr/>
    </dgm:pt>
    <dgm:pt modelId="{0BCD6EEA-E0E1-4B51-B728-075A153D6BA2}" type="pres">
      <dgm:prSet presAssocID="{3B601AF8-AC63-40F5-8AE1-68B33AFEA524}" presName="imgShp" presStyleLbl="fgImgPlace1" presStyleIdx="1" presStyleCnt="4"/>
      <dgm:spPr/>
    </dgm:pt>
    <dgm:pt modelId="{5E1F00D2-BC3E-4254-8C2E-1BD3806987F0}" type="pres">
      <dgm:prSet presAssocID="{3B601AF8-AC63-40F5-8AE1-68B33AFEA524}" presName="txShp" presStyleLbl="node1" presStyleIdx="1" presStyleCnt="4">
        <dgm:presLayoutVars>
          <dgm:bulletEnabled val="1"/>
        </dgm:presLayoutVars>
      </dgm:prSet>
      <dgm:spPr/>
    </dgm:pt>
    <dgm:pt modelId="{EF0D974B-FD5C-4126-8E3A-BF3AD4F77C17}" type="pres">
      <dgm:prSet presAssocID="{C5965EDF-E105-4F00-8C01-4454F25DB287}" presName="spacing" presStyleCnt="0"/>
      <dgm:spPr/>
    </dgm:pt>
    <dgm:pt modelId="{80EECC35-DA63-481A-894A-7EBB1BFB5620}" type="pres">
      <dgm:prSet presAssocID="{35DF015D-2237-47F4-BEB9-E1E3ABD23EB4}" presName="composite" presStyleCnt="0"/>
      <dgm:spPr/>
    </dgm:pt>
    <dgm:pt modelId="{4F762F7F-0B40-4AB7-B75D-26A7AEB4D7EF}" type="pres">
      <dgm:prSet presAssocID="{35DF015D-2237-47F4-BEB9-E1E3ABD23EB4}" presName="imgShp" presStyleLbl="fgImgPlace1" presStyleIdx="2" presStyleCnt="4"/>
      <dgm:spPr/>
    </dgm:pt>
    <dgm:pt modelId="{B81990EB-8BD5-4390-9320-FF56CEA85D00}" type="pres">
      <dgm:prSet presAssocID="{35DF015D-2237-47F4-BEB9-E1E3ABD23EB4}" presName="txShp" presStyleLbl="node1" presStyleIdx="2" presStyleCnt="4">
        <dgm:presLayoutVars>
          <dgm:bulletEnabled val="1"/>
        </dgm:presLayoutVars>
      </dgm:prSet>
      <dgm:spPr/>
    </dgm:pt>
    <dgm:pt modelId="{DD9FEF26-3B38-445B-B646-814DF416F6D8}" type="pres">
      <dgm:prSet presAssocID="{FB5C4845-F4CA-4BFA-A7B3-0E0B3210EF37}" presName="spacing" presStyleCnt="0"/>
      <dgm:spPr/>
    </dgm:pt>
    <dgm:pt modelId="{3676A658-52AE-48BF-AA51-86DF815765E3}" type="pres">
      <dgm:prSet presAssocID="{A4219579-2F2F-400E-910D-82604D90B8AC}" presName="composite" presStyleCnt="0"/>
      <dgm:spPr/>
    </dgm:pt>
    <dgm:pt modelId="{3DBCD964-7792-4112-B897-F33800719CA6}" type="pres">
      <dgm:prSet presAssocID="{A4219579-2F2F-400E-910D-82604D90B8AC}" presName="imgShp" presStyleLbl="fgImgPlace1" presStyleIdx="3" presStyleCnt="4"/>
      <dgm:spPr/>
    </dgm:pt>
    <dgm:pt modelId="{B8D532CF-F824-497B-A855-F83A34159616}" type="pres">
      <dgm:prSet presAssocID="{A4219579-2F2F-400E-910D-82604D90B8AC}" presName="txShp" presStyleLbl="node1" presStyleIdx="3" presStyleCnt="4">
        <dgm:presLayoutVars>
          <dgm:bulletEnabled val="1"/>
        </dgm:presLayoutVars>
      </dgm:prSet>
      <dgm:spPr/>
    </dgm:pt>
  </dgm:ptLst>
  <dgm:cxnLst>
    <dgm:cxn modelId="{5D001C18-D9B2-4EC5-A3CC-186FC9A3E98E}" type="presOf" srcId="{35DF015D-2237-47F4-BEB9-E1E3ABD23EB4}" destId="{B81990EB-8BD5-4390-9320-FF56CEA85D00}" srcOrd="0" destOrd="0" presId="urn:microsoft.com/office/officeart/2005/8/layout/vList3"/>
    <dgm:cxn modelId="{063D751C-C7A3-4616-ADB4-75F6A7503883}" type="presOf" srcId="{A4219579-2F2F-400E-910D-82604D90B8AC}" destId="{B8D532CF-F824-497B-A855-F83A34159616}" srcOrd="0" destOrd="0" presId="urn:microsoft.com/office/officeart/2005/8/layout/vList3"/>
    <dgm:cxn modelId="{A7E07E6F-0F5C-4B1D-BDAF-10957AC8F12A}" type="presOf" srcId="{3B601AF8-AC63-40F5-8AE1-68B33AFEA524}" destId="{5E1F00D2-BC3E-4254-8C2E-1BD3806987F0}" srcOrd="0" destOrd="0" presId="urn:microsoft.com/office/officeart/2005/8/layout/vList3"/>
    <dgm:cxn modelId="{F1C15E70-4249-4490-99A9-57DC0E43D2EF}" srcId="{1DE0FD68-F24D-48D0-B2E5-95D0B029E025}" destId="{35DF015D-2237-47F4-BEB9-E1E3ABD23EB4}" srcOrd="2" destOrd="0" parTransId="{A32D85A2-D760-4B30-8FFA-B95906B487C6}" sibTransId="{FB5C4845-F4CA-4BFA-A7B3-0E0B3210EF37}"/>
    <dgm:cxn modelId="{E718CD94-CB66-4084-85F0-9AD56171A8A8}" type="presOf" srcId="{F04447F5-1331-46A9-A967-8E24402D2FF2}" destId="{9F5742D8-B309-434A-83CA-17D9A4A9A86E}" srcOrd="0" destOrd="0" presId="urn:microsoft.com/office/officeart/2005/8/layout/vList3"/>
    <dgm:cxn modelId="{08AB31AD-FD11-4169-A76B-19CC0B9202EC}" type="presOf" srcId="{1DE0FD68-F24D-48D0-B2E5-95D0B029E025}" destId="{EF8C1428-BFDC-4D81-9810-613DCA5E8F77}" srcOrd="0" destOrd="0" presId="urn:microsoft.com/office/officeart/2005/8/layout/vList3"/>
    <dgm:cxn modelId="{6A2C84D9-D888-46CD-B274-00A8E0ACC6DB}" srcId="{1DE0FD68-F24D-48D0-B2E5-95D0B029E025}" destId="{3B601AF8-AC63-40F5-8AE1-68B33AFEA524}" srcOrd="1" destOrd="0" parTransId="{A8D509F3-2EB3-472C-979C-3C5465FF16D1}" sibTransId="{C5965EDF-E105-4F00-8C01-4454F25DB287}"/>
    <dgm:cxn modelId="{862EB1DF-1AC6-40EC-A8ED-B44A7802A097}" srcId="{1DE0FD68-F24D-48D0-B2E5-95D0B029E025}" destId="{A4219579-2F2F-400E-910D-82604D90B8AC}" srcOrd="3" destOrd="0" parTransId="{CFCE60E9-6051-4024-BB28-12998C796564}" sibTransId="{5CDBEB13-944B-4EC8-9EE8-0EBE98386080}"/>
    <dgm:cxn modelId="{C8AE94F7-F5A7-4D31-A9C8-BD52DA334A79}" srcId="{1DE0FD68-F24D-48D0-B2E5-95D0B029E025}" destId="{F04447F5-1331-46A9-A967-8E24402D2FF2}" srcOrd="0" destOrd="0" parTransId="{B3BA0AB0-A4B7-4D8A-BE31-55A5B5C5CC7F}" sibTransId="{9ED707F3-A0FB-415E-AAF1-C66A74B91A3F}"/>
    <dgm:cxn modelId="{DDD8D6DA-4EC0-4367-BC60-0A5594138B90}" type="presParOf" srcId="{EF8C1428-BFDC-4D81-9810-613DCA5E8F77}" destId="{3E226155-0E37-4D80-ACBB-463DD4BA72C0}" srcOrd="0" destOrd="0" presId="urn:microsoft.com/office/officeart/2005/8/layout/vList3"/>
    <dgm:cxn modelId="{0FE7E414-07D3-4A74-976E-8F1EF8CB1FB0}" type="presParOf" srcId="{3E226155-0E37-4D80-ACBB-463DD4BA72C0}" destId="{05CBA7C7-AA01-48E0-8048-F2AE708C5F43}" srcOrd="0" destOrd="0" presId="urn:microsoft.com/office/officeart/2005/8/layout/vList3"/>
    <dgm:cxn modelId="{E914B226-B88F-4381-8040-42E300D2A9E3}" type="presParOf" srcId="{3E226155-0E37-4D80-ACBB-463DD4BA72C0}" destId="{9F5742D8-B309-434A-83CA-17D9A4A9A86E}" srcOrd="1" destOrd="0" presId="urn:microsoft.com/office/officeart/2005/8/layout/vList3"/>
    <dgm:cxn modelId="{D042E062-8C22-403E-B53C-8A66D692A966}" type="presParOf" srcId="{EF8C1428-BFDC-4D81-9810-613DCA5E8F77}" destId="{85396A81-9736-45AD-A6C4-7134E0512C5D}" srcOrd="1" destOrd="0" presId="urn:microsoft.com/office/officeart/2005/8/layout/vList3"/>
    <dgm:cxn modelId="{6A9B9A59-8BE3-433A-9594-B7FB7E830BC3}" type="presParOf" srcId="{EF8C1428-BFDC-4D81-9810-613DCA5E8F77}" destId="{7B09EEF5-4393-48BF-986E-D6F786B3108C}" srcOrd="2" destOrd="0" presId="urn:microsoft.com/office/officeart/2005/8/layout/vList3"/>
    <dgm:cxn modelId="{5F8EA18F-220B-4E98-90A1-C7BA9C4277A7}" type="presParOf" srcId="{7B09EEF5-4393-48BF-986E-D6F786B3108C}" destId="{0BCD6EEA-E0E1-4B51-B728-075A153D6BA2}" srcOrd="0" destOrd="0" presId="urn:microsoft.com/office/officeart/2005/8/layout/vList3"/>
    <dgm:cxn modelId="{FADE0188-A176-4B6E-9A44-5D062519D6BA}" type="presParOf" srcId="{7B09EEF5-4393-48BF-986E-D6F786B3108C}" destId="{5E1F00D2-BC3E-4254-8C2E-1BD3806987F0}" srcOrd="1" destOrd="0" presId="urn:microsoft.com/office/officeart/2005/8/layout/vList3"/>
    <dgm:cxn modelId="{03B4FCBB-46E4-46B4-B659-0DC9DF052C19}" type="presParOf" srcId="{EF8C1428-BFDC-4D81-9810-613DCA5E8F77}" destId="{EF0D974B-FD5C-4126-8E3A-BF3AD4F77C17}" srcOrd="3" destOrd="0" presId="urn:microsoft.com/office/officeart/2005/8/layout/vList3"/>
    <dgm:cxn modelId="{F37ADD19-98C7-4B73-BDEE-ED7F52494A3B}" type="presParOf" srcId="{EF8C1428-BFDC-4D81-9810-613DCA5E8F77}" destId="{80EECC35-DA63-481A-894A-7EBB1BFB5620}" srcOrd="4" destOrd="0" presId="urn:microsoft.com/office/officeart/2005/8/layout/vList3"/>
    <dgm:cxn modelId="{884256B3-5F2D-49C1-831F-43A7FA78DB0C}" type="presParOf" srcId="{80EECC35-DA63-481A-894A-7EBB1BFB5620}" destId="{4F762F7F-0B40-4AB7-B75D-26A7AEB4D7EF}" srcOrd="0" destOrd="0" presId="urn:microsoft.com/office/officeart/2005/8/layout/vList3"/>
    <dgm:cxn modelId="{786A93E6-8B4B-4FD9-81BA-FDFE8D0E7EBC}" type="presParOf" srcId="{80EECC35-DA63-481A-894A-7EBB1BFB5620}" destId="{B81990EB-8BD5-4390-9320-FF56CEA85D00}" srcOrd="1" destOrd="0" presId="urn:microsoft.com/office/officeart/2005/8/layout/vList3"/>
    <dgm:cxn modelId="{0297FED6-3B6B-4742-87A9-3188ECDFD389}" type="presParOf" srcId="{EF8C1428-BFDC-4D81-9810-613DCA5E8F77}" destId="{DD9FEF26-3B38-445B-B646-814DF416F6D8}" srcOrd="5" destOrd="0" presId="urn:microsoft.com/office/officeart/2005/8/layout/vList3"/>
    <dgm:cxn modelId="{A91D2C33-31EE-4255-94BF-EAE8AE91A62D}" type="presParOf" srcId="{EF8C1428-BFDC-4D81-9810-613DCA5E8F77}" destId="{3676A658-52AE-48BF-AA51-86DF815765E3}" srcOrd="6" destOrd="0" presId="urn:microsoft.com/office/officeart/2005/8/layout/vList3"/>
    <dgm:cxn modelId="{93C0395F-4213-428C-8329-F66A899DDBFD}" type="presParOf" srcId="{3676A658-52AE-48BF-AA51-86DF815765E3}" destId="{3DBCD964-7792-4112-B897-F33800719CA6}" srcOrd="0" destOrd="0" presId="urn:microsoft.com/office/officeart/2005/8/layout/vList3"/>
    <dgm:cxn modelId="{A841894A-8160-4C04-AA9E-81A056E43B13}" type="presParOf" srcId="{3676A658-52AE-48BF-AA51-86DF815765E3}" destId="{B8D532CF-F824-497B-A855-F83A34159616}"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1C09C405-20E1-4572-A99B-E468AAEA1D6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48286C93-FF35-446A-AB9D-4935841019AA}">
      <dgm:prSet/>
      <dgm:spPr/>
      <dgm:t>
        <a:bodyPr/>
        <a:lstStyle/>
        <a:p>
          <a:r>
            <a:rPr lang="uk-UA" b="0" i="0"/>
            <a:t>подіями «Революції Гідності».</a:t>
          </a:r>
          <a:endParaRPr lang="uk-UA"/>
        </a:p>
      </dgm:t>
    </dgm:pt>
    <dgm:pt modelId="{B82AC56B-6EB3-453A-B7E2-C5ECA4A36BDF}" type="parTrans" cxnId="{5D6B322D-512B-41D1-B869-FAAD4CDC747E}">
      <dgm:prSet/>
      <dgm:spPr/>
      <dgm:t>
        <a:bodyPr/>
        <a:lstStyle/>
        <a:p>
          <a:endParaRPr lang="uk-UA"/>
        </a:p>
      </dgm:t>
    </dgm:pt>
    <dgm:pt modelId="{6AA3F080-4160-43B5-85E6-C0239105EA02}" type="sibTrans" cxnId="{5D6B322D-512B-41D1-B869-FAAD4CDC747E}">
      <dgm:prSet/>
      <dgm:spPr/>
      <dgm:t>
        <a:bodyPr/>
        <a:lstStyle/>
        <a:p>
          <a:endParaRPr lang="uk-UA"/>
        </a:p>
      </dgm:t>
    </dgm:pt>
    <dgm:pt modelId="{3D2F5B95-594A-4151-A339-A936769EC381}">
      <dgm:prSet/>
      <dgm:spPr/>
      <dgm:t>
        <a:bodyPr/>
        <a:lstStyle/>
        <a:p>
          <a:r>
            <a:rPr lang="uk-UA" b="0" i="0"/>
            <a:t>початком «Революції на граніті».</a:t>
          </a:r>
          <a:endParaRPr lang="uk-UA"/>
        </a:p>
      </dgm:t>
    </dgm:pt>
    <dgm:pt modelId="{F5828076-6C58-4CD6-A583-1C79A6FD629A}" type="parTrans" cxnId="{0D4ED8D6-6528-4D46-80B3-65ABEAE49CCB}">
      <dgm:prSet/>
      <dgm:spPr/>
      <dgm:t>
        <a:bodyPr/>
        <a:lstStyle/>
        <a:p>
          <a:endParaRPr lang="uk-UA"/>
        </a:p>
      </dgm:t>
    </dgm:pt>
    <dgm:pt modelId="{AA101732-C1AE-406D-8F05-E56B64888DEB}" type="sibTrans" cxnId="{0D4ED8D6-6528-4D46-80B3-65ABEAE49CCB}">
      <dgm:prSet/>
      <dgm:spPr/>
      <dgm:t>
        <a:bodyPr/>
        <a:lstStyle/>
        <a:p>
          <a:endParaRPr lang="uk-UA"/>
        </a:p>
      </dgm:t>
    </dgm:pt>
    <dgm:pt modelId="{F052AAA8-6DBE-4B46-B36E-42C78BD2CD36}">
      <dgm:prSet/>
      <dgm:spPr/>
      <dgm:t>
        <a:bodyPr/>
        <a:lstStyle/>
        <a:p>
          <a:r>
            <a:rPr lang="uk-UA" b="0" i="0"/>
            <a:t>проголошенням незалежності України.</a:t>
          </a:r>
          <a:endParaRPr lang="uk-UA"/>
        </a:p>
      </dgm:t>
    </dgm:pt>
    <dgm:pt modelId="{66F40F92-1CD5-4806-9E44-36340F2AAC5B}" type="parTrans" cxnId="{F3C3C314-5140-4E76-B8A5-E57E9808C548}">
      <dgm:prSet/>
      <dgm:spPr/>
      <dgm:t>
        <a:bodyPr/>
        <a:lstStyle/>
        <a:p>
          <a:endParaRPr lang="uk-UA"/>
        </a:p>
      </dgm:t>
    </dgm:pt>
    <dgm:pt modelId="{A55F45B5-1781-46EC-A1F8-A7B43695F3D1}" type="sibTrans" cxnId="{F3C3C314-5140-4E76-B8A5-E57E9808C548}">
      <dgm:prSet/>
      <dgm:spPr/>
      <dgm:t>
        <a:bodyPr/>
        <a:lstStyle/>
        <a:p>
          <a:endParaRPr lang="uk-UA"/>
        </a:p>
      </dgm:t>
    </dgm:pt>
    <dgm:pt modelId="{665B7268-F8E4-4D28-B3D9-613AEFB0A95B}">
      <dgm:prSet/>
      <dgm:spPr/>
      <dgm:t>
        <a:bodyPr/>
        <a:lstStyle/>
        <a:p>
          <a:r>
            <a:rPr lang="uk-UA" b="0" i="0"/>
            <a:t>збройною агресією Росії проти України.</a:t>
          </a:r>
          <a:endParaRPr lang="uk-UA"/>
        </a:p>
      </dgm:t>
    </dgm:pt>
    <dgm:pt modelId="{9512C7DD-EBFA-476D-8182-18971F5CB745}" type="parTrans" cxnId="{46EA3DBC-BB57-4E7A-97FA-48016EFAF00E}">
      <dgm:prSet/>
      <dgm:spPr/>
      <dgm:t>
        <a:bodyPr/>
        <a:lstStyle/>
        <a:p>
          <a:endParaRPr lang="uk-UA"/>
        </a:p>
      </dgm:t>
    </dgm:pt>
    <dgm:pt modelId="{6DC0702F-FD3A-45A0-A2D8-997E9134360D}" type="sibTrans" cxnId="{46EA3DBC-BB57-4E7A-97FA-48016EFAF00E}">
      <dgm:prSet/>
      <dgm:spPr/>
      <dgm:t>
        <a:bodyPr/>
        <a:lstStyle/>
        <a:p>
          <a:endParaRPr lang="uk-UA"/>
        </a:p>
      </dgm:t>
    </dgm:pt>
    <dgm:pt modelId="{890335F8-7A7C-406E-851A-05A202843AC3}" type="pres">
      <dgm:prSet presAssocID="{1C09C405-20E1-4572-A99B-E468AAEA1D60}" presName="linear" presStyleCnt="0">
        <dgm:presLayoutVars>
          <dgm:animLvl val="lvl"/>
          <dgm:resizeHandles val="exact"/>
        </dgm:presLayoutVars>
      </dgm:prSet>
      <dgm:spPr/>
    </dgm:pt>
    <dgm:pt modelId="{2DD00559-637A-4F2C-8372-A0112FD13FAA}" type="pres">
      <dgm:prSet presAssocID="{48286C93-FF35-446A-AB9D-4935841019AA}" presName="parentText" presStyleLbl="node1" presStyleIdx="0" presStyleCnt="4">
        <dgm:presLayoutVars>
          <dgm:chMax val="0"/>
          <dgm:bulletEnabled val="1"/>
        </dgm:presLayoutVars>
      </dgm:prSet>
      <dgm:spPr/>
    </dgm:pt>
    <dgm:pt modelId="{D7D60363-52CC-4D68-8F48-C3BD5A930C20}" type="pres">
      <dgm:prSet presAssocID="{6AA3F080-4160-43B5-85E6-C0239105EA02}" presName="spacer" presStyleCnt="0"/>
      <dgm:spPr/>
    </dgm:pt>
    <dgm:pt modelId="{CD97FBC6-0854-420E-881D-35239E53DE36}" type="pres">
      <dgm:prSet presAssocID="{3D2F5B95-594A-4151-A339-A936769EC381}" presName="parentText" presStyleLbl="node1" presStyleIdx="1" presStyleCnt="4">
        <dgm:presLayoutVars>
          <dgm:chMax val="0"/>
          <dgm:bulletEnabled val="1"/>
        </dgm:presLayoutVars>
      </dgm:prSet>
      <dgm:spPr/>
    </dgm:pt>
    <dgm:pt modelId="{49E4DC1B-0ED0-4CEF-9A8C-105275AE6DE7}" type="pres">
      <dgm:prSet presAssocID="{AA101732-C1AE-406D-8F05-E56B64888DEB}" presName="spacer" presStyleCnt="0"/>
      <dgm:spPr/>
    </dgm:pt>
    <dgm:pt modelId="{3A5F8F42-A6AF-4496-8AEB-D90299EF2B02}" type="pres">
      <dgm:prSet presAssocID="{F052AAA8-6DBE-4B46-B36E-42C78BD2CD36}" presName="parentText" presStyleLbl="node1" presStyleIdx="2" presStyleCnt="4">
        <dgm:presLayoutVars>
          <dgm:chMax val="0"/>
          <dgm:bulletEnabled val="1"/>
        </dgm:presLayoutVars>
      </dgm:prSet>
      <dgm:spPr/>
    </dgm:pt>
    <dgm:pt modelId="{EE0E1A27-7DB5-45FE-8D1E-9CAC2150511D}" type="pres">
      <dgm:prSet presAssocID="{A55F45B5-1781-46EC-A1F8-A7B43695F3D1}" presName="spacer" presStyleCnt="0"/>
      <dgm:spPr/>
    </dgm:pt>
    <dgm:pt modelId="{EF384EC3-0DE1-47EA-901B-25294ECAD874}" type="pres">
      <dgm:prSet presAssocID="{665B7268-F8E4-4D28-B3D9-613AEFB0A95B}" presName="parentText" presStyleLbl="node1" presStyleIdx="3" presStyleCnt="4">
        <dgm:presLayoutVars>
          <dgm:chMax val="0"/>
          <dgm:bulletEnabled val="1"/>
        </dgm:presLayoutVars>
      </dgm:prSet>
      <dgm:spPr/>
    </dgm:pt>
  </dgm:ptLst>
  <dgm:cxnLst>
    <dgm:cxn modelId="{F3C3C314-5140-4E76-B8A5-E57E9808C548}" srcId="{1C09C405-20E1-4572-A99B-E468AAEA1D60}" destId="{F052AAA8-6DBE-4B46-B36E-42C78BD2CD36}" srcOrd="2" destOrd="0" parTransId="{66F40F92-1CD5-4806-9E44-36340F2AAC5B}" sibTransId="{A55F45B5-1781-46EC-A1F8-A7B43695F3D1}"/>
    <dgm:cxn modelId="{ED3FD51B-0ECD-4760-832D-81942056F1E4}" type="presOf" srcId="{665B7268-F8E4-4D28-B3D9-613AEFB0A95B}" destId="{EF384EC3-0DE1-47EA-901B-25294ECAD874}" srcOrd="0" destOrd="0" presId="urn:microsoft.com/office/officeart/2005/8/layout/vList2"/>
    <dgm:cxn modelId="{5D6B322D-512B-41D1-B869-FAAD4CDC747E}" srcId="{1C09C405-20E1-4572-A99B-E468AAEA1D60}" destId="{48286C93-FF35-446A-AB9D-4935841019AA}" srcOrd="0" destOrd="0" parTransId="{B82AC56B-6EB3-453A-B7E2-C5ECA4A36BDF}" sibTransId="{6AA3F080-4160-43B5-85E6-C0239105EA02}"/>
    <dgm:cxn modelId="{08902541-6B97-46F4-BD89-87A37A3711CE}" type="presOf" srcId="{F052AAA8-6DBE-4B46-B36E-42C78BD2CD36}" destId="{3A5F8F42-A6AF-4496-8AEB-D90299EF2B02}" srcOrd="0" destOrd="0" presId="urn:microsoft.com/office/officeart/2005/8/layout/vList2"/>
    <dgm:cxn modelId="{F1BCDF98-64C1-4260-B891-0FE3164A516C}" type="presOf" srcId="{1C09C405-20E1-4572-A99B-E468AAEA1D60}" destId="{890335F8-7A7C-406E-851A-05A202843AC3}" srcOrd="0" destOrd="0" presId="urn:microsoft.com/office/officeart/2005/8/layout/vList2"/>
    <dgm:cxn modelId="{FA2935A7-A49F-4D7B-8382-81FD089BE1DF}" type="presOf" srcId="{48286C93-FF35-446A-AB9D-4935841019AA}" destId="{2DD00559-637A-4F2C-8372-A0112FD13FAA}" srcOrd="0" destOrd="0" presId="urn:microsoft.com/office/officeart/2005/8/layout/vList2"/>
    <dgm:cxn modelId="{46EA3DBC-BB57-4E7A-97FA-48016EFAF00E}" srcId="{1C09C405-20E1-4572-A99B-E468AAEA1D60}" destId="{665B7268-F8E4-4D28-B3D9-613AEFB0A95B}" srcOrd="3" destOrd="0" parTransId="{9512C7DD-EBFA-476D-8182-18971F5CB745}" sibTransId="{6DC0702F-FD3A-45A0-A2D8-997E9134360D}"/>
    <dgm:cxn modelId="{0D4ED8D6-6528-4D46-80B3-65ABEAE49CCB}" srcId="{1C09C405-20E1-4572-A99B-E468AAEA1D60}" destId="{3D2F5B95-594A-4151-A339-A936769EC381}" srcOrd="1" destOrd="0" parTransId="{F5828076-6C58-4CD6-A583-1C79A6FD629A}" sibTransId="{AA101732-C1AE-406D-8F05-E56B64888DEB}"/>
    <dgm:cxn modelId="{49CB92EC-94BD-4303-A24D-A550FBC322B4}" type="presOf" srcId="{3D2F5B95-594A-4151-A339-A936769EC381}" destId="{CD97FBC6-0854-420E-881D-35239E53DE36}" srcOrd="0" destOrd="0" presId="urn:microsoft.com/office/officeart/2005/8/layout/vList2"/>
    <dgm:cxn modelId="{8972E79F-0F26-4CE6-84FF-35EFED1625E5}" type="presParOf" srcId="{890335F8-7A7C-406E-851A-05A202843AC3}" destId="{2DD00559-637A-4F2C-8372-A0112FD13FAA}" srcOrd="0" destOrd="0" presId="urn:microsoft.com/office/officeart/2005/8/layout/vList2"/>
    <dgm:cxn modelId="{F080C84D-9BB4-4B96-8BF0-ADCCBB92AF42}" type="presParOf" srcId="{890335F8-7A7C-406E-851A-05A202843AC3}" destId="{D7D60363-52CC-4D68-8F48-C3BD5A930C20}" srcOrd="1" destOrd="0" presId="urn:microsoft.com/office/officeart/2005/8/layout/vList2"/>
    <dgm:cxn modelId="{392090C0-79D2-441D-943C-625888C41A26}" type="presParOf" srcId="{890335F8-7A7C-406E-851A-05A202843AC3}" destId="{CD97FBC6-0854-420E-881D-35239E53DE36}" srcOrd="2" destOrd="0" presId="urn:microsoft.com/office/officeart/2005/8/layout/vList2"/>
    <dgm:cxn modelId="{774BF646-217D-4F44-9AD7-2CB54AE9B8E0}" type="presParOf" srcId="{890335F8-7A7C-406E-851A-05A202843AC3}" destId="{49E4DC1B-0ED0-4CEF-9A8C-105275AE6DE7}" srcOrd="3" destOrd="0" presId="urn:microsoft.com/office/officeart/2005/8/layout/vList2"/>
    <dgm:cxn modelId="{4A6351BD-E3F0-4FB2-BCD3-548964A9087C}" type="presParOf" srcId="{890335F8-7A7C-406E-851A-05A202843AC3}" destId="{3A5F8F42-A6AF-4496-8AEB-D90299EF2B02}" srcOrd="4" destOrd="0" presId="urn:microsoft.com/office/officeart/2005/8/layout/vList2"/>
    <dgm:cxn modelId="{6B6CEDE5-9818-4598-8026-5E2115DA5789}" type="presParOf" srcId="{890335F8-7A7C-406E-851A-05A202843AC3}" destId="{EE0E1A27-7DB5-45FE-8D1E-9CAC2150511D}" srcOrd="5" destOrd="0" presId="urn:microsoft.com/office/officeart/2005/8/layout/vList2"/>
    <dgm:cxn modelId="{C3D21550-B67C-45F1-AF73-D893F3F503D5}" type="presParOf" srcId="{890335F8-7A7C-406E-851A-05A202843AC3}" destId="{EF384EC3-0DE1-47EA-901B-25294ECAD87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FC0D25F9-BF55-4B56-A4C6-977FF0B372B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7F7AE8BB-F4B9-461E-9E28-1798CEB6F66E}">
      <dgm:prSet/>
      <dgm:spPr/>
      <dgm:t>
        <a:bodyPr/>
        <a:lstStyle/>
        <a:p>
          <a:r>
            <a:rPr lang="uk-UA" b="0" i="0"/>
            <a:t>«Революції гідності».</a:t>
          </a:r>
          <a:endParaRPr lang="uk-UA"/>
        </a:p>
      </dgm:t>
    </dgm:pt>
    <dgm:pt modelId="{6404D74F-C604-43DE-ACDA-AE6F39595F14}" type="parTrans" cxnId="{A0183302-F488-4271-83F2-F91071EB3B6A}">
      <dgm:prSet/>
      <dgm:spPr/>
      <dgm:t>
        <a:bodyPr/>
        <a:lstStyle/>
        <a:p>
          <a:endParaRPr lang="uk-UA"/>
        </a:p>
      </dgm:t>
    </dgm:pt>
    <dgm:pt modelId="{7FF0BFE3-FDCF-4678-A13A-133EE4B2B873}" type="sibTrans" cxnId="{A0183302-F488-4271-83F2-F91071EB3B6A}">
      <dgm:prSet/>
      <dgm:spPr/>
      <dgm:t>
        <a:bodyPr/>
        <a:lstStyle/>
        <a:p>
          <a:endParaRPr lang="uk-UA"/>
        </a:p>
      </dgm:t>
    </dgm:pt>
    <dgm:pt modelId="{1E501DC0-8941-4D98-984F-B386BFFDCE4E}">
      <dgm:prSet/>
      <dgm:spPr/>
      <dgm:t>
        <a:bodyPr/>
        <a:lstStyle/>
        <a:p>
          <a:r>
            <a:rPr lang="uk-UA" b="0" i="0"/>
            <a:t>«культурної революції».</a:t>
          </a:r>
          <a:endParaRPr lang="uk-UA"/>
        </a:p>
      </dgm:t>
    </dgm:pt>
    <dgm:pt modelId="{EBE4F246-F593-4734-9AD5-7723ED7298A1}" type="parTrans" cxnId="{690B3220-DDD3-4270-8D04-D24B9B515AE1}">
      <dgm:prSet/>
      <dgm:spPr/>
      <dgm:t>
        <a:bodyPr/>
        <a:lstStyle/>
        <a:p>
          <a:endParaRPr lang="uk-UA"/>
        </a:p>
      </dgm:t>
    </dgm:pt>
    <dgm:pt modelId="{4256BEA5-FD55-439F-8D3A-C79BD882803A}" type="sibTrans" cxnId="{690B3220-DDD3-4270-8D04-D24B9B515AE1}">
      <dgm:prSet/>
      <dgm:spPr/>
      <dgm:t>
        <a:bodyPr/>
        <a:lstStyle/>
        <a:p>
          <a:endParaRPr lang="uk-UA"/>
        </a:p>
      </dgm:t>
    </dgm:pt>
    <dgm:pt modelId="{021CCC46-084B-4482-89C3-023D26B17E57}">
      <dgm:prSet/>
      <dgm:spPr/>
      <dgm:t>
        <a:bodyPr/>
        <a:lstStyle/>
        <a:p>
          <a:r>
            <a:rPr lang="uk-UA" b="0" i="0"/>
            <a:t>«Помаранчевої революції».</a:t>
          </a:r>
          <a:endParaRPr lang="uk-UA"/>
        </a:p>
      </dgm:t>
    </dgm:pt>
    <dgm:pt modelId="{18E7B32A-B5E7-43F9-A2EC-4C2CA64DEAEB}" type="parTrans" cxnId="{4AE3C12D-69EF-4645-AC09-111A7C372AC8}">
      <dgm:prSet/>
      <dgm:spPr/>
      <dgm:t>
        <a:bodyPr/>
        <a:lstStyle/>
        <a:p>
          <a:endParaRPr lang="uk-UA"/>
        </a:p>
      </dgm:t>
    </dgm:pt>
    <dgm:pt modelId="{55CD4DDD-C0B0-4C39-8B7B-B5B0152E5A13}" type="sibTrans" cxnId="{4AE3C12D-69EF-4645-AC09-111A7C372AC8}">
      <dgm:prSet/>
      <dgm:spPr/>
      <dgm:t>
        <a:bodyPr/>
        <a:lstStyle/>
        <a:p>
          <a:endParaRPr lang="uk-UA"/>
        </a:p>
      </dgm:t>
    </dgm:pt>
    <dgm:pt modelId="{2FAD0770-A3DB-40F7-9391-CDB8AA573542}">
      <dgm:prSet/>
      <dgm:spPr/>
      <dgm:t>
        <a:bodyPr/>
        <a:lstStyle/>
        <a:p>
          <a:r>
            <a:rPr lang="uk-UA" b="0" i="0"/>
            <a:t>«революції згори».</a:t>
          </a:r>
          <a:endParaRPr lang="uk-UA"/>
        </a:p>
      </dgm:t>
    </dgm:pt>
    <dgm:pt modelId="{CF33C47B-61E3-4A84-9509-16EA2DECADDE}" type="parTrans" cxnId="{736E1248-966E-4D61-9C94-7E419044FE71}">
      <dgm:prSet/>
      <dgm:spPr/>
      <dgm:t>
        <a:bodyPr/>
        <a:lstStyle/>
        <a:p>
          <a:endParaRPr lang="uk-UA"/>
        </a:p>
      </dgm:t>
    </dgm:pt>
    <dgm:pt modelId="{32A9AD45-176D-4030-A5FD-8F6BE7B5B087}" type="sibTrans" cxnId="{736E1248-966E-4D61-9C94-7E419044FE71}">
      <dgm:prSet/>
      <dgm:spPr/>
      <dgm:t>
        <a:bodyPr/>
        <a:lstStyle/>
        <a:p>
          <a:endParaRPr lang="uk-UA"/>
        </a:p>
      </dgm:t>
    </dgm:pt>
    <dgm:pt modelId="{7B6C830E-D4F1-4C38-86AC-5A01542AA065}" type="pres">
      <dgm:prSet presAssocID="{FC0D25F9-BF55-4B56-A4C6-977FF0B372B9}" presName="linear" presStyleCnt="0">
        <dgm:presLayoutVars>
          <dgm:animLvl val="lvl"/>
          <dgm:resizeHandles val="exact"/>
        </dgm:presLayoutVars>
      </dgm:prSet>
      <dgm:spPr/>
    </dgm:pt>
    <dgm:pt modelId="{9CA18FF1-7579-4E8C-A815-88C920307E68}" type="pres">
      <dgm:prSet presAssocID="{7F7AE8BB-F4B9-461E-9E28-1798CEB6F66E}" presName="parentText" presStyleLbl="node1" presStyleIdx="0" presStyleCnt="4">
        <dgm:presLayoutVars>
          <dgm:chMax val="0"/>
          <dgm:bulletEnabled val="1"/>
        </dgm:presLayoutVars>
      </dgm:prSet>
      <dgm:spPr/>
    </dgm:pt>
    <dgm:pt modelId="{81AEC44A-08F3-46AF-A8EA-806EF6812E20}" type="pres">
      <dgm:prSet presAssocID="{7FF0BFE3-FDCF-4678-A13A-133EE4B2B873}" presName="spacer" presStyleCnt="0"/>
      <dgm:spPr/>
    </dgm:pt>
    <dgm:pt modelId="{C9516022-7703-425C-A086-076F59CFF596}" type="pres">
      <dgm:prSet presAssocID="{1E501DC0-8941-4D98-984F-B386BFFDCE4E}" presName="parentText" presStyleLbl="node1" presStyleIdx="1" presStyleCnt="4">
        <dgm:presLayoutVars>
          <dgm:chMax val="0"/>
          <dgm:bulletEnabled val="1"/>
        </dgm:presLayoutVars>
      </dgm:prSet>
      <dgm:spPr/>
    </dgm:pt>
    <dgm:pt modelId="{0AC32B43-3579-4150-A1F7-7406197C7A34}" type="pres">
      <dgm:prSet presAssocID="{4256BEA5-FD55-439F-8D3A-C79BD882803A}" presName="spacer" presStyleCnt="0"/>
      <dgm:spPr/>
    </dgm:pt>
    <dgm:pt modelId="{4A5EB75C-BCE9-4BA5-AA5E-083DB2E5B571}" type="pres">
      <dgm:prSet presAssocID="{021CCC46-084B-4482-89C3-023D26B17E57}" presName="parentText" presStyleLbl="node1" presStyleIdx="2" presStyleCnt="4">
        <dgm:presLayoutVars>
          <dgm:chMax val="0"/>
          <dgm:bulletEnabled val="1"/>
        </dgm:presLayoutVars>
      </dgm:prSet>
      <dgm:spPr/>
    </dgm:pt>
    <dgm:pt modelId="{80CBB312-E959-4D26-956C-B53327C37186}" type="pres">
      <dgm:prSet presAssocID="{55CD4DDD-C0B0-4C39-8B7B-B5B0152E5A13}" presName="spacer" presStyleCnt="0"/>
      <dgm:spPr/>
    </dgm:pt>
    <dgm:pt modelId="{5244F2CA-3BA8-45ED-973D-1EFDB98305C1}" type="pres">
      <dgm:prSet presAssocID="{2FAD0770-A3DB-40F7-9391-CDB8AA573542}" presName="parentText" presStyleLbl="node1" presStyleIdx="3" presStyleCnt="4">
        <dgm:presLayoutVars>
          <dgm:chMax val="0"/>
          <dgm:bulletEnabled val="1"/>
        </dgm:presLayoutVars>
      </dgm:prSet>
      <dgm:spPr/>
    </dgm:pt>
  </dgm:ptLst>
  <dgm:cxnLst>
    <dgm:cxn modelId="{A0183302-F488-4271-83F2-F91071EB3B6A}" srcId="{FC0D25F9-BF55-4B56-A4C6-977FF0B372B9}" destId="{7F7AE8BB-F4B9-461E-9E28-1798CEB6F66E}" srcOrd="0" destOrd="0" parTransId="{6404D74F-C604-43DE-ACDA-AE6F39595F14}" sibTransId="{7FF0BFE3-FDCF-4678-A13A-133EE4B2B873}"/>
    <dgm:cxn modelId="{690B3220-DDD3-4270-8D04-D24B9B515AE1}" srcId="{FC0D25F9-BF55-4B56-A4C6-977FF0B372B9}" destId="{1E501DC0-8941-4D98-984F-B386BFFDCE4E}" srcOrd="1" destOrd="0" parTransId="{EBE4F246-F593-4734-9AD5-7723ED7298A1}" sibTransId="{4256BEA5-FD55-439F-8D3A-C79BD882803A}"/>
    <dgm:cxn modelId="{AA9AD72C-7E55-44EC-934C-A27AFB39B5FA}" type="presOf" srcId="{FC0D25F9-BF55-4B56-A4C6-977FF0B372B9}" destId="{7B6C830E-D4F1-4C38-86AC-5A01542AA065}" srcOrd="0" destOrd="0" presId="urn:microsoft.com/office/officeart/2005/8/layout/vList2"/>
    <dgm:cxn modelId="{4AE3C12D-69EF-4645-AC09-111A7C372AC8}" srcId="{FC0D25F9-BF55-4B56-A4C6-977FF0B372B9}" destId="{021CCC46-084B-4482-89C3-023D26B17E57}" srcOrd="2" destOrd="0" parTransId="{18E7B32A-B5E7-43F9-A2EC-4C2CA64DEAEB}" sibTransId="{55CD4DDD-C0B0-4C39-8B7B-B5B0152E5A13}"/>
    <dgm:cxn modelId="{08A63265-71AD-4845-BAFE-7DB22BBF451A}" type="presOf" srcId="{021CCC46-084B-4482-89C3-023D26B17E57}" destId="{4A5EB75C-BCE9-4BA5-AA5E-083DB2E5B571}" srcOrd="0" destOrd="0" presId="urn:microsoft.com/office/officeart/2005/8/layout/vList2"/>
    <dgm:cxn modelId="{736E1248-966E-4D61-9C94-7E419044FE71}" srcId="{FC0D25F9-BF55-4B56-A4C6-977FF0B372B9}" destId="{2FAD0770-A3DB-40F7-9391-CDB8AA573542}" srcOrd="3" destOrd="0" parTransId="{CF33C47B-61E3-4A84-9509-16EA2DECADDE}" sibTransId="{32A9AD45-176D-4030-A5FD-8F6BE7B5B087}"/>
    <dgm:cxn modelId="{05DB5493-DF3D-44EE-9A67-80C3F596B55A}" type="presOf" srcId="{1E501DC0-8941-4D98-984F-B386BFFDCE4E}" destId="{C9516022-7703-425C-A086-076F59CFF596}" srcOrd="0" destOrd="0" presId="urn:microsoft.com/office/officeart/2005/8/layout/vList2"/>
    <dgm:cxn modelId="{407303B0-EAA6-45EB-89C2-9E703A26B996}" type="presOf" srcId="{2FAD0770-A3DB-40F7-9391-CDB8AA573542}" destId="{5244F2CA-3BA8-45ED-973D-1EFDB98305C1}" srcOrd="0" destOrd="0" presId="urn:microsoft.com/office/officeart/2005/8/layout/vList2"/>
    <dgm:cxn modelId="{8FD68AF9-38CD-417F-9E21-8376C0F81243}" type="presOf" srcId="{7F7AE8BB-F4B9-461E-9E28-1798CEB6F66E}" destId="{9CA18FF1-7579-4E8C-A815-88C920307E68}" srcOrd="0" destOrd="0" presId="urn:microsoft.com/office/officeart/2005/8/layout/vList2"/>
    <dgm:cxn modelId="{9808F94D-D126-4761-8B8F-960C2412A2F9}" type="presParOf" srcId="{7B6C830E-D4F1-4C38-86AC-5A01542AA065}" destId="{9CA18FF1-7579-4E8C-A815-88C920307E68}" srcOrd="0" destOrd="0" presId="urn:microsoft.com/office/officeart/2005/8/layout/vList2"/>
    <dgm:cxn modelId="{CA87DB64-5651-4AFE-900D-A25B8370C112}" type="presParOf" srcId="{7B6C830E-D4F1-4C38-86AC-5A01542AA065}" destId="{81AEC44A-08F3-46AF-A8EA-806EF6812E20}" srcOrd="1" destOrd="0" presId="urn:microsoft.com/office/officeart/2005/8/layout/vList2"/>
    <dgm:cxn modelId="{165AE5A5-83B1-47FE-B4B3-1162E330CF5C}" type="presParOf" srcId="{7B6C830E-D4F1-4C38-86AC-5A01542AA065}" destId="{C9516022-7703-425C-A086-076F59CFF596}" srcOrd="2" destOrd="0" presId="urn:microsoft.com/office/officeart/2005/8/layout/vList2"/>
    <dgm:cxn modelId="{63DB413C-41C3-47CE-9D36-AF1A853E3A69}" type="presParOf" srcId="{7B6C830E-D4F1-4C38-86AC-5A01542AA065}" destId="{0AC32B43-3579-4150-A1F7-7406197C7A34}" srcOrd="3" destOrd="0" presId="urn:microsoft.com/office/officeart/2005/8/layout/vList2"/>
    <dgm:cxn modelId="{07B030E8-B80A-4C36-A5A4-6ABE2914FAAE}" type="presParOf" srcId="{7B6C830E-D4F1-4C38-86AC-5A01542AA065}" destId="{4A5EB75C-BCE9-4BA5-AA5E-083DB2E5B571}" srcOrd="4" destOrd="0" presId="urn:microsoft.com/office/officeart/2005/8/layout/vList2"/>
    <dgm:cxn modelId="{03D85CA6-D435-4ECE-9A01-7E989B56F04E}" type="presParOf" srcId="{7B6C830E-D4F1-4C38-86AC-5A01542AA065}" destId="{80CBB312-E959-4D26-956C-B53327C37186}" srcOrd="5" destOrd="0" presId="urn:microsoft.com/office/officeart/2005/8/layout/vList2"/>
    <dgm:cxn modelId="{AEDA1025-DCDD-477D-BFB6-74BCD5DEBF1D}" type="presParOf" srcId="{7B6C830E-D4F1-4C38-86AC-5A01542AA065}" destId="{5244F2CA-3BA8-45ED-973D-1EFDB98305C1}"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C8D07C98-E18D-4C85-8160-9A3E3DBF53F7}"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uk-UA"/>
        </a:p>
      </dgm:t>
    </dgm:pt>
    <dgm:pt modelId="{CB49896D-0F2E-48D1-B18C-A8B3C9631449}">
      <dgm:prSet/>
      <dgm:spPr/>
      <dgm:t>
        <a:bodyPr/>
        <a:lstStyle/>
        <a:p>
          <a:r>
            <a:rPr lang="ru-RU" b="0" i="0"/>
            <a:t>1999 р.</a:t>
          </a:r>
          <a:endParaRPr lang="uk-UA"/>
        </a:p>
      </dgm:t>
    </dgm:pt>
    <dgm:pt modelId="{E0E8F76A-D0F9-4C8F-A254-1BEE15ACE231}" type="parTrans" cxnId="{8050DD17-7931-43E4-9BE4-B84756CFF9DE}">
      <dgm:prSet/>
      <dgm:spPr/>
      <dgm:t>
        <a:bodyPr/>
        <a:lstStyle/>
        <a:p>
          <a:endParaRPr lang="uk-UA"/>
        </a:p>
      </dgm:t>
    </dgm:pt>
    <dgm:pt modelId="{6B797913-3F3F-4D18-BD07-072325F39624}" type="sibTrans" cxnId="{8050DD17-7931-43E4-9BE4-B84756CFF9DE}">
      <dgm:prSet/>
      <dgm:spPr/>
      <dgm:t>
        <a:bodyPr/>
        <a:lstStyle/>
        <a:p>
          <a:endParaRPr lang="uk-UA"/>
        </a:p>
      </dgm:t>
    </dgm:pt>
    <dgm:pt modelId="{E4264D2D-8D6D-460E-BCDB-3808D50034ED}">
      <dgm:prSet/>
      <dgm:spPr/>
      <dgm:t>
        <a:bodyPr/>
        <a:lstStyle/>
        <a:p>
          <a:r>
            <a:rPr lang="ru-RU" b="0" i="0"/>
            <a:t>2004 р.</a:t>
          </a:r>
          <a:endParaRPr lang="uk-UA"/>
        </a:p>
      </dgm:t>
    </dgm:pt>
    <dgm:pt modelId="{3E7DDE44-CA5E-4CA4-8847-4FD3B87F115B}" type="parTrans" cxnId="{CB055311-3AC7-4799-912C-280FAE132780}">
      <dgm:prSet/>
      <dgm:spPr/>
      <dgm:t>
        <a:bodyPr/>
        <a:lstStyle/>
        <a:p>
          <a:endParaRPr lang="uk-UA"/>
        </a:p>
      </dgm:t>
    </dgm:pt>
    <dgm:pt modelId="{D89A10DD-3B66-4E6C-89CD-805904E71785}" type="sibTrans" cxnId="{CB055311-3AC7-4799-912C-280FAE132780}">
      <dgm:prSet/>
      <dgm:spPr/>
      <dgm:t>
        <a:bodyPr/>
        <a:lstStyle/>
        <a:p>
          <a:endParaRPr lang="uk-UA"/>
        </a:p>
      </dgm:t>
    </dgm:pt>
    <dgm:pt modelId="{36B0054C-7D5F-4D26-8686-9EC3DF5D8025}">
      <dgm:prSet/>
      <dgm:spPr/>
      <dgm:t>
        <a:bodyPr/>
        <a:lstStyle/>
        <a:p>
          <a:r>
            <a:rPr lang="ru-RU" b="0" i="0"/>
            <a:t>2008 р.</a:t>
          </a:r>
          <a:endParaRPr lang="uk-UA"/>
        </a:p>
      </dgm:t>
    </dgm:pt>
    <dgm:pt modelId="{EC4608B5-28E1-4C9E-B6E5-1C101F25A680}" type="parTrans" cxnId="{77B15AC3-D3B9-447F-92FF-3FA7996A2E48}">
      <dgm:prSet/>
      <dgm:spPr/>
      <dgm:t>
        <a:bodyPr/>
        <a:lstStyle/>
        <a:p>
          <a:endParaRPr lang="uk-UA"/>
        </a:p>
      </dgm:t>
    </dgm:pt>
    <dgm:pt modelId="{DB6F67C3-4951-4E25-97E1-9BC225592732}" type="sibTrans" cxnId="{77B15AC3-D3B9-447F-92FF-3FA7996A2E48}">
      <dgm:prSet/>
      <dgm:spPr/>
      <dgm:t>
        <a:bodyPr/>
        <a:lstStyle/>
        <a:p>
          <a:endParaRPr lang="uk-UA"/>
        </a:p>
      </dgm:t>
    </dgm:pt>
    <dgm:pt modelId="{3C9E8B3D-8CA6-4D08-B956-DBB00D6B8303}">
      <dgm:prSet/>
      <dgm:spPr/>
      <dgm:t>
        <a:bodyPr/>
        <a:lstStyle/>
        <a:p>
          <a:r>
            <a:rPr lang="ru-RU" b="0" i="0"/>
            <a:t>2014 р.</a:t>
          </a:r>
          <a:endParaRPr lang="uk-UA"/>
        </a:p>
      </dgm:t>
    </dgm:pt>
    <dgm:pt modelId="{EE808E5E-50E3-41DB-9315-560FF00ED577}" type="parTrans" cxnId="{5B8EE9FF-82B4-48B7-A02D-8C7FC51E315B}">
      <dgm:prSet/>
      <dgm:spPr/>
      <dgm:t>
        <a:bodyPr/>
        <a:lstStyle/>
        <a:p>
          <a:endParaRPr lang="uk-UA"/>
        </a:p>
      </dgm:t>
    </dgm:pt>
    <dgm:pt modelId="{DC9A804E-8383-435C-99CF-24FAA5277563}" type="sibTrans" cxnId="{5B8EE9FF-82B4-48B7-A02D-8C7FC51E315B}">
      <dgm:prSet/>
      <dgm:spPr/>
      <dgm:t>
        <a:bodyPr/>
        <a:lstStyle/>
        <a:p>
          <a:endParaRPr lang="uk-UA"/>
        </a:p>
      </dgm:t>
    </dgm:pt>
    <dgm:pt modelId="{B976EC88-B608-400D-950F-9CD6D012EB58}" type="pres">
      <dgm:prSet presAssocID="{C8D07C98-E18D-4C85-8160-9A3E3DBF53F7}" presName="matrix" presStyleCnt="0">
        <dgm:presLayoutVars>
          <dgm:chMax val="1"/>
          <dgm:dir/>
          <dgm:resizeHandles val="exact"/>
        </dgm:presLayoutVars>
      </dgm:prSet>
      <dgm:spPr/>
    </dgm:pt>
    <dgm:pt modelId="{23AEFCAA-7CD7-44C5-AF85-9E62CE5D0791}" type="pres">
      <dgm:prSet presAssocID="{C8D07C98-E18D-4C85-8160-9A3E3DBF53F7}" presName="diamond" presStyleLbl="bgShp" presStyleIdx="0" presStyleCnt="1"/>
      <dgm:spPr/>
    </dgm:pt>
    <dgm:pt modelId="{9C85FB43-EDFD-4D02-B388-392340725CDB}" type="pres">
      <dgm:prSet presAssocID="{C8D07C98-E18D-4C85-8160-9A3E3DBF53F7}" presName="quad1" presStyleLbl="node1" presStyleIdx="0" presStyleCnt="4">
        <dgm:presLayoutVars>
          <dgm:chMax val="0"/>
          <dgm:chPref val="0"/>
          <dgm:bulletEnabled val="1"/>
        </dgm:presLayoutVars>
      </dgm:prSet>
      <dgm:spPr/>
    </dgm:pt>
    <dgm:pt modelId="{D6A8B702-A5DD-4FA8-9DB4-73347B73FE1A}" type="pres">
      <dgm:prSet presAssocID="{C8D07C98-E18D-4C85-8160-9A3E3DBF53F7}" presName="quad2" presStyleLbl="node1" presStyleIdx="1" presStyleCnt="4">
        <dgm:presLayoutVars>
          <dgm:chMax val="0"/>
          <dgm:chPref val="0"/>
          <dgm:bulletEnabled val="1"/>
        </dgm:presLayoutVars>
      </dgm:prSet>
      <dgm:spPr/>
    </dgm:pt>
    <dgm:pt modelId="{C71E302D-49D1-4ACA-99CC-F510E04AA7E8}" type="pres">
      <dgm:prSet presAssocID="{C8D07C98-E18D-4C85-8160-9A3E3DBF53F7}" presName="quad3" presStyleLbl="node1" presStyleIdx="2" presStyleCnt="4">
        <dgm:presLayoutVars>
          <dgm:chMax val="0"/>
          <dgm:chPref val="0"/>
          <dgm:bulletEnabled val="1"/>
        </dgm:presLayoutVars>
      </dgm:prSet>
      <dgm:spPr/>
    </dgm:pt>
    <dgm:pt modelId="{A2520607-74FB-4A41-8573-052549066A6C}" type="pres">
      <dgm:prSet presAssocID="{C8D07C98-E18D-4C85-8160-9A3E3DBF53F7}" presName="quad4" presStyleLbl="node1" presStyleIdx="3" presStyleCnt="4">
        <dgm:presLayoutVars>
          <dgm:chMax val="0"/>
          <dgm:chPref val="0"/>
          <dgm:bulletEnabled val="1"/>
        </dgm:presLayoutVars>
      </dgm:prSet>
      <dgm:spPr/>
    </dgm:pt>
  </dgm:ptLst>
  <dgm:cxnLst>
    <dgm:cxn modelId="{CB055311-3AC7-4799-912C-280FAE132780}" srcId="{C8D07C98-E18D-4C85-8160-9A3E3DBF53F7}" destId="{E4264D2D-8D6D-460E-BCDB-3808D50034ED}" srcOrd="1" destOrd="0" parTransId="{3E7DDE44-CA5E-4CA4-8847-4FD3B87F115B}" sibTransId="{D89A10DD-3B66-4E6C-89CD-805904E71785}"/>
    <dgm:cxn modelId="{8050DD17-7931-43E4-9BE4-B84756CFF9DE}" srcId="{C8D07C98-E18D-4C85-8160-9A3E3DBF53F7}" destId="{CB49896D-0F2E-48D1-B18C-A8B3C9631449}" srcOrd="0" destOrd="0" parTransId="{E0E8F76A-D0F9-4C8F-A254-1BEE15ACE231}" sibTransId="{6B797913-3F3F-4D18-BD07-072325F39624}"/>
    <dgm:cxn modelId="{3FB4E82C-DF7A-4E08-A474-B8644A0F04EC}" type="presOf" srcId="{3C9E8B3D-8CA6-4D08-B956-DBB00D6B8303}" destId="{A2520607-74FB-4A41-8573-052549066A6C}" srcOrd="0" destOrd="0" presId="urn:microsoft.com/office/officeart/2005/8/layout/matrix3"/>
    <dgm:cxn modelId="{617EF66A-7D0A-4619-A8B8-020F972B4D93}" type="presOf" srcId="{CB49896D-0F2E-48D1-B18C-A8B3C9631449}" destId="{9C85FB43-EDFD-4D02-B388-392340725CDB}" srcOrd="0" destOrd="0" presId="urn:microsoft.com/office/officeart/2005/8/layout/matrix3"/>
    <dgm:cxn modelId="{7EED604F-C142-44E6-91FE-1AE043173FD0}" type="presOf" srcId="{36B0054C-7D5F-4D26-8686-9EC3DF5D8025}" destId="{C71E302D-49D1-4ACA-99CC-F510E04AA7E8}" srcOrd="0" destOrd="0" presId="urn:microsoft.com/office/officeart/2005/8/layout/matrix3"/>
    <dgm:cxn modelId="{1E2B3E70-CE80-4C12-AE8C-13A176321735}" type="presOf" srcId="{C8D07C98-E18D-4C85-8160-9A3E3DBF53F7}" destId="{B976EC88-B608-400D-950F-9CD6D012EB58}" srcOrd="0" destOrd="0" presId="urn:microsoft.com/office/officeart/2005/8/layout/matrix3"/>
    <dgm:cxn modelId="{77B15AC3-D3B9-447F-92FF-3FA7996A2E48}" srcId="{C8D07C98-E18D-4C85-8160-9A3E3DBF53F7}" destId="{36B0054C-7D5F-4D26-8686-9EC3DF5D8025}" srcOrd="2" destOrd="0" parTransId="{EC4608B5-28E1-4C9E-B6E5-1C101F25A680}" sibTransId="{DB6F67C3-4951-4E25-97E1-9BC225592732}"/>
    <dgm:cxn modelId="{63075BF7-A90B-45CE-839F-5A419CEA7EB6}" type="presOf" srcId="{E4264D2D-8D6D-460E-BCDB-3808D50034ED}" destId="{D6A8B702-A5DD-4FA8-9DB4-73347B73FE1A}" srcOrd="0" destOrd="0" presId="urn:microsoft.com/office/officeart/2005/8/layout/matrix3"/>
    <dgm:cxn modelId="{5B8EE9FF-82B4-48B7-A02D-8C7FC51E315B}" srcId="{C8D07C98-E18D-4C85-8160-9A3E3DBF53F7}" destId="{3C9E8B3D-8CA6-4D08-B956-DBB00D6B8303}" srcOrd="3" destOrd="0" parTransId="{EE808E5E-50E3-41DB-9315-560FF00ED577}" sibTransId="{DC9A804E-8383-435C-99CF-24FAA5277563}"/>
    <dgm:cxn modelId="{C403A69C-4FEF-4BBF-B010-A8C886CED71D}" type="presParOf" srcId="{B976EC88-B608-400D-950F-9CD6D012EB58}" destId="{23AEFCAA-7CD7-44C5-AF85-9E62CE5D0791}" srcOrd="0" destOrd="0" presId="urn:microsoft.com/office/officeart/2005/8/layout/matrix3"/>
    <dgm:cxn modelId="{81BED409-4F42-4C28-9660-2DCF630CC852}" type="presParOf" srcId="{B976EC88-B608-400D-950F-9CD6D012EB58}" destId="{9C85FB43-EDFD-4D02-B388-392340725CDB}" srcOrd="1" destOrd="0" presId="urn:microsoft.com/office/officeart/2005/8/layout/matrix3"/>
    <dgm:cxn modelId="{F1DDEBE7-631B-4A90-AA0C-4DEAEF9437D4}" type="presParOf" srcId="{B976EC88-B608-400D-950F-9CD6D012EB58}" destId="{D6A8B702-A5DD-4FA8-9DB4-73347B73FE1A}" srcOrd="2" destOrd="0" presId="urn:microsoft.com/office/officeart/2005/8/layout/matrix3"/>
    <dgm:cxn modelId="{C030D8C1-C95B-4C95-98C6-96AAE5C30BC9}" type="presParOf" srcId="{B976EC88-B608-400D-950F-9CD6D012EB58}" destId="{C71E302D-49D1-4ACA-99CC-F510E04AA7E8}" srcOrd="3" destOrd="0" presId="urn:microsoft.com/office/officeart/2005/8/layout/matrix3"/>
    <dgm:cxn modelId="{7B9FDF42-EC1B-4C3B-92EC-6286EE189033}" type="presParOf" srcId="{B976EC88-B608-400D-950F-9CD6D012EB58}" destId="{A2520607-74FB-4A41-8573-052549066A6C}"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A7617622-F4C5-45D1-AF16-FB1152860BB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A5AEDB12-FDD4-4519-9DED-FF618409B34A}">
      <dgm:prSet/>
      <dgm:spPr/>
      <dgm:t>
        <a:bodyPr/>
        <a:lstStyle/>
        <a:p>
          <a:r>
            <a:rPr lang="uk-UA" b="0" i="0"/>
            <a:t>«депортація».</a:t>
          </a:r>
          <a:endParaRPr lang="uk-UA"/>
        </a:p>
      </dgm:t>
    </dgm:pt>
    <dgm:pt modelId="{4987C7F4-EC63-47FF-9E57-46C396EC6EAC}" type="parTrans" cxnId="{88EB9C24-7DAF-4B7F-8BCD-F62C910750EE}">
      <dgm:prSet/>
      <dgm:spPr/>
      <dgm:t>
        <a:bodyPr/>
        <a:lstStyle/>
        <a:p>
          <a:endParaRPr lang="uk-UA"/>
        </a:p>
      </dgm:t>
    </dgm:pt>
    <dgm:pt modelId="{32034D54-BFED-4B91-AB9C-F5D33217C043}" type="sibTrans" cxnId="{88EB9C24-7DAF-4B7F-8BCD-F62C910750EE}">
      <dgm:prSet/>
      <dgm:spPr/>
      <dgm:t>
        <a:bodyPr/>
        <a:lstStyle/>
        <a:p>
          <a:endParaRPr lang="uk-UA"/>
        </a:p>
      </dgm:t>
    </dgm:pt>
    <dgm:pt modelId="{E03DA752-3F50-43A8-9A6A-FDEA5AE616E3}">
      <dgm:prSet/>
      <dgm:spPr/>
      <dgm:t>
        <a:bodyPr/>
        <a:lstStyle/>
        <a:p>
          <a:r>
            <a:rPr lang="uk-UA" b="0" i="0"/>
            <a:t>«мобілізація».</a:t>
          </a:r>
          <a:endParaRPr lang="uk-UA"/>
        </a:p>
      </dgm:t>
    </dgm:pt>
    <dgm:pt modelId="{8A9EB10C-09F1-4D6F-938D-F6B49F9F3EA2}" type="parTrans" cxnId="{E58CA42E-29DD-414C-8A83-C5873771A0B0}">
      <dgm:prSet/>
      <dgm:spPr/>
      <dgm:t>
        <a:bodyPr/>
        <a:lstStyle/>
        <a:p>
          <a:endParaRPr lang="uk-UA"/>
        </a:p>
      </dgm:t>
    </dgm:pt>
    <dgm:pt modelId="{6F27498E-19A2-4ADA-A64D-DF70354E9207}" type="sibTrans" cxnId="{E58CA42E-29DD-414C-8A83-C5873771A0B0}">
      <dgm:prSet/>
      <dgm:spPr/>
      <dgm:t>
        <a:bodyPr/>
        <a:lstStyle/>
        <a:p>
          <a:endParaRPr lang="uk-UA"/>
        </a:p>
      </dgm:t>
    </dgm:pt>
    <dgm:pt modelId="{2D9CEA5A-0DFE-4CF9-8284-18EF381E0873}">
      <dgm:prSet/>
      <dgm:spPr/>
      <dgm:t>
        <a:bodyPr/>
        <a:lstStyle/>
        <a:p>
          <a:r>
            <a:rPr lang="uk-UA" b="0" i="0"/>
            <a:t>«лібералізація».</a:t>
          </a:r>
          <a:endParaRPr lang="uk-UA"/>
        </a:p>
      </dgm:t>
    </dgm:pt>
    <dgm:pt modelId="{2BF950EC-2A17-4ECB-AA82-1EA24F567DD9}" type="parTrans" cxnId="{B1831CE4-CD8A-4C5D-8A54-C51E1E17DB5E}">
      <dgm:prSet/>
      <dgm:spPr/>
      <dgm:t>
        <a:bodyPr/>
        <a:lstStyle/>
        <a:p>
          <a:endParaRPr lang="uk-UA"/>
        </a:p>
      </dgm:t>
    </dgm:pt>
    <dgm:pt modelId="{CDBC5A0E-A8B6-431D-944D-B386AE205F8B}" type="sibTrans" cxnId="{B1831CE4-CD8A-4C5D-8A54-C51E1E17DB5E}">
      <dgm:prSet/>
      <dgm:spPr/>
      <dgm:t>
        <a:bodyPr/>
        <a:lstStyle/>
        <a:p>
          <a:endParaRPr lang="uk-UA"/>
        </a:p>
      </dgm:t>
    </dgm:pt>
    <dgm:pt modelId="{8EC45364-C8BE-45F7-BDD7-0598F30CC0F4}">
      <dgm:prSet/>
      <dgm:spPr/>
      <dgm:t>
        <a:bodyPr/>
        <a:lstStyle/>
        <a:p>
          <a:r>
            <a:rPr lang="uk-UA" b="0" i="0"/>
            <a:t>«анексія».</a:t>
          </a:r>
          <a:endParaRPr lang="uk-UA"/>
        </a:p>
      </dgm:t>
    </dgm:pt>
    <dgm:pt modelId="{436905C9-3143-43E1-AE17-24DB17C445CC}" type="parTrans" cxnId="{E0E5F774-06C9-4E2F-853E-3C1B76E10FA4}">
      <dgm:prSet/>
      <dgm:spPr/>
      <dgm:t>
        <a:bodyPr/>
        <a:lstStyle/>
        <a:p>
          <a:endParaRPr lang="uk-UA"/>
        </a:p>
      </dgm:t>
    </dgm:pt>
    <dgm:pt modelId="{09D2A4DE-9170-4715-8513-C48F5FBDB5CB}" type="sibTrans" cxnId="{E0E5F774-06C9-4E2F-853E-3C1B76E10FA4}">
      <dgm:prSet/>
      <dgm:spPr/>
      <dgm:t>
        <a:bodyPr/>
        <a:lstStyle/>
        <a:p>
          <a:endParaRPr lang="uk-UA"/>
        </a:p>
      </dgm:t>
    </dgm:pt>
    <dgm:pt modelId="{1AB11177-BA13-4132-AB6E-58D786AD5BCF}" type="pres">
      <dgm:prSet presAssocID="{A7617622-F4C5-45D1-AF16-FB1152860BB6}" presName="linear" presStyleCnt="0">
        <dgm:presLayoutVars>
          <dgm:animLvl val="lvl"/>
          <dgm:resizeHandles val="exact"/>
        </dgm:presLayoutVars>
      </dgm:prSet>
      <dgm:spPr/>
    </dgm:pt>
    <dgm:pt modelId="{4487CBB7-EDD2-4985-B448-8AFD61631AA7}" type="pres">
      <dgm:prSet presAssocID="{A5AEDB12-FDD4-4519-9DED-FF618409B34A}" presName="parentText" presStyleLbl="node1" presStyleIdx="0" presStyleCnt="4">
        <dgm:presLayoutVars>
          <dgm:chMax val="0"/>
          <dgm:bulletEnabled val="1"/>
        </dgm:presLayoutVars>
      </dgm:prSet>
      <dgm:spPr/>
    </dgm:pt>
    <dgm:pt modelId="{AF284B8E-14A4-4869-B8FF-FE78375E6AEC}" type="pres">
      <dgm:prSet presAssocID="{32034D54-BFED-4B91-AB9C-F5D33217C043}" presName="spacer" presStyleCnt="0"/>
      <dgm:spPr/>
    </dgm:pt>
    <dgm:pt modelId="{6DC7CF36-A160-4504-982F-A27BE4169325}" type="pres">
      <dgm:prSet presAssocID="{E03DA752-3F50-43A8-9A6A-FDEA5AE616E3}" presName="parentText" presStyleLbl="node1" presStyleIdx="1" presStyleCnt="4">
        <dgm:presLayoutVars>
          <dgm:chMax val="0"/>
          <dgm:bulletEnabled val="1"/>
        </dgm:presLayoutVars>
      </dgm:prSet>
      <dgm:spPr/>
    </dgm:pt>
    <dgm:pt modelId="{EE188587-A135-44F2-A815-AC4232393EE2}" type="pres">
      <dgm:prSet presAssocID="{6F27498E-19A2-4ADA-A64D-DF70354E9207}" presName="spacer" presStyleCnt="0"/>
      <dgm:spPr/>
    </dgm:pt>
    <dgm:pt modelId="{1467DC22-C21F-4675-A7E8-82688DD9BB40}" type="pres">
      <dgm:prSet presAssocID="{2D9CEA5A-0DFE-4CF9-8284-18EF381E0873}" presName="parentText" presStyleLbl="node1" presStyleIdx="2" presStyleCnt="4">
        <dgm:presLayoutVars>
          <dgm:chMax val="0"/>
          <dgm:bulletEnabled val="1"/>
        </dgm:presLayoutVars>
      </dgm:prSet>
      <dgm:spPr/>
    </dgm:pt>
    <dgm:pt modelId="{177BB500-985D-47BB-8427-DB62F8E4044A}" type="pres">
      <dgm:prSet presAssocID="{CDBC5A0E-A8B6-431D-944D-B386AE205F8B}" presName="spacer" presStyleCnt="0"/>
      <dgm:spPr/>
    </dgm:pt>
    <dgm:pt modelId="{2D0DEB80-A062-424F-8A7B-910D0E59BD29}" type="pres">
      <dgm:prSet presAssocID="{8EC45364-C8BE-45F7-BDD7-0598F30CC0F4}" presName="parentText" presStyleLbl="node1" presStyleIdx="3" presStyleCnt="4">
        <dgm:presLayoutVars>
          <dgm:chMax val="0"/>
          <dgm:bulletEnabled val="1"/>
        </dgm:presLayoutVars>
      </dgm:prSet>
      <dgm:spPr/>
    </dgm:pt>
  </dgm:ptLst>
  <dgm:cxnLst>
    <dgm:cxn modelId="{88EB9C24-7DAF-4B7F-8BCD-F62C910750EE}" srcId="{A7617622-F4C5-45D1-AF16-FB1152860BB6}" destId="{A5AEDB12-FDD4-4519-9DED-FF618409B34A}" srcOrd="0" destOrd="0" parTransId="{4987C7F4-EC63-47FF-9E57-46C396EC6EAC}" sibTransId="{32034D54-BFED-4B91-AB9C-F5D33217C043}"/>
    <dgm:cxn modelId="{E58CA42E-29DD-414C-8A83-C5873771A0B0}" srcId="{A7617622-F4C5-45D1-AF16-FB1152860BB6}" destId="{E03DA752-3F50-43A8-9A6A-FDEA5AE616E3}" srcOrd="1" destOrd="0" parTransId="{8A9EB10C-09F1-4D6F-938D-F6B49F9F3EA2}" sibTransId="{6F27498E-19A2-4ADA-A64D-DF70354E9207}"/>
    <dgm:cxn modelId="{6A8AE830-6383-4469-ABD4-A2E0EDAAD7C9}" type="presOf" srcId="{E03DA752-3F50-43A8-9A6A-FDEA5AE616E3}" destId="{6DC7CF36-A160-4504-982F-A27BE4169325}" srcOrd="0" destOrd="0" presId="urn:microsoft.com/office/officeart/2005/8/layout/vList2"/>
    <dgm:cxn modelId="{8AB0816E-6B7B-40F2-9166-8439BB9860F0}" type="presOf" srcId="{A7617622-F4C5-45D1-AF16-FB1152860BB6}" destId="{1AB11177-BA13-4132-AB6E-58D786AD5BCF}" srcOrd="0" destOrd="0" presId="urn:microsoft.com/office/officeart/2005/8/layout/vList2"/>
    <dgm:cxn modelId="{E0E5F774-06C9-4E2F-853E-3C1B76E10FA4}" srcId="{A7617622-F4C5-45D1-AF16-FB1152860BB6}" destId="{8EC45364-C8BE-45F7-BDD7-0598F30CC0F4}" srcOrd="3" destOrd="0" parTransId="{436905C9-3143-43E1-AE17-24DB17C445CC}" sibTransId="{09D2A4DE-9170-4715-8513-C48F5FBDB5CB}"/>
    <dgm:cxn modelId="{EE87AD96-7274-4BDA-ADA0-BF546FC977B4}" type="presOf" srcId="{8EC45364-C8BE-45F7-BDD7-0598F30CC0F4}" destId="{2D0DEB80-A062-424F-8A7B-910D0E59BD29}" srcOrd="0" destOrd="0" presId="urn:microsoft.com/office/officeart/2005/8/layout/vList2"/>
    <dgm:cxn modelId="{8EE47FB5-C7A2-438F-882C-DE9CCBA4BA7B}" type="presOf" srcId="{A5AEDB12-FDD4-4519-9DED-FF618409B34A}" destId="{4487CBB7-EDD2-4985-B448-8AFD61631AA7}" srcOrd="0" destOrd="0" presId="urn:microsoft.com/office/officeart/2005/8/layout/vList2"/>
    <dgm:cxn modelId="{CFC3A6E1-526A-4975-BAED-783EE456BE63}" type="presOf" srcId="{2D9CEA5A-0DFE-4CF9-8284-18EF381E0873}" destId="{1467DC22-C21F-4675-A7E8-82688DD9BB40}" srcOrd="0" destOrd="0" presId="urn:microsoft.com/office/officeart/2005/8/layout/vList2"/>
    <dgm:cxn modelId="{B1831CE4-CD8A-4C5D-8A54-C51E1E17DB5E}" srcId="{A7617622-F4C5-45D1-AF16-FB1152860BB6}" destId="{2D9CEA5A-0DFE-4CF9-8284-18EF381E0873}" srcOrd="2" destOrd="0" parTransId="{2BF950EC-2A17-4ECB-AA82-1EA24F567DD9}" sibTransId="{CDBC5A0E-A8B6-431D-944D-B386AE205F8B}"/>
    <dgm:cxn modelId="{B9F0BF66-650E-431B-88C7-A1BF4EBACD43}" type="presParOf" srcId="{1AB11177-BA13-4132-AB6E-58D786AD5BCF}" destId="{4487CBB7-EDD2-4985-B448-8AFD61631AA7}" srcOrd="0" destOrd="0" presId="urn:microsoft.com/office/officeart/2005/8/layout/vList2"/>
    <dgm:cxn modelId="{D3E7EBF1-4AF0-466A-9F83-DDBA54214315}" type="presParOf" srcId="{1AB11177-BA13-4132-AB6E-58D786AD5BCF}" destId="{AF284B8E-14A4-4869-B8FF-FE78375E6AEC}" srcOrd="1" destOrd="0" presId="urn:microsoft.com/office/officeart/2005/8/layout/vList2"/>
    <dgm:cxn modelId="{E056AF27-8BC7-43FF-9767-0D87434C0A13}" type="presParOf" srcId="{1AB11177-BA13-4132-AB6E-58D786AD5BCF}" destId="{6DC7CF36-A160-4504-982F-A27BE4169325}" srcOrd="2" destOrd="0" presId="urn:microsoft.com/office/officeart/2005/8/layout/vList2"/>
    <dgm:cxn modelId="{B9669947-7BD2-4205-9E2A-91D95B6210FB}" type="presParOf" srcId="{1AB11177-BA13-4132-AB6E-58D786AD5BCF}" destId="{EE188587-A135-44F2-A815-AC4232393EE2}" srcOrd="3" destOrd="0" presId="urn:microsoft.com/office/officeart/2005/8/layout/vList2"/>
    <dgm:cxn modelId="{83E9A0EC-EAE0-4577-8FEC-9625E1C81F7F}" type="presParOf" srcId="{1AB11177-BA13-4132-AB6E-58D786AD5BCF}" destId="{1467DC22-C21F-4675-A7E8-82688DD9BB40}" srcOrd="4" destOrd="0" presId="urn:microsoft.com/office/officeart/2005/8/layout/vList2"/>
    <dgm:cxn modelId="{42949AA6-187D-42D5-8115-7CDB6AC579F2}" type="presParOf" srcId="{1AB11177-BA13-4132-AB6E-58D786AD5BCF}" destId="{177BB500-985D-47BB-8427-DB62F8E4044A}" srcOrd="5" destOrd="0" presId="urn:microsoft.com/office/officeart/2005/8/layout/vList2"/>
    <dgm:cxn modelId="{7E91FDE3-EF4A-4889-8E10-F99BE81F50EE}" type="presParOf" srcId="{1AB11177-BA13-4132-AB6E-58D786AD5BCF}" destId="{2D0DEB80-A062-424F-8A7B-910D0E59BD2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D782A6BC-1E99-42D0-9D77-85339B0D92B1}"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uk-UA"/>
        </a:p>
      </dgm:t>
    </dgm:pt>
    <dgm:pt modelId="{465B7BC6-F578-4FB7-A8FB-5634CDAAEF23}">
      <dgm:prSet/>
      <dgm:spPr/>
      <dgm:t>
        <a:bodyPr/>
        <a:lstStyle/>
        <a:p>
          <a:r>
            <a:rPr lang="ru-RU" b="0" i="0"/>
            <a:t>1991 р.</a:t>
          </a:r>
          <a:endParaRPr lang="uk-UA"/>
        </a:p>
      </dgm:t>
    </dgm:pt>
    <dgm:pt modelId="{0F348084-D0A0-4748-A82D-AFFB5D3D2070}" type="parTrans" cxnId="{9C73D1E8-2A85-47E0-AC7F-6E96B0752825}">
      <dgm:prSet/>
      <dgm:spPr/>
      <dgm:t>
        <a:bodyPr/>
        <a:lstStyle/>
        <a:p>
          <a:endParaRPr lang="uk-UA"/>
        </a:p>
      </dgm:t>
    </dgm:pt>
    <dgm:pt modelId="{C794084B-7ED0-43FE-8D8F-88050AAE99B0}" type="sibTrans" cxnId="{9C73D1E8-2A85-47E0-AC7F-6E96B0752825}">
      <dgm:prSet/>
      <dgm:spPr/>
      <dgm:t>
        <a:bodyPr/>
        <a:lstStyle/>
        <a:p>
          <a:endParaRPr lang="uk-UA"/>
        </a:p>
      </dgm:t>
    </dgm:pt>
    <dgm:pt modelId="{1FDA0936-0730-4FC6-9201-8FD4A6A07B31}">
      <dgm:prSet/>
      <dgm:spPr/>
      <dgm:t>
        <a:bodyPr/>
        <a:lstStyle/>
        <a:p>
          <a:r>
            <a:rPr lang="ru-RU" b="0" i="0"/>
            <a:t>1996 р.</a:t>
          </a:r>
          <a:endParaRPr lang="uk-UA"/>
        </a:p>
      </dgm:t>
    </dgm:pt>
    <dgm:pt modelId="{23AF121A-EDBE-4D46-9A29-BF3CA273566C}" type="parTrans" cxnId="{D8FEBFC6-E3B1-4B60-B024-40CED39B08C3}">
      <dgm:prSet/>
      <dgm:spPr/>
      <dgm:t>
        <a:bodyPr/>
        <a:lstStyle/>
        <a:p>
          <a:endParaRPr lang="uk-UA"/>
        </a:p>
      </dgm:t>
    </dgm:pt>
    <dgm:pt modelId="{02EDEFC1-6AC8-45FB-82AC-9CDD3B36CA28}" type="sibTrans" cxnId="{D8FEBFC6-E3B1-4B60-B024-40CED39B08C3}">
      <dgm:prSet/>
      <dgm:spPr/>
      <dgm:t>
        <a:bodyPr/>
        <a:lstStyle/>
        <a:p>
          <a:endParaRPr lang="uk-UA"/>
        </a:p>
      </dgm:t>
    </dgm:pt>
    <dgm:pt modelId="{0E9FA9B9-6CED-411E-B273-CE0EEA4DC4AE}">
      <dgm:prSet/>
      <dgm:spPr/>
      <dgm:t>
        <a:bodyPr/>
        <a:lstStyle/>
        <a:p>
          <a:r>
            <a:rPr lang="ru-RU" b="0" i="0"/>
            <a:t>2003 р.</a:t>
          </a:r>
          <a:endParaRPr lang="uk-UA"/>
        </a:p>
      </dgm:t>
    </dgm:pt>
    <dgm:pt modelId="{09EB7E29-3D1A-4557-9C9F-A1A50494A582}" type="parTrans" cxnId="{36270F9E-665E-4975-A7A6-1C228F30707A}">
      <dgm:prSet/>
      <dgm:spPr/>
      <dgm:t>
        <a:bodyPr/>
        <a:lstStyle/>
        <a:p>
          <a:endParaRPr lang="uk-UA"/>
        </a:p>
      </dgm:t>
    </dgm:pt>
    <dgm:pt modelId="{58E20F47-63E2-41A5-B12E-6D1AC383C2EC}" type="sibTrans" cxnId="{36270F9E-665E-4975-A7A6-1C228F30707A}">
      <dgm:prSet/>
      <dgm:spPr/>
      <dgm:t>
        <a:bodyPr/>
        <a:lstStyle/>
        <a:p>
          <a:endParaRPr lang="uk-UA"/>
        </a:p>
      </dgm:t>
    </dgm:pt>
    <dgm:pt modelId="{3ECFE3BB-392E-4C3D-92C7-D34DC8C1361D}">
      <dgm:prSet/>
      <dgm:spPr/>
      <dgm:t>
        <a:bodyPr/>
        <a:lstStyle/>
        <a:p>
          <a:r>
            <a:rPr lang="ru-RU" b="0" i="0"/>
            <a:t>2014 р.</a:t>
          </a:r>
          <a:endParaRPr lang="uk-UA"/>
        </a:p>
      </dgm:t>
    </dgm:pt>
    <dgm:pt modelId="{9B6805E0-EFB1-4DC8-B520-30F9EB1451B2}" type="parTrans" cxnId="{430A0A82-2432-4409-B449-E6BA287A224B}">
      <dgm:prSet/>
      <dgm:spPr/>
      <dgm:t>
        <a:bodyPr/>
        <a:lstStyle/>
        <a:p>
          <a:endParaRPr lang="uk-UA"/>
        </a:p>
      </dgm:t>
    </dgm:pt>
    <dgm:pt modelId="{15F71FA8-1C18-43DB-8890-F2A11CCC6B82}" type="sibTrans" cxnId="{430A0A82-2432-4409-B449-E6BA287A224B}">
      <dgm:prSet/>
      <dgm:spPr/>
      <dgm:t>
        <a:bodyPr/>
        <a:lstStyle/>
        <a:p>
          <a:endParaRPr lang="uk-UA"/>
        </a:p>
      </dgm:t>
    </dgm:pt>
    <dgm:pt modelId="{E3A094DF-BB13-432B-AC8B-F12DFF8FC7E8}" type="pres">
      <dgm:prSet presAssocID="{D782A6BC-1E99-42D0-9D77-85339B0D92B1}" presName="matrix" presStyleCnt="0">
        <dgm:presLayoutVars>
          <dgm:chMax val="1"/>
          <dgm:dir/>
          <dgm:resizeHandles val="exact"/>
        </dgm:presLayoutVars>
      </dgm:prSet>
      <dgm:spPr/>
    </dgm:pt>
    <dgm:pt modelId="{FE196A38-B229-448E-8C3E-512A9E4BDA98}" type="pres">
      <dgm:prSet presAssocID="{D782A6BC-1E99-42D0-9D77-85339B0D92B1}" presName="diamond" presStyleLbl="bgShp" presStyleIdx="0" presStyleCnt="1"/>
      <dgm:spPr/>
    </dgm:pt>
    <dgm:pt modelId="{E78CC544-B51C-448B-907D-C0E9195AEB68}" type="pres">
      <dgm:prSet presAssocID="{D782A6BC-1E99-42D0-9D77-85339B0D92B1}" presName="quad1" presStyleLbl="node1" presStyleIdx="0" presStyleCnt="4">
        <dgm:presLayoutVars>
          <dgm:chMax val="0"/>
          <dgm:chPref val="0"/>
          <dgm:bulletEnabled val="1"/>
        </dgm:presLayoutVars>
      </dgm:prSet>
      <dgm:spPr/>
    </dgm:pt>
    <dgm:pt modelId="{DE06FEFF-F242-462E-81E5-60FE1FC75746}" type="pres">
      <dgm:prSet presAssocID="{D782A6BC-1E99-42D0-9D77-85339B0D92B1}" presName="quad2" presStyleLbl="node1" presStyleIdx="1" presStyleCnt="4">
        <dgm:presLayoutVars>
          <dgm:chMax val="0"/>
          <dgm:chPref val="0"/>
          <dgm:bulletEnabled val="1"/>
        </dgm:presLayoutVars>
      </dgm:prSet>
      <dgm:spPr/>
    </dgm:pt>
    <dgm:pt modelId="{CA57E848-103F-44B2-9D1B-5A5610CDAA7A}" type="pres">
      <dgm:prSet presAssocID="{D782A6BC-1E99-42D0-9D77-85339B0D92B1}" presName="quad3" presStyleLbl="node1" presStyleIdx="2" presStyleCnt="4">
        <dgm:presLayoutVars>
          <dgm:chMax val="0"/>
          <dgm:chPref val="0"/>
          <dgm:bulletEnabled val="1"/>
        </dgm:presLayoutVars>
      </dgm:prSet>
      <dgm:spPr/>
    </dgm:pt>
    <dgm:pt modelId="{ECFB4CC1-412A-4C20-9361-5DA4D99AD240}" type="pres">
      <dgm:prSet presAssocID="{D782A6BC-1E99-42D0-9D77-85339B0D92B1}" presName="quad4" presStyleLbl="node1" presStyleIdx="3" presStyleCnt="4">
        <dgm:presLayoutVars>
          <dgm:chMax val="0"/>
          <dgm:chPref val="0"/>
          <dgm:bulletEnabled val="1"/>
        </dgm:presLayoutVars>
      </dgm:prSet>
      <dgm:spPr/>
    </dgm:pt>
  </dgm:ptLst>
  <dgm:cxnLst>
    <dgm:cxn modelId="{4997A50C-F943-4785-916B-495FCDFAD6C9}" type="presOf" srcId="{3ECFE3BB-392E-4C3D-92C7-D34DC8C1361D}" destId="{ECFB4CC1-412A-4C20-9361-5DA4D99AD240}" srcOrd="0" destOrd="0" presId="urn:microsoft.com/office/officeart/2005/8/layout/matrix3"/>
    <dgm:cxn modelId="{51143617-324B-4ABD-A520-F30B0E3A9733}" type="presOf" srcId="{0E9FA9B9-6CED-411E-B273-CE0EEA4DC4AE}" destId="{CA57E848-103F-44B2-9D1B-5A5610CDAA7A}" srcOrd="0" destOrd="0" presId="urn:microsoft.com/office/officeart/2005/8/layout/matrix3"/>
    <dgm:cxn modelId="{430A0A82-2432-4409-B449-E6BA287A224B}" srcId="{D782A6BC-1E99-42D0-9D77-85339B0D92B1}" destId="{3ECFE3BB-392E-4C3D-92C7-D34DC8C1361D}" srcOrd="3" destOrd="0" parTransId="{9B6805E0-EFB1-4DC8-B520-30F9EB1451B2}" sibTransId="{15F71FA8-1C18-43DB-8890-F2A11CCC6B82}"/>
    <dgm:cxn modelId="{9F684D94-135B-4B2B-9995-620539773889}" type="presOf" srcId="{D782A6BC-1E99-42D0-9D77-85339B0D92B1}" destId="{E3A094DF-BB13-432B-AC8B-F12DFF8FC7E8}" srcOrd="0" destOrd="0" presId="urn:microsoft.com/office/officeart/2005/8/layout/matrix3"/>
    <dgm:cxn modelId="{36270F9E-665E-4975-A7A6-1C228F30707A}" srcId="{D782A6BC-1E99-42D0-9D77-85339B0D92B1}" destId="{0E9FA9B9-6CED-411E-B273-CE0EEA4DC4AE}" srcOrd="2" destOrd="0" parTransId="{09EB7E29-3D1A-4557-9C9F-A1A50494A582}" sibTransId="{58E20F47-63E2-41A5-B12E-6D1AC383C2EC}"/>
    <dgm:cxn modelId="{D8FEBFC6-E3B1-4B60-B024-40CED39B08C3}" srcId="{D782A6BC-1E99-42D0-9D77-85339B0D92B1}" destId="{1FDA0936-0730-4FC6-9201-8FD4A6A07B31}" srcOrd="1" destOrd="0" parTransId="{23AF121A-EDBE-4D46-9A29-BF3CA273566C}" sibTransId="{02EDEFC1-6AC8-45FB-82AC-9CDD3B36CA28}"/>
    <dgm:cxn modelId="{11A0F2D5-5F13-4AAE-B436-694CAF68BDE4}" type="presOf" srcId="{1FDA0936-0730-4FC6-9201-8FD4A6A07B31}" destId="{DE06FEFF-F242-462E-81E5-60FE1FC75746}" srcOrd="0" destOrd="0" presId="urn:microsoft.com/office/officeart/2005/8/layout/matrix3"/>
    <dgm:cxn modelId="{1C566EDA-1941-44E8-94D0-A820A1891907}" type="presOf" srcId="{465B7BC6-F578-4FB7-A8FB-5634CDAAEF23}" destId="{E78CC544-B51C-448B-907D-C0E9195AEB68}" srcOrd="0" destOrd="0" presId="urn:microsoft.com/office/officeart/2005/8/layout/matrix3"/>
    <dgm:cxn modelId="{9C73D1E8-2A85-47E0-AC7F-6E96B0752825}" srcId="{D782A6BC-1E99-42D0-9D77-85339B0D92B1}" destId="{465B7BC6-F578-4FB7-A8FB-5634CDAAEF23}" srcOrd="0" destOrd="0" parTransId="{0F348084-D0A0-4748-A82D-AFFB5D3D2070}" sibTransId="{C794084B-7ED0-43FE-8D8F-88050AAE99B0}"/>
    <dgm:cxn modelId="{8E6D3BD5-7E5F-487F-9F33-D70938665C2A}" type="presParOf" srcId="{E3A094DF-BB13-432B-AC8B-F12DFF8FC7E8}" destId="{FE196A38-B229-448E-8C3E-512A9E4BDA98}" srcOrd="0" destOrd="0" presId="urn:microsoft.com/office/officeart/2005/8/layout/matrix3"/>
    <dgm:cxn modelId="{312D9B6F-D0C5-4E52-B47C-14E666963794}" type="presParOf" srcId="{E3A094DF-BB13-432B-AC8B-F12DFF8FC7E8}" destId="{E78CC544-B51C-448B-907D-C0E9195AEB68}" srcOrd="1" destOrd="0" presId="urn:microsoft.com/office/officeart/2005/8/layout/matrix3"/>
    <dgm:cxn modelId="{1208B3B2-7258-4074-8CC9-9238284CE42E}" type="presParOf" srcId="{E3A094DF-BB13-432B-AC8B-F12DFF8FC7E8}" destId="{DE06FEFF-F242-462E-81E5-60FE1FC75746}" srcOrd="2" destOrd="0" presId="urn:microsoft.com/office/officeart/2005/8/layout/matrix3"/>
    <dgm:cxn modelId="{6B53A0E3-A939-4F8F-BB13-99A57D98571D}" type="presParOf" srcId="{E3A094DF-BB13-432B-AC8B-F12DFF8FC7E8}" destId="{CA57E848-103F-44B2-9D1B-5A5610CDAA7A}" srcOrd="3" destOrd="0" presId="urn:microsoft.com/office/officeart/2005/8/layout/matrix3"/>
    <dgm:cxn modelId="{512B92E0-7084-40C4-AAB5-10FBAD08CEAB}" type="presParOf" srcId="{E3A094DF-BB13-432B-AC8B-F12DFF8FC7E8}" destId="{ECFB4CC1-412A-4C20-9361-5DA4D99AD240}"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8AA9A61E-A611-4E13-825A-49F752710019}"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uk-UA"/>
        </a:p>
      </dgm:t>
    </dgm:pt>
    <dgm:pt modelId="{9DA4CFDE-9573-4866-B207-312DCD660A6E}">
      <dgm:prSet/>
      <dgm:spPr/>
      <dgm:t>
        <a:bodyPr/>
        <a:lstStyle/>
        <a:p>
          <a:r>
            <a:rPr lang="ru-RU" b="0" i="1"/>
            <a:t>«Основна частина підприємств місцевого значення перейшла з відання союзних міністерств у підпорядкування обласних рад депутатів. Місцеві органи влади одержали широкі права у вирішенні матеріально-фінансових питань…».</a:t>
          </a:r>
          <a:endParaRPr lang="uk-UA"/>
        </a:p>
      </dgm:t>
    </dgm:pt>
    <dgm:pt modelId="{A2A336E9-0C5D-4C00-8407-59137BE009B1}" type="parTrans" cxnId="{11D22A54-C113-4B14-B07E-D635D1FAC9F6}">
      <dgm:prSet/>
      <dgm:spPr/>
      <dgm:t>
        <a:bodyPr/>
        <a:lstStyle/>
        <a:p>
          <a:endParaRPr lang="uk-UA"/>
        </a:p>
      </dgm:t>
    </dgm:pt>
    <dgm:pt modelId="{82091208-B787-454F-9130-F396DE0C9A1B}" type="sibTrans" cxnId="{11D22A54-C113-4B14-B07E-D635D1FAC9F6}">
      <dgm:prSet/>
      <dgm:spPr/>
      <dgm:t>
        <a:bodyPr/>
        <a:lstStyle/>
        <a:p>
          <a:endParaRPr lang="uk-UA"/>
        </a:p>
      </dgm:t>
    </dgm:pt>
    <dgm:pt modelId="{BCBA3EBA-89FD-4A07-98EE-6558968F053C}">
      <dgm:prSet/>
      <dgm:spPr/>
      <dgm:t>
        <a:bodyPr/>
        <a:lstStyle/>
        <a:p>
          <a:r>
            <a:rPr lang="ru-RU" b="0" i="1"/>
            <a:t>«Економічне протистояння, що виникло внаслідок внесення митною службою Росії усіх українських імпортерів до переліку «ризикованих», призвело до блокади поставок товарів з України до Росії…»</a:t>
          </a:r>
          <a:endParaRPr lang="uk-UA"/>
        </a:p>
      </dgm:t>
    </dgm:pt>
    <dgm:pt modelId="{4C7E9064-9881-4125-9F4A-F5D22C246D9F}" type="parTrans" cxnId="{EDD55847-BE35-4C5C-A0C1-BF1C9D2B10CD}">
      <dgm:prSet/>
      <dgm:spPr/>
      <dgm:t>
        <a:bodyPr/>
        <a:lstStyle/>
        <a:p>
          <a:endParaRPr lang="uk-UA"/>
        </a:p>
      </dgm:t>
    </dgm:pt>
    <dgm:pt modelId="{957B437D-F31E-4717-82D2-14143222D18A}" type="sibTrans" cxnId="{EDD55847-BE35-4C5C-A0C1-BF1C9D2B10CD}">
      <dgm:prSet/>
      <dgm:spPr/>
      <dgm:t>
        <a:bodyPr/>
        <a:lstStyle/>
        <a:p>
          <a:endParaRPr lang="uk-UA"/>
        </a:p>
      </dgm:t>
    </dgm:pt>
    <dgm:pt modelId="{BD7E3496-690D-45FE-999E-4451CB8A30A5}" type="pres">
      <dgm:prSet presAssocID="{8AA9A61E-A611-4E13-825A-49F752710019}" presName="vert0" presStyleCnt="0">
        <dgm:presLayoutVars>
          <dgm:dir/>
          <dgm:animOne val="branch"/>
          <dgm:animLvl val="lvl"/>
        </dgm:presLayoutVars>
      </dgm:prSet>
      <dgm:spPr/>
    </dgm:pt>
    <dgm:pt modelId="{08C4D31F-6221-4755-86BF-4A268579E6D0}" type="pres">
      <dgm:prSet presAssocID="{9DA4CFDE-9573-4866-B207-312DCD660A6E}" presName="thickLine" presStyleLbl="alignNode1" presStyleIdx="0" presStyleCnt="2"/>
      <dgm:spPr/>
    </dgm:pt>
    <dgm:pt modelId="{5082005B-419F-4D8E-995D-C4551F328475}" type="pres">
      <dgm:prSet presAssocID="{9DA4CFDE-9573-4866-B207-312DCD660A6E}" presName="horz1" presStyleCnt="0"/>
      <dgm:spPr/>
    </dgm:pt>
    <dgm:pt modelId="{864803B4-E92E-4D43-8868-26E171AE01B3}" type="pres">
      <dgm:prSet presAssocID="{9DA4CFDE-9573-4866-B207-312DCD660A6E}" presName="tx1" presStyleLbl="revTx" presStyleIdx="0" presStyleCnt="2"/>
      <dgm:spPr/>
    </dgm:pt>
    <dgm:pt modelId="{643CE3B4-1064-48E1-A90F-EA3240E90655}" type="pres">
      <dgm:prSet presAssocID="{9DA4CFDE-9573-4866-B207-312DCD660A6E}" presName="vert1" presStyleCnt="0"/>
      <dgm:spPr/>
    </dgm:pt>
    <dgm:pt modelId="{65F80E06-166B-4437-B251-FE453C12A6F7}" type="pres">
      <dgm:prSet presAssocID="{BCBA3EBA-89FD-4A07-98EE-6558968F053C}" presName="thickLine" presStyleLbl="alignNode1" presStyleIdx="1" presStyleCnt="2"/>
      <dgm:spPr/>
    </dgm:pt>
    <dgm:pt modelId="{B85EEF96-E80E-4F14-A6CF-21C731CBDBC6}" type="pres">
      <dgm:prSet presAssocID="{BCBA3EBA-89FD-4A07-98EE-6558968F053C}" presName="horz1" presStyleCnt="0"/>
      <dgm:spPr/>
    </dgm:pt>
    <dgm:pt modelId="{EE1B9A2A-285F-44D7-8626-C4C88997BCFB}" type="pres">
      <dgm:prSet presAssocID="{BCBA3EBA-89FD-4A07-98EE-6558968F053C}" presName="tx1" presStyleLbl="revTx" presStyleIdx="1" presStyleCnt="2"/>
      <dgm:spPr/>
    </dgm:pt>
    <dgm:pt modelId="{58E7257B-8853-410E-A909-E8F42CAA411F}" type="pres">
      <dgm:prSet presAssocID="{BCBA3EBA-89FD-4A07-98EE-6558968F053C}" presName="vert1" presStyleCnt="0"/>
      <dgm:spPr/>
    </dgm:pt>
  </dgm:ptLst>
  <dgm:cxnLst>
    <dgm:cxn modelId="{7B5FA82E-D475-4A31-8B2D-C334152D4149}" type="presOf" srcId="{9DA4CFDE-9573-4866-B207-312DCD660A6E}" destId="{864803B4-E92E-4D43-8868-26E171AE01B3}" srcOrd="0" destOrd="0" presId="urn:microsoft.com/office/officeart/2008/layout/LinedList"/>
    <dgm:cxn modelId="{EDD55847-BE35-4C5C-A0C1-BF1C9D2B10CD}" srcId="{8AA9A61E-A611-4E13-825A-49F752710019}" destId="{BCBA3EBA-89FD-4A07-98EE-6558968F053C}" srcOrd="1" destOrd="0" parTransId="{4C7E9064-9881-4125-9F4A-F5D22C246D9F}" sibTransId="{957B437D-F31E-4717-82D2-14143222D18A}"/>
    <dgm:cxn modelId="{11D22A54-C113-4B14-B07E-D635D1FAC9F6}" srcId="{8AA9A61E-A611-4E13-825A-49F752710019}" destId="{9DA4CFDE-9573-4866-B207-312DCD660A6E}" srcOrd="0" destOrd="0" parTransId="{A2A336E9-0C5D-4C00-8407-59137BE009B1}" sibTransId="{82091208-B787-454F-9130-F396DE0C9A1B}"/>
    <dgm:cxn modelId="{9B61507C-0875-4859-9128-57F45A562BB6}" type="presOf" srcId="{8AA9A61E-A611-4E13-825A-49F752710019}" destId="{BD7E3496-690D-45FE-999E-4451CB8A30A5}" srcOrd="0" destOrd="0" presId="urn:microsoft.com/office/officeart/2008/layout/LinedList"/>
    <dgm:cxn modelId="{C1E16AC2-5C54-4A68-B510-A8254296C06D}" type="presOf" srcId="{BCBA3EBA-89FD-4A07-98EE-6558968F053C}" destId="{EE1B9A2A-285F-44D7-8626-C4C88997BCFB}" srcOrd="0" destOrd="0" presId="urn:microsoft.com/office/officeart/2008/layout/LinedList"/>
    <dgm:cxn modelId="{30549D43-700B-4353-9BFE-CCBD9D76211B}" type="presParOf" srcId="{BD7E3496-690D-45FE-999E-4451CB8A30A5}" destId="{08C4D31F-6221-4755-86BF-4A268579E6D0}" srcOrd="0" destOrd="0" presId="urn:microsoft.com/office/officeart/2008/layout/LinedList"/>
    <dgm:cxn modelId="{C14ED01B-F19A-458C-B6E0-59F622296663}" type="presParOf" srcId="{BD7E3496-690D-45FE-999E-4451CB8A30A5}" destId="{5082005B-419F-4D8E-995D-C4551F328475}" srcOrd="1" destOrd="0" presId="urn:microsoft.com/office/officeart/2008/layout/LinedList"/>
    <dgm:cxn modelId="{7CCEE37F-B61D-40FB-82C2-FECF9D671282}" type="presParOf" srcId="{5082005B-419F-4D8E-995D-C4551F328475}" destId="{864803B4-E92E-4D43-8868-26E171AE01B3}" srcOrd="0" destOrd="0" presId="urn:microsoft.com/office/officeart/2008/layout/LinedList"/>
    <dgm:cxn modelId="{CA0F56DD-3E54-49AD-9A5C-30914D86EE93}" type="presParOf" srcId="{5082005B-419F-4D8E-995D-C4551F328475}" destId="{643CE3B4-1064-48E1-A90F-EA3240E90655}" srcOrd="1" destOrd="0" presId="urn:microsoft.com/office/officeart/2008/layout/LinedList"/>
    <dgm:cxn modelId="{B0F1870D-0CD0-42B4-9982-8A9DCC10298F}" type="presParOf" srcId="{BD7E3496-690D-45FE-999E-4451CB8A30A5}" destId="{65F80E06-166B-4437-B251-FE453C12A6F7}" srcOrd="2" destOrd="0" presId="urn:microsoft.com/office/officeart/2008/layout/LinedList"/>
    <dgm:cxn modelId="{142AB090-457F-49E8-858A-957201F58F23}" type="presParOf" srcId="{BD7E3496-690D-45FE-999E-4451CB8A30A5}" destId="{B85EEF96-E80E-4F14-A6CF-21C731CBDBC6}" srcOrd="3" destOrd="0" presId="urn:microsoft.com/office/officeart/2008/layout/LinedList"/>
    <dgm:cxn modelId="{B713030D-6CDC-4F96-B0D4-5CAA41516D23}" type="presParOf" srcId="{B85EEF96-E80E-4F14-A6CF-21C731CBDBC6}" destId="{EE1B9A2A-285F-44D7-8626-C4C88997BCFB}" srcOrd="0" destOrd="0" presId="urn:microsoft.com/office/officeart/2008/layout/LinedList"/>
    <dgm:cxn modelId="{8E29227F-D960-4E54-859E-CBB3F038CC6F}" type="presParOf" srcId="{B85EEF96-E80E-4F14-A6CF-21C731CBDBC6}" destId="{58E7257B-8853-410E-A909-E8F42CAA411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245B9CE0-B715-4F2C-BE4C-0D3292ECD0F5}"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uk-UA"/>
        </a:p>
      </dgm:t>
    </dgm:pt>
    <dgm:pt modelId="{35552ABC-46DC-4CDB-90C5-999FAA8637FC}">
      <dgm:prSet/>
      <dgm:spPr/>
      <dgm:t>
        <a:bodyPr/>
        <a:lstStyle/>
        <a:p>
          <a:r>
            <a:rPr lang="ru-RU" i="1" dirty="0" err="1"/>
            <a:t>Понад</a:t>
          </a:r>
          <a:r>
            <a:rPr lang="ru-RU" i="1" dirty="0"/>
            <a:t> </a:t>
          </a:r>
          <a:r>
            <a:rPr lang="ru-RU" i="1" dirty="0" err="1"/>
            <a:t>мільйон</a:t>
          </a:r>
          <a:r>
            <a:rPr lang="ru-RU" i="1" dirty="0"/>
            <a:t> </a:t>
          </a:r>
          <a:r>
            <a:rPr lang="ru-RU" i="1" dirty="0" err="1"/>
            <a:t>осіб</a:t>
          </a:r>
          <a:r>
            <a:rPr lang="ru-RU" i="1" dirty="0"/>
            <a:t>, </a:t>
          </a:r>
          <a:r>
            <a:rPr lang="ru-RU" i="1" dirty="0" err="1"/>
            <a:t>винних</a:t>
          </a:r>
          <a:r>
            <a:rPr lang="ru-RU" i="1" dirty="0"/>
            <a:t> у </a:t>
          </a:r>
          <a:r>
            <a:rPr lang="ru-RU" i="1" dirty="0" err="1"/>
            <a:t>порушенні</a:t>
          </a:r>
          <a:r>
            <a:rPr lang="ru-RU" i="1" dirty="0"/>
            <a:t> антиалкогольного </a:t>
          </a:r>
          <a:r>
            <a:rPr lang="ru-RU" i="1" dirty="0" err="1"/>
            <a:t>законодавства</a:t>
          </a:r>
          <a:r>
            <a:rPr lang="ru-RU" i="1" dirty="0"/>
            <a:t>, </a:t>
          </a:r>
          <a:r>
            <a:rPr lang="ru-RU" i="1" dirty="0" err="1"/>
            <a:t>зазнали</a:t>
          </a:r>
          <a:r>
            <a:rPr lang="ru-RU" i="1" dirty="0"/>
            <a:t> </a:t>
          </a:r>
          <a:r>
            <a:rPr lang="ru-RU" i="1" dirty="0" err="1"/>
            <a:t>адміністративних</a:t>
          </a:r>
          <a:r>
            <a:rPr lang="ru-RU" i="1" dirty="0"/>
            <a:t> </a:t>
          </a:r>
          <a:r>
            <a:rPr lang="ru-RU" i="1" dirty="0" err="1"/>
            <a:t>стягнень</a:t>
          </a:r>
          <a:r>
            <a:rPr lang="ru-RU" i="1" dirty="0"/>
            <a:t>. У </a:t>
          </a:r>
          <a:r>
            <a:rPr lang="ru-RU" i="1" dirty="0" err="1"/>
            <a:t>Закарпатті</a:t>
          </a:r>
          <a:r>
            <a:rPr lang="ru-RU" i="1" dirty="0"/>
            <a:t> та в </a:t>
          </a:r>
          <a:r>
            <a:rPr lang="ru-RU" i="1" dirty="0" err="1"/>
            <a:t>Криму</a:t>
          </a:r>
          <a:r>
            <a:rPr lang="ru-RU" i="1" dirty="0"/>
            <a:t> </a:t>
          </a:r>
          <a:r>
            <a:rPr lang="ru-RU" i="1" dirty="0" err="1"/>
            <a:t>знищили</a:t>
          </a:r>
          <a:r>
            <a:rPr lang="ru-RU" i="1" dirty="0"/>
            <a:t> виноградники </a:t>
          </a:r>
          <a:r>
            <a:rPr lang="ru-RU" i="1" dirty="0" err="1"/>
            <a:t>унікальних</a:t>
          </a:r>
          <a:r>
            <a:rPr lang="ru-RU" i="1" dirty="0"/>
            <a:t> </a:t>
          </a:r>
          <a:r>
            <a:rPr lang="ru-RU" i="1" dirty="0" err="1"/>
            <a:t>сортів</a:t>
          </a:r>
          <a:r>
            <a:rPr lang="ru-RU" i="1" dirty="0"/>
            <a:t>…»</a:t>
          </a:r>
          <a:endParaRPr lang="uk-UA" dirty="0"/>
        </a:p>
      </dgm:t>
    </dgm:pt>
    <dgm:pt modelId="{95255077-44BF-40F7-B3EC-6BF290550D28}" type="parTrans" cxnId="{CBD49193-B74F-4F90-A39E-B5AF485909FC}">
      <dgm:prSet/>
      <dgm:spPr/>
      <dgm:t>
        <a:bodyPr/>
        <a:lstStyle/>
        <a:p>
          <a:endParaRPr lang="uk-UA"/>
        </a:p>
      </dgm:t>
    </dgm:pt>
    <dgm:pt modelId="{27821A94-3B14-40AA-99A0-2A0A677AB7D1}" type="sibTrans" cxnId="{CBD49193-B74F-4F90-A39E-B5AF485909FC}">
      <dgm:prSet/>
      <dgm:spPr/>
      <dgm:t>
        <a:bodyPr/>
        <a:lstStyle/>
        <a:p>
          <a:endParaRPr lang="uk-UA"/>
        </a:p>
      </dgm:t>
    </dgm:pt>
    <dgm:pt modelId="{B4F3E502-3000-434B-A169-61C5D2CA1DEB}">
      <dgm:prSet/>
      <dgm:spPr/>
      <dgm:t>
        <a:bodyPr/>
        <a:lstStyle/>
        <a:p>
          <a:r>
            <a:rPr lang="ru-RU" i="1" dirty="0"/>
            <a:t>«</a:t>
          </a:r>
          <a:r>
            <a:rPr lang="ru-RU" i="1" dirty="0" err="1"/>
            <a:t>Продовольча</a:t>
          </a:r>
          <a:r>
            <a:rPr lang="ru-RU" i="1" dirty="0"/>
            <a:t> </a:t>
          </a:r>
          <a:r>
            <a:rPr lang="ru-RU" i="1" dirty="0" err="1"/>
            <a:t>програма</a:t>
          </a:r>
          <a:r>
            <a:rPr lang="ru-RU" i="1" dirty="0"/>
            <a:t> </a:t>
          </a:r>
          <a:r>
            <a:rPr lang="ru-RU" i="1" dirty="0" err="1"/>
            <a:t>виходить</a:t>
          </a:r>
          <a:r>
            <a:rPr lang="ru-RU" i="1" dirty="0"/>
            <a:t> </a:t>
          </a:r>
          <a:r>
            <a:rPr lang="ru-RU" i="1" dirty="0" err="1"/>
            <a:t>із</a:t>
          </a:r>
          <a:r>
            <a:rPr lang="ru-RU" i="1" dirty="0"/>
            <a:t> </a:t>
          </a:r>
          <a:r>
            <a:rPr lang="ru-RU" i="1" dirty="0" err="1"/>
            <a:t>необхідності</a:t>
          </a:r>
          <a:r>
            <a:rPr lang="ru-RU" i="1" dirty="0"/>
            <a:t> </a:t>
          </a:r>
          <a:r>
            <a:rPr lang="ru-RU" i="1" dirty="0" err="1"/>
            <a:t>скоротити</a:t>
          </a:r>
          <a:r>
            <a:rPr lang="ru-RU" i="1" dirty="0"/>
            <a:t> </a:t>
          </a:r>
          <a:r>
            <a:rPr lang="ru-RU" i="1" dirty="0" err="1"/>
            <a:t>імпорт</a:t>
          </a:r>
          <a:r>
            <a:rPr lang="ru-RU" i="1" dirty="0"/>
            <a:t> </a:t>
          </a:r>
          <a:r>
            <a:rPr lang="ru-RU" i="1" dirty="0" err="1"/>
            <a:t>продовольства</a:t>
          </a:r>
          <a:r>
            <a:rPr lang="ru-RU" i="1" dirty="0"/>
            <a:t> з </a:t>
          </a:r>
          <a:r>
            <a:rPr lang="ru-RU" i="1" dirty="0" err="1"/>
            <a:t>капіталістичних</a:t>
          </a:r>
          <a:r>
            <a:rPr lang="ru-RU" i="1" dirty="0"/>
            <a:t> </a:t>
          </a:r>
          <a:r>
            <a:rPr lang="ru-RU" i="1" dirty="0" err="1"/>
            <a:t>країн</a:t>
          </a:r>
          <a:r>
            <a:rPr lang="ru-RU" i="1" dirty="0"/>
            <a:t>, </a:t>
          </a:r>
          <a:r>
            <a:rPr lang="ru-RU" i="1" dirty="0" err="1"/>
            <a:t>оскільки</a:t>
          </a:r>
          <a:r>
            <a:rPr lang="ru-RU" i="1" dirty="0"/>
            <a:t> </a:t>
          </a:r>
          <a:r>
            <a:rPr lang="ru-RU" i="1" dirty="0" err="1"/>
            <a:t>деякі</a:t>
          </a:r>
          <a:r>
            <a:rPr lang="ru-RU" i="1" dirty="0"/>
            <a:t> </a:t>
          </a:r>
          <a:r>
            <a:rPr lang="ru-RU" i="1" dirty="0" err="1"/>
            <a:t>держави</a:t>
          </a:r>
          <a:r>
            <a:rPr lang="ru-RU" i="1" dirty="0"/>
            <a:t> </a:t>
          </a:r>
          <a:r>
            <a:rPr lang="ru-RU" i="1" dirty="0" err="1"/>
            <a:t>прагнуть</a:t>
          </a:r>
          <a:r>
            <a:rPr lang="ru-RU" i="1" dirty="0"/>
            <a:t> </a:t>
          </a:r>
          <a:r>
            <a:rPr lang="ru-RU" i="1" dirty="0" err="1"/>
            <a:t>перетворити</a:t>
          </a:r>
          <a:r>
            <a:rPr lang="ru-RU" i="1" dirty="0"/>
            <a:t> продаж зерна на </a:t>
          </a:r>
          <a:r>
            <a:rPr lang="ru-RU" i="1" dirty="0" err="1"/>
            <a:t>засіб</a:t>
          </a:r>
          <a:r>
            <a:rPr lang="ru-RU" i="1" dirty="0"/>
            <a:t> </a:t>
          </a:r>
          <a:r>
            <a:rPr lang="ru-RU" i="1" dirty="0" err="1"/>
            <a:t>політичного</a:t>
          </a:r>
          <a:r>
            <a:rPr lang="ru-RU" i="1" dirty="0"/>
            <a:t> </a:t>
          </a:r>
          <a:r>
            <a:rPr lang="ru-RU" i="1" dirty="0" err="1"/>
            <a:t>тиску</a:t>
          </a:r>
          <a:r>
            <a:rPr lang="ru-RU" i="1" dirty="0"/>
            <a:t>…»</a:t>
          </a:r>
          <a:endParaRPr lang="uk-UA" dirty="0"/>
        </a:p>
      </dgm:t>
    </dgm:pt>
    <dgm:pt modelId="{B4CB3AF1-CBEB-4578-9C3F-03C991298B2A}" type="parTrans" cxnId="{E1E650F4-3BB4-4681-AAA9-7F3DD3EBCBB9}">
      <dgm:prSet/>
      <dgm:spPr/>
      <dgm:t>
        <a:bodyPr/>
        <a:lstStyle/>
        <a:p>
          <a:endParaRPr lang="uk-UA"/>
        </a:p>
      </dgm:t>
    </dgm:pt>
    <dgm:pt modelId="{D8CA2AD8-4D65-4CA3-9587-4A5434043D00}" type="sibTrans" cxnId="{E1E650F4-3BB4-4681-AAA9-7F3DD3EBCBB9}">
      <dgm:prSet/>
      <dgm:spPr/>
      <dgm:t>
        <a:bodyPr/>
        <a:lstStyle/>
        <a:p>
          <a:endParaRPr lang="uk-UA"/>
        </a:p>
      </dgm:t>
    </dgm:pt>
    <dgm:pt modelId="{A231D533-8B57-49C8-AD85-16C76B36E475}" type="pres">
      <dgm:prSet presAssocID="{245B9CE0-B715-4F2C-BE4C-0D3292ECD0F5}" presName="vert0" presStyleCnt="0">
        <dgm:presLayoutVars>
          <dgm:dir/>
          <dgm:animOne val="branch"/>
          <dgm:animLvl val="lvl"/>
        </dgm:presLayoutVars>
      </dgm:prSet>
      <dgm:spPr/>
    </dgm:pt>
    <dgm:pt modelId="{3DBF6624-44A7-4DF5-80BC-9EE1F00CEB03}" type="pres">
      <dgm:prSet presAssocID="{35552ABC-46DC-4CDB-90C5-999FAA8637FC}" presName="thickLine" presStyleLbl="alignNode1" presStyleIdx="0" presStyleCnt="2"/>
      <dgm:spPr/>
    </dgm:pt>
    <dgm:pt modelId="{5FA12861-DFA0-4A24-B918-C681E238D5D7}" type="pres">
      <dgm:prSet presAssocID="{35552ABC-46DC-4CDB-90C5-999FAA8637FC}" presName="horz1" presStyleCnt="0"/>
      <dgm:spPr/>
    </dgm:pt>
    <dgm:pt modelId="{6B5D36E1-4146-4E11-969A-9A5597E94D83}" type="pres">
      <dgm:prSet presAssocID="{35552ABC-46DC-4CDB-90C5-999FAA8637FC}" presName="tx1" presStyleLbl="revTx" presStyleIdx="0" presStyleCnt="2"/>
      <dgm:spPr/>
    </dgm:pt>
    <dgm:pt modelId="{9B8A03DA-10EB-41C1-8A2B-A64006489216}" type="pres">
      <dgm:prSet presAssocID="{35552ABC-46DC-4CDB-90C5-999FAA8637FC}" presName="vert1" presStyleCnt="0"/>
      <dgm:spPr/>
    </dgm:pt>
    <dgm:pt modelId="{7979C003-595B-4B83-A571-71353E42B1A2}" type="pres">
      <dgm:prSet presAssocID="{B4F3E502-3000-434B-A169-61C5D2CA1DEB}" presName="thickLine" presStyleLbl="alignNode1" presStyleIdx="1" presStyleCnt="2"/>
      <dgm:spPr/>
    </dgm:pt>
    <dgm:pt modelId="{27BEA047-2418-4F28-966C-9A03DF0D1D04}" type="pres">
      <dgm:prSet presAssocID="{B4F3E502-3000-434B-A169-61C5D2CA1DEB}" presName="horz1" presStyleCnt="0"/>
      <dgm:spPr/>
    </dgm:pt>
    <dgm:pt modelId="{B84949DF-6AE9-4058-B4D3-C6F4BC370AE7}" type="pres">
      <dgm:prSet presAssocID="{B4F3E502-3000-434B-A169-61C5D2CA1DEB}" presName="tx1" presStyleLbl="revTx" presStyleIdx="1" presStyleCnt="2"/>
      <dgm:spPr/>
    </dgm:pt>
    <dgm:pt modelId="{4D9A75EA-1A75-4A2D-8BDE-ABCDD86E0944}" type="pres">
      <dgm:prSet presAssocID="{B4F3E502-3000-434B-A169-61C5D2CA1DEB}" presName="vert1" presStyleCnt="0"/>
      <dgm:spPr/>
    </dgm:pt>
  </dgm:ptLst>
  <dgm:cxnLst>
    <dgm:cxn modelId="{CBD49193-B74F-4F90-A39E-B5AF485909FC}" srcId="{245B9CE0-B715-4F2C-BE4C-0D3292ECD0F5}" destId="{35552ABC-46DC-4CDB-90C5-999FAA8637FC}" srcOrd="0" destOrd="0" parTransId="{95255077-44BF-40F7-B3EC-6BF290550D28}" sibTransId="{27821A94-3B14-40AA-99A0-2A0A677AB7D1}"/>
    <dgm:cxn modelId="{D9A1E39A-FCD9-4D9C-B3D5-0AA9A6A48437}" type="presOf" srcId="{35552ABC-46DC-4CDB-90C5-999FAA8637FC}" destId="{6B5D36E1-4146-4E11-969A-9A5597E94D83}" srcOrd="0" destOrd="0" presId="urn:microsoft.com/office/officeart/2008/layout/LinedList"/>
    <dgm:cxn modelId="{C9CFA3B2-A0FE-4B1D-A6F2-82D5A828E8DF}" type="presOf" srcId="{B4F3E502-3000-434B-A169-61C5D2CA1DEB}" destId="{B84949DF-6AE9-4058-B4D3-C6F4BC370AE7}" srcOrd="0" destOrd="0" presId="urn:microsoft.com/office/officeart/2008/layout/LinedList"/>
    <dgm:cxn modelId="{FD23B7B5-A5B5-4302-992E-CC135C90FB61}" type="presOf" srcId="{245B9CE0-B715-4F2C-BE4C-0D3292ECD0F5}" destId="{A231D533-8B57-49C8-AD85-16C76B36E475}" srcOrd="0" destOrd="0" presId="urn:microsoft.com/office/officeart/2008/layout/LinedList"/>
    <dgm:cxn modelId="{E1E650F4-3BB4-4681-AAA9-7F3DD3EBCBB9}" srcId="{245B9CE0-B715-4F2C-BE4C-0D3292ECD0F5}" destId="{B4F3E502-3000-434B-A169-61C5D2CA1DEB}" srcOrd="1" destOrd="0" parTransId="{B4CB3AF1-CBEB-4578-9C3F-03C991298B2A}" sibTransId="{D8CA2AD8-4D65-4CA3-9587-4A5434043D00}"/>
    <dgm:cxn modelId="{7CF8B4D4-92EF-43E4-8750-D0BB223607D8}" type="presParOf" srcId="{A231D533-8B57-49C8-AD85-16C76B36E475}" destId="{3DBF6624-44A7-4DF5-80BC-9EE1F00CEB03}" srcOrd="0" destOrd="0" presId="urn:microsoft.com/office/officeart/2008/layout/LinedList"/>
    <dgm:cxn modelId="{57AB918A-8517-43A8-AD53-B6ABAA4A0819}" type="presParOf" srcId="{A231D533-8B57-49C8-AD85-16C76B36E475}" destId="{5FA12861-DFA0-4A24-B918-C681E238D5D7}" srcOrd="1" destOrd="0" presId="urn:microsoft.com/office/officeart/2008/layout/LinedList"/>
    <dgm:cxn modelId="{35C5F96B-7BE3-4213-A299-5EF9B84D3560}" type="presParOf" srcId="{5FA12861-DFA0-4A24-B918-C681E238D5D7}" destId="{6B5D36E1-4146-4E11-969A-9A5597E94D83}" srcOrd="0" destOrd="0" presId="urn:microsoft.com/office/officeart/2008/layout/LinedList"/>
    <dgm:cxn modelId="{23B84DA5-6F5F-4356-A101-14D5BDE46A13}" type="presParOf" srcId="{5FA12861-DFA0-4A24-B918-C681E238D5D7}" destId="{9B8A03DA-10EB-41C1-8A2B-A64006489216}" srcOrd="1" destOrd="0" presId="urn:microsoft.com/office/officeart/2008/layout/LinedList"/>
    <dgm:cxn modelId="{5392D511-4E85-412C-9E6B-3E38E53EE539}" type="presParOf" srcId="{A231D533-8B57-49C8-AD85-16C76B36E475}" destId="{7979C003-595B-4B83-A571-71353E42B1A2}" srcOrd="2" destOrd="0" presId="urn:microsoft.com/office/officeart/2008/layout/LinedList"/>
    <dgm:cxn modelId="{14A9C8A8-13BC-4F24-9B34-88E3DCED7C62}" type="presParOf" srcId="{A231D533-8B57-49C8-AD85-16C76B36E475}" destId="{27BEA047-2418-4F28-966C-9A03DF0D1D04}" srcOrd="3" destOrd="0" presId="urn:microsoft.com/office/officeart/2008/layout/LinedList"/>
    <dgm:cxn modelId="{89A1553C-CE9C-4195-B9F8-EEC1019738F8}" type="presParOf" srcId="{27BEA047-2418-4F28-966C-9A03DF0D1D04}" destId="{B84949DF-6AE9-4058-B4D3-C6F4BC370AE7}" srcOrd="0" destOrd="0" presId="urn:microsoft.com/office/officeart/2008/layout/LinedList"/>
    <dgm:cxn modelId="{2247C7A3-8302-4EE8-94C2-E8E0901B5CC4}" type="presParOf" srcId="{27BEA047-2418-4F28-966C-9A03DF0D1D04}" destId="{4D9A75EA-1A75-4A2D-8BDE-ABCDD86E0944}" srcOrd="1"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9CC9A0F7-D8B9-41D4-A010-CFF6F624BAE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0B067FAF-D8CF-49F0-B88C-46A200A7E0C5}">
      <dgm:prSet/>
      <dgm:spPr/>
      <dgm:t>
        <a:bodyPr/>
        <a:lstStyle/>
        <a:p>
          <a:r>
            <a:rPr lang="ru-RU" b="0" i="0"/>
            <a:t>«післявоєнна відбудова» (1945 – початок 1950-х рр.)</a:t>
          </a:r>
          <a:endParaRPr lang="uk-UA"/>
        </a:p>
      </dgm:t>
    </dgm:pt>
    <dgm:pt modelId="{B9449432-3C3E-4185-B9E3-87869819FF0E}" type="parTrans" cxnId="{A8453B19-A08F-41C0-B370-202A328D35A9}">
      <dgm:prSet/>
      <dgm:spPr/>
      <dgm:t>
        <a:bodyPr/>
        <a:lstStyle/>
        <a:p>
          <a:endParaRPr lang="uk-UA"/>
        </a:p>
      </dgm:t>
    </dgm:pt>
    <dgm:pt modelId="{5CD054EA-9714-46CD-884A-2FFB076B78E6}" type="sibTrans" cxnId="{A8453B19-A08F-41C0-B370-202A328D35A9}">
      <dgm:prSet/>
      <dgm:spPr/>
      <dgm:t>
        <a:bodyPr/>
        <a:lstStyle/>
        <a:p>
          <a:endParaRPr lang="uk-UA"/>
        </a:p>
      </dgm:t>
    </dgm:pt>
    <dgm:pt modelId="{E72C0F5D-B3CD-4C31-8575-692983971CB8}">
      <dgm:prSet/>
      <dgm:spPr/>
      <dgm:t>
        <a:bodyPr/>
        <a:lstStyle/>
        <a:p>
          <a:r>
            <a:rPr lang="ru-RU" b="0" i="0"/>
            <a:t>«відлига» (1953 – 1964 рр.)</a:t>
          </a:r>
          <a:endParaRPr lang="uk-UA"/>
        </a:p>
      </dgm:t>
    </dgm:pt>
    <dgm:pt modelId="{12D138C5-8A79-4D7E-8016-32CAFA498D28}" type="parTrans" cxnId="{67488D25-479E-415D-BAA6-1F2E7BCC5915}">
      <dgm:prSet/>
      <dgm:spPr/>
      <dgm:t>
        <a:bodyPr/>
        <a:lstStyle/>
        <a:p>
          <a:endParaRPr lang="uk-UA"/>
        </a:p>
      </dgm:t>
    </dgm:pt>
    <dgm:pt modelId="{2662212D-5179-4521-90F6-371135220F0A}" type="sibTrans" cxnId="{67488D25-479E-415D-BAA6-1F2E7BCC5915}">
      <dgm:prSet/>
      <dgm:spPr/>
      <dgm:t>
        <a:bodyPr/>
        <a:lstStyle/>
        <a:p>
          <a:endParaRPr lang="uk-UA"/>
        </a:p>
      </dgm:t>
    </dgm:pt>
    <dgm:pt modelId="{E9FE998E-6DC6-4B3D-A330-C7C4D045873C}">
      <dgm:prSet/>
      <dgm:spPr/>
      <dgm:t>
        <a:bodyPr/>
        <a:lstStyle/>
        <a:p>
          <a:r>
            <a:rPr lang="ru-RU" b="0" i="0"/>
            <a:t>«застій» (середина 1960-х – початок 1980-х рр.)</a:t>
          </a:r>
          <a:endParaRPr lang="uk-UA"/>
        </a:p>
      </dgm:t>
    </dgm:pt>
    <dgm:pt modelId="{9CC20AEF-90D6-40A6-BA22-C70514B2B752}" type="parTrans" cxnId="{F744F390-A7BE-4268-82E4-631BDC014BA6}">
      <dgm:prSet/>
      <dgm:spPr/>
      <dgm:t>
        <a:bodyPr/>
        <a:lstStyle/>
        <a:p>
          <a:endParaRPr lang="uk-UA"/>
        </a:p>
      </dgm:t>
    </dgm:pt>
    <dgm:pt modelId="{2BD5AFF8-8EF1-4619-8354-A41CB8ED8818}" type="sibTrans" cxnId="{F744F390-A7BE-4268-82E4-631BDC014BA6}">
      <dgm:prSet/>
      <dgm:spPr/>
      <dgm:t>
        <a:bodyPr/>
        <a:lstStyle/>
        <a:p>
          <a:endParaRPr lang="uk-UA"/>
        </a:p>
      </dgm:t>
    </dgm:pt>
    <dgm:pt modelId="{DF71D8C1-B5AC-4D2F-ADF2-F1697F136A01}">
      <dgm:prSet/>
      <dgm:spPr/>
      <dgm:t>
        <a:bodyPr/>
        <a:lstStyle/>
        <a:p>
          <a:r>
            <a:rPr lang="ru-RU" b="0" i="0"/>
            <a:t>«перебудова» (1985–1991 рр.)</a:t>
          </a:r>
          <a:endParaRPr lang="uk-UA"/>
        </a:p>
      </dgm:t>
    </dgm:pt>
    <dgm:pt modelId="{9C35018D-8422-420E-A659-78787C3B2531}" type="parTrans" cxnId="{E6AE1280-03D7-4A36-B827-6D4FB5D231C8}">
      <dgm:prSet/>
      <dgm:spPr/>
      <dgm:t>
        <a:bodyPr/>
        <a:lstStyle/>
        <a:p>
          <a:endParaRPr lang="uk-UA"/>
        </a:p>
      </dgm:t>
    </dgm:pt>
    <dgm:pt modelId="{3FAB14B3-1E8B-4342-AC18-5BF0E46BC3D3}" type="sibTrans" cxnId="{E6AE1280-03D7-4A36-B827-6D4FB5D231C8}">
      <dgm:prSet/>
      <dgm:spPr/>
      <dgm:t>
        <a:bodyPr/>
        <a:lstStyle/>
        <a:p>
          <a:endParaRPr lang="uk-UA"/>
        </a:p>
      </dgm:t>
    </dgm:pt>
    <dgm:pt modelId="{2D4D3BFB-DDCA-4394-B12A-F36FC67388AD}">
      <dgm:prSet/>
      <dgm:spPr/>
      <dgm:t>
        <a:bodyPr/>
        <a:lstStyle/>
        <a:p>
          <a:r>
            <a:rPr lang="ru-RU" b="0" i="0"/>
            <a:t>«незалежність» (1991 р. – початок ХХІ ст.)</a:t>
          </a:r>
          <a:endParaRPr lang="uk-UA"/>
        </a:p>
      </dgm:t>
    </dgm:pt>
    <dgm:pt modelId="{447CD2CF-A4F7-4F3F-A934-0EB677263EFC}" type="parTrans" cxnId="{0D640FD8-B347-45EB-9342-E8EF41A76D85}">
      <dgm:prSet/>
      <dgm:spPr/>
      <dgm:t>
        <a:bodyPr/>
        <a:lstStyle/>
        <a:p>
          <a:endParaRPr lang="uk-UA"/>
        </a:p>
      </dgm:t>
    </dgm:pt>
    <dgm:pt modelId="{58018A13-ED42-4A26-9666-7EDDE1805780}" type="sibTrans" cxnId="{0D640FD8-B347-45EB-9342-E8EF41A76D85}">
      <dgm:prSet/>
      <dgm:spPr/>
      <dgm:t>
        <a:bodyPr/>
        <a:lstStyle/>
        <a:p>
          <a:endParaRPr lang="uk-UA"/>
        </a:p>
      </dgm:t>
    </dgm:pt>
    <dgm:pt modelId="{CD30CA83-6B22-42C6-B4BD-763C6B68051F}" type="pres">
      <dgm:prSet presAssocID="{9CC9A0F7-D8B9-41D4-A010-CFF6F624BAEF}" presName="linear" presStyleCnt="0">
        <dgm:presLayoutVars>
          <dgm:animLvl val="lvl"/>
          <dgm:resizeHandles val="exact"/>
        </dgm:presLayoutVars>
      </dgm:prSet>
      <dgm:spPr/>
    </dgm:pt>
    <dgm:pt modelId="{8EB5C088-089F-46A2-9E4F-EF5634673E22}" type="pres">
      <dgm:prSet presAssocID="{0B067FAF-D8CF-49F0-B88C-46A200A7E0C5}" presName="parentText" presStyleLbl="node1" presStyleIdx="0" presStyleCnt="5">
        <dgm:presLayoutVars>
          <dgm:chMax val="0"/>
          <dgm:bulletEnabled val="1"/>
        </dgm:presLayoutVars>
      </dgm:prSet>
      <dgm:spPr/>
    </dgm:pt>
    <dgm:pt modelId="{B45A4BB0-41A0-49AE-B8F6-C0F6A28085B5}" type="pres">
      <dgm:prSet presAssocID="{5CD054EA-9714-46CD-884A-2FFB076B78E6}" presName="spacer" presStyleCnt="0"/>
      <dgm:spPr/>
    </dgm:pt>
    <dgm:pt modelId="{C9E02ADF-ACF2-4472-90AD-EF059F59400E}" type="pres">
      <dgm:prSet presAssocID="{E72C0F5D-B3CD-4C31-8575-692983971CB8}" presName="parentText" presStyleLbl="node1" presStyleIdx="1" presStyleCnt="5">
        <dgm:presLayoutVars>
          <dgm:chMax val="0"/>
          <dgm:bulletEnabled val="1"/>
        </dgm:presLayoutVars>
      </dgm:prSet>
      <dgm:spPr/>
    </dgm:pt>
    <dgm:pt modelId="{0357315F-DCD1-4EFE-939A-C21844D108B0}" type="pres">
      <dgm:prSet presAssocID="{2662212D-5179-4521-90F6-371135220F0A}" presName="spacer" presStyleCnt="0"/>
      <dgm:spPr/>
    </dgm:pt>
    <dgm:pt modelId="{B3142CE9-FEA1-46B4-89B8-0F84B4D7344A}" type="pres">
      <dgm:prSet presAssocID="{E9FE998E-6DC6-4B3D-A330-C7C4D045873C}" presName="parentText" presStyleLbl="node1" presStyleIdx="2" presStyleCnt="5">
        <dgm:presLayoutVars>
          <dgm:chMax val="0"/>
          <dgm:bulletEnabled val="1"/>
        </dgm:presLayoutVars>
      </dgm:prSet>
      <dgm:spPr/>
    </dgm:pt>
    <dgm:pt modelId="{C7E3B8F1-8343-4E54-8632-AC757EDE0089}" type="pres">
      <dgm:prSet presAssocID="{2BD5AFF8-8EF1-4619-8354-A41CB8ED8818}" presName="spacer" presStyleCnt="0"/>
      <dgm:spPr/>
    </dgm:pt>
    <dgm:pt modelId="{BC2BBE93-57F5-44B4-A8FC-3D335026E009}" type="pres">
      <dgm:prSet presAssocID="{DF71D8C1-B5AC-4D2F-ADF2-F1697F136A01}" presName="parentText" presStyleLbl="node1" presStyleIdx="3" presStyleCnt="5">
        <dgm:presLayoutVars>
          <dgm:chMax val="0"/>
          <dgm:bulletEnabled val="1"/>
        </dgm:presLayoutVars>
      </dgm:prSet>
      <dgm:spPr/>
    </dgm:pt>
    <dgm:pt modelId="{2CEAF760-ADC2-48F6-9743-B0A8478BF23C}" type="pres">
      <dgm:prSet presAssocID="{3FAB14B3-1E8B-4342-AC18-5BF0E46BC3D3}" presName="spacer" presStyleCnt="0"/>
      <dgm:spPr/>
    </dgm:pt>
    <dgm:pt modelId="{3E058FC2-B53E-4B3D-8C6C-A9A49290FA80}" type="pres">
      <dgm:prSet presAssocID="{2D4D3BFB-DDCA-4394-B12A-F36FC67388AD}" presName="parentText" presStyleLbl="node1" presStyleIdx="4" presStyleCnt="5">
        <dgm:presLayoutVars>
          <dgm:chMax val="0"/>
          <dgm:bulletEnabled val="1"/>
        </dgm:presLayoutVars>
      </dgm:prSet>
      <dgm:spPr/>
    </dgm:pt>
  </dgm:ptLst>
  <dgm:cxnLst>
    <dgm:cxn modelId="{A8453B19-A08F-41C0-B370-202A328D35A9}" srcId="{9CC9A0F7-D8B9-41D4-A010-CFF6F624BAEF}" destId="{0B067FAF-D8CF-49F0-B88C-46A200A7E0C5}" srcOrd="0" destOrd="0" parTransId="{B9449432-3C3E-4185-B9E3-87869819FF0E}" sibTransId="{5CD054EA-9714-46CD-884A-2FFB076B78E6}"/>
    <dgm:cxn modelId="{F7BA241B-5EF6-412D-99F0-FAACD10FCF2F}" type="presOf" srcId="{DF71D8C1-B5AC-4D2F-ADF2-F1697F136A01}" destId="{BC2BBE93-57F5-44B4-A8FC-3D335026E009}" srcOrd="0" destOrd="0" presId="urn:microsoft.com/office/officeart/2005/8/layout/vList2"/>
    <dgm:cxn modelId="{67488D25-479E-415D-BAA6-1F2E7BCC5915}" srcId="{9CC9A0F7-D8B9-41D4-A010-CFF6F624BAEF}" destId="{E72C0F5D-B3CD-4C31-8575-692983971CB8}" srcOrd="1" destOrd="0" parTransId="{12D138C5-8A79-4D7E-8016-32CAFA498D28}" sibTransId="{2662212D-5179-4521-90F6-371135220F0A}"/>
    <dgm:cxn modelId="{F86BCE75-BC3F-4CC2-A9D6-0A8553C8936D}" type="presOf" srcId="{9CC9A0F7-D8B9-41D4-A010-CFF6F624BAEF}" destId="{CD30CA83-6B22-42C6-B4BD-763C6B68051F}" srcOrd="0" destOrd="0" presId="urn:microsoft.com/office/officeart/2005/8/layout/vList2"/>
    <dgm:cxn modelId="{E6AE1280-03D7-4A36-B827-6D4FB5D231C8}" srcId="{9CC9A0F7-D8B9-41D4-A010-CFF6F624BAEF}" destId="{DF71D8C1-B5AC-4D2F-ADF2-F1697F136A01}" srcOrd="3" destOrd="0" parTransId="{9C35018D-8422-420E-A659-78787C3B2531}" sibTransId="{3FAB14B3-1E8B-4342-AC18-5BF0E46BC3D3}"/>
    <dgm:cxn modelId="{F744F390-A7BE-4268-82E4-631BDC014BA6}" srcId="{9CC9A0F7-D8B9-41D4-A010-CFF6F624BAEF}" destId="{E9FE998E-6DC6-4B3D-A330-C7C4D045873C}" srcOrd="2" destOrd="0" parTransId="{9CC20AEF-90D6-40A6-BA22-C70514B2B752}" sibTransId="{2BD5AFF8-8EF1-4619-8354-A41CB8ED8818}"/>
    <dgm:cxn modelId="{6892F898-AA33-45D3-BD21-0E669AD76037}" type="presOf" srcId="{E9FE998E-6DC6-4B3D-A330-C7C4D045873C}" destId="{B3142CE9-FEA1-46B4-89B8-0F84B4D7344A}" srcOrd="0" destOrd="0" presId="urn:microsoft.com/office/officeart/2005/8/layout/vList2"/>
    <dgm:cxn modelId="{464C4CA2-BE34-4070-8AFF-131A0098821F}" type="presOf" srcId="{E72C0F5D-B3CD-4C31-8575-692983971CB8}" destId="{C9E02ADF-ACF2-4472-90AD-EF059F59400E}" srcOrd="0" destOrd="0" presId="urn:microsoft.com/office/officeart/2005/8/layout/vList2"/>
    <dgm:cxn modelId="{0D640FD8-B347-45EB-9342-E8EF41A76D85}" srcId="{9CC9A0F7-D8B9-41D4-A010-CFF6F624BAEF}" destId="{2D4D3BFB-DDCA-4394-B12A-F36FC67388AD}" srcOrd="4" destOrd="0" parTransId="{447CD2CF-A4F7-4F3F-A934-0EB677263EFC}" sibTransId="{58018A13-ED42-4A26-9666-7EDDE1805780}"/>
    <dgm:cxn modelId="{E17C28F7-4F7E-40C2-86B0-77BF19A8341E}" type="presOf" srcId="{0B067FAF-D8CF-49F0-B88C-46A200A7E0C5}" destId="{8EB5C088-089F-46A2-9E4F-EF5634673E22}" srcOrd="0" destOrd="0" presId="urn:microsoft.com/office/officeart/2005/8/layout/vList2"/>
    <dgm:cxn modelId="{E95E52FC-BD41-473B-B2C8-95C1B100412B}" type="presOf" srcId="{2D4D3BFB-DDCA-4394-B12A-F36FC67388AD}" destId="{3E058FC2-B53E-4B3D-8C6C-A9A49290FA80}" srcOrd="0" destOrd="0" presId="urn:microsoft.com/office/officeart/2005/8/layout/vList2"/>
    <dgm:cxn modelId="{BB0377E4-0762-4FE5-8517-CE298CB7A239}" type="presParOf" srcId="{CD30CA83-6B22-42C6-B4BD-763C6B68051F}" destId="{8EB5C088-089F-46A2-9E4F-EF5634673E22}" srcOrd="0" destOrd="0" presId="urn:microsoft.com/office/officeart/2005/8/layout/vList2"/>
    <dgm:cxn modelId="{537A49BB-DD45-40E6-A09E-48DBF3C14F98}" type="presParOf" srcId="{CD30CA83-6B22-42C6-B4BD-763C6B68051F}" destId="{B45A4BB0-41A0-49AE-B8F6-C0F6A28085B5}" srcOrd="1" destOrd="0" presId="urn:microsoft.com/office/officeart/2005/8/layout/vList2"/>
    <dgm:cxn modelId="{7662E4C8-86C9-4760-B5FF-3A1FEF5B4DC8}" type="presParOf" srcId="{CD30CA83-6B22-42C6-B4BD-763C6B68051F}" destId="{C9E02ADF-ACF2-4472-90AD-EF059F59400E}" srcOrd="2" destOrd="0" presId="urn:microsoft.com/office/officeart/2005/8/layout/vList2"/>
    <dgm:cxn modelId="{FEE9892E-F7EA-4DC0-85B8-BC0E41F7FDCD}" type="presParOf" srcId="{CD30CA83-6B22-42C6-B4BD-763C6B68051F}" destId="{0357315F-DCD1-4EFE-939A-C21844D108B0}" srcOrd="3" destOrd="0" presId="urn:microsoft.com/office/officeart/2005/8/layout/vList2"/>
    <dgm:cxn modelId="{2732CF51-5C68-4B03-8507-A48ED26DE787}" type="presParOf" srcId="{CD30CA83-6B22-42C6-B4BD-763C6B68051F}" destId="{B3142CE9-FEA1-46B4-89B8-0F84B4D7344A}" srcOrd="4" destOrd="0" presId="urn:microsoft.com/office/officeart/2005/8/layout/vList2"/>
    <dgm:cxn modelId="{55451318-7166-429E-8CF7-8C684C597468}" type="presParOf" srcId="{CD30CA83-6B22-42C6-B4BD-763C6B68051F}" destId="{C7E3B8F1-8343-4E54-8632-AC757EDE0089}" srcOrd="5" destOrd="0" presId="urn:microsoft.com/office/officeart/2005/8/layout/vList2"/>
    <dgm:cxn modelId="{0ADFAE4C-687C-4CD2-BD4A-92BE2BAC2741}" type="presParOf" srcId="{CD30CA83-6B22-42C6-B4BD-763C6B68051F}" destId="{BC2BBE93-57F5-44B4-A8FC-3D335026E009}" srcOrd="6" destOrd="0" presId="urn:microsoft.com/office/officeart/2005/8/layout/vList2"/>
    <dgm:cxn modelId="{76891CDA-DF71-4428-8A52-F9821DD219F8}" type="presParOf" srcId="{CD30CA83-6B22-42C6-B4BD-763C6B68051F}" destId="{2CEAF760-ADC2-48F6-9743-B0A8478BF23C}" srcOrd="7" destOrd="0" presId="urn:microsoft.com/office/officeart/2005/8/layout/vList2"/>
    <dgm:cxn modelId="{B6AE7816-7D67-4334-B4F6-59A64E4F91D1}" type="presParOf" srcId="{CD30CA83-6B22-42C6-B4BD-763C6B68051F}" destId="{3E058FC2-B53E-4B3D-8C6C-A9A49290FA80}" srcOrd="8"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792DB9-F9D4-4BD1-A868-A7A251421407}">
      <dsp:nvSpPr>
        <dsp:cNvPr id="0" name=""/>
        <dsp:cNvSpPr/>
      </dsp:nvSpPr>
      <dsp:spPr>
        <a:xfrm>
          <a:off x="0" y="330308"/>
          <a:ext cx="5025216"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a:t>післявоєнна відбудова та розвиток (1945 - початок 1950-х рр.)</a:t>
          </a:r>
          <a:endParaRPr lang="uk-UA" sz="2200" kern="1200"/>
        </a:p>
      </dsp:txBody>
      <dsp:txXfrm>
        <a:off x="42722" y="373030"/>
        <a:ext cx="4939772" cy="789716"/>
      </dsp:txXfrm>
    </dsp:sp>
    <dsp:sp modelId="{385E29D1-8BB6-49F2-9631-42D107763137}">
      <dsp:nvSpPr>
        <dsp:cNvPr id="0" name=""/>
        <dsp:cNvSpPr/>
      </dsp:nvSpPr>
      <dsp:spPr>
        <a:xfrm>
          <a:off x="0" y="1268829"/>
          <a:ext cx="5025216"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a:t>політична та економічна лібералізація суспільства (1953-1964 рр.)</a:t>
          </a:r>
          <a:endParaRPr lang="uk-UA" sz="2200" kern="1200"/>
        </a:p>
      </dsp:txBody>
      <dsp:txXfrm>
        <a:off x="42722" y="1311551"/>
        <a:ext cx="4939772" cy="789716"/>
      </dsp:txXfrm>
    </dsp:sp>
    <dsp:sp modelId="{B1EEC16E-F29B-4CAE-9EC7-C334389C1B86}">
      <dsp:nvSpPr>
        <dsp:cNvPr id="0" name=""/>
        <dsp:cNvSpPr/>
      </dsp:nvSpPr>
      <dsp:spPr>
        <a:xfrm>
          <a:off x="0" y="2207349"/>
          <a:ext cx="5025216"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a:t>загострення кризи радянської системи (середина 1960-х початок 1980-х рр.)</a:t>
          </a:r>
          <a:endParaRPr lang="uk-UA" sz="2200" kern="1200"/>
        </a:p>
      </dsp:txBody>
      <dsp:txXfrm>
        <a:off x="42722" y="2250071"/>
        <a:ext cx="4939772" cy="789716"/>
      </dsp:txXfrm>
    </dsp:sp>
    <dsp:sp modelId="{FC783F69-358B-42E4-BD5A-4EA27B15383A}">
      <dsp:nvSpPr>
        <dsp:cNvPr id="0" name=""/>
        <dsp:cNvSpPr/>
      </dsp:nvSpPr>
      <dsp:spPr>
        <a:xfrm>
          <a:off x="0" y="3145869"/>
          <a:ext cx="5025216"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a:t>Україна в умовах незалежності (1991 р. - початок ХХІ ст.)</a:t>
          </a:r>
          <a:endParaRPr lang="uk-UA" sz="2200" kern="1200"/>
        </a:p>
      </dsp:txBody>
      <dsp:txXfrm>
        <a:off x="42722" y="3188591"/>
        <a:ext cx="4939772" cy="7897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E930EB-8D09-48A0-9ABD-AE6C76182E84}">
      <dsp:nvSpPr>
        <dsp:cNvPr id="0" name=""/>
        <dsp:cNvSpPr/>
      </dsp:nvSpPr>
      <dsp:spPr>
        <a:xfrm>
          <a:off x="0" y="531"/>
          <a:ext cx="5033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FB733D-F560-4229-91F0-8D11A2A87BA0}">
      <dsp:nvSpPr>
        <dsp:cNvPr id="0" name=""/>
        <dsp:cNvSpPr/>
      </dsp:nvSpPr>
      <dsp:spPr>
        <a:xfrm>
          <a:off x="0" y="531"/>
          <a:ext cx="503396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uk-UA" sz="1700" b="0" i="0" kern="1200"/>
            <a:t>«самвидав», «номенклатура», «дефіцит», «правозахисник»</a:t>
          </a:r>
          <a:endParaRPr lang="uk-UA" sz="1700" kern="1200"/>
        </a:p>
      </dsp:txBody>
      <dsp:txXfrm>
        <a:off x="0" y="531"/>
        <a:ext cx="5033960" cy="870055"/>
      </dsp:txXfrm>
    </dsp:sp>
    <dsp:sp modelId="{E28747CA-6E2D-424F-BF7F-06FB261F6406}">
      <dsp:nvSpPr>
        <dsp:cNvPr id="0" name=""/>
        <dsp:cNvSpPr/>
      </dsp:nvSpPr>
      <dsp:spPr>
        <a:xfrm>
          <a:off x="0" y="870586"/>
          <a:ext cx="5033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09AD1C-EA9D-414E-BBC3-604E12512E7A}">
      <dsp:nvSpPr>
        <dsp:cNvPr id="0" name=""/>
        <dsp:cNvSpPr/>
      </dsp:nvSpPr>
      <dsp:spPr>
        <a:xfrm>
          <a:off x="0" y="870586"/>
          <a:ext cx="503396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uk-UA" sz="1700" b="0" i="0" kern="1200"/>
            <a:t>«новий порядок», «радянізація», «план “Ост”», «депортація»</a:t>
          </a:r>
          <a:endParaRPr lang="uk-UA" sz="1700" kern="1200"/>
        </a:p>
      </dsp:txBody>
      <dsp:txXfrm>
        <a:off x="0" y="870586"/>
        <a:ext cx="5033960" cy="870055"/>
      </dsp:txXfrm>
    </dsp:sp>
    <dsp:sp modelId="{F2B84097-B7C2-4A8B-AB38-E0CBBE68201E}">
      <dsp:nvSpPr>
        <dsp:cNvPr id="0" name=""/>
        <dsp:cNvSpPr/>
      </dsp:nvSpPr>
      <dsp:spPr>
        <a:xfrm>
          <a:off x="0" y="1740641"/>
          <a:ext cx="5033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046FB4-CF71-4BFC-A14A-56CDBDADA19E}">
      <dsp:nvSpPr>
        <dsp:cNvPr id="0" name=""/>
        <dsp:cNvSpPr/>
      </dsp:nvSpPr>
      <dsp:spPr>
        <a:xfrm>
          <a:off x="0" y="1740641"/>
          <a:ext cx="503396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uk-UA" sz="1700" b="0" i="0" kern="1200"/>
            <a:t>«приватизація», «тимчасово окупована територія», «антитерористична операція (АТО)», «європейська інтеграція»</a:t>
          </a:r>
          <a:endParaRPr lang="uk-UA" sz="1700" kern="1200"/>
        </a:p>
      </dsp:txBody>
      <dsp:txXfrm>
        <a:off x="0" y="1740641"/>
        <a:ext cx="5033960" cy="870055"/>
      </dsp:txXfrm>
    </dsp:sp>
    <dsp:sp modelId="{AAD1780D-17EA-4856-AAB7-49AA4E575249}">
      <dsp:nvSpPr>
        <dsp:cNvPr id="0" name=""/>
        <dsp:cNvSpPr/>
      </dsp:nvSpPr>
      <dsp:spPr>
        <a:xfrm>
          <a:off x="0" y="2610696"/>
          <a:ext cx="5033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475D173-C760-46C1-A745-BCB3B1DCE211}">
      <dsp:nvSpPr>
        <dsp:cNvPr id="0" name=""/>
        <dsp:cNvSpPr/>
      </dsp:nvSpPr>
      <dsp:spPr>
        <a:xfrm>
          <a:off x="0" y="2610696"/>
          <a:ext cx="503396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uk-UA" sz="1700" b="0" i="0" kern="1200"/>
            <a:t>«операція “Вісла”», «ждановщина», «космополітизм», «лисенківщина»</a:t>
          </a:r>
          <a:endParaRPr lang="uk-UA" sz="1700" kern="1200"/>
        </a:p>
      </dsp:txBody>
      <dsp:txXfrm>
        <a:off x="0" y="2610696"/>
        <a:ext cx="5033960" cy="870055"/>
      </dsp:txXfrm>
    </dsp:sp>
    <dsp:sp modelId="{8D5C20C1-FF71-48EF-990A-2D1718DFE607}">
      <dsp:nvSpPr>
        <dsp:cNvPr id="0" name=""/>
        <dsp:cNvSpPr/>
      </dsp:nvSpPr>
      <dsp:spPr>
        <a:xfrm>
          <a:off x="0" y="3480751"/>
          <a:ext cx="5033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18BAFB-32F7-4A99-BF40-41404673E420}">
      <dsp:nvSpPr>
        <dsp:cNvPr id="0" name=""/>
        <dsp:cNvSpPr/>
      </dsp:nvSpPr>
      <dsp:spPr>
        <a:xfrm>
          <a:off x="0" y="3480751"/>
          <a:ext cx="503396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uk-UA" sz="1700" b="0" i="0" kern="1200"/>
            <a:t>«відлига», «політична реабілітація», «раднаргоспи», «шістдесятники»</a:t>
          </a:r>
          <a:endParaRPr lang="uk-UA" sz="1700" kern="1200"/>
        </a:p>
      </dsp:txBody>
      <dsp:txXfrm>
        <a:off x="0" y="3480751"/>
        <a:ext cx="5033960" cy="8700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900B2F-9165-42BE-B165-D21EF24EE62A}">
      <dsp:nvSpPr>
        <dsp:cNvPr id="0" name=""/>
        <dsp:cNvSpPr/>
      </dsp:nvSpPr>
      <dsp:spPr>
        <a:xfrm>
          <a:off x="0" y="330308"/>
          <a:ext cx="5025216"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ru-RU" sz="2200" b="0" i="0" kern="1200"/>
            <a:t>післявоєнна відбудова та розвиток (1945 – початок 1950-х рр.)</a:t>
          </a:r>
          <a:endParaRPr lang="uk-UA" sz="2200" kern="1200"/>
        </a:p>
      </dsp:txBody>
      <dsp:txXfrm>
        <a:off x="42722" y="373030"/>
        <a:ext cx="4939772" cy="789716"/>
      </dsp:txXfrm>
    </dsp:sp>
    <dsp:sp modelId="{B2449EBF-1C3F-41D3-BBD2-40B530BDB2B4}">
      <dsp:nvSpPr>
        <dsp:cNvPr id="0" name=""/>
        <dsp:cNvSpPr/>
      </dsp:nvSpPr>
      <dsp:spPr>
        <a:xfrm>
          <a:off x="0" y="1268829"/>
          <a:ext cx="5025216"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ru-RU" sz="2200" b="0" i="0" kern="1200"/>
            <a:t>Україна в умовах десталінізації (1953-1964 рр.)</a:t>
          </a:r>
          <a:endParaRPr lang="uk-UA" sz="2200" kern="1200"/>
        </a:p>
      </dsp:txBody>
      <dsp:txXfrm>
        <a:off x="42722" y="1311551"/>
        <a:ext cx="4939772" cy="789716"/>
      </dsp:txXfrm>
    </dsp:sp>
    <dsp:sp modelId="{7D0D979F-566D-483E-AFCF-F4F2A6C8B81E}">
      <dsp:nvSpPr>
        <dsp:cNvPr id="0" name=""/>
        <dsp:cNvSpPr/>
      </dsp:nvSpPr>
      <dsp:spPr>
        <a:xfrm>
          <a:off x="0" y="2207349"/>
          <a:ext cx="5025216"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ru-RU" sz="2200" b="0" i="0" kern="1200"/>
            <a:t>загострення кризи радянської системи (середина 1960-х початок 1980-х рр.)</a:t>
          </a:r>
          <a:endParaRPr lang="uk-UA" sz="2200" kern="1200"/>
        </a:p>
      </dsp:txBody>
      <dsp:txXfrm>
        <a:off x="42722" y="2250071"/>
        <a:ext cx="4939772" cy="789716"/>
      </dsp:txXfrm>
    </dsp:sp>
    <dsp:sp modelId="{1F7A9D74-02F9-4A7E-919C-0DA77DDD332A}">
      <dsp:nvSpPr>
        <dsp:cNvPr id="0" name=""/>
        <dsp:cNvSpPr/>
      </dsp:nvSpPr>
      <dsp:spPr>
        <a:xfrm>
          <a:off x="0" y="3145869"/>
          <a:ext cx="5025216"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ru-RU" sz="2200" b="0" i="0" kern="1200"/>
            <a:t>Україна в умовах незалежності (1991 р. - початок ХХІ ст.)</a:t>
          </a:r>
          <a:endParaRPr lang="uk-UA" sz="2200" kern="1200"/>
        </a:p>
      </dsp:txBody>
      <dsp:txXfrm>
        <a:off x="42722" y="3188591"/>
        <a:ext cx="4939772" cy="78971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A63755-B76B-47DB-88D0-B8FBCE1978BC}">
      <dsp:nvSpPr>
        <dsp:cNvPr id="0" name=""/>
        <dsp:cNvSpPr/>
      </dsp:nvSpPr>
      <dsp:spPr>
        <a:xfrm>
          <a:off x="0" y="531"/>
          <a:ext cx="5033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48D0A9-F0B9-47AB-9DDC-53079A2C1786}">
      <dsp:nvSpPr>
        <dsp:cNvPr id="0" name=""/>
        <dsp:cNvSpPr/>
      </dsp:nvSpPr>
      <dsp:spPr>
        <a:xfrm>
          <a:off x="0" y="531"/>
          <a:ext cx="503396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uk-UA" sz="1700" b="0" i="0" kern="1200"/>
            <a:t>«самвидав», «номенклатура», «дефіцит», «правозахисник»</a:t>
          </a:r>
          <a:endParaRPr lang="uk-UA" sz="1700" kern="1200"/>
        </a:p>
      </dsp:txBody>
      <dsp:txXfrm>
        <a:off x="0" y="531"/>
        <a:ext cx="5033960" cy="870055"/>
      </dsp:txXfrm>
    </dsp:sp>
    <dsp:sp modelId="{CFD42FF7-4900-4592-849D-CED742DDDCD9}">
      <dsp:nvSpPr>
        <dsp:cNvPr id="0" name=""/>
        <dsp:cNvSpPr/>
      </dsp:nvSpPr>
      <dsp:spPr>
        <a:xfrm>
          <a:off x="0" y="870586"/>
          <a:ext cx="5033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933A5D-149E-488F-A869-F2DF6F3DD9A5}">
      <dsp:nvSpPr>
        <dsp:cNvPr id="0" name=""/>
        <dsp:cNvSpPr/>
      </dsp:nvSpPr>
      <dsp:spPr>
        <a:xfrm>
          <a:off x="0" y="870586"/>
          <a:ext cx="503396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uk-UA" sz="1700" b="0" i="0" kern="1200"/>
            <a:t>«новий порядок», «радянізація», «план “Ост”», «депортація»</a:t>
          </a:r>
          <a:endParaRPr lang="uk-UA" sz="1700" kern="1200"/>
        </a:p>
      </dsp:txBody>
      <dsp:txXfrm>
        <a:off x="0" y="870586"/>
        <a:ext cx="5033960" cy="870055"/>
      </dsp:txXfrm>
    </dsp:sp>
    <dsp:sp modelId="{5E68C10C-8227-45F5-B540-E1EA6269CDF4}">
      <dsp:nvSpPr>
        <dsp:cNvPr id="0" name=""/>
        <dsp:cNvSpPr/>
      </dsp:nvSpPr>
      <dsp:spPr>
        <a:xfrm>
          <a:off x="0" y="1740641"/>
          <a:ext cx="5033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53BB33B-56CD-47AF-850F-AD5240900E90}">
      <dsp:nvSpPr>
        <dsp:cNvPr id="0" name=""/>
        <dsp:cNvSpPr/>
      </dsp:nvSpPr>
      <dsp:spPr>
        <a:xfrm>
          <a:off x="0" y="1740641"/>
          <a:ext cx="503396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uk-UA" sz="1700" b="0" i="0" kern="1200"/>
            <a:t>«приватизація», «тимчасово окупована територія», «антитерористична операція (АТО)», «європейська інтеграція»</a:t>
          </a:r>
          <a:endParaRPr lang="uk-UA" sz="1700" kern="1200"/>
        </a:p>
      </dsp:txBody>
      <dsp:txXfrm>
        <a:off x="0" y="1740641"/>
        <a:ext cx="5033960" cy="870055"/>
      </dsp:txXfrm>
    </dsp:sp>
    <dsp:sp modelId="{A5FFC0CC-AF55-4869-AFCF-917170419CFC}">
      <dsp:nvSpPr>
        <dsp:cNvPr id="0" name=""/>
        <dsp:cNvSpPr/>
      </dsp:nvSpPr>
      <dsp:spPr>
        <a:xfrm>
          <a:off x="0" y="2610696"/>
          <a:ext cx="5033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9BEC0D-A83E-4111-A33E-D821FF12D7AF}">
      <dsp:nvSpPr>
        <dsp:cNvPr id="0" name=""/>
        <dsp:cNvSpPr/>
      </dsp:nvSpPr>
      <dsp:spPr>
        <a:xfrm>
          <a:off x="0" y="2610696"/>
          <a:ext cx="503396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uk-UA" sz="1700" b="0" i="0" kern="1200"/>
            <a:t>«“саморозпуск” УГКЦ», «ждановщина», «космополітизм», «лисенківщина»</a:t>
          </a:r>
          <a:endParaRPr lang="uk-UA" sz="1700" kern="1200"/>
        </a:p>
      </dsp:txBody>
      <dsp:txXfrm>
        <a:off x="0" y="2610696"/>
        <a:ext cx="5033960" cy="870055"/>
      </dsp:txXfrm>
    </dsp:sp>
    <dsp:sp modelId="{FA0E51DF-FA76-4379-B547-4002ED03A635}">
      <dsp:nvSpPr>
        <dsp:cNvPr id="0" name=""/>
        <dsp:cNvSpPr/>
      </dsp:nvSpPr>
      <dsp:spPr>
        <a:xfrm>
          <a:off x="0" y="3480751"/>
          <a:ext cx="5033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3EA6DC-7F2E-4B68-88CE-C619F2C1C60C}">
      <dsp:nvSpPr>
        <dsp:cNvPr id="0" name=""/>
        <dsp:cNvSpPr/>
      </dsp:nvSpPr>
      <dsp:spPr>
        <a:xfrm>
          <a:off x="0" y="3480751"/>
          <a:ext cx="503396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uk-UA" sz="1700" b="0" i="0" kern="1200"/>
            <a:t>«відлига», «політична реабілітація», «раднаргоспи», «шістдесятники»</a:t>
          </a:r>
          <a:endParaRPr lang="uk-UA" sz="1700" kern="1200"/>
        </a:p>
      </dsp:txBody>
      <dsp:txXfrm>
        <a:off x="0" y="3480751"/>
        <a:ext cx="5033960" cy="87005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090BCB-C8E9-49FF-B044-74AA1F1A66FD}">
      <dsp:nvSpPr>
        <dsp:cNvPr id="0" name=""/>
        <dsp:cNvSpPr/>
      </dsp:nvSpPr>
      <dsp:spPr>
        <a:xfrm>
          <a:off x="0" y="96987"/>
          <a:ext cx="3235868" cy="2396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1" kern="1200"/>
            <a:t>«Вихід на політичну арену значної кількості нових суспільних формувань змінив сам характер виборів, зробивши основний акцент на їх альтернативності (на 450 мандатів у Верховну Раду УРСР претендувало майже три тисячі кандидатів)…»</a:t>
          </a:r>
          <a:endParaRPr lang="uk-UA" sz="1600" kern="1200"/>
        </a:p>
      </dsp:txBody>
      <dsp:txXfrm>
        <a:off x="116971" y="213958"/>
        <a:ext cx="3001926" cy="2162218"/>
      </dsp:txXfrm>
    </dsp:sp>
    <dsp:sp modelId="{763006F5-61AB-4041-BA1A-B1D086D9A0F4}">
      <dsp:nvSpPr>
        <dsp:cNvPr id="0" name=""/>
        <dsp:cNvSpPr/>
      </dsp:nvSpPr>
      <dsp:spPr>
        <a:xfrm>
          <a:off x="0" y="2539227"/>
          <a:ext cx="3235868" cy="2396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1" kern="1200" dirty="0"/>
            <a:t>«Стійкість і мужність української армії, підтримка армії з боку українського народу стали основними чинниками, які, поряд із тиском Заходу, змушували Росію йти на «заморожування» агресії...»</a:t>
          </a:r>
          <a:endParaRPr lang="uk-UA" sz="1600" kern="1200" dirty="0"/>
        </a:p>
      </dsp:txBody>
      <dsp:txXfrm>
        <a:off x="116971" y="2656198"/>
        <a:ext cx="3001926" cy="216221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B3A466-8E1C-4EAB-A86F-1A747038E6C8}">
      <dsp:nvSpPr>
        <dsp:cNvPr id="0" name=""/>
        <dsp:cNvSpPr/>
      </dsp:nvSpPr>
      <dsp:spPr>
        <a:xfrm>
          <a:off x="0" y="105056"/>
          <a:ext cx="3241498" cy="2457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i="1" kern="1200" dirty="0"/>
            <a:t>«Враховуючи, що існуючі обмеження в становищі </a:t>
          </a:r>
          <a:r>
            <a:rPr lang="uk-UA" sz="1500" i="1" kern="1200" dirty="0" err="1"/>
            <a:t>перебуваючих</a:t>
          </a:r>
          <a:r>
            <a:rPr lang="uk-UA" sz="1500" i="1" kern="1200" dirty="0"/>
            <a:t> на </a:t>
          </a:r>
          <a:r>
            <a:rPr lang="uk-UA" sz="1500" i="1" kern="1200" dirty="0" err="1"/>
            <a:t>спецпоселенні</a:t>
          </a:r>
          <a:r>
            <a:rPr lang="uk-UA" sz="1500" i="1" kern="1200" dirty="0"/>
            <a:t> виселених кримських татар …у подальшому не є необхідними, Президія Верховної Ради СРСР ухвалює: …звільнити з-під адміністративного нагляду кримських татар…»</a:t>
          </a:r>
          <a:endParaRPr lang="uk-UA" sz="1500" kern="1200" dirty="0"/>
        </a:p>
      </dsp:txBody>
      <dsp:txXfrm>
        <a:off x="119941" y="224997"/>
        <a:ext cx="3001616" cy="2217118"/>
      </dsp:txXfrm>
    </dsp:sp>
    <dsp:sp modelId="{44BF7342-4064-43BD-BB73-380232367FEB}">
      <dsp:nvSpPr>
        <dsp:cNvPr id="0" name=""/>
        <dsp:cNvSpPr/>
      </dsp:nvSpPr>
      <dsp:spPr>
        <a:xfrm>
          <a:off x="0" y="2605256"/>
          <a:ext cx="3241498" cy="2457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i="1" kern="1200"/>
            <a:t>«…У СРСР побудовано розвинене соціалістичне суспільство. На цьому етапі… все повніше розкриваються… переваги соціалістичного способу життя… Це суспільство зрілих соціалістичних суспільних відносин, у якому… склалася нова історична спільність – радянський народ…»</a:t>
          </a:r>
          <a:endParaRPr lang="uk-UA" sz="1500" kern="1200"/>
        </a:p>
      </dsp:txBody>
      <dsp:txXfrm>
        <a:off x="119941" y="2725197"/>
        <a:ext cx="3001616" cy="221711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E693C4-2C31-4687-93AE-53DDE668ED14}">
      <dsp:nvSpPr>
        <dsp:cNvPr id="0" name=""/>
        <dsp:cNvSpPr/>
      </dsp:nvSpPr>
      <dsp:spPr>
        <a:xfrm>
          <a:off x="0" y="531"/>
          <a:ext cx="410432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296CC1-9CC5-4292-8513-D4A9CF2F0B14}">
      <dsp:nvSpPr>
        <dsp:cNvPr id="0" name=""/>
        <dsp:cNvSpPr/>
      </dsp:nvSpPr>
      <dsp:spPr>
        <a:xfrm>
          <a:off x="0" y="531"/>
          <a:ext cx="410432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uk-UA" sz="1700" b="0" i="0" kern="1200"/>
            <a:t>Україна в перші післявоєнні роки (1945 – початок 1950-х рр.)</a:t>
          </a:r>
          <a:endParaRPr lang="uk-UA" sz="1700" kern="1200"/>
        </a:p>
      </dsp:txBody>
      <dsp:txXfrm>
        <a:off x="0" y="531"/>
        <a:ext cx="4104320" cy="870055"/>
      </dsp:txXfrm>
    </dsp:sp>
    <dsp:sp modelId="{74B4D0E3-6921-4EF2-8D2A-827DE03055FD}">
      <dsp:nvSpPr>
        <dsp:cNvPr id="0" name=""/>
        <dsp:cNvSpPr/>
      </dsp:nvSpPr>
      <dsp:spPr>
        <a:xfrm>
          <a:off x="0" y="870586"/>
          <a:ext cx="410432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BC9217-3418-4452-9822-E79B28E06370}">
      <dsp:nvSpPr>
        <dsp:cNvPr id="0" name=""/>
        <dsp:cNvSpPr/>
      </dsp:nvSpPr>
      <dsp:spPr>
        <a:xfrm>
          <a:off x="0" y="870586"/>
          <a:ext cx="410432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uk-UA" sz="1700" b="0" i="0" kern="1200"/>
            <a:t>Україна в умовах десталінізації (1953–1964 рр.)</a:t>
          </a:r>
          <a:endParaRPr lang="uk-UA" sz="1700" kern="1200"/>
        </a:p>
      </dsp:txBody>
      <dsp:txXfrm>
        <a:off x="0" y="870586"/>
        <a:ext cx="4104320" cy="870055"/>
      </dsp:txXfrm>
    </dsp:sp>
    <dsp:sp modelId="{55CE36B4-1D18-4B2A-8F0C-EB7C4346B940}">
      <dsp:nvSpPr>
        <dsp:cNvPr id="0" name=""/>
        <dsp:cNvSpPr/>
      </dsp:nvSpPr>
      <dsp:spPr>
        <a:xfrm>
          <a:off x="0" y="1740641"/>
          <a:ext cx="410432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B6CFB4-D38F-4CCB-B7D7-BE2955566020}">
      <dsp:nvSpPr>
        <dsp:cNvPr id="0" name=""/>
        <dsp:cNvSpPr/>
      </dsp:nvSpPr>
      <dsp:spPr>
        <a:xfrm>
          <a:off x="0" y="1740641"/>
          <a:ext cx="410432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uk-UA" sz="1700" b="0" i="0" kern="1200"/>
            <a:t>Україна в період загострення кризи радянської системи (1965–1985 рр.)</a:t>
          </a:r>
          <a:endParaRPr lang="uk-UA" sz="1700" kern="1200"/>
        </a:p>
      </dsp:txBody>
      <dsp:txXfrm>
        <a:off x="0" y="1740641"/>
        <a:ext cx="4104320" cy="870055"/>
      </dsp:txXfrm>
    </dsp:sp>
    <dsp:sp modelId="{0C6DE7C7-3443-4A84-B0CF-08EB41BBB7D8}">
      <dsp:nvSpPr>
        <dsp:cNvPr id="0" name=""/>
        <dsp:cNvSpPr/>
      </dsp:nvSpPr>
      <dsp:spPr>
        <a:xfrm>
          <a:off x="0" y="2610696"/>
          <a:ext cx="410432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666FFB-0ADF-4550-9456-1F29CC2F8C1E}">
      <dsp:nvSpPr>
        <dsp:cNvPr id="0" name=""/>
        <dsp:cNvSpPr/>
      </dsp:nvSpPr>
      <dsp:spPr>
        <a:xfrm>
          <a:off x="0" y="2610696"/>
          <a:ext cx="410432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uk-UA" sz="1700" b="0" i="0" kern="1200" dirty="0"/>
            <a:t>розпад Радянського Союзу та відродження незалежності України (1985–1991 рр.)</a:t>
          </a:r>
          <a:endParaRPr lang="uk-UA" sz="1700" kern="1200" dirty="0"/>
        </a:p>
      </dsp:txBody>
      <dsp:txXfrm>
        <a:off x="0" y="2610696"/>
        <a:ext cx="4104320" cy="870055"/>
      </dsp:txXfrm>
    </dsp:sp>
    <dsp:sp modelId="{C60CC8B3-DEB7-4478-89C6-4E914BB51794}">
      <dsp:nvSpPr>
        <dsp:cNvPr id="0" name=""/>
        <dsp:cNvSpPr/>
      </dsp:nvSpPr>
      <dsp:spPr>
        <a:xfrm>
          <a:off x="0" y="3480751"/>
          <a:ext cx="410432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95351C-AFEB-422D-AF72-35D0C638E606}">
      <dsp:nvSpPr>
        <dsp:cNvPr id="0" name=""/>
        <dsp:cNvSpPr/>
      </dsp:nvSpPr>
      <dsp:spPr>
        <a:xfrm>
          <a:off x="0" y="3480751"/>
          <a:ext cx="410432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uk-UA" sz="1700" b="0" i="0" kern="1200"/>
            <a:t>Україна в умовах незалежності (1991 р. – початок </a:t>
          </a:r>
          <a:r>
            <a:rPr lang="en-US" sz="1700" b="0" i="0" kern="1200"/>
            <a:t>XXI </a:t>
          </a:r>
          <a:r>
            <a:rPr lang="uk-UA" sz="1700" b="0" i="0" kern="1200"/>
            <a:t>ст.)</a:t>
          </a:r>
          <a:endParaRPr lang="uk-UA" sz="1700" kern="1200"/>
        </a:p>
      </dsp:txBody>
      <dsp:txXfrm>
        <a:off x="0" y="3480751"/>
        <a:ext cx="4104320" cy="87005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078D6A-95A7-4693-83D9-A24CF84C3575}">
      <dsp:nvSpPr>
        <dsp:cNvPr id="0" name=""/>
        <dsp:cNvSpPr/>
      </dsp:nvSpPr>
      <dsp:spPr>
        <a:xfrm>
          <a:off x="0" y="330308"/>
          <a:ext cx="5025216"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a:t>обрання України членом Ради Європи (РЄ)</a:t>
          </a:r>
          <a:endParaRPr lang="uk-UA" sz="2200" kern="1200"/>
        </a:p>
      </dsp:txBody>
      <dsp:txXfrm>
        <a:off x="42722" y="373030"/>
        <a:ext cx="4939772" cy="789716"/>
      </dsp:txXfrm>
    </dsp:sp>
    <dsp:sp modelId="{6FFF97D5-1C6B-4665-A8CB-11DF4BDBABE1}">
      <dsp:nvSpPr>
        <dsp:cNvPr id="0" name=""/>
        <dsp:cNvSpPr/>
      </dsp:nvSpPr>
      <dsp:spPr>
        <a:xfrm>
          <a:off x="0" y="1268829"/>
          <a:ext cx="5025216"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a:t>вступ України до Світової організації торгівлі (СОТ)</a:t>
          </a:r>
          <a:endParaRPr lang="uk-UA" sz="2200" kern="1200"/>
        </a:p>
      </dsp:txBody>
      <dsp:txXfrm>
        <a:off x="42722" y="1311551"/>
        <a:ext cx="4939772" cy="789716"/>
      </dsp:txXfrm>
    </dsp:sp>
    <dsp:sp modelId="{B66815B1-EB35-46C5-9302-7B77DBE3CBA8}">
      <dsp:nvSpPr>
        <dsp:cNvPr id="0" name=""/>
        <dsp:cNvSpPr/>
      </dsp:nvSpPr>
      <dsp:spPr>
        <a:xfrm>
          <a:off x="0" y="2207349"/>
          <a:ext cx="5025216"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a:t>запровадження національної грошової одиниці – гривні</a:t>
          </a:r>
          <a:endParaRPr lang="uk-UA" sz="2200" kern="1200"/>
        </a:p>
      </dsp:txBody>
      <dsp:txXfrm>
        <a:off x="42722" y="2250071"/>
        <a:ext cx="4939772" cy="789716"/>
      </dsp:txXfrm>
    </dsp:sp>
    <dsp:sp modelId="{A60C5456-BD27-4DD7-97C1-99BC2694B751}">
      <dsp:nvSpPr>
        <dsp:cNvPr id="0" name=""/>
        <dsp:cNvSpPr/>
      </dsp:nvSpPr>
      <dsp:spPr>
        <a:xfrm>
          <a:off x="0" y="3145869"/>
          <a:ext cx="5025216"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a:t>підписання Україною Угоди про асоціацію з Європейським Союзом (ЄС)</a:t>
          </a:r>
          <a:endParaRPr lang="uk-UA" sz="2200" kern="1200"/>
        </a:p>
      </dsp:txBody>
      <dsp:txXfrm>
        <a:off x="42722" y="3188591"/>
        <a:ext cx="4939772" cy="78971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5D0259-1F42-4292-AFDA-B4FF79909E0B}">
      <dsp:nvSpPr>
        <dsp:cNvPr id="0" name=""/>
        <dsp:cNvSpPr/>
      </dsp:nvSpPr>
      <dsp:spPr>
        <a:xfrm rot="10800000">
          <a:off x="1018783" y="380"/>
          <a:ext cx="3347583" cy="702382"/>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9731" tIns="121920" rIns="227584" bIns="121920" numCol="1" spcCol="1270" anchor="ctr" anchorCtr="0">
          <a:noAutofit/>
        </a:bodyPr>
        <a:lstStyle/>
        <a:p>
          <a:pPr marL="0" lvl="0" indent="0" algn="ctr" defTabSz="1422400">
            <a:lnSpc>
              <a:spcPct val="90000"/>
            </a:lnSpc>
            <a:spcBef>
              <a:spcPct val="0"/>
            </a:spcBef>
            <a:spcAft>
              <a:spcPct val="35000"/>
            </a:spcAft>
            <a:buNone/>
          </a:pPr>
          <a:r>
            <a:rPr lang="ru-RU" sz="3200" b="0" i="0" kern="1200"/>
            <a:t>1995 р.</a:t>
          </a:r>
          <a:endParaRPr lang="uk-UA" sz="3200" kern="1200"/>
        </a:p>
      </dsp:txBody>
      <dsp:txXfrm rot="10800000">
        <a:off x="1194378" y="380"/>
        <a:ext cx="3171988" cy="702382"/>
      </dsp:txXfrm>
    </dsp:sp>
    <dsp:sp modelId="{0E37CA90-380F-4800-AE4C-F1EE12617FEB}">
      <dsp:nvSpPr>
        <dsp:cNvPr id="0" name=""/>
        <dsp:cNvSpPr/>
      </dsp:nvSpPr>
      <dsp:spPr>
        <a:xfrm>
          <a:off x="667592" y="380"/>
          <a:ext cx="702382" cy="702382"/>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AD63E97-9399-40ED-BEF7-11F455EAF606}">
      <dsp:nvSpPr>
        <dsp:cNvPr id="0" name=""/>
        <dsp:cNvSpPr/>
      </dsp:nvSpPr>
      <dsp:spPr>
        <a:xfrm rot="10800000">
          <a:off x="1018783" y="912428"/>
          <a:ext cx="3347583" cy="702382"/>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9731" tIns="121920" rIns="227584" bIns="121920" numCol="1" spcCol="1270" anchor="ctr" anchorCtr="0">
          <a:noAutofit/>
        </a:bodyPr>
        <a:lstStyle/>
        <a:p>
          <a:pPr marL="0" lvl="0" indent="0" algn="ctr" defTabSz="1422400">
            <a:lnSpc>
              <a:spcPct val="90000"/>
            </a:lnSpc>
            <a:spcBef>
              <a:spcPct val="0"/>
            </a:spcBef>
            <a:spcAft>
              <a:spcPct val="35000"/>
            </a:spcAft>
            <a:buNone/>
          </a:pPr>
          <a:r>
            <a:rPr lang="ru-RU" sz="3200" b="0" i="0" kern="1200"/>
            <a:t>1996 р.</a:t>
          </a:r>
          <a:endParaRPr lang="uk-UA" sz="3200" kern="1200"/>
        </a:p>
      </dsp:txBody>
      <dsp:txXfrm rot="10800000">
        <a:off x="1194378" y="912428"/>
        <a:ext cx="3171988" cy="702382"/>
      </dsp:txXfrm>
    </dsp:sp>
    <dsp:sp modelId="{8E01D9AA-E39A-42E0-BC76-3C9D27A20B12}">
      <dsp:nvSpPr>
        <dsp:cNvPr id="0" name=""/>
        <dsp:cNvSpPr/>
      </dsp:nvSpPr>
      <dsp:spPr>
        <a:xfrm>
          <a:off x="667592" y="912428"/>
          <a:ext cx="702382" cy="702382"/>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3CF6ACE-6771-4094-AB08-FF74C74262D3}">
      <dsp:nvSpPr>
        <dsp:cNvPr id="0" name=""/>
        <dsp:cNvSpPr/>
      </dsp:nvSpPr>
      <dsp:spPr>
        <a:xfrm rot="10800000">
          <a:off x="1018783" y="1824477"/>
          <a:ext cx="3347583" cy="702382"/>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9731" tIns="121920" rIns="227584" bIns="121920" numCol="1" spcCol="1270" anchor="ctr" anchorCtr="0">
          <a:noAutofit/>
        </a:bodyPr>
        <a:lstStyle/>
        <a:p>
          <a:pPr marL="0" lvl="0" indent="0" algn="ctr" defTabSz="1422400">
            <a:lnSpc>
              <a:spcPct val="90000"/>
            </a:lnSpc>
            <a:spcBef>
              <a:spcPct val="0"/>
            </a:spcBef>
            <a:spcAft>
              <a:spcPct val="35000"/>
            </a:spcAft>
            <a:buNone/>
          </a:pPr>
          <a:r>
            <a:rPr lang="ru-RU" sz="3200" b="0" i="0" kern="1200"/>
            <a:t>2004 р.</a:t>
          </a:r>
          <a:endParaRPr lang="uk-UA" sz="3200" kern="1200"/>
        </a:p>
      </dsp:txBody>
      <dsp:txXfrm rot="10800000">
        <a:off x="1194378" y="1824477"/>
        <a:ext cx="3171988" cy="702382"/>
      </dsp:txXfrm>
    </dsp:sp>
    <dsp:sp modelId="{36D06AB2-8F20-4DD8-9108-C46103B90F17}">
      <dsp:nvSpPr>
        <dsp:cNvPr id="0" name=""/>
        <dsp:cNvSpPr/>
      </dsp:nvSpPr>
      <dsp:spPr>
        <a:xfrm>
          <a:off x="667592" y="1824477"/>
          <a:ext cx="702382" cy="702382"/>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A9C1BA7-5DAE-433E-B261-346E34084AEC}">
      <dsp:nvSpPr>
        <dsp:cNvPr id="0" name=""/>
        <dsp:cNvSpPr/>
      </dsp:nvSpPr>
      <dsp:spPr>
        <a:xfrm rot="10800000">
          <a:off x="1018783" y="2736526"/>
          <a:ext cx="3347583" cy="702382"/>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9731" tIns="121920" rIns="227584" bIns="121920" numCol="1" spcCol="1270" anchor="ctr" anchorCtr="0">
          <a:noAutofit/>
        </a:bodyPr>
        <a:lstStyle/>
        <a:p>
          <a:pPr marL="0" lvl="0" indent="0" algn="ctr" defTabSz="1422400">
            <a:lnSpc>
              <a:spcPct val="90000"/>
            </a:lnSpc>
            <a:spcBef>
              <a:spcPct val="0"/>
            </a:spcBef>
            <a:spcAft>
              <a:spcPct val="35000"/>
            </a:spcAft>
            <a:buNone/>
          </a:pPr>
          <a:r>
            <a:rPr lang="ru-RU" sz="3200" b="0" i="0" kern="1200"/>
            <a:t>2008 р.</a:t>
          </a:r>
          <a:endParaRPr lang="uk-UA" sz="3200" kern="1200"/>
        </a:p>
      </dsp:txBody>
      <dsp:txXfrm rot="10800000">
        <a:off x="1194378" y="2736526"/>
        <a:ext cx="3171988" cy="702382"/>
      </dsp:txXfrm>
    </dsp:sp>
    <dsp:sp modelId="{52F0EC45-4DEB-4164-A475-5AC5D23C3DEB}">
      <dsp:nvSpPr>
        <dsp:cNvPr id="0" name=""/>
        <dsp:cNvSpPr/>
      </dsp:nvSpPr>
      <dsp:spPr>
        <a:xfrm>
          <a:off x="667592" y="2736526"/>
          <a:ext cx="702382" cy="702382"/>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05550A9-AEAD-4797-8C14-A0076023B82E}">
      <dsp:nvSpPr>
        <dsp:cNvPr id="0" name=""/>
        <dsp:cNvSpPr/>
      </dsp:nvSpPr>
      <dsp:spPr>
        <a:xfrm rot="10800000">
          <a:off x="1018783" y="3648575"/>
          <a:ext cx="3347583" cy="702382"/>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9731" tIns="121920" rIns="227584" bIns="121920" numCol="1" spcCol="1270" anchor="ctr" anchorCtr="0">
          <a:noAutofit/>
        </a:bodyPr>
        <a:lstStyle/>
        <a:p>
          <a:pPr marL="0" lvl="0" indent="0" algn="ctr" defTabSz="1422400">
            <a:lnSpc>
              <a:spcPct val="90000"/>
            </a:lnSpc>
            <a:spcBef>
              <a:spcPct val="0"/>
            </a:spcBef>
            <a:spcAft>
              <a:spcPct val="35000"/>
            </a:spcAft>
            <a:buNone/>
          </a:pPr>
          <a:r>
            <a:rPr lang="ru-RU" sz="3200" b="0" i="0" kern="1200"/>
            <a:t>2014 р.</a:t>
          </a:r>
          <a:endParaRPr lang="uk-UA" sz="3200" kern="1200"/>
        </a:p>
      </dsp:txBody>
      <dsp:txXfrm rot="10800000">
        <a:off x="1194378" y="3648575"/>
        <a:ext cx="3171988" cy="702382"/>
      </dsp:txXfrm>
    </dsp:sp>
    <dsp:sp modelId="{3D5F6397-BC84-4C75-93EA-8640AB730EEC}">
      <dsp:nvSpPr>
        <dsp:cNvPr id="0" name=""/>
        <dsp:cNvSpPr/>
      </dsp:nvSpPr>
      <dsp:spPr>
        <a:xfrm>
          <a:off x="667592" y="3648575"/>
          <a:ext cx="702382" cy="702382"/>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289942-2FDE-4DF9-B24C-1B67473D2AD8}">
      <dsp:nvSpPr>
        <dsp:cNvPr id="0" name=""/>
        <dsp:cNvSpPr/>
      </dsp:nvSpPr>
      <dsp:spPr>
        <a:xfrm rot="10800000">
          <a:off x="1063662" y="2655"/>
          <a:ext cx="3341768" cy="88775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75" tIns="64770" rIns="120904" bIns="64770" numCol="1" spcCol="1270" anchor="ctr" anchorCtr="0">
          <a:noAutofit/>
        </a:bodyPr>
        <a:lstStyle/>
        <a:p>
          <a:pPr marL="0" lvl="0" indent="0" algn="ctr" defTabSz="755650">
            <a:lnSpc>
              <a:spcPct val="90000"/>
            </a:lnSpc>
            <a:spcBef>
              <a:spcPct val="0"/>
            </a:spcBef>
            <a:spcAft>
              <a:spcPct val="35000"/>
            </a:spcAft>
            <a:buNone/>
          </a:pPr>
          <a:r>
            <a:rPr lang="ru-RU" sz="1700" b="0" i="0" kern="1200"/>
            <a:t>перші альтернативні вибори до Верховної Ради УРСР</a:t>
          </a:r>
          <a:endParaRPr lang="uk-UA" sz="1700" kern="1200"/>
        </a:p>
      </dsp:txBody>
      <dsp:txXfrm rot="10800000">
        <a:off x="1285601" y="2655"/>
        <a:ext cx="3119829" cy="887755"/>
      </dsp:txXfrm>
    </dsp:sp>
    <dsp:sp modelId="{D2F7A246-DA62-4E10-A290-A96B43A6C450}">
      <dsp:nvSpPr>
        <dsp:cNvPr id="0" name=""/>
        <dsp:cNvSpPr/>
      </dsp:nvSpPr>
      <dsp:spPr>
        <a:xfrm>
          <a:off x="619784" y="2655"/>
          <a:ext cx="887755" cy="887755"/>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9FB3D73-8B2B-4708-AF40-8F88B75C4690}">
      <dsp:nvSpPr>
        <dsp:cNvPr id="0" name=""/>
        <dsp:cNvSpPr/>
      </dsp:nvSpPr>
      <dsp:spPr>
        <a:xfrm rot="10800000">
          <a:off x="1063662" y="1155412"/>
          <a:ext cx="3341768" cy="88775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75" tIns="64770" rIns="120904" bIns="64770" numCol="1" spcCol="1270" anchor="ctr" anchorCtr="0">
          <a:noAutofit/>
        </a:bodyPr>
        <a:lstStyle/>
        <a:p>
          <a:pPr marL="0" lvl="0" indent="0" algn="ctr" defTabSz="755650">
            <a:lnSpc>
              <a:spcPct val="90000"/>
            </a:lnSpc>
            <a:spcBef>
              <a:spcPct val="0"/>
            </a:spcBef>
            <a:spcAft>
              <a:spcPct val="35000"/>
            </a:spcAft>
            <a:buNone/>
          </a:pPr>
          <a:r>
            <a:rPr lang="ru-RU" sz="1700" b="0" i="0" kern="1200"/>
            <a:t>спроба державного перевороту в СРСР</a:t>
          </a:r>
          <a:endParaRPr lang="uk-UA" sz="1700" kern="1200"/>
        </a:p>
      </dsp:txBody>
      <dsp:txXfrm rot="10800000">
        <a:off x="1285601" y="1155412"/>
        <a:ext cx="3119829" cy="887755"/>
      </dsp:txXfrm>
    </dsp:sp>
    <dsp:sp modelId="{2BC35593-766B-43AD-AC4A-BB8D3751BFB3}">
      <dsp:nvSpPr>
        <dsp:cNvPr id="0" name=""/>
        <dsp:cNvSpPr/>
      </dsp:nvSpPr>
      <dsp:spPr>
        <a:xfrm>
          <a:off x="619784" y="1155412"/>
          <a:ext cx="887755" cy="887755"/>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5FD837F-EE68-412B-840D-BF284E663EDF}">
      <dsp:nvSpPr>
        <dsp:cNvPr id="0" name=""/>
        <dsp:cNvSpPr/>
      </dsp:nvSpPr>
      <dsp:spPr>
        <a:xfrm rot="10800000">
          <a:off x="1063662" y="2308169"/>
          <a:ext cx="3341768" cy="88775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75" tIns="64770" rIns="120904" bIns="64770" numCol="1" spcCol="1270" anchor="ctr" anchorCtr="0">
          <a:noAutofit/>
        </a:bodyPr>
        <a:lstStyle/>
        <a:p>
          <a:pPr marL="0" lvl="0" indent="0" algn="ctr" defTabSz="755650">
            <a:lnSpc>
              <a:spcPct val="90000"/>
            </a:lnSpc>
            <a:spcBef>
              <a:spcPct val="0"/>
            </a:spcBef>
            <a:spcAft>
              <a:spcPct val="35000"/>
            </a:spcAft>
            <a:buNone/>
          </a:pPr>
          <a:r>
            <a:rPr lang="ru-RU" sz="1700" b="0" i="0" kern="1200"/>
            <a:t>«Революція Гідності»</a:t>
          </a:r>
          <a:endParaRPr lang="uk-UA" sz="1700" kern="1200"/>
        </a:p>
      </dsp:txBody>
      <dsp:txXfrm rot="10800000">
        <a:off x="1285601" y="2308169"/>
        <a:ext cx="3119829" cy="887755"/>
      </dsp:txXfrm>
    </dsp:sp>
    <dsp:sp modelId="{EAA00FCD-109C-4EC7-81E7-B8B890431E5A}">
      <dsp:nvSpPr>
        <dsp:cNvPr id="0" name=""/>
        <dsp:cNvSpPr/>
      </dsp:nvSpPr>
      <dsp:spPr>
        <a:xfrm>
          <a:off x="619784" y="2308169"/>
          <a:ext cx="887755" cy="887755"/>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5CCF04C-65E8-456D-AED0-57DA51ADF1C1}">
      <dsp:nvSpPr>
        <dsp:cNvPr id="0" name=""/>
        <dsp:cNvSpPr/>
      </dsp:nvSpPr>
      <dsp:spPr>
        <a:xfrm rot="10800000">
          <a:off x="1063662" y="3460926"/>
          <a:ext cx="3341768" cy="88775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75" tIns="64770" rIns="120904" bIns="64770" numCol="1" spcCol="1270" anchor="ctr" anchorCtr="0">
          <a:noAutofit/>
        </a:bodyPr>
        <a:lstStyle/>
        <a:p>
          <a:pPr marL="0" lvl="0" indent="0" algn="ctr" defTabSz="755650">
            <a:lnSpc>
              <a:spcPct val="90000"/>
            </a:lnSpc>
            <a:spcBef>
              <a:spcPct val="0"/>
            </a:spcBef>
            <a:spcAft>
              <a:spcPct val="35000"/>
            </a:spcAft>
            <a:buNone/>
          </a:pPr>
          <a:r>
            <a:rPr lang="ru-RU" sz="1700" b="0" i="0" kern="1200"/>
            <a:t>російська збройна агресія проти України</a:t>
          </a:r>
          <a:endParaRPr lang="uk-UA" sz="1700" kern="1200"/>
        </a:p>
      </dsp:txBody>
      <dsp:txXfrm rot="10800000">
        <a:off x="1285601" y="3460926"/>
        <a:ext cx="3119829" cy="887755"/>
      </dsp:txXfrm>
    </dsp:sp>
    <dsp:sp modelId="{496410B3-F42E-42E0-BD31-C85356214A05}">
      <dsp:nvSpPr>
        <dsp:cNvPr id="0" name=""/>
        <dsp:cNvSpPr/>
      </dsp:nvSpPr>
      <dsp:spPr>
        <a:xfrm>
          <a:off x="619784" y="3460926"/>
          <a:ext cx="887755" cy="887755"/>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7C06BC-003D-4E05-944C-E0BCD9B0B204}">
      <dsp:nvSpPr>
        <dsp:cNvPr id="0" name=""/>
        <dsp:cNvSpPr/>
      </dsp:nvSpPr>
      <dsp:spPr>
        <a:xfrm>
          <a:off x="0" y="284356"/>
          <a:ext cx="5033960" cy="71505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укладення Мінських угод</a:t>
          </a:r>
          <a:endParaRPr lang="uk-UA" sz="1800" kern="1200"/>
        </a:p>
      </dsp:txBody>
      <dsp:txXfrm>
        <a:off x="34906" y="319262"/>
        <a:ext cx="4964148" cy="645240"/>
      </dsp:txXfrm>
    </dsp:sp>
    <dsp:sp modelId="{7671C53E-5E97-4F9A-A999-BDAD6CFA6D02}">
      <dsp:nvSpPr>
        <dsp:cNvPr id="0" name=""/>
        <dsp:cNvSpPr/>
      </dsp:nvSpPr>
      <dsp:spPr>
        <a:xfrm>
          <a:off x="0" y="1051249"/>
          <a:ext cx="5033960" cy="71505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ухвалення Верховною Радою УРСР Акта проголошення незалежності України</a:t>
          </a:r>
          <a:endParaRPr lang="uk-UA" sz="1800" kern="1200"/>
        </a:p>
      </dsp:txBody>
      <dsp:txXfrm>
        <a:off x="34906" y="1086155"/>
        <a:ext cx="4964148" cy="645240"/>
      </dsp:txXfrm>
    </dsp:sp>
    <dsp:sp modelId="{E0833EFD-9321-439E-90D8-D233EFC808AE}">
      <dsp:nvSpPr>
        <dsp:cNvPr id="0" name=""/>
        <dsp:cNvSpPr/>
      </dsp:nvSpPr>
      <dsp:spPr>
        <a:xfrm>
          <a:off x="0" y="1818142"/>
          <a:ext cx="5033960" cy="71505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підписання Україною Угоди про асоціацію з Європейським Союзом (ЄС)</a:t>
          </a:r>
          <a:endParaRPr lang="uk-UA" sz="1800" kern="1200"/>
        </a:p>
      </dsp:txBody>
      <dsp:txXfrm>
        <a:off x="34906" y="1853048"/>
        <a:ext cx="4964148" cy="645240"/>
      </dsp:txXfrm>
    </dsp:sp>
    <dsp:sp modelId="{1AA1DC99-56CB-41D1-8E6D-C64C5CFABFDE}">
      <dsp:nvSpPr>
        <dsp:cNvPr id="0" name=""/>
        <dsp:cNvSpPr/>
      </dsp:nvSpPr>
      <dsp:spPr>
        <a:xfrm>
          <a:off x="0" y="2585035"/>
          <a:ext cx="5033960" cy="71505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ухвалення Верховною Радою УРСР Декларації про державний суверенітет України</a:t>
          </a:r>
          <a:endParaRPr lang="uk-UA" sz="1800" kern="1200"/>
        </a:p>
      </dsp:txBody>
      <dsp:txXfrm>
        <a:off x="34906" y="2619941"/>
        <a:ext cx="4964148" cy="645240"/>
      </dsp:txXfrm>
    </dsp:sp>
    <dsp:sp modelId="{7F2082F8-0891-465E-BFB3-4BBA3A2219C5}">
      <dsp:nvSpPr>
        <dsp:cNvPr id="0" name=""/>
        <dsp:cNvSpPr/>
      </dsp:nvSpPr>
      <dsp:spPr>
        <a:xfrm>
          <a:off x="0" y="3351928"/>
          <a:ext cx="5033960" cy="71505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створення Меджлісу кримськотатарського народу</a:t>
          </a:r>
          <a:endParaRPr lang="uk-UA" sz="1800" kern="1200"/>
        </a:p>
      </dsp:txBody>
      <dsp:txXfrm>
        <a:off x="34906" y="3386834"/>
        <a:ext cx="4964148" cy="64524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37F2F9-8CF5-4A72-8832-62AE2C239EA7}">
      <dsp:nvSpPr>
        <dsp:cNvPr id="0" name=""/>
        <dsp:cNvSpPr/>
      </dsp:nvSpPr>
      <dsp:spPr>
        <a:xfrm rot="10800000">
          <a:off x="1063662" y="2655"/>
          <a:ext cx="3341768" cy="88775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75" tIns="156210" rIns="291592" bIns="156210" numCol="1" spcCol="1270" anchor="ctr" anchorCtr="0">
          <a:noAutofit/>
        </a:bodyPr>
        <a:lstStyle/>
        <a:p>
          <a:pPr marL="0" lvl="0" indent="0" algn="ctr" defTabSz="1822450">
            <a:lnSpc>
              <a:spcPct val="90000"/>
            </a:lnSpc>
            <a:spcBef>
              <a:spcPct val="0"/>
            </a:spcBef>
            <a:spcAft>
              <a:spcPct val="35000"/>
            </a:spcAft>
            <a:buNone/>
          </a:pPr>
          <a:r>
            <a:rPr lang="uk-UA" sz="4100" b="0" i="0" kern="1200"/>
            <a:t>1991 р.</a:t>
          </a:r>
          <a:endParaRPr lang="uk-UA" sz="4100" kern="1200"/>
        </a:p>
      </dsp:txBody>
      <dsp:txXfrm rot="10800000">
        <a:off x="1285601" y="2655"/>
        <a:ext cx="3119829" cy="887755"/>
      </dsp:txXfrm>
    </dsp:sp>
    <dsp:sp modelId="{AC9D7BBE-9911-42BD-9820-29F807DBB7BB}">
      <dsp:nvSpPr>
        <dsp:cNvPr id="0" name=""/>
        <dsp:cNvSpPr/>
      </dsp:nvSpPr>
      <dsp:spPr>
        <a:xfrm>
          <a:off x="619784" y="2655"/>
          <a:ext cx="887755" cy="887755"/>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016701C-780D-4EF7-99C1-BDF652DA1E26}">
      <dsp:nvSpPr>
        <dsp:cNvPr id="0" name=""/>
        <dsp:cNvSpPr/>
      </dsp:nvSpPr>
      <dsp:spPr>
        <a:xfrm rot="10800000">
          <a:off x="1063662" y="1155412"/>
          <a:ext cx="3341768" cy="88775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75" tIns="156210" rIns="291592" bIns="156210" numCol="1" spcCol="1270" anchor="ctr" anchorCtr="0">
          <a:noAutofit/>
        </a:bodyPr>
        <a:lstStyle/>
        <a:p>
          <a:pPr marL="0" lvl="0" indent="0" algn="ctr" defTabSz="1822450">
            <a:lnSpc>
              <a:spcPct val="90000"/>
            </a:lnSpc>
            <a:spcBef>
              <a:spcPct val="0"/>
            </a:spcBef>
            <a:spcAft>
              <a:spcPct val="35000"/>
            </a:spcAft>
            <a:buNone/>
          </a:pPr>
          <a:r>
            <a:rPr lang="uk-UA" sz="4100" b="0" i="0" kern="1200"/>
            <a:t>1995 р.</a:t>
          </a:r>
          <a:endParaRPr lang="uk-UA" sz="4100" kern="1200"/>
        </a:p>
      </dsp:txBody>
      <dsp:txXfrm rot="10800000">
        <a:off x="1285601" y="1155412"/>
        <a:ext cx="3119829" cy="887755"/>
      </dsp:txXfrm>
    </dsp:sp>
    <dsp:sp modelId="{D9443350-01F8-4F5E-BF33-1D1CACE23DA6}">
      <dsp:nvSpPr>
        <dsp:cNvPr id="0" name=""/>
        <dsp:cNvSpPr/>
      </dsp:nvSpPr>
      <dsp:spPr>
        <a:xfrm>
          <a:off x="619784" y="1155412"/>
          <a:ext cx="887755" cy="887755"/>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069AC2E-E0D0-4F9B-9ABB-49FFCC15F695}">
      <dsp:nvSpPr>
        <dsp:cNvPr id="0" name=""/>
        <dsp:cNvSpPr/>
      </dsp:nvSpPr>
      <dsp:spPr>
        <a:xfrm rot="10800000">
          <a:off x="1063662" y="2308169"/>
          <a:ext cx="3341768" cy="88775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75" tIns="156210" rIns="291592" bIns="156210" numCol="1" spcCol="1270" anchor="ctr" anchorCtr="0">
          <a:noAutofit/>
        </a:bodyPr>
        <a:lstStyle/>
        <a:p>
          <a:pPr marL="0" lvl="0" indent="0" algn="ctr" defTabSz="1822450">
            <a:lnSpc>
              <a:spcPct val="90000"/>
            </a:lnSpc>
            <a:spcBef>
              <a:spcPct val="0"/>
            </a:spcBef>
            <a:spcAft>
              <a:spcPct val="35000"/>
            </a:spcAft>
            <a:buNone/>
          </a:pPr>
          <a:r>
            <a:rPr lang="uk-UA" sz="4100" b="0" i="0" kern="1200"/>
            <a:t>1996 р.</a:t>
          </a:r>
          <a:endParaRPr lang="uk-UA" sz="4100" kern="1200"/>
        </a:p>
      </dsp:txBody>
      <dsp:txXfrm rot="10800000">
        <a:off x="1285601" y="2308169"/>
        <a:ext cx="3119829" cy="887755"/>
      </dsp:txXfrm>
    </dsp:sp>
    <dsp:sp modelId="{B1344243-5C55-4037-8911-64C8BAEA0CEB}">
      <dsp:nvSpPr>
        <dsp:cNvPr id="0" name=""/>
        <dsp:cNvSpPr/>
      </dsp:nvSpPr>
      <dsp:spPr>
        <a:xfrm>
          <a:off x="619784" y="2308169"/>
          <a:ext cx="887755" cy="887755"/>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4381271-2B24-4927-BB4D-7A64A443EA9D}">
      <dsp:nvSpPr>
        <dsp:cNvPr id="0" name=""/>
        <dsp:cNvSpPr/>
      </dsp:nvSpPr>
      <dsp:spPr>
        <a:xfrm rot="10800000">
          <a:off x="1063662" y="3460926"/>
          <a:ext cx="3341768" cy="88775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75" tIns="156210" rIns="291592" bIns="156210" numCol="1" spcCol="1270" anchor="ctr" anchorCtr="0">
          <a:noAutofit/>
        </a:bodyPr>
        <a:lstStyle/>
        <a:p>
          <a:pPr marL="0" lvl="0" indent="0" algn="ctr" defTabSz="1822450">
            <a:lnSpc>
              <a:spcPct val="90000"/>
            </a:lnSpc>
            <a:spcBef>
              <a:spcPct val="0"/>
            </a:spcBef>
            <a:spcAft>
              <a:spcPct val="35000"/>
            </a:spcAft>
            <a:buNone/>
          </a:pPr>
          <a:r>
            <a:rPr lang="uk-UA" sz="4100" b="0" i="0" kern="1200"/>
            <a:t>2014 р.</a:t>
          </a:r>
          <a:endParaRPr lang="uk-UA" sz="4100" kern="1200"/>
        </a:p>
      </dsp:txBody>
      <dsp:txXfrm rot="10800000">
        <a:off x="1285601" y="3460926"/>
        <a:ext cx="3119829" cy="887755"/>
      </dsp:txXfrm>
    </dsp:sp>
    <dsp:sp modelId="{F3395532-065A-4346-99DA-2521C7ECEC8A}">
      <dsp:nvSpPr>
        <dsp:cNvPr id="0" name=""/>
        <dsp:cNvSpPr/>
      </dsp:nvSpPr>
      <dsp:spPr>
        <a:xfrm>
          <a:off x="619784" y="3460926"/>
          <a:ext cx="887755" cy="887755"/>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F87559-2FBE-4C56-B00F-E947D8AC046B}">
      <dsp:nvSpPr>
        <dsp:cNvPr id="0" name=""/>
        <dsp:cNvSpPr/>
      </dsp:nvSpPr>
      <dsp:spPr>
        <a:xfrm>
          <a:off x="0" y="531"/>
          <a:ext cx="5033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D9250E-8A1B-4550-8367-378FD5F821E9}">
      <dsp:nvSpPr>
        <dsp:cNvPr id="0" name=""/>
        <dsp:cNvSpPr/>
      </dsp:nvSpPr>
      <dsp:spPr>
        <a:xfrm>
          <a:off x="0" y="531"/>
          <a:ext cx="503396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uk-UA" sz="1300" b="0" i="1" kern="1200"/>
            <a:t>«Підтверджуючи відданість України ідеалам та принципам, які є спільним надбанням європейських народів,…Верховна Рада України постановляє: Приєднатися від імені України до Статуту Ради Європи…»</a:t>
          </a:r>
          <a:endParaRPr lang="uk-UA" sz="1300" kern="1200"/>
        </a:p>
      </dsp:txBody>
      <dsp:txXfrm>
        <a:off x="0" y="531"/>
        <a:ext cx="5033960" cy="870055"/>
      </dsp:txXfrm>
    </dsp:sp>
    <dsp:sp modelId="{2A79CFF2-CA49-4A11-9B71-5EFB3401F5EB}">
      <dsp:nvSpPr>
        <dsp:cNvPr id="0" name=""/>
        <dsp:cNvSpPr/>
      </dsp:nvSpPr>
      <dsp:spPr>
        <a:xfrm>
          <a:off x="0" y="870586"/>
          <a:ext cx="5033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786374-DD2C-4049-9E61-B873A21A97A0}">
      <dsp:nvSpPr>
        <dsp:cNvPr id="0" name=""/>
        <dsp:cNvSpPr/>
      </dsp:nvSpPr>
      <dsp:spPr>
        <a:xfrm>
          <a:off x="0" y="870586"/>
          <a:ext cx="503396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uk-UA" sz="1300" b="0" i="1" kern="1200"/>
            <a:t>«…Верховна Рада України постановляє: 1. Ввести в дію Закон України “Про Збройні Сили України” з моменту його прийняття. 2. Доручити Кабінету Міністрів України розробити пропозиції щодо загальної структури Збройних Сил України...»</a:t>
          </a:r>
          <a:endParaRPr lang="uk-UA" sz="1300" kern="1200"/>
        </a:p>
      </dsp:txBody>
      <dsp:txXfrm>
        <a:off x="0" y="870586"/>
        <a:ext cx="5033960" cy="870055"/>
      </dsp:txXfrm>
    </dsp:sp>
    <dsp:sp modelId="{DFACEA63-47AC-47E6-B97E-35E8D5C04DD3}">
      <dsp:nvSpPr>
        <dsp:cNvPr id="0" name=""/>
        <dsp:cNvSpPr/>
      </dsp:nvSpPr>
      <dsp:spPr>
        <a:xfrm>
          <a:off x="0" y="1740641"/>
          <a:ext cx="5033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A30FA9-7229-4E69-BCC0-22E5F0DF7E81}">
      <dsp:nvSpPr>
        <dsp:cNvPr id="0" name=""/>
        <dsp:cNvSpPr/>
      </dsp:nvSpPr>
      <dsp:spPr>
        <a:xfrm>
          <a:off x="0" y="1740641"/>
          <a:ext cx="503396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uk-UA" sz="1300" b="0" i="1" kern="1200"/>
            <a:t>«1. Цим документом створюється асоціація між Україною та Союзом і його державами-членами... Цілями асоціації є: Сприяти поступовому зближенню Сторін.., поглиблюючи зв’язок України з політикою ЄС...»</a:t>
          </a:r>
          <a:endParaRPr lang="uk-UA" sz="1300" kern="1200"/>
        </a:p>
      </dsp:txBody>
      <dsp:txXfrm>
        <a:off x="0" y="1740641"/>
        <a:ext cx="5033960" cy="870055"/>
      </dsp:txXfrm>
    </dsp:sp>
    <dsp:sp modelId="{5B952B5F-1BBC-4309-82C9-066D87087EF6}">
      <dsp:nvSpPr>
        <dsp:cNvPr id="0" name=""/>
        <dsp:cNvSpPr/>
      </dsp:nvSpPr>
      <dsp:spPr>
        <a:xfrm>
          <a:off x="0" y="2610696"/>
          <a:ext cx="5033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21F25A-99C7-4CA1-A95F-695580ED2504}">
      <dsp:nvSpPr>
        <dsp:cNvPr id="0" name=""/>
        <dsp:cNvSpPr/>
      </dsp:nvSpPr>
      <dsp:spPr>
        <a:xfrm>
          <a:off x="0" y="2610696"/>
          <a:ext cx="503396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uk-UA" sz="1300" b="0" i="1" kern="1200"/>
            <a:t>«Верховна Рада Української РСР проголошує державний суверенітет України як верховенство, самостійність і неподільність влади республіки в межах її території та незалежність і рівноправність у зовнішніх зносинах...»</a:t>
          </a:r>
          <a:endParaRPr lang="uk-UA" sz="1300" kern="1200"/>
        </a:p>
      </dsp:txBody>
      <dsp:txXfrm>
        <a:off x="0" y="2610696"/>
        <a:ext cx="5033960" cy="870055"/>
      </dsp:txXfrm>
    </dsp:sp>
    <dsp:sp modelId="{02E2C32C-4BB9-4AE3-A278-1DFFBC2B13FE}">
      <dsp:nvSpPr>
        <dsp:cNvPr id="0" name=""/>
        <dsp:cNvSpPr/>
      </dsp:nvSpPr>
      <dsp:spPr>
        <a:xfrm>
          <a:off x="0" y="3480751"/>
          <a:ext cx="503396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C28425C-D0B8-4ACE-8690-8A829A51296A}">
      <dsp:nvSpPr>
        <dsp:cNvPr id="0" name=""/>
        <dsp:cNvSpPr/>
      </dsp:nvSpPr>
      <dsp:spPr>
        <a:xfrm>
          <a:off x="0" y="3480751"/>
          <a:ext cx="503396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uk-UA" sz="1300" b="0" i="1" kern="1200"/>
            <a:t>«…Верховна Рада України постановляє: …Прийняти Конституцію України… Визнати такою, що втратила чинність, Конституцію України від 20 квітня 1978 року з наступними змінами й доповненнями…»</a:t>
          </a:r>
          <a:endParaRPr lang="uk-UA" sz="1300" kern="1200"/>
        </a:p>
      </dsp:txBody>
      <dsp:txXfrm>
        <a:off x="0" y="3480751"/>
        <a:ext cx="5033960" cy="870055"/>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FE8D79-81E6-4A56-A5A7-512681A5BEF4}">
      <dsp:nvSpPr>
        <dsp:cNvPr id="0" name=""/>
        <dsp:cNvSpPr/>
      </dsp:nvSpPr>
      <dsp:spPr>
        <a:xfrm>
          <a:off x="0" y="332722"/>
          <a:ext cx="5033960" cy="8739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a:t>початок Євромайдану</a:t>
          </a:r>
          <a:endParaRPr lang="uk-UA" sz="2200" kern="1200"/>
        </a:p>
      </dsp:txBody>
      <dsp:txXfrm>
        <a:off x="42663" y="375385"/>
        <a:ext cx="4948634" cy="788627"/>
      </dsp:txXfrm>
    </dsp:sp>
    <dsp:sp modelId="{430321EC-1942-41FD-B98A-ABB4F79D425E}">
      <dsp:nvSpPr>
        <dsp:cNvPr id="0" name=""/>
        <dsp:cNvSpPr/>
      </dsp:nvSpPr>
      <dsp:spPr>
        <a:xfrm>
          <a:off x="0" y="1270035"/>
          <a:ext cx="5033960" cy="8739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a:t>вступ України до Світової організації торгівлі (СОТ)</a:t>
          </a:r>
          <a:endParaRPr lang="uk-UA" sz="2200" kern="1200"/>
        </a:p>
      </dsp:txBody>
      <dsp:txXfrm>
        <a:off x="42663" y="1312698"/>
        <a:ext cx="4948634" cy="788627"/>
      </dsp:txXfrm>
    </dsp:sp>
    <dsp:sp modelId="{28210243-0CDA-4339-B083-152BE8C7ABED}">
      <dsp:nvSpPr>
        <dsp:cNvPr id="0" name=""/>
        <dsp:cNvSpPr/>
      </dsp:nvSpPr>
      <dsp:spPr>
        <a:xfrm>
          <a:off x="0" y="2207349"/>
          <a:ext cx="5033960" cy="8739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a:t>укладення Мінських домовленостей</a:t>
          </a:r>
          <a:endParaRPr lang="uk-UA" sz="2200" kern="1200"/>
        </a:p>
      </dsp:txBody>
      <dsp:txXfrm>
        <a:off x="42663" y="2250012"/>
        <a:ext cx="4948634" cy="788627"/>
      </dsp:txXfrm>
    </dsp:sp>
    <dsp:sp modelId="{2613007C-4012-4852-B947-AD67A10277D2}">
      <dsp:nvSpPr>
        <dsp:cNvPr id="0" name=""/>
        <dsp:cNvSpPr/>
      </dsp:nvSpPr>
      <dsp:spPr>
        <a:xfrm>
          <a:off x="0" y="3144662"/>
          <a:ext cx="5033960" cy="8739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uk-UA" sz="2200" b="0" i="0" kern="1200"/>
            <a:t>підписання Україною Угоди про асоціацію з Європейським Союзом (ЄС)</a:t>
          </a:r>
          <a:endParaRPr lang="uk-UA" sz="2200" kern="1200"/>
        </a:p>
      </dsp:txBody>
      <dsp:txXfrm>
        <a:off x="42663" y="3187325"/>
        <a:ext cx="4948634" cy="78862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336823-461A-4A5D-821B-80A89B3B5C6D}">
      <dsp:nvSpPr>
        <dsp:cNvPr id="0" name=""/>
        <dsp:cNvSpPr/>
      </dsp:nvSpPr>
      <dsp:spPr>
        <a:xfrm>
          <a:off x="341310" y="0"/>
          <a:ext cx="4351338" cy="4351338"/>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AF7DB4-451B-4418-8E28-4838D7D1D9B7}">
      <dsp:nvSpPr>
        <dsp:cNvPr id="0" name=""/>
        <dsp:cNvSpPr/>
      </dsp:nvSpPr>
      <dsp:spPr>
        <a:xfrm>
          <a:off x="754688" y="413377"/>
          <a:ext cx="1697021" cy="1697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ru-RU" sz="4300" b="0" i="0" kern="1200"/>
            <a:t>1996 р.</a:t>
          </a:r>
          <a:endParaRPr lang="uk-UA" sz="4300" kern="1200"/>
        </a:p>
      </dsp:txBody>
      <dsp:txXfrm>
        <a:off x="837530" y="496219"/>
        <a:ext cx="1531337" cy="1531337"/>
      </dsp:txXfrm>
    </dsp:sp>
    <dsp:sp modelId="{0260AF46-74F8-41B7-86AB-0BBAE1526E18}">
      <dsp:nvSpPr>
        <dsp:cNvPr id="0" name=""/>
        <dsp:cNvSpPr/>
      </dsp:nvSpPr>
      <dsp:spPr>
        <a:xfrm>
          <a:off x="2582250" y="413377"/>
          <a:ext cx="1697021" cy="1697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ru-RU" sz="4300" b="0" i="0" kern="1200"/>
            <a:t>1998 р.</a:t>
          </a:r>
          <a:endParaRPr lang="uk-UA" sz="4300" kern="1200"/>
        </a:p>
      </dsp:txBody>
      <dsp:txXfrm>
        <a:off x="2665092" y="496219"/>
        <a:ext cx="1531337" cy="1531337"/>
      </dsp:txXfrm>
    </dsp:sp>
    <dsp:sp modelId="{70E02B6D-91E3-41B6-83CA-4E4502DA731B}">
      <dsp:nvSpPr>
        <dsp:cNvPr id="0" name=""/>
        <dsp:cNvSpPr/>
      </dsp:nvSpPr>
      <dsp:spPr>
        <a:xfrm>
          <a:off x="754688" y="2240939"/>
          <a:ext cx="1697021" cy="1697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ru-RU" sz="4300" b="0" i="0" kern="1200"/>
            <a:t>2003 р.</a:t>
          </a:r>
          <a:endParaRPr lang="uk-UA" sz="4300" kern="1200"/>
        </a:p>
      </dsp:txBody>
      <dsp:txXfrm>
        <a:off x="837530" y="2323781"/>
        <a:ext cx="1531337" cy="1531337"/>
      </dsp:txXfrm>
    </dsp:sp>
    <dsp:sp modelId="{0F7A940A-02F2-4505-A5E0-9F3388A2DE8E}">
      <dsp:nvSpPr>
        <dsp:cNvPr id="0" name=""/>
        <dsp:cNvSpPr/>
      </dsp:nvSpPr>
      <dsp:spPr>
        <a:xfrm>
          <a:off x="2582250" y="2240939"/>
          <a:ext cx="1697021" cy="1697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ru-RU" sz="4300" b="0" i="0" kern="1200"/>
            <a:t>2014 р.</a:t>
          </a:r>
          <a:endParaRPr lang="uk-UA" sz="4300" kern="1200"/>
        </a:p>
      </dsp:txBody>
      <dsp:txXfrm>
        <a:off x="2665092" y="2323781"/>
        <a:ext cx="1531337" cy="1531337"/>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D97853-7832-466A-BEE6-54DE89A028BC}">
      <dsp:nvSpPr>
        <dsp:cNvPr id="0" name=""/>
        <dsp:cNvSpPr/>
      </dsp:nvSpPr>
      <dsp:spPr>
        <a:xfrm>
          <a:off x="0" y="414189"/>
          <a:ext cx="5025216"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підписанням Україною Будапештського меморандуму.</a:t>
          </a:r>
          <a:endParaRPr lang="uk-UA" sz="2100" kern="1200"/>
        </a:p>
      </dsp:txBody>
      <dsp:txXfrm>
        <a:off x="40780" y="454969"/>
        <a:ext cx="4943656" cy="753819"/>
      </dsp:txXfrm>
    </dsp:sp>
    <dsp:sp modelId="{4DEB9CC7-AF2A-42EF-A213-B4498972AB94}">
      <dsp:nvSpPr>
        <dsp:cNvPr id="0" name=""/>
        <dsp:cNvSpPr/>
      </dsp:nvSpPr>
      <dsp:spPr>
        <a:xfrm>
          <a:off x="0" y="1310049"/>
          <a:ext cx="5025216"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укладанням Україною Угоди про асоціацію з Європейським Союзом.</a:t>
          </a:r>
          <a:endParaRPr lang="uk-UA" sz="2100" kern="1200"/>
        </a:p>
      </dsp:txBody>
      <dsp:txXfrm>
        <a:off x="40780" y="1350829"/>
        <a:ext cx="4943656" cy="753819"/>
      </dsp:txXfrm>
    </dsp:sp>
    <dsp:sp modelId="{CC252CF8-0426-444E-9451-858B7963E014}">
      <dsp:nvSpPr>
        <dsp:cNvPr id="0" name=""/>
        <dsp:cNvSpPr/>
      </dsp:nvSpPr>
      <dsp:spPr>
        <a:xfrm>
          <a:off x="0" y="2205909"/>
          <a:ext cx="5025216"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вступом України до Організації безпеки та співробітництва в Європі (ОБСЄ).</a:t>
          </a:r>
          <a:endParaRPr lang="uk-UA" sz="2100" kern="1200"/>
        </a:p>
      </dsp:txBody>
      <dsp:txXfrm>
        <a:off x="40780" y="2246689"/>
        <a:ext cx="4943656" cy="753819"/>
      </dsp:txXfrm>
    </dsp:sp>
    <dsp:sp modelId="{264F7C77-EFAD-4648-94D0-1F8F93DF01BC}">
      <dsp:nvSpPr>
        <dsp:cNvPr id="0" name=""/>
        <dsp:cNvSpPr/>
      </dsp:nvSpPr>
      <dsp:spPr>
        <a:xfrm>
          <a:off x="0" y="3101769"/>
          <a:ext cx="5025216"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приєднанням України до програми НАТО «Партнерство заради миру».</a:t>
          </a:r>
          <a:endParaRPr lang="uk-UA" sz="2100" kern="1200"/>
        </a:p>
      </dsp:txBody>
      <dsp:txXfrm>
        <a:off x="40780" y="3142549"/>
        <a:ext cx="4943656" cy="75381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987BA0-FB68-4F81-8DB0-8BFAC3535815}">
      <dsp:nvSpPr>
        <dsp:cNvPr id="0" name=""/>
        <dsp:cNvSpPr/>
      </dsp:nvSpPr>
      <dsp:spPr>
        <a:xfrm rot="10800000">
          <a:off x="1063662" y="2655"/>
          <a:ext cx="3341768" cy="88775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75" tIns="95250" rIns="177800" bIns="95250" numCol="1" spcCol="1270" anchor="ctr" anchorCtr="0">
          <a:noAutofit/>
        </a:bodyPr>
        <a:lstStyle/>
        <a:p>
          <a:pPr marL="0" lvl="0" indent="0" algn="ctr" defTabSz="1111250">
            <a:lnSpc>
              <a:spcPct val="90000"/>
            </a:lnSpc>
            <a:spcBef>
              <a:spcPct val="0"/>
            </a:spcBef>
            <a:spcAft>
              <a:spcPct val="35000"/>
            </a:spcAft>
            <a:buNone/>
          </a:pPr>
          <a:r>
            <a:rPr lang="ru-RU" sz="2500" b="0" i="0" kern="1200"/>
            <a:t>«геноцид»</a:t>
          </a:r>
          <a:endParaRPr lang="uk-UA" sz="2500" kern="1200"/>
        </a:p>
      </dsp:txBody>
      <dsp:txXfrm rot="10800000">
        <a:off x="1285601" y="2655"/>
        <a:ext cx="3119829" cy="887755"/>
      </dsp:txXfrm>
    </dsp:sp>
    <dsp:sp modelId="{0B205C71-F9D0-4389-A516-25952A810980}">
      <dsp:nvSpPr>
        <dsp:cNvPr id="0" name=""/>
        <dsp:cNvSpPr/>
      </dsp:nvSpPr>
      <dsp:spPr>
        <a:xfrm>
          <a:off x="619784" y="2655"/>
          <a:ext cx="887755" cy="887755"/>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7B007FD-E656-483F-952C-C2F0B131DD64}">
      <dsp:nvSpPr>
        <dsp:cNvPr id="0" name=""/>
        <dsp:cNvSpPr/>
      </dsp:nvSpPr>
      <dsp:spPr>
        <a:xfrm rot="10800000">
          <a:off x="1063662" y="1155412"/>
          <a:ext cx="3341768" cy="88775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75" tIns="95250" rIns="177800" bIns="95250" numCol="1" spcCol="1270" anchor="ctr" anchorCtr="0">
          <a:noAutofit/>
        </a:bodyPr>
        <a:lstStyle/>
        <a:p>
          <a:pPr marL="0" lvl="0" indent="0" algn="ctr" defTabSz="1111250">
            <a:lnSpc>
              <a:spcPct val="90000"/>
            </a:lnSpc>
            <a:spcBef>
              <a:spcPct val="0"/>
            </a:spcBef>
            <a:spcAft>
              <a:spcPct val="35000"/>
            </a:spcAft>
            <a:buNone/>
          </a:pPr>
          <a:r>
            <a:rPr lang="ru-RU" sz="2500" b="0" i="0" kern="1200"/>
            <a:t>«шовінізм»</a:t>
          </a:r>
          <a:endParaRPr lang="uk-UA" sz="2500" kern="1200"/>
        </a:p>
      </dsp:txBody>
      <dsp:txXfrm rot="10800000">
        <a:off x="1285601" y="1155412"/>
        <a:ext cx="3119829" cy="887755"/>
      </dsp:txXfrm>
    </dsp:sp>
    <dsp:sp modelId="{2914A913-FF05-48C7-B64A-EC4A8738E886}">
      <dsp:nvSpPr>
        <dsp:cNvPr id="0" name=""/>
        <dsp:cNvSpPr/>
      </dsp:nvSpPr>
      <dsp:spPr>
        <a:xfrm>
          <a:off x="619784" y="1155412"/>
          <a:ext cx="887755" cy="887755"/>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C6EDA2B-FA61-4764-A032-EA24D564017C}">
      <dsp:nvSpPr>
        <dsp:cNvPr id="0" name=""/>
        <dsp:cNvSpPr/>
      </dsp:nvSpPr>
      <dsp:spPr>
        <a:xfrm rot="10800000">
          <a:off x="1063662" y="2308169"/>
          <a:ext cx="3341768" cy="88775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75" tIns="95250" rIns="177800" bIns="95250" numCol="1" spcCol="1270" anchor="ctr" anchorCtr="0">
          <a:noAutofit/>
        </a:bodyPr>
        <a:lstStyle/>
        <a:p>
          <a:pPr marL="0" lvl="0" indent="0" algn="ctr" defTabSz="1111250">
            <a:lnSpc>
              <a:spcPct val="90000"/>
            </a:lnSpc>
            <a:spcBef>
              <a:spcPct val="0"/>
            </a:spcBef>
            <a:spcAft>
              <a:spcPct val="35000"/>
            </a:spcAft>
            <a:buNone/>
          </a:pPr>
          <a:r>
            <a:rPr lang="ru-RU" sz="2500" b="0" i="0" kern="1200"/>
            <a:t>«колоніалізм»</a:t>
          </a:r>
          <a:endParaRPr lang="uk-UA" sz="2500" kern="1200"/>
        </a:p>
      </dsp:txBody>
      <dsp:txXfrm rot="10800000">
        <a:off x="1285601" y="2308169"/>
        <a:ext cx="3119829" cy="887755"/>
      </dsp:txXfrm>
    </dsp:sp>
    <dsp:sp modelId="{E8E1A4B5-DBF3-4759-88A3-8191B3BF5909}">
      <dsp:nvSpPr>
        <dsp:cNvPr id="0" name=""/>
        <dsp:cNvSpPr/>
      </dsp:nvSpPr>
      <dsp:spPr>
        <a:xfrm>
          <a:off x="619784" y="2308169"/>
          <a:ext cx="887755" cy="887755"/>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73626F2-6A46-493A-BABF-6F77C1F06F8B}">
      <dsp:nvSpPr>
        <dsp:cNvPr id="0" name=""/>
        <dsp:cNvSpPr/>
      </dsp:nvSpPr>
      <dsp:spPr>
        <a:xfrm rot="10800000">
          <a:off x="1063662" y="3460926"/>
          <a:ext cx="3341768" cy="88775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75" tIns="95250" rIns="177800" bIns="95250" numCol="1" spcCol="1270" anchor="ctr" anchorCtr="0">
          <a:noAutofit/>
        </a:bodyPr>
        <a:lstStyle/>
        <a:p>
          <a:pPr marL="0" lvl="0" indent="0" algn="ctr" defTabSz="1111250">
            <a:lnSpc>
              <a:spcPct val="90000"/>
            </a:lnSpc>
            <a:spcBef>
              <a:spcPct val="0"/>
            </a:spcBef>
            <a:spcAft>
              <a:spcPct val="35000"/>
            </a:spcAft>
            <a:buNone/>
          </a:pPr>
          <a:r>
            <a:rPr lang="ru-RU" sz="2500" b="0" i="0" kern="1200"/>
            <a:t>«анексія»</a:t>
          </a:r>
          <a:endParaRPr lang="uk-UA" sz="2500" kern="1200"/>
        </a:p>
      </dsp:txBody>
      <dsp:txXfrm rot="10800000">
        <a:off x="1285601" y="3460926"/>
        <a:ext cx="3119829" cy="887755"/>
      </dsp:txXfrm>
    </dsp:sp>
    <dsp:sp modelId="{BB3AEB33-C8EB-4D5C-930C-51155AEF0E37}">
      <dsp:nvSpPr>
        <dsp:cNvPr id="0" name=""/>
        <dsp:cNvSpPr/>
      </dsp:nvSpPr>
      <dsp:spPr>
        <a:xfrm>
          <a:off x="619784" y="3460926"/>
          <a:ext cx="887755" cy="887755"/>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383797-C470-4E10-82DA-D0D0BDE2EA0D}">
      <dsp:nvSpPr>
        <dsp:cNvPr id="0" name=""/>
        <dsp:cNvSpPr/>
      </dsp:nvSpPr>
      <dsp:spPr>
        <a:xfrm>
          <a:off x="0" y="531"/>
          <a:ext cx="502521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BC2BA1-A20E-4769-B2BB-FA5F55D2F472}">
      <dsp:nvSpPr>
        <dsp:cNvPr id="0" name=""/>
        <dsp:cNvSpPr/>
      </dsp:nvSpPr>
      <dsp:spPr>
        <a:xfrm>
          <a:off x="0" y="531"/>
          <a:ext cx="5025216"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uk-UA" sz="1700" b="0" i="0" kern="1200"/>
            <a:t>Плакат створено з нагоди заснування Збройних сил України.</a:t>
          </a:r>
          <a:endParaRPr lang="uk-UA" sz="1700" kern="1200"/>
        </a:p>
      </dsp:txBody>
      <dsp:txXfrm>
        <a:off x="0" y="531"/>
        <a:ext cx="5025216" cy="621467"/>
      </dsp:txXfrm>
    </dsp:sp>
    <dsp:sp modelId="{83F8E4A9-F77C-489E-957E-DBB676B83CBF}">
      <dsp:nvSpPr>
        <dsp:cNvPr id="0" name=""/>
        <dsp:cNvSpPr/>
      </dsp:nvSpPr>
      <dsp:spPr>
        <a:xfrm>
          <a:off x="0" y="621999"/>
          <a:ext cx="502521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1F3CE9-77C8-45F4-B767-245412E7C2B0}">
      <dsp:nvSpPr>
        <dsp:cNvPr id="0" name=""/>
        <dsp:cNvSpPr/>
      </dsp:nvSpPr>
      <dsp:spPr>
        <a:xfrm>
          <a:off x="0" y="621999"/>
          <a:ext cx="5025216"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uk-UA" sz="1700" b="0" i="0" kern="1200"/>
            <a:t>Плакат агітує брати участь у волонтерському русі.</a:t>
          </a:r>
          <a:endParaRPr lang="uk-UA" sz="1700" kern="1200"/>
        </a:p>
      </dsp:txBody>
      <dsp:txXfrm>
        <a:off x="0" y="621999"/>
        <a:ext cx="5025216" cy="621467"/>
      </dsp:txXfrm>
    </dsp:sp>
    <dsp:sp modelId="{C8DB99A6-CAD5-46FE-A0E4-C11427812698}">
      <dsp:nvSpPr>
        <dsp:cNvPr id="0" name=""/>
        <dsp:cNvSpPr/>
      </dsp:nvSpPr>
      <dsp:spPr>
        <a:xfrm>
          <a:off x="0" y="1243467"/>
          <a:ext cx="502521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64E2D0-C7CD-471F-ADFC-71FAD9DC101C}">
      <dsp:nvSpPr>
        <dsp:cNvPr id="0" name=""/>
        <dsp:cNvSpPr/>
      </dsp:nvSpPr>
      <dsp:spPr>
        <a:xfrm>
          <a:off x="0" y="1243467"/>
          <a:ext cx="5025216"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uk-UA" sz="1700" b="0" i="0" kern="1200"/>
            <a:t>Керівництво державою на момент створення плаката здійснював Л. Кучма.</a:t>
          </a:r>
          <a:endParaRPr lang="uk-UA" sz="1700" kern="1200"/>
        </a:p>
      </dsp:txBody>
      <dsp:txXfrm>
        <a:off x="0" y="1243467"/>
        <a:ext cx="5025216" cy="621467"/>
      </dsp:txXfrm>
    </dsp:sp>
    <dsp:sp modelId="{CD9B3B42-986B-4489-8652-43944CD8F077}">
      <dsp:nvSpPr>
        <dsp:cNvPr id="0" name=""/>
        <dsp:cNvSpPr/>
      </dsp:nvSpPr>
      <dsp:spPr>
        <a:xfrm>
          <a:off x="0" y="1864935"/>
          <a:ext cx="502521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173132-FAE2-45B2-A930-92C281E9C059}">
      <dsp:nvSpPr>
        <dsp:cNvPr id="0" name=""/>
        <dsp:cNvSpPr/>
      </dsp:nvSpPr>
      <dsp:spPr>
        <a:xfrm>
          <a:off x="0" y="1864935"/>
          <a:ext cx="5025216"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uk-UA" sz="1700" b="0" i="0" kern="1200"/>
            <a:t>Плакат рекламує товари широкого вжитку.</a:t>
          </a:r>
          <a:endParaRPr lang="uk-UA" sz="1700" kern="1200"/>
        </a:p>
      </dsp:txBody>
      <dsp:txXfrm>
        <a:off x="0" y="1864935"/>
        <a:ext cx="5025216" cy="621467"/>
      </dsp:txXfrm>
    </dsp:sp>
    <dsp:sp modelId="{7214F594-1A65-4466-85E9-9596BFB63123}">
      <dsp:nvSpPr>
        <dsp:cNvPr id="0" name=""/>
        <dsp:cNvSpPr/>
      </dsp:nvSpPr>
      <dsp:spPr>
        <a:xfrm>
          <a:off x="0" y="2486402"/>
          <a:ext cx="502521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16388D-0AB4-4536-841F-48D5C7231B07}">
      <dsp:nvSpPr>
        <dsp:cNvPr id="0" name=""/>
        <dsp:cNvSpPr/>
      </dsp:nvSpPr>
      <dsp:spPr>
        <a:xfrm>
          <a:off x="0" y="2486402"/>
          <a:ext cx="5025216"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uk-UA" sz="1700" b="0" i="0" kern="1200"/>
            <a:t>Плакат створений для стимулювання патріотичного піднесення.</a:t>
          </a:r>
          <a:endParaRPr lang="uk-UA" sz="1700" kern="1200"/>
        </a:p>
      </dsp:txBody>
      <dsp:txXfrm>
        <a:off x="0" y="2486402"/>
        <a:ext cx="5025216" cy="621467"/>
      </dsp:txXfrm>
    </dsp:sp>
    <dsp:sp modelId="{2E17CA21-6466-45F7-BEE3-E59691537975}">
      <dsp:nvSpPr>
        <dsp:cNvPr id="0" name=""/>
        <dsp:cNvSpPr/>
      </dsp:nvSpPr>
      <dsp:spPr>
        <a:xfrm>
          <a:off x="0" y="3107870"/>
          <a:ext cx="502521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785B1B-CC4C-40B4-825D-3D8148305154}">
      <dsp:nvSpPr>
        <dsp:cNvPr id="0" name=""/>
        <dsp:cNvSpPr/>
      </dsp:nvSpPr>
      <dsp:spPr>
        <a:xfrm>
          <a:off x="0" y="3107870"/>
          <a:ext cx="5025216"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uk-UA" sz="1700" b="0" i="0" kern="1200"/>
            <a:t>Поява плаката зумовлена агресією Росії на сході України.</a:t>
          </a:r>
          <a:endParaRPr lang="uk-UA" sz="1700" kern="1200"/>
        </a:p>
      </dsp:txBody>
      <dsp:txXfrm>
        <a:off x="0" y="3107870"/>
        <a:ext cx="5025216" cy="621467"/>
      </dsp:txXfrm>
    </dsp:sp>
    <dsp:sp modelId="{E66BF9C5-4A2B-4BF4-9CB4-F89BF53FAA3E}">
      <dsp:nvSpPr>
        <dsp:cNvPr id="0" name=""/>
        <dsp:cNvSpPr/>
      </dsp:nvSpPr>
      <dsp:spPr>
        <a:xfrm>
          <a:off x="0" y="3729338"/>
          <a:ext cx="502521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7C26969-C4BB-4B5B-987D-CEF179BCFDA3}">
      <dsp:nvSpPr>
        <dsp:cNvPr id="0" name=""/>
        <dsp:cNvSpPr/>
      </dsp:nvSpPr>
      <dsp:spPr>
        <a:xfrm>
          <a:off x="0" y="3729338"/>
          <a:ext cx="5025216" cy="6214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uk-UA" sz="1700" b="0" i="0" kern="1200"/>
            <a:t>Плакат пропагує роль держави в забезпеченні української армії якісною амуніцією.</a:t>
          </a:r>
          <a:endParaRPr lang="uk-UA" sz="1700" kern="1200"/>
        </a:p>
      </dsp:txBody>
      <dsp:txXfrm>
        <a:off x="0" y="3729338"/>
        <a:ext cx="5025216" cy="621467"/>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2F2983-73F7-4454-8EC4-BE1283C11099}">
      <dsp:nvSpPr>
        <dsp:cNvPr id="0" name=""/>
        <dsp:cNvSpPr/>
      </dsp:nvSpPr>
      <dsp:spPr>
        <a:xfrm>
          <a:off x="0" y="78669"/>
          <a:ext cx="503396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a:t>протистоянням російській агресії в Криму.</a:t>
          </a:r>
          <a:endParaRPr lang="uk-UA" sz="2500" kern="1200"/>
        </a:p>
      </dsp:txBody>
      <dsp:txXfrm>
        <a:off x="48547" y="127216"/>
        <a:ext cx="4936866" cy="897406"/>
      </dsp:txXfrm>
    </dsp:sp>
    <dsp:sp modelId="{D47D3C36-D9D0-45E3-A1A6-A6B040B3A79C}">
      <dsp:nvSpPr>
        <dsp:cNvPr id="0" name=""/>
        <dsp:cNvSpPr/>
      </dsp:nvSpPr>
      <dsp:spPr>
        <a:xfrm>
          <a:off x="0" y="1145169"/>
          <a:ext cx="503396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a:t>бойовими діями на Дебальцевському плацдармі.</a:t>
          </a:r>
          <a:endParaRPr lang="uk-UA" sz="2500" kern="1200"/>
        </a:p>
      </dsp:txBody>
      <dsp:txXfrm>
        <a:off x="48547" y="1193716"/>
        <a:ext cx="4936866" cy="897406"/>
      </dsp:txXfrm>
    </dsp:sp>
    <dsp:sp modelId="{9BB53B0C-68D1-4D00-8F6B-3DCBC3EC968E}">
      <dsp:nvSpPr>
        <dsp:cNvPr id="0" name=""/>
        <dsp:cNvSpPr/>
      </dsp:nvSpPr>
      <dsp:spPr>
        <a:xfrm>
          <a:off x="0" y="2211669"/>
          <a:ext cx="503396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a:t>обороною на Маріупольському напрямку.</a:t>
          </a:r>
          <a:endParaRPr lang="uk-UA" sz="2500" kern="1200"/>
        </a:p>
      </dsp:txBody>
      <dsp:txXfrm>
        <a:off x="48547" y="2260216"/>
        <a:ext cx="4936866" cy="897406"/>
      </dsp:txXfrm>
    </dsp:sp>
    <dsp:sp modelId="{3D15007B-428A-4D01-AF18-363B29FD1E8A}">
      <dsp:nvSpPr>
        <dsp:cNvPr id="0" name=""/>
        <dsp:cNvSpPr/>
      </dsp:nvSpPr>
      <dsp:spPr>
        <a:xfrm>
          <a:off x="0" y="3278169"/>
          <a:ext cx="503396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a:t>захистом Донецького аеропорту.</a:t>
          </a:r>
          <a:endParaRPr lang="uk-UA" sz="2500" kern="1200"/>
        </a:p>
      </dsp:txBody>
      <dsp:txXfrm>
        <a:off x="48547" y="3326716"/>
        <a:ext cx="4936866" cy="897406"/>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35BC59-8D55-4B1A-8978-C4E8205FFA44}">
      <dsp:nvSpPr>
        <dsp:cNvPr id="0" name=""/>
        <dsp:cNvSpPr/>
      </dsp:nvSpPr>
      <dsp:spPr>
        <a:xfrm>
          <a:off x="0" y="711549"/>
          <a:ext cx="5025216" cy="671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ru-RU" sz="2800" b="0" i="0" kern="1200"/>
            <a:t>міста Іловайська.</a:t>
          </a:r>
          <a:endParaRPr lang="uk-UA" sz="2800" kern="1200"/>
        </a:p>
      </dsp:txBody>
      <dsp:txXfrm>
        <a:off x="32784" y="744333"/>
        <a:ext cx="4959648" cy="606012"/>
      </dsp:txXfrm>
    </dsp:sp>
    <dsp:sp modelId="{3969777F-26DD-4336-8613-022D5344A8B3}">
      <dsp:nvSpPr>
        <dsp:cNvPr id="0" name=""/>
        <dsp:cNvSpPr/>
      </dsp:nvSpPr>
      <dsp:spPr>
        <a:xfrm>
          <a:off x="0" y="1463769"/>
          <a:ext cx="5025216" cy="671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ru-RU" sz="2800" b="0" i="0" kern="1200"/>
            <a:t>Донецького аеропорту.</a:t>
          </a:r>
          <a:endParaRPr lang="uk-UA" sz="2800" kern="1200"/>
        </a:p>
      </dsp:txBody>
      <dsp:txXfrm>
        <a:off x="32784" y="1496553"/>
        <a:ext cx="4959648" cy="606012"/>
      </dsp:txXfrm>
    </dsp:sp>
    <dsp:sp modelId="{952C8A51-4F4F-45DB-9B89-7ACF6BC58BE3}">
      <dsp:nvSpPr>
        <dsp:cNvPr id="0" name=""/>
        <dsp:cNvSpPr/>
      </dsp:nvSpPr>
      <dsp:spPr>
        <a:xfrm>
          <a:off x="0" y="2215989"/>
          <a:ext cx="5025216" cy="671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ru-RU" sz="2800" b="0" i="0" kern="1200"/>
            <a:t>кургану Савур-Могила.</a:t>
          </a:r>
          <a:endParaRPr lang="uk-UA" sz="2800" kern="1200"/>
        </a:p>
      </dsp:txBody>
      <dsp:txXfrm>
        <a:off x="32784" y="2248773"/>
        <a:ext cx="4959648" cy="606012"/>
      </dsp:txXfrm>
    </dsp:sp>
    <dsp:sp modelId="{753C07B3-8B3F-4316-A19F-810A786618EA}">
      <dsp:nvSpPr>
        <dsp:cNvPr id="0" name=""/>
        <dsp:cNvSpPr/>
      </dsp:nvSpPr>
      <dsp:spPr>
        <a:xfrm>
          <a:off x="0" y="2968209"/>
          <a:ext cx="5025216" cy="671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ru-RU" sz="2800" b="0" i="0" kern="1200"/>
            <a:t>Дебальцевського плацдарму.</a:t>
          </a:r>
          <a:endParaRPr lang="uk-UA" sz="2800" kern="1200"/>
        </a:p>
      </dsp:txBody>
      <dsp:txXfrm>
        <a:off x="32784" y="3000993"/>
        <a:ext cx="4959648" cy="606012"/>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81FE6E-06F8-4BA1-B770-EF23A018B62A}">
      <dsp:nvSpPr>
        <dsp:cNvPr id="0" name=""/>
        <dsp:cNvSpPr/>
      </dsp:nvSpPr>
      <dsp:spPr>
        <a:xfrm>
          <a:off x="0" y="78669"/>
          <a:ext cx="5025216"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створенням Народного Руху України.</a:t>
          </a:r>
          <a:endParaRPr lang="uk-UA" sz="2500" kern="1200"/>
        </a:p>
      </dsp:txBody>
      <dsp:txXfrm>
        <a:off x="48547" y="127216"/>
        <a:ext cx="4928122" cy="897406"/>
      </dsp:txXfrm>
    </dsp:sp>
    <dsp:sp modelId="{530A0B11-223D-4415-929D-6AD0B4303074}">
      <dsp:nvSpPr>
        <dsp:cNvPr id="0" name=""/>
        <dsp:cNvSpPr/>
      </dsp:nvSpPr>
      <dsp:spPr>
        <a:xfrm>
          <a:off x="0" y="1145169"/>
          <a:ext cx="5025216"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заснуванням Збройних Сил України.</a:t>
          </a:r>
          <a:endParaRPr lang="uk-UA" sz="2500" kern="1200"/>
        </a:p>
      </dsp:txBody>
      <dsp:txXfrm>
        <a:off x="48547" y="1193716"/>
        <a:ext cx="4928122" cy="897406"/>
      </dsp:txXfrm>
    </dsp:sp>
    <dsp:sp modelId="{3AC4ABD0-A333-4F62-A327-839CA593BC05}">
      <dsp:nvSpPr>
        <dsp:cNvPr id="0" name=""/>
        <dsp:cNvSpPr/>
      </dsp:nvSpPr>
      <dsp:spPr>
        <a:xfrm>
          <a:off x="0" y="2211669"/>
          <a:ext cx="5025216"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проголошенням незалежності України.</a:t>
          </a:r>
          <a:endParaRPr lang="uk-UA" sz="2500" kern="1200"/>
        </a:p>
      </dsp:txBody>
      <dsp:txXfrm>
        <a:off x="48547" y="2260216"/>
        <a:ext cx="4928122" cy="897406"/>
      </dsp:txXfrm>
    </dsp:sp>
    <dsp:sp modelId="{8A097BC3-12EA-4DDF-BB49-2BE4BF0BAF88}">
      <dsp:nvSpPr>
        <dsp:cNvPr id="0" name=""/>
        <dsp:cNvSpPr/>
      </dsp:nvSpPr>
      <dsp:spPr>
        <a:xfrm>
          <a:off x="0" y="3278169"/>
          <a:ext cx="5025216"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розгортанням російської агресії проти України.</a:t>
          </a:r>
          <a:endParaRPr lang="uk-UA" sz="2500" kern="1200"/>
        </a:p>
      </dsp:txBody>
      <dsp:txXfrm>
        <a:off x="48547" y="3326716"/>
        <a:ext cx="4928122" cy="897406"/>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1BB997-70AD-4919-B3A1-23ABD6E5E29B}">
      <dsp:nvSpPr>
        <dsp:cNvPr id="0" name=""/>
        <dsp:cNvSpPr/>
      </dsp:nvSpPr>
      <dsp:spPr>
        <a:xfrm rot="10800000">
          <a:off x="1065101" y="2905"/>
          <a:ext cx="3347583" cy="88765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30" tIns="64770" rIns="120904" bIns="64770" numCol="1" spcCol="1270" anchor="ctr" anchorCtr="0">
          <a:noAutofit/>
        </a:bodyPr>
        <a:lstStyle/>
        <a:p>
          <a:pPr marL="0" lvl="0" indent="0" algn="ctr" defTabSz="755650">
            <a:lnSpc>
              <a:spcPct val="90000"/>
            </a:lnSpc>
            <a:spcBef>
              <a:spcPct val="0"/>
            </a:spcBef>
            <a:spcAft>
              <a:spcPct val="35000"/>
            </a:spcAft>
            <a:buNone/>
          </a:pPr>
          <a:r>
            <a:rPr lang="uk-UA" sz="1700" b="0" i="0" kern="1200"/>
            <a:t>Ради Європи (РЄ)</a:t>
          </a:r>
          <a:endParaRPr lang="uk-UA" sz="1700" kern="1200"/>
        </a:p>
      </dsp:txBody>
      <dsp:txXfrm rot="10800000">
        <a:off x="1287014" y="2905"/>
        <a:ext cx="3125670" cy="887653"/>
      </dsp:txXfrm>
    </dsp:sp>
    <dsp:sp modelId="{C4CCF15C-D123-4FD9-800A-2412FF72F7E5}">
      <dsp:nvSpPr>
        <dsp:cNvPr id="0" name=""/>
        <dsp:cNvSpPr/>
      </dsp:nvSpPr>
      <dsp:spPr>
        <a:xfrm>
          <a:off x="621274" y="2905"/>
          <a:ext cx="887653" cy="88765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078D0F4-9A57-4827-819C-E3C485003655}">
      <dsp:nvSpPr>
        <dsp:cNvPr id="0" name=""/>
        <dsp:cNvSpPr/>
      </dsp:nvSpPr>
      <dsp:spPr>
        <a:xfrm rot="10800000">
          <a:off x="1065101" y="1155530"/>
          <a:ext cx="3347583" cy="88765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30" tIns="64770" rIns="120904" bIns="64770" numCol="1" spcCol="1270" anchor="ctr" anchorCtr="0">
          <a:noAutofit/>
        </a:bodyPr>
        <a:lstStyle/>
        <a:p>
          <a:pPr marL="0" lvl="0" indent="0" algn="ctr" defTabSz="755650">
            <a:lnSpc>
              <a:spcPct val="90000"/>
            </a:lnSpc>
            <a:spcBef>
              <a:spcPct val="0"/>
            </a:spcBef>
            <a:spcAft>
              <a:spcPct val="35000"/>
            </a:spcAft>
            <a:buNone/>
          </a:pPr>
          <a:r>
            <a:rPr lang="uk-UA" sz="1700" b="0" i="0" kern="1200"/>
            <a:t>Європейського Союзу (ЄС)</a:t>
          </a:r>
          <a:endParaRPr lang="uk-UA" sz="1700" kern="1200"/>
        </a:p>
      </dsp:txBody>
      <dsp:txXfrm rot="10800000">
        <a:off x="1287014" y="1155530"/>
        <a:ext cx="3125670" cy="887653"/>
      </dsp:txXfrm>
    </dsp:sp>
    <dsp:sp modelId="{398CB2A0-DB41-4E4E-9151-F0DE50F48538}">
      <dsp:nvSpPr>
        <dsp:cNvPr id="0" name=""/>
        <dsp:cNvSpPr/>
      </dsp:nvSpPr>
      <dsp:spPr>
        <a:xfrm>
          <a:off x="621274" y="1155530"/>
          <a:ext cx="887653" cy="88765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8B51DD-CC81-4E36-8513-612431239AC7}">
      <dsp:nvSpPr>
        <dsp:cNvPr id="0" name=""/>
        <dsp:cNvSpPr/>
      </dsp:nvSpPr>
      <dsp:spPr>
        <a:xfrm rot="10800000">
          <a:off x="1065101" y="2308154"/>
          <a:ext cx="3347583" cy="88765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30" tIns="64770" rIns="120904" bIns="64770" numCol="1" spcCol="1270" anchor="ctr" anchorCtr="0">
          <a:noAutofit/>
        </a:bodyPr>
        <a:lstStyle/>
        <a:p>
          <a:pPr marL="0" lvl="0" indent="0" algn="ctr" defTabSz="755650">
            <a:lnSpc>
              <a:spcPct val="90000"/>
            </a:lnSpc>
            <a:spcBef>
              <a:spcPct val="0"/>
            </a:spcBef>
            <a:spcAft>
              <a:spcPct val="35000"/>
            </a:spcAft>
            <a:buNone/>
          </a:pPr>
          <a:r>
            <a:rPr lang="uk-UA" sz="1700" b="0" i="0" kern="1200"/>
            <a:t>Організації Об’єднаних Націй (ООН)</a:t>
          </a:r>
          <a:endParaRPr lang="uk-UA" sz="1700" kern="1200"/>
        </a:p>
      </dsp:txBody>
      <dsp:txXfrm rot="10800000">
        <a:off x="1287014" y="2308154"/>
        <a:ext cx="3125670" cy="887653"/>
      </dsp:txXfrm>
    </dsp:sp>
    <dsp:sp modelId="{77D1A18B-7BD8-4010-9D9B-6298C1B91441}">
      <dsp:nvSpPr>
        <dsp:cNvPr id="0" name=""/>
        <dsp:cNvSpPr/>
      </dsp:nvSpPr>
      <dsp:spPr>
        <a:xfrm>
          <a:off x="621274" y="2308154"/>
          <a:ext cx="887653" cy="88765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4B971B0-8D69-42DD-8188-28922FF8FFCC}">
      <dsp:nvSpPr>
        <dsp:cNvPr id="0" name=""/>
        <dsp:cNvSpPr/>
      </dsp:nvSpPr>
      <dsp:spPr>
        <a:xfrm rot="10800000">
          <a:off x="1065101" y="3460779"/>
          <a:ext cx="3347583" cy="88765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30" tIns="64770" rIns="120904" bIns="64770" numCol="1" spcCol="1270" anchor="ctr" anchorCtr="0">
          <a:noAutofit/>
        </a:bodyPr>
        <a:lstStyle/>
        <a:p>
          <a:pPr marL="0" lvl="0" indent="0" algn="ctr" defTabSz="755650">
            <a:lnSpc>
              <a:spcPct val="90000"/>
            </a:lnSpc>
            <a:spcBef>
              <a:spcPct val="0"/>
            </a:spcBef>
            <a:spcAft>
              <a:spcPct val="35000"/>
            </a:spcAft>
            <a:buNone/>
          </a:pPr>
          <a:r>
            <a:rPr lang="uk-UA" sz="1700" b="0" i="0" kern="1200"/>
            <a:t>Організації з безпеки і співробітництва в Європі (ОБСЄ)</a:t>
          </a:r>
          <a:endParaRPr lang="uk-UA" sz="1700" kern="1200"/>
        </a:p>
      </dsp:txBody>
      <dsp:txXfrm rot="10800000">
        <a:off x="1287014" y="3460779"/>
        <a:ext cx="3125670" cy="887653"/>
      </dsp:txXfrm>
    </dsp:sp>
    <dsp:sp modelId="{7BAA157E-B9DE-4B4C-BB62-D19F9B0B35E6}">
      <dsp:nvSpPr>
        <dsp:cNvPr id="0" name=""/>
        <dsp:cNvSpPr/>
      </dsp:nvSpPr>
      <dsp:spPr>
        <a:xfrm>
          <a:off x="621274" y="3460779"/>
          <a:ext cx="887653" cy="887653"/>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17E5A5-B0DF-4C71-8694-47156F718B2C}">
      <dsp:nvSpPr>
        <dsp:cNvPr id="0" name=""/>
        <dsp:cNvSpPr/>
      </dsp:nvSpPr>
      <dsp:spPr>
        <a:xfrm>
          <a:off x="0" y="78669"/>
          <a:ext cx="503396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територіальної автономії у складі України.</a:t>
          </a:r>
          <a:endParaRPr lang="uk-UA" sz="2500" kern="1200"/>
        </a:p>
      </dsp:txBody>
      <dsp:txXfrm>
        <a:off x="48547" y="127216"/>
        <a:ext cx="4936866" cy="897406"/>
      </dsp:txXfrm>
    </dsp:sp>
    <dsp:sp modelId="{B08F544A-0367-4485-B3C1-6EDAF1F1AA6A}">
      <dsp:nvSpPr>
        <dsp:cNvPr id="0" name=""/>
        <dsp:cNvSpPr/>
      </dsp:nvSpPr>
      <dsp:spPr>
        <a:xfrm>
          <a:off x="0" y="1145169"/>
          <a:ext cx="503396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національної автономії у складі України.</a:t>
          </a:r>
          <a:endParaRPr lang="uk-UA" sz="2500" kern="1200"/>
        </a:p>
      </dsp:txBody>
      <dsp:txXfrm>
        <a:off x="48547" y="1193716"/>
        <a:ext cx="4936866" cy="897406"/>
      </dsp:txXfrm>
    </dsp:sp>
    <dsp:sp modelId="{10E6A550-A684-47B5-88FF-D2B4072DC9E6}">
      <dsp:nvSpPr>
        <dsp:cNvPr id="0" name=""/>
        <dsp:cNvSpPr/>
      </dsp:nvSpPr>
      <dsp:spPr>
        <a:xfrm>
          <a:off x="0" y="2211669"/>
          <a:ext cx="503396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тимчасово окупованої території.</a:t>
          </a:r>
          <a:endParaRPr lang="uk-UA" sz="2500" kern="1200"/>
        </a:p>
      </dsp:txBody>
      <dsp:txXfrm>
        <a:off x="48547" y="2260216"/>
        <a:ext cx="4936866" cy="897406"/>
      </dsp:txXfrm>
    </dsp:sp>
    <dsp:sp modelId="{E4A2A93C-3141-4EB1-AA71-A9AC31045938}">
      <dsp:nvSpPr>
        <dsp:cNvPr id="0" name=""/>
        <dsp:cNvSpPr/>
      </dsp:nvSpPr>
      <dsp:spPr>
        <a:xfrm>
          <a:off x="0" y="3278169"/>
          <a:ext cx="5033960"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вільної економічної зони.</a:t>
          </a:r>
          <a:endParaRPr lang="uk-UA" sz="2500" kern="1200"/>
        </a:p>
      </dsp:txBody>
      <dsp:txXfrm>
        <a:off x="48547" y="3326716"/>
        <a:ext cx="4936866" cy="897406"/>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B21A19-CE9C-4371-86F4-4DA4DC1B065C}">
      <dsp:nvSpPr>
        <dsp:cNvPr id="0" name=""/>
        <dsp:cNvSpPr/>
      </dsp:nvSpPr>
      <dsp:spPr>
        <a:xfrm>
          <a:off x="0" y="6894"/>
          <a:ext cx="5025216" cy="214285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1" kern="1200"/>
            <a:t>«Підтверджуючи відданість України ідеалам та принципам, які є спільним надбанням європейських народів... Верховна Рада України постановляє: Приєднатися від імені України до Статуту Ради Європи...»</a:t>
          </a:r>
          <a:endParaRPr lang="uk-UA" sz="1800" kern="1200"/>
        </a:p>
      </dsp:txBody>
      <dsp:txXfrm>
        <a:off x="104606" y="111500"/>
        <a:ext cx="4816004" cy="1933642"/>
      </dsp:txXfrm>
    </dsp:sp>
    <dsp:sp modelId="{7655EB48-9AA7-4EB6-9637-F7B809F6EC9F}">
      <dsp:nvSpPr>
        <dsp:cNvPr id="0" name=""/>
        <dsp:cNvSpPr/>
      </dsp:nvSpPr>
      <dsp:spPr>
        <a:xfrm>
          <a:off x="0" y="2201589"/>
          <a:ext cx="5025216" cy="214285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1" kern="1200"/>
            <a:t>«На виконання Закону України “Про військово-цивільні адміністрації” постановляю: 1. Утворити: ...Артемівську районну військово-цивільну адміністрацію.., Костянтинівську районну військово-цивільну адміністрацію.., Ясинуватську районну військово-цивільну адміністрацію Донецької області...»</a:t>
          </a:r>
          <a:endParaRPr lang="uk-UA" sz="1800" kern="1200"/>
        </a:p>
      </dsp:txBody>
      <dsp:txXfrm>
        <a:off x="104606" y="2306195"/>
        <a:ext cx="4816004" cy="1933642"/>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90D55A-80A8-485C-BEB8-F7ADC6A2CD32}">
      <dsp:nvSpPr>
        <dsp:cNvPr id="0" name=""/>
        <dsp:cNvSpPr/>
      </dsp:nvSpPr>
      <dsp:spPr>
        <a:xfrm>
          <a:off x="0" y="192069"/>
          <a:ext cx="5033960" cy="1956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1" kern="1200"/>
            <a:t>«Верховна Рада України постановляє: 1. Ввести в дію Закон України “Про Збройні Сили України” з моменту його прийняття. 2. Доручити Кабінету Міністрів України розробити пропозиції щодо загальної структури Збройних Сил України...»</a:t>
          </a:r>
          <a:endParaRPr lang="uk-UA" sz="1900" kern="1200"/>
        </a:p>
      </dsp:txBody>
      <dsp:txXfrm>
        <a:off x="95496" y="287565"/>
        <a:ext cx="4842968" cy="1765248"/>
      </dsp:txXfrm>
    </dsp:sp>
    <dsp:sp modelId="{2325D3B2-E9BB-4697-8E30-A4577FD0A78D}">
      <dsp:nvSpPr>
        <dsp:cNvPr id="0" name=""/>
        <dsp:cNvSpPr/>
      </dsp:nvSpPr>
      <dsp:spPr>
        <a:xfrm>
          <a:off x="0" y="2203029"/>
          <a:ext cx="5033960" cy="1956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1" kern="1200"/>
            <a:t>«Верховна Рада України постановляє: ...Прийняти Конституцію України... Визнати такою, що втратила чинність, Конституцію (Основний закон) України від 20 квітня 1978 року з наступними змінами і доповненнями...»</a:t>
          </a:r>
          <a:endParaRPr lang="uk-UA" sz="1900" kern="1200"/>
        </a:p>
      </dsp:txBody>
      <dsp:txXfrm>
        <a:off x="95496" y="2298525"/>
        <a:ext cx="4842968" cy="1765248"/>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FED717-4D63-48AC-9417-7DBBDF82913D}">
      <dsp:nvSpPr>
        <dsp:cNvPr id="0" name=""/>
        <dsp:cNvSpPr/>
      </dsp:nvSpPr>
      <dsp:spPr>
        <a:xfrm>
          <a:off x="0" y="246428"/>
          <a:ext cx="5025216"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a:t>розв’язання проблем забруднення навколишнього середовища.</a:t>
          </a:r>
          <a:endParaRPr lang="uk-UA" sz="2300" kern="1200"/>
        </a:p>
      </dsp:txBody>
      <dsp:txXfrm>
        <a:off x="44664" y="291092"/>
        <a:ext cx="4935888" cy="825612"/>
      </dsp:txXfrm>
    </dsp:sp>
    <dsp:sp modelId="{C9AB4757-8985-4FCE-AC28-A203B943B7C9}">
      <dsp:nvSpPr>
        <dsp:cNvPr id="0" name=""/>
        <dsp:cNvSpPr/>
      </dsp:nvSpPr>
      <dsp:spPr>
        <a:xfrm>
          <a:off x="0" y="1227608"/>
          <a:ext cx="5025216"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a:t>подолання кризи фінансової та банківської систем.</a:t>
          </a:r>
          <a:endParaRPr lang="uk-UA" sz="2300" kern="1200"/>
        </a:p>
      </dsp:txBody>
      <dsp:txXfrm>
        <a:off x="44664" y="1272272"/>
        <a:ext cx="4935888" cy="825612"/>
      </dsp:txXfrm>
    </dsp:sp>
    <dsp:sp modelId="{BF617077-6206-4BBD-B70F-EDF6ED20F194}">
      <dsp:nvSpPr>
        <dsp:cNvPr id="0" name=""/>
        <dsp:cNvSpPr/>
      </dsp:nvSpPr>
      <dsp:spPr>
        <a:xfrm>
          <a:off x="0" y="2208789"/>
          <a:ext cx="5025216"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a:t>проведення масштабного очищення органів державної влади.</a:t>
          </a:r>
          <a:endParaRPr lang="uk-UA" sz="2300" kern="1200"/>
        </a:p>
      </dsp:txBody>
      <dsp:txXfrm>
        <a:off x="44664" y="2253453"/>
        <a:ext cx="4935888" cy="825612"/>
      </dsp:txXfrm>
    </dsp:sp>
    <dsp:sp modelId="{AAD35D9B-494D-478E-86AC-D67BCAB2D0FF}">
      <dsp:nvSpPr>
        <dsp:cNvPr id="0" name=""/>
        <dsp:cNvSpPr/>
      </dsp:nvSpPr>
      <dsp:spPr>
        <a:xfrm>
          <a:off x="0" y="3189969"/>
          <a:ext cx="5025216" cy="9149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uk-UA" sz="2300" b="0" i="0" kern="1200"/>
            <a:t>упровадження новітніх біотехнологій у виробництво.</a:t>
          </a:r>
          <a:endParaRPr lang="uk-UA" sz="2300" kern="1200"/>
        </a:p>
      </dsp:txBody>
      <dsp:txXfrm>
        <a:off x="44664" y="3234633"/>
        <a:ext cx="4935888" cy="825612"/>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4514E1-4EB6-4BC8-89CD-DEE2169C60FA}">
      <dsp:nvSpPr>
        <dsp:cNvPr id="0" name=""/>
        <dsp:cNvSpPr/>
      </dsp:nvSpPr>
      <dsp:spPr>
        <a:xfrm>
          <a:off x="0" y="78669"/>
          <a:ext cx="5033962"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a:t>підписала Угоду про асоціацію з Європейським Союзом (ЄС).</a:t>
          </a:r>
          <a:endParaRPr lang="uk-UA" sz="2500" kern="1200"/>
        </a:p>
      </dsp:txBody>
      <dsp:txXfrm>
        <a:off x="48547" y="127216"/>
        <a:ext cx="4936868" cy="897406"/>
      </dsp:txXfrm>
    </dsp:sp>
    <dsp:sp modelId="{48B39EE0-750D-4A88-BC72-1F1D14D7BD21}">
      <dsp:nvSpPr>
        <dsp:cNvPr id="0" name=""/>
        <dsp:cNvSpPr/>
      </dsp:nvSpPr>
      <dsp:spPr>
        <a:xfrm>
          <a:off x="0" y="1145169"/>
          <a:ext cx="5033962"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a:t>стала членом Ради Європи (РЄ).</a:t>
          </a:r>
          <a:endParaRPr lang="uk-UA" sz="2500" kern="1200"/>
        </a:p>
      </dsp:txBody>
      <dsp:txXfrm>
        <a:off x="48547" y="1193716"/>
        <a:ext cx="4936868" cy="897406"/>
      </dsp:txXfrm>
    </dsp:sp>
    <dsp:sp modelId="{DBC8AB42-3434-467F-8AD6-07B88FDF27DB}">
      <dsp:nvSpPr>
        <dsp:cNvPr id="0" name=""/>
        <dsp:cNvSpPr/>
      </dsp:nvSpPr>
      <dsp:spPr>
        <a:xfrm>
          <a:off x="0" y="2211669"/>
          <a:ext cx="5033962"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a:t>приєдналася до програми НАТО «Партнерство заради миру».</a:t>
          </a:r>
          <a:endParaRPr lang="uk-UA" sz="2500" kern="1200"/>
        </a:p>
      </dsp:txBody>
      <dsp:txXfrm>
        <a:off x="48547" y="2260216"/>
        <a:ext cx="4936868" cy="897406"/>
      </dsp:txXfrm>
    </dsp:sp>
    <dsp:sp modelId="{EFADCE37-08BF-48C6-A74F-9C54785925B8}">
      <dsp:nvSpPr>
        <dsp:cNvPr id="0" name=""/>
        <dsp:cNvSpPr/>
      </dsp:nvSpPr>
      <dsp:spPr>
        <a:xfrm>
          <a:off x="0" y="3278169"/>
          <a:ext cx="5033962" cy="994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ru-RU" sz="2500" b="0" i="0" kern="1200"/>
            <a:t>вступила до Світової організації торгівлі (СОТ).</a:t>
          </a:r>
          <a:endParaRPr lang="uk-UA" sz="2500" kern="1200"/>
        </a:p>
      </dsp:txBody>
      <dsp:txXfrm>
        <a:off x="48547" y="3326716"/>
        <a:ext cx="4936868" cy="897406"/>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B99006-83AF-4183-A0A9-CA4C9E384BED}">
      <dsp:nvSpPr>
        <dsp:cNvPr id="0" name=""/>
        <dsp:cNvSpPr/>
      </dsp:nvSpPr>
      <dsp:spPr>
        <a:xfrm>
          <a:off x="0" y="414189"/>
          <a:ext cx="5033960"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підписання Україною Угоди про асоціацію з Європейським Союзом (Є</a:t>
          </a:r>
          <a:r>
            <a:rPr lang="en-US" sz="2100" b="0" i="0" kern="1200"/>
            <a:t>C).</a:t>
          </a:r>
          <a:endParaRPr lang="uk-UA" sz="2100" kern="1200"/>
        </a:p>
      </dsp:txBody>
      <dsp:txXfrm>
        <a:off x="40780" y="454969"/>
        <a:ext cx="4952400" cy="753819"/>
      </dsp:txXfrm>
    </dsp:sp>
    <dsp:sp modelId="{7B54A487-F1A3-41BF-9CD4-FEF293E1632C}">
      <dsp:nvSpPr>
        <dsp:cNvPr id="0" name=""/>
        <dsp:cNvSpPr/>
      </dsp:nvSpPr>
      <dsp:spPr>
        <a:xfrm>
          <a:off x="0" y="1310049"/>
          <a:ext cx="5033960"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входження України до Світової організації торгівлі (СОТ).</a:t>
          </a:r>
          <a:endParaRPr lang="uk-UA" sz="2100" kern="1200"/>
        </a:p>
      </dsp:txBody>
      <dsp:txXfrm>
        <a:off x="40780" y="1350829"/>
        <a:ext cx="4952400" cy="753819"/>
      </dsp:txXfrm>
    </dsp:sp>
    <dsp:sp modelId="{7D89EB94-863E-43F0-9C6C-458A054EBD59}">
      <dsp:nvSpPr>
        <dsp:cNvPr id="0" name=""/>
        <dsp:cNvSpPr/>
      </dsp:nvSpPr>
      <dsp:spPr>
        <a:xfrm>
          <a:off x="0" y="2205909"/>
          <a:ext cx="5033960"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створення Співдружності Незалежних Держав (СНД).</a:t>
          </a:r>
          <a:endParaRPr lang="uk-UA" sz="2100" kern="1200"/>
        </a:p>
      </dsp:txBody>
      <dsp:txXfrm>
        <a:off x="40780" y="2246689"/>
        <a:ext cx="4952400" cy="753819"/>
      </dsp:txXfrm>
    </dsp:sp>
    <dsp:sp modelId="{1E2E3789-46BE-4B16-BB87-53C72013DE3F}">
      <dsp:nvSpPr>
        <dsp:cNvPr id="0" name=""/>
        <dsp:cNvSpPr/>
      </dsp:nvSpPr>
      <dsp:spPr>
        <a:xfrm>
          <a:off x="0" y="3101769"/>
          <a:ext cx="5033960"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обрання України членом Ради Європи (РЄ).</a:t>
          </a:r>
          <a:endParaRPr lang="uk-UA" sz="2100" kern="1200"/>
        </a:p>
      </dsp:txBody>
      <dsp:txXfrm>
        <a:off x="40780" y="3142549"/>
        <a:ext cx="4952400" cy="753819"/>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DE4DCE-C722-4EA5-B4D6-0E8EF4D2DFE3}">
      <dsp:nvSpPr>
        <dsp:cNvPr id="0" name=""/>
        <dsp:cNvSpPr/>
      </dsp:nvSpPr>
      <dsp:spPr>
        <a:xfrm>
          <a:off x="0" y="606969"/>
          <a:ext cx="5033960" cy="7195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ru-RU" sz="3000" b="0" i="0" kern="1200"/>
            <a:t>«Революцію гідності».</a:t>
          </a:r>
          <a:endParaRPr lang="uk-UA" sz="3000" kern="1200"/>
        </a:p>
      </dsp:txBody>
      <dsp:txXfrm>
        <a:off x="35125" y="642094"/>
        <a:ext cx="4963710" cy="649299"/>
      </dsp:txXfrm>
    </dsp:sp>
    <dsp:sp modelId="{E3E86E48-9224-4713-9230-59359393D50A}">
      <dsp:nvSpPr>
        <dsp:cNvPr id="0" name=""/>
        <dsp:cNvSpPr/>
      </dsp:nvSpPr>
      <dsp:spPr>
        <a:xfrm>
          <a:off x="0" y="1412919"/>
          <a:ext cx="5033960" cy="7195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ru-RU" sz="3000" b="0" i="0" kern="1200"/>
            <a:t>«Революцію на граніті».</a:t>
          </a:r>
          <a:endParaRPr lang="uk-UA" sz="3000" kern="1200"/>
        </a:p>
      </dsp:txBody>
      <dsp:txXfrm>
        <a:off x="35125" y="1448044"/>
        <a:ext cx="4963710" cy="649299"/>
      </dsp:txXfrm>
    </dsp:sp>
    <dsp:sp modelId="{C023477C-F526-449B-896E-5CC1D1AEAF9E}">
      <dsp:nvSpPr>
        <dsp:cNvPr id="0" name=""/>
        <dsp:cNvSpPr/>
      </dsp:nvSpPr>
      <dsp:spPr>
        <a:xfrm>
          <a:off x="0" y="2218869"/>
          <a:ext cx="5033960" cy="7195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ru-RU" sz="3000" b="0" i="0" kern="1200"/>
            <a:t>«культурну революцію».</a:t>
          </a:r>
          <a:endParaRPr lang="uk-UA" sz="3000" kern="1200"/>
        </a:p>
      </dsp:txBody>
      <dsp:txXfrm>
        <a:off x="35125" y="2253994"/>
        <a:ext cx="4963710" cy="649299"/>
      </dsp:txXfrm>
    </dsp:sp>
    <dsp:sp modelId="{D2F417E9-1C30-4EB2-9B82-3FDDC42CC973}">
      <dsp:nvSpPr>
        <dsp:cNvPr id="0" name=""/>
        <dsp:cNvSpPr/>
      </dsp:nvSpPr>
      <dsp:spPr>
        <a:xfrm>
          <a:off x="0" y="3024819"/>
          <a:ext cx="5033960" cy="7195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ru-RU" sz="3000" b="0" i="0" kern="1200"/>
            <a:t>«Помаранчеву революцію».</a:t>
          </a:r>
          <a:endParaRPr lang="uk-UA" sz="3000" kern="1200"/>
        </a:p>
      </dsp:txBody>
      <dsp:txXfrm>
        <a:off x="35125" y="3059944"/>
        <a:ext cx="4963710" cy="649299"/>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A8663C-88FE-4E97-B800-6924B5AE633F}">
      <dsp:nvSpPr>
        <dsp:cNvPr id="0" name=""/>
        <dsp:cNvSpPr/>
      </dsp:nvSpPr>
      <dsp:spPr>
        <a:xfrm>
          <a:off x="0" y="450099"/>
          <a:ext cx="5033960" cy="79150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uk-UA" sz="3300" b="0" i="0" kern="1200"/>
            <a:t>Помаранчевої революції.</a:t>
          </a:r>
          <a:endParaRPr lang="uk-UA" sz="3300" kern="1200"/>
        </a:p>
      </dsp:txBody>
      <dsp:txXfrm>
        <a:off x="38638" y="488737"/>
        <a:ext cx="4956684" cy="714229"/>
      </dsp:txXfrm>
    </dsp:sp>
    <dsp:sp modelId="{056AE4AA-6285-4CDB-9858-089DDFF3A9A6}">
      <dsp:nvSpPr>
        <dsp:cNvPr id="0" name=""/>
        <dsp:cNvSpPr/>
      </dsp:nvSpPr>
      <dsp:spPr>
        <a:xfrm>
          <a:off x="0" y="1336644"/>
          <a:ext cx="5033960" cy="79150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uk-UA" sz="3300" b="0" i="0" kern="1200"/>
            <a:t>культурної революції.</a:t>
          </a:r>
          <a:endParaRPr lang="uk-UA" sz="3300" kern="1200"/>
        </a:p>
      </dsp:txBody>
      <dsp:txXfrm>
        <a:off x="38638" y="1375282"/>
        <a:ext cx="4956684" cy="714229"/>
      </dsp:txXfrm>
    </dsp:sp>
    <dsp:sp modelId="{884CDC9A-DD06-44B4-98CF-9EF38898F8E3}">
      <dsp:nvSpPr>
        <dsp:cNvPr id="0" name=""/>
        <dsp:cNvSpPr/>
      </dsp:nvSpPr>
      <dsp:spPr>
        <a:xfrm>
          <a:off x="0" y="2223189"/>
          <a:ext cx="5033960" cy="79150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uk-UA" sz="3300" b="0" i="0" kern="1200"/>
            <a:t>Революції гідності.</a:t>
          </a:r>
          <a:endParaRPr lang="uk-UA" sz="3300" kern="1200"/>
        </a:p>
      </dsp:txBody>
      <dsp:txXfrm>
        <a:off x="38638" y="2261827"/>
        <a:ext cx="4956684" cy="714229"/>
      </dsp:txXfrm>
    </dsp:sp>
    <dsp:sp modelId="{4FDF8C5F-BA39-43F5-9F22-A7A258C0E308}">
      <dsp:nvSpPr>
        <dsp:cNvPr id="0" name=""/>
        <dsp:cNvSpPr/>
      </dsp:nvSpPr>
      <dsp:spPr>
        <a:xfrm>
          <a:off x="0" y="3109734"/>
          <a:ext cx="5033960" cy="79150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uk-UA" sz="3300" b="0" i="0" kern="1200"/>
            <a:t>Революції на граніті.</a:t>
          </a:r>
          <a:endParaRPr lang="uk-UA" sz="3300" kern="1200"/>
        </a:p>
      </dsp:txBody>
      <dsp:txXfrm>
        <a:off x="38638" y="3148372"/>
        <a:ext cx="4956684" cy="714229"/>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89F2B6-BD4A-4C28-837E-201B8D4ED95D}">
      <dsp:nvSpPr>
        <dsp:cNvPr id="0" name=""/>
        <dsp:cNvSpPr/>
      </dsp:nvSpPr>
      <dsp:spPr>
        <a:xfrm>
          <a:off x="0" y="581949"/>
          <a:ext cx="5033960" cy="755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вшанування незламності, мужності та героїзму захисників Донецького аеропорту.</a:t>
          </a:r>
          <a:endParaRPr lang="uk-UA" sz="1900" kern="1200"/>
        </a:p>
      </dsp:txBody>
      <dsp:txXfrm>
        <a:off x="36896" y="618845"/>
        <a:ext cx="4960168" cy="682028"/>
      </dsp:txXfrm>
    </dsp:sp>
    <dsp:sp modelId="{BBA35DCD-F47C-4A11-B0E5-30675709C76D}">
      <dsp:nvSpPr>
        <dsp:cNvPr id="0" name=""/>
        <dsp:cNvSpPr/>
      </dsp:nvSpPr>
      <dsp:spPr>
        <a:xfrm>
          <a:off x="0" y="1392489"/>
          <a:ext cx="5033960" cy="755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підтримання сили духу протестувальників на барикадах часів Революції Гідності.</a:t>
          </a:r>
          <a:endParaRPr lang="uk-UA" sz="1900" kern="1200"/>
        </a:p>
      </dsp:txBody>
      <dsp:txXfrm>
        <a:off x="36896" y="1429385"/>
        <a:ext cx="4960168" cy="682028"/>
      </dsp:txXfrm>
    </dsp:sp>
    <dsp:sp modelId="{FCCBCCCE-1EB0-4BA8-948C-1C74842266DC}">
      <dsp:nvSpPr>
        <dsp:cNvPr id="0" name=""/>
        <dsp:cNvSpPr/>
      </dsp:nvSpPr>
      <dsp:spPr>
        <a:xfrm>
          <a:off x="0" y="2203029"/>
          <a:ext cx="5033960" cy="755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пробудження в суспільстві почуття патріотизму в умовах російської агресії.</a:t>
          </a:r>
          <a:endParaRPr lang="uk-UA" sz="1900" kern="1200"/>
        </a:p>
      </dsp:txBody>
      <dsp:txXfrm>
        <a:off x="36896" y="2239925"/>
        <a:ext cx="4960168" cy="682028"/>
      </dsp:txXfrm>
    </dsp:sp>
    <dsp:sp modelId="{AD5142FF-BCEC-43FB-A99D-33C5E76C9BBB}">
      <dsp:nvSpPr>
        <dsp:cNvPr id="0" name=""/>
        <dsp:cNvSpPr/>
      </dsp:nvSpPr>
      <dsp:spPr>
        <a:xfrm>
          <a:off x="0" y="3013569"/>
          <a:ext cx="5033960" cy="7558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uk-UA" sz="1900" b="0" i="0" kern="1200"/>
            <a:t>опротестування впровадження офіційної двомовності в деяких областях країни.</a:t>
          </a:r>
          <a:endParaRPr lang="uk-UA" sz="1900" kern="1200"/>
        </a:p>
      </dsp:txBody>
      <dsp:txXfrm>
        <a:off x="36896" y="3050465"/>
        <a:ext cx="4960168" cy="682028"/>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C42558-D0CB-4F65-9271-5CFCB98DACE3}">
      <dsp:nvSpPr>
        <dsp:cNvPr id="0" name=""/>
        <dsp:cNvSpPr/>
      </dsp:nvSpPr>
      <dsp:spPr>
        <a:xfrm>
          <a:off x="0" y="0"/>
          <a:ext cx="391639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FBF638-EFD2-4CD4-A523-6C1B549F0AE8}">
      <dsp:nvSpPr>
        <dsp:cNvPr id="0" name=""/>
        <dsp:cNvSpPr/>
      </dsp:nvSpPr>
      <dsp:spPr>
        <a:xfrm>
          <a:off x="0" y="0"/>
          <a:ext cx="3916399" cy="1166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uk-UA" sz="1500" b="0" i="0" kern="1200"/>
            <a:t>Революція Гідності початку ХХІ ст., як і війна за збереження державної незалежності України початку ХХ ст., – заслуга лише молодих.</a:t>
          </a:r>
          <a:endParaRPr lang="uk-UA" sz="1500" kern="1200"/>
        </a:p>
      </dsp:txBody>
      <dsp:txXfrm>
        <a:off x="0" y="0"/>
        <a:ext cx="3916399" cy="1166812"/>
      </dsp:txXfrm>
    </dsp:sp>
    <dsp:sp modelId="{F8899C61-38B5-49AA-B4E1-2FAA8109CBBD}">
      <dsp:nvSpPr>
        <dsp:cNvPr id="0" name=""/>
        <dsp:cNvSpPr/>
      </dsp:nvSpPr>
      <dsp:spPr>
        <a:xfrm>
          <a:off x="0" y="1166812"/>
          <a:ext cx="391639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EDD660-E92C-4C87-9199-41A9FF967D1A}">
      <dsp:nvSpPr>
        <dsp:cNvPr id="0" name=""/>
        <dsp:cNvSpPr/>
      </dsp:nvSpPr>
      <dsp:spPr>
        <a:xfrm>
          <a:off x="0" y="1166812"/>
          <a:ext cx="3916399" cy="1166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uk-UA" sz="1500" b="0" i="0" kern="1200"/>
            <a:t>Незалежність України час від часу окроплюється кров’ю патріотів: на початку ХХ ст. – героїв Крут, на початку ХХІ ст. – героїв Небесної сотні.</a:t>
          </a:r>
          <a:endParaRPr lang="uk-UA" sz="1500" kern="1200"/>
        </a:p>
      </dsp:txBody>
      <dsp:txXfrm>
        <a:off x="0" y="1166812"/>
        <a:ext cx="3916399" cy="1166812"/>
      </dsp:txXfrm>
    </dsp:sp>
    <dsp:sp modelId="{40F66CC1-A737-4690-AC5D-18516A6F6073}">
      <dsp:nvSpPr>
        <dsp:cNvPr id="0" name=""/>
        <dsp:cNvSpPr/>
      </dsp:nvSpPr>
      <dsp:spPr>
        <a:xfrm>
          <a:off x="0" y="2333624"/>
          <a:ext cx="391639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8C066A-A3F6-4879-B454-849EB160D4F8}">
      <dsp:nvSpPr>
        <dsp:cNvPr id="0" name=""/>
        <dsp:cNvSpPr/>
      </dsp:nvSpPr>
      <dsp:spPr>
        <a:xfrm>
          <a:off x="0" y="2333624"/>
          <a:ext cx="3916399" cy="1166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uk-UA" sz="1500" b="0" i="0" kern="1200"/>
            <a:t>Революція Гідності – не окремий, випадковий протест купки мітингувальників, а продовження столітньої боротьби за свободу й незалежність України.</a:t>
          </a:r>
          <a:endParaRPr lang="uk-UA" sz="1500" kern="1200"/>
        </a:p>
      </dsp:txBody>
      <dsp:txXfrm>
        <a:off x="0" y="2333624"/>
        <a:ext cx="3916399" cy="1166812"/>
      </dsp:txXfrm>
    </dsp:sp>
    <dsp:sp modelId="{6B2011C2-35A4-45BB-A45D-C98F9491E4AF}">
      <dsp:nvSpPr>
        <dsp:cNvPr id="0" name=""/>
        <dsp:cNvSpPr/>
      </dsp:nvSpPr>
      <dsp:spPr>
        <a:xfrm>
          <a:off x="0" y="3500437"/>
          <a:ext cx="3916399"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30F2EE-3D0D-4C7F-A5D8-C23BC2190369}">
      <dsp:nvSpPr>
        <dsp:cNvPr id="0" name=""/>
        <dsp:cNvSpPr/>
      </dsp:nvSpPr>
      <dsp:spPr>
        <a:xfrm>
          <a:off x="0" y="3500437"/>
          <a:ext cx="3916399" cy="1166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uk-UA" sz="1500" b="0" i="0" kern="1200"/>
            <a:t>Завдячуючи тому, що на початку ХХ ст. перемогла Українська революція, на початку ХХІ ст. увінчалася перемогою й революція Гідності.</a:t>
          </a:r>
          <a:endParaRPr lang="uk-UA" sz="1500" kern="1200"/>
        </a:p>
      </dsp:txBody>
      <dsp:txXfrm>
        <a:off x="0" y="3500437"/>
        <a:ext cx="3916399" cy="1166812"/>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5742D8-B309-434A-83CA-17D9A4A9A86E}">
      <dsp:nvSpPr>
        <dsp:cNvPr id="0" name=""/>
        <dsp:cNvSpPr/>
      </dsp:nvSpPr>
      <dsp:spPr>
        <a:xfrm rot="10800000">
          <a:off x="1063662" y="2655"/>
          <a:ext cx="3341768" cy="88775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75" tIns="91440" rIns="170688" bIns="91440" numCol="1" spcCol="1270" anchor="ctr" anchorCtr="0">
          <a:noAutofit/>
        </a:bodyPr>
        <a:lstStyle/>
        <a:p>
          <a:pPr marL="0" lvl="0" indent="0" algn="ctr" defTabSz="1066800">
            <a:lnSpc>
              <a:spcPct val="90000"/>
            </a:lnSpc>
            <a:spcBef>
              <a:spcPct val="0"/>
            </a:spcBef>
            <a:spcAft>
              <a:spcPct val="35000"/>
            </a:spcAft>
            <a:buNone/>
          </a:pPr>
          <a:r>
            <a:rPr lang="uk-UA" sz="2400" b="0" i="0" kern="1200"/>
            <a:t>Революції троянд.</a:t>
          </a:r>
          <a:endParaRPr lang="uk-UA" sz="2400" kern="1200"/>
        </a:p>
      </dsp:txBody>
      <dsp:txXfrm rot="10800000">
        <a:off x="1285601" y="2655"/>
        <a:ext cx="3119829" cy="887755"/>
      </dsp:txXfrm>
    </dsp:sp>
    <dsp:sp modelId="{05CBA7C7-AA01-48E0-8048-F2AE708C5F43}">
      <dsp:nvSpPr>
        <dsp:cNvPr id="0" name=""/>
        <dsp:cNvSpPr/>
      </dsp:nvSpPr>
      <dsp:spPr>
        <a:xfrm>
          <a:off x="619784" y="2655"/>
          <a:ext cx="887755" cy="887755"/>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E1F00D2-BC3E-4254-8C2E-1BD3806987F0}">
      <dsp:nvSpPr>
        <dsp:cNvPr id="0" name=""/>
        <dsp:cNvSpPr/>
      </dsp:nvSpPr>
      <dsp:spPr>
        <a:xfrm rot="10800000">
          <a:off x="1063662" y="1155412"/>
          <a:ext cx="3341768" cy="88775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75" tIns="91440" rIns="170688" bIns="91440" numCol="1" spcCol="1270" anchor="ctr" anchorCtr="0">
          <a:noAutofit/>
        </a:bodyPr>
        <a:lstStyle/>
        <a:p>
          <a:pPr marL="0" lvl="0" indent="0" algn="ctr" defTabSz="1066800">
            <a:lnSpc>
              <a:spcPct val="90000"/>
            </a:lnSpc>
            <a:spcBef>
              <a:spcPct val="0"/>
            </a:spcBef>
            <a:spcAft>
              <a:spcPct val="35000"/>
            </a:spcAft>
            <a:buNone/>
          </a:pPr>
          <a:r>
            <a:rPr lang="uk-UA" sz="2400" b="0" i="0" kern="1200"/>
            <a:t>Революції Гідності.</a:t>
          </a:r>
          <a:endParaRPr lang="uk-UA" sz="2400" kern="1200"/>
        </a:p>
      </dsp:txBody>
      <dsp:txXfrm rot="10800000">
        <a:off x="1285601" y="1155412"/>
        <a:ext cx="3119829" cy="887755"/>
      </dsp:txXfrm>
    </dsp:sp>
    <dsp:sp modelId="{0BCD6EEA-E0E1-4B51-B728-075A153D6BA2}">
      <dsp:nvSpPr>
        <dsp:cNvPr id="0" name=""/>
        <dsp:cNvSpPr/>
      </dsp:nvSpPr>
      <dsp:spPr>
        <a:xfrm>
          <a:off x="619784" y="1155412"/>
          <a:ext cx="887755" cy="887755"/>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81990EB-8BD5-4390-9320-FF56CEA85D00}">
      <dsp:nvSpPr>
        <dsp:cNvPr id="0" name=""/>
        <dsp:cNvSpPr/>
      </dsp:nvSpPr>
      <dsp:spPr>
        <a:xfrm rot="10800000">
          <a:off x="1063662" y="2308169"/>
          <a:ext cx="3341768" cy="88775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75" tIns="91440" rIns="170688" bIns="91440" numCol="1" spcCol="1270" anchor="ctr" anchorCtr="0">
          <a:noAutofit/>
        </a:bodyPr>
        <a:lstStyle/>
        <a:p>
          <a:pPr marL="0" lvl="0" indent="0" algn="ctr" defTabSz="1066800">
            <a:lnSpc>
              <a:spcPct val="90000"/>
            </a:lnSpc>
            <a:spcBef>
              <a:spcPct val="0"/>
            </a:spcBef>
            <a:spcAft>
              <a:spcPct val="35000"/>
            </a:spcAft>
            <a:buNone/>
          </a:pPr>
          <a:r>
            <a:rPr lang="uk-UA" sz="2400" b="0" i="0" kern="1200"/>
            <a:t>Революції на граніті.</a:t>
          </a:r>
          <a:endParaRPr lang="uk-UA" sz="2400" kern="1200"/>
        </a:p>
      </dsp:txBody>
      <dsp:txXfrm rot="10800000">
        <a:off x="1285601" y="2308169"/>
        <a:ext cx="3119829" cy="887755"/>
      </dsp:txXfrm>
    </dsp:sp>
    <dsp:sp modelId="{4F762F7F-0B40-4AB7-B75D-26A7AEB4D7EF}">
      <dsp:nvSpPr>
        <dsp:cNvPr id="0" name=""/>
        <dsp:cNvSpPr/>
      </dsp:nvSpPr>
      <dsp:spPr>
        <a:xfrm>
          <a:off x="619784" y="2308169"/>
          <a:ext cx="887755" cy="887755"/>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8D532CF-F824-497B-A855-F83A34159616}">
      <dsp:nvSpPr>
        <dsp:cNvPr id="0" name=""/>
        <dsp:cNvSpPr/>
      </dsp:nvSpPr>
      <dsp:spPr>
        <a:xfrm rot="10800000">
          <a:off x="1063662" y="3460926"/>
          <a:ext cx="3341768" cy="88775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1475" tIns="91440" rIns="170688" bIns="91440" numCol="1" spcCol="1270" anchor="ctr" anchorCtr="0">
          <a:noAutofit/>
        </a:bodyPr>
        <a:lstStyle/>
        <a:p>
          <a:pPr marL="0" lvl="0" indent="0" algn="ctr" defTabSz="1066800">
            <a:lnSpc>
              <a:spcPct val="90000"/>
            </a:lnSpc>
            <a:spcBef>
              <a:spcPct val="0"/>
            </a:spcBef>
            <a:spcAft>
              <a:spcPct val="35000"/>
            </a:spcAft>
            <a:buNone/>
          </a:pPr>
          <a:r>
            <a:rPr lang="uk-UA" sz="2400" b="0" i="0" kern="1200"/>
            <a:t>Помаранчевої революції.</a:t>
          </a:r>
          <a:endParaRPr lang="uk-UA" sz="2400" kern="1200"/>
        </a:p>
      </dsp:txBody>
      <dsp:txXfrm rot="10800000">
        <a:off x="1285601" y="3460926"/>
        <a:ext cx="3119829" cy="887755"/>
      </dsp:txXfrm>
    </dsp:sp>
    <dsp:sp modelId="{3DBCD964-7792-4112-B897-F33800719CA6}">
      <dsp:nvSpPr>
        <dsp:cNvPr id="0" name=""/>
        <dsp:cNvSpPr/>
      </dsp:nvSpPr>
      <dsp:spPr>
        <a:xfrm>
          <a:off x="619784" y="3460926"/>
          <a:ext cx="887755" cy="887755"/>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D00559-637A-4F2C-8372-A0112FD13FAA}">
      <dsp:nvSpPr>
        <dsp:cNvPr id="0" name=""/>
        <dsp:cNvSpPr/>
      </dsp:nvSpPr>
      <dsp:spPr>
        <a:xfrm>
          <a:off x="0" y="81411"/>
          <a:ext cx="5033960"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подіями «Революції Гідності».</a:t>
          </a:r>
          <a:endParaRPr lang="uk-UA" sz="2500" kern="1200"/>
        </a:p>
      </dsp:txBody>
      <dsp:txXfrm>
        <a:off x="48481" y="129892"/>
        <a:ext cx="4936998" cy="896166"/>
      </dsp:txXfrm>
    </dsp:sp>
    <dsp:sp modelId="{CD97FBC6-0854-420E-881D-35239E53DE36}">
      <dsp:nvSpPr>
        <dsp:cNvPr id="0" name=""/>
        <dsp:cNvSpPr/>
      </dsp:nvSpPr>
      <dsp:spPr>
        <a:xfrm>
          <a:off x="0" y="1146540"/>
          <a:ext cx="5033960"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початком «Революції на граніті».</a:t>
          </a:r>
          <a:endParaRPr lang="uk-UA" sz="2500" kern="1200"/>
        </a:p>
      </dsp:txBody>
      <dsp:txXfrm>
        <a:off x="48481" y="1195021"/>
        <a:ext cx="4936998" cy="896166"/>
      </dsp:txXfrm>
    </dsp:sp>
    <dsp:sp modelId="{3A5F8F42-A6AF-4496-8AEB-D90299EF2B02}">
      <dsp:nvSpPr>
        <dsp:cNvPr id="0" name=""/>
        <dsp:cNvSpPr/>
      </dsp:nvSpPr>
      <dsp:spPr>
        <a:xfrm>
          <a:off x="0" y="2211669"/>
          <a:ext cx="5033960"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проголошенням незалежності України.</a:t>
          </a:r>
          <a:endParaRPr lang="uk-UA" sz="2500" kern="1200"/>
        </a:p>
      </dsp:txBody>
      <dsp:txXfrm>
        <a:off x="48481" y="2260150"/>
        <a:ext cx="4936998" cy="896166"/>
      </dsp:txXfrm>
    </dsp:sp>
    <dsp:sp modelId="{EF384EC3-0DE1-47EA-901B-25294ECAD874}">
      <dsp:nvSpPr>
        <dsp:cNvPr id="0" name=""/>
        <dsp:cNvSpPr/>
      </dsp:nvSpPr>
      <dsp:spPr>
        <a:xfrm>
          <a:off x="0" y="3276797"/>
          <a:ext cx="5033960" cy="9931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збройною агресією Росії проти України.</a:t>
          </a:r>
          <a:endParaRPr lang="uk-UA" sz="2500" kern="1200"/>
        </a:p>
      </dsp:txBody>
      <dsp:txXfrm>
        <a:off x="48481" y="3325278"/>
        <a:ext cx="4936998" cy="896166"/>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A18FF1-7579-4E8C-A815-88C920307E68}">
      <dsp:nvSpPr>
        <dsp:cNvPr id="0" name=""/>
        <dsp:cNvSpPr/>
      </dsp:nvSpPr>
      <dsp:spPr>
        <a:xfrm>
          <a:off x="0" y="554679"/>
          <a:ext cx="503396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uk-UA" sz="3100" b="0" i="0" kern="1200"/>
            <a:t>«Революції гідності».</a:t>
          </a:r>
          <a:endParaRPr lang="uk-UA" sz="3100" kern="1200"/>
        </a:p>
      </dsp:txBody>
      <dsp:txXfrm>
        <a:off x="36296" y="590975"/>
        <a:ext cx="4961368" cy="670943"/>
      </dsp:txXfrm>
    </dsp:sp>
    <dsp:sp modelId="{C9516022-7703-425C-A086-076F59CFF596}">
      <dsp:nvSpPr>
        <dsp:cNvPr id="0" name=""/>
        <dsp:cNvSpPr/>
      </dsp:nvSpPr>
      <dsp:spPr>
        <a:xfrm>
          <a:off x="0" y="1387494"/>
          <a:ext cx="503396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uk-UA" sz="3100" b="0" i="0" kern="1200"/>
            <a:t>«культурної революції».</a:t>
          </a:r>
          <a:endParaRPr lang="uk-UA" sz="3100" kern="1200"/>
        </a:p>
      </dsp:txBody>
      <dsp:txXfrm>
        <a:off x="36296" y="1423790"/>
        <a:ext cx="4961368" cy="670943"/>
      </dsp:txXfrm>
    </dsp:sp>
    <dsp:sp modelId="{4A5EB75C-BCE9-4BA5-AA5E-083DB2E5B571}">
      <dsp:nvSpPr>
        <dsp:cNvPr id="0" name=""/>
        <dsp:cNvSpPr/>
      </dsp:nvSpPr>
      <dsp:spPr>
        <a:xfrm>
          <a:off x="0" y="2220309"/>
          <a:ext cx="503396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uk-UA" sz="3100" b="0" i="0" kern="1200"/>
            <a:t>«Помаранчевої революції».</a:t>
          </a:r>
          <a:endParaRPr lang="uk-UA" sz="3100" kern="1200"/>
        </a:p>
      </dsp:txBody>
      <dsp:txXfrm>
        <a:off x="36296" y="2256605"/>
        <a:ext cx="4961368" cy="670943"/>
      </dsp:txXfrm>
    </dsp:sp>
    <dsp:sp modelId="{5244F2CA-3BA8-45ED-973D-1EFDB98305C1}">
      <dsp:nvSpPr>
        <dsp:cNvPr id="0" name=""/>
        <dsp:cNvSpPr/>
      </dsp:nvSpPr>
      <dsp:spPr>
        <a:xfrm>
          <a:off x="0" y="3053124"/>
          <a:ext cx="5033960" cy="743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uk-UA" sz="3100" b="0" i="0" kern="1200"/>
            <a:t>«революції згори».</a:t>
          </a:r>
          <a:endParaRPr lang="uk-UA" sz="3100" kern="1200"/>
        </a:p>
      </dsp:txBody>
      <dsp:txXfrm>
        <a:off x="36296" y="3089420"/>
        <a:ext cx="4961368" cy="670943"/>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AEFCAA-7CD7-44C5-AF85-9E62CE5D0791}">
      <dsp:nvSpPr>
        <dsp:cNvPr id="0" name=""/>
        <dsp:cNvSpPr/>
      </dsp:nvSpPr>
      <dsp:spPr>
        <a:xfrm>
          <a:off x="341310" y="0"/>
          <a:ext cx="4351338" cy="4351338"/>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85FB43-EDFD-4D02-B388-392340725CDB}">
      <dsp:nvSpPr>
        <dsp:cNvPr id="0" name=""/>
        <dsp:cNvSpPr/>
      </dsp:nvSpPr>
      <dsp:spPr>
        <a:xfrm>
          <a:off x="754688" y="413377"/>
          <a:ext cx="1697021" cy="1697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ru-RU" sz="4300" b="0" i="0" kern="1200"/>
            <a:t>1999 р.</a:t>
          </a:r>
          <a:endParaRPr lang="uk-UA" sz="4300" kern="1200"/>
        </a:p>
      </dsp:txBody>
      <dsp:txXfrm>
        <a:off x="837530" y="496219"/>
        <a:ext cx="1531337" cy="1531337"/>
      </dsp:txXfrm>
    </dsp:sp>
    <dsp:sp modelId="{D6A8B702-A5DD-4FA8-9DB4-73347B73FE1A}">
      <dsp:nvSpPr>
        <dsp:cNvPr id="0" name=""/>
        <dsp:cNvSpPr/>
      </dsp:nvSpPr>
      <dsp:spPr>
        <a:xfrm>
          <a:off x="2582250" y="413377"/>
          <a:ext cx="1697021" cy="1697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ru-RU" sz="4300" b="0" i="0" kern="1200"/>
            <a:t>2004 р.</a:t>
          </a:r>
          <a:endParaRPr lang="uk-UA" sz="4300" kern="1200"/>
        </a:p>
      </dsp:txBody>
      <dsp:txXfrm>
        <a:off x="2665092" y="496219"/>
        <a:ext cx="1531337" cy="1531337"/>
      </dsp:txXfrm>
    </dsp:sp>
    <dsp:sp modelId="{C71E302D-49D1-4ACA-99CC-F510E04AA7E8}">
      <dsp:nvSpPr>
        <dsp:cNvPr id="0" name=""/>
        <dsp:cNvSpPr/>
      </dsp:nvSpPr>
      <dsp:spPr>
        <a:xfrm>
          <a:off x="754688" y="2240939"/>
          <a:ext cx="1697021" cy="1697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ru-RU" sz="4300" b="0" i="0" kern="1200"/>
            <a:t>2008 р.</a:t>
          </a:r>
          <a:endParaRPr lang="uk-UA" sz="4300" kern="1200"/>
        </a:p>
      </dsp:txBody>
      <dsp:txXfrm>
        <a:off x="837530" y="2323781"/>
        <a:ext cx="1531337" cy="1531337"/>
      </dsp:txXfrm>
    </dsp:sp>
    <dsp:sp modelId="{A2520607-74FB-4A41-8573-052549066A6C}">
      <dsp:nvSpPr>
        <dsp:cNvPr id="0" name=""/>
        <dsp:cNvSpPr/>
      </dsp:nvSpPr>
      <dsp:spPr>
        <a:xfrm>
          <a:off x="2582250" y="2240939"/>
          <a:ext cx="1697021" cy="1697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ru-RU" sz="4300" b="0" i="0" kern="1200"/>
            <a:t>2014 р.</a:t>
          </a:r>
          <a:endParaRPr lang="uk-UA" sz="4300" kern="1200"/>
        </a:p>
      </dsp:txBody>
      <dsp:txXfrm>
        <a:off x="2665092" y="2323781"/>
        <a:ext cx="1531337" cy="1531337"/>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87CBB7-EDD2-4985-B448-8AFD61631AA7}">
      <dsp:nvSpPr>
        <dsp:cNvPr id="0" name=""/>
        <dsp:cNvSpPr/>
      </dsp:nvSpPr>
      <dsp:spPr>
        <a:xfrm>
          <a:off x="0" y="31779"/>
          <a:ext cx="5033960" cy="9833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uk-UA" sz="4100" b="0" i="0" kern="1200"/>
            <a:t>«депортація».</a:t>
          </a:r>
          <a:endParaRPr lang="uk-UA" sz="4100" kern="1200"/>
        </a:p>
      </dsp:txBody>
      <dsp:txXfrm>
        <a:off x="48005" y="79784"/>
        <a:ext cx="4937950" cy="887374"/>
      </dsp:txXfrm>
    </dsp:sp>
    <dsp:sp modelId="{6DC7CF36-A160-4504-982F-A27BE4169325}">
      <dsp:nvSpPr>
        <dsp:cNvPr id="0" name=""/>
        <dsp:cNvSpPr/>
      </dsp:nvSpPr>
      <dsp:spPr>
        <a:xfrm>
          <a:off x="0" y="1133244"/>
          <a:ext cx="5033960" cy="9833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uk-UA" sz="4100" b="0" i="0" kern="1200"/>
            <a:t>«мобілізація».</a:t>
          </a:r>
          <a:endParaRPr lang="uk-UA" sz="4100" kern="1200"/>
        </a:p>
      </dsp:txBody>
      <dsp:txXfrm>
        <a:off x="48005" y="1181249"/>
        <a:ext cx="4937950" cy="887374"/>
      </dsp:txXfrm>
    </dsp:sp>
    <dsp:sp modelId="{1467DC22-C21F-4675-A7E8-82688DD9BB40}">
      <dsp:nvSpPr>
        <dsp:cNvPr id="0" name=""/>
        <dsp:cNvSpPr/>
      </dsp:nvSpPr>
      <dsp:spPr>
        <a:xfrm>
          <a:off x="0" y="2234709"/>
          <a:ext cx="5033960" cy="9833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uk-UA" sz="4100" b="0" i="0" kern="1200"/>
            <a:t>«лібералізація».</a:t>
          </a:r>
          <a:endParaRPr lang="uk-UA" sz="4100" kern="1200"/>
        </a:p>
      </dsp:txBody>
      <dsp:txXfrm>
        <a:off x="48005" y="2282714"/>
        <a:ext cx="4937950" cy="887374"/>
      </dsp:txXfrm>
    </dsp:sp>
    <dsp:sp modelId="{2D0DEB80-A062-424F-8A7B-910D0E59BD29}">
      <dsp:nvSpPr>
        <dsp:cNvPr id="0" name=""/>
        <dsp:cNvSpPr/>
      </dsp:nvSpPr>
      <dsp:spPr>
        <a:xfrm>
          <a:off x="0" y="3336174"/>
          <a:ext cx="5033960" cy="9833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uk-UA" sz="4100" b="0" i="0" kern="1200"/>
            <a:t>«анексія».</a:t>
          </a:r>
          <a:endParaRPr lang="uk-UA" sz="4100" kern="1200"/>
        </a:p>
      </dsp:txBody>
      <dsp:txXfrm>
        <a:off x="48005" y="3384179"/>
        <a:ext cx="4937950" cy="887374"/>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196A38-B229-448E-8C3E-512A9E4BDA98}">
      <dsp:nvSpPr>
        <dsp:cNvPr id="0" name=""/>
        <dsp:cNvSpPr/>
      </dsp:nvSpPr>
      <dsp:spPr>
        <a:xfrm>
          <a:off x="341310" y="0"/>
          <a:ext cx="4351338" cy="4351338"/>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8CC544-B51C-448B-907D-C0E9195AEB68}">
      <dsp:nvSpPr>
        <dsp:cNvPr id="0" name=""/>
        <dsp:cNvSpPr/>
      </dsp:nvSpPr>
      <dsp:spPr>
        <a:xfrm>
          <a:off x="754688" y="413377"/>
          <a:ext cx="1697021" cy="1697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ru-RU" sz="4300" b="0" i="0" kern="1200"/>
            <a:t>1991 р.</a:t>
          </a:r>
          <a:endParaRPr lang="uk-UA" sz="4300" kern="1200"/>
        </a:p>
      </dsp:txBody>
      <dsp:txXfrm>
        <a:off x="837530" y="496219"/>
        <a:ext cx="1531337" cy="1531337"/>
      </dsp:txXfrm>
    </dsp:sp>
    <dsp:sp modelId="{DE06FEFF-F242-462E-81E5-60FE1FC75746}">
      <dsp:nvSpPr>
        <dsp:cNvPr id="0" name=""/>
        <dsp:cNvSpPr/>
      </dsp:nvSpPr>
      <dsp:spPr>
        <a:xfrm>
          <a:off x="2582250" y="413377"/>
          <a:ext cx="1697021" cy="1697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ru-RU" sz="4300" b="0" i="0" kern="1200"/>
            <a:t>1996 р.</a:t>
          </a:r>
          <a:endParaRPr lang="uk-UA" sz="4300" kern="1200"/>
        </a:p>
      </dsp:txBody>
      <dsp:txXfrm>
        <a:off x="2665092" y="496219"/>
        <a:ext cx="1531337" cy="1531337"/>
      </dsp:txXfrm>
    </dsp:sp>
    <dsp:sp modelId="{CA57E848-103F-44B2-9D1B-5A5610CDAA7A}">
      <dsp:nvSpPr>
        <dsp:cNvPr id="0" name=""/>
        <dsp:cNvSpPr/>
      </dsp:nvSpPr>
      <dsp:spPr>
        <a:xfrm>
          <a:off x="754688" y="2240939"/>
          <a:ext cx="1697021" cy="1697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ru-RU" sz="4300" b="0" i="0" kern="1200"/>
            <a:t>2003 р.</a:t>
          </a:r>
          <a:endParaRPr lang="uk-UA" sz="4300" kern="1200"/>
        </a:p>
      </dsp:txBody>
      <dsp:txXfrm>
        <a:off x="837530" y="2323781"/>
        <a:ext cx="1531337" cy="1531337"/>
      </dsp:txXfrm>
    </dsp:sp>
    <dsp:sp modelId="{ECFB4CC1-412A-4C20-9361-5DA4D99AD240}">
      <dsp:nvSpPr>
        <dsp:cNvPr id="0" name=""/>
        <dsp:cNvSpPr/>
      </dsp:nvSpPr>
      <dsp:spPr>
        <a:xfrm>
          <a:off x="2582250" y="2240939"/>
          <a:ext cx="1697021" cy="1697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ru-RU" sz="4300" b="0" i="0" kern="1200"/>
            <a:t>2014 р.</a:t>
          </a:r>
          <a:endParaRPr lang="uk-UA" sz="4300" kern="1200"/>
        </a:p>
      </dsp:txBody>
      <dsp:txXfrm>
        <a:off x="2665092" y="2323781"/>
        <a:ext cx="1531337" cy="1531337"/>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C4D31F-6221-4755-86BF-4A268579E6D0}">
      <dsp:nvSpPr>
        <dsp:cNvPr id="0" name=""/>
        <dsp:cNvSpPr/>
      </dsp:nvSpPr>
      <dsp:spPr>
        <a:xfrm>
          <a:off x="0" y="0"/>
          <a:ext cx="355540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64803B4-E92E-4D43-8868-26E171AE01B3}">
      <dsp:nvSpPr>
        <dsp:cNvPr id="0" name=""/>
        <dsp:cNvSpPr/>
      </dsp:nvSpPr>
      <dsp:spPr>
        <a:xfrm>
          <a:off x="0" y="0"/>
          <a:ext cx="3555403" cy="24455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ru-RU" sz="1900" b="0" i="1" kern="1200"/>
            <a:t>«Основна частина підприємств місцевого значення перейшла з відання союзних міністерств у підпорядкування обласних рад депутатів. Місцеві органи влади одержали широкі права у вирішенні матеріально-фінансових питань…».</a:t>
          </a:r>
          <a:endParaRPr lang="uk-UA" sz="1900" kern="1200"/>
        </a:p>
      </dsp:txBody>
      <dsp:txXfrm>
        <a:off x="0" y="0"/>
        <a:ext cx="3555403" cy="2445529"/>
      </dsp:txXfrm>
    </dsp:sp>
    <dsp:sp modelId="{65F80E06-166B-4437-B251-FE453C12A6F7}">
      <dsp:nvSpPr>
        <dsp:cNvPr id="0" name=""/>
        <dsp:cNvSpPr/>
      </dsp:nvSpPr>
      <dsp:spPr>
        <a:xfrm>
          <a:off x="0" y="2445529"/>
          <a:ext cx="355540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1B9A2A-285F-44D7-8626-C4C88997BCFB}">
      <dsp:nvSpPr>
        <dsp:cNvPr id="0" name=""/>
        <dsp:cNvSpPr/>
      </dsp:nvSpPr>
      <dsp:spPr>
        <a:xfrm>
          <a:off x="0" y="2445529"/>
          <a:ext cx="3555403" cy="24455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ru-RU" sz="1900" b="0" i="1" kern="1200"/>
            <a:t>«Економічне протистояння, що виникло внаслідок внесення митною службою Росії усіх українських імпортерів до переліку «ризикованих», призвело до блокади поставок товарів з України до Росії…»</a:t>
          </a:r>
          <a:endParaRPr lang="uk-UA" sz="1900" kern="1200"/>
        </a:p>
      </dsp:txBody>
      <dsp:txXfrm>
        <a:off x="0" y="2445529"/>
        <a:ext cx="3555403" cy="2445529"/>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BF6624-44A7-4DF5-80BC-9EE1F00CEB03}">
      <dsp:nvSpPr>
        <dsp:cNvPr id="0" name=""/>
        <dsp:cNvSpPr/>
      </dsp:nvSpPr>
      <dsp:spPr>
        <a:xfrm>
          <a:off x="0" y="0"/>
          <a:ext cx="393806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5D36E1-4146-4E11-969A-9A5597E94D83}">
      <dsp:nvSpPr>
        <dsp:cNvPr id="0" name=""/>
        <dsp:cNvSpPr/>
      </dsp:nvSpPr>
      <dsp:spPr>
        <a:xfrm>
          <a:off x="0" y="0"/>
          <a:ext cx="3938065" cy="2445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ru-RU" sz="2000" i="1" kern="1200" dirty="0" err="1"/>
            <a:t>Понад</a:t>
          </a:r>
          <a:r>
            <a:rPr lang="ru-RU" sz="2000" i="1" kern="1200" dirty="0"/>
            <a:t> </a:t>
          </a:r>
          <a:r>
            <a:rPr lang="ru-RU" sz="2000" i="1" kern="1200" dirty="0" err="1"/>
            <a:t>мільйон</a:t>
          </a:r>
          <a:r>
            <a:rPr lang="ru-RU" sz="2000" i="1" kern="1200" dirty="0"/>
            <a:t> </a:t>
          </a:r>
          <a:r>
            <a:rPr lang="ru-RU" sz="2000" i="1" kern="1200" dirty="0" err="1"/>
            <a:t>осіб</a:t>
          </a:r>
          <a:r>
            <a:rPr lang="ru-RU" sz="2000" i="1" kern="1200" dirty="0"/>
            <a:t>, </a:t>
          </a:r>
          <a:r>
            <a:rPr lang="ru-RU" sz="2000" i="1" kern="1200" dirty="0" err="1"/>
            <a:t>винних</a:t>
          </a:r>
          <a:r>
            <a:rPr lang="ru-RU" sz="2000" i="1" kern="1200" dirty="0"/>
            <a:t> у </a:t>
          </a:r>
          <a:r>
            <a:rPr lang="ru-RU" sz="2000" i="1" kern="1200" dirty="0" err="1"/>
            <a:t>порушенні</a:t>
          </a:r>
          <a:r>
            <a:rPr lang="ru-RU" sz="2000" i="1" kern="1200" dirty="0"/>
            <a:t> антиалкогольного </a:t>
          </a:r>
          <a:r>
            <a:rPr lang="ru-RU" sz="2000" i="1" kern="1200" dirty="0" err="1"/>
            <a:t>законодавства</a:t>
          </a:r>
          <a:r>
            <a:rPr lang="ru-RU" sz="2000" i="1" kern="1200" dirty="0"/>
            <a:t>, </a:t>
          </a:r>
          <a:r>
            <a:rPr lang="ru-RU" sz="2000" i="1" kern="1200" dirty="0" err="1"/>
            <a:t>зазнали</a:t>
          </a:r>
          <a:r>
            <a:rPr lang="ru-RU" sz="2000" i="1" kern="1200" dirty="0"/>
            <a:t> </a:t>
          </a:r>
          <a:r>
            <a:rPr lang="ru-RU" sz="2000" i="1" kern="1200" dirty="0" err="1"/>
            <a:t>адміністративних</a:t>
          </a:r>
          <a:r>
            <a:rPr lang="ru-RU" sz="2000" i="1" kern="1200" dirty="0"/>
            <a:t> </a:t>
          </a:r>
          <a:r>
            <a:rPr lang="ru-RU" sz="2000" i="1" kern="1200" dirty="0" err="1"/>
            <a:t>стягнень</a:t>
          </a:r>
          <a:r>
            <a:rPr lang="ru-RU" sz="2000" i="1" kern="1200" dirty="0"/>
            <a:t>. У </a:t>
          </a:r>
          <a:r>
            <a:rPr lang="ru-RU" sz="2000" i="1" kern="1200" dirty="0" err="1"/>
            <a:t>Закарпатті</a:t>
          </a:r>
          <a:r>
            <a:rPr lang="ru-RU" sz="2000" i="1" kern="1200" dirty="0"/>
            <a:t> та в </a:t>
          </a:r>
          <a:r>
            <a:rPr lang="ru-RU" sz="2000" i="1" kern="1200" dirty="0" err="1"/>
            <a:t>Криму</a:t>
          </a:r>
          <a:r>
            <a:rPr lang="ru-RU" sz="2000" i="1" kern="1200" dirty="0"/>
            <a:t> </a:t>
          </a:r>
          <a:r>
            <a:rPr lang="ru-RU" sz="2000" i="1" kern="1200" dirty="0" err="1"/>
            <a:t>знищили</a:t>
          </a:r>
          <a:r>
            <a:rPr lang="ru-RU" sz="2000" i="1" kern="1200" dirty="0"/>
            <a:t> виноградники </a:t>
          </a:r>
          <a:r>
            <a:rPr lang="ru-RU" sz="2000" i="1" kern="1200" dirty="0" err="1"/>
            <a:t>унікальних</a:t>
          </a:r>
          <a:r>
            <a:rPr lang="ru-RU" sz="2000" i="1" kern="1200" dirty="0"/>
            <a:t> </a:t>
          </a:r>
          <a:r>
            <a:rPr lang="ru-RU" sz="2000" i="1" kern="1200" dirty="0" err="1"/>
            <a:t>сортів</a:t>
          </a:r>
          <a:r>
            <a:rPr lang="ru-RU" sz="2000" i="1" kern="1200" dirty="0"/>
            <a:t>…»</a:t>
          </a:r>
          <a:endParaRPr lang="uk-UA" sz="2000" kern="1200" dirty="0"/>
        </a:p>
      </dsp:txBody>
      <dsp:txXfrm>
        <a:off x="0" y="0"/>
        <a:ext cx="3938065" cy="2445528"/>
      </dsp:txXfrm>
    </dsp:sp>
    <dsp:sp modelId="{7979C003-595B-4B83-A571-71353E42B1A2}">
      <dsp:nvSpPr>
        <dsp:cNvPr id="0" name=""/>
        <dsp:cNvSpPr/>
      </dsp:nvSpPr>
      <dsp:spPr>
        <a:xfrm>
          <a:off x="0" y="2445528"/>
          <a:ext cx="393806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4949DF-6AE9-4058-B4D3-C6F4BC370AE7}">
      <dsp:nvSpPr>
        <dsp:cNvPr id="0" name=""/>
        <dsp:cNvSpPr/>
      </dsp:nvSpPr>
      <dsp:spPr>
        <a:xfrm>
          <a:off x="0" y="2445528"/>
          <a:ext cx="3938065" cy="2445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ru-RU" sz="2000" i="1" kern="1200" dirty="0"/>
            <a:t>«</a:t>
          </a:r>
          <a:r>
            <a:rPr lang="ru-RU" sz="2000" i="1" kern="1200" dirty="0" err="1"/>
            <a:t>Продовольча</a:t>
          </a:r>
          <a:r>
            <a:rPr lang="ru-RU" sz="2000" i="1" kern="1200" dirty="0"/>
            <a:t> </a:t>
          </a:r>
          <a:r>
            <a:rPr lang="ru-RU" sz="2000" i="1" kern="1200" dirty="0" err="1"/>
            <a:t>програма</a:t>
          </a:r>
          <a:r>
            <a:rPr lang="ru-RU" sz="2000" i="1" kern="1200" dirty="0"/>
            <a:t> </a:t>
          </a:r>
          <a:r>
            <a:rPr lang="ru-RU" sz="2000" i="1" kern="1200" dirty="0" err="1"/>
            <a:t>виходить</a:t>
          </a:r>
          <a:r>
            <a:rPr lang="ru-RU" sz="2000" i="1" kern="1200" dirty="0"/>
            <a:t> </a:t>
          </a:r>
          <a:r>
            <a:rPr lang="ru-RU" sz="2000" i="1" kern="1200" dirty="0" err="1"/>
            <a:t>із</a:t>
          </a:r>
          <a:r>
            <a:rPr lang="ru-RU" sz="2000" i="1" kern="1200" dirty="0"/>
            <a:t> </a:t>
          </a:r>
          <a:r>
            <a:rPr lang="ru-RU" sz="2000" i="1" kern="1200" dirty="0" err="1"/>
            <a:t>необхідності</a:t>
          </a:r>
          <a:r>
            <a:rPr lang="ru-RU" sz="2000" i="1" kern="1200" dirty="0"/>
            <a:t> </a:t>
          </a:r>
          <a:r>
            <a:rPr lang="ru-RU" sz="2000" i="1" kern="1200" dirty="0" err="1"/>
            <a:t>скоротити</a:t>
          </a:r>
          <a:r>
            <a:rPr lang="ru-RU" sz="2000" i="1" kern="1200" dirty="0"/>
            <a:t> </a:t>
          </a:r>
          <a:r>
            <a:rPr lang="ru-RU" sz="2000" i="1" kern="1200" dirty="0" err="1"/>
            <a:t>імпорт</a:t>
          </a:r>
          <a:r>
            <a:rPr lang="ru-RU" sz="2000" i="1" kern="1200" dirty="0"/>
            <a:t> </a:t>
          </a:r>
          <a:r>
            <a:rPr lang="ru-RU" sz="2000" i="1" kern="1200" dirty="0" err="1"/>
            <a:t>продовольства</a:t>
          </a:r>
          <a:r>
            <a:rPr lang="ru-RU" sz="2000" i="1" kern="1200" dirty="0"/>
            <a:t> з </a:t>
          </a:r>
          <a:r>
            <a:rPr lang="ru-RU" sz="2000" i="1" kern="1200" dirty="0" err="1"/>
            <a:t>капіталістичних</a:t>
          </a:r>
          <a:r>
            <a:rPr lang="ru-RU" sz="2000" i="1" kern="1200" dirty="0"/>
            <a:t> </a:t>
          </a:r>
          <a:r>
            <a:rPr lang="ru-RU" sz="2000" i="1" kern="1200" dirty="0" err="1"/>
            <a:t>країн</a:t>
          </a:r>
          <a:r>
            <a:rPr lang="ru-RU" sz="2000" i="1" kern="1200" dirty="0"/>
            <a:t>, </a:t>
          </a:r>
          <a:r>
            <a:rPr lang="ru-RU" sz="2000" i="1" kern="1200" dirty="0" err="1"/>
            <a:t>оскільки</a:t>
          </a:r>
          <a:r>
            <a:rPr lang="ru-RU" sz="2000" i="1" kern="1200" dirty="0"/>
            <a:t> </a:t>
          </a:r>
          <a:r>
            <a:rPr lang="ru-RU" sz="2000" i="1" kern="1200" dirty="0" err="1"/>
            <a:t>деякі</a:t>
          </a:r>
          <a:r>
            <a:rPr lang="ru-RU" sz="2000" i="1" kern="1200" dirty="0"/>
            <a:t> </a:t>
          </a:r>
          <a:r>
            <a:rPr lang="ru-RU" sz="2000" i="1" kern="1200" dirty="0" err="1"/>
            <a:t>держави</a:t>
          </a:r>
          <a:r>
            <a:rPr lang="ru-RU" sz="2000" i="1" kern="1200" dirty="0"/>
            <a:t> </a:t>
          </a:r>
          <a:r>
            <a:rPr lang="ru-RU" sz="2000" i="1" kern="1200" dirty="0" err="1"/>
            <a:t>прагнуть</a:t>
          </a:r>
          <a:r>
            <a:rPr lang="ru-RU" sz="2000" i="1" kern="1200" dirty="0"/>
            <a:t> </a:t>
          </a:r>
          <a:r>
            <a:rPr lang="ru-RU" sz="2000" i="1" kern="1200" dirty="0" err="1"/>
            <a:t>перетворити</a:t>
          </a:r>
          <a:r>
            <a:rPr lang="ru-RU" sz="2000" i="1" kern="1200" dirty="0"/>
            <a:t> продаж зерна на </a:t>
          </a:r>
          <a:r>
            <a:rPr lang="ru-RU" sz="2000" i="1" kern="1200" dirty="0" err="1"/>
            <a:t>засіб</a:t>
          </a:r>
          <a:r>
            <a:rPr lang="ru-RU" sz="2000" i="1" kern="1200" dirty="0"/>
            <a:t> </a:t>
          </a:r>
          <a:r>
            <a:rPr lang="ru-RU" sz="2000" i="1" kern="1200" dirty="0" err="1"/>
            <a:t>політичного</a:t>
          </a:r>
          <a:r>
            <a:rPr lang="ru-RU" sz="2000" i="1" kern="1200" dirty="0"/>
            <a:t> </a:t>
          </a:r>
          <a:r>
            <a:rPr lang="ru-RU" sz="2000" i="1" kern="1200" dirty="0" err="1"/>
            <a:t>тиску</a:t>
          </a:r>
          <a:r>
            <a:rPr lang="ru-RU" sz="2000" i="1" kern="1200" dirty="0"/>
            <a:t>…»</a:t>
          </a:r>
          <a:endParaRPr lang="uk-UA" sz="2000" kern="1200" dirty="0"/>
        </a:p>
      </dsp:txBody>
      <dsp:txXfrm>
        <a:off x="0" y="2445528"/>
        <a:ext cx="3938065" cy="2445528"/>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B5C088-089F-46A2-9E4F-EF5634673E22}">
      <dsp:nvSpPr>
        <dsp:cNvPr id="0" name=""/>
        <dsp:cNvSpPr/>
      </dsp:nvSpPr>
      <dsp:spPr>
        <a:xfrm>
          <a:off x="0" y="19005"/>
          <a:ext cx="3555403"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ru-RU" sz="2200" b="0" i="0" kern="1200"/>
            <a:t>«післявоєнна відбудова» (1945 – початок 1950-х рр.)</a:t>
          </a:r>
          <a:endParaRPr lang="uk-UA" sz="2200" kern="1200"/>
        </a:p>
      </dsp:txBody>
      <dsp:txXfrm>
        <a:off x="42722" y="61727"/>
        <a:ext cx="3469959" cy="789716"/>
      </dsp:txXfrm>
    </dsp:sp>
    <dsp:sp modelId="{C9E02ADF-ACF2-4472-90AD-EF059F59400E}">
      <dsp:nvSpPr>
        <dsp:cNvPr id="0" name=""/>
        <dsp:cNvSpPr/>
      </dsp:nvSpPr>
      <dsp:spPr>
        <a:xfrm>
          <a:off x="0" y="957525"/>
          <a:ext cx="3555403"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ru-RU" sz="2200" b="0" i="0" kern="1200"/>
            <a:t>«відлига» (1953 – 1964 рр.)</a:t>
          </a:r>
          <a:endParaRPr lang="uk-UA" sz="2200" kern="1200"/>
        </a:p>
      </dsp:txBody>
      <dsp:txXfrm>
        <a:off x="42722" y="1000247"/>
        <a:ext cx="3469959" cy="789716"/>
      </dsp:txXfrm>
    </dsp:sp>
    <dsp:sp modelId="{B3142CE9-FEA1-46B4-89B8-0F84B4D7344A}">
      <dsp:nvSpPr>
        <dsp:cNvPr id="0" name=""/>
        <dsp:cNvSpPr/>
      </dsp:nvSpPr>
      <dsp:spPr>
        <a:xfrm>
          <a:off x="0" y="1896045"/>
          <a:ext cx="3555403"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ru-RU" sz="2200" b="0" i="0" kern="1200"/>
            <a:t>«застій» (середина 1960-х – початок 1980-х рр.)</a:t>
          </a:r>
          <a:endParaRPr lang="uk-UA" sz="2200" kern="1200"/>
        </a:p>
      </dsp:txBody>
      <dsp:txXfrm>
        <a:off x="42722" y="1938767"/>
        <a:ext cx="3469959" cy="789716"/>
      </dsp:txXfrm>
    </dsp:sp>
    <dsp:sp modelId="{BC2BBE93-57F5-44B4-A8FC-3D335026E009}">
      <dsp:nvSpPr>
        <dsp:cNvPr id="0" name=""/>
        <dsp:cNvSpPr/>
      </dsp:nvSpPr>
      <dsp:spPr>
        <a:xfrm>
          <a:off x="0" y="2834565"/>
          <a:ext cx="3555403"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ru-RU" sz="2200" b="0" i="0" kern="1200"/>
            <a:t>«перебудова» (1985–1991 рр.)</a:t>
          </a:r>
          <a:endParaRPr lang="uk-UA" sz="2200" kern="1200"/>
        </a:p>
      </dsp:txBody>
      <dsp:txXfrm>
        <a:off x="42722" y="2877287"/>
        <a:ext cx="3469959" cy="789716"/>
      </dsp:txXfrm>
    </dsp:sp>
    <dsp:sp modelId="{3E058FC2-B53E-4B3D-8C6C-A9A49290FA80}">
      <dsp:nvSpPr>
        <dsp:cNvPr id="0" name=""/>
        <dsp:cNvSpPr/>
      </dsp:nvSpPr>
      <dsp:spPr>
        <a:xfrm>
          <a:off x="0" y="3773085"/>
          <a:ext cx="3555403"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ru-RU" sz="2200" b="0" i="0" kern="1200"/>
            <a:t>«незалежність» (1991 р. – початок ХХІ ст.)</a:t>
          </a:r>
          <a:endParaRPr lang="uk-UA" sz="2200" kern="1200"/>
        </a:p>
      </dsp:txBody>
      <dsp:txXfrm>
        <a:off x="42722" y="3815807"/>
        <a:ext cx="3469959" cy="78971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8.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и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uk-UA"/>
              <a:t>Клацніть, щоб редагувати стиль зразка заголовка</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uk-UA"/>
              <a:t>Клацніть, щоб редагувати стиль зразка підзаголовка</a:t>
            </a:r>
            <a:endParaRPr lang="en-US" dirty="0"/>
          </a:p>
        </p:txBody>
      </p:sp>
      <p:sp>
        <p:nvSpPr>
          <p:cNvPr id="7" name="Date Placeholder 6"/>
          <p:cNvSpPr>
            <a:spLocks noGrp="1"/>
          </p:cNvSpPr>
          <p:nvPr>
            <p:ph type="dt" sz="half" idx="10"/>
          </p:nvPr>
        </p:nvSpPr>
        <p:spPr/>
        <p:txBody>
          <a:bodyPr/>
          <a:lstStyle/>
          <a:p>
            <a:fld id="{F0F8634B-A60F-4393-A4EA-1D8AAE921ACC}" type="datetimeFigureOut">
              <a:rPr lang="uk-UA" smtClean="0"/>
              <a:t>05.04.2025</a:t>
            </a:fld>
            <a:endParaRPr lang="uk-UA"/>
          </a:p>
        </p:txBody>
      </p:sp>
      <p:sp>
        <p:nvSpPr>
          <p:cNvPr id="8" name="Footer Placeholder 7"/>
          <p:cNvSpPr>
            <a:spLocks noGrp="1"/>
          </p:cNvSpPr>
          <p:nvPr>
            <p:ph type="ftr" sz="quarter" idx="11"/>
          </p:nvPr>
        </p:nvSpPr>
        <p:spPr/>
        <p:txBody>
          <a:bodyPr/>
          <a:lstStyle/>
          <a:p>
            <a:endParaRPr lang="uk-UA"/>
          </a:p>
        </p:txBody>
      </p:sp>
      <p:sp>
        <p:nvSpPr>
          <p:cNvPr id="9" name="Slide Number Placeholder 8"/>
          <p:cNvSpPr>
            <a:spLocks noGrp="1"/>
          </p:cNvSpPr>
          <p:nvPr>
            <p:ph type="sldNum" sz="quarter" idx="12"/>
          </p:nvPr>
        </p:nvSpPr>
        <p:spPr/>
        <p:txBody>
          <a:bodyPr/>
          <a:lstStyle/>
          <a:p>
            <a:fld id="{3A36B38C-094F-496C-BFE3-7D6E1E4507D1}" type="slidenum">
              <a:rPr lang="uk-UA" smtClean="0"/>
              <a:t>‹№›</a:t>
            </a:fld>
            <a:endParaRPr lang="uk-UA"/>
          </a:p>
        </p:txBody>
      </p:sp>
    </p:spTree>
    <p:extLst>
      <p:ext uri="{BB962C8B-B14F-4D97-AF65-F5344CB8AC3E}">
        <p14:creationId xmlns:p14="http://schemas.microsoft.com/office/powerpoint/2010/main" val="3426814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Назва та вміст">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Content Placeholder 2"/>
          <p:cNvSpPr>
            <a:spLocks noGrp="1"/>
          </p:cNvSpPr>
          <p:nvPr>
            <p:ph idx="1"/>
          </p:nvPr>
        </p:nvSpPr>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F0F8634B-A60F-4393-A4EA-1D8AAE921ACC}" type="datetimeFigureOut">
              <a:rPr lang="uk-UA" smtClean="0"/>
              <a:t>05.04.2025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3A36B38C-094F-496C-BFE3-7D6E1E4507D1}" type="slidenum">
              <a:rPr lang="uk-UA" smtClean="0"/>
              <a:t>‹№›</a:t>
            </a:fld>
            <a:endParaRPr lang="uk-UA"/>
          </a:p>
        </p:txBody>
      </p:sp>
    </p:spTree>
    <p:extLst>
      <p:ext uri="{BB962C8B-B14F-4D97-AF65-F5344CB8AC3E}">
        <p14:creationId xmlns:p14="http://schemas.microsoft.com/office/powerpoint/2010/main" val="32488715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Назва розділу">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uk-UA"/>
              <a:t>Клацніть, щоб редагувати стиль зразка заголовка</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uk-UA"/>
              <a:t>Клацніть, щоб редагувати стиль зразка підзаголовка</a:t>
            </a:r>
            <a:endParaRPr lang="en-US" dirty="0"/>
          </a:p>
        </p:txBody>
      </p:sp>
      <p:sp>
        <p:nvSpPr>
          <p:cNvPr id="4" name="Date Placeholder 3"/>
          <p:cNvSpPr>
            <a:spLocks noGrp="1"/>
          </p:cNvSpPr>
          <p:nvPr>
            <p:ph type="dt" sz="half" idx="10"/>
          </p:nvPr>
        </p:nvSpPr>
        <p:spPr/>
        <p:txBody>
          <a:bodyPr/>
          <a:lstStyle/>
          <a:p>
            <a:fld id="{F0F8634B-A60F-4393-A4EA-1D8AAE921ACC}" type="datetimeFigureOut">
              <a:rPr lang="uk-UA" smtClean="0"/>
              <a:t>05.04.2025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3A36B38C-094F-496C-BFE3-7D6E1E4507D1}" type="slidenum">
              <a:rPr lang="uk-UA" smtClean="0"/>
              <a:t>‹№›</a:t>
            </a:fld>
            <a:endParaRPr lang="uk-UA"/>
          </a:p>
        </p:txBody>
      </p:sp>
    </p:spTree>
    <p:extLst>
      <p:ext uri="{BB962C8B-B14F-4D97-AF65-F5344CB8AC3E}">
        <p14:creationId xmlns:p14="http://schemas.microsoft.com/office/powerpoint/2010/main" val="1002923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єкт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Date Placeholder 4"/>
          <p:cNvSpPr>
            <a:spLocks noGrp="1"/>
          </p:cNvSpPr>
          <p:nvPr>
            <p:ph type="dt" sz="half" idx="10"/>
          </p:nvPr>
        </p:nvSpPr>
        <p:spPr/>
        <p:txBody>
          <a:bodyPr/>
          <a:lstStyle/>
          <a:p>
            <a:fld id="{F0F8634B-A60F-4393-A4EA-1D8AAE921ACC}" type="datetimeFigureOut">
              <a:rPr lang="uk-UA" smtClean="0"/>
              <a:t>05.04.2025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3A36B38C-094F-496C-BFE3-7D6E1E4507D1}" type="slidenum">
              <a:rPr lang="uk-UA" smtClean="0"/>
              <a:t>‹№›</a:t>
            </a:fld>
            <a:endParaRPr lang="uk-UA"/>
          </a:p>
        </p:txBody>
      </p:sp>
    </p:spTree>
    <p:extLst>
      <p:ext uri="{BB962C8B-B14F-4D97-AF65-F5344CB8AC3E}">
        <p14:creationId xmlns:p14="http://schemas.microsoft.com/office/powerpoint/2010/main" val="326192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Порівняння">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4" name="Content Placeholder 3"/>
          <p:cNvSpPr>
            <a:spLocks noGrp="1"/>
          </p:cNvSpPr>
          <p:nvPr>
            <p:ph sz="half" idx="2"/>
          </p:nvPr>
        </p:nvSpPr>
        <p:spPr>
          <a:xfrm>
            <a:off x="1120000" y="2505075"/>
            <a:ext cx="5025216" cy="368458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uk-UA"/>
              <a:t>Клацніть, щоб відредагувати стилі зразків тексту</a:t>
            </a:r>
          </a:p>
        </p:txBody>
      </p:sp>
      <p:sp>
        <p:nvSpPr>
          <p:cNvPr id="6" name="Content Placeholder 5"/>
          <p:cNvSpPr>
            <a:spLocks noGrp="1"/>
          </p:cNvSpPr>
          <p:nvPr>
            <p:ph sz="quarter" idx="4"/>
          </p:nvPr>
        </p:nvSpPr>
        <p:spPr>
          <a:xfrm>
            <a:off x="6319840" y="2505075"/>
            <a:ext cx="5035548" cy="368458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7" name="Date Placeholder 6"/>
          <p:cNvSpPr>
            <a:spLocks noGrp="1"/>
          </p:cNvSpPr>
          <p:nvPr>
            <p:ph type="dt" sz="half" idx="10"/>
          </p:nvPr>
        </p:nvSpPr>
        <p:spPr/>
        <p:txBody>
          <a:bodyPr/>
          <a:lstStyle/>
          <a:p>
            <a:fld id="{F0F8634B-A60F-4393-A4EA-1D8AAE921ACC}" type="datetimeFigureOut">
              <a:rPr lang="uk-UA" smtClean="0"/>
              <a:t>05.04.2025</a:t>
            </a:fld>
            <a:endParaRPr lang="uk-UA"/>
          </a:p>
        </p:txBody>
      </p:sp>
      <p:sp>
        <p:nvSpPr>
          <p:cNvPr id="8" name="Footer Placeholder 7"/>
          <p:cNvSpPr>
            <a:spLocks noGrp="1"/>
          </p:cNvSpPr>
          <p:nvPr>
            <p:ph type="ftr" sz="quarter" idx="11"/>
          </p:nvPr>
        </p:nvSpPr>
        <p:spPr/>
        <p:txBody>
          <a:bodyPr/>
          <a:lstStyle/>
          <a:p>
            <a:endParaRPr lang="uk-UA"/>
          </a:p>
        </p:txBody>
      </p:sp>
      <p:sp>
        <p:nvSpPr>
          <p:cNvPr id="9" name="Slide Number Placeholder 8"/>
          <p:cNvSpPr>
            <a:spLocks noGrp="1"/>
          </p:cNvSpPr>
          <p:nvPr>
            <p:ph type="sldNum" sz="quarter" idx="12"/>
          </p:nvPr>
        </p:nvSpPr>
        <p:spPr/>
        <p:txBody>
          <a:bodyPr/>
          <a:lstStyle/>
          <a:p>
            <a:fld id="{3A36B38C-094F-496C-BFE3-7D6E1E4507D1}" type="slidenum">
              <a:rPr lang="uk-UA" smtClean="0"/>
              <a:t>‹№›</a:t>
            </a:fld>
            <a:endParaRPr lang="uk-UA"/>
          </a:p>
        </p:txBody>
      </p:sp>
    </p:spTree>
    <p:extLst>
      <p:ext uri="{BB962C8B-B14F-4D97-AF65-F5344CB8AC3E}">
        <p14:creationId xmlns:p14="http://schemas.microsoft.com/office/powerpoint/2010/main" val="464390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Лише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Date Placeholder 2"/>
          <p:cNvSpPr>
            <a:spLocks noGrp="1"/>
          </p:cNvSpPr>
          <p:nvPr>
            <p:ph type="dt" sz="half" idx="10"/>
          </p:nvPr>
        </p:nvSpPr>
        <p:spPr/>
        <p:txBody>
          <a:bodyPr/>
          <a:lstStyle/>
          <a:p>
            <a:fld id="{F0F8634B-A60F-4393-A4EA-1D8AAE921ACC}" type="datetimeFigureOut">
              <a:rPr lang="uk-UA" smtClean="0"/>
              <a:t>05.04.2025</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3A36B38C-094F-496C-BFE3-7D6E1E4507D1}" type="slidenum">
              <a:rPr lang="uk-UA" smtClean="0"/>
              <a:t>‹№›</a:t>
            </a:fld>
            <a:endParaRPr lang="uk-UA"/>
          </a:p>
        </p:txBody>
      </p:sp>
    </p:spTree>
    <p:extLst>
      <p:ext uri="{BB962C8B-B14F-4D97-AF65-F5344CB8AC3E}">
        <p14:creationId xmlns:p14="http://schemas.microsoft.com/office/powerpoint/2010/main" val="2396405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и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F8634B-A60F-4393-A4EA-1D8AAE921ACC}" type="datetimeFigureOut">
              <a:rPr lang="uk-UA" smtClean="0"/>
              <a:t>05.04.2025</a:t>
            </a:fld>
            <a:endParaRPr lang="uk-UA"/>
          </a:p>
        </p:txBody>
      </p:sp>
      <p:sp>
        <p:nvSpPr>
          <p:cNvPr id="3" name="Footer Placeholder 2"/>
          <p:cNvSpPr>
            <a:spLocks noGrp="1"/>
          </p:cNvSpPr>
          <p:nvPr>
            <p:ph type="ftr" sz="quarter" idx="11"/>
          </p:nvPr>
        </p:nvSpPr>
        <p:spPr/>
        <p:txBody>
          <a:bodyPr/>
          <a:lstStyle/>
          <a:p>
            <a:endParaRPr lang="uk-UA"/>
          </a:p>
        </p:txBody>
      </p:sp>
      <p:sp>
        <p:nvSpPr>
          <p:cNvPr id="4" name="Slide Number Placeholder 3"/>
          <p:cNvSpPr>
            <a:spLocks noGrp="1"/>
          </p:cNvSpPr>
          <p:nvPr>
            <p:ph type="sldNum" sz="quarter" idx="12"/>
          </p:nvPr>
        </p:nvSpPr>
        <p:spPr/>
        <p:txBody>
          <a:bodyPr/>
          <a:lstStyle/>
          <a:p>
            <a:fld id="{3A36B38C-094F-496C-BFE3-7D6E1E4507D1}" type="slidenum">
              <a:rPr lang="uk-UA" smtClean="0"/>
              <a:t>‹№›</a:t>
            </a:fld>
            <a:endParaRPr lang="uk-UA"/>
          </a:p>
        </p:txBody>
      </p:sp>
    </p:spTree>
    <p:extLst>
      <p:ext uri="{BB962C8B-B14F-4D97-AF65-F5344CB8AC3E}">
        <p14:creationId xmlns:p14="http://schemas.microsoft.com/office/powerpoint/2010/main" val="3048556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Вміст і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uk-UA"/>
              <a:t>Клацніть, щоб редагувати стиль зразка заголовка</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F0F8634B-A60F-4393-A4EA-1D8AAE921ACC}" type="datetimeFigureOut">
              <a:rPr lang="uk-UA" smtClean="0"/>
              <a:t>05.04.2025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3A36B38C-094F-496C-BFE3-7D6E1E4507D1}" type="slidenum">
              <a:rPr lang="uk-UA" smtClean="0"/>
              <a:t>‹№›</a:t>
            </a:fld>
            <a:endParaRPr lang="uk-UA"/>
          </a:p>
        </p:txBody>
      </p:sp>
    </p:spTree>
    <p:extLst>
      <p:ext uri="{BB962C8B-B14F-4D97-AF65-F5344CB8AC3E}">
        <p14:creationId xmlns:p14="http://schemas.microsoft.com/office/powerpoint/2010/main" val="14068640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і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uk-UA"/>
              <a:t>Клацніть, щоб редагувати стиль зразка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uk-UA"/>
              <a:t>Клацніть піктограму, щоб додати зображення</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F0F8634B-A60F-4393-A4EA-1D8AAE921ACC}" type="datetimeFigureOut">
              <a:rPr lang="uk-UA" smtClean="0"/>
              <a:t>05.04.2025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3A36B38C-094F-496C-BFE3-7D6E1E4507D1}" type="slidenum">
              <a:rPr lang="uk-UA" smtClean="0"/>
              <a:t>‹№›</a:t>
            </a:fld>
            <a:endParaRPr lang="uk-UA"/>
          </a:p>
        </p:txBody>
      </p:sp>
    </p:spTree>
    <p:extLst>
      <p:ext uri="{BB962C8B-B14F-4D97-AF65-F5344CB8AC3E}">
        <p14:creationId xmlns:p14="http://schemas.microsoft.com/office/powerpoint/2010/main" val="110858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 фотографія з підписом">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uk-UA"/>
              <a:t>Клацніть, щоб редагувати стиль зразка заголовка</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uk-UA"/>
              <a:t>Клацніть піктограму, щоб додати зображення</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F0F8634B-A60F-4393-A4EA-1D8AAE921ACC}" type="datetimeFigureOut">
              <a:rPr lang="uk-UA" smtClean="0"/>
              <a:t>05.04.2025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3A36B38C-094F-496C-BFE3-7D6E1E4507D1}" type="slidenum">
              <a:rPr lang="uk-UA" smtClean="0"/>
              <a:t>‹№›</a:t>
            </a:fld>
            <a:endParaRPr lang="uk-UA"/>
          </a:p>
        </p:txBody>
      </p:sp>
    </p:spTree>
    <p:extLst>
      <p:ext uri="{BB962C8B-B14F-4D97-AF65-F5344CB8AC3E}">
        <p14:creationId xmlns:p14="http://schemas.microsoft.com/office/powerpoint/2010/main" val="4265035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Назва та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uk-UA"/>
              <a:t>Клацніть, щоб редагувати стиль зразка заголовка</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F0F8634B-A60F-4393-A4EA-1D8AAE921ACC}" type="datetimeFigureOut">
              <a:rPr lang="uk-UA" smtClean="0"/>
              <a:t>05.04.2025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3A36B38C-094F-496C-BFE3-7D6E1E4507D1}" type="slidenum">
              <a:rPr lang="uk-UA" smtClean="0"/>
              <a:t>‹№›</a:t>
            </a:fld>
            <a:endParaRPr lang="uk-UA"/>
          </a:p>
        </p:txBody>
      </p:sp>
    </p:spTree>
    <p:extLst>
      <p:ext uri="{BB962C8B-B14F-4D97-AF65-F5344CB8AC3E}">
        <p14:creationId xmlns:p14="http://schemas.microsoft.com/office/powerpoint/2010/main" val="13085700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з підписом">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uk-UA"/>
              <a:t>Клацніть, щоб редагувати стиль зразка заголовка</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F0F8634B-A60F-4393-A4EA-1D8AAE921ACC}" type="datetimeFigureOut">
              <a:rPr lang="uk-UA" smtClean="0"/>
              <a:t>05.04.2025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3A36B38C-094F-496C-BFE3-7D6E1E4507D1}" type="slidenum">
              <a:rPr lang="uk-UA" smtClean="0"/>
              <a:t>‹№›</a:t>
            </a:fld>
            <a:endParaRPr lang="uk-UA"/>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925739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ка назви">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uk-UA"/>
              <a:t>Клацніть, щоб редагувати стиль зразка заголовка</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F0F8634B-A60F-4393-A4EA-1D8AAE921ACC}" type="datetimeFigureOut">
              <a:rPr lang="uk-UA" smtClean="0"/>
              <a:t>05.04.2025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3A36B38C-094F-496C-BFE3-7D6E1E4507D1}" type="slidenum">
              <a:rPr lang="uk-UA" smtClean="0"/>
              <a:t>‹№›</a:t>
            </a:fld>
            <a:endParaRPr lang="uk-UA"/>
          </a:p>
        </p:txBody>
      </p:sp>
    </p:spTree>
    <p:extLst>
      <p:ext uri="{BB962C8B-B14F-4D97-AF65-F5344CB8AC3E}">
        <p14:creationId xmlns:p14="http://schemas.microsoft.com/office/powerpoint/2010/main" val="18462362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колонки">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uk-UA"/>
              <a:t>Клацніть, щоб редагувати стиль зразка заголовка</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uk-UA"/>
              <a:t>Клацніть, щоб відредагувати стилі зразків тексту</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uk-UA"/>
              <a:t>Клацніть, щоб відредагувати стилі зразків тексту</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3" name="Date Placeholder 2"/>
          <p:cNvSpPr>
            <a:spLocks noGrp="1"/>
          </p:cNvSpPr>
          <p:nvPr>
            <p:ph type="dt" sz="half" idx="10"/>
          </p:nvPr>
        </p:nvSpPr>
        <p:spPr/>
        <p:txBody>
          <a:bodyPr/>
          <a:lstStyle/>
          <a:p>
            <a:fld id="{F0F8634B-A60F-4393-A4EA-1D8AAE921ACC}" type="datetimeFigureOut">
              <a:rPr lang="uk-UA" smtClean="0"/>
              <a:t>05.04.2025</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3A36B38C-094F-496C-BFE3-7D6E1E4507D1}" type="slidenum">
              <a:rPr lang="uk-UA" smtClean="0"/>
              <a:t>‹№›</a:t>
            </a:fld>
            <a:endParaRPr lang="uk-UA"/>
          </a:p>
        </p:txBody>
      </p:sp>
    </p:spTree>
    <p:extLst>
      <p:ext uri="{BB962C8B-B14F-4D97-AF65-F5344CB8AC3E}">
        <p14:creationId xmlns:p14="http://schemas.microsoft.com/office/powerpoint/2010/main" val="7020014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колонки з малюнками">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uk-UA"/>
              <a:t>Клацніть, щоб редагувати стиль зразка заголовка</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3" name="Date Placeholder 2"/>
          <p:cNvSpPr>
            <a:spLocks noGrp="1"/>
          </p:cNvSpPr>
          <p:nvPr>
            <p:ph type="dt" sz="half" idx="10"/>
          </p:nvPr>
        </p:nvSpPr>
        <p:spPr/>
        <p:txBody>
          <a:bodyPr/>
          <a:lstStyle/>
          <a:p>
            <a:fld id="{F0F8634B-A60F-4393-A4EA-1D8AAE921ACC}" type="datetimeFigureOut">
              <a:rPr lang="uk-UA" smtClean="0"/>
              <a:t>05.04.2025</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3A36B38C-094F-496C-BFE3-7D6E1E4507D1}" type="slidenum">
              <a:rPr lang="uk-UA" smtClean="0"/>
              <a:t>‹№›</a:t>
            </a:fld>
            <a:endParaRPr lang="uk-UA"/>
          </a:p>
        </p:txBody>
      </p:sp>
    </p:spTree>
    <p:extLst>
      <p:ext uri="{BB962C8B-B14F-4D97-AF65-F5344CB8AC3E}">
        <p14:creationId xmlns:p14="http://schemas.microsoft.com/office/powerpoint/2010/main" val="15408430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і вертикальни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Vertical Text Placeholder 2"/>
          <p:cNvSpPr>
            <a:spLocks noGrp="1"/>
          </p:cNvSpPr>
          <p:nvPr>
            <p:ph type="body" orient="vert" idx="1"/>
          </p:nvPr>
        </p:nvSpPr>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F0F8634B-A60F-4393-A4EA-1D8AAE921ACC}" type="datetimeFigureOut">
              <a:rPr lang="uk-UA" smtClean="0"/>
              <a:t>05.04.2025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3A36B38C-094F-496C-BFE3-7D6E1E4507D1}" type="slidenum">
              <a:rPr lang="uk-UA" smtClean="0"/>
              <a:t>‹№›</a:t>
            </a:fld>
            <a:endParaRPr lang="uk-UA"/>
          </a:p>
        </p:txBody>
      </p:sp>
    </p:spTree>
    <p:extLst>
      <p:ext uri="{BB962C8B-B14F-4D97-AF65-F5344CB8AC3E}">
        <p14:creationId xmlns:p14="http://schemas.microsoft.com/office/powerpoint/2010/main" val="18402548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ий заголовок і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uk-UA"/>
              <a:t>Клацніть, щоб редагувати стиль зразка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F0F8634B-A60F-4393-A4EA-1D8AAE921ACC}" type="datetimeFigureOut">
              <a:rPr lang="uk-UA" smtClean="0"/>
              <a:t>05.04.2025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3A36B38C-094F-496C-BFE3-7D6E1E4507D1}" type="slidenum">
              <a:rPr lang="uk-UA" smtClean="0"/>
              <a:t>‹№›</a:t>
            </a:fld>
            <a:endParaRPr lang="uk-UA"/>
          </a:p>
        </p:txBody>
      </p:sp>
    </p:spTree>
    <p:extLst>
      <p:ext uri="{BB962C8B-B14F-4D97-AF65-F5344CB8AC3E}">
        <p14:creationId xmlns:p14="http://schemas.microsoft.com/office/powerpoint/2010/main" val="4009418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F0F8634B-A60F-4393-A4EA-1D8AAE921ACC}" type="datetimeFigureOut">
              <a:rPr lang="uk-UA" smtClean="0"/>
              <a:t>05.04.2025</a:t>
            </a:fld>
            <a:endParaRPr lang="uk-U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uk-U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3A36B38C-094F-496C-BFE3-7D6E1E4507D1}" type="slidenum">
              <a:rPr lang="uk-UA" smtClean="0"/>
              <a:t>‹№›</a:t>
            </a:fld>
            <a:endParaRPr lang="uk-UA"/>
          </a:p>
        </p:txBody>
      </p:sp>
    </p:spTree>
    <p:extLst>
      <p:ext uri="{BB962C8B-B14F-4D97-AF65-F5344CB8AC3E}">
        <p14:creationId xmlns:p14="http://schemas.microsoft.com/office/powerpoint/2010/main" val="217937517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4.xml"/><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6.xml"/><Relationship Id="rId13" Type="http://schemas.openxmlformats.org/officeDocument/2006/relationships/diagramLayout" Target="../diagrams/layout7.xml"/><Relationship Id="rId3" Type="http://schemas.openxmlformats.org/officeDocument/2006/relationships/diagramLayout" Target="../diagrams/layout5.xml"/><Relationship Id="rId7" Type="http://schemas.openxmlformats.org/officeDocument/2006/relationships/diagramData" Target="../diagrams/data6.xml"/><Relationship Id="rId12" Type="http://schemas.openxmlformats.org/officeDocument/2006/relationships/diagramData" Target="../diagrams/data7.xml"/><Relationship Id="rId2" Type="http://schemas.openxmlformats.org/officeDocument/2006/relationships/diagramData" Target="../diagrams/data5.xml"/><Relationship Id="rId16" Type="http://schemas.microsoft.com/office/2007/relationships/diagramDrawing" Target="../diagrams/drawing7.xml"/><Relationship Id="rId1" Type="http://schemas.openxmlformats.org/officeDocument/2006/relationships/slideLayout" Target="../slideLayouts/slideLayout4.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5" Type="http://schemas.openxmlformats.org/officeDocument/2006/relationships/diagramColors" Target="../diagrams/colors7.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 Id="rId14" Type="http://schemas.openxmlformats.org/officeDocument/2006/relationships/diagramQuickStyle" Target="../diagrams/quickStyle7.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9.xml"/><Relationship Id="rId3" Type="http://schemas.openxmlformats.org/officeDocument/2006/relationships/diagramLayout" Target="../diagrams/layout8.xml"/><Relationship Id="rId7" Type="http://schemas.openxmlformats.org/officeDocument/2006/relationships/diagramData" Target="../diagrams/data9.xml"/><Relationship Id="rId2" Type="http://schemas.openxmlformats.org/officeDocument/2006/relationships/diagramData" Target="../diagrams/data8.xml"/><Relationship Id="rId1" Type="http://schemas.openxmlformats.org/officeDocument/2006/relationships/slideLayout" Target="../slideLayouts/slideLayout4.xml"/><Relationship Id="rId6" Type="http://schemas.microsoft.com/office/2007/relationships/diagramDrawing" Target="../diagrams/drawing8.xml"/><Relationship Id="rId11" Type="http://schemas.microsoft.com/office/2007/relationships/diagramDrawing" Target="../diagrams/drawing9.xml"/><Relationship Id="rId5" Type="http://schemas.openxmlformats.org/officeDocument/2006/relationships/diagramColors" Target="../diagrams/colors8.xml"/><Relationship Id="rId10" Type="http://schemas.openxmlformats.org/officeDocument/2006/relationships/diagramColors" Target="../diagrams/colors9.xml"/><Relationship Id="rId4" Type="http://schemas.openxmlformats.org/officeDocument/2006/relationships/diagramQuickStyle" Target="../diagrams/quickStyle8.xml"/><Relationship Id="rId9" Type="http://schemas.openxmlformats.org/officeDocument/2006/relationships/diagramQuickStyle" Target="../diagrams/quickStyle9.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4.xml"/><Relationship Id="rId5" Type="http://schemas.openxmlformats.org/officeDocument/2006/relationships/image" Target="../media/image9.jpe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11.xml"/><Relationship Id="rId3" Type="http://schemas.openxmlformats.org/officeDocument/2006/relationships/diagramLayout" Target="../diagrams/layout10.xml"/><Relationship Id="rId7" Type="http://schemas.openxmlformats.org/officeDocument/2006/relationships/diagramData" Target="../diagrams/data11.xml"/><Relationship Id="rId2" Type="http://schemas.openxmlformats.org/officeDocument/2006/relationships/diagramData" Target="../diagrams/data10.xml"/><Relationship Id="rId1" Type="http://schemas.openxmlformats.org/officeDocument/2006/relationships/slideLayout" Target="../slideLayouts/slideLayout4.xml"/><Relationship Id="rId6" Type="http://schemas.microsoft.com/office/2007/relationships/diagramDrawing" Target="../diagrams/drawing10.xml"/><Relationship Id="rId11" Type="http://schemas.microsoft.com/office/2007/relationships/diagramDrawing" Target="../diagrams/drawing11.xml"/><Relationship Id="rId5" Type="http://schemas.openxmlformats.org/officeDocument/2006/relationships/diagramColors" Target="../diagrams/colors10.xml"/><Relationship Id="rId10" Type="http://schemas.openxmlformats.org/officeDocument/2006/relationships/diagramColors" Target="../diagrams/colors11.xml"/><Relationship Id="rId4" Type="http://schemas.openxmlformats.org/officeDocument/2006/relationships/diagramQuickStyle" Target="../diagrams/quickStyle10.xml"/><Relationship Id="rId9" Type="http://schemas.openxmlformats.org/officeDocument/2006/relationships/diagramQuickStyle" Target="../diagrams/quickStyle11.xml"/></Relationships>
</file>

<file path=ppt/slides/_rels/slide9.xml.rels><?xml version="1.0" encoding="UTF-8" standalone="yes"?>
<Relationships xmlns="http://schemas.openxmlformats.org/package/2006/relationships"><Relationship Id="rId8" Type="http://schemas.openxmlformats.org/officeDocument/2006/relationships/diagramLayout" Target="../diagrams/layout13.xml"/><Relationship Id="rId3" Type="http://schemas.openxmlformats.org/officeDocument/2006/relationships/diagramLayout" Target="../diagrams/layout12.xml"/><Relationship Id="rId7" Type="http://schemas.openxmlformats.org/officeDocument/2006/relationships/diagramData" Target="../diagrams/data13.xml"/><Relationship Id="rId2" Type="http://schemas.openxmlformats.org/officeDocument/2006/relationships/diagramData" Target="../diagrams/data12.xml"/><Relationship Id="rId1" Type="http://schemas.openxmlformats.org/officeDocument/2006/relationships/slideLayout" Target="../slideLayouts/slideLayout4.xml"/><Relationship Id="rId6" Type="http://schemas.microsoft.com/office/2007/relationships/diagramDrawing" Target="../diagrams/drawing12.xml"/><Relationship Id="rId11" Type="http://schemas.microsoft.com/office/2007/relationships/diagramDrawing" Target="../diagrams/drawing13.xml"/><Relationship Id="rId5" Type="http://schemas.openxmlformats.org/officeDocument/2006/relationships/diagramColors" Target="../diagrams/colors12.xml"/><Relationship Id="rId10" Type="http://schemas.openxmlformats.org/officeDocument/2006/relationships/diagramColors" Target="../diagrams/colors13.xml"/><Relationship Id="rId4" Type="http://schemas.openxmlformats.org/officeDocument/2006/relationships/diagramQuickStyle" Target="../diagrams/quickStyle12.xml"/><Relationship Id="rId9" Type="http://schemas.openxmlformats.org/officeDocument/2006/relationships/diagramQuickStyle" Target="../diagrams/quickStyle1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4.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4.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6.xml"/><Relationship Id="rId7" Type="http://schemas.openxmlformats.org/officeDocument/2006/relationships/image" Target="../media/image14.jpeg"/><Relationship Id="rId2" Type="http://schemas.openxmlformats.org/officeDocument/2006/relationships/diagramData" Target="../diagrams/data16.xml"/><Relationship Id="rId1" Type="http://schemas.openxmlformats.org/officeDocument/2006/relationships/slideLayout" Target="../slideLayouts/slideLayout4.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7.xml"/><Relationship Id="rId7" Type="http://schemas.openxmlformats.org/officeDocument/2006/relationships/image" Target="../media/image15.png"/><Relationship Id="rId2" Type="http://schemas.openxmlformats.org/officeDocument/2006/relationships/diagramData" Target="../diagrams/data17.xml"/><Relationship Id="rId1" Type="http://schemas.openxmlformats.org/officeDocument/2006/relationships/slideLayout" Target="../slideLayouts/slideLayout4.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8.xml"/><Relationship Id="rId7" Type="http://schemas.openxmlformats.org/officeDocument/2006/relationships/image" Target="../media/image16.jpeg"/><Relationship Id="rId2" Type="http://schemas.openxmlformats.org/officeDocument/2006/relationships/diagramData" Target="../diagrams/data18.xml"/><Relationship Id="rId1" Type="http://schemas.openxmlformats.org/officeDocument/2006/relationships/slideLayout" Target="../slideLayouts/slideLayout4.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4.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0.xml"/><Relationship Id="rId7" Type="http://schemas.openxmlformats.org/officeDocument/2006/relationships/image" Target="../media/image17.png"/><Relationship Id="rId2" Type="http://schemas.openxmlformats.org/officeDocument/2006/relationships/diagramData" Target="../diagrams/data20.xml"/><Relationship Id="rId1" Type="http://schemas.openxmlformats.org/officeDocument/2006/relationships/slideLayout" Target="../slideLayouts/slideLayout4.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4.xml"/><Relationship Id="rId5" Type="http://schemas.openxmlformats.org/officeDocument/2006/relationships/image" Target="../media/image21.jpeg"/><Relationship Id="rId4" Type="http://schemas.openxmlformats.org/officeDocument/2006/relationships/image" Target="../media/image20.jpeg"/></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1.xml"/><Relationship Id="rId7" Type="http://schemas.openxmlformats.org/officeDocument/2006/relationships/image" Target="../media/image22.jpeg"/><Relationship Id="rId2" Type="http://schemas.openxmlformats.org/officeDocument/2006/relationships/diagramData" Target="../diagrams/data21.xml"/><Relationship Id="rId1" Type="http://schemas.openxmlformats.org/officeDocument/2006/relationships/slideLayout" Target="../slideLayouts/slideLayout4.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4.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3.xml"/><Relationship Id="rId7" Type="http://schemas.openxmlformats.org/officeDocument/2006/relationships/image" Target="../media/image23.png"/><Relationship Id="rId2" Type="http://schemas.openxmlformats.org/officeDocument/2006/relationships/diagramData" Target="../diagrams/data23.xml"/><Relationship Id="rId1" Type="http://schemas.openxmlformats.org/officeDocument/2006/relationships/slideLayout" Target="../slideLayouts/slideLayout4.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8" Type="http://schemas.openxmlformats.org/officeDocument/2006/relationships/diagramLayout" Target="../diagrams/layout25.xml"/><Relationship Id="rId3" Type="http://schemas.openxmlformats.org/officeDocument/2006/relationships/diagramLayout" Target="../diagrams/layout24.xml"/><Relationship Id="rId7" Type="http://schemas.openxmlformats.org/officeDocument/2006/relationships/diagramData" Target="../diagrams/data25.xml"/><Relationship Id="rId2" Type="http://schemas.openxmlformats.org/officeDocument/2006/relationships/diagramData" Target="../diagrams/data24.xml"/><Relationship Id="rId1" Type="http://schemas.openxmlformats.org/officeDocument/2006/relationships/slideLayout" Target="../slideLayouts/slideLayout4.xml"/><Relationship Id="rId6" Type="http://schemas.microsoft.com/office/2007/relationships/diagramDrawing" Target="../diagrams/drawing24.xml"/><Relationship Id="rId11" Type="http://schemas.microsoft.com/office/2007/relationships/diagramDrawing" Target="../diagrams/drawing25.xml"/><Relationship Id="rId5" Type="http://schemas.openxmlformats.org/officeDocument/2006/relationships/diagramColors" Target="../diagrams/colors24.xml"/><Relationship Id="rId10" Type="http://schemas.openxmlformats.org/officeDocument/2006/relationships/diagramColors" Target="../diagrams/colors25.xml"/><Relationship Id="rId4" Type="http://schemas.openxmlformats.org/officeDocument/2006/relationships/diagramQuickStyle" Target="../diagrams/quickStyle24.xml"/><Relationship Id="rId9" Type="http://schemas.openxmlformats.org/officeDocument/2006/relationships/diagramQuickStyle" Target="../diagrams/quickStyle25.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6.xml"/><Relationship Id="rId7" Type="http://schemas.openxmlformats.org/officeDocument/2006/relationships/image" Target="../media/image24.jpeg"/><Relationship Id="rId2" Type="http://schemas.openxmlformats.org/officeDocument/2006/relationships/diagramData" Target="../diagrams/data26.xml"/><Relationship Id="rId1" Type="http://schemas.openxmlformats.org/officeDocument/2006/relationships/slideLayout" Target="../slideLayouts/slideLayout4.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4.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4.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4.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30.xml"/><Relationship Id="rId7" Type="http://schemas.openxmlformats.org/officeDocument/2006/relationships/image" Target="../media/image25.jpeg"/><Relationship Id="rId2" Type="http://schemas.openxmlformats.org/officeDocument/2006/relationships/diagramData" Target="../diagrams/data30.xml"/><Relationship Id="rId1" Type="http://schemas.openxmlformats.org/officeDocument/2006/relationships/slideLayout" Target="../slideLayouts/slideLayout4.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3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4.xml"/><Relationship Id="rId5" Type="http://schemas.openxmlformats.org/officeDocument/2006/relationships/image" Target="../media/image29.jpeg"/><Relationship Id="rId4" Type="http://schemas.openxmlformats.org/officeDocument/2006/relationships/image" Target="../media/image28.jpeg"/></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31.xml"/><Relationship Id="rId7" Type="http://schemas.openxmlformats.org/officeDocument/2006/relationships/image" Target="../media/image30.jpeg"/><Relationship Id="rId2" Type="http://schemas.openxmlformats.org/officeDocument/2006/relationships/diagramData" Target="../diagrams/data31.xml"/><Relationship Id="rId1" Type="http://schemas.openxmlformats.org/officeDocument/2006/relationships/slideLayout" Target="../slideLayouts/slideLayout4.xml"/><Relationship Id="rId6" Type="http://schemas.microsoft.com/office/2007/relationships/diagramDrawing" Target="../diagrams/drawing31.xml"/><Relationship Id="rId5" Type="http://schemas.openxmlformats.org/officeDocument/2006/relationships/diagramColors" Target="../diagrams/colors31.xml"/><Relationship Id="rId4" Type="http://schemas.openxmlformats.org/officeDocument/2006/relationships/diagramQuickStyle" Target="../diagrams/quickStyle31.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32.xml"/><Relationship Id="rId7" Type="http://schemas.openxmlformats.org/officeDocument/2006/relationships/image" Target="../media/image31.png"/><Relationship Id="rId2" Type="http://schemas.openxmlformats.org/officeDocument/2006/relationships/diagramData" Target="../diagrams/data32.xml"/><Relationship Id="rId1" Type="http://schemas.openxmlformats.org/officeDocument/2006/relationships/slideLayout" Target="../slideLayouts/slideLayout4.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33.xml"/><Relationship Id="rId7" Type="http://schemas.openxmlformats.org/officeDocument/2006/relationships/image" Target="../media/image32.png"/><Relationship Id="rId2" Type="http://schemas.openxmlformats.org/officeDocument/2006/relationships/diagramData" Target="../diagrams/data33.xml"/><Relationship Id="rId1" Type="http://schemas.openxmlformats.org/officeDocument/2006/relationships/slideLayout" Target="../slideLayouts/slideLayout4.xml"/><Relationship Id="rId6" Type="http://schemas.microsoft.com/office/2007/relationships/diagramDrawing" Target="../diagrams/drawing33.xml"/><Relationship Id="rId5" Type="http://schemas.openxmlformats.org/officeDocument/2006/relationships/diagramColors" Target="../diagrams/colors33.xml"/><Relationship Id="rId4" Type="http://schemas.openxmlformats.org/officeDocument/2006/relationships/diagramQuickStyle" Target="../diagrams/quickStyle33.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34.xml"/><Relationship Id="rId2" Type="http://schemas.openxmlformats.org/officeDocument/2006/relationships/diagramData" Target="../diagrams/data34.xml"/><Relationship Id="rId1" Type="http://schemas.openxmlformats.org/officeDocument/2006/relationships/slideLayout" Target="../slideLayouts/slideLayout4.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35.xml"/><Relationship Id="rId2" Type="http://schemas.openxmlformats.org/officeDocument/2006/relationships/diagramData" Target="../diagrams/data35.xml"/><Relationship Id="rId1" Type="http://schemas.openxmlformats.org/officeDocument/2006/relationships/slideLayout" Target="../slideLayouts/slideLayout4.xml"/><Relationship Id="rId6" Type="http://schemas.microsoft.com/office/2007/relationships/diagramDrawing" Target="../diagrams/drawing35.xml"/><Relationship Id="rId5" Type="http://schemas.openxmlformats.org/officeDocument/2006/relationships/diagramColors" Target="../diagrams/colors35.xml"/><Relationship Id="rId4" Type="http://schemas.openxmlformats.org/officeDocument/2006/relationships/diagramQuickStyle" Target="../diagrams/quickStyle35.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 Id="rId5" Type="http://schemas.openxmlformats.org/officeDocument/2006/relationships/image" Target="../media/image36.png"/><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36.xml"/><Relationship Id="rId2" Type="http://schemas.openxmlformats.org/officeDocument/2006/relationships/diagramData" Target="../diagrams/data36.xml"/><Relationship Id="rId1" Type="http://schemas.openxmlformats.org/officeDocument/2006/relationships/slideLayout" Target="../slideLayouts/slideLayout4.xml"/><Relationship Id="rId6" Type="http://schemas.microsoft.com/office/2007/relationships/diagramDrawing" Target="../diagrams/drawing36.xml"/><Relationship Id="rId5" Type="http://schemas.openxmlformats.org/officeDocument/2006/relationships/diagramColors" Target="../diagrams/colors36.xml"/><Relationship Id="rId4" Type="http://schemas.openxmlformats.org/officeDocument/2006/relationships/diagramQuickStyle" Target="../diagrams/quickStyle36.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37.xml"/><Relationship Id="rId7" Type="http://schemas.openxmlformats.org/officeDocument/2006/relationships/image" Target="../media/image37.jpeg"/><Relationship Id="rId2" Type="http://schemas.openxmlformats.org/officeDocument/2006/relationships/diagramData" Target="../diagrams/data37.xml"/><Relationship Id="rId1" Type="http://schemas.openxmlformats.org/officeDocument/2006/relationships/slideLayout" Target="../slideLayouts/slideLayout4.xml"/><Relationship Id="rId6" Type="http://schemas.microsoft.com/office/2007/relationships/diagramDrawing" Target="../diagrams/drawing37.xml"/><Relationship Id="rId5" Type="http://schemas.openxmlformats.org/officeDocument/2006/relationships/diagramColors" Target="../diagrams/colors37.xml"/><Relationship Id="rId4" Type="http://schemas.openxmlformats.org/officeDocument/2006/relationships/diagramQuickStyle" Target="../diagrams/quickStyle37.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38.xml"/><Relationship Id="rId2" Type="http://schemas.openxmlformats.org/officeDocument/2006/relationships/diagramData" Target="../diagrams/data38.xml"/><Relationship Id="rId1" Type="http://schemas.openxmlformats.org/officeDocument/2006/relationships/slideLayout" Target="../slideLayouts/slideLayout4.xml"/><Relationship Id="rId6" Type="http://schemas.microsoft.com/office/2007/relationships/diagramDrawing" Target="../diagrams/drawing38.xml"/><Relationship Id="rId5" Type="http://schemas.openxmlformats.org/officeDocument/2006/relationships/diagramColors" Target="../diagrams/colors38.xml"/><Relationship Id="rId4" Type="http://schemas.openxmlformats.org/officeDocument/2006/relationships/diagramQuickStyle" Target="../diagrams/quickStyl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8" Type="http://schemas.openxmlformats.org/officeDocument/2006/relationships/diagramLayout" Target="../diagrams/layout40.xml"/><Relationship Id="rId13" Type="http://schemas.openxmlformats.org/officeDocument/2006/relationships/diagramLayout" Target="../diagrams/layout41.xml"/><Relationship Id="rId3" Type="http://schemas.openxmlformats.org/officeDocument/2006/relationships/diagramLayout" Target="../diagrams/layout39.xml"/><Relationship Id="rId7" Type="http://schemas.openxmlformats.org/officeDocument/2006/relationships/diagramData" Target="../diagrams/data40.xml"/><Relationship Id="rId12" Type="http://schemas.openxmlformats.org/officeDocument/2006/relationships/diagramData" Target="../diagrams/data41.xml"/><Relationship Id="rId2" Type="http://schemas.openxmlformats.org/officeDocument/2006/relationships/diagramData" Target="../diagrams/data39.xml"/><Relationship Id="rId16" Type="http://schemas.microsoft.com/office/2007/relationships/diagramDrawing" Target="../diagrams/drawing41.xml"/><Relationship Id="rId1" Type="http://schemas.openxmlformats.org/officeDocument/2006/relationships/slideLayout" Target="../slideLayouts/slideLayout4.xml"/><Relationship Id="rId6" Type="http://schemas.microsoft.com/office/2007/relationships/diagramDrawing" Target="../diagrams/drawing39.xml"/><Relationship Id="rId11" Type="http://schemas.microsoft.com/office/2007/relationships/diagramDrawing" Target="../diagrams/drawing40.xml"/><Relationship Id="rId5" Type="http://schemas.openxmlformats.org/officeDocument/2006/relationships/diagramColors" Target="../diagrams/colors39.xml"/><Relationship Id="rId15" Type="http://schemas.openxmlformats.org/officeDocument/2006/relationships/diagramColors" Target="../diagrams/colors41.xml"/><Relationship Id="rId10" Type="http://schemas.openxmlformats.org/officeDocument/2006/relationships/diagramColors" Target="../diagrams/colors40.xml"/><Relationship Id="rId4" Type="http://schemas.openxmlformats.org/officeDocument/2006/relationships/diagramQuickStyle" Target="../diagrams/quickStyle39.xml"/><Relationship Id="rId9" Type="http://schemas.openxmlformats.org/officeDocument/2006/relationships/diagramQuickStyle" Target="../diagrams/quickStyle40.xml"/><Relationship Id="rId14" Type="http://schemas.openxmlformats.org/officeDocument/2006/relationships/diagramQuickStyle" Target="../diagrams/quickStyle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E8723F2-396D-716A-7261-237CE4ABDEDD}"/>
              </a:ext>
            </a:extLst>
          </p:cNvPr>
          <p:cNvSpPr>
            <a:spLocks noGrp="1"/>
          </p:cNvSpPr>
          <p:nvPr>
            <p:ph type="ctrTitle"/>
          </p:nvPr>
        </p:nvSpPr>
        <p:spPr/>
        <p:txBody>
          <a:bodyPr/>
          <a:lstStyle/>
          <a:p>
            <a:r>
              <a:rPr lang="uk-UA" dirty="0"/>
              <a:t>Творення нової України</a:t>
            </a:r>
          </a:p>
        </p:txBody>
      </p:sp>
      <p:sp>
        <p:nvSpPr>
          <p:cNvPr id="3" name="Підзаголовок 2">
            <a:extLst>
              <a:ext uri="{FF2B5EF4-FFF2-40B4-BE49-F238E27FC236}">
                <a16:creationId xmlns:a16="http://schemas.microsoft.com/office/drawing/2014/main" id="{4EF59B73-98A0-1066-AEEA-0684D1EE7417}"/>
              </a:ext>
            </a:extLst>
          </p:cNvPr>
          <p:cNvSpPr>
            <a:spLocks noGrp="1"/>
          </p:cNvSpPr>
          <p:nvPr>
            <p:ph type="subTitle" idx="1"/>
          </p:nvPr>
        </p:nvSpPr>
        <p:spPr/>
        <p:txBody>
          <a:bodyPr/>
          <a:lstStyle/>
          <a:p>
            <a:endParaRPr lang="uk-UA"/>
          </a:p>
        </p:txBody>
      </p:sp>
    </p:spTree>
    <p:extLst>
      <p:ext uri="{BB962C8B-B14F-4D97-AF65-F5344CB8AC3E}">
        <p14:creationId xmlns:p14="http://schemas.microsoft.com/office/powerpoint/2010/main" val="4255730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1E9CFB-3851-50E4-2925-69617D085B9A}"/>
              </a:ext>
            </a:extLst>
          </p:cNvPr>
          <p:cNvSpPr>
            <a:spLocks noGrp="1"/>
          </p:cNvSpPr>
          <p:nvPr>
            <p:ph type="title"/>
          </p:nvPr>
        </p:nvSpPr>
        <p:spPr/>
        <p:txBody>
          <a:bodyPr>
            <a:normAutofit fontScale="90000"/>
          </a:bodyPr>
          <a:lstStyle/>
          <a:p>
            <a:r>
              <a:rPr lang="ru-RU" dirty="0" err="1"/>
              <a:t>Установіть</a:t>
            </a:r>
            <a:r>
              <a:rPr lang="ru-RU" dirty="0"/>
              <a:t> </a:t>
            </a:r>
            <a:r>
              <a:rPr lang="ru-RU" dirty="0" err="1"/>
              <a:t>послідовність</a:t>
            </a:r>
            <a:r>
              <a:rPr lang="ru-RU" dirty="0"/>
              <a:t> </a:t>
            </a:r>
            <a:r>
              <a:rPr lang="ru-RU" dirty="0" err="1"/>
              <a:t>подій</a:t>
            </a:r>
            <a:r>
              <a:rPr lang="ru-RU" dirty="0"/>
              <a:t>, </a:t>
            </a:r>
            <a:r>
              <a:rPr lang="ru-RU" dirty="0" err="1"/>
              <a:t>зафіксованих</a:t>
            </a:r>
            <a:r>
              <a:rPr lang="ru-RU" dirty="0"/>
              <a:t> на фото.</a:t>
            </a:r>
            <a:endParaRPr lang="uk-UA" dirty="0"/>
          </a:p>
        </p:txBody>
      </p:sp>
      <p:pic>
        <p:nvPicPr>
          <p:cNvPr id="10242" name="Picture 2">
            <a:extLst>
              <a:ext uri="{FF2B5EF4-FFF2-40B4-BE49-F238E27FC236}">
                <a16:creationId xmlns:a16="http://schemas.microsoft.com/office/drawing/2014/main" id="{BA2C3810-BE8D-A50B-0319-822D1464E6C6}"/>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392069" y="1905015"/>
            <a:ext cx="3182404" cy="2153427"/>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a:extLst>
              <a:ext uri="{FF2B5EF4-FFF2-40B4-BE49-F238E27FC236}">
                <a16:creationId xmlns:a16="http://schemas.microsoft.com/office/drawing/2014/main" id="{4E418D47-E6F3-56C7-43EF-50210742E319}"/>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5950514" y="1892546"/>
            <a:ext cx="3066446" cy="2197620"/>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a:extLst>
              <a:ext uri="{FF2B5EF4-FFF2-40B4-BE49-F238E27FC236}">
                <a16:creationId xmlns:a16="http://schemas.microsoft.com/office/drawing/2014/main" id="{82B1ACBA-2C5E-04D7-C38E-D0A42BCB4B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5518" y="4185738"/>
            <a:ext cx="3182404" cy="2524707"/>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8">
            <a:extLst>
              <a:ext uri="{FF2B5EF4-FFF2-40B4-BE49-F238E27FC236}">
                <a16:creationId xmlns:a16="http://schemas.microsoft.com/office/drawing/2014/main" id="{C4311932-4C19-D3C0-E6D6-23D6E30F0B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87354" y="4185737"/>
            <a:ext cx="3066446" cy="25247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4974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4A0605F4-C3FB-C0E2-E47B-66B0BDFC5904}"/>
              </a:ext>
            </a:extLst>
          </p:cNvPr>
          <p:cNvSpPr>
            <a:spLocks noGrp="1"/>
          </p:cNvSpPr>
          <p:nvPr>
            <p:ph type="title"/>
          </p:nvPr>
        </p:nvSpPr>
        <p:spPr/>
        <p:txBody>
          <a:bodyPr>
            <a:noAutofit/>
          </a:bodyPr>
          <a:lstStyle/>
          <a:p>
            <a:r>
              <a:rPr lang="uk-UA" sz="3600" dirty="0"/>
              <a:t>Установіть відповідність між назвою періоду в історії України та поняттями й термінами, які потрібно використовувати, характеризуючи його.</a:t>
            </a:r>
          </a:p>
        </p:txBody>
      </p:sp>
      <p:graphicFrame>
        <p:nvGraphicFramePr>
          <p:cNvPr id="7" name="Місце для вмісту 6">
            <a:extLst>
              <a:ext uri="{FF2B5EF4-FFF2-40B4-BE49-F238E27FC236}">
                <a16:creationId xmlns:a16="http://schemas.microsoft.com/office/drawing/2014/main" id="{8DEEEDA2-CC40-DECA-B85B-5521ADAAF000}"/>
              </a:ext>
            </a:extLst>
          </p:cNvPr>
          <p:cNvGraphicFramePr>
            <a:graphicFrameLocks noGrp="1"/>
          </p:cNvGraphicFramePr>
          <p:nvPr>
            <p:ph sz="half" idx="1"/>
            <p:extLst>
              <p:ext uri="{D42A27DB-BD31-4B8C-83A1-F6EECF244321}">
                <p14:modId xmlns:p14="http://schemas.microsoft.com/office/powerpoint/2010/main" val="594450531"/>
              </p:ext>
            </p:extLst>
          </p:nvPr>
        </p:nvGraphicFramePr>
        <p:xfrm>
          <a:off x="1120000" y="1825625"/>
          <a:ext cx="5025216"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Місце для вмісту 7">
            <a:extLst>
              <a:ext uri="{FF2B5EF4-FFF2-40B4-BE49-F238E27FC236}">
                <a16:creationId xmlns:a16="http://schemas.microsoft.com/office/drawing/2014/main" id="{630B58B7-5B2C-8490-9CE3-7A4DA656724E}"/>
              </a:ext>
            </a:extLst>
          </p:cNvPr>
          <p:cNvGraphicFramePr>
            <a:graphicFrameLocks noGrp="1"/>
          </p:cNvGraphicFramePr>
          <p:nvPr>
            <p:ph sz="half" idx="2"/>
            <p:extLst>
              <p:ext uri="{D42A27DB-BD31-4B8C-83A1-F6EECF244321}">
                <p14:modId xmlns:p14="http://schemas.microsoft.com/office/powerpoint/2010/main" val="3451114425"/>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616575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CA61377-8BC9-C809-0EEA-9ED4FDE086C7}"/>
              </a:ext>
            </a:extLst>
          </p:cNvPr>
          <p:cNvSpPr>
            <a:spLocks noGrp="1"/>
          </p:cNvSpPr>
          <p:nvPr>
            <p:ph type="title"/>
          </p:nvPr>
        </p:nvSpPr>
        <p:spPr/>
        <p:txBody>
          <a:bodyPr>
            <a:noAutofit/>
          </a:bodyPr>
          <a:lstStyle/>
          <a:p>
            <a:r>
              <a:rPr lang="uk-UA" sz="3600" dirty="0"/>
              <a:t>Установіть відповідність між періодом в історії України та поняттями й термінами, які потрібно використовувати, характеризуючи його.</a:t>
            </a:r>
          </a:p>
        </p:txBody>
      </p:sp>
      <p:graphicFrame>
        <p:nvGraphicFramePr>
          <p:cNvPr id="5" name="Місце для вмісту 4">
            <a:extLst>
              <a:ext uri="{FF2B5EF4-FFF2-40B4-BE49-F238E27FC236}">
                <a16:creationId xmlns:a16="http://schemas.microsoft.com/office/drawing/2014/main" id="{6E568E88-C13A-7061-7636-D0429A058859}"/>
              </a:ext>
            </a:extLst>
          </p:cNvPr>
          <p:cNvGraphicFramePr>
            <a:graphicFrameLocks noGrp="1"/>
          </p:cNvGraphicFramePr>
          <p:nvPr>
            <p:ph sz="half" idx="1"/>
            <p:extLst>
              <p:ext uri="{D42A27DB-BD31-4B8C-83A1-F6EECF244321}">
                <p14:modId xmlns:p14="http://schemas.microsoft.com/office/powerpoint/2010/main" val="81289867"/>
              </p:ext>
            </p:extLst>
          </p:nvPr>
        </p:nvGraphicFramePr>
        <p:xfrm>
          <a:off x="1120000" y="1825625"/>
          <a:ext cx="5025216"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B157DC13-C5DF-6ED8-9A5C-22707FF98B5C}"/>
              </a:ext>
            </a:extLst>
          </p:cNvPr>
          <p:cNvGraphicFramePr>
            <a:graphicFrameLocks noGrp="1"/>
          </p:cNvGraphicFramePr>
          <p:nvPr>
            <p:ph sz="half" idx="2"/>
            <p:extLst>
              <p:ext uri="{D42A27DB-BD31-4B8C-83A1-F6EECF244321}">
                <p14:modId xmlns:p14="http://schemas.microsoft.com/office/powerpoint/2010/main" val="1772543980"/>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108453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217296F-A468-0572-BCB2-93844BCE48CF}"/>
              </a:ext>
            </a:extLst>
          </p:cNvPr>
          <p:cNvSpPr>
            <a:spLocks noGrp="1"/>
          </p:cNvSpPr>
          <p:nvPr>
            <p:ph type="title"/>
          </p:nvPr>
        </p:nvSpPr>
        <p:spPr/>
        <p:txBody>
          <a:bodyPr>
            <a:normAutofit/>
          </a:bodyPr>
          <a:lstStyle/>
          <a:p>
            <a:r>
              <a:rPr lang="ru-RU" sz="4000" dirty="0" err="1"/>
              <a:t>З’ясуйте</a:t>
            </a:r>
            <a:r>
              <a:rPr lang="ru-RU" sz="4000" dirty="0"/>
              <a:t>, </a:t>
            </a:r>
            <a:r>
              <a:rPr lang="ru-RU" sz="4000" dirty="0" err="1"/>
              <a:t>якого</a:t>
            </a:r>
            <a:r>
              <a:rPr lang="ru-RU" sz="4000" dirty="0"/>
              <a:t> </a:t>
            </a:r>
            <a:r>
              <a:rPr lang="ru-RU" sz="4000" dirty="0" err="1"/>
              <a:t>періоду</a:t>
            </a:r>
            <a:r>
              <a:rPr lang="ru-RU" sz="4000" dirty="0"/>
              <a:t> </a:t>
            </a:r>
            <a:r>
              <a:rPr lang="ru-RU" sz="4000" dirty="0" err="1"/>
              <a:t>історії</a:t>
            </a:r>
            <a:r>
              <a:rPr lang="ru-RU" sz="4000" dirty="0"/>
              <a:t> </a:t>
            </a:r>
            <a:r>
              <a:rPr lang="ru-RU" sz="4000" dirty="0" err="1"/>
              <a:t>України</a:t>
            </a:r>
            <a:r>
              <a:rPr lang="ru-RU" sz="4000" dirty="0"/>
              <a:t> </a:t>
            </a:r>
            <a:r>
              <a:rPr lang="ru-RU" sz="4000" dirty="0" err="1"/>
              <a:t>стосується</a:t>
            </a:r>
            <a:r>
              <a:rPr lang="ru-RU" sz="4000" dirty="0"/>
              <a:t> </a:t>
            </a:r>
            <a:r>
              <a:rPr lang="ru-RU" sz="4000" dirty="0" err="1"/>
              <a:t>зміст</a:t>
            </a:r>
            <a:r>
              <a:rPr lang="ru-RU" sz="4000" dirty="0"/>
              <a:t> кожного з </a:t>
            </a:r>
            <a:r>
              <a:rPr lang="ru-RU" sz="4000" dirty="0" err="1"/>
              <a:t>наведених</a:t>
            </a:r>
            <a:r>
              <a:rPr lang="ru-RU" sz="4000" dirty="0"/>
              <a:t> </a:t>
            </a:r>
            <a:r>
              <a:rPr lang="ru-RU" sz="4000" dirty="0" err="1"/>
              <a:t>уривків</a:t>
            </a:r>
            <a:r>
              <a:rPr lang="ru-RU" sz="4000" dirty="0"/>
              <a:t>.</a:t>
            </a:r>
            <a:endParaRPr lang="uk-UA" sz="4000" dirty="0"/>
          </a:p>
        </p:txBody>
      </p:sp>
      <p:graphicFrame>
        <p:nvGraphicFramePr>
          <p:cNvPr id="5" name="Місце для вмісту 4">
            <a:extLst>
              <a:ext uri="{FF2B5EF4-FFF2-40B4-BE49-F238E27FC236}">
                <a16:creationId xmlns:a16="http://schemas.microsoft.com/office/drawing/2014/main" id="{B14CD3E9-8F07-CAA4-E8E6-B3621572FE66}"/>
              </a:ext>
            </a:extLst>
          </p:cNvPr>
          <p:cNvGraphicFramePr>
            <a:graphicFrameLocks noGrp="1"/>
          </p:cNvGraphicFramePr>
          <p:nvPr>
            <p:ph sz="half" idx="1"/>
            <p:extLst>
              <p:ext uri="{D42A27DB-BD31-4B8C-83A1-F6EECF244321}">
                <p14:modId xmlns:p14="http://schemas.microsoft.com/office/powerpoint/2010/main" val="1929543478"/>
              </p:ext>
            </p:extLst>
          </p:nvPr>
        </p:nvGraphicFramePr>
        <p:xfrm>
          <a:off x="355230" y="1690688"/>
          <a:ext cx="3235868" cy="50323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Схема 8">
            <a:extLst>
              <a:ext uri="{FF2B5EF4-FFF2-40B4-BE49-F238E27FC236}">
                <a16:creationId xmlns:a16="http://schemas.microsoft.com/office/drawing/2014/main" id="{E9E19EE3-5D32-7C9A-6146-B4B62C6C9D2E}"/>
              </a:ext>
            </a:extLst>
          </p:cNvPr>
          <p:cNvGraphicFramePr/>
          <p:nvPr>
            <p:extLst>
              <p:ext uri="{D42A27DB-BD31-4B8C-83A1-F6EECF244321}">
                <p14:modId xmlns:p14="http://schemas.microsoft.com/office/powerpoint/2010/main" val="249997681"/>
              </p:ext>
            </p:extLst>
          </p:nvPr>
        </p:nvGraphicFramePr>
        <p:xfrm>
          <a:off x="3949861" y="1690688"/>
          <a:ext cx="3241499" cy="516731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0" name="Місце для вмісту 9">
            <a:extLst>
              <a:ext uri="{FF2B5EF4-FFF2-40B4-BE49-F238E27FC236}">
                <a16:creationId xmlns:a16="http://schemas.microsoft.com/office/drawing/2014/main" id="{81439F6B-05B9-3BAC-8ABB-35D1B77BD03E}"/>
              </a:ext>
            </a:extLst>
          </p:cNvPr>
          <p:cNvGraphicFramePr>
            <a:graphicFrameLocks noGrp="1"/>
          </p:cNvGraphicFramePr>
          <p:nvPr>
            <p:ph sz="half" idx="2"/>
            <p:extLst>
              <p:ext uri="{D42A27DB-BD31-4B8C-83A1-F6EECF244321}">
                <p14:modId xmlns:p14="http://schemas.microsoft.com/office/powerpoint/2010/main" val="1692987017"/>
              </p:ext>
            </p:extLst>
          </p:nvPr>
        </p:nvGraphicFramePr>
        <p:xfrm>
          <a:off x="7550123" y="1960562"/>
          <a:ext cx="4104320" cy="4351338"/>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4132265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7482F6E-9338-A96E-AA42-1904F517E8D2}"/>
              </a:ext>
            </a:extLst>
          </p:cNvPr>
          <p:cNvSpPr>
            <a:spLocks noGrp="1"/>
          </p:cNvSpPr>
          <p:nvPr>
            <p:ph type="title"/>
          </p:nvPr>
        </p:nvSpPr>
        <p:spPr/>
        <p:txBody>
          <a:bodyPr>
            <a:normAutofit fontScale="90000"/>
          </a:bodyPr>
          <a:lstStyle/>
          <a:p>
            <a:r>
              <a:rPr lang="ru-RU" dirty="0" err="1"/>
              <a:t>Увідповідніть</a:t>
            </a:r>
            <a:r>
              <a:rPr lang="ru-RU" dirty="0"/>
              <a:t> </a:t>
            </a:r>
            <a:r>
              <a:rPr lang="ru-RU" dirty="0" err="1"/>
              <a:t>подію</a:t>
            </a:r>
            <a:r>
              <a:rPr lang="ru-RU" dirty="0"/>
              <a:t> та </a:t>
            </a:r>
            <a:r>
              <a:rPr lang="ru-RU" dirty="0" err="1"/>
              <a:t>рік</a:t>
            </a:r>
            <a:r>
              <a:rPr lang="ru-RU" dirty="0"/>
              <a:t>, коли вона </a:t>
            </a:r>
            <a:r>
              <a:rPr lang="ru-RU" dirty="0" err="1"/>
              <a:t>відбулася</a:t>
            </a:r>
            <a:r>
              <a:rPr lang="ru-RU" dirty="0"/>
              <a:t>.</a:t>
            </a:r>
            <a:endParaRPr lang="uk-UA" dirty="0"/>
          </a:p>
        </p:txBody>
      </p:sp>
      <p:graphicFrame>
        <p:nvGraphicFramePr>
          <p:cNvPr id="5" name="Місце для вмісту 4">
            <a:extLst>
              <a:ext uri="{FF2B5EF4-FFF2-40B4-BE49-F238E27FC236}">
                <a16:creationId xmlns:a16="http://schemas.microsoft.com/office/drawing/2014/main" id="{73A808B5-4493-5F9F-A5C7-CA7A32E4D3D2}"/>
              </a:ext>
            </a:extLst>
          </p:cNvPr>
          <p:cNvGraphicFramePr>
            <a:graphicFrameLocks noGrp="1"/>
          </p:cNvGraphicFramePr>
          <p:nvPr>
            <p:ph sz="half" idx="1"/>
            <p:extLst>
              <p:ext uri="{D42A27DB-BD31-4B8C-83A1-F6EECF244321}">
                <p14:modId xmlns:p14="http://schemas.microsoft.com/office/powerpoint/2010/main" val="2213507075"/>
              </p:ext>
            </p:extLst>
          </p:nvPr>
        </p:nvGraphicFramePr>
        <p:xfrm>
          <a:off x="1120000" y="1825625"/>
          <a:ext cx="5025216"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D00C1E51-E471-6B75-62B3-01A8DCA5F09E}"/>
              </a:ext>
            </a:extLst>
          </p:cNvPr>
          <p:cNvGraphicFramePr>
            <a:graphicFrameLocks noGrp="1"/>
          </p:cNvGraphicFramePr>
          <p:nvPr>
            <p:ph sz="half" idx="2"/>
            <p:extLst>
              <p:ext uri="{D42A27DB-BD31-4B8C-83A1-F6EECF244321}">
                <p14:modId xmlns:p14="http://schemas.microsoft.com/office/powerpoint/2010/main" val="1608344496"/>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013726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9259D1F-0338-9AC0-0E18-EB35F29A1D14}"/>
              </a:ext>
            </a:extLst>
          </p:cNvPr>
          <p:cNvSpPr>
            <a:spLocks noGrp="1"/>
          </p:cNvSpPr>
          <p:nvPr>
            <p:ph type="title"/>
          </p:nvPr>
        </p:nvSpPr>
        <p:spPr/>
        <p:txBody>
          <a:bodyPr>
            <a:normAutofit fontScale="90000"/>
          </a:bodyPr>
          <a:lstStyle/>
          <a:p>
            <a:r>
              <a:rPr lang="ru-RU" dirty="0" err="1"/>
              <a:t>Установіть</a:t>
            </a:r>
            <a:r>
              <a:rPr lang="ru-RU" dirty="0"/>
              <a:t> </a:t>
            </a:r>
            <a:r>
              <a:rPr lang="ru-RU" dirty="0" err="1"/>
              <a:t>послідовність</a:t>
            </a:r>
            <a:r>
              <a:rPr lang="ru-RU" dirty="0"/>
              <a:t> </a:t>
            </a:r>
            <a:r>
              <a:rPr lang="ru-RU" dirty="0" err="1"/>
              <a:t>подій</a:t>
            </a:r>
            <a:r>
              <a:rPr lang="ru-RU" dirty="0"/>
              <a:t>, </a:t>
            </a:r>
            <a:r>
              <a:rPr lang="ru-RU" dirty="0" err="1"/>
              <a:t>зафіксованих</a:t>
            </a:r>
            <a:r>
              <a:rPr lang="ru-RU" dirty="0"/>
              <a:t> на фото.</a:t>
            </a:r>
            <a:endParaRPr lang="uk-UA" dirty="0"/>
          </a:p>
        </p:txBody>
      </p:sp>
      <p:pic>
        <p:nvPicPr>
          <p:cNvPr id="8194" name="Picture 2">
            <a:extLst>
              <a:ext uri="{FF2B5EF4-FFF2-40B4-BE49-F238E27FC236}">
                <a16:creationId xmlns:a16="http://schemas.microsoft.com/office/drawing/2014/main" id="{D891F7F6-5397-607C-C2FC-5637E35A01BF}"/>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605444" y="1994822"/>
            <a:ext cx="3315812" cy="2044156"/>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C036E7A5-54E5-93B8-95EE-19E1FB05B417}"/>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5685963" y="1836650"/>
            <a:ext cx="3315812" cy="2139233"/>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a:extLst>
              <a:ext uri="{FF2B5EF4-FFF2-40B4-BE49-F238E27FC236}">
                <a16:creationId xmlns:a16="http://schemas.microsoft.com/office/drawing/2014/main" id="{57AF466B-0AB9-C636-9451-628378C9E9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8466" y="4299831"/>
            <a:ext cx="3315812" cy="2412580"/>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a:extLst>
              <a:ext uri="{FF2B5EF4-FFF2-40B4-BE49-F238E27FC236}">
                <a16:creationId xmlns:a16="http://schemas.microsoft.com/office/drawing/2014/main" id="{6508B5EF-DF48-ECFC-E0C2-307BDF69FF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12786" y="4180985"/>
            <a:ext cx="3315812" cy="2531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202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93C4BE9-6D39-C046-C1CF-7DBB81F97C51}"/>
              </a:ext>
            </a:extLst>
          </p:cNvPr>
          <p:cNvSpPr>
            <a:spLocks noGrp="1"/>
          </p:cNvSpPr>
          <p:nvPr>
            <p:ph type="title"/>
          </p:nvPr>
        </p:nvSpPr>
        <p:spPr/>
        <p:txBody>
          <a:bodyPr/>
          <a:lstStyle/>
          <a:p>
            <a:r>
              <a:rPr lang="uk-UA" dirty="0" err="1"/>
              <a:t>Увідповідніть</a:t>
            </a:r>
            <a:r>
              <a:rPr lang="uk-UA" dirty="0"/>
              <a:t> подію з її наслідком.</a:t>
            </a:r>
          </a:p>
        </p:txBody>
      </p:sp>
      <p:graphicFrame>
        <p:nvGraphicFramePr>
          <p:cNvPr id="6" name="Місце для вмісту 5">
            <a:extLst>
              <a:ext uri="{FF2B5EF4-FFF2-40B4-BE49-F238E27FC236}">
                <a16:creationId xmlns:a16="http://schemas.microsoft.com/office/drawing/2014/main" id="{CD5AB346-E969-A056-AE3B-8CF8AF9D8C57}"/>
              </a:ext>
            </a:extLst>
          </p:cNvPr>
          <p:cNvGraphicFramePr>
            <a:graphicFrameLocks noGrp="1"/>
          </p:cNvGraphicFramePr>
          <p:nvPr>
            <p:ph sz="half" idx="1"/>
            <p:extLst>
              <p:ext uri="{D42A27DB-BD31-4B8C-83A1-F6EECF244321}">
                <p14:modId xmlns:p14="http://schemas.microsoft.com/office/powerpoint/2010/main" val="1658941837"/>
              </p:ext>
            </p:extLst>
          </p:nvPr>
        </p:nvGraphicFramePr>
        <p:xfrm>
          <a:off x="1120000" y="1825625"/>
          <a:ext cx="5025216"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Місце для вмісту 4">
            <a:extLst>
              <a:ext uri="{FF2B5EF4-FFF2-40B4-BE49-F238E27FC236}">
                <a16:creationId xmlns:a16="http://schemas.microsoft.com/office/drawing/2014/main" id="{61E20E6A-6F37-00AD-AD03-7862D83E0717}"/>
              </a:ext>
            </a:extLst>
          </p:cNvPr>
          <p:cNvGraphicFramePr>
            <a:graphicFrameLocks noGrp="1"/>
          </p:cNvGraphicFramePr>
          <p:nvPr>
            <p:ph sz="half" idx="2"/>
            <p:extLst>
              <p:ext uri="{D42A27DB-BD31-4B8C-83A1-F6EECF244321}">
                <p14:modId xmlns:p14="http://schemas.microsoft.com/office/powerpoint/2010/main" val="3654341031"/>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76430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EA25741-3BE9-D7C8-E5FE-6E814ED5AA84}"/>
              </a:ext>
            </a:extLst>
          </p:cNvPr>
          <p:cNvSpPr>
            <a:spLocks noGrp="1"/>
          </p:cNvSpPr>
          <p:nvPr>
            <p:ph type="title"/>
          </p:nvPr>
        </p:nvSpPr>
        <p:spPr/>
        <p:txBody>
          <a:bodyPr>
            <a:normAutofit fontScale="90000"/>
          </a:bodyPr>
          <a:lstStyle/>
          <a:p>
            <a:r>
              <a:rPr lang="uk-UA" dirty="0" err="1"/>
              <a:t>Увідповідніть</a:t>
            </a:r>
            <a:r>
              <a:rPr lang="uk-UA" dirty="0"/>
              <a:t> рік прийняття документа із цитатою з нього.</a:t>
            </a:r>
          </a:p>
        </p:txBody>
      </p:sp>
      <p:graphicFrame>
        <p:nvGraphicFramePr>
          <p:cNvPr id="5" name="Місце для вмісту 4">
            <a:extLst>
              <a:ext uri="{FF2B5EF4-FFF2-40B4-BE49-F238E27FC236}">
                <a16:creationId xmlns:a16="http://schemas.microsoft.com/office/drawing/2014/main" id="{CCC0637B-E710-4D63-7D85-124DEA7AF320}"/>
              </a:ext>
            </a:extLst>
          </p:cNvPr>
          <p:cNvGraphicFramePr>
            <a:graphicFrameLocks noGrp="1"/>
          </p:cNvGraphicFramePr>
          <p:nvPr>
            <p:ph sz="half" idx="1"/>
            <p:extLst>
              <p:ext uri="{D42A27DB-BD31-4B8C-83A1-F6EECF244321}">
                <p14:modId xmlns:p14="http://schemas.microsoft.com/office/powerpoint/2010/main" val="1909049693"/>
              </p:ext>
            </p:extLst>
          </p:nvPr>
        </p:nvGraphicFramePr>
        <p:xfrm>
          <a:off x="1120000" y="1825625"/>
          <a:ext cx="5025216"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F759DBE4-B01F-9D86-D2C9-A1FD50D6305A}"/>
              </a:ext>
            </a:extLst>
          </p:cNvPr>
          <p:cNvGraphicFramePr>
            <a:graphicFrameLocks noGrp="1"/>
          </p:cNvGraphicFramePr>
          <p:nvPr>
            <p:ph sz="half" idx="2"/>
            <p:extLst>
              <p:ext uri="{D42A27DB-BD31-4B8C-83A1-F6EECF244321}">
                <p14:modId xmlns:p14="http://schemas.microsoft.com/office/powerpoint/2010/main" val="669586992"/>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709438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B715CD9-7EC3-2C29-ED56-C415C00931F7}"/>
              </a:ext>
            </a:extLst>
          </p:cNvPr>
          <p:cNvSpPr>
            <a:spLocks noGrp="1"/>
          </p:cNvSpPr>
          <p:nvPr>
            <p:ph type="title"/>
          </p:nvPr>
        </p:nvSpPr>
        <p:spPr/>
        <p:txBody>
          <a:bodyPr>
            <a:noAutofit/>
          </a:bodyPr>
          <a:lstStyle/>
          <a:p>
            <a:r>
              <a:rPr lang="ru-RU" sz="3600" dirty="0" err="1"/>
              <a:t>Установіть</a:t>
            </a:r>
            <a:r>
              <a:rPr lang="ru-RU" sz="3600" dirty="0"/>
              <a:t> </a:t>
            </a:r>
            <a:r>
              <a:rPr lang="ru-RU" sz="3600" dirty="0" err="1"/>
              <a:t>послідовність</a:t>
            </a:r>
            <a:r>
              <a:rPr lang="ru-RU" sz="3600" dirty="0"/>
              <a:t> </a:t>
            </a:r>
            <a:r>
              <a:rPr lang="ru-RU" sz="3600" dirty="0" err="1"/>
              <a:t>історичних</a:t>
            </a:r>
            <a:r>
              <a:rPr lang="ru-RU" sz="3600" dirty="0"/>
              <a:t> </a:t>
            </a:r>
            <a:r>
              <a:rPr lang="ru-RU" sz="3600" dirty="0" err="1"/>
              <a:t>подій</a:t>
            </a:r>
            <a:r>
              <a:rPr lang="ru-RU" sz="3600" dirty="0"/>
              <a:t>, </a:t>
            </a:r>
            <a:r>
              <a:rPr lang="ru-RU" sz="3600" dirty="0" err="1"/>
              <a:t>покладених</a:t>
            </a:r>
            <a:r>
              <a:rPr lang="ru-RU" sz="3600" dirty="0"/>
              <a:t> в основу </a:t>
            </a:r>
            <a:r>
              <a:rPr lang="ru-RU" sz="3600" dirty="0" err="1"/>
              <a:t>сюжетів</a:t>
            </a:r>
            <a:r>
              <a:rPr lang="ru-RU" sz="3600" dirty="0"/>
              <a:t> </a:t>
            </a:r>
            <a:r>
              <a:rPr lang="ru-RU" sz="3600" dirty="0" err="1"/>
              <a:t>сучасних</a:t>
            </a:r>
            <a:r>
              <a:rPr lang="ru-RU" sz="3600" dirty="0"/>
              <a:t> </a:t>
            </a:r>
            <a:r>
              <a:rPr lang="ru-RU" sz="3600" dirty="0" err="1"/>
              <a:t>фільмів</a:t>
            </a:r>
            <a:r>
              <a:rPr lang="ru-RU" sz="3600" dirty="0"/>
              <a:t>, </a:t>
            </a:r>
            <a:r>
              <a:rPr lang="ru-RU" sz="3600" dirty="0" err="1"/>
              <a:t>афіші</a:t>
            </a:r>
            <a:r>
              <a:rPr lang="ru-RU" sz="3600" dirty="0"/>
              <a:t> </a:t>
            </a:r>
            <a:r>
              <a:rPr lang="ru-RU" sz="3600" dirty="0" err="1"/>
              <a:t>яких</a:t>
            </a:r>
            <a:r>
              <a:rPr lang="ru-RU" sz="3600" dirty="0"/>
              <a:t> </a:t>
            </a:r>
            <a:r>
              <a:rPr lang="ru-RU" sz="3600" dirty="0" err="1"/>
              <a:t>зображено</a:t>
            </a:r>
            <a:r>
              <a:rPr lang="ru-RU" sz="3600" dirty="0"/>
              <a:t> на фото.</a:t>
            </a:r>
            <a:endParaRPr lang="uk-UA" sz="3600" dirty="0"/>
          </a:p>
        </p:txBody>
      </p:sp>
      <p:pic>
        <p:nvPicPr>
          <p:cNvPr id="14338" name="Picture 2">
            <a:extLst>
              <a:ext uri="{FF2B5EF4-FFF2-40B4-BE49-F238E27FC236}">
                <a16:creationId xmlns:a16="http://schemas.microsoft.com/office/drawing/2014/main" id="{683113C9-9F1F-4FD7-6AAF-BAE919AB7EEC}"/>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69284" y="2531772"/>
            <a:ext cx="2661186" cy="3991779"/>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a:extLst>
              <a:ext uri="{FF2B5EF4-FFF2-40B4-BE49-F238E27FC236}">
                <a16:creationId xmlns:a16="http://schemas.microsoft.com/office/drawing/2014/main" id="{1FD7DF6C-6975-92D2-D9E3-380DB8050748}"/>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258970" y="2501530"/>
            <a:ext cx="2615825" cy="4022021"/>
          </a:xfrm>
          <a:prstGeom prst="rect">
            <a:avLst/>
          </a:prstGeom>
          <a:noFill/>
          <a:extLst>
            <a:ext uri="{909E8E84-426E-40DD-AFC4-6F175D3DCCD1}">
              <a14:hiddenFill xmlns:a14="http://schemas.microsoft.com/office/drawing/2010/main">
                <a:solidFill>
                  <a:srgbClr val="FFFFFF"/>
                </a:solidFill>
              </a14:hiddenFill>
            </a:ext>
          </a:extLst>
        </p:spPr>
      </p:pic>
      <p:pic>
        <p:nvPicPr>
          <p:cNvPr id="14342" name="Picture 6">
            <a:extLst>
              <a:ext uri="{FF2B5EF4-FFF2-40B4-BE49-F238E27FC236}">
                <a16:creationId xmlns:a16="http://schemas.microsoft.com/office/drawing/2014/main" id="{CA5D3E40-2E16-CD9E-2F4E-6FD7631A5D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9431" y="2486535"/>
            <a:ext cx="2630578" cy="4006340"/>
          </a:xfrm>
          <a:prstGeom prst="rect">
            <a:avLst/>
          </a:prstGeom>
          <a:noFill/>
          <a:extLst>
            <a:ext uri="{909E8E84-426E-40DD-AFC4-6F175D3DCCD1}">
              <a14:hiddenFill xmlns:a14="http://schemas.microsoft.com/office/drawing/2010/main">
                <a:solidFill>
                  <a:srgbClr val="FFFFFF"/>
                </a:solidFill>
              </a14:hiddenFill>
            </a:ext>
          </a:extLst>
        </p:spPr>
      </p:pic>
      <p:pic>
        <p:nvPicPr>
          <p:cNvPr id="14344" name="Picture 8">
            <a:extLst>
              <a:ext uri="{FF2B5EF4-FFF2-40B4-BE49-F238E27FC236}">
                <a16:creationId xmlns:a16="http://schemas.microsoft.com/office/drawing/2014/main" id="{2F3B66FB-10C1-D820-D375-3D5D4DCC143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92138" y="2531772"/>
            <a:ext cx="2630578" cy="4021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2860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3B7EAD-09DD-CD68-2593-FA5CB79A41D6}"/>
              </a:ext>
            </a:extLst>
          </p:cNvPr>
          <p:cNvSpPr>
            <a:spLocks noGrp="1"/>
          </p:cNvSpPr>
          <p:nvPr>
            <p:ph type="title"/>
          </p:nvPr>
        </p:nvSpPr>
        <p:spPr/>
        <p:txBody>
          <a:bodyPr>
            <a:normAutofit fontScale="90000"/>
          </a:bodyPr>
          <a:lstStyle/>
          <a:p>
            <a:r>
              <a:rPr lang="ru-RU" dirty="0" err="1"/>
              <a:t>Установіть</a:t>
            </a:r>
            <a:r>
              <a:rPr lang="ru-RU" dirty="0"/>
              <a:t> </a:t>
            </a:r>
            <a:r>
              <a:rPr lang="ru-RU" dirty="0" err="1"/>
              <a:t>послідовність</a:t>
            </a:r>
            <a:r>
              <a:rPr lang="ru-RU" dirty="0"/>
              <a:t> </a:t>
            </a:r>
            <a:r>
              <a:rPr lang="ru-RU" dirty="0" err="1"/>
              <a:t>подій</a:t>
            </a:r>
            <a:r>
              <a:rPr lang="ru-RU" dirty="0"/>
              <a:t> </a:t>
            </a:r>
            <a:r>
              <a:rPr lang="ru-RU" dirty="0" err="1"/>
              <a:t>періоду</a:t>
            </a:r>
            <a:r>
              <a:rPr lang="ru-RU" dirty="0"/>
              <a:t> </a:t>
            </a:r>
            <a:r>
              <a:rPr lang="ru-RU" dirty="0" err="1"/>
              <a:t>творення</a:t>
            </a:r>
            <a:r>
              <a:rPr lang="ru-RU" dirty="0"/>
              <a:t> </a:t>
            </a:r>
            <a:r>
              <a:rPr lang="ru-RU" dirty="0" err="1"/>
              <a:t>нової</a:t>
            </a:r>
            <a:r>
              <a:rPr lang="ru-RU" dirty="0"/>
              <a:t> </a:t>
            </a:r>
            <a:r>
              <a:rPr lang="ru-RU" dirty="0" err="1"/>
              <a:t>України</a:t>
            </a:r>
            <a:r>
              <a:rPr lang="ru-RU" dirty="0"/>
              <a:t>.</a:t>
            </a:r>
            <a:endParaRPr lang="uk-UA" dirty="0"/>
          </a:p>
        </p:txBody>
      </p:sp>
      <p:sp>
        <p:nvSpPr>
          <p:cNvPr id="3" name="Місце для вмісту 2">
            <a:extLst>
              <a:ext uri="{FF2B5EF4-FFF2-40B4-BE49-F238E27FC236}">
                <a16:creationId xmlns:a16="http://schemas.microsoft.com/office/drawing/2014/main" id="{71481D6F-C5B4-4A77-2E1E-DED0115FBF3B}"/>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6BAFD51F-6BA9-1B61-0C81-F64A093D09F3}"/>
              </a:ext>
            </a:extLst>
          </p:cNvPr>
          <p:cNvGraphicFramePr>
            <a:graphicFrameLocks noGrp="1"/>
          </p:cNvGraphicFramePr>
          <p:nvPr>
            <p:ph sz="half" idx="2"/>
            <p:extLst>
              <p:ext uri="{D42A27DB-BD31-4B8C-83A1-F6EECF244321}">
                <p14:modId xmlns:p14="http://schemas.microsoft.com/office/powerpoint/2010/main" val="2620782468"/>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4800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27B304-CCFC-AE92-80B6-0281C6FB4674}"/>
              </a:ext>
            </a:extLst>
          </p:cNvPr>
          <p:cNvSpPr>
            <a:spLocks noGrp="1"/>
          </p:cNvSpPr>
          <p:nvPr>
            <p:ph type="ctrTitle"/>
          </p:nvPr>
        </p:nvSpPr>
        <p:spPr/>
        <p:txBody>
          <a:bodyPr/>
          <a:lstStyle/>
          <a:p>
            <a:r>
              <a:rPr lang="uk-UA" dirty="0"/>
              <a:t>Війна</a:t>
            </a:r>
          </a:p>
        </p:txBody>
      </p:sp>
      <p:sp>
        <p:nvSpPr>
          <p:cNvPr id="5" name="Підзаголовок 4">
            <a:extLst>
              <a:ext uri="{FF2B5EF4-FFF2-40B4-BE49-F238E27FC236}">
                <a16:creationId xmlns:a16="http://schemas.microsoft.com/office/drawing/2014/main" id="{6987610F-0242-429C-B4E1-21535C664875}"/>
              </a:ext>
            </a:extLst>
          </p:cNvPr>
          <p:cNvSpPr>
            <a:spLocks noGrp="1"/>
          </p:cNvSpPr>
          <p:nvPr>
            <p:ph type="subTitle" idx="1"/>
          </p:nvPr>
        </p:nvSpPr>
        <p:spPr/>
        <p:txBody>
          <a:bodyPr/>
          <a:lstStyle/>
          <a:p>
            <a:endParaRPr lang="uk-UA"/>
          </a:p>
        </p:txBody>
      </p:sp>
    </p:spTree>
    <p:extLst>
      <p:ext uri="{BB962C8B-B14F-4D97-AF65-F5344CB8AC3E}">
        <p14:creationId xmlns:p14="http://schemas.microsoft.com/office/powerpoint/2010/main" val="4188483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2AB5B3-6589-447C-ECC5-A1A58E5A9883}"/>
              </a:ext>
            </a:extLst>
          </p:cNvPr>
          <p:cNvSpPr>
            <a:spLocks noGrp="1"/>
          </p:cNvSpPr>
          <p:nvPr>
            <p:ph type="title"/>
          </p:nvPr>
        </p:nvSpPr>
        <p:spPr/>
        <p:txBody>
          <a:bodyPr>
            <a:normAutofit/>
          </a:bodyPr>
          <a:lstStyle/>
          <a:p>
            <a:r>
              <a:rPr lang="ru-RU" sz="3600" dirty="0"/>
              <a:t>У </a:t>
            </a:r>
            <a:r>
              <a:rPr lang="ru-RU" sz="3600" dirty="0" err="1"/>
              <a:t>якому</a:t>
            </a:r>
            <a:r>
              <a:rPr lang="ru-RU" sz="3600" dirty="0"/>
              <a:t> </a:t>
            </a:r>
            <a:r>
              <a:rPr lang="ru-RU" sz="3600" dirty="0" err="1"/>
              <a:t>році</a:t>
            </a:r>
            <a:r>
              <a:rPr lang="ru-RU" sz="3600" dirty="0"/>
              <a:t> одна з </a:t>
            </a:r>
            <a:r>
              <a:rPr lang="ru-RU" sz="3600" dirty="0" err="1"/>
              <a:t>країн-підписантів</a:t>
            </a:r>
            <a:r>
              <a:rPr lang="ru-RU" sz="3600" dirty="0"/>
              <a:t> порушила </a:t>
            </a:r>
            <a:r>
              <a:rPr lang="ru-RU" sz="3600" dirty="0" err="1"/>
              <a:t>умови</a:t>
            </a:r>
            <a:r>
              <a:rPr lang="ru-RU" sz="3600" dirty="0"/>
              <a:t>, </a:t>
            </a:r>
            <a:r>
              <a:rPr lang="ru-RU" sz="3600" dirty="0" err="1"/>
              <a:t>зазначені</a:t>
            </a:r>
            <a:r>
              <a:rPr lang="ru-RU" sz="3600" dirty="0"/>
              <a:t> в </a:t>
            </a:r>
            <a:r>
              <a:rPr lang="ru-RU" sz="3600" dirty="0" err="1"/>
              <a:t>цитованому</a:t>
            </a:r>
            <a:r>
              <a:rPr lang="ru-RU" sz="3600" dirty="0"/>
              <a:t> </a:t>
            </a:r>
            <a:r>
              <a:rPr lang="ru-RU" sz="3600" dirty="0" err="1"/>
              <a:t>документі</a:t>
            </a:r>
            <a:r>
              <a:rPr lang="ru-RU" sz="3600" dirty="0"/>
              <a:t>?</a:t>
            </a:r>
            <a:endParaRPr lang="uk-UA" sz="3600" dirty="0"/>
          </a:p>
        </p:txBody>
      </p:sp>
      <p:sp>
        <p:nvSpPr>
          <p:cNvPr id="3" name="Місце для вмісту 2">
            <a:extLst>
              <a:ext uri="{FF2B5EF4-FFF2-40B4-BE49-F238E27FC236}">
                <a16:creationId xmlns:a16="http://schemas.microsoft.com/office/drawing/2014/main" id="{BCA3C0E9-BD9B-CA74-630F-A47F7797365C}"/>
              </a:ext>
            </a:extLst>
          </p:cNvPr>
          <p:cNvSpPr>
            <a:spLocks noGrp="1"/>
          </p:cNvSpPr>
          <p:nvPr>
            <p:ph sz="half" idx="1"/>
          </p:nvPr>
        </p:nvSpPr>
        <p:spPr/>
        <p:txBody>
          <a:bodyPr>
            <a:normAutofit fontScale="70000" lnSpcReduction="20000"/>
          </a:bodyPr>
          <a:lstStyle/>
          <a:p>
            <a:r>
              <a:rPr lang="uk-UA" i="1" dirty="0"/>
              <a:t>«Російська Федерація, Сполучене Королівство Великої Британії та Північної Ірландії і Сполучені Штати Америки підтверджують Україні їх зобов’язання згідно з принципами Заключного </a:t>
            </a:r>
            <a:r>
              <a:rPr lang="uk-UA" i="1" dirty="0" err="1"/>
              <a:t>акта</a:t>
            </a:r>
            <a:r>
              <a:rPr lang="uk-UA" i="1" dirty="0"/>
              <a:t> Наради з безпеки та співробітництва в Європі (НБСЄ) поважати незалежність і суверенітет та існуючі кордони України.., [а також] підтверджують зобов’язання утримуватися від загрози силою чи її використання проти територіальної цілісності чи політичної незалежності України, що ніяка їхня зброя ніколи не буде використовуватися проти України, крім цілей самооборони або будь-яким іншим чином згідно зі Статутом Організації Об’єднаних Націй…»</a:t>
            </a:r>
          </a:p>
        </p:txBody>
      </p:sp>
      <p:graphicFrame>
        <p:nvGraphicFramePr>
          <p:cNvPr id="5" name="Місце для вмісту 4">
            <a:extLst>
              <a:ext uri="{FF2B5EF4-FFF2-40B4-BE49-F238E27FC236}">
                <a16:creationId xmlns:a16="http://schemas.microsoft.com/office/drawing/2014/main" id="{CD169924-22BC-14DF-AE60-27F6DC34E870}"/>
              </a:ext>
            </a:extLst>
          </p:cNvPr>
          <p:cNvGraphicFramePr>
            <a:graphicFrameLocks noGrp="1"/>
          </p:cNvGraphicFramePr>
          <p:nvPr>
            <p:ph sz="half" idx="2"/>
            <p:extLst>
              <p:ext uri="{D42A27DB-BD31-4B8C-83A1-F6EECF244321}">
                <p14:modId xmlns:p14="http://schemas.microsoft.com/office/powerpoint/2010/main" val="1930651769"/>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13027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938DFC8-361B-18D3-59C5-BB387536BC61}"/>
              </a:ext>
            </a:extLst>
          </p:cNvPr>
          <p:cNvSpPr>
            <a:spLocks noGrp="1"/>
          </p:cNvSpPr>
          <p:nvPr>
            <p:ph type="title"/>
          </p:nvPr>
        </p:nvSpPr>
        <p:spPr/>
        <p:txBody>
          <a:bodyPr>
            <a:normAutofit/>
          </a:bodyPr>
          <a:lstStyle/>
          <a:p>
            <a:r>
              <a:rPr lang="ru-RU" sz="4000" dirty="0" err="1"/>
              <a:t>Поява</a:t>
            </a:r>
            <a:r>
              <a:rPr lang="ru-RU" sz="4000" dirty="0"/>
              <a:t> в </a:t>
            </a:r>
            <a:r>
              <a:rPr lang="ru-RU" sz="4000" dirty="0" err="1"/>
              <a:t>європейських</a:t>
            </a:r>
            <a:r>
              <a:rPr lang="ru-RU" sz="4000" dirty="0"/>
              <a:t> </a:t>
            </a:r>
            <a:r>
              <a:rPr lang="ru-RU" sz="4000" dirty="0" err="1"/>
              <a:t>засобах</a:t>
            </a:r>
            <a:r>
              <a:rPr lang="ru-RU" sz="4000" dirty="0"/>
              <a:t> </a:t>
            </a:r>
            <a:r>
              <a:rPr lang="ru-RU" sz="4000" dirty="0" err="1"/>
              <a:t>масової</a:t>
            </a:r>
            <a:r>
              <a:rPr lang="ru-RU" sz="4000" dirty="0"/>
              <a:t> </a:t>
            </a:r>
            <a:r>
              <a:rPr lang="ru-RU" sz="4000" dirty="0" err="1"/>
              <a:t>інформації</a:t>
            </a:r>
            <a:r>
              <a:rPr lang="ru-RU" sz="4000" dirty="0"/>
              <a:t> </a:t>
            </a:r>
            <a:r>
              <a:rPr lang="ru-RU" sz="4000" dirty="0" err="1"/>
              <a:t>зображеної</a:t>
            </a:r>
            <a:r>
              <a:rPr lang="ru-RU" sz="4000" dirty="0"/>
              <a:t> </a:t>
            </a:r>
            <a:r>
              <a:rPr lang="ru-RU" sz="4000" dirty="0" err="1"/>
              <a:t>карикатури</a:t>
            </a:r>
            <a:r>
              <a:rPr lang="ru-RU" sz="4000" dirty="0"/>
              <a:t> </a:t>
            </a:r>
            <a:r>
              <a:rPr lang="ru-RU" sz="4000" dirty="0" err="1"/>
              <a:t>зумовлена</a:t>
            </a:r>
            <a:endParaRPr lang="uk-UA" sz="4000" dirty="0"/>
          </a:p>
        </p:txBody>
      </p:sp>
      <p:graphicFrame>
        <p:nvGraphicFramePr>
          <p:cNvPr id="5" name="Місце для вмісту 4">
            <a:extLst>
              <a:ext uri="{FF2B5EF4-FFF2-40B4-BE49-F238E27FC236}">
                <a16:creationId xmlns:a16="http://schemas.microsoft.com/office/drawing/2014/main" id="{83D626D4-B89E-0A60-B2C0-A7F484C561A5}"/>
              </a:ext>
            </a:extLst>
          </p:cNvPr>
          <p:cNvGraphicFramePr>
            <a:graphicFrameLocks noGrp="1"/>
          </p:cNvGraphicFramePr>
          <p:nvPr>
            <p:ph sz="half" idx="1"/>
            <p:extLst>
              <p:ext uri="{D42A27DB-BD31-4B8C-83A1-F6EECF244321}">
                <p14:modId xmlns:p14="http://schemas.microsoft.com/office/powerpoint/2010/main" val="4024571271"/>
              </p:ext>
            </p:extLst>
          </p:nvPr>
        </p:nvGraphicFramePr>
        <p:xfrm>
          <a:off x="1120000" y="1825625"/>
          <a:ext cx="5025216"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170" name="Picture 2">
            <a:extLst>
              <a:ext uri="{FF2B5EF4-FFF2-40B4-BE49-F238E27FC236}">
                <a16:creationId xmlns:a16="http://schemas.microsoft.com/office/drawing/2014/main" id="{5EBB79C6-A70E-A472-C720-42FB2380FC94}"/>
              </a:ext>
            </a:extLst>
          </p:cNvPr>
          <p:cNvPicPr>
            <a:picLocks noGrp="1" noChangeAspect="1" noChangeArrowheads="1"/>
          </p:cNvPicPr>
          <p:nvPr>
            <p:ph sz="half" idx="2"/>
          </p:nvPr>
        </p:nvPicPr>
        <p:blipFill>
          <a:blip r:embed="rId7">
            <a:extLst>
              <a:ext uri="{28A0092B-C50C-407E-A947-70E740481C1C}">
                <a14:useLocalDpi xmlns:a14="http://schemas.microsoft.com/office/drawing/2010/main" val="0"/>
              </a:ext>
            </a:extLst>
          </a:blip>
          <a:srcRect/>
          <a:stretch>
            <a:fillRect/>
          </a:stretch>
        </p:blipFill>
        <p:spPr bwMode="auto">
          <a:xfrm>
            <a:off x="6707981" y="2386806"/>
            <a:ext cx="4257675" cy="3228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9883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A12C9EC-85BF-1A5B-BB4A-BEC60C6623A5}"/>
              </a:ext>
            </a:extLst>
          </p:cNvPr>
          <p:cNvSpPr>
            <a:spLocks noGrp="1"/>
          </p:cNvSpPr>
          <p:nvPr>
            <p:ph type="title"/>
          </p:nvPr>
        </p:nvSpPr>
        <p:spPr/>
        <p:txBody>
          <a:bodyPr>
            <a:normAutofit/>
          </a:bodyPr>
          <a:lstStyle/>
          <a:p>
            <a:r>
              <a:rPr lang="ru-RU" sz="4400" dirty="0"/>
              <a:t>Яке </a:t>
            </a:r>
            <a:r>
              <a:rPr lang="ru-RU" sz="4400" dirty="0" err="1"/>
              <a:t>поняття</a:t>
            </a:r>
            <a:r>
              <a:rPr lang="ru-RU" sz="4400" dirty="0"/>
              <a:t> треба </a:t>
            </a:r>
            <a:r>
              <a:rPr lang="ru-RU" sz="4400" dirty="0" err="1"/>
              <a:t>використати</a:t>
            </a:r>
            <a:r>
              <a:rPr lang="ru-RU" sz="4400" dirty="0"/>
              <a:t>, </a:t>
            </a:r>
            <a:r>
              <a:rPr lang="ru-RU" sz="4400" dirty="0" err="1"/>
              <a:t>визначаючи</a:t>
            </a:r>
            <a:r>
              <a:rPr lang="ru-RU" sz="4400" dirty="0"/>
              <a:t> </a:t>
            </a:r>
            <a:r>
              <a:rPr lang="ru-RU" sz="4400" dirty="0" err="1"/>
              <a:t>головну</a:t>
            </a:r>
            <a:r>
              <a:rPr lang="ru-RU" sz="4400" dirty="0"/>
              <a:t> </a:t>
            </a:r>
            <a:r>
              <a:rPr lang="ru-RU" sz="4400" dirty="0" err="1"/>
              <a:t>ідею</a:t>
            </a:r>
            <a:r>
              <a:rPr lang="ru-RU" sz="4400" dirty="0"/>
              <a:t> </a:t>
            </a:r>
            <a:r>
              <a:rPr lang="ru-RU" sz="4400" dirty="0" err="1"/>
              <a:t>карикатури</a:t>
            </a:r>
            <a:r>
              <a:rPr lang="ru-RU" sz="4400" dirty="0"/>
              <a:t>?</a:t>
            </a:r>
            <a:endParaRPr lang="uk-UA" sz="4400" dirty="0"/>
          </a:p>
        </p:txBody>
      </p:sp>
      <p:graphicFrame>
        <p:nvGraphicFramePr>
          <p:cNvPr id="5" name="Місце для вмісту 4">
            <a:extLst>
              <a:ext uri="{FF2B5EF4-FFF2-40B4-BE49-F238E27FC236}">
                <a16:creationId xmlns:a16="http://schemas.microsoft.com/office/drawing/2014/main" id="{5D738723-3E2E-9E25-D6BF-E80E27F5C879}"/>
              </a:ext>
            </a:extLst>
          </p:cNvPr>
          <p:cNvGraphicFramePr>
            <a:graphicFrameLocks noGrp="1"/>
          </p:cNvGraphicFramePr>
          <p:nvPr>
            <p:ph sz="half" idx="1"/>
            <p:extLst>
              <p:ext uri="{D42A27DB-BD31-4B8C-83A1-F6EECF244321}">
                <p14:modId xmlns:p14="http://schemas.microsoft.com/office/powerpoint/2010/main" val="2066989023"/>
              </p:ext>
            </p:extLst>
          </p:nvPr>
        </p:nvGraphicFramePr>
        <p:xfrm>
          <a:off x="1120000" y="1825625"/>
          <a:ext cx="5025216"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7410" name="Picture 2">
            <a:extLst>
              <a:ext uri="{FF2B5EF4-FFF2-40B4-BE49-F238E27FC236}">
                <a16:creationId xmlns:a16="http://schemas.microsoft.com/office/drawing/2014/main" id="{3381AEE4-4FE9-1181-5E11-DAD5867958B7}"/>
              </a:ext>
            </a:extLst>
          </p:cNvPr>
          <p:cNvPicPr>
            <a:picLocks noGrp="1" noChangeAspect="1" noChangeArrowheads="1"/>
          </p:cNvPicPr>
          <p:nvPr>
            <p:ph sz="half" idx="2"/>
          </p:nvPr>
        </p:nvPicPr>
        <p:blipFill>
          <a:blip r:embed="rId7">
            <a:extLst>
              <a:ext uri="{28A0092B-C50C-407E-A947-70E740481C1C}">
                <a14:useLocalDpi xmlns:a14="http://schemas.microsoft.com/office/drawing/2010/main" val="0"/>
              </a:ext>
            </a:extLst>
          </a:blip>
          <a:srcRect/>
          <a:stretch>
            <a:fillRect/>
          </a:stretch>
        </p:blipFill>
        <p:spPr bwMode="auto">
          <a:xfrm>
            <a:off x="7179237" y="2791450"/>
            <a:ext cx="3315163" cy="2419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99000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E60346-D15C-B130-4556-86B95BFFFA15}"/>
              </a:ext>
            </a:extLst>
          </p:cNvPr>
          <p:cNvSpPr>
            <a:spLocks noGrp="1"/>
          </p:cNvSpPr>
          <p:nvPr>
            <p:ph type="title"/>
          </p:nvPr>
        </p:nvSpPr>
        <p:spPr/>
        <p:txBody>
          <a:bodyPr>
            <a:normAutofit/>
          </a:bodyPr>
          <a:lstStyle/>
          <a:p>
            <a:r>
              <a:rPr lang="ru-RU" sz="3600" dirty="0" err="1"/>
              <a:t>Які</a:t>
            </a:r>
            <a:r>
              <a:rPr lang="ru-RU" sz="3600" dirty="0"/>
              <a:t> </a:t>
            </a:r>
            <a:r>
              <a:rPr lang="ru-RU" sz="3600" dirty="0" err="1"/>
              <a:t>судження</a:t>
            </a:r>
            <a:r>
              <a:rPr lang="ru-RU" sz="3600" dirty="0"/>
              <a:t> </a:t>
            </a:r>
            <a:r>
              <a:rPr lang="ru-RU" sz="3600" dirty="0" err="1"/>
              <a:t>щодо</a:t>
            </a:r>
            <a:r>
              <a:rPr lang="ru-RU" sz="3600" dirty="0"/>
              <a:t> </a:t>
            </a:r>
            <a:r>
              <a:rPr lang="ru-RU" sz="3600" dirty="0" err="1"/>
              <a:t>зображеного</a:t>
            </a:r>
            <a:r>
              <a:rPr lang="ru-RU" sz="3600" dirty="0"/>
              <a:t> плаката, </a:t>
            </a:r>
            <a:r>
              <a:rPr lang="ru-RU" sz="3600" dirty="0" err="1"/>
              <a:t>створеного</a:t>
            </a:r>
            <a:r>
              <a:rPr lang="ru-RU" sz="3600" dirty="0"/>
              <a:t> в роки </a:t>
            </a:r>
            <a:r>
              <a:rPr lang="ru-RU" sz="3600" dirty="0" err="1"/>
              <a:t>незалежності</a:t>
            </a:r>
            <a:r>
              <a:rPr lang="ru-RU" sz="3600" dirty="0"/>
              <a:t>, є </a:t>
            </a:r>
            <a:r>
              <a:rPr lang="ru-RU" sz="3600" dirty="0" err="1"/>
              <a:t>правильними</a:t>
            </a:r>
            <a:r>
              <a:rPr lang="ru-RU" sz="3600" dirty="0"/>
              <a:t>?</a:t>
            </a:r>
            <a:endParaRPr lang="uk-UA" sz="3600" dirty="0"/>
          </a:p>
        </p:txBody>
      </p:sp>
      <p:graphicFrame>
        <p:nvGraphicFramePr>
          <p:cNvPr id="5" name="Місце для вмісту 4">
            <a:extLst>
              <a:ext uri="{FF2B5EF4-FFF2-40B4-BE49-F238E27FC236}">
                <a16:creationId xmlns:a16="http://schemas.microsoft.com/office/drawing/2014/main" id="{DB8DFB7A-E607-CA6D-1E09-BBC476A26C09}"/>
              </a:ext>
            </a:extLst>
          </p:cNvPr>
          <p:cNvGraphicFramePr>
            <a:graphicFrameLocks noGrp="1"/>
          </p:cNvGraphicFramePr>
          <p:nvPr>
            <p:ph sz="half" idx="1"/>
            <p:extLst>
              <p:ext uri="{D42A27DB-BD31-4B8C-83A1-F6EECF244321}">
                <p14:modId xmlns:p14="http://schemas.microsoft.com/office/powerpoint/2010/main" val="3755194293"/>
              </p:ext>
            </p:extLst>
          </p:nvPr>
        </p:nvGraphicFramePr>
        <p:xfrm>
          <a:off x="1120000" y="1825625"/>
          <a:ext cx="5025216"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100" name="Picture 4">
            <a:extLst>
              <a:ext uri="{FF2B5EF4-FFF2-40B4-BE49-F238E27FC236}">
                <a16:creationId xmlns:a16="http://schemas.microsoft.com/office/drawing/2014/main" id="{895647B6-A0AE-852E-41CC-F0AABE4A7244}"/>
              </a:ext>
            </a:extLst>
          </p:cNvPr>
          <p:cNvPicPr>
            <a:picLocks noGrp="1" noChangeAspect="1" noChangeArrowheads="1"/>
          </p:cNvPicPr>
          <p:nvPr>
            <p:ph sz="half" idx="2"/>
          </p:nvPr>
        </p:nvPicPr>
        <p:blipFill>
          <a:blip r:embed="rId7">
            <a:extLst>
              <a:ext uri="{28A0092B-C50C-407E-A947-70E740481C1C}">
                <a14:useLocalDpi xmlns:a14="http://schemas.microsoft.com/office/drawing/2010/main" val="0"/>
              </a:ext>
            </a:extLst>
          </a:blip>
          <a:srcRect/>
          <a:stretch>
            <a:fillRect/>
          </a:stretch>
        </p:blipFill>
        <p:spPr bwMode="auto">
          <a:xfrm>
            <a:off x="7409147" y="2068977"/>
            <a:ext cx="2855343" cy="3864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1261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6B4FA3F-1464-2639-225F-82849598C54F}"/>
              </a:ext>
            </a:extLst>
          </p:cNvPr>
          <p:cNvSpPr>
            <a:spLocks noGrp="1"/>
          </p:cNvSpPr>
          <p:nvPr>
            <p:ph type="title"/>
          </p:nvPr>
        </p:nvSpPr>
        <p:spPr/>
        <p:txBody>
          <a:bodyPr>
            <a:normAutofit/>
          </a:bodyPr>
          <a:lstStyle/>
          <a:p>
            <a:r>
              <a:rPr lang="ru-RU" sz="3600" dirty="0" err="1"/>
              <a:t>Поява</a:t>
            </a:r>
            <a:r>
              <a:rPr lang="ru-RU" sz="3600" dirty="0"/>
              <a:t> та </a:t>
            </a:r>
            <a:r>
              <a:rPr lang="ru-RU" sz="3600" dirty="0" err="1"/>
              <a:t>поширення</a:t>
            </a:r>
            <a:r>
              <a:rPr lang="ru-RU" sz="3600" dirty="0"/>
              <a:t> в </a:t>
            </a:r>
            <a:r>
              <a:rPr lang="ru-RU" sz="3600" dirty="0" err="1"/>
              <a:t>сучасному</a:t>
            </a:r>
            <a:r>
              <a:rPr lang="ru-RU" sz="3600" dirty="0"/>
              <a:t> </a:t>
            </a:r>
            <a:r>
              <a:rPr lang="ru-RU" sz="3600" dirty="0" err="1"/>
              <a:t>українському</a:t>
            </a:r>
            <a:r>
              <a:rPr lang="ru-RU" sz="3600" dirty="0"/>
              <a:t> </a:t>
            </a:r>
            <a:r>
              <a:rPr lang="ru-RU" sz="3600" dirty="0" err="1"/>
              <a:t>суспільстві</a:t>
            </a:r>
            <a:r>
              <a:rPr lang="ru-RU" sz="3600" dirty="0"/>
              <a:t> </a:t>
            </a:r>
            <a:r>
              <a:rPr lang="ru-RU" sz="3600" dirty="0" err="1"/>
              <a:t>поняття</a:t>
            </a:r>
            <a:r>
              <a:rPr lang="ru-RU" sz="3600" dirty="0"/>
              <a:t> «</a:t>
            </a:r>
            <a:r>
              <a:rPr lang="ru-RU" sz="3600" dirty="0" err="1"/>
              <a:t>кіборги</a:t>
            </a:r>
            <a:r>
              <a:rPr lang="ru-RU" sz="3600" dirty="0"/>
              <a:t>» </a:t>
            </a:r>
            <a:r>
              <a:rPr lang="ru-RU" sz="3600" dirty="0" err="1"/>
              <a:t>зумовлено</a:t>
            </a:r>
            <a:endParaRPr lang="uk-UA" sz="3600" dirty="0"/>
          </a:p>
        </p:txBody>
      </p:sp>
      <p:sp>
        <p:nvSpPr>
          <p:cNvPr id="3" name="Місце для вмісту 2">
            <a:extLst>
              <a:ext uri="{FF2B5EF4-FFF2-40B4-BE49-F238E27FC236}">
                <a16:creationId xmlns:a16="http://schemas.microsoft.com/office/drawing/2014/main" id="{DF147829-4A83-A8BC-5ED2-19CDAAC0E41C}"/>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9719B0B9-7EA2-FF85-CB2C-F67DDAAB0B10}"/>
              </a:ext>
            </a:extLst>
          </p:cNvPr>
          <p:cNvGraphicFramePr>
            <a:graphicFrameLocks noGrp="1"/>
          </p:cNvGraphicFramePr>
          <p:nvPr>
            <p:ph sz="half" idx="2"/>
            <p:extLst>
              <p:ext uri="{D42A27DB-BD31-4B8C-83A1-F6EECF244321}">
                <p14:modId xmlns:p14="http://schemas.microsoft.com/office/powerpoint/2010/main" val="2174408283"/>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341624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14263B1-A6D3-6C6E-DC97-82D91FBA83E9}"/>
              </a:ext>
            </a:extLst>
          </p:cNvPr>
          <p:cNvSpPr>
            <a:spLocks noGrp="1"/>
          </p:cNvSpPr>
          <p:nvPr>
            <p:ph type="title"/>
          </p:nvPr>
        </p:nvSpPr>
        <p:spPr/>
        <p:txBody>
          <a:bodyPr>
            <a:normAutofit fontScale="90000"/>
          </a:bodyPr>
          <a:lstStyle/>
          <a:p>
            <a:r>
              <a:rPr lang="ru-RU" dirty="0"/>
              <a:t>Плакат, </a:t>
            </a:r>
            <a:r>
              <a:rPr lang="ru-RU" dirty="0" err="1"/>
              <a:t>зображений</a:t>
            </a:r>
            <a:r>
              <a:rPr lang="ru-RU" dirty="0"/>
              <a:t> на фото, </a:t>
            </a:r>
            <a:r>
              <a:rPr lang="ru-RU" dirty="0" err="1"/>
              <a:t>присвячено</a:t>
            </a:r>
            <a:r>
              <a:rPr lang="ru-RU" dirty="0"/>
              <a:t> </a:t>
            </a:r>
            <a:r>
              <a:rPr lang="ru-RU" dirty="0" err="1"/>
              <a:t>обороні</a:t>
            </a:r>
            <a:endParaRPr lang="uk-UA" dirty="0"/>
          </a:p>
        </p:txBody>
      </p:sp>
      <p:graphicFrame>
        <p:nvGraphicFramePr>
          <p:cNvPr id="5" name="Місце для вмісту 4">
            <a:extLst>
              <a:ext uri="{FF2B5EF4-FFF2-40B4-BE49-F238E27FC236}">
                <a16:creationId xmlns:a16="http://schemas.microsoft.com/office/drawing/2014/main" id="{BAC0CF4F-9500-B3DE-8DB0-CF9B02804DC8}"/>
              </a:ext>
            </a:extLst>
          </p:cNvPr>
          <p:cNvGraphicFramePr>
            <a:graphicFrameLocks noGrp="1"/>
          </p:cNvGraphicFramePr>
          <p:nvPr>
            <p:ph sz="half" idx="1"/>
            <p:extLst>
              <p:ext uri="{D42A27DB-BD31-4B8C-83A1-F6EECF244321}">
                <p14:modId xmlns:p14="http://schemas.microsoft.com/office/powerpoint/2010/main" val="1223181730"/>
              </p:ext>
            </p:extLst>
          </p:nvPr>
        </p:nvGraphicFramePr>
        <p:xfrm>
          <a:off x="1120000" y="1825625"/>
          <a:ext cx="5025216"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2290" name="Picture 2">
            <a:extLst>
              <a:ext uri="{FF2B5EF4-FFF2-40B4-BE49-F238E27FC236}">
                <a16:creationId xmlns:a16="http://schemas.microsoft.com/office/drawing/2014/main" id="{C07C1505-5297-A46B-27EA-E7383762818E}"/>
              </a:ext>
            </a:extLst>
          </p:cNvPr>
          <p:cNvPicPr>
            <a:picLocks noGrp="1" noChangeAspect="1" noChangeArrowheads="1"/>
          </p:cNvPicPr>
          <p:nvPr>
            <p:ph sz="half" idx="2"/>
          </p:nvPr>
        </p:nvPicPr>
        <p:blipFill>
          <a:blip r:embed="rId7">
            <a:extLst>
              <a:ext uri="{28A0092B-C50C-407E-A947-70E740481C1C}">
                <a14:useLocalDpi xmlns:a14="http://schemas.microsoft.com/office/drawing/2010/main" val="0"/>
              </a:ext>
            </a:extLst>
          </a:blip>
          <a:srcRect/>
          <a:stretch>
            <a:fillRect/>
          </a:stretch>
        </p:blipFill>
        <p:spPr bwMode="auto">
          <a:xfrm>
            <a:off x="7655554" y="2877187"/>
            <a:ext cx="2362530" cy="22482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61474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627E83-458C-6BB2-3F07-BA56FC5DC886}"/>
              </a:ext>
            </a:extLst>
          </p:cNvPr>
          <p:cNvSpPr>
            <a:spLocks noGrp="1"/>
          </p:cNvSpPr>
          <p:nvPr>
            <p:ph type="title"/>
          </p:nvPr>
        </p:nvSpPr>
        <p:spPr/>
        <p:txBody>
          <a:bodyPr>
            <a:normAutofit fontScale="90000"/>
          </a:bodyPr>
          <a:lstStyle/>
          <a:p>
            <a:r>
              <a:rPr lang="ru-RU" dirty="0" err="1"/>
              <a:t>Розташуйте</a:t>
            </a:r>
            <a:r>
              <a:rPr lang="ru-RU" dirty="0"/>
              <a:t> </a:t>
            </a:r>
            <a:r>
              <a:rPr lang="ru-RU" dirty="0" err="1"/>
              <a:t>плакати</a:t>
            </a:r>
            <a:r>
              <a:rPr lang="ru-RU" dirty="0"/>
              <a:t> </a:t>
            </a:r>
            <a:r>
              <a:rPr lang="ru-RU" dirty="0" err="1"/>
              <a:t>відповідно</a:t>
            </a:r>
            <a:r>
              <a:rPr lang="ru-RU" dirty="0"/>
              <a:t> до </a:t>
            </a:r>
            <a:r>
              <a:rPr lang="ru-RU" dirty="0" err="1"/>
              <a:t>послідовності</a:t>
            </a:r>
            <a:r>
              <a:rPr lang="ru-RU" dirty="0"/>
              <a:t> </a:t>
            </a:r>
            <a:r>
              <a:rPr lang="ru-RU" dirty="0" err="1"/>
              <a:t>віх</a:t>
            </a:r>
            <a:r>
              <a:rPr lang="ru-RU" dirty="0"/>
              <a:t> в </a:t>
            </a:r>
            <a:r>
              <a:rPr lang="ru-RU" dirty="0" err="1"/>
              <a:t>історії</a:t>
            </a:r>
            <a:r>
              <a:rPr lang="ru-RU" dirty="0"/>
              <a:t> </a:t>
            </a:r>
            <a:r>
              <a:rPr lang="ru-RU" dirty="0" err="1"/>
              <a:t>України</a:t>
            </a:r>
            <a:r>
              <a:rPr lang="ru-RU" dirty="0"/>
              <a:t>.</a:t>
            </a:r>
            <a:endParaRPr lang="uk-UA" dirty="0"/>
          </a:p>
        </p:txBody>
      </p:sp>
      <p:pic>
        <p:nvPicPr>
          <p:cNvPr id="11266" name="Picture 2">
            <a:extLst>
              <a:ext uri="{FF2B5EF4-FFF2-40B4-BE49-F238E27FC236}">
                <a16:creationId xmlns:a16="http://schemas.microsoft.com/office/drawing/2014/main" id="{4D797D11-0C79-3960-6043-59187C6BA1B2}"/>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3167848" y="2186780"/>
            <a:ext cx="2857500" cy="3629025"/>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A84F4B15-35E2-0B40-D207-C12ED3B47117}"/>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9087239" y="2186780"/>
            <a:ext cx="2857500" cy="3609975"/>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a:extLst>
              <a:ext uri="{FF2B5EF4-FFF2-40B4-BE49-F238E27FC236}">
                <a16:creationId xmlns:a16="http://schemas.microsoft.com/office/drawing/2014/main" id="{E3832472-B39A-77BE-F4CE-145DB305C7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9125" y="2205830"/>
            <a:ext cx="2721087" cy="3609975"/>
          </a:xfrm>
          <a:prstGeom prst="rect">
            <a:avLst/>
          </a:prstGeom>
          <a:noFill/>
          <a:extLst>
            <a:ext uri="{909E8E84-426E-40DD-AFC4-6F175D3DCCD1}">
              <a14:hiddenFill xmlns:a14="http://schemas.microsoft.com/office/drawing/2010/main">
                <a:solidFill>
                  <a:srgbClr val="FFFFFF"/>
                </a:solidFill>
              </a14:hiddenFill>
            </a:ext>
          </a:extLst>
        </p:spPr>
      </p:pic>
      <p:pic>
        <p:nvPicPr>
          <p:cNvPr id="11272" name="Picture 8">
            <a:extLst>
              <a:ext uri="{FF2B5EF4-FFF2-40B4-BE49-F238E27FC236}">
                <a16:creationId xmlns:a16="http://schemas.microsoft.com/office/drawing/2014/main" id="{D4B5B95E-4327-6CAF-0A4A-8BC3E563DD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7223" y="2181210"/>
            <a:ext cx="2749261" cy="3629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67388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8D06948-B6DA-B90F-A17E-451EAC61FFE0}"/>
              </a:ext>
            </a:extLst>
          </p:cNvPr>
          <p:cNvSpPr>
            <a:spLocks noGrp="1"/>
          </p:cNvSpPr>
          <p:nvPr>
            <p:ph type="title"/>
          </p:nvPr>
        </p:nvSpPr>
        <p:spPr/>
        <p:txBody>
          <a:bodyPr>
            <a:normAutofit fontScale="90000"/>
          </a:bodyPr>
          <a:lstStyle/>
          <a:p>
            <a:r>
              <a:rPr lang="ru-RU" dirty="0" err="1"/>
              <a:t>Появу</a:t>
            </a:r>
            <a:r>
              <a:rPr lang="ru-RU" dirty="0"/>
              <a:t> </a:t>
            </a:r>
            <a:r>
              <a:rPr lang="ru-RU" dirty="0" err="1"/>
              <a:t>зображеного</a:t>
            </a:r>
            <a:r>
              <a:rPr lang="ru-RU" dirty="0"/>
              <a:t> плаката </a:t>
            </a:r>
            <a:r>
              <a:rPr lang="ru-RU" dirty="0" err="1"/>
              <a:t>було</a:t>
            </a:r>
            <a:r>
              <a:rPr lang="ru-RU" dirty="0"/>
              <a:t> </a:t>
            </a:r>
            <a:r>
              <a:rPr lang="ru-RU" dirty="0" err="1"/>
              <a:t>зумовлено</a:t>
            </a:r>
            <a:endParaRPr lang="uk-UA" dirty="0"/>
          </a:p>
        </p:txBody>
      </p:sp>
      <p:graphicFrame>
        <p:nvGraphicFramePr>
          <p:cNvPr id="5" name="Місце для вмісту 4">
            <a:extLst>
              <a:ext uri="{FF2B5EF4-FFF2-40B4-BE49-F238E27FC236}">
                <a16:creationId xmlns:a16="http://schemas.microsoft.com/office/drawing/2014/main" id="{4E85B27A-9EB5-CD3D-E7C1-A2C83BBF9F32}"/>
              </a:ext>
            </a:extLst>
          </p:cNvPr>
          <p:cNvGraphicFramePr>
            <a:graphicFrameLocks noGrp="1"/>
          </p:cNvGraphicFramePr>
          <p:nvPr>
            <p:ph sz="half" idx="1"/>
            <p:extLst>
              <p:ext uri="{D42A27DB-BD31-4B8C-83A1-F6EECF244321}">
                <p14:modId xmlns:p14="http://schemas.microsoft.com/office/powerpoint/2010/main" val="3191552294"/>
              </p:ext>
            </p:extLst>
          </p:nvPr>
        </p:nvGraphicFramePr>
        <p:xfrm>
          <a:off x="1120000" y="1825625"/>
          <a:ext cx="5025216"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122" name="Picture 2">
            <a:extLst>
              <a:ext uri="{FF2B5EF4-FFF2-40B4-BE49-F238E27FC236}">
                <a16:creationId xmlns:a16="http://schemas.microsoft.com/office/drawing/2014/main" id="{4E2004D7-5BAC-8AAF-0BB0-3AF460EF4088}"/>
              </a:ext>
            </a:extLst>
          </p:cNvPr>
          <p:cNvPicPr>
            <a:picLocks noGrp="1" noChangeAspect="1" noChangeArrowheads="1"/>
          </p:cNvPicPr>
          <p:nvPr>
            <p:ph sz="half" idx="2"/>
          </p:nvPr>
        </p:nvPicPr>
        <p:blipFill>
          <a:blip r:embed="rId7">
            <a:extLst>
              <a:ext uri="{28A0092B-C50C-407E-A947-70E740481C1C}">
                <a14:useLocalDpi xmlns:a14="http://schemas.microsoft.com/office/drawing/2010/main" val="0"/>
              </a:ext>
            </a:extLst>
          </a:blip>
          <a:srcRect/>
          <a:stretch>
            <a:fillRect/>
          </a:stretch>
        </p:blipFill>
        <p:spPr bwMode="auto">
          <a:xfrm>
            <a:off x="7082615" y="1825625"/>
            <a:ext cx="350840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13371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59C48EB-3CC8-278A-8DF4-EB132B202F01}"/>
              </a:ext>
            </a:extLst>
          </p:cNvPr>
          <p:cNvSpPr>
            <a:spLocks noGrp="1"/>
          </p:cNvSpPr>
          <p:nvPr>
            <p:ph type="title"/>
          </p:nvPr>
        </p:nvSpPr>
        <p:spPr/>
        <p:txBody>
          <a:bodyPr>
            <a:normAutofit fontScale="90000"/>
          </a:bodyPr>
          <a:lstStyle/>
          <a:p>
            <a:r>
              <a:rPr lang="uk-UA" dirty="0"/>
              <a:t>Спеціальна місія якої міжнародної організації</a:t>
            </a:r>
          </a:p>
        </p:txBody>
      </p:sp>
      <p:sp>
        <p:nvSpPr>
          <p:cNvPr id="3" name="Місце для вмісту 2">
            <a:extLst>
              <a:ext uri="{FF2B5EF4-FFF2-40B4-BE49-F238E27FC236}">
                <a16:creationId xmlns:a16="http://schemas.microsoft.com/office/drawing/2014/main" id="{606D657B-8B42-36AA-F89E-0DA6A75F3D63}"/>
              </a:ext>
            </a:extLst>
          </p:cNvPr>
          <p:cNvSpPr>
            <a:spLocks noGrp="1"/>
          </p:cNvSpPr>
          <p:nvPr>
            <p:ph sz="half" idx="1"/>
          </p:nvPr>
        </p:nvSpPr>
        <p:spPr/>
        <p:txBody>
          <a:bodyPr/>
          <a:lstStyle/>
          <a:p>
            <a:r>
              <a:rPr lang="uk-UA" dirty="0"/>
              <a:t>здійснює на Донбасі моніторинг і верифікацію виконання Мінських домовленостей?</a:t>
            </a:r>
          </a:p>
        </p:txBody>
      </p:sp>
      <p:graphicFrame>
        <p:nvGraphicFramePr>
          <p:cNvPr id="5" name="Місце для вмісту 4">
            <a:extLst>
              <a:ext uri="{FF2B5EF4-FFF2-40B4-BE49-F238E27FC236}">
                <a16:creationId xmlns:a16="http://schemas.microsoft.com/office/drawing/2014/main" id="{5811E5A1-8784-DB47-4666-ACEAF7D8284C}"/>
              </a:ext>
            </a:extLst>
          </p:cNvPr>
          <p:cNvGraphicFramePr>
            <a:graphicFrameLocks noGrp="1"/>
          </p:cNvGraphicFramePr>
          <p:nvPr>
            <p:ph sz="half" idx="2"/>
            <p:extLst>
              <p:ext uri="{D42A27DB-BD31-4B8C-83A1-F6EECF244321}">
                <p14:modId xmlns:p14="http://schemas.microsoft.com/office/powerpoint/2010/main" val="3119808247"/>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704962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A901976-FCE1-24DC-A87E-293439D14021}"/>
              </a:ext>
            </a:extLst>
          </p:cNvPr>
          <p:cNvSpPr>
            <a:spLocks noGrp="1"/>
          </p:cNvSpPr>
          <p:nvPr>
            <p:ph type="title"/>
          </p:nvPr>
        </p:nvSpPr>
        <p:spPr/>
        <p:txBody>
          <a:bodyPr>
            <a:normAutofit fontScale="90000"/>
          </a:bodyPr>
          <a:lstStyle/>
          <a:p>
            <a:r>
              <a:rPr lang="ru-RU" dirty="0" err="1"/>
              <a:t>Території</a:t>
            </a:r>
            <a:r>
              <a:rPr lang="ru-RU" dirty="0"/>
              <a:t>, </a:t>
            </a:r>
            <a:r>
              <a:rPr lang="ru-RU" dirty="0" err="1"/>
              <a:t>позначені</a:t>
            </a:r>
            <a:r>
              <a:rPr lang="ru-RU" dirty="0"/>
              <a:t> на </a:t>
            </a:r>
            <a:r>
              <a:rPr lang="ru-RU" dirty="0" err="1"/>
              <a:t>картосхемі</a:t>
            </a:r>
            <a:r>
              <a:rPr lang="ru-RU" dirty="0"/>
              <a:t>, </a:t>
            </a:r>
            <a:r>
              <a:rPr lang="ru-RU" dirty="0" err="1"/>
              <a:t>мали</a:t>
            </a:r>
            <a:r>
              <a:rPr lang="ru-RU" dirty="0"/>
              <a:t> до 2022 р. статус</a:t>
            </a:r>
            <a:endParaRPr lang="uk-UA" dirty="0"/>
          </a:p>
        </p:txBody>
      </p:sp>
      <p:graphicFrame>
        <p:nvGraphicFramePr>
          <p:cNvPr id="5" name="Місце для вмісту 4">
            <a:extLst>
              <a:ext uri="{FF2B5EF4-FFF2-40B4-BE49-F238E27FC236}">
                <a16:creationId xmlns:a16="http://schemas.microsoft.com/office/drawing/2014/main" id="{476269A4-AFF2-6108-8E5C-B317C211B4E8}"/>
              </a:ext>
            </a:extLst>
          </p:cNvPr>
          <p:cNvGraphicFramePr>
            <a:graphicFrameLocks noGrp="1"/>
          </p:cNvGraphicFramePr>
          <p:nvPr>
            <p:ph sz="half" idx="2"/>
            <p:extLst>
              <p:ext uri="{D42A27DB-BD31-4B8C-83A1-F6EECF244321}">
                <p14:modId xmlns:p14="http://schemas.microsoft.com/office/powerpoint/2010/main" val="2593628970"/>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6386" name="Picture 2">
            <a:extLst>
              <a:ext uri="{FF2B5EF4-FFF2-40B4-BE49-F238E27FC236}">
                <a16:creationId xmlns:a16="http://schemas.microsoft.com/office/drawing/2014/main" id="{69385F5E-DA88-FA0A-2771-D000C915D498}"/>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160911" y="2415160"/>
            <a:ext cx="4944165" cy="3172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36834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E7D0F9E-8158-F992-4CFA-9399DA21C37F}"/>
              </a:ext>
            </a:extLst>
          </p:cNvPr>
          <p:cNvSpPr>
            <a:spLocks noGrp="1"/>
          </p:cNvSpPr>
          <p:nvPr>
            <p:ph type="ctrTitle"/>
          </p:nvPr>
        </p:nvSpPr>
        <p:spPr/>
        <p:txBody>
          <a:bodyPr/>
          <a:lstStyle/>
          <a:p>
            <a:r>
              <a:rPr lang="uk-UA" dirty="0"/>
              <a:t>Політика</a:t>
            </a:r>
          </a:p>
        </p:txBody>
      </p:sp>
      <p:sp>
        <p:nvSpPr>
          <p:cNvPr id="4" name="Місце для тексту 3">
            <a:extLst>
              <a:ext uri="{FF2B5EF4-FFF2-40B4-BE49-F238E27FC236}">
                <a16:creationId xmlns:a16="http://schemas.microsoft.com/office/drawing/2014/main" id="{51BB0AB8-4CD7-8241-0C2D-3673742088B2}"/>
              </a:ext>
            </a:extLst>
          </p:cNvPr>
          <p:cNvSpPr>
            <a:spLocks noGrp="1"/>
          </p:cNvSpPr>
          <p:nvPr>
            <p:ph type="subTitle" idx="1"/>
          </p:nvPr>
        </p:nvSpPr>
        <p:spPr/>
        <p:txBody>
          <a:bodyPr/>
          <a:lstStyle/>
          <a:p>
            <a:endParaRPr lang="uk-UA"/>
          </a:p>
        </p:txBody>
      </p:sp>
    </p:spTree>
    <p:extLst>
      <p:ext uri="{BB962C8B-B14F-4D97-AF65-F5344CB8AC3E}">
        <p14:creationId xmlns:p14="http://schemas.microsoft.com/office/powerpoint/2010/main" val="4475182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C8984E-ACD7-C2B6-BDA6-D68AD8A5D767}"/>
              </a:ext>
            </a:extLst>
          </p:cNvPr>
          <p:cNvSpPr>
            <a:spLocks noGrp="1"/>
          </p:cNvSpPr>
          <p:nvPr>
            <p:ph type="title"/>
          </p:nvPr>
        </p:nvSpPr>
        <p:spPr/>
        <p:txBody>
          <a:bodyPr>
            <a:normAutofit/>
          </a:bodyPr>
          <a:lstStyle/>
          <a:p>
            <a:r>
              <a:rPr lang="ru-RU" sz="4400" dirty="0" err="1"/>
              <a:t>Установіть</a:t>
            </a:r>
            <a:r>
              <a:rPr lang="ru-RU" sz="4400" dirty="0"/>
              <a:t> </a:t>
            </a:r>
            <a:r>
              <a:rPr lang="ru-RU" sz="4400" dirty="0" err="1"/>
              <a:t>послідовність</a:t>
            </a:r>
            <a:r>
              <a:rPr lang="ru-RU" sz="4400" dirty="0"/>
              <a:t> </a:t>
            </a:r>
            <a:r>
              <a:rPr lang="ru-RU" sz="4400" dirty="0" err="1"/>
              <a:t>ухвалення</a:t>
            </a:r>
            <a:r>
              <a:rPr lang="ru-RU" sz="4400" dirty="0"/>
              <a:t> </a:t>
            </a:r>
            <a:r>
              <a:rPr lang="ru-RU" sz="4400" dirty="0" err="1"/>
              <a:t>документів</a:t>
            </a:r>
            <a:r>
              <a:rPr lang="ru-RU" sz="4400" dirty="0"/>
              <a:t>, </a:t>
            </a:r>
            <a:r>
              <a:rPr lang="ru-RU" sz="4400" dirty="0" err="1"/>
              <a:t>уривки</a:t>
            </a:r>
            <a:r>
              <a:rPr lang="ru-RU" sz="4400" dirty="0"/>
              <a:t> з </a:t>
            </a:r>
            <a:r>
              <a:rPr lang="ru-RU" sz="4400" dirty="0" err="1"/>
              <a:t>яких</a:t>
            </a:r>
            <a:r>
              <a:rPr lang="ru-RU" sz="4400" dirty="0"/>
              <a:t> </a:t>
            </a:r>
            <a:r>
              <a:rPr lang="ru-RU" sz="4400" dirty="0" err="1"/>
              <a:t>процитовано</a:t>
            </a:r>
            <a:r>
              <a:rPr lang="ru-RU" sz="4400" dirty="0"/>
              <a:t>.</a:t>
            </a:r>
            <a:endParaRPr lang="uk-UA" sz="4400" dirty="0"/>
          </a:p>
        </p:txBody>
      </p:sp>
      <p:graphicFrame>
        <p:nvGraphicFramePr>
          <p:cNvPr id="6" name="Місце для вмісту 5">
            <a:extLst>
              <a:ext uri="{FF2B5EF4-FFF2-40B4-BE49-F238E27FC236}">
                <a16:creationId xmlns:a16="http://schemas.microsoft.com/office/drawing/2014/main" id="{3C1E94A0-34F1-9E8D-123B-C7DC79E7D9A0}"/>
              </a:ext>
            </a:extLst>
          </p:cNvPr>
          <p:cNvGraphicFramePr>
            <a:graphicFrameLocks noGrp="1"/>
          </p:cNvGraphicFramePr>
          <p:nvPr>
            <p:ph sz="half" idx="1"/>
            <p:extLst>
              <p:ext uri="{D42A27DB-BD31-4B8C-83A1-F6EECF244321}">
                <p14:modId xmlns:p14="http://schemas.microsoft.com/office/powerpoint/2010/main" val="1354413346"/>
              </p:ext>
            </p:extLst>
          </p:nvPr>
        </p:nvGraphicFramePr>
        <p:xfrm>
          <a:off x="1120000" y="1825625"/>
          <a:ext cx="5025216"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Місце для вмісту 4">
            <a:extLst>
              <a:ext uri="{FF2B5EF4-FFF2-40B4-BE49-F238E27FC236}">
                <a16:creationId xmlns:a16="http://schemas.microsoft.com/office/drawing/2014/main" id="{F8DEE06C-104D-4A29-89BB-88CA85835853}"/>
              </a:ext>
            </a:extLst>
          </p:cNvPr>
          <p:cNvGraphicFramePr>
            <a:graphicFrameLocks noGrp="1"/>
          </p:cNvGraphicFramePr>
          <p:nvPr>
            <p:ph sz="half" idx="2"/>
            <p:extLst>
              <p:ext uri="{D42A27DB-BD31-4B8C-83A1-F6EECF244321}">
                <p14:modId xmlns:p14="http://schemas.microsoft.com/office/powerpoint/2010/main" val="2879902869"/>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1712782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D60AD8A-2E76-DF6B-0935-B2177BD5303B}"/>
              </a:ext>
            </a:extLst>
          </p:cNvPr>
          <p:cNvSpPr>
            <a:spLocks noGrp="1"/>
          </p:cNvSpPr>
          <p:nvPr>
            <p:ph type="title"/>
          </p:nvPr>
        </p:nvSpPr>
        <p:spPr/>
        <p:txBody>
          <a:bodyPr>
            <a:normAutofit/>
          </a:bodyPr>
          <a:lstStyle/>
          <a:p>
            <a:r>
              <a:rPr lang="ru-RU" sz="4400" dirty="0"/>
              <a:t>На </a:t>
            </a:r>
            <a:r>
              <a:rPr lang="ru-RU" sz="4400" dirty="0" err="1"/>
              <a:t>карикатурі</a:t>
            </a:r>
            <a:r>
              <a:rPr lang="ru-RU" sz="4400" dirty="0"/>
              <a:t> </a:t>
            </a:r>
            <a:r>
              <a:rPr lang="ru-RU" sz="4400" dirty="0" err="1"/>
              <a:t>відображено</a:t>
            </a:r>
            <a:r>
              <a:rPr lang="ru-RU" sz="4400" dirty="0"/>
              <a:t> </a:t>
            </a:r>
            <a:r>
              <a:rPr lang="ru-RU" sz="4400" dirty="0" err="1"/>
              <a:t>запити</a:t>
            </a:r>
            <a:r>
              <a:rPr lang="ru-RU" sz="4400" dirty="0"/>
              <a:t> </a:t>
            </a:r>
            <a:r>
              <a:rPr lang="ru-RU" sz="4400" dirty="0" err="1"/>
              <a:t>сучасного</a:t>
            </a:r>
            <a:r>
              <a:rPr lang="ru-RU" sz="4400" dirty="0"/>
              <a:t> </a:t>
            </a:r>
            <a:r>
              <a:rPr lang="ru-RU" sz="4400" dirty="0" err="1"/>
              <a:t>українського</a:t>
            </a:r>
            <a:r>
              <a:rPr lang="ru-RU" sz="4400" dirty="0"/>
              <a:t> </a:t>
            </a:r>
            <a:r>
              <a:rPr lang="ru-RU" sz="4400" dirty="0" err="1"/>
              <a:t>суспільства</a:t>
            </a:r>
            <a:r>
              <a:rPr lang="ru-RU" sz="4400" dirty="0"/>
              <a:t> </a:t>
            </a:r>
            <a:r>
              <a:rPr lang="ru-RU" sz="4400" dirty="0" err="1"/>
              <a:t>щодо</a:t>
            </a:r>
            <a:endParaRPr lang="uk-UA" sz="4400" dirty="0"/>
          </a:p>
        </p:txBody>
      </p:sp>
      <p:graphicFrame>
        <p:nvGraphicFramePr>
          <p:cNvPr id="5" name="Місце для вмісту 4">
            <a:extLst>
              <a:ext uri="{FF2B5EF4-FFF2-40B4-BE49-F238E27FC236}">
                <a16:creationId xmlns:a16="http://schemas.microsoft.com/office/drawing/2014/main" id="{C5A2B7DA-58E6-24EE-C464-591915350275}"/>
              </a:ext>
            </a:extLst>
          </p:cNvPr>
          <p:cNvGraphicFramePr>
            <a:graphicFrameLocks noGrp="1"/>
          </p:cNvGraphicFramePr>
          <p:nvPr>
            <p:ph sz="half" idx="1"/>
            <p:extLst>
              <p:ext uri="{D42A27DB-BD31-4B8C-83A1-F6EECF244321}">
                <p14:modId xmlns:p14="http://schemas.microsoft.com/office/powerpoint/2010/main" val="936827359"/>
              </p:ext>
            </p:extLst>
          </p:nvPr>
        </p:nvGraphicFramePr>
        <p:xfrm>
          <a:off x="1120000" y="1825625"/>
          <a:ext cx="5025216"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146" name="Picture 2">
            <a:extLst>
              <a:ext uri="{FF2B5EF4-FFF2-40B4-BE49-F238E27FC236}">
                <a16:creationId xmlns:a16="http://schemas.microsoft.com/office/drawing/2014/main" id="{ED2CC668-82EC-5255-D41C-E11DD2E6D7A8}"/>
              </a:ext>
            </a:extLst>
          </p:cNvPr>
          <p:cNvPicPr>
            <a:picLocks noGrp="1" noChangeAspect="1" noChangeArrowheads="1"/>
          </p:cNvPicPr>
          <p:nvPr>
            <p:ph sz="half" idx="2"/>
          </p:nvPr>
        </p:nvPicPr>
        <p:blipFill>
          <a:blip r:embed="rId7">
            <a:extLst>
              <a:ext uri="{28A0092B-C50C-407E-A947-70E740481C1C}">
                <a14:useLocalDpi xmlns:a14="http://schemas.microsoft.com/office/drawing/2010/main" val="0"/>
              </a:ext>
            </a:extLst>
          </a:blip>
          <a:srcRect/>
          <a:stretch>
            <a:fillRect/>
          </a:stretch>
        </p:blipFill>
        <p:spPr bwMode="auto">
          <a:xfrm>
            <a:off x="7502409" y="1825625"/>
            <a:ext cx="2668820"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2513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3504CC-21DD-A0BD-073A-08342FF9BB38}"/>
              </a:ext>
            </a:extLst>
          </p:cNvPr>
          <p:cNvSpPr>
            <a:spLocks noGrp="1"/>
          </p:cNvSpPr>
          <p:nvPr>
            <p:ph type="title"/>
          </p:nvPr>
        </p:nvSpPr>
        <p:spPr/>
        <p:txBody>
          <a:bodyPr/>
          <a:lstStyle/>
          <a:p>
            <a:r>
              <a:rPr lang="ru-RU" dirty="0"/>
              <a:t>2014 </a:t>
            </a:r>
            <a:r>
              <a:rPr lang="ru-RU" dirty="0" err="1"/>
              <a:t>рік</a:t>
            </a:r>
            <a:r>
              <a:rPr lang="ru-RU" dirty="0"/>
              <a:t> – </a:t>
            </a:r>
            <a:r>
              <a:rPr lang="ru-RU" dirty="0" err="1"/>
              <a:t>це</a:t>
            </a:r>
            <a:r>
              <a:rPr lang="ru-RU" dirty="0"/>
              <a:t> </a:t>
            </a:r>
            <a:r>
              <a:rPr lang="ru-RU" dirty="0" err="1"/>
              <a:t>рік</a:t>
            </a:r>
            <a:r>
              <a:rPr lang="ru-RU" dirty="0"/>
              <a:t>, коли </a:t>
            </a:r>
            <a:r>
              <a:rPr lang="ru-RU" dirty="0" err="1"/>
              <a:t>Україна</a:t>
            </a:r>
            <a:endParaRPr lang="uk-UA" dirty="0"/>
          </a:p>
        </p:txBody>
      </p:sp>
      <p:sp>
        <p:nvSpPr>
          <p:cNvPr id="4" name="Місце для вмісту 3">
            <a:extLst>
              <a:ext uri="{FF2B5EF4-FFF2-40B4-BE49-F238E27FC236}">
                <a16:creationId xmlns:a16="http://schemas.microsoft.com/office/drawing/2014/main" id="{3BB14299-09B9-2E76-4EF4-58E8D9160AC4}"/>
              </a:ext>
            </a:extLst>
          </p:cNvPr>
          <p:cNvSpPr>
            <a:spLocks noGrp="1"/>
          </p:cNvSpPr>
          <p:nvPr>
            <p:ph sz="half" idx="1"/>
          </p:nvPr>
        </p:nvSpPr>
        <p:spPr/>
        <p:txBody>
          <a:bodyPr/>
          <a:lstStyle/>
          <a:p>
            <a:endParaRPr lang="uk-UA"/>
          </a:p>
        </p:txBody>
      </p:sp>
      <p:graphicFrame>
        <p:nvGraphicFramePr>
          <p:cNvPr id="6" name="Місце для вмісту 5">
            <a:extLst>
              <a:ext uri="{FF2B5EF4-FFF2-40B4-BE49-F238E27FC236}">
                <a16:creationId xmlns:a16="http://schemas.microsoft.com/office/drawing/2014/main" id="{BA32A970-C2FB-ADA8-E491-6BF6A070593F}"/>
              </a:ext>
            </a:extLst>
          </p:cNvPr>
          <p:cNvGraphicFramePr>
            <a:graphicFrameLocks noGrp="1"/>
          </p:cNvGraphicFramePr>
          <p:nvPr>
            <p:ph sz="half" idx="2"/>
            <p:extLst>
              <p:ext uri="{D42A27DB-BD31-4B8C-83A1-F6EECF244321}">
                <p14:modId xmlns:p14="http://schemas.microsoft.com/office/powerpoint/2010/main" val="4051888111"/>
              </p:ext>
            </p:extLst>
          </p:nvPr>
        </p:nvGraphicFramePr>
        <p:xfrm>
          <a:off x="6319838" y="1825625"/>
          <a:ext cx="5033962"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771134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F99B647-4E31-D24F-8B09-007848429696}"/>
              </a:ext>
            </a:extLst>
          </p:cNvPr>
          <p:cNvSpPr>
            <a:spLocks noGrp="1"/>
          </p:cNvSpPr>
          <p:nvPr>
            <p:ph type="title"/>
          </p:nvPr>
        </p:nvSpPr>
        <p:spPr/>
        <p:txBody>
          <a:bodyPr>
            <a:normAutofit fontScale="90000"/>
          </a:bodyPr>
          <a:lstStyle/>
          <a:p>
            <a:r>
              <a:rPr lang="ru-RU" dirty="0" err="1"/>
              <a:t>Події</a:t>
            </a:r>
            <a:r>
              <a:rPr lang="ru-RU" dirty="0"/>
              <a:t> «</a:t>
            </a:r>
            <a:r>
              <a:rPr lang="ru-RU" dirty="0" err="1"/>
              <a:t>Революції</a:t>
            </a:r>
            <a:r>
              <a:rPr lang="ru-RU" dirty="0"/>
              <a:t> </a:t>
            </a:r>
            <a:r>
              <a:rPr lang="ru-RU" dirty="0" err="1"/>
              <a:t>гідності</a:t>
            </a:r>
            <a:r>
              <a:rPr lang="ru-RU" dirty="0"/>
              <a:t>» стали </a:t>
            </a:r>
            <a:r>
              <a:rPr lang="ru-RU" dirty="0" err="1"/>
              <a:t>каталізатором</a:t>
            </a:r>
            <a:endParaRPr lang="uk-UA" dirty="0"/>
          </a:p>
        </p:txBody>
      </p:sp>
      <p:sp>
        <p:nvSpPr>
          <p:cNvPr id="3" name="Місце для вмісту 2">
            <a:extLst>
              <a:ext uri="{FF2B5EF4-FFF2-40B4-BE49-F238E27FC236}">
                <a16:creationId xmlns:a16="http://schemas.microsoft.com/office/drawing/2014/main" id="{E138866F-D36A-A28C-54BB-81C2E78BBC82}"/>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A42EC132-31DF-0C3A-1609-27C732109B0D}"/>
              </a:ext>
            </a:extLst>
          </p:cNvPr>
          <p:cNvGraphicFramePr>
            <a:graphicFrameLocks noGrp="1"/>
          </p:cNvGraphicFramePr>
          <p:nvPr>
            <p:ph sz="half" idx="2"/>
            <p:extLst>
              <p:ext uri="{D42A27DB-BD31-4B8C-83A1-F6EECF244321}">
                <p14:modId xmlns:p14="http://schemas.microsoft.com/office/powerpoint/2010/main" val="4124253567"/>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326127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E8DE87F-6F1F-2D25-9F93-B17B38643535}"/>
              </a:ext>
            </a:extLst>
          </p:cNvPr>
          <p:cNvSpPr>
            <a:spLocks noGrp="1"/>
          </p:cNvSpPr>
          <p:nvPr>
            <p:ph type="title"/>
          </p:nvPr>
        </p:nvSpPr>
        <p:spPr/>
        <p:txBody>
          <a:bodyPr/>
          <a:lstStyle/>
          <a:p>
            <a:r>
              <a:rPr lang="uk-UA" dirty="0"/>
              <a:t>В уривку йдеться про</a:t>
            </a:r>
          </a:p>
        </p:txBody>
      </p:sp>
      <p:sp>
        <p:nvSpPr>
          <p:cNvPr id="3" name="Місце для вмісту 2">
            <a:extLst>
              <a:ext uri="{FF2B5EF4-FFF2-40B4-BE49-F238E27FC236}">
                <a16:creationId xmlns:a16="http://schemas.microsoft.com/office/drawing/2014/main" id="{86CEBDD2-0A23-FBE6-5A2B-C919BF2C391C}"/>
              </a:ext>
            </a:extLst>
          </p:cNvPr>
          <p:cNvSpPr>
            <a:spLocks noGrp="1"/>
          </p:cNvSpPr>
          <p:nvPr>
            <p:ph sz="half" idx="1"/>
          </p:nvPr>
        </p:nvSpPr>
        <p:spPr/>
        <p:txBody>
          <a:bodyPr/>
          <a:lstStyle/>
          <a:p>
            <a:r>
              <a:rPr lang="ru-RU" i="1" dirty="0"/>
              <a:t>«</a:t>
            </a:r>
            <a:r>
              <a:rPr lang="ru-RU" i="1" dirty="0" err="1"/>
              <a:t>Це</a:t>
            </a:r>
            <a:r>
              <a:rPr lang="ru-RU" i="1" dirty="0"/>
              <a:t> </a:t>
            </a:r>
            <a:r>
              <a:rPr lang="ru-RU" i="1" dirty="0" err="1"/>
              <a:t>був</a:t>
            </a:r>
            <a:r>
              <a:rPr lang="ru-RU" i="1" dirty="0"/>
              <a:t> протест не </a:t>
            </a:r>
            <a:r>
              <a:rPr lang="ru-RU" i="1" dirty="0" err="1"/>
              <a:t>лише</a:t>
            </a:r>
            <a:r>
              <a:rPr lang="ru-RU" i="1" dirty="0"/>
              <a:t> </a:t>
            </a:r>
            <a:r>
              <a:rPr lang="ru-RU" i="1" dirty="0" err="1"/>
              <a:t>проти</a:t>
            </a:r>
            <a:r>
              <a:rPr lang="ru-RU" i="1" dirty="0"/>
              <a:t> </a:t>
            </a:r>
            <a:r>
              <a:rPr lang="ru-RU" i="1" dirty="0" err="1"/>
              <a:t>показової</a:t>
            </a:r>
            <a:r>
              <a:rPr lang="ru-RU" i="1" dirty="0"/>
              <a:t> </a:t>
            </a:r>
            <a:r>
              <a:rPr lang="ru-RU" i="1" dirty="0" err="1"/>
              <a:t>спроби</a:t>
            </a:r>
            <a:r>
              <a:rPr lang="ru-RU" i="1" dirty="0"/>
              <a:t> </a:t>
            </a:r>
            <a:r>
              <a:rPr lang="ru-RU" i="1" dirty="0" err="1"/>
              <a:t>принизити</a:t>
            </a:r>
            <a:r>
              <a:rPr lang="ru-RU" i="1" dirty="0"/>
              <a:t> й </a:t>
            </a:r>
            <a:r>
              <a:rPr lang="ru-RU" i="1" dirty="0" err="1"/>
              <a:t>упокорити</a:t>
            </a:r>
            <a:r>
              <a:rPr lang="ru-RU" i="1" dirty="0"/>
              <a:t> </a:t>
            </a:r>
            <a:r>
              <a:rPr lang="ru-RU" i="1" dirty="0" err="1"/>
              <a:t>українське</a:t>
            </a:r>
            <a:r>
              <a:rPr lang="ru-RU" i="1" dirty="0"/>
              <a:t> </a:t>
            </a:r>
            <a:r>
              <a:rPr lang="ru-RU" i="1" dirty="0" err="1"/>
              <a:t>суспільство</a:t>
            </a:r>
            <a:r>
              <a:rPr lang="ru-RU" i="1" dirty="0"/>
              <a:t> – демонстративно не </a:t>
            </a:r>
            <a:r>
              <a:rPr lang="ru-RU" i="1" dirty="0" err="1"/>
              <a:t>підписувати</a:t>
            </a:r>
            <a:r>
              <a:rPr lang="ru-RU" i="1" dirty="0"/>
              <a:t> Угоду про </a:t>
            </a:r>
            <a:r>
              <a:rPr lang="ru-RU" i="1" dirty="0" err="1"/>
              <a:t>асоціацію</a:t>
            </a:r>
            <a:r>
              <a:rPr lang="ru-RU" i="1" dirty="0"/>
              <a:t> з ЄС. </a:t>
            </a:r>
            <a:r>
              <a:rPr lang="ru-RU" i="1" dirty="0" err="1"/>
              <a:t>Це</a:t>
            </a:r>
            <a:r>
              <a:rPr lang="ru-RU" i="1" dirty="0"/>
              <a:t> </a:t>
            </a:r>
            <a:r>
              <a:rPr lang="ru-RU" i="1" dirty="0" err="1"/>
              <a:t>був</a:t>
            </a:r>
            <a:r>
              <a:rPr lang="ru-RU" i="1" dirty="0"/>
              <a:t> </a:t>
            </a:r>
            <a:r>
              <a:rPr lang="ru-RU" i="1" dirty="0" err="1"/>
              <a:t>вибух</a:t>
            </a:r>
            <a:r>
              <a:rPr lang="ru-RU" i="1" dirty="0"/>
              <a:t> протесту </a:t>
            </a:r>
            <a:r>
              <a:rPr lang="ru-RU" i="1" dirty="0" err="1"/>
              <a:t>проти</a:t>
            </a:r>
            <a:r>
              <a:rPr lang="ru-RU" i="1" dirty="0"/>
              <a:t> дикого </a:t>
            </a:r>
            <a:r>
              <a:rPr lang="ru-RU" i="1" dirty="0" err="1"/>
              <a:t>цинізму</a:t>
            </a:r>
            <a:r>
              <a:rPr lang="ru-RU" i="1" dirty="0"/>
              <a:t> й </a:t>
            </a:r>
            <a:r>
              <a:rPr lang="ru-RU" i="1" dirty="0" err="1"/>
              <a:t>аморальності</a:t>
            </a:r>
            <a:r>
              <a:rPr lang="ru-RU" i="1" dirty="0"/>
              <a:t> </a:t>
            </a:r>
            <a:r>
              <a:rPr lang="ru-RU" i="1" dirty="0" err="1"/>
              <a:t>тогочасної</a:t>
            </a:r>
            <a:r>
              <a:rPr lang="ru-RU" i="1" dirty="0"/>
              <a:t> </a:t>
            </a:r>
            <a:r>
              <a:rPr lang="ru-RU" i="1" dirty="0" err="1"/>
              <a:t>влади</a:t>
            </a:r>
            <a:r>
              <a:rPr lang="ru-RU" i="1" dirty="0"/>
              <a:t> в </a:t>
            </a:r>
            <a:r>
              <a:rPr lang="ru-RU" i="1" dirty="0" err="1"/>
              <a:t>Україні</a:t>
            </a:r>
            <a:r>
              <a:rPr lang="ru-RU" i="1" dirty="0"/>
              <a:t>».</a:t>
            </a:r>
            <a:endParaRPr lang="uk-UA" i="1" dirty="0"/>
          </a:p>
        </p:txBody>
      </p:sp>
      <p:graphicFrame>
        <p:nvGraphicFramePr>
          <p:cNvPr id="5" name="Місце для вмісту 4">
            <a:extLst>
              <a:ext uri="{FF2B5EF4-FFF2-40B4-BE49-F238E27FC236}">
                <a16:creationId xmlns:a16="http://schemas.microsoft.com/office/drawing/2014/main" id="{412A6865-FA3C-C648-0015-7218CC10B73E}"/>
              </a:ext>
            </a:extLst>
          </p:cNvPr>
          <p:cNvGraphicFramePr>
            <a:graphicFrameLocks noGrp="1"/>
          </p:cNvGraphicFramePr>
          <p:nvPr>
            <p:ph sz="half" idx="2"/>
            <p:extLst>
              <p:ext uri="{D42A27DB-BD31-4B8C-83A1-F6EECF244321}">
                <p14:modId xmlns:p14="http://schemas.microsoft.com/office/powerpoint/2010/main" val="2068924253"/>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314703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CD4215E-2CA2-88A7-50B0-6E2C2A4487DC}"/>
              </a:ext>
            </a:extLst>
          </p:cNvPr>
          <p:cNvSpPr>
            <a:spLocks noGrp="1"/>
          </p:cNvSpPr>
          <p:nvPr>
            <p:ph type="title"/>
          </p:nvPr>
        </p:nvSpPr>
        <p:spPr/>
        <p:txBody>
          <a:bodyPr>
            <a:normAutofit fontScale="90000"/>
          </a:bodyPr>
          <a:lstStyle/>
          <a:p>
            <a:r>
              <a:rPr lang="ru-RU" dirty="0" err="1"/>
              <a:t>Зображений</a:t>
            </a:r>
            <a:r>
              <a:rPr lang="ru-RU" dirty="0"/>
              <a:t> рисунок </a:t>
            </a:r>
            <a:r>
              <a:rPr lang="ru-RU" dirty="0" err="1"/>
              <a:t>слід</a:t>
            </a:r>
            <a:r>
              <a:rPr lang="ru-RU" dirty="0"/>
              <a:t> </a:t>
            </a:r>
            <a:r>
              <a:rPr lang="ru-RU" dirty="0" err="1"/>
              <a:t>використовувати</a:t>
            </a:r>
            <a:r>
              <a:rPr lang="ru-RU" dirty="0"/>
              <a:t> для </a:t>
            </a:r>
            <a:r>
              <a:rPr lang="ru-RU" dirty="0" err="1"/>
              <a:t>ілюстрації</a:t>
            </a:r>
            <a:r>
              <a:rPr lang="ru-RU" dirty="0"/>
              <a:t> </a:t>
            </a:r>
            <a:r>
              <a:rPr lang="ru-RU" dirty="0" err="1"/>
              <a:t>подій</a:t>
            </a:r>
            <a:endParaRPr lang="uk-UA" dirty="0"/>
          </a:p>
        </p:txBody>
      </p:sp>
      <p:graphicFrame>
        <p:nvGraphicFramePr>
          <p:cNvPr id="5" name="Місце для вмісту 4">
            <a:extLst>
              <a:ext uri="{FF2B5EF4-FFF2-40B4-BE49-F238E27FC236}">
                <a16:creationId xmlns:a16="http://schemas.microsoft.com/office/drawing/2014/main" id="{A1E42A31-DC3C-66D3-7B2D-AFAC86FFD9E9}"/>
              </a:ext>
            </a:extLst>
          </p:cNvPr>
          <p:cNvGraphicFramePr>
            <a:graphicFrameLocks noGrp="1"/>
          </p:cNvGraphicFramePr>
          <p:nvPr>
            <p:ph sz="half" idx="2"/>
            <p:extLst>
              <p:ext uri="{D42A27DB-BD31-4B8C-83A1-F6EECF244321}">
                <p14:modId xmlns:p14="http://schemas.microsoft.com/office/powerpoint/2010/main" val="4279306123"/>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a:extLst>
              <a:ext uri="{FF2B5EF4-FFF2-40B4-BE49-F238E27FC236}">
                <a16:creationId xmlns:a16="http://schemas.microsoft.com/office/drawing/2014/main" id="{962C7030-9A14-7821-8FBA-43AD439B7579}"/>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543253" y="1825625"/>
            <a:ext cx="498244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37629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2DB0A8-42BF-AECA-1AD3-428E5A4BA382}"/>
              </a:ext>
            </a:extLst>
          </p:cNvPr>
          <p:cNvSpPr>
            <a:spLocks noGrp="1"/>
          </p:cNvSpPr>
          <p:nvPr>
            <p:ph type="title"/>
          </p:nvPr>
        </p:nvSpPr>
        <p:spPr/>
        <p:txBody>
          <a:bodyPr>
            <a:normAutofit fontScale="90000"/>
          </a:bodyPr>
          <a:lstStyle/>
          <a:p>
            <a:r>
              <a:rPr lang="uk-UA" dirty="0"/>
              <a:t>Яке фото слід використовувати для ілюстрації подій Революції гідності?</a:t>
            </a:r>
          </a:p>
        </p:txBody>
      </p:sp>
      <p:pic>
        <p:nvPicPr>
          <p:cNvPr id="2050" name="Picture 2">
            <a:extLst>
              <a:ext uri="{FF2B5EF4-FFF2-40B4-BE49-F238E27FC236}">
                <a16:creationId xmlns:a16="http://schemas.microsoft.com/office/drawing/2014/main" id="{8E128931-FD99-52E8-5D46-7FAB363575A6}"/>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581829" y="1929418"/>
            <a:ext cx="3440830" cy="224175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AD7D7B16-8002-B8B2-7763-5A048714E5E7}"/>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785654" y="1929418"/>
            <a:ext cx="3440830" cy="224175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E83C39B2-353B-17A0-BBF7-ABCC1768F6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1828" y="4409902"/>
            <a:ext cx="3440829" cy="2241752"/>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F77ECC2D-B799-348D-DF8E-D43F52473E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85653" y="4409902"/>
            <a:ext cx="3440829" cy="2241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30899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492703-D9C3-DC8B-032F-F06D2A512184}"/>
              </a:ext>
            </a:extLst>
          </p:cNvPr>
          <p:cNvSpPr>
            <a:spLocks noGrp="1"/>
          </p:cNvSpPr>
          <p:nvPr>
            <p:ph type="title"/>
          </p:nvPr>
        </p:nvSpPr>
        <p:spPr/>
        <p:txBody>
          <a:bodyPr>
            <a:noAutofit/>
          </a:bodyPr>
          <a:lstStyle/>
          <a:p>
            <a:r>
              <a:rPr lang="ru-RU" sz="3600" dirty="0" err="1"/>
              <a:t>Зображення</a:t>
            </a:r>
            <a:r>
              <a:rPr lang="ru-RU" sz="3600" dirty="0"/>
              <a:t> </a:t>
            </a:r>
            <a:r>
              <a:rPr lang="ru-RU" sz="3600" dirty="0" err="1"/>
              <a:t>українських</a:t>
            </a:r>
            <a:r>
              <a:rPr lang="ru-RU" sz="3600" dirty="0"/>
              <a:t> </a:t>
            </a:r>
            <a:r>
              <a:rPr lang="ru-RU" sz="3600" dirty="0" err="1"/>
              <a:t>поетів</a:t>
            </a:r>
            <a:r>
              <a:rPr lang="ru-RU" sz="3600" dirty="0"/>
              <a:t> у стрит-арт </a:t>
            </a:r>
            <a:r>
              <a:rPr lang="ru-RU" sz="3600" dirty="0" err="1"/>
              <a:t>інтерпретації</a:t>
            </a:r>
            <a:r>
              <a:rPr lang="ru-RU" sz="3600" dirty="0"/>
              <a:t> на </a:t>
            </a:r>
            <a:r>
              <a:rPr lang="ru-RU" sz="3600" dirty="0" err="1"/>
              <a:t>будівлях</a:t>
            </a:r>
            <a:r>
              <a:rPr lang="ru-RU" sz="3600" dirty="0"/>
              <a:t> </a:t>
            </a:r>
            <a:r>
              <a:rPr lang="ru-RU" sz="3600" dirty="0" err="1"/>
              <a:t>Києва</a:t>
            </a:r>
            <a:r>
              <a:rPr lang="ru-RU" sz="3600" dirty="0"/>
              <a:t> </a:t>
            </a:r>
            <a:r>
              <a:rPr lang="ru-RU" sz="3600" dirty="0" err="1"/>
              <a:t>з’явилися</a:t>
            </a:r>
            <a:r>
              <a:rPr lang="ru-RU" sz="3600" dirty="0"/>
              <a:t> з метою</a:t>
            </a:r>
            <a:endParaRPr lang="uk-UA" sz="3600" dirty="0"/>
          </a:p>
        </p:txBody>
      </p:sp>
      <p:graphicFrame>
        <p:nvGraphicFramePr>
          <p:cNvPr id="5" name="Місце для вмісту 4">
            <a:extLst>
              <a:ext uri="{FF2B5EF4-FFF2-40B4-BE49-F238E27FC236}">
                <a16:creationId xmlns:a16="http://schemas.microsoft.com/office/drawing/2014/main" id="{FE65627F-AF91-C8B6-6801-8B015111013C}"/>
              </a:ext>
            </a:extLst>
          </p:cNvPr>
          <p:cNvGraphicFramePr>
            <a:graphicFrameLocks noGrp="1"/>
          </p:cNvGraphicFramePr>
          <p:nvPr>
            <p:ph sz="half" idx="2"/>
            <p:extLst>
              <p:ext uri="{D42A27DB-BD31-4B8C-83A1-F6EECF244321}">
                <p14:modId xmlns:p14="http://schemas.microsoft.com/office/powerpoint/2010/main" val="1711883848"/>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220" name="Picture 4">
            <a:extLst>
              <a:ext uri="{FF2B5EF4-FFF2-40B4-BE49-F238E27FC236}">
                <a16:creationId xmlns:a16="http://schemas.microsoft.com/office/drawing/2014/main" id="{9958B111-3CB4-2732-5AB1-AADC47246683}"/>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838200" y="3025285"/>
            <a:ext cx="5024438" cy="1553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15308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BEE978-207F-6029-92B3-5060A5A79536}"/>
              </a:ext>
            </a:extLst>
          </p:cNvPr>
          <p:cNvSpPr>
            <a:spLocks noGrp="1"/>
          </p:cNvSpPr>
          <p:nvPr>
            <p:ph type="title"/>
          </p:nvPr>
        </p:nvSpPr>
        <p:spPr/>
        <p:txBody>
          <a:bodyPr>
            <a:normAutofit/>
          </a:bodyPr>
          <a:lstStyle/>
          <a:p>
            <a:r>
              <a:rPr lang="ru-RU" sz="4000" dirty="0" err="1"/>
              <a:t>З’ясуйте</a:t>
            </a:r>
            <a:r>
              <a:rPr lang="ru-RU" sz="4000" dirty="0"/>
              <a:t>, яке з </a:t>
            </a:r>
            <a:r>
              <a:rPr lang="ru-RU" sz="4000" dirty="0" err="1"/>
              <a:t>наведених</a:t>
            </a:r>
            <a:r>
              <a:rPr lang="ru-RU" sz="4000" dirty="0"/>
              <a:t> </a:t>
            </a:r>
            <a:r>
              <a:rPr lang="ru-RU" sz="4000" dirty="0" err="1"/>
              <a:t>тверджень</a:t>
            </a:r>
            <a:r>
              <a:rPr lang="ru-RU" sz="4000" dirty="0"/>
              <a:t> </a:t>
            </a:r>
            <a:r>
              <a:rPr lang="ru-RU" sz="4000" dirty="0" err="1"/>
              <a:t>відображає</a:t>
            </a:r>
            <a:r>
              <a:rPr lang="ru-RU" sz="4000" dirty="0"/>
              <a:t> </a:t>
            </a:r>
            <a:r>
              <a:rPr lang="ru-RU" sz="4000" dirty="0" err="1"/>
              <a:t>ідею</a:t>
            </a:r>
            <a:r>
              <a:rPr lang="ru-RU" sz="4000" dirty="0"/>
              <a:t>, </a:t>
            </a:r>
            <a:r>
              <a:rPr lang="ru-RU" sz="4000" dirty="0" err="1"/>
              <a:t>покладену</a:t>
            </a:r>
            <a:r>
              <a:rPr lang="ru-RU" sz="4000" dirty="0"/>
              <a:t> в основу плаката.</a:t>
            </a:r>
            <a:endParaRPr lang="uk-UA" sz="4000" dirty="0"/>
          </a:p>
        </p:txBody>
      </p:sp>
      <p:graphicFrame>
        <p:nvGraphicFramePr>
          <p:cNvPr id="7" name="Місце для вмісту 6">
            <a:extLst>
              <a:ext uri="{FF2B5EF4-FFF2-40B4-BE49-F238E27FC236}">
                <a16:creationId xmlns:a16="http://schemas.microsoft.com/office/drawing/2014/main" id="{22DA9AE9-980E-7B28-7AA9-EFD624B8F3EF}"/>
              </a:ext>
            </a:extLst>
          </p:cNvPr>
          <p:cNvGraphicFramePr>
            <a:graphicFrameLocks noGrp="1"/>
          </p:cNvGraphicFramePr>
          <p:nvPr>
            <p:ph sz="half" idx="2"/>
            <p:extLst>
              <p:ext uri="{D42A27DB-BD31-4B8C-83A1-F6EECF244321}">
                <p14:modId xmlns:p14="http://schemas.microsoft.com/office/powerpoint/2010/main" val="2349765168"/>
              </p:ext>
            </p:extLst>
          </p:nvPr>
        </p:nvGraphicFramePr>
        <p:xfrm>
          <a:off x="7437400" y="1825625"/>
          <a:ext cx="3916399" cy="4667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5362" name="Picture 2">
            <a:extLst>
              <a:ext uri="{FF2B5EF4-FFF2-40B4-BE49-F238E27FC236}">
                <a16:creationId xmlns:a16="http://schemas.microsoft.com/office/drawing/2014/main" id="{F9854BA9-805F-6C86-C8B3-41101B2D8534}"/>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3889584" y="2305830"/>
            <a:ext cx="3410426" cy="343900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690D341-3246-A3C6-7112-11DE377FB449}"/>
              </a:ext>
            </a:extLst>
          </p:cNvPr>
          <p:cNvSpPr txBox="1"/>
          <p:nvPr/>
        </p:nvSpPr>
        <p:spPr>
          <a:xfrm>
            <a:off x="445908" y="2009395"/>
            <a:ext cx="3410426" cy="4031873"/>
          </a:xfrm>
          <a:prstGeom prst="rect">
            <a:avLst/>
          </a:prstGeom>
          <a:noFill/>
          <a:ln>
            <a:solidFill>
              <a:schemeClr val="bg1"/>
            </a:solidFill>
          </a:ln>
        </p:spPr>
        <p:txBody>
          <a:bodyPr wrap="square">
            <a:spAutoFit/>
          </a:bodyPr>
          <a:lstStyle/>
          <a:p>
            <a:r>
              <a:rPr lang="uk-UA" sz="1600" b="0" i="1" dirty="0">
                <a:effectLst/>
                <a:latin typeface="Century Gothic" panose="020B0502020202020204" pitchFamily="34" charset="0"/>
              </a:rPr>
              <a:t>У листопаді 2016 р. Український інститут національної пам’яті та Український дім презентували мультимедійний виставковий </a:t>
            </a:r>
            <a:r>
              <a:rPr lang="uk-UA" sz="1600" b="0" i="1" dirty="0" err="1">
                <a:effectLst/>
                <a:latin typeface="Century Gothic" panose="020B0502020202020204" pitchFamily="34" charset="0"/>
              </a:rPr>
              <a:t>проєкт</a:t>
            </a:r>
            <a:r>
              <a:rPr lang="uk-UA" sz="1600" b="0" i="1" dirty="0">
                <a:effectLst/>
                <a:latin typeface="Century Gothic" panose="020B0502020202020204" pitchFamily="34" charset="0"/>
              </a:rPr>
              <a:t> «Відважні: наші герої», що відтворював образи різних поколінь українців ХХ – ХХІ століть через реконструкцію революційної атрибутики та вбрання учасників подій доби Української революції, Холодного Яру, Української повстанської армії, Революції на граніті, Помаранчевої революції, революції Гідності</a:t>
            </a:r>
            <a:endParaRPr lang="uk-UA" sz="1600" dirty="0"/>
          </a:p>
        </p:txBody>
      </p:sp>
    </p:spTree>
    <p:extLst>
      <p:ext uri="{BB962C8B-B14F-4D97-AF65-F5344CB8AC3E}">
        <p14:creationId xmlns:p14="http://schemas.microsoft.com/office/powerpoint/2010/main" val="24725176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5771754-656D-A913-D4FE-AA1266695C0E}"/>
              </a:ext>
            </a:extLst>
          </p:cNvPr>
          <p:cNvSpPr>
            <a:spLocks noGrp="1"/>
          </p:cNvSpPr>
          <p:nvPr>
            <p:ph type="title"/>
          </p:nvPr>
        </p:nvSpPr>
        <p:spPr/>
        <p:txBody>
          <a:bodyPr/>
          <a:lstStyle/>
          <a:p>
            <a:r>
              <a:rPr lang="uk-UA" dirty="0"/>
              <a:t>На фото відображено події</a:t>
            </a:r>
          </a:p>
        </p:txBody>
      </p:sp>
      <p:graphicFrame>
        <p:nvGraphicFramePr>
          <p:cNvPr id="5" name="Місце для вмісту 4">
            <a:extLst>
              <a:ext uri="{FF2B5EF4-FFF2-40B4-BE49-F238E27FC236}">
                <a16:creationId xmlns:a16="http://schemas.microsoft.com/office/drawing/2014/main" id="{E0E95C99-E344-477A-413B-C661109E34CF}"/>
              </a:ext>
            </a:extLst>
          </p:cNvPr>
          <p:cNvGraphicFramePr>
            <a:graphicFrameLocks noGrp="1"/>
          </p:cNvGraphicFramePr>
          <p:nvPr>
            <p:ph sz="half" idx="1"/>
            <p:extLst>
              <p:ext uri="{D42A27DB-BD31-4B8C-83A1-F6EECF244321}">
                <p14:modId xmlns:p14="http://schemas.microsoft.com/office/powerpoint/2010/main" val="2780225690"/>
              </p:ext>
            </p:extLst>
          </p:nvPr>
        </p:nvGraphicFramePr>
        <p:xfrm>
          <a:off x="1120000" y="1825625"/>
          <a:ext cx="5025216"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8434" name="Picture 2">
            <a:extLst>
              <a:ext uri="{FF2B5EF4-FFF2-40B4-BE49-F238E27FC236}">
                <a16:creationId xmlns:a16="http://schemas.microsoft.com/office/drawing/2014/main" id="{53842150-2998-3720-E24B-EB95371EE9ED}"/>
              </a:ext>
            </a:extLst>
          </p:cNvPr>
          <p:cNvPicPr>
            <a:picLocks noGrp="1" noChangeAspect="1" noChangeArrowheads="1"/>
          </p:cNvPicPr>
          <p:nvPr>
            <p:ph sz="half" idx="2"/>
          </p:nvPr>
        </p:nvPicPr>
        <p:blipFill rotWithShape="1">
          <a:blip r:embed="rId7">
            <a:extLst>
              <a:ext uri="{28A0092B-C50C-407E-A947-70E740481C1C}">
                <a14:useLocalDpi xmlns:a14="http://schemas.microsoft.com/office/drawing/2010/main" val="0"/>
              </a:ext>
            </a:extLst>
          </a:blip>
          <a:srcRect r="51494"/>
          <a:stretch/>
        </p:blipFill>
        <p:spPr bwMode="auto">
          <a:xfrm>
            <a:off x="6752100" y="1442427"/>
            <a:ext cx="3838315" cy="251443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E35289F4-41E4-BED0-9C58-6480A0D268A1}"/>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51494"/>
          <a:stretch/>
        </p:blipFill>
        <p:spPr bwMode="auto">
          <a:xfrm>
            <a:off x="6752100" y="4114416"/>
            <a:ext cx="3838315" cy="25144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44691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3D59D2D-C81B-3A45-1119-1C1BC00E9908}"/>
              </a:ext>
            </a:extLst>
          </p:cNvPr>
          <p:cNvSpPr>
            <a:spLocks noGrp="1"/>
          </p:cNvSpPr>
          <p:nvPr>
            <p:ph type="title"/>
          </p:nvPr>
        </p:nvSpPr>
        <p:spPr/>
        <p:txBody>
          <a:bodyPr>
            <a:normAutofit/>
          </a:bodyPr>
          <a:lstStyle/>
          <a:p>
            <a:r>
              <a:rPr lang="ru-RU" sz="4000" dirty="0" err="1"/>
              <a:t>Виникнення</a:t>
            </a:r>
            <a:r>
              <a:rPr lang="ru-RU" sz="4000" dirty="0"/>
              <a:t> в </a:t>
            </a:r>
            <a:r>
              <a:rPr lang="ru-RU" sz="4000" dirty="0" err="1"/>
              <a:t>суспільному</a:t>
            </a:r>
            <a:r>
              <a:rPr lang="ru-RU" sz="4000" dirty="0"/>
              <a:t> </a:t>
            </a:r>
            <a:r>
              <a:rPr lang="ru-RU" sz="4000" dirty="0" err="1"/>
              <a:t>повсякденному</a:t>
            </a:r>
            <a:r>
              <a:rPr lang="ru-RU" sz="4000" dirty="0"/>
              <a:t> </a:t>
            </a:r>
            <a:r>
              <a:rPr lang="ru-RU" sz="4000" dirty="0" err="1"/>
              <a:t>лексиконі</a:t>
            </a:r>
            <a:r>
              <a:rPr lang="ru-RU" sz="4000" dirty="0"/>
              <a:t> </a:t>
            </a:r>
            <a:r>
              <a:rPr lang="ru-RU" sz="4000" dirty="0" err="1"/>
              <a:t>поняття</a:t>
            </a:r>
            <a:r>
              <a:rPr lang="ru-RU" sz="4000" dirty="0"/>
              <a:t> «</a:t>
            </a:r>
            <a:r>
              <a:rPr lang="ru-RU" sz="4000" dirty="0" err="1"/>
              <a:t>Небесна</a:t>
            </a:r>
            <a:r>
              <a:rPr lang="ru-RU" sz="4000" dirty="0"/>
              <a:t> сотня» </a:t>
            </a:r>
            <a:r>
              <a:rPr lang="ru-RU" sz="4000" dirty="0" err="1"/>
              <a:t>зумовлено</a:t>
            </a:r>
            <a:endParaRPr lang="uk-UA" sz="4000" dirty="0"/>
          </a:p>
        </p:txBody>
      </p:sp>
      <p:sp>
        <p:nvSpPr>
          <p:cNvPr id="3" name="Місце для вмісту 2">
            <a:extLst>
              <a:ext uri="{FF2B5EF4-FFF2-40B4-BE49-F238E27FC236}">
                <a16:creationId xmlns:a16="http://schemas.microsoft.com/office/drawing/2014/main" id="{1103EA65-91DE-8259-CA43-6B7BCAAD5411}"/>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ADF3C8BC-930A-B667-256B-33A0C5A27DD9}"/>
              </a:ext>
            </a:extLst>
          </p:cNvPr>
          <p:cNvGraphicFramePr>
            <a:graphicFrameLocks noGrp="1"/>
          </p:cNvGraphicFramePr>
          <p:nvPr>
            <p:ph sz="half" idx="2"/>
            <p:extLst>
              <p:ext uri="{D42A27DB-BD31-4B8C-83A1-F6EECF244321}">
                <p14:modId xmlns:p14="http://schemas.microsoft.com/office/powerpoint/2010/main" val="665020966"/>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925807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84AA48-1505-465D-C06B-CE65E497ED35}"/>
              </a:ext>
            </a:extLst>
          </p:cNvPr>
          <p:cNvSpPr>
            <a:spLocks noGrp="1"/>
          </p:cNvSpPr>
          <p:nvPr>
            <p:ph type="title"/>
          </p:nvPr>
        </p:nvSpPr>
        <p:spPr/>
        <p:txBody>
          <a:bodyPr>
            <a:normAutofit fontScale="90000"/>
          </a:bodyPr>
          <a:lstStyle/>
          <a:p>
            <a:r>
              <a:rPr lang="ru-RU" dirty="0"/>
              <a:t>на думку </a:t>
            </a:r>
            <a:r>
              <a:rPr lang="ru-RU" dirty="0" err="1"/>
              <a:t>письменниці</a:t>
            </a:r>
            <a:r>
              <a:rPr lang="ru-RU" dirty="0"/>
              <a:t> та </a:t>
            </a:r>
            <a:r>
              <a:rPr lang="ru-RU" dirty="0" err="1"/>
              <a:t>публіциста</a:t>
            </a:r>
            <a:r>
              <a:rPr lang="ru-RU" dirty="0"/>
              <a:t> О. Забужко, стало </a:t>
            </a:r>
            <a:r>
              <a:rPr lang="ru-RU" dirty="0" err="1"/>
              <a:t>гаслом</a:t>
            </a:r>
            <a:endParaRPr lang="uk-UA" dirty="0"/>
          </a:p>
        </p:txBody>
      </p:sp>
      <p:sp>
        <p:nvSpPr>
          <p:cNvPr id="3" name="Місце для вмісту 2">
            <a:extLst>
              <a:ext uri="{FF2B5EF4-FFF2-40B4-BE49-F238E27FC236}">
                <a16:creationId xmlns:a16="http://schemas.microsoft.com/office/drawing/2014/main" id="{6AB93AB6-5C40-E3BA-F50F-149D8B921E72}"/>
              </a:ext>
            </a:extLst>
          </p:cNvPr>
          <p:cNvSpPr>
            <a:spLocks noGrp="1"/>
          </p:cNvSpPr>
          <p:nvPr>
            <p:ph sz="half" idx="1"/>
          </p:nvPr>
        </p:nvSpPr>
        <p:spPr/>
        <p:txBody>
          <a:bodyPr/>
          <a:lstStyle/>
          <a:p>
            <a:r>
              <a:rPr lang="ru-RU" i="1" dirty="0"/>
              <a:t>«Не </a:t>
            </a:r>
            <a:r>
              <a:rPr lang="ru-RU" i="1" dirty="0" err="1"/>
              <a:t>зміна</a:t>
            </a:r>
            <a:r>
              <a:rPr lang="ru-RU" i="1" dirty="0"/>
              <a:t> </a:t>
            </a:r>
            <a:r>
              <a:rPr lang="ru-RU" i="1" dirty="0" err="1"/>
              <a:t>облич</a:t>
            </a:r>
            <a:r>
              <a:rPr lang="ru-RU" i="1" dirty="0"/>
              <a:t> при </a:t>
            </a:r>
            <a:r>
              <a:rPr lang="ru-RU" i="1" dirty="0" err="1"/>
              <a:t>владі</a:t>
            </a:r>
            <a:r>
              <a:rPr lang="ru-RU" i="1" dirty="0"/>
              <a:t>, а </a:t>
            </a:r>
            <a:r>
              <a:rPr lang="ru-RU" i="1" dirty="0" err="1"/>
              <a:t>зміна</a:t>
            </a:r>
            <a:r>
              <a:rPr lang="ru-RU" i="1" dirty="0"/>
              <a:t> </a:t>
            </a:r>
            <a:r>
              <a:rPr lang="ru-RU" i="1" dirty="0" err="1"/>
              <a:t>системи</a:t>
            </a:r>
            <a:r>
              <a:rPr lang="ru-RU" i="1" dirty="0"/>
              <a:t>, і </a:t>
            </a:r>
            <a:r>
              <a:rPr lang="ru-RU" i="1" dirty="0" err="1"/>
              <a:t>найголовніше</a:t>
            </a:r>
            <a:r>
              <a:rPr lang="ru-RU" i="1" dirty="0"/>
              <a:t> - </a:t>
            </a:r>
            <a:r>
              <a:rPr lang="ru-RU" i="1" dirty="0" err="1"/>
              <a:t>пошук</a:t>
            </a:r>
            <a:r>
              <a:rPr lang="ru-RU" i="1" dirty="0"/>
              <a:t> </a:t>
            </a:r>
            <a:r>
              <a:rPr lang="ru-RU" i="1" dirty="0" err="1"/>
              <a:t>інструментарію</a:t>
            </a:r>
            <a:r>
              <a:rPr lang="ru-RU" i="1" dirty="0"/>
              <a:t> для </a:t>
            </a:r>
            <a:r>
              <a:rPr lang="ru-RU" i="1" dirty="0" err="1"/>
              <a:t>зміни</a:t>
            </a:r>
            <a:r>
              <a:rPr lang="ru-RU" i="1" dirty="0"/>
              <a:t> </a:t>
            </a:r>
            <a:r>
              <a:rPr lang="ru-RU" i="1" dirty="0" err="1"/>
              <a:t>цієї</a:t>
            </a:r>
            <a:r>
              <a:rPr lang="ru-RU" i="1" dirty="0"/>
              <a:t> </a:t>
            </a:r>
            <a:r>
              <a:rPr lang="ru-RU" i="1" dirty="0" err="1"/>
              <a:t>системи</a:t>
            </a:r>
            <a:r>
              <a:rPr lang="ru-RU" i="1" dirty="0"/>
              <a:t>»,</a:t>
            </a:r>
            <a:endParaRPr lang="uk-UA" i="1" dirty="0"/>
          </a:p>
        </p:txBody>
      </p:sp>
      <p:graphicFrame>
        <p:nvGraphicFramePr>
          <p:cNvPr id="5" name="Місце для вмісту 4">
            <a:extLst>
              <a:ext uri="{FF2B5EF4-FFF2-40B4-BE49-F238E27FC236}">
                <a16:creationId xmlns:a16="http://schemas.microsoft.com/office/drawing/2014/main" id="{A53F4727-EAE3-BF1D-E767-C4D2A2CD61D4}"/>
              </a:ext>
            </a:extLst>
          </p:cNvPr>
          <p:cNvGraphicFramePr>
            <a:graphicFrameLocks noGrp="1"/>
          </p:cNvGraphicFramePr>
          <p:nvPr>
            <p:ph sz="half" idx="2"/>
            <p:extLst>
              <p:ext uri="{D42A27DB-BD31-4B8C-83A1-F6EECF244321}">
                <p14:modId xmlns:p14="http://schemas.microsoft.com/office/powerpoint/2010/main" val="2755092968"/>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61095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B2CA4E-6B41-F731-49E8-CFBC6EB63D40}"/>
              </a:ext>
            </a:extLst>
          </p:cNvPr>
          <p:cNvSpPr>
            <a:spLocks noGrp="1"/>
          </p:cNvSpPr>
          <p:nvPr>
            <p:ph type="title"/>
          </p:nvPr>
        </p:nvSpPr>
        <p:spPr/>
        <p:txBody>
          <a:bodyPr>
            <a:normAutofit/>
          </a:bodyPr>
          <a:lstStyle/>
          <a:p>
            <a:r>
              <a:rPr lang="ru-RU" sz="3600" dirty="0" err="1"/>
              <a:t>Укажіть</a:t>
            </a:r>
            <a:r>
              <a:rPr lang="ru-RU" sz="3600" dirty="0"/>
              <a:t> фото Президента </a:t>
            </a:r>
            <a:r>
              <a:rPr lang="ru-RU" sz="3600" dirty="0" err="1"/>
              <a:t>України</a:t>
            </a:r>
            <a:r>
              <a:rPr lang="ru-RU" sz="3600" dirty="0"/>
              <a:t>, за </a:t>
            </a:r>
            <a:r>
              <a:rPr lang="ru-RU" sz="3600" dirty="0" err="1"/>
              <a:t>каденції</a:t>
            </a:r>
            <a:r>
              <a:rPr lang="ru-RU" sz="3600" dirty="0"/>
              <a:t> </a:t>
            </a:r>
            <a:r>
              <a:rPr lang="ru-RU" sz="3600" dirty="0" err="1"/>
              <a:t>якого</a:t>
            </a:r>
            <a:r>
              <a:rPr lang="ru-RU" sz="3600" dirty="0"/>
              <a:t> стали </a:t>
            </a:r>
            <a:r>
              <a:rPr lang="ru-RU" sz="3600" dirty="0" err="1"/>
              <a:t>можливими</a:t>
            </a:r>
            <a:r>
              <a:rPr lang="ru-RU" sz="3600" dirty="0"/>
              <a:t> </a:t>
            </a:r>
            <a:r>
              <a:rPr lang="ru-RU" sz="3600" dirty="0" err="1"/>
              <a:t>зміни</a:t>
            </a:r>
            <a:r>
              <a:rPr lang="ru-RU" sz="3600" dirty="0"/>
              <a:t>, </a:t>
            </a:r>
            <a:r>
              <a:rPr lang="ru-RU" sz="3600" dirty="0" err="1"/>
              <a:t>описані</a:t>
            </a:r>
            <a:r>
              <a:rPr lang="ru-RU" sz="3600" dirty="0"/>
              <a:t> в </a:t>
            </a:r>
            <a:r>
              <a:rPr lang="ru-RU" sz="3600" dirty="0" err="1"/>
              <a:t>уривку</a:t>
            </a:r>
            <a:r>
              <a:rPr lang="ru-RU" sz="3600" dirty="0"/>
              <a:t> </a:t>
            </a:r>
            <a:r>
              <a:rPr lang="ru-RU" sz="3600" dirty="0" err="1"/>
              <a:t>джерела</a:t>
            </a:r>
            <a:endParaRPr lang="uk-UA" sz="3600" dirty="0"/>
          </a:p>
        </p:txBody>
      </p:sp>
      <p:sp>
        <p:nvSpPr>
          <p:cNvPr id="3" name="Місце для вмісту 2">
            <a:extLst>
              <a:ext uri="{FF2B5EF4-FFF2-40B4-BE49-F238E27FC236}">
                <a16:creationId xmlns:a16="http://schemas.microsoft.com/office/drawing/2014/main" id="{3F5FF8A0-B239-3BD6-A890-55B2114931B0}"/>
              </a:ext>
            </a:extLst>
          </p:cNvPr>
          <p:cNvSpPr>
            <a:spLocks noGrp="1"/>
          </p:cNvSpPr>
          <p:nvPr>
            <p:ph sz="half" idx="1"/>
          </p:nvPr>
        </p:nvSpPr>
        <p:spPr/>
        <p:txBody>
          <a:bodyPr>
            <a:normAutofit fontScale="92500" lnSpcReduction="20000"/>
          </a:bodyPr>
          <a:lstStyle/>
          <a:p>
            <a:r>
              <a:rPr lang="uk-UA" i="1" dirty="0"/>
              <a:t>«Адже за будь-яких умов оформлення візи потребує кількох днів, а з </a:t>
            </a:r>
            <a:r>
              <a:rPr lang="uk-UA" i="1" dirty="0" err="1"/>
              <a:t>безвізом</a:t>
            </a:r>
            <a:r>
              <a:rPr lang="uk-UA" i="1" dirty="0"/>
              <a:t> громадянин України може будь-коли перетинати кордон і в'їжджати до ЄС. Під дією </a:t>
            </a:r>
            <a:r>
              <a:rPr lang="uk-UA" i="1" dirty="0" err="1"/>
              <a:t>безвізу</a:t>
            </a:r>
            <a:r>
              <a:rPr lang="uk-UA" i="1" dirty="0"/>
              <a:t> український турист став почувати себе значно більш вільним, ніж раніше. Він набув можливості вибирати між значно більшою кількістю пропозицій відпочинку й подорожей, ніж за умов візового режиму».</a:t>
            </a:r>
          </a:p>
        </p:txBody>
      </p:sp>
      <p:pic>
        <p:nvPicPr>
          <p:cNvPr id="13314" name="Picture 2">
            <a:extLst>
              <a:ext uri="{FF2B5EF4-FFF2-40B4-BE49-F238E27FC236}">
                <a16:creationId xmlns:a16="http://schemas.microsoft.com/office/drawing/2014/main" id="{8F9529DA-9C94-F4D4-EF2B-41AC0423C0F6}"/>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9513042" y="1727726"/>
            <a:ext cx="1840758" cy="2403813"/>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a:extLst>
              <a:ext uri="{FF2B5EF4-FFF2-40B4-BE49-F238E27FC236}">
                <a16:creationId xmlns:a16="http://schemas.microsoft.com/office/drawing/2014/main" id="{968AB087-5078-9E4C-E062-5DBAABB4FD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0746" y="1733307"/>
            <a:ext cx="1840501" cy="2414304"/>
          </a:xfrm>
          <a:prstGeom prst="rect">
            <a:avLst/>
          </a:prstGeom>
          <a:noFill/>
          <a:extLst>
            <a:ext uri="{909E8E84-426E-40DD-AFC4-6F175D3DCCD1}">
              <a14:hiddenFill xmlns:a14="http://schemas.microsoft.com/office/drawing/2010/main">
                <a:solidFill>
                  <a:srgbClr val="FFFFFF"/>
                </a:solidFill>
              </a14:hiddenFill>
            </a:ext>
          </a:extLst>
        </p:spPr>
      </p:pic>
      <p:pic>
        <p:nvPicPr>
          <p:cNvPr id="13318" name="Picture 6">
            <a:extLst>
              <a:ext uri="{FF2B5EF4-FFF2-40B4-BE49-F238E27FC236}">
                <a16:creationId xmlns:a16="http://schemas.microsoft.com/office/drawing/2014/main" id="{1F4CEED3-97E1-4E84-802A-1981E847EC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20746" y="4306605"/>
            <a:ext cx="1862154" cy="2392651"/>
          </a:xfrm>
          <a:prstGeom prst="rect">
            <a:avLst/>
          </a:prstGeom>
          <a:noFill/>
          <a:extLst>
            <a:ext uri="{909E8E84-426E-40DD-AFC4-6F175D3DCCD1}">
              <a14:hiddenFill xmlns:a14="http://schemas.microsoft.com/office/drawing/2010/main">
                <a:solidFill>
                  <a:srgbClr val="FFFFFF"/>
                </a:solidFill>
              </a14:hiddenFill>
            </a:ext>
          </a:extLst>
        </p:spPr>
      </p:pic>
      <p:pic>
        <p:nvPicPr>
          <p:cNvPr id="13320" name="Picture 8">
            <a:extLst>
              <a:ext uri="{FF2B5EF4-FFF2-40B4-BE49-F238E27FC236}">
                <a16:creationId xmlns:a16="http://schemas.microsoft.com/office/drawing/2014/main" id="{48D9E661-DA26-84AA-F75C-5CBE289A77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13042" y="4284952"/>
            <a:ext cx="1894633" cy="2414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15208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A68BFDE-9052-CF19-263E-CC232B7BEC58}"/>
              </a:ext>
            </a:extLst>
          </p:cNvPr>
          <p:cNvSpPr>
            <a:spLocks noGrp="1"/>
          </p:cNvSpPr>
          <p:nvPr>
            <p:ph type="title"/>
          </p:nvPr>
        </p:nvSpPr>
        <p:spPr/>
        <p:txBody>
          <a:bodyPr>
            <a:normAutofit fontScale="90000"/>
          </a:bodyPr>
          <a:lstStyle/>
          <a:p>
            <a:r>
              <a:rPr lang="ru-RU" dirty="0"/>
              <a:t>Коли </a:t>
            </a:r>
            <a:r>
              <a:rPr lang="ru-RU" dirty="0" err="1"/>
              <a:t>відбулася</a:t>
            </a:r>
            <a:r>
              <a:rPr lang="ru-RU" dirty="0"/>
              <a:t> </a:t>
            </a:r>
            <a:r>
              <a:rPr lang="ru-RU" dirty="0" err="1"/>
              <a:t>подія</a:t>
            </a:r>
            <a:r>
              <a:rPr lang="ru-RU" dirty="0"/>
              <a:t>, про яку </a:t>
            </a:r>
            <a:r>
              <a:rPr lang="ru-RU" dirty="0" err="1"/>
              <a:t>йдеться</a:t>
            </a:r>
            <a:r>
              <a:rPr lang="ru-RU" dirty="0"/>
              <a:t> в </a:t>
            </a:r>
            <a:r>
              <a:rPr lang="ru-RU" dirty="0" err="1"/>
              <a:t>ньому</a:t>
            </a:r>
            <a:r>
              <a:rPr lang="ru-RU" dirty="0"/>
              <a:t>?</a:t>
            </a:r>
            <a:endParaRPr lang="uk-UA" dirty="0"/>
          </a:p>
        </p:txBody>
      </p:sp>
      <p:sp>
        <p:nvSpPr>
          <p:cNvPr id="3" name="Місце для вмісту 2">
            <a:extLst>
              <a:ext uri="{FF2B5EF4-FFF2-40B4-BE49-F238E27FC236}">
                <a16:creationId xmlns:a16="http://schemas.microsoft.com/office/drawing/2014/main" id="{4292FB27-11EC-60A7-9ED3-4689E8D4EF9B}"/>
              </a:ext>
            </a:extLst>
          </p:cNvPr>
          <p:cNvSpPr>
            <a:spLocks noGrp="1"/>
          </p:cNvSpPr>
          <p:nvPr>
            <p:ph sz="half" idx="1"/>
          </p:nvPr>
        </p:nvSpPr>
        <p:spPr/>
        <p:txBody>
          <a:bodyPr>
            <a:normAutofit fontScale="85000" lnSpcReduction="20000"/>
          </a:bodyPr>
          <a:lstStyle/>
          <a:p>
            <a:r>
              <a:rPr lang="ru-RU" i="1" dirty="0"/>
              <a:t>«О 10.00 </a:t>
            </a:r>
            <a:r>
              <a:rPr lang="ru-RU" i="1" dirty="0" err="1"/>
              <a:t>відкрито</a:t>
            </a:r>
            <a:r>
              <a:rPr lang="ru-RU" i="1" dirty="0"/>
              <a:t> </a:t>
            </a:r>
            <a:r>
              <a:rPr lang="ru-RU" i="1" dirty="0" err="1"/>
              <a:t>сесію</a:t>
            </a:r>
            <a:r>
              <a:rPr lang="ru-RU" i="1" dirty="0"/>
              <a:t> </a:t>
            </a:r>
            <a:r>
              <a:rPr lang="ru-RU" i="1" dirty="0" err="1"/>
              <a:t>Верховної</a:t>
            </a:r>
            <a:r>
              <a:rPr lang="ru-RU" i="1" dirty="0"/>
              <a:t> Ради </a:t>
            </a:r>
            <a:r>
              <a:rPr lang="ru-RU" i="1" dirty="0" err="1"/>
              <a:t>України</a:t>
            </a:r>
            <a:r>
              <a:rPr lang="ru-RU" i="1" dirty="0"/>
              <a:t>, </a:t>
            </a:r>
            <a:r>
              <a:rPr lang="ru-RU" i="1" dirty="0" err="1"/>
              <a:t>виступив</a:t>
            </a:r>
            <a:r>
              <a:rPr lang="ru-RU" i="1" dirty="0"/>
              <a:t> Олександр Турчинов і заявив: “</a:t>
            </a:r>
            <a:r>
              <a:rPr lang="ru-RU" i="1" dirty="0" err="1"/>
              <a:t>Більшість</a:t>
            </a:r>
            <a:r>
              <a:rPr lang="ru-RU" i="1" dirty="0"/>
              <a:t> </a:t>
            </a:r>
            <a:r>
              <a:rPr lang="ru-RU" i="1" dirty="0" err="1"/>
              <a:t>виконувачів</a:t>
            </a:r>
            <a:r>
              <a:rPr lang="ru-RU" i="1" dirty="0"/>
              <a:t> </a:t>
            </a:r>
            <a:r>
              <a:rPr lang="ru-RU" i="1" dirty="0" err="1"/>
              <a:t>обов’язків</a:t>
            </a:r>
            <a:r>
              <a:rPr lang="ru-RU" i="1" dirty="0"/>
              <a:t> </a:t>
            </a:r>
            <a:r>
              <a:rPr lang="ru-RU" i="1" dirty="0" err="1"/>
              <a:t>міністрів</a:t>
            </a:r>
            <a:r>
              <a:rPr lang="ru-RU" i="1" dirty="0"/>
              <a:t> </a:t>
            </a:r>
            <a:r>
              <a:rPr lang="ru-RU" i="1" dirty="0" err="1"/>
              <a:t>зникли</a:t>
            </a:r>
            <a:r>
              <a:rPr lang="ru-RU" i="1" dirty="0"/>
              <a:t> в </a:t>
            </a:r>
            <a:r>
              <a:rPr lang="ru-RU" i="1" dirty="0" err="1"/>
              <a:t>невідомому</a:t>
            </a:r>
            <a:r>
              <a:rPr lang="ru-RU" i="1" dirty="0"/>
              <a:t> </a:t>
            </a:r>
            <a:r>
              <a:rPr lang="ru-RU" i="1" dirty="0" err="1"/>
              <a:t>напрямку</a:t>
            </a:r>
            <a:r>
              <a:rPr lang="ru-RU" i="1" dirty="0"/>
              <a:t>. Також </a:t>
            </a:r>
            <a:r>
              <a:rPr lang="ru-RU" i="1" dirty="0" err="1"/>
              <a:t>невідомо</a:t>
            </a:r>
            <a:r>
              <a:rPr lang="ru-RU" i="1" dirty="0"/>
              <a:t>, де </a:t>
            </a:r>
            <a:r>
              <a:rPr lang="ru-RU" i="1" dirty="0" err="1"/>
              <a:t>перебуває</a:t>
            </a:r>
            <a:r>
              <a:rPr lang="ru-RU" i="1" dirty="0"/>
              <a:t> президент. Тому </a:t>
            </a:r>
            <a:r>
              <a:rPr lang="ru-RU" i="1" dirty="0" err="1"/>
              <a:t>єдиним</a:t>
            </a:r>
            <a:r>
              <a:rPr lang="ru-RU" i="1" dirty="0"/>
              <a:t> </a:t>
            </a:r>
            <a:r>
              <a:rPr lang="ru-RU" i="1" dirty="0" err="1"/>
              <a:t>легітимним</a:t>
            </a:r>
            <a:r>
              <a:rPr lang="ru-RU" i="1" dirty="0"/>
              <a:t> органом у </a:t>
            </a:r>
            <a:r>
              <a:rPr lang="ru-RU" i="1" dirty="0" err="1"/>
              <a:t>країні</a:t>
            </a:r>
            <a:r>
              <a:rPr lang="ru-RU" i="1" dirty="0"/>
              <a:t> є </a:t>
            </a:r>
            <a:r>
              <a:rPr lang="ru-RU" i="1" dirty="0" err="1"/>
              <a:t>Верховна</a:t>
            </a:r>
            <a:r>
              <a:rPr lang="ru-RU" i="1" dirty="0"/>
              <a:t> Рада. </a:t>
            </a:r>
            <a:r>
              <a:rPr lang="ru-RU" i="1" dirty="0" err="1"/>
              <a:t>Якщо</a:t>
            </a:r>
            <a:r>
              <a:rPr lang="ru-RU" i="1" dirty="0"/>
              <a:t> </a:t>
            </a:r>
            <a:r>
              <a:rPr lang="ru-RU" i="1" dirty="0" err="1"/>
              <a:t>впродовж</a:t>
            </a:r>
            <a:r>
              <a:rPr lang="ru-RU" i="1" dirty="0"/>
              <a:t> </a:t>
            </a:r>
            <a:r>
              <a:rPr lang="ru-RU" i="1" dirty="0" err="1"/>
              <a:t>декількох</a:t>
            </a:r>
            <a:r>
              <a:rPr lang="ru-RU" i="1" dirty="0"/>
              <a:t> годин не буде </a:t>
            </a:r>
            <a:r>
              <a:rPr lang="ru-RU" i="1" dirty="0" err="1"/>
              <a:t>встановлено</a:t>
            </a:r>
            <a:r>
              <a:rPr lang="ru-RU" i="1" dirty="0"/>
              <a:t> </a:t>
            </a:r>
            <a:r>
              <a:rPr lang="ru-RU" i="1" dirty="0" err="1"/>
              <a:t>місцезнаходження</a:t>
            </a:r>
            <a:r>
              <a:rPr lang="ru-RU" i="1" dirty="0"/>
              <a:t> президента, парламент </a:t>
            </a:r>
            <a:r>
              <a:rPr lang="ru-RU" i="1" dirty="0" err="1"/>
              <a:t>має</a:t>
            </a:r>
            <a:r>
              <a:rPr lang="ru-RU" i="1" dirty="0"/>
              <a:t> </a:t>
            </a:r>
            <a:r>
              <a:rPr lang="ru-RU" i="1" dirty="0" err="1"/>
              <a:t>проголосувати</a:t>
            </a:r>
            <a:r>
              <a:rPr lang="ru-RU" i="1" dirty="0"/>
              <a:t> за постанову про </a:t>
            </a:r>
            <a:r>
              <a:rPr lang="ru-RU" i="1" dirty="0" err="1"/>
              <a:t>відновлення</a:t>
            </a:r>
            <a:r>
              <a:rPr lang="ru-RU" i="1" dirty="0"/>
              <a:t> </a:t>
            </a:r>
            <a:r>
              <a:rPr lang="ru-RU" i="1" dirty="0" err="1"/>
              <a:t>конституційного</a:t>
            </a:r>
            <a:r>
              <a:rPr lang="ru-RU" i="1" dirty="0"/>
              <a:t> ладу”».</a:t>
            </a:r>
            <a:endParaRPr lang="uk-UA" i="1" dirty="0"/>
          </a:p>
        </p:txBody>
      </p:sp>
      <p:graphicFrame>
        <p:nvGraphicFramePr>
          <p:cNvPr id="5" name="Місце для вмісту 4">
            <a:extLst>
              <a:ext uri="{FF2B5EF4-FFF2-40B4-BE49-F238E27FC236}">
                <a16:creationId xmlns:a16="http://schemas.microsoft.com/office/drawing/2014/main" id="{80DF0694-02D6-9509-BEE5-4405579A0970}"/>
              </a:ext>
            </a:extLst>
          </p:cNvPr>
          <p:cNvGraphicFramePr>
            <a:graphicFrameLocks noGrp="1"/>
          </p:cNvGraphicFramePr>
          <p:nvPr>
            <p:ph sz="half" idx="2"/>
            <p:extLst>
              <p:ext uri="{D42A27DB-BD31-4B8C-83A1-F6EECF244321}">
                <p14:modId xmlns:p14="http://schemas.microsoft.com/office/powerpoint/2010/main" val="973400948"/>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604897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ECB1E7E-EFD5-36B9-4D60-CD467546C73B}"/>
              </a:ext>
            </a:extLst>
          </p:cNvPr>
          <p:cNvSpPr>
            <a:spLocks noGrp="1"/>
          </p:cNvSpPr>
          <p:nvPr>
            <p:ph type="title"/>
          </p:nvPr>
        </p:nvSpPr>
        <p:spPr/>
        <p:txBody>
          <a:bodyPr>
            <a:normAutofit/>
          </a:bodyPr>
          <a:lstStyle/>
          <a:p>
            <a:r>
              <a:rPr lang="ru-RU" sz="3600" dirty="0" err="1"/>
              <a:t>Характеризуючи</a:t>
            </a:r>
            <a:r>
              <a:rPr lang="ru-RU" sz="3600" dirty="0"/>
              <a:t> </a:t>
            </a:r>
            <a:r>
              <a:rPr lang="ru-RU" sz="3600" dirty="0" err="1"/>
              <a:t>події</a:t>
            </a:r>
            <a:r>
              <a:rPr lang="ru-RU" sz="3600" dirty="0"/>
              <a:t>, </a:t>
            </a:r>
            <a:r>
              <a:rPr lang="ru-RU" sz="3600" dirty="0" err="1"/>
              <a:t>відображені</a:t>
            </a:r>
            <a:r>
              <a:rPr lang="ru-RU" sz="3600" dirty="0"/>
              <a:t> на </a:t>
            </a:r>
            <a:r>
              <a:rPr lang="ru-RU" sz="3600" dirty="0" err="1"/>
              <a:t>карикатурі</a:t>
            </a:r>
            <a:r>
              <a:rPr lang="ru-RU" sz="3600" dirty="0"/>
              <a:t>, </a:t>
            </a:r>
            <a:r>
              <a:rPr lang="ru-RU" sz="3600" dirty="0" err="1"/>
              <a:t>доцільно</a:t>
            </a:r>
            <a:r>
              <a:rPr lang="ru-RU" sz="3600" dirty="0"/>
              <a:t> </a:t>
            </a:r>
            <a:r>
              <a:rPr lang="ru-RU" sz="3600" dirty="0" err="1"/>
              <a:t>використовувати</a:t>
            </a:r>
            <a:r>
              <a:rPr lang="ru-RU" sz="3600" dirty="0"/>
              <a:t> </a:t>
            </a:r>
            <a:r>
              <a:rPr lang="ru-RU" sz="3600" dirty="0" err="1"/>
              <a:t>поняття</a:t>
            </a:r>
            <a:endParaRPr lang="uk-UA" sz="3600" dirty="0"/>
          </a:p>
        </p:txBody>
      </p:sp>
      <p:graphicFrame>
        <p:nvGraphicFramePr>
          <p:cNvPr id="5" name="Місце для вмісту 4">
            <a:extLst>
              <a:ext uri="{FF2B5EF4-FFF2-40B4-BE49-F238E27FC236}">
                <a16:creationId xmlns:a16="http://schemas.microsoft.com/office/drawing/2014/main" id="{0B9EB319-9200-32C3-39E4-633331E940FD}"/>
              </a:ext>
            </a:extLst>
          </p:cNvPr>
          <p:cNvGraphicFramePr>
            <a:graphicFrameLocks noGrp="1"/>
          </p:cNvGraphicFramePr>
          <p:nvPr>
            <p:ph sz="half" idx="2"/>
            <p:extLst>
              <p:ext uri="{D42A27DB-BD31-4B8C-83A1-F6EECF244321}">
                <p14:modId xmlns:p14="http://schemas.microsoft.com/office/powerpoint/2010/main" val="390470176"/>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074" name="Picture 2">
            <a:extLst>
              <a:ext uri="{FF2B5EF4-FFF2-40B4-BE49-F238E27FC236}">
                <a16:creationId xmlns:a16="http://schemas.microsoft.com/office/drawing/2014/main" id="{41EE5ABB-D863-FE7F-C0D3-B472A2574896}"/>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2099469" y="2405856"/>
            <a:ext cx="3067050" cy="3190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53439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3EFC60-83AC-F049-00E3-D97E84FE13A5}"/>
              </a:ext>
            </a:extLst>
          </p:cNvPr>
          <p:cNvSpPr>
            <a:spLocks noGrp="1"/>
          </p:cNvSpPr>
          <p:nvPr>
            <p:ph type="title"/>
          </p:nvPr>
        </p:nvSpPr>
        <p:spPr/>
        <p:txBody>
          <a:bodyPr>
            <a:noAutofit/>
          </a:bodyPr>
          <a:lstStyle/>
          <a:p>
            <a:r>
              <a:rPr lang="ru-RU" sz="4000" dirty="0" err="1"/>
              <a:t>Проаналізуйте</a:t>
            </a:r>
            <a:r>
              <a:rPr lang="ru-RU" sz="4000" dirty="0"/>
              <a:t> </a:t>
            </a:r>
            <a:r>
              <a:rPr lang="ru-RU" sz="4000" dirty="0" err="1"/>
              <a:t>уривок</a:t>
            </a:r>
            <a:r>
              <a:rPr lang="ru-RU" sz="4000" dirty="0"/>
              <a:t> </a:t>
            </a:r>
            <a:r>
              <a:rPr lang="ru-RU" sz="4000" dirty="0" err="1"/>
              <a:t>зі</a:t>
            </a:r>
            <a:r>
              <a:rPr lang="ru-RU" sz="4000" dirty="0"/>
              <a:t> </a:t>
            </a:r>
            <a:r>
              <a:rPr lang="ru-RU" sz="4000" dirty="0" err="1"/>
              <a:t>спогадів</a:t>
            </a:r>
            <a:r>
              <a:rPr lang="ru-RU" sz="4000" dirty="0"/>
              <a:t> </a:t>
            </a:r>
            <a:r>
              <a:rPr lang="ru-RU" sz="4000" dirty="0" err="1"/>
              <a:t>лідера</a:t>
            </a:r>
            <a:r>
              <a:rPr lang="ru-RU" sz="4000" dirty="0"/>
              <a:t> </a:t>
            </a:r>
            <a:r>
              <a:rPr lang="ru-RU" sz="4000" dirty="0" err="1"/>
              <a:t>кримських</a:t>
            </a:r>
            <a:r>
              <a:rPr lang="ru-RU" sz="4000" dirty="0"/>
              <a:t> татар, народного депутата </a:t>
            </a:r>
            <a:r>
              <a:rPr lang="ru-RU" sz="4000" dirty="0" err="1"/>
              <a:t>України</a:t>
            </a:r>
            <a:r>
              <a:rPr lang="ru-RU" sz="4000" dirty="0"/>
              <a:t> </a:t>
            </a:r>
            <a:r>
              <a:rPr lang="ru-RU" sz="4000" dirty="0" err="1"/>
              <a:t>Мустафи</a:t>
            </a:r>
            <a:r>
              <a:rPr lang="ru-RU" sz="4000" dirty="0"/>
              <a:t> </a:t>
            </a:r>
            <a:r>
              <a:rPr lang="ru-RU" sz="4000" dirty="0" err="1"/>
              <a:t>Джемілєва</a:t>
            </a:r>
            <a:endParaRPr lang="uk-UA" sz="4000" dirty="0"/>
          </a:p>
        </p:txBody>
      </p:sp>
      <p:sp>
        <p:nvSpPr>
          <p:cNvPr id="3" name="Місце для вмісту 2">
            <a:extLst>
              <a:ext uri="{FF2B5EF4-FFF2-40B4-BE49-F238E27FC236}">
                <a16:creationId xmlns:a16="http://schemas.microsoft.com/office/drawing/2014/main" id="{61DC8CE2-06F2-71A1-9CB2-68D26F354AF8}"/>
              </a:ext>
            </a:extLst>
          </p:cNvPr>
          <p:cNvSpPr>
            <a:spLocks noGrp="1"/>
          </p:cNvSpPr>
          <p:nvPr>
            <p:ph sz="half" idx="1"/>
          </p:nvPr>
        </p:nvSpPr>
        <p:spPr/>
        <p:txBody>
          <a:bodyPr>
            <a:normAutofit fontScale="77500" lnSpcReduction="20000"/>
          </a:bodyPr>
          <a:lstStyle/>
          <a:p>
            <a:r>
              <a:rPr lang="ru-RU" i="1" dirty="0"/>
              <a:t>«До </a:t>
            </a:r>
            <a:r>
              <a:rPr lang="ru-RU" i="1" dirty="0" err="1"/>
              <a:t>речі</a:t>
            </a:r>
            <a:r>
              <a:rPr lang="ru-RU" i="1" dirty="0"/>
              <a:t>, "статистика", </a:t>
            </a:r>
            <a:r>
              <a:rPr lang="ru-RU" i="1" dirty="0" err="1"/>
              <a:t>що</a:t>
            </a:r>
            <a:r>
              <a:rPr lang="ru-RU" i="1" dirty="0"/>
              <a:t> на "</a:t>
            </a:r>
            <a:r>
              <a:rPr lang="ru-RU" i="1" dirty="0" err="1"/>
              <a:t>референдумі</a:t>
            </a:r>
            <a:r>
              <a:rPr lang="ru-RU" i="1" dirty="0"/>
              <a:t>" </a:t>
            </a:r>
            <a:r>
              <a:rPr lang="ru-RU" i="1" dirty="0" err="1"/>
              <a:t>було</a:t>
            </a:r>
            <a:r>
              <a:rPr lang="ru-RU" i="1" dirty="0"/>
              <a:t> 83 % </a:t>
            </a:r>
            <a:r>
              <a:rPr lang="ru-RU" i="1" dirty="0" err="1"/>
              <a:t>кримчан</a:t>
            </a:r>
            <a:r>
              <a:rPr lang="ru-RU" i="1" dirty="0"/>
              <a:t>, </a:t>
            </a:r>
            <a:r>
              <a:rPr lang="ru-RU" i="1" dirty="0" err="1"/>
              <a:t>із</a:t>
            </a:r>
            <a:r>
              <a:rPr lang="ru-RU" i="1" dirty="0"/>
              <a:t> </a:t>
            </a:r>
            <a:r>
              <a:rPr lang="ru-RU" i="1" dirty="0" err="1"/>
              <a:t>яких</a:t>
            </a:r>
            <a:r>
              <a:rPr lang="ru-RU" i="1" dirty="0"/>
              <a:t> 96 % </a:t>
            </a:r>
            <a:r>
              <a:rPr lang="ru-RU" i="1" dirty="0" err="1"/>
              <a:t>або</a:t>
            </a:r>
            <a:r>
              <a:rPr lang="ru-RU" i="1" dirty="0"/>
              <a:t> 98 % </a:t>
            </a:r>
            <a:r>
              <a:rPr lang="ru-RU" i="1" dirty="0" err="1"/>
              <a:t>висловилися</a:t>
            </a:r>
            <a:r>
              <a:rPr lang="ru-RU" i="1" dirty="0"/>
              <a:t> за </a:t>
            </a:r>
            <a:r>
              <a:rPr lang="ru-RU" i="1" dirty="0" err="1"/>
              <a:t>приєднання</a:t>
            </a:r>
            <a:r>
              <a:rPr lang="ru-RU" i="1" dirty="0"/>
              <a:t> до </a:t>
            </a:r>
            <a:r>
              <a:rPr lang="ru-RU" i="1" dirty="0" err="1"/>
              <a:t>Російської</a:t>
            </a:r>
            <a:r>
              <a:rPr lang="ru-RU" i="1" dirty="0"/>
              <a:t> </a:t>
            </a:r>
            <a:r>
              <a:rPr lang="ru-RU" i="1" dirty="0" err="1"/>
              <a:t>Федерації</a:t>
            </a:r>
            <a:r>
              <a:rPr lang="ru-RU" i="1" dirty="0"/>
              <a:t> – абсолютна брехня. </a:t>
            </a:r>
            <a:r>
              <a:rPr lang="ru-RU" i="1" dirty="0" err="1"/>
              <a:t>Ніколи</a:t>
            </a:r>
            <a:r>
              <a:rPr lang="ru-RU" i="1" dirty="0"/>
              <a:t> </a:t>
            </a:r>
            <a:r>
              <a:rPr lang="ru-RU" i="1" dirty="0" err="1"/>
              <a:t>такої</a:t>
            </a:r>
            <a:r>
              <a:rPr lang="ru-RU" i="1" dirty="0"/>
              <a:t> </a:t>
            </a:r>
            <a:r>
              <a:rPr lang="ru-RU" i="1" dirty="0" err="1"/>
              <a:t>активної</a:t>
            </a:r>
            <a:r>
              <a:rPr lang="ru-RU" i="1" dirty="0"/>
              <a:t> </a:t>
            </a:r>
            <a:r>
              <a:rPr lang="ru-RU" i="1" dirty="0" err="1"/>
              <a:t>участі</a:t>
            </a:r>
            <a:r>
              <a:rPr lang="ru-RU" i="1" dirty="0"/>
              <a:t> в </a:t>
            </a:r>
            <a:r>
              <a:rPr lang="ru-RU" i="1" dirty="0" err="1"/>
              <a:t>голосуванні</a:t>
            </a:r>
            <a:r>
              <a:rPr lang="ru-RU" i="1" dirty="0"/>
              <a:t> не </a:t>
            </a:r>
            <a:r>
              <a:rPr lang="ru-RU" i="1" dirty="0" err="1"/>
              <a:t>було</a:t>
            </a:r>
            <a:r>
              <a:rPr lang="ru-RU" i="1" dirty="0"/>
              <a:t> й бути не </a:t>
            </a:r>
            <a:r>
              <a:rPr lang="ru-RU" i="1" dirty="0" err="1"/>
              <a:t>може</a:t>
            </a:r>
            <a:r>
              <a:rPr lang="ru-RU" i="1" dirty="0"/>
              <a:t>, там люди </a:t>
            </a:r>
            <a:r>
              <a:rPr lang="ru-RU" i="1" dirty="0" err="1"/>
              <a:t>працюють</a:t>
            </a:r>
            <a:r>
              <a:rPr lang="ru-RU" i="1" dirty="0"/>
              <a:t> у </a:t>
            </a:r>
            <a:r>
              <a:rPr lang="ru-RU" i="1" dirty="0" err="1"/>
              <a:t>різних</a:t>
            </a:r>
            <a:r>
              <a:rPr lang="ru-RU" i="1" dirty="0"/>
              <a:t> </a:t>
            </a:r>
            <a:r>
              <a:rPr lang="ru-RU" i="1" dirty="0" err="1"/>
              <a:t>регіонах</a:t>
            </a:r>
            <a:r>
              <a:rPr lang="ru-RU" i="1" dirty="0"/>
              <a:t>, а </a:t>
            </a:r>
            <a:r>
              <a:rPr lang="ru-RU" i="1" dirty="0" err="1"/>
              <a:t>голосувати</a:t>
            </a:r>
            <a:r>
              <a:rPr lang="ru-RU" i="1" dirty="0"/>
              <a:t> треба за </a:t>
            </a:r>
            <a:r>
              <a:rPr lang="ru-RU" i="1" dirty="0" err="1"/>
              <a:t>місцем</a:t>
            </a:r>
            <a:r>
              <a:rPr lang="ru-RU" i="1" dirty="0"/>
              <a:t> </a:t>
            </a:r>
            <a:r>
              <a:rPr lang="ru-RU" i="1" dirty="0" err="1"/>
              <a:t>проживання</a:t>
            </a:r>
            <a:r>
              <a:rPr lang="ru-RU" i="1" dirty="0"/>
              <a:t>. </a:t>
            </a:r>
            <a:r>
              <a:rPr lang="ru-RU" i="1" dirty="0" err="1"/>
              <a:t>Зі</a:t>
            </a:r>
            <a:r>
              <a:rPr lang="ru-RU" i="1" dirty="0"/>
              <a:t> 180 тис. </a:t>
            </a:r>
            <a:r>
              <a:rPr lang="ru-RU" i="1" dirty="0" err="1"/>
              <a:t>кримських</a:t>
            </a:r>
            <a:r>
              <a:rPr lang="ru-RU" i="1" dirty="0"/>
              <a:t> татар на "</a:t>
            </a:r>
            <a:r>
              <a:rPr lang="ru-RU" i="1" dirty="0" err="1"/>
              <a:t>дільниці</a:t>
            </a:r>
            <a:r>
              <a:rPr lang="ru-RU" i="1" dirty="0"/>
              <a:t>" </a:t>
            </a:r>
            <a:r>
              <a:rPr lang="ru-RU" i="1" dirty="0" err="1"/>
              <a:t>прийшло</a:t>
            </a:r>
            <a:r>
              <a:rPr lang="ru-RU" i="1" dirty="0"/>
              <a:t> </a:t>
            </a:r>
            <a:r>
              <a:rPr lang="ru-RU" i="1" dirty="0" err="1"/>
              <a:t>тільки</a:t>
            </a:r>
            <a:r>
              <a:rPr lang="ru-RU" i="1" dirty="0"/>
              <a:t> 900, до того ж </a:t>
            </a:r>
            <a:r>
              <a:rPr lang="ru-RU" i="1" dirty="0" err="1"/>
              <a:t>більшість</a:t>
            </a:r>
            <a:r>
              <a:rPr lang="ru-RU" i="1" dirty="0"/>
              <a:t> </a:t>
            </a:r>
            <a:r>
              <a:rPr lang="ru-RU" i="1" dirty="0" err="1"/>
              <a:t>із</a:t>
            </a:r>
            <a:r>
              <a:rPr lang="ru-RU" i="1" dirty="0"/>
              <a:t> них </a:t>
            </a:r>
            <a:r>
              <a:rPr lang="ru-RU" i="1" dirty="0" err="1"/>
              <a:t>наївно</a:t>
            </a:r>
            <a:r>
              <a:rPr lang="ru-RU" i="1" dirty="0"/>
              <a:t> думала, </a:t>
            </a:r>
            <a:r>
              <a:rPr lang="ru-RU" i="1" dirty="0" err="1"/>
              <a:t>що</a:t>
            </a:r>
            <a:r>
              <a:rPr lang="ru-RU" i="1" dirty="0"/>
              <a:t> </a:t>
            </a:r>
            <a:r>
              <a:rPr lang="ru-RU" i="1" dirty="0" err="1"/>
              <a:t>потрібно</a:t>
            </a:r>
            <a:r>
              <a:rPr lang="ru-RU" i="1" dirty="0"/>
              <a:t> </a:t>
            </a:r>
            <a:r>
              <a:rPr lang="ru-RU" i="1" dirty="0" err="1"/>
              <a:t>сказати</a:t>
            </a:r>
            <a:r>
              <a:rPr lang="ru-RU" i="1" dirty="0"/>
              <a:t> про </a:t>
            </a:r>
            <a:r>
              <a:rPr lang="ru-RU" i="1" dirty="0" err="1"/>
              <a:t>своє</a:t>
            </a:r>
            <a:r>
              <a:rPr lang="ru-RU" i="1" dirty="0"/>
              <a:t> </a:t>
            </a:r>
            <a:r>
              <a:rPr lang="ru-RU" i="1" dirty="0" err="1"/>
              <a:t>бажання</a:t>
            </a:r>
            <a:r>
              <a:rPr lang="ru-RU" i="1" dirty="0"/>
              <a:t> бути в </a:t>
            </a:r>
            <a:r>
              <a:rPr lang="ru-RU" i="1" dirty="0" err="1"/>
              <a:t>складі</a:t>
            </a:r>
            <a:r>
              <a:rPr lang="ru-RU" i="1" dirty="0"/>
              <a:t> </a:t>
            </a:r>
            <a:r>
              <a:rPr lang="ru-RU" i="1" dirty="0" err="1"/>
              <a:t>України</a:t>
            </a:r>
            <a:r>
              <a:rPr lang="ru-RU" i="1" dirty="0"/>
              <a:t>. І ми </a:t>
            </a:r>
            <a:r>
              <a:rPr lang="ru-RU" i="1" dirty="0" err="1"/>
              <a:t>маємо</a:t>
            </a:r>
            <a:r>
              <a:rPr lang="ru-RU" i="1" dirty="0"/>
              <a:t> </a:t>
            </a:r>
            <a:r>
              <a:rPr lang="ru-RU" i="1" dirty="0" err="1"/>
              <a:t>секретне</a:t>
            </a:r>
            <a:r>
              <a:rPr lang="ru-RU" i="1" dirty="0"/>
              <a:t> </a:t>
            </a:r>
            <a:r>
              <a:rPr lang="ru-RU" i="1" dirty="0" err="1"/>
              <a:t>донесення</a:t>
            </a:r>
            <a:r>
              <a:rPr lang="ru-RU" i="1" dirty="0"/>
              <a:t> ФСБ </a:t>
            </a:r>
            <a:r>
              <a:rPr lang="ru-RU" i="1" dirty="0" err="1"/>
              <a:t>Криму</a:t>
            </a:r>
            <a:r>
              <a:rPr lang="ru-RU" i="1" dirty="0"/>
              <a:t> </a:t>
            </a:r>
            <a:r>
              <a:rPr lang="ru-RU" i="1" dirty="0" err="1"/>
              <a:t>своєму</a:t>
            </a:r>
            <a:r>
              <a:rPr lang="ru-RU" i="1" dirty="0"/>
              <a:t> начальству в </a:t>
            </a:r>
            <a:r>
              <a:rPr lang="ru-RU" i="1" dirty="0" err="1"/>
              <a:t>Москві</a:t>
            </a:r>
            <a:r>
              <a:rPr lang="ru-RU" i="1" dirty="0"/>
              <a:t>. Реальна участь </a:t>
            </a:r>
            <a:r>
              <a:rPr lang="ru-RU" i="1" dirty="0" err="1"/>
              <a:t>була</a:t>
            </a:r>
            <a:r>
              <a:rPr lang="ru-RU" i="1" dirty="0"/>
              <a:t> 34,2 %, і не </a:t>
            </a:r>
            <a:r>
              <a:rPr lang="ru-RU" i="1" dirty="0" err="1"/>
              <a:t>всі</a:t>
            </a:r>
            <a:r>
              <a:rPr lang="ru-RU" i="1" dirty="0"/>
              <a:t> </a:t>
            </a:r>
            <a:r>
              <a:rPr lang="ru-RU" i="1" dirty="0" err="1"/>
              <a:t>голосували</a:t>
            </a:r>
            <a:r>
              <a:rPr lang="ru-RU" i="1" dirty="0"/>
              <a:t> за </a:t>
            </a:r>
            <a:r>
              <a:rPr lang="ru-RU" i="1" dirty="0" err="1"/>
              <a:t>приєднання</a:t>
            </a:r>
            <a:r>
              <a:rPr lang="ru-RU" i="1" dirty="0"/>
              <a:t> до РФ».</a:t>
            </a:r>
            <a:endParaRPr lang="uk-UA" i="1" dirty="0"/>
          </a:p>
        </p:txBody>
      </p:sp>
      <p:graphicFrame>
        <p:nvGraphicFramePr>
          <p:cNvPr id="5" name="Місце для вмісту 4">
            <a:extLst>
              <a:ext uri="{FF2B5EF4-FFF2-40B4-BE49-F238E27FC236}">
                <a16:creationId xmlns:a16="http://schemas.microsoft.com/office/drawing/2014/main" id="{B9F62BA5-F45E-C4AB-D2AC-AD7C4F21B997}"/>
              </a:ext>
            </a:extLst>
          </p:cNvPr>
          <p:cNvGraphicFramePr>
            <a:graphicFrameLocks noGrp="1"/>
          </p:cNvGraphicFramePr>
          <p:nvPr>
            <p:ph sz="half" idx="2"/>
            <p:extLst>
              <p:ext uri="{D42A27DB-BD31-4B8C-83A1-F6EECF244321}">
                <p14:modId xmlns:p14="http://schemas.microsoft.com/office/powerpoint/2010/main" val="3008939816"/>
              </p:ext>
            </p:extLst>
          </p:nvPr>
        </p:nvGraphicFramePr>
        <p:xfrm>
          <a:off x="6319840" y="1825625"/>
          <a:ext cx="503396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089750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336FB99-D7D3-700F-309C-FC6D2C599CAE}"/>
              </a:ext>
            </a:extLst>
          </p:cNvPr>
          <p:cNvSpPr>
            <a:spLocks noGrp="1"/>
          </p:cNvSpPr>
          <p:nvPr>
            <p:ph type="ctrTitle"/>
          </p:nvPr>
        </p:nvSpPr>
        <p:spPr/>
        <p:txBody>
          <a:bodyPr/>
          <a:lstStyle/>
          <a:p>
            <a:r>
              <a:rPr lang="uk-UA" dirty="0"/>
              <a:t>Соціально-економічне</a:t>
            </a:r>
          </a:p>
        </p:txBody>
      </p:sp>
      <p:sp>
        <p:nvSpPr>
          <p:cNvPr id="3" name="Підзаголовок 2">
            <a:extLst>
              <a:ext uri="{FF2B5EF4-FFF2-40B4-BE49-F238E27FC236}">
                <a16:creationId xmlns:a16="http://schemas.microsoft.com/office/drawing/2014/main" id="{E23D4D8F-2F38-9B19-5629-F78C459C07F5}"/>
              </a:ext>
            </a:extLst>
          </p:cNvPr>
          <p:cNvSpPr>
            <a:spLocks noGrp="1"/>
          </p:cNvSpPr>
          <p:nvPr>
            <p:ph type="subTitle" idx="1"/>
          </p:nvPr>
        </p:nvSpPr>
        <p:spPr/>
        <p:txBody>
          <a:bodyPr/>
          <a:lstStyle/>
          <a:p>
            <a:endParaRPr lang="uk-UA" dirty="0"/>
          </a:p>
        </p:txBody>
      </p:sp>
    </p:spTree>
    <p:extLst>
      <p:ext uri="{BB962C8B-B14F-4D97-AF65-F5344CB8AC3E}">
        <p14:creationId xmlns:p14="http://schemas.microsoft.com/office/powerpoint/2010/main" val="3966052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F1054B-3333-3F27-9A09-7050116669F6}"/>
              </a:ext>
            </a:extLst>
          </p:cNvPr>
          <p:cNvSpPr>
            <a:spLocks noGrp="1"/>
          </p:cNvSpPr>
          <p:nvPr>
            <p:ph type="title"/>
          </p:nvPr>
        </p:nvSpPr>
        <p:spPr/>
        <p:txBody>
          <a:bodyPr>
            <a:noAutofit/>
          </a:bodyPr>
          <a:lstStyle/>
          <a:p>
            <a:r>
              <a:rPr lang="ru-RU" sz="3600" dirty="0" err="1"/>
              <a:t>Установіть</a:t>
            </a:r>
            <a:r>
              <a:rPr lang="ru-RU" sz="3600" dirty="0"/>
              <a:t> </a:t>
            </a:r>
            <a:r>
              <a:rPr lang="ru-RU" sz="3600" dirty="0" err="1"/>
              <a:t>відповідність</a:t>
            </a:r>
            <a:r>
              <a:rPr lang="ru-RU" sz="3600" dirty="0"/>
              <a:t> </a:t>
            </a:r>
            <a:r>
              <a:rPr lang="ru-RU" sz="3600" dirty="0" err="1"/>
              <a:t>між</a:t>
            </a:r>
            <a:r>
              <a:rPr lang="ru-RU" sz="3600" dirty="0"/>
              <a:t> </a:t>
            </a:r>
            <a:r>
              <a:rPr lang="ru-RU" sz="3600" dirty="0" err="1"/>
              <a:t>описаним</a:t>
            </a:r>
            <a:r>
              <a:rPr lang="ru-RU" sz="3600" dirty="0"/>
              <a:t> </a:t>
            </a:r>
            <a:r>
              <a:rPr lang="ru-RU" sz="3600" dirty="0" err="1"/>
              <a:t>явищем</a:t>
            </a:r>
            <a:r>
              <a:rPr lang="ru-RU" sz="3600" dirty="0"/>
              <a:t> </a:t>
            </a:r>
            <a:r>
              <a:rPr lang="ru-RU" sz="3600" dirty="0" err="1"/>
              <a:t>соціально-економічного</a:t>
            </a:r>
            <a:r>
              <a:rPr lang="ru-RU" sz="3600" dirty="0"/>
              <a:t> </a:t>
            </a:r>
            <a:r>
              <a:rPr lang="ru-RU" sz="3600" dirty="0" err="1"/>
              <a:t>життя</a:t>
            </a:r>
            <a:r>
              <a:rPr lang="ru-RU" sz="3600" dirty="0"/>
              <a:t> та </a:t>
            </a:r>
            <a:r>
              <a:rPr lang="ru-RU" sz="3600" dirty="0" err="1"/>
              <a:t>періодом</a:t>
            </a:r>
            <a:r>
              <a:rPr lang="ru-RU" sz="3600" dirty="0"/>
              <a:t> </a:t>
            </a:r>
            <a:r>
              <a:rPr lang="ru-RU" sz="3600" dirty="0" err="1"/>
              <a:t>історії</a:t>
            </a:r>
            <a:r>
              <a:rPr lang="ru-RU" sz="3600" dirty="0"/>
              <a:t> </a:t>
            </a:r>
            <a:r>
              <a:rPr lang="ru-RU" sz="3600" dirty="0" err="1"/>
              <a:t>України</a:t>
            </a:r>
            <a:r>
              <a:rPr lang="ru-RU" sz="3600" dirty="0"/>
              <a:t>, для </a:t>
            </a:r>
            <a:r>
              <a:rPr lang="ru-RU" sz="3600" dirty="0" err="1"/>
              <a:t>якого</a:t>
            </a:r>
            <a:r>
              <a:rPr lang="ru-RU" sz="3600" dirty="0"/>
              <a:t> </a:t>
            </a:r>
            <a:r>
              <a:rPr lang="ru-RU" sz="3600" dirty="0" err="1"/>
              <a:t>воно</a:t>
            </a:r>
            <a:r>
              <a:rPr lang="ru-RU" sz="3600" dirty="0"/>
              <a:t> </a:t>
            </a:r>
            <a:r>
              <a:rPr lang="ru-RU" sz="3600" dirty="0" err="1"/>
              <a:t>було</a:t>
            </a:r>
            <a:r>
              <a:rPr lang="ru-RU" sz="3600" dirty="0"/>
              <a:t> </a:t>
            </a:r>
            <a:r>
              <a:rPr lang="ru-RU" sz="3600" dirty="0" err="1"/>
              <a:t>характерним</a:t>
            </a:r>
            <a:r>
              <a:rPr lang="ru-RU" sz="3600" dirty="0"/>
              <a:t>.</a:t>
            </a:r>
            <a:endParaRPr lang="uk-UA" sz="3600" dirty="0"/>
          </a:p>
        </p:txBody>
      </p:sp>
      <p:graphicFrame>
        <p:nvGraphicFramePr>
          <p:cNvPr id="5" name="Місце для вмісту 4">
            <a:extLst>
              <a:ext uri="{FF2B5EF4-FFF2-40B4-BE49-F238E27FC236}">
                <a16:creationId xmlns:a16="http://schemas.microsoft.com/office/drawing/2014/main" id="{DA347B34-4FCF-92F0-29D2-2982DC80A6AA}"/>
              </a:ext>
            </a:extLst>
          </p:cNvPr>
          <p:cNvGraphicFramePr>
            <a:graphicFrameLocks noGrp="1"/>
          </p:cNvGraphicFramePr>
          <p:nvPr>
            <p:ph sz="half" idx="1"/>
            <p:extLst>
              <p:ext uri="{D42A27DB-BD31-4B8C-83A1-F6EECF244321}">
                <p14:modId xmlns:p14="http://schemas.microsoft.com/office/powerpoint/2010/main" val="278412787"/>
              </p:ext>
            </p:extLst>
          </p:nvPr>
        </p:nvGraphicFramePr>
        <p:xfrm>
          <a:off x="438357" y="1825624"/>
          <a:ext cx="3555403" cy="48910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Місце для вмісту 5">
            <a:extLst>
              <a:ext uri="{FF2B5EF4-FFF2-40B4-BE49-F238E27FC236}">
                <a16:creationId xmlns:a16="http://schemas.microsoft.com/office/drawing/2014/main" id="{55C544A5-4935-9001-CEB9-A2B3A0C1B2EC}"/>
              </a:ext>
            </a:extLst>
          </p:cNvPr>
          <p:cNvGraphicFramePr>
            <a:graphicFrameLocks/>
          </p:cNvGraphicFramePr>
          <p:nvPr>
            <p:extLst>
              <p:ext uri="{D42A27DB-BD31-4B8C-83A1-F6EECF244321}">
                <p14:modId xmlns:p14="http://schemas.microsoft.com/office/powerpoint/2010/main" val="118550057"/>
              </p:ext>
            </p:extLst>
          </p:nvPr>
        </p:nvGraphicFramePr>
        <p:xfrm>
          <a:off x="3993760" y="1825624"/>
          <a:ext cx="3938065" cy="489105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0" name="Місце для вмісту 9">
            <a:extLst>
              <a:ext uri="{FF2B5EF4-FFF2-40B4-BE49-F238E27FC236}">
                <a16:creationId xmlns:a16="http://schemas.microsoft.com/office/drawing/2014/main" id="{6C0BDB33-C304-4038-DEEE-505475C5F720}"/>
              </a:ext>
            </a:extLst>
          </p:cNvPr>
          <p:cNvGraphicFramePr>
            <a:graphicFrameLocks noGrp="1"/>
          </p:cNvGraphicFramePr>
          <p:nvPr>
            <p:ph sz="half" idx="2"/>
            <p:extLst>
              <p:ext uri="{D42A27DB-BD31-4B8C-83A1-F6EECF244321}">
                <p14:modId xmlns:p14="http://schemas.microsoft.com/office/powerpoint/2010/main" val="848415995"/>
              </p:ext>
            </p:extLst>
          </p:nvPr>
        </p:nvGraphicFramePr>
        <p:xfrm>
          <a:off x="8198239" y="1825624"/>
          <a:ext cx="3555403" cy="4667251"/>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363637844"/>
      </p:ext>
    </p:extLst>
  </p:cSld>
  <p:clrMapOvr>
    <a:masterClrMapping/>
  </p:clrMapOvr>
</p:sld>
</file>

<file path=ppt/theme/theme1.xml><?xml version="1.0" encoding="utf-8"?>
<a:theme xmlns:a="http://schemas.openxmlformats.org/drawingml/2006/main" name="Глибина">
  <a:themeElements>
    <a:clrScheme name="Глибина">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Глибина">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Глибина">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docProps/app.xml><?xml version="1.0" encoding="utf-8"?>
<Properties xmlns="http://schemas.openxmlformats.org/officeDocument/2006/extended-properties" xmlns:vt="http://schemas.openxmlformats.org/officeDocument/2006/docPropsVTypes">
  <Template>Глибина</Template>
  <TotalTime>57</TotalTime>
  <Words>2444</Words>
  <Application>Microsoft Office PowerPoint</Application>
  <PresentationFormat>Широкий екран</PresentationFormat>
  <Paragraphs>211</Paragraphs>
  <Slides>41</Slides>
  <Notes>0</Notes>
  <HiddenSlides>0</HiddenSlides>
  <MMClips>0</MMClips>
  <ScaleCrop>false</ScaleCrop>
  <HeadingPairs>
    <vt:vector size="6" baseType="variant">
      <vt:variant>
        <vt:lpstr>Використані шрифти</vt:lpstr>
      </vt:variant>
      <vt:variant>
        <vt:i4>3</vt:i4>
      </vt:variant>
      <vt:variant>
        <vt:lpstr>Тема</vt:lpstr>
      </vt:variant>
      <vt:variant>
        <vt:i4>1</vt:i4>
      </vt:variant>
      <vt:variant>
        <vt:lpstr>Заголовки слайдів</vt:lpstr>
      </vt:variant>
      <vt:variant>
        <vt:i4>41</vt:i4>
      </vt:variant>
    </vt:vector>
  </HeadingPairs>
  <TitlesOfParts>
    <vt:vector size="45" baseType="lpstr">
      <vt:lpstr>Arial</vt:lpstr>
      <vt:lpstr>Century Gothic</vt:lpstr>
      <vt:lpstr>Corbel</vt:lpstr>
      <vt:lpstr>Глибина</vt:lpstr>
      <vt:lpstr>Творення нової України</vt:lpstr>
      <vt:lpstr>Установіть послідовність подій, зафіксованих на фото.</vt:lpstr>
      <vt:lpstr>Установіть відповідність між назвою періоду в історії України та поняттями й термінами, які потрібно використовувати, характеризуючи його.</vt:lpstr>
      <vt:lpstr>Установіть відповідність між періодом в історії України та поняттями й термінами, які потрібно використовувати, характеризуючи його.</vt:lpstr>
      <vt:lpstr>З’ясуйте, якого періоду історії України стосується зміст кожного з наведених уривків.</vt:lpstr>
      <vt:lpstr>Увідповідніть подію та рік, коли вона відбулася.</vt:lpstr>
      <vt:lpstr>Установіть послідовність подій, зафіксованих на фото.</vt:lpstr>
      <vt:lpstr>Увідповідніть подію з її наслідком.</vt:lpstr>
      <vt:lpstr>Увідповідніть рік прийняття документа із цитатою з нього.</vt:lpstr>
      <vt:lpstr>Установіть послідовність історичних подій, покладених в основу сюжетів сучасних фільмів, афіші яких зображено на фото.</vt:lpstr>
      <vt:lpstr>Установіть послідовність подій періоду творення нової України.</vt:lpstr>
      <vt:lpstr>Війна</vt:lpstr>
      <vt:lpstr>У якому році одна з країн-підписантів порушила умови, зазначені в цитованому документі?</vt:lpstr>
      <vt:lpstr>Поява в європейських засобах масової інформації зображеної карикатури зумовлена</vt:lpstr>
      <vt:lpstr>Яке поняття треба використати, визначаючи головну ідею карикатури?</vt:lpstr>
      <vt:lpstr>Які судження щодо зображеного плаката, створеного в роки незалежності, є правильними?</vt:lpstr>
      <vt:lpstr>Поява та поширення в сучасному українському суспільстві поняття «кіборги» зумовлено</vt:lpstr>
      <vt:lpstr>Плакат, зображений на фото, присвячено обороні</vt:lpstr>
      <vt:lpstr>Розташуйте плакати відповідно до послідовності віх в історії України.</vt:lpstr>
      <vt:lpstr>Появу зображеного плаката було зумовлено</vt:lpstr>
      <vt:lpstr>Спеціальна місія якої міжнародної організації</vt:lpstr>
      <vt:lpstr>Території, позначені на картосхемі, мали до 2022 р. статус</vt:lpstr>
      <vt:lpstr>Політика</vt:lpstr>
      <vt:lpstr>Установіть послідовність ухвалення документів, уривки з яких процитовано.</vt:lpstr>
      <vt:lpstr>На карикатурі відображено запити сучасного українського суспільства щодо</vt:lpstr>
      <vt:lpstr>2014 рік – це рік, коли Україна</vt:lpstr>
      <vt:lpstr>Події «Революції гідності» стали каталізатором</vt:lpstr>
      <vt:lpstr>В уривку йдеться про</vt:lpstr>
      <vt:lpstr>Зображений рисунок слід використовувати для ілюстрації подій</vt:lpstr>
      <vt:lpstr>Яке фото слід використовувати для ілюстрації подій Революції гідності?</vt:lpstr>
      <vt:lpstr>Зображення українських поетів у стрит-арт інтерпретації на будівлях Києва з’явилися з метою</vt:lpstr>
      <vt:lpstr>З’ясуйте, яке з наведених тверджень відображає ідею, покладену в основу плаката.</vt:lpstr>
      <vt:lpstr>На фото відображено події</vt:lpstr>
      <vt:lpstr>Виникнення в суспільному повсякденному лексиконі поняття «Небесна сотня» зумовлено</vt:lpstr>
      <vt:lpstr>на думку письменниці та публіциста О. Забужко, стало гаслом</vt:lpstr>
      <vt:lpstr>Укажіть фото Президента України, за каденції якого стали можливими зміни, описані в уривку джерела</vt:lpstr>
      <vt:lpstr>Коли відбулася подія, про яку йдеться в ньому?</vt:lpstr>
      <vt:lpstr>Характеризуючи події, відображені на карикатурі, доцільно використовувати поняття</vt:lpstr>
      <vt:lpstr>Проаналізуйте уривок зі спогадів лідера кримських татар, народного депутата України Мустафи Джемілєва</vt:lpstr>
      <vt:lpstr>Соціально-економічне</vt:lpstr>
      <vt:lpstr>Установіть відповідність між описаним явищем соціально-економічного життя та періодом історії України, для якого воно було характерним.</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Сергей Корниенко</dc:creator>
  <cp:lastModifiedBy>Сергей Корниенко</cp:lastModifiedBy>
  <cp:revision>3</cp:revision>
  <dcterms:created xsi:type="dcterms:W3CDTF">2025-04-05T11:48:12Z</dcterms:created>
  <dcterms:modified xsi:type="dcterms:W3CDTF">2025-04-05T12:45:53Z</dcterms:modified>
</cp:coreProperties>
</file>