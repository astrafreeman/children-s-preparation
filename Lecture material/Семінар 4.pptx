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ppt/diagrams/data59.xml" ContentType="application/vnd.openxmlformats-officedocument.drawingml.diagramData+xml"/>
  <Override PartName="/ppt/diagrams/layout59.xml" ContentType="application/vnd.openxmlformats-officedocument.drawingml.diagramLayout+xml"/>
  <Override PartName="/ppt/diagrams/quickStyle59.xml" ContentType="application/vnd.openxmlformats-officedocument.drawingml.diagramStyle+xml"/>
  <Override PartName="/ppt/diagrams/colors59.xml" ContentType="application/vnd.openxmlformats-officedocument.drawingml.diagramColors+xml"/>
  <Override PartName="/ppt/diagrams/drawing59.xml" ContentType="application/vnd.ms-office.drawingml.diagramDrawing+xml"/>
  <Override PartName="/ppt/diagrams/data60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  <Override PartName="/ppt/diagrams/drawing60.xml" ContentType="application/vnd.ms-office.drawingml.diagramDrawing+xml"/>
  <Override PartName="/ppt/diagrams/data61.xml" ContentType="application/vnd.openxmlformats-officedocument.drawingml.diagramData+xml"/>
  <Override PartName="/ppt/diagrams/layout61.xml" ContentType="application/vnd.openxmlformats-officedocument.drawingml.diagramLayout+xml"/>
  <Override PartName="/ppt/diagrams/quickStyle61.xml" ContentType="application/vnd.openxmlformats-officedocument.drawingml.diagramStyle+xml"/>
  <Override PartName="/ppt/diagrams/colors61.xml" ContentType="application/vnd.openxmlformats-officedocument.drawingml.diagramColors+xml"/>
  <Override PartName="/ppt/diagrams/drawing61.xml" ContentType="application/vnd.ms-office.drawingml.diagramDrawing+xml"/>
  <Override PartName="/ppt/diagrams/data62.xml" ContentType="application/vnd.openxmlformats-officedocument.drawingml.diagramData+xml"/>
  <Override PartName="/ppt/diagrams/layout62.xml" ContentType="application/vnd.openxmlformats-officedocument.drawingml.diagramLayout+xml"/>
  <Override PartName="/ppt/diagrams/quickStyle62.xml" ContentType="application/vnd.openxmlformats-officedocument.drawingml.diagramStyle+xml"/>
  <Override PartName="/ppt/diagrams/colors62.xml" ContentType="application/vnd.openxmlformats-officedocument.drawingml.diagramColors+xml"/>
  <Override PartName="/ppt/diagrams/drawing62.xml" ContentType="application/vnd.ms-office.drawingml.diagramDrawing+xml"/>
  <Override PartName="/ppt/diagrams/data63.xml" ContentType="application/vnd.openxmlformats-officedocument.drawingml.diagramData+xml"/>
  <Override PartName="/ppt/diagrams/layout63.xml" ContentType="application/vnd.openxmlformats-officedocument.drawingml.diagramLayout+xml"/>
  <Override PartName="/ppt/diagrams/quickStyle63.xml" ContentType="application/vnd.openxmlformats-officedocument.drawingml.diagramStyle+xml"/>
  <Override PartName="/ppt/diagrams/colors63.xml" ContentType="application/vnd.openxmlformats-officedocument.drawingml.diagramColors+xml"/>
  <Override PartName="/ppt/diagrams/drawing63.xml" ContentType="application/vnd.ms-office.drawingml.diagramDrawing+xml"/>
  <Override PartName="/ppt/diagrams/data64.xml" ContentType="application/vnd.openxmlformats-officedocument.drawingml.diagramData+xml"/>
  <Override PartName="/ppt/diagrams/layout64.xml" ContentType="application/vnd.openxmlformats-officedocument.drawingml.diagramLayout+xml"/>
  <Override PartName="/ppt/diagrams/quickStyle64.xml" ContentType="application/vnd.openxmlformats-officedocument.drawingml.diagramStyle+xml"/>
  <Override PartName="/ppt/diagrams/colors64.xml" ContentType="application/vnd.openxmlformats-officedocument.drawingml.diagramColors+xml"/>
  <Override PartName="/ppt/diagrams/drawing64.xml" ContentType="application/vnd.ms-office.drawingml.diagramDrawing+xml"/>
  <Override PartName="/ppt/diagrams/data65.xml" ContentType="application/vnd.openxmlformats-officedocument.drawingml.diagramData+xml"/>
  <Override PartName="/ppt/diagrams/layout65.xml" ContentType="application/vnd.openxmlformats-officedocument.drawingml.diagramLayout+xml"/>
  <Override PartName="/ppt/diagrams/quickStyle65.xml" ContentType="application/vnd.openxmlformats-officedocument.drawingml.diagramStyle+xml"/>
  <Override PartName="/ppt/diagrams/colors65.xml" ContentType="application/vnd.openxmlformats-officedocument.drawingml.diagramColors+xml"/>
  <Override PartName="/ppt/diagrams/drawing65.xml" ContentType="application/vnd.ms-office.drawingml.diagramDrawing+xml"/>
  <Override PartName="/ppt/diagrams/data66.xml" ContentType="application/vnd.openxmlformats-officedocument.drawingml.diagramData+xml"/>
  <Override PartName="/ppt/diagrams/layout66.xml" ContentType="application/vnd.openxmlformats-officedocument.drawingml.diagramLayout+xml"/>
  <Override PartName="/ppt/diagrams/quickStyle66.xml" ContentType="application/vnd.openxmlformats-officedocument.drawingml.diagramStyle+xml"/>
  <Override PartName="/ppt/diagrams/colors66.xml" ContentType="application/vnd.openxmlformats-officedocument.drawingml.diagramColors+xml"/>
  <Override PartName="/ppt/diagrams/drawing66.xml" ContentType="application/vnd.ms-office.drawingml.diagramDrawing+xml"/>
  <Override PartName="/ppt/diagrams/data67.xml" ContentType="application/vnd.openxmlformats-officedocument.drawingml.diagramData+xml"/>
  <Override PartName="/ppt/diagrams/layout67.xml" ContentType="application/vnd.openxmlformats-officedocument.drawingml.diagramLayout+xml"/>
  <Override PartName="/ppt/diagrams/quickStyle67.xml" ContentType="application/vnd.openxmlformats-officedocument.drawingml.diagramStyle+xml"/>
  <Override PartName="/ppt/diagrams/colors67.xml" ContentType="application/vnd.openxmlformats-officedocument.drawingml.diagramColors+xml"/>
  <Override PartName="/ppt/diagrams/drawing67.xml" ContentType="application/vnd.ms-office.drawingml.diagramDrawing+xml"/>
  <Override PartName="/ppt/diagrams/data68.xml" ContentType="application/vnd.openxmlformats-officedocument.drawingml.diagramData+xml"/>
  <Override PartName="/ppt/diagrams/layout68.xml" ContentType="application/vnd.openxmlformats-officedocument.drawingml.diagramLayout+xml"/>
  <Override PartName="/ppt/diagrams/quickStyle68.xml" ContentType="application/vnd.openxmlformats-officedocument.drawingml.diagramStyle+xml"/>
  <Override PartName="/ppt/diagrams/colors68.xml" ContentType="application/vnd.openxmlformats-officedocument.drawingml.diagramColors+xml"/>
  <Override PartName="/ppt/diagrams/drawing68.xml" ContentType="application/vnd.ms-office.drawingml.diagramDrawing+xml"/>
  <Override PartName="/ppt/diagrams/data69.xml" ContentType="application/vnd.openxmlformats-officedocument.drawingml.diagramData+xml"/>
  <Override PartName="/ppt/diagrams/layout69.xml" ContentType="application/vnd.openxmlformats-officedocument.drawingml.diagramLayout+xml"/>
  <Override PartName="/ppt/diagrams/quickStyle69.xml" ContentType="application/vnd.openxmlformats-officedocument.drawingml.diagramStyle+xml"/>
  <Override PartName="/ppt/diagrams/colors69.xml" ContentType="application/vnd.openxmlformats-officedocument.drawingml.diagramColors+xml"/>
  <Override PartName="/ppt/diagrams/drawing69.xml" ContentType="application/vnd.ms-office.drawingml.diagramDrawing+xml"/>
  <Override PartName="/ppt/diagrams/data70.xml" ContentType="application/vnd.openxmlformats-officedocument.drawingml.diagramData+xml"/>
  <Override PartName="/ppt/diagrams/layout70.xml" ContentType="application/vnd.openxmlformats-officedocument.drawingml.diagramLayout+xml"/>
  <Override PartName="/ppt/diagrams/quickStyle70.xml" ContentType="application/vnd.openxmlformats-officedocument.drawingml.diagramStyle+xml"/>
  <Override PartName="/ppt/diagrams/colors70.xml" ContentType="application/vnd.openxmlformats-officedocument.drawingml.diagramColors+xml"/>
  <Override PartName="/ppt/diagrams/drawing70.xml" ContentType="application/vnd.ms-office.drawingml.diagramDrawing+xml"/>
  <Override PartName="/ppt/diagrams/data71.xml" ContentType="application/vnd.openxmlformats-officedocument.drawingml.diagramData+xml"/>
  <Override PartName="/ppt/diagrams/layout71.xml" ContentType="application/vnd.openxmlformats-officedocument.drawingml.diagramLayout+xml"/>
  <Override PartName="/ppt/diagrams/quickStyle71.xml" ContentType="application/vnd.openxmlformats-officedocument.drawingml.diagramStyle+xml"/>
  <Override PartName="/ppt/diagrams/colors71.xml" ContentType="application/vnd.openxmlformats-officedocument.drawingml.diagramColors+xml"/>
  <Override PartName="/ppt/diagrams/drawing71.xml" ContentType="application/vnd.ms-office.drawingml.diagramDrawing+xml"/>
  <Override PartName="/ppt/diagrams/data72.xml" ContentType="application/vnd.openxmlformats-officedocument.drawingml.diagramData+xml"/>
  <Override PartName="/ppt/diagrams/layout72.xml" ContentType="application/vnd.openxmlformats-officedocument.drawingml.diagramLayout+xml"/>
  <Override PartName="/ppt/diagrams/quickStyle72.xml" ContentType="application/vnd.openxmlformats-officedocument.drawingml.diagramStyle+xml"/>
  <Override PartName="/ppt/diagrams/colors72.xml" ContentType="application/vnd.openxmlformats-officedocument.drawingml.diagramColors+xml"/>
  <Override PartName="/ppt/diagrams/drawing72.xml" ContentType="application/vnd.ms-office.drawingml.diagramDrawing+xml"/>
  <Override PartName="/ppt/diagrams/data73.xml" ContentType="application/vnd.openxmlformats-officedocument.drawingml.diagramData+xml"/>
  <Override PartName="/ppt/diagrams/layout73.xml" ContentType="application/vnd.openxmlformats-officedocument.drawingml.diagramLayout+xml"/>
  <Override PartName="/ppt/diagrams/quickStyle73.xml" ContentType="application/vnd.openxmlformats-officedocument.drawingml.diagramStyle+xml"/>
  <Override PartName="/ppt/diagrams/colors73.xml" ContentType="application/vnd.openxmlformats-officedocument.drawingml.diagramColors+xml"/>
  <Override PartName="/ppt/diagrams/drawing73.xml" ContentType="application/vnd.ms-office.drawingml.diagramDrawing+xml"/>
  <Override PartName="/ppt/diagrams/data74.xml" ContentType="application/vnd.openxmlformats-officedocument.drawingml.diagramData+xml"/>
  <Override PartName="/ppt/diagrams/layout74.xml" ContentType="application/vnd.openxmlformats-officedocument.drawingml.diagramLayout+xml"/>
  <Override PartName="/ppt/diagrams/quickStyle74.xml" ContentType="application/vnd.openxmlformats-officedocument.drawingml.diagramStyle+xml"/>
  <Override PartName="/ppt/diagrams/colors74.xml" ContentType="application/vnd.openxmlformats-officedocument.drawingml.diagramColors+xml"/>
  <Override PartName="/ppt/diagrams/drawing74.xml" ContentType="application/vnd.ms-office.drawingml.diagramDrawing+xml"/>
  <Override PartName="/ppt/diagrams/data75.xml" ContentType="application/vnd.openxmlformats-officedocument.drawingml.diagramData+xml"/>
  <Override PartName="/ppt/diagrams/layout75.xml" ContentType="application/vnd.openxmlformats-officedocument.drawingml.diagramLayout+xml"/>
  <Override PartName="/ppt/diagrams/quickStyle75.xml" ContentType="application/vnd.openxmlformats-officedocument.drawingml.diagramStyle+xml"/>
  <Override PartName="/ppt/diagrams/colors75.xml" ContentType="application/vnd.openxmlformats-officedocument.drawingml.diagramColors+xml"/>
  <Override PartName="/ppt/diagrams/drawing75.xml" ContentType="application/vnd.ms-office.drawingml.diagramDrawing+xml"/>
  <Override PartName="/ppt/diagrams/data76.xml" ContentType="application/vnd.openxmlformats-officedocument.drawingml.diagramData+xml"/>
  <Override PartName="/ppt/diagrams/layout76.xml" ContentType="application/vnd.openxmlformats-officedocument.drawingml.diagramLayout+xml"/>
  <Override PartName="/ppt/diagrams/quickStyle76.xml" ContentType="application/vnd.openxmlformats-officedocument.drawingml.diagramStyle+xml"/>
  <Override PartName="/ppt/diagrams/colors76.xml" ContentType="application/vnd.openxmlformats-officedocument.drawingml.diagramColors+xml"/>
  <Override PartName="/ppt/diagrams/drawing76.xml" ContentType="application/vnd.ms-office.drawingml.diagramDrawing+xml"/>
  <Override PartName="/ppt/diagrams/data77.xml" ContentType="application/vnd.openxmlformats-officedocument.drawingml.diagramData+xml"/>
  <Override PartName="/ppt/diagrams/layout77.xml" ContentType="application/vnd.openxmlformats-officedocument.drawingml.diagramLayout+xml"/>
  <Override PartName="/ppt/diagrams/quickStyle77.xml" ContentType="application/vnd.openxmlformats-officedocument.drawingml.diagramStyle+xml"/>
  <Override PartName="/ppt/diagrams/colors77.xml" ContentType="application/vnd.openxmlformats-officedocument.drawingml.diagramColors+xml"/>
  <Override PartName="/ppt/diagrams/drawing77.xml" ContentType="application/vnd.ms-office.drawingml.diagramDrawing+xml"/>
  <Override PartName="/ppt/diagrams/data78.xml" ContentType="application/vnd.openxmlformats-officedocument.drawingml.diagramData+xml"/>
  <Override PartName="/ppt/diagrams/layout78.xml" ContentType="application/vnd.openxmlformats-officedocument.drawingml.diagramLayout+xml"/>
  <Override PartName="/ppt/diagrams/quickStyle78.xml" ContentType="application/vnd.openxmlformats-officedocument.drawingml.diagramStyle+xml"/>
  <Override PartName="/ppt/diagrams/colors78.xml" ContentType="application/vnd.openxmlformats-officedocument.drawingml.diagramColors+xml"/>
  <Override PartName="/ppt/diagrams/drawing78.xml" ContentType="application/vnd.ms-office.drawingml.diagramDrawing+xml"/>
  <Override PartName="/ppt/diagrams/data79.xml" ContentType="application/vnd.openxmlformats-officedocument.drawingml.diagramData+xml"/>
  <Override PartName="/ppt/diagrams/layout79.xml" ContentType="application/vnd.openxmlformats-officedocument.drawingml.diagramLayout+xml"/>
  <Override PartName="/ppt/diagrams/quickStyle79.xml" ContentType="application/vnd.openxmlformats-officedocument.drawingml.diagramStyle+xml"/>
  <Override PartName="/ppt/diagrams/colors79.xml" ContentType="application/vnd.openxmlformats-officedocument.drawingml.diagramColors+xml"/>
  <Override PartName="/ppt/diagrams/drawing79.xml" ContentType="application/vnd.ms-office.drawingml.diagramDrawing+xml"/>
  <Override PartName="/ppt/diagrams/data80.xml" ContentType="application/vnd.openxmlformats-officedocument.drawingml.diagramData+xml"/>
  <Override PartName="/ppt/diagrams/layout80.xml" ContentType="application/vnd.openxmlformats-officedocument.drawingml.diagramLayout+xml"/>
  <Override PartName="/ppt/diagrams/quickStyle80.xml" ContentType="application/vnd.openxmlformats-officedocument.drawingml.diagramStyle+xml"/>
  <Override PartName="/ppt/diagrams/colors80.xml" ContentType="application/vnd.openxmlformats-officedocument.drawingml.diagramColors+xml"/>
  <Override PartName="/ppt/diagrams/drawing80.xml" ContentType="application/vnd.ms-office.drawingml.diagramDrawing+xml"/>
  <Override PartName="/ppt/diagrams/data81.xml" ContentType="application/vnd.openxmlformats-officedocument.drawingml.diagramData+xml"/>
  <Override PartName="/ppt/diagrams/layout81.xml" ContentType="application/vnd.openxmlformats-officedocument.drawingml.diagramLayout+xml"/>
  <Override PartName="/ppt/diagrams/quickStyle81.xml" ContentType="application/vnd.openxmlformats-officedocument.drawingml.diagramStyle+xml"/>
  <Override PartName="/ppt/diagrams/colors81.xml" ContentType="application/vnd.openxmlformats-officedocument.drawingml.diagramColors+xml"/>
  <Override PartName="/ppt/diagrams/drawing81.xml" ContentType="application/vnd.ms-office.drawingml.diagramDrawing+xml"/>
  <Override PartName="/ppt/diagrams/data82.xml" ContentType="application/vnd.openxmlformats-officedocument.drawingml.diagramData+xml"/>
  <Override PartName="/ppt/diagrams/layout82.xml" ContentType="application/vnd.openxmlformats-officedocument.drawingml.diagramLayout+xml"/>
  <Override PartName="/ppt/diagrams/quickStyle82.xml" ContentType="application/vnd.openxmlformats-officedocument.drawingml.diagramStyle+xml"/>
  <Override PartName="/ppt/diagrams/colors82.xml" ContentType="application/vnd.openxmlformats-officedocument.drawingml.diagramColors+xml"/>
  <Override PartName="/ppt/diagrams/drawing82.xml" ContentType="application/vnd.ms-office.drawingml.diagramDrawing+xml"/>
  <Override PartName="/ppt/diagrams/data83.xml" ContentType="application/vnd.openxmlformats-officedocument.drawingml.diagramData+xml"/>
  <Override PartName="/ppt/diagrams/layout83.xml" ContentType="application/vnd.openxmlformats-officedocument.drawingml.diagramLayout+xml"/>
  <Override PartName="/ppt/diagrams/quickStyle83.xml" ContentType="application/vnd.openxmlformats-officedocument.drawingml.diagramStyle+xml"/>
  <Override PartName="/ppt/diagrams/colors83.xml" ContentType="application/vnd.openxmlformats-officedocument.drawingml.diagramColors+xml"/>
  <Override PartName="/ppt/diagrams/drawing83.xml" ContentType="application/vnd.ms-office.drawingml.diagramDrawing+xml"/>
  <Override PartName="/ppt/diagrams/data84.xml" ContentType="application/vnd.openxmlformats-officedocument.drawingml.diagramData+xml"/>
  <Override PartName="/ppt/diagrams/layout84.xml" ContentType="application/vnd.openxmlformats-officedocument.drawingml.diagramLayout+xml"/>
  <Override PartName="/ppt/diagrams/quickStyle84.xml" ContentType="application/vnd.openxmlformats-officedocument.drawingml.diagramStyle+xml"/>
  <Override PartName="/ppt/diagrams/colors84.xml" ContentType="application/vnd.openxmlformats-officedocument.drawingml.diagramColors+xml"/>
  <Override PartName="/ppt/diagrams/drawing84.xml" ContentType="application/vnd.ms-office.drawingml.diagramDrawing+xml"/>
  <Override PartName="/ppt/diagrams/data85.xml" ContentType="application/vnd.openxmlformats-officedocument.drawingml.diagramData+xml"/>
  <Override PartName="/ppt/diagrams/layout85.xml" ContentType="application/vnd.openxmlformats-officedocument.drawingml.diagramLayout+xml"/>
  <Override PartName="/ppt/diagrams/quickStyle85.xml" ContentType="application/vnd.openxmlformats-officedocument.drawingml.diagramStyle+xml"/>
  <Override PartName="/ppt/diagrams/colors85.xml" ContentType="application/vnd.openxmlformats-officedocument.drawingml.diagramColors+xml"/>
  <Override PartName="/ppt/diagrams/drawing85.xml" ContentType="application/vnd.ms-office.drawingml.diagramDrawing+xml"/>
  <Override PartName="/ppt/diagrams/data86.xml" ContentType="application/vnd.openxmlformats-officedocument.drawingml.diagramData+xml"/>
  <Override PartName="/ppt/diagrams/layout86.xml" ContentType="application/vnd.openxmlformats-officedocument.drawingml.diagramLayout+xml"/>
  <Override PartName="/ppt/diagrams/quickStyle86.xml" ContentType="application/vnd.openxmlformats-officedocument.drawingml.diagramStyle+xml"/>
  <Override PartName="/ppt/diagrams/colors86.xml" ContentType="application/vnd.openxmlformats-officedocument.drawingml.diagramColors+xml"/>
  <Override PartName="/ppt/diagrams/drawing86.xml" ContentType="application/vnd.ms-office.drawingml.diagramDrawing+xml"/>
  <Override PartName="/ppt/diagrams/data87.xml" ContentType="application/vnd.openxmlformats-officedocument.drawingml.diagramData+xml"/>
  <Override PartName="/ppt/diagrams/layout87.xml" ContentType="application/vnd.openxmlformats-officedocument.drawingml.diagramLayout+xml"/>
  <Override PartName="/ppt/diagrams/quickStyle87.xml" ContentType="application/vnd.openxmlformats-officedocument.drawingml.diagramStyle+xml"/>
  <Override PartName="/ppt/diagrams/colors87.xml" ContentType="application/vnd.openxmlformats-officedocument.drawingml.diagramColors+xml"/>
  <Override PartName="/ppt/diagrams/drawing87.xml" ContentType="application/vnd.ms-office.drawingml.diagramDrawing+xml"/>
  <Override PartName="/ppt/diagrams/data88.xml" ContentType="application/vnd.openxmlformats-officedocument.drawingml.diagramData+xml"/>
  <Override PartName="/ppt/diagrams/layout88.xml" ContentType="application/vnd.openxmlformats-officedocument.drawingml.diagramLayout+xml"/>
  <Override PartName="/ppt/diagrams/quickStyle88.xml" ContentType="application/vnd.openxmlformats-officedocument.drawingml.diagramStyle+xml"/>
  <Override PartName="/ppt/diagrams/colors88.xml" ContentType="application/vnd.openxmlformats-officedocument.drawingml.diagramColors+xml"/>
  <Override PartName="/ppt/diagrams/drawing88.xml" ContentType="application/vnd.ms-office.drawingml.diagramDrawing+xml"/>
  <Override PartName="/ppt/diagrams/data89.xml" ContentType="application/vnd.openxmlformats-officedocument.drawingml.diagramData+xml"/>
  <Override PartName="/ppt/diagrams/layout89.xml" ContentType="application/vnd.openxmlformats-officedocument.drawingml.diagramLayout+xml"/>
  <Override PartName="/ppt/diagrams/quickStyle89.xml" ContentType="application/vnd.openxmlformats-officedocument.drawingml.diagramStyle+xml"/>
  <Override PartName="/ppt/diagrams/colors89.xml" ContentType="application/vnd.openxmlformats-officedocument.drawingml.diagramColors+xml"/>
  <Override PartName="/ppt/diagrams/drawing89.xml" ContentType="application/vnd.ms-office.drawingml.diagramDrawing+xml"/>
  <Override PartName="/ppt/diagrams/data90.xml" ContentType="application/vnd.openxmlformats-officedocument.drawingml.diagramData+xml"/>
  <Override PartName="/ppt/diagrams/layout90.xml" ContentType="application/vnd.openxmlformats-officedocument.drawingml.diagramLayout+xml"/>
  <Override PartName="/ppt/diagrams/quickStyle90.xml" ContentType="application/vnd.openxmlformats-officedocument.drawingml.diagramStyle+xml"/>
  <Override PartName="/ppt/diagrams/colors90.xml" ContentType="application/vnd.openxmlformats-officedocument.drawingml.diagramColors+xml"/>
  <Override PartName="/ppt/diagrams/drawing9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99" r:id="rId4"/>
    <p:sldId id="319" r:id="rId5"/>
    <p:sldId id="270" r:id="rId6"/>
    <p:sldId id="261" r:id="rId7"/>
    <p:sldId id="317" r:id="rId8"/>
    <p:sldId id="303" r:id="rId9"/>
    <p:sldId id="320" r:id="rId10"/>
    <p:sldId id="277" r:id="rId11"/>
    <p:sldId id="282" r:id="rId12"/>
    <p:sldId id="295" r:id="rId13"/>
    <p:sldId id="293" r:id="rId14"/>
    <p:sldId id="268" r:id="rId15"/>
    <p:sldId id="300" r:id="rId16"/>
    <p:sldId id="318" r:id="rId17"/>
    <p:sldId id="322" r:id="rId18"/>
    <p:sldId id="324" r:id="rId19"/>
    <p:sldId id="325" r:id="rId20"/>
    <p:sldId id="263" r:id="rId21"/>
    <p:sldId id="291" r:id="rId22"/>
    <p:sldId id="272" r:id="rId23"/>
    <p:sldId id="274" r:id="rId24"/>
    <p:sldId id="269" r:id="rId25"/>
    <p:sldId id="289" r:id="rId26"/>
    <p:sldId id="301" r:id="rId27"/>
    <p:sldId id="326" r:id="rId28"/>
    <p:sldId id="327" r:id="rId29"/>
    <p:sldId id="328" r:id="rId30"/>
    <p:sldId id="329" r:id="rId31"/>
    <p:sldId id="330" r:id="rId32"/>
    <p:sldId id="315" r:id="rId33"/>
    <p:sldId id="316" r:id="rId34"/>
    <p:sldId id="297" r:id="rId35"/>
    <p:sldId id="331" r:id="rId36"/>
    <p:sldId id="298" r:id="rId37"/>
    <p:sldId id="273" r:id="rId38"/>
    <p:sldId id="292" r:id="rId39"/>
    <p:sldId id="280" r:id="rId40"/>
    <p:sldId id="294" r:id="rId41"/>
    <p:sldId id="281" r:id="rId42"/>
    <p:sldId id="288" r:id="rId43"/>
    <p:sldId id="287" r:id="rId44"/>
    <p:sldId id="311" r:id="rId45"/>
    <p:sldId id="332" r:id="rId46"/>
    <p:sldId id="333" r:id="rId47"/>
    <p:sldId id="334" r:id="rId48"/>
    <p:sldId id="335" r:id="rId49"/>
    <p:sldId id="266" r:id="rId50"/>
    <p:sldId id="336" r:id="rId51"/>
    <p:sldId id="302" r:id="rId52"/>
    <p:sldId id="312" r:id="rId53"/>
    <p:sldId id="313" r:id="rId54"/>
    <p:sldId id="279" r:id="rId55"/>
    <p:sldId id="314" r:id="rId56"/>
    <p:sldId id="296" r:id="rId57"/>
    <p:sldId id="285" r:id="rId58"/>
    <p:sldId id="307" r:id="rId59"/>
    <p:sldId id="276" r:id="rId60"/>
    <p:sldId id="271" r:id="rId61"/>
    <p:sldId id="304" r:id="rId62"/>
    <p:sldId id="305" r:id="rId63"/>
    <p:sldId id="337" r:id="rId64"/>
    <p:sldId id="338" r:id="rId65"/>
    <p:sldId id="339" r:id="rId66"/>
    <p:sldId id="306" r:id="rId67"/>
    <p:sldId id="267" r:id="rId68"/>
    <p:sldId id="340" r:id="rId69"/>
    <p:sldId id="323" r:id="rId70"/>
    <p:sldId id="341" r:id="rId71"/>
    <p:sldId id="342" r:id="rId72"/>
    <p:sldId id="343" r:id="rId73"/>
    <p:sldId id="275" r:id="rId74"/>
    <p:sldId id="309" r:id="rId75"/>
    <p:sldId id="310" r:id="rId76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DC0C1528-C555-4273-8535-6F300FD9001E}">
          <p14:sldIdLst>
            <p14:sldId id="256"/>
          </p14:sldIdLst>
        </p14:section>
        <p14:section name="Блок 1" id="{AD43BD32-C253-477B-9469-0022F3782785}">
          <p14:sldIdLst>
            <p14:sldId id="299"/>
            <p14:sldId id="319"/>
            <p14:sldId id="270"/>
            <p14:sldId id="261"/>
            <p14:sldId id="317"/>
            <p14:sldId id="303"/>
            <p14:sldId id="320"/>
            <p14:sldId id="277"/>
            <p14:sldId id="282"/>
            <p14:sldId id="295"/>
          </p14:sldIdLst>
        </p14:section>
        <p14:section name="Блок 2" id="{9CDD467B-F0A1-4274-ADB0-933BBF53D88E}">
          <p14:sldIdLst>
            <p14:sldId id="293"/>
            <p14:sldId id="268"/>
            <p14:sldId id="300"/>
            <p14:sldId id="318"/>
            <p14:sldId id="322"/>
            <p14:sldId id="324"/>
            <p14:sldId id="325"/>
            <p14:sldId id="263"/>
            <p14:sldId id="291"/>
            <p14:sldId id="272"/>
            <p14:sldId id="274"/>
            <p14:sldId id="269"/>
            <p14:sldId id="289"/>
            <p14:sldId id="301"/>
          </p14:sldIdLst>
        </p14:section>
        <p14:section name="Блок 3" id="{8C98F02F-2103-4EDC-ADFA-48337946D0AB}">
          <p14:sldIdLst>
            <p14:sldId id="326"/>
            <p14:sldId id="327"/>
            <p14:sldId id="328"/>
            <p14:sldId id="329"/>
            <p14:sldId id="330"/>
            <p14:sldId id="315"/>
            <p14:sldId id="316"/>
            <p14:sldId id="297"/>
            <p14:sldId id="331"/>
            <p14:sldId id="298"/>
            <p14:sldId id="273"/>
            <p14:sldId id="292"/>
            <p14:sldId id="280"/>
            <p14:sldId id="294"/>
            <p14:sldId id="281"/>
            <p14:sldId id="288"/>
            <p14:sldId id="287"/>
            <p14:sldId id="311"/>
          </p14:sldIdLst>
        </p14:section>
        <p14:section name="Блок 4" id="{B046A1FA-B0B4-4AA7-AE14-5FF2D827AF16}">
          <p14:sldIdLst>
            <p14:sldId id="332"/>
            <p14:sldId id="333"/>
            <p14:sldId id="334"/>
            <p14:sldId id="335"/>
            <p14:sldId id="266"/>
            <p14:sldId id="336"/>
            <p14:sldId id="302"/>
            <p14:sldId id="312"/>
            <p14:sldId id="313"/>
            <p14:sldId id="279"/>
            <p14:sldId id="314"/>
            <p14:sldId id="296"/>
            <p14:sldId id="285"/>
            <p14:sldId id="307"/>
            <p14:sldId id="276"/>
            <p14:sldId id="271"/>
            <p14:sldId id="304"/>
            <p14:sldId id="305"/>
          </p14:sldIdLst>
        </p14:section>
        <p14:section name="Блок 5" id="{C0CFB52A-5FA2-4216-8100-CC9DE445A902}">
          <p14:sldIdLst>
            <p14:sldId id="337"/>
            <p14:sldId id="338"/>
            <p14:sldId id="339"/>
            <p14:sldId id="306"/>
            <p14:sldId id="267"/>
            <p14:sldId id="340"/>
            <p14:sldId id="323"/>
            <p14:sldId id="341"/>
            <p14:sldId id="342"/>
            <p14:sldId id="343"/>
            <p14:sldId id="275"/>
            <p14:sldId id="309"/>
            <p14:sldId id="31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C9F9A4-33A3-4B02-9DB5-EDAE5EDCE4F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32E047E-1AA8-4327-ACCF-B347358F6E11}">
      <dgm:prSet/>
      <dgm:spPr/>
      <dgm:t>
        <a:bodyPr/>
        <a:lstStyle/>
        <a:p>
          <a:r>
            <a:rPr lang="ru-RU" b="0" i="0"/>
            <a:t>1621 р.</a:t>
          </a:r>
          <a:endParaRPr lang="uk-UA"/>
        </a:p>
      </dgm:t>
    </dgm:pt>
    <dgm:pt modelId="{6B5B2808-5999-4104-ACE7-00D9D920C91B}" type="parTrans" cxnId="{81CF2E67-007D-4A4B-8FDD-B3340F324280}">
      <dgm:prSet/>
      <dgm:spPr/>
      <dgm:t>
        <a:bodyPr/>
        <a:lstStyle/>
        <a:p>
          <a:endParaRPr lang="uk-UA"/>
        </a:p>
      </dgm:t>
    </dgm:pt>
    <dgm:pt modelId="{62DF9C04-C4AA-4850-8A30-9B6BD4493761}" type="sibTrans" cxnId="{81CF2E67-007D-4A4B-8FDD-B3340F324280}">
      <dgm:prSet/>
      <dgm:spPr/>
      <dgm:t>
        <a:bodyPr/>
        <a:lstStyle/>
        <a:p>
          <a:endParaRPr lang="uk-UA"/>
        </a:p>
      </dgm:t>
    </dgm:pt>
    <dgm:pt modelId="{31BD4772-62D3-4200-A954-F40474ADD7AE}">
      <dgm:prSet/>
      <dgm:spPr/>
      <dgm:t>
        <a:bodyPr/>
        <a:lstStyle/>
        <a:p>
          <a:r>
            <a:rPr lang="ru-RU" b="0" i="0" dirty="0"/>
            <a:t>1637 р.</a:t>
          </a:r>
          <a:endParaRPr lang="uk-UA" dirty="0"/>
        </a:p>
      </dgm:t>
    </dgm:pt>
    <dgm:pt modelId="{774D6504-5198-4EF0-9885-3E2DF1C32CE2}" type="parTrans" cxnId="{6D57DA1D-DF05-401F-8AE4-744C50FD1576}">
      <dgm:prSet/>
      <dgm:spPr/>
      <dgm:t>
        <a:bodyPr/>
        <a:lstStyle/>
        <a:p>
          <a:endParaRPr lang="uk-UA"/>
        </a:p>
      </dgm:t>
    </dgm:pt>
    <dgm:pt modelId="{1CA3D942-D9D3-4755-A06C-4509DE771F9E}" type="sibTrans" cxnId="{6D57DA1D-DF05-401F-8AE4-744C50FD1576}">
      <dgm:prSet/>
      <dgm:spPr/>
      <dgm:t>
        <a:bodyPr/>
        <a:lstStyle/>
        <a:p>
          <a:endParaRPr lang="uk-UA"/>
        </a:p>
      </dgm:t>
    </dgm:pt>
    <dgm:pt modelId="{45DE653C-2C23-4EC4-8FCC-EAC862472954}">
      <dgm:prSet/>
      <dgm:spPr/>
      <dgm:t>
        <a:bodyPr/>
        <a:lstStyle/>
        <a:p>
          <a:r>
            <a:rPr lang="ru-RU" b="0" i="0"/>
            <a:t>1648 р.</a:t>
          </a:r>
          <a:endParaRPr lang="uk-UA"/>
        </a:p>
      </dgm:t>
    </dgm:pt>
    <dgm:pt modelId="{25514078-467A-4EB8-890D-69FCD3C034FA}" type="parTrans" cxnId="{E5E357AA-4B89-4DE7-9849-C673B5C9E15C}">
      <dgm:prSet/>
      <dgm:spPr/>
      <dgm:t>
        <a:bodyPr/>
        <a:lstStyle/>
        <a:p>
          <a:endParaRPr lang="uk-UA"/>
        </a:p>
      </dgm:t>
    </dgm:pt>
    <dgm:pt modelId="{16082A6D-AD12-4737-88B4-B114CEEA65ED}" type="sibTrans" cxnId="{E5E357AA-4B89-4DE7-9849-C673B5C9E15C}">
      <dgm:prSet/>
      <dgm:spPr/>
      <dgm:t>
        <a:bodyPr/>
        <a:lstStyle/>
        <a:p>
          <a:endParaRPr lang="uk-UA"/>
        </a:p>
      </dgm:t>
    </dgm:pt>
    <dgm:pt modelId="{AB24B602-9132-47BC-B2A1-E747DE0D25AE}">
      <dgm:prSet/>
      <dgm:spPr/>
      <dgm:t>
        <a:bodyPr/>
        <a:lstStyle/>
        <a:p>
          <a:r>
            <a:rPr lang="ru-RU" b="0" i="0" dirty="0"/>
            <a:t>1654 р.</a:t>
          </a:r>
          <a:endParaRPr lang="uk-UA" dirty="0"/>
        </a:p>
      </dgm:t>
    </dgm:pt>
    <dgm:pt modelId="{5EB7DA33-DA21-49B2-8C43-A424AC13A08E}" type="parTrans" cxnId="{81112D6A-574B-4D63-BD60-2CAD2ED45E26}">
      <dgm:prSet/>
      <dgm:spPr/>
      <dgm:t>
        <a:bodyPr/>
        <a:lstStyle/>
        <a:p>
          <a:endParaRPr lang="uk-UA"/>
        </a:p>
      </dgm:t>
    </dgm:pt>
    <dgm:pt modelId="{0A1BBBB9-3BF8-4573-B34B-2B1005A55239}" type="sibTrans" cxnId="{81112D6A-574B-4D63-BD60-2CAD2ED45E26}">
      <dgm:prSet/>
      <dgm:spPr/>
      <dgm:t>
        <a:bodyPr/>
        <a:lstStyle/>
        <a:p>
          <a:endParaRPr lang="uk-UA"/>
        </a:p>
      </dgm:t>
    </dgm:pt>
    <dgm:pt modelId="{0B03C138-B31B-4237-8B3B-F83C198B3F9A}" type="pres">
      <dgm:prSet presAssocID="{DFC9F9A4-33A3-4B02-9DB5-EDAE5EDCE4F9}" presName="matrix" presStyleCnt="0">
        <dgm:presLayoutVars>
          <dgm:chMax val="1"/>
          <dgm:dir/>
          <dgm:resizeHandles val="exact"/>
        </dgm:presLayoutVars>
      </dgm:prSet>
      <dgm:spPr/>
    </dgm:pt>
    <dgm:pt modelId="{BE302327-C84E-4877-8FCE-659A851D4857}" type="pres">
      <dgm:prSet presAssocID="{DFC9F9A4-33A3-4B02-9DB5-EDAE5EDCE4F9}" presName="diamond" presStyleLbl="bgShp" presStyleIdx="0" presStyleCnt="1"/>
      <dgm:spPr/>
    </dgm:pt>
    <dgm:pt modelId="{87A5F65B-2F2B-4A0F-88F7-F0B7F0EC2E53}" type="pres">
      <dgm:prSet presAssocID="{DFC9F9A4-33A3-4B02-9DB5-EDAE5EDCE4F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926327C-C8A3-42B4-8A78-4E66692E5B0E}" type="pres">
      <dgm:prSet presAssocID="{DFC9F9A4-33A3-4B02-9DB5-EDAE5EDCE4F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C9394AD-1E71-40E0-9C6A-8AB5DC32F470}" type="pres">
      <dgm:prSet presAssocID="{DFC9F9A4-33A3-4B02-9DB5-EDAE5EDCE4F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6A8F9EF-BE2E-4D90-B1C4-4A24DA02EA59}" type="pres">
      <dgm:prSet presAssocID="{DFC9F9A4-33A3-4B02-9DB5-EDAE5EDCE4F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D57DA1D-DF05-401F-8AE4-744C50FD1576}" srcId="{DFC9F9A4-33A3-4B02-9DB5-EDAE5EDCE4F9}" destId="{31BD4772-62D3-4200-A954-F40474ADD7AE}" srcOrd="1" destOrd="0" parTransId="{774D6504-5198-4EF0-9885-3E2DF1C32CE2}" sibTransId="{1CA3D942-D9D3-4755-A06C-4509DE771F9E}"/>
    <dgm:cxn modelId="{61B8DB28-D784-423F-9694-A3393F52F2CE}" type="presOf" srcId="{45DE653C-2C23-4EC4-8FCC-EAC862472954}" destId="{8C9394AD-1E71-40E0-9C6A-8AB5DC32F470}" srcOrd="0" destOrd="0" presId="urn:microsoft.com/office/officeart/2005/8/layout/matrix3"/>
    <dgm:cxn modelId="{81CF2E67-007D-4A4B-8FDD-B3340F324280}" srcId="{DFC9F9A4-33A3-4B02-9DB5-EDAE5EDCE4F9}" destId="{832E047E-1AA8-4327-ACCF-B347358F6E11}" srcOrd="0" destOrd="0" parTransId="{6B5B2808-5999-4104-ACE7-00D9D920C91B}" sibTransId="{62DF9C04-C4AA-4850-8A30-9B6BD4493761}"/>
    <dgm:cxn modelId="{81112D6A-574B-4D63-BD60-2CAD2ED45E26}" srcId="{DFC9F9A4-33A3-4B02-9DB5-EDAE5EDCE4F9}" destId="{AB24B602-9132-47BC-B2A1-E747DE0D25AE}" srcOrd="3" destOrd="0" parTransId="{5EB7DA33-DA21-49B2-8C43-A424AC13A08E}" sibTransId="{0A1BBBB9-3BF8-4573-B34B-2B1005A55239}"/>
    <dgm:cxn modelId="{FE70D96F-255B-4458-89F5-E6B096E2BCC1}" type="presOf" srcId="{DFC9F9A4-33A3-4B02-9DB5-EDAE5EDCE4F9}" destId="{0B03C138-B31B-4237-8B3B-F83C198B3F9A}" srcOrd="0" destOrd="0" presId="urn:microsoft.com/office/officeart/2005/8/layout/matrix3"/>
    <dgm:cxn modelId="{E5E357AA-4B89-4DE7-9849-C673B5C9E15C}" srcId="{DFC9F9A4-33A3-4B02-9DB5-EDAE5EDCE4F9}" destId="{45DE653C-2C23-4EC4-8FCC-EAC862472954}" srcOrd="2" destOrd="0" parTransId="{25514078-467A-4EB8-890D-69FCD3C034FA}" sibTransId="{16082A6D-AD12-4737-88B4-B114CEEA65ED}"/>
    <dgm:cxn modelId="{1D94C0C6-190C-41DD-9693-60EA9AB340C3}" type="presOf" srcId="{AB24B602-9132-47BC-B2A1-E747DE0D25AE}" destId="{56A8F9EF-BE2E-4D90-B1C4-4A24DA02EA59}" srcOrd="0" destOrd="0" presId="urn:microsoft.com/office/officeart/2005/8/layout/matrix3"/>
    <dgm:cxn modelId="{885602E9-5A65-4D8A-B944-2454D565B7FB}" type="presOf" srcId="{31BD4772-62D3-4200-A954-F40474ADD7AE}" destId="{D926327C-C8A3-42B4-8A78-4E66692E5B0E}" srcOrd="0" destOrd="0" presId="urn:microsoft.com/office/officeart/2005/8/layout/matrix3"/>
    <dgm:cxn modelId="{7E3026F4-970A-4D0F-BBD4-3D8A7DB19510}" type="presOf" srcId="{832E047E-1AA8-4327-ACCF-B347358F6E11}" destId="{87A5F65B-2F2B-4A0F-88F7-F0B7F0EC2E53}" srcOrd="0" destOrd="0" presId="urn:microsoft.com/office/officeart/2005/8/layout/matrix3"/>
    <dgm:cxn modelId="{BF48A2C4-1889-4BB8-AD5D-9E9D5752673D}" type="presParOf" srcId="{0B03C138-B31B-4237-8B3B-F83C198B3F9A}" destId="{BE302327-C84E-4877-8FCE-659A851D4857}" srcOrd="0" destOrd="0" presId="urn:microsoft.com/office/officeart/2005/8/layout/matrix3"/>
    <dgm:cxn modelId="{92C26965-C448-4FEC-A8E1-94591B2FEB43}" type="presParOf" srcId="{0B03C138-B31B-4237-8B3B-F83C198B3F9A}" destId="{87A5F65B-2F2B-4A0F-88F7-F0B7F0EC2E53}" srcOrd="1" destOrd="0" presId="urn:microsoft.com/office/officeart/2005/8/layout/matrix3"/>
    <dgm:cxn modelId="{BC74385E-A06F-45FC-8CC4-9AAEE2AAB69C}" type="presParOf" srcId="{0B03C138-B31B-4237-8B3B-F83C198B3F9A}" destId="{D926327C-C8A3-42B4-8A78-4E66692E5B0E}" srcOrd="2" destOrd="0" presId="urn:microsoft.com/office/officeart/2005/8/layout/matrix3"/>
    <dgm:cxn modelId="{F4A98D38-907B-4D74-9982-C0FD9935101F}" type="presParOf" srcId="{0B03C138-B31B-4237-8B3B-F83C198B3F9A}" destId="{8C9394AD-1E71-40E0-9C6A-8AB5DC32F470}" srcOrd="3" destOrd="0" presId="urn:microsoft.com/office/officeart/2005/8/layout/matrix3"/>
    <dgm:cxn modelId="{59B95C22-E63F-4874-B295-E87C754C09AB}" type="presParOf" srcId="{0B03C138-B31B-4237-8B3B-F83C198B3F9A}" destId="{56A8F9EF-BE2E-4D90-B1C4-4A24DA02EA5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FC9F9A4-33A3-4B02-9DB5-EDAE5EDCE4F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832E047E-1AA8-4327-ACCF-B347358F6E11}">
      <dgm:prSet/>
      <dgm:spPr/>
      <dgm:t>
        <a:bodyPr/>
        <a:lstStyle/>
        <a:p>
          <a:r>
            <a:rPr lang="ru-RU" b="0" i="0"/>
            <a:t>1621 р.</a:t>
          </a:r>
          <a:endParaRPr lang="uk-UA"/>
        </a:p>
      </dgm:t>
    </dgm:pt>
    <dgm:pt modelId="{6B5B2808-5999-4104-ACE7-00D9D920C91B}" type="parTrans" cxnId="{81CF2E67-007D-4A4B-8FDD-B3340F324280}">
      <dgm:prSet/>
      <dgm:spPr/>
      <dgm:t>
        <a:bodyPr/>
        <a:lstStyle/>
        <a:p>
          <a:endParaRPr lang="uk-UA"/>
        </a:p>
      </dgm:t>
    </dgm:pt>
    <dgm:pt modelId="{62DF9C04-C4AA-4850-8A30-9B6BD4493761}" type="sibTrans" cxnId="{81CF2E67-007D-4A4B-8FDD-B3340F324280}">
      <dgm:prSet/>
      <dgm:spPr/>
      <dgm:t>
        <a:bodyPr/>
        <a:lstStyle/>
        <a:p>
          <a:endParaRPr lang="uk-UA"/>
        </a:p>
      </dgm:t>
    </dgm:pt>
    <dgm:pt modelId="{31BD4772-62D3-4200-A954-F40474ADD7AE}">
      <dgm:prSet/>
      <dgm:spPr/>
      <dgm:t>
        <a:bodyPr/>
        <a:lstStyle/>
        <a:p>
          <a:r>
            <a:rPr lang="ru-RU" b="0" i="0" dirty="0"/>
            <a:t>1637 р.</a:t>
          </a:r>
          <a:endParaRPr lang="uk-UA" dirty="0"/>
        </a:p>
      </dgm:t>
    </dgm:pt>
    <dgm:pt modelId="{774D6504-5198-4EF0-9885-3E2DF1C32CE2}" type="parTrans" cxnId="{6D57DA1D-DF05-401F-8AE4-744C50FD1576}">
      <dgm:prSet/>
      <dgm:spPr/>
      <dgm:t>
        <a:bodyPr/>
        <a:lstStyle/>
        <a:p>
          <a:endParaRPr lang="uk-UA"/>
        </a:p>
      </dgm:t>
    </dgm:pt>
    <dgm:pt modelId="{1CA3D942-D9D3-4755-A06C-4509DE771F9E}" type="sibTrans" cxnId="{6D57DA1D-DF05-401F-8AE4-744C50FD1576}">
      <dgm:prSet/>
      <dgm:spPr/>
      <dgm:t>
        <a:bodyPr/>
        <a:lstStyle/>
        <a:p>
          <a:endParaRPr lang="uk-UA"/>
        </a:p>
      </dgm:t>
    </dgm:pt>
    <dgm:pt modelId="{45DE653C-2C23-4EC4-8FCC-EAC862472954}">
      <dgm:prSet/>
      <dgm:spPr>
        <a:solidFill>
          <a:srgbClr val="0070C0"/>
        </a:solidFill>
      </dgm:spPr>
      <dgm:t>
        <a:bodyPr/>
        <a:lstStyle/>
        <a:p>
          <a:r>
            <a:rPr lang="ru-RU" b="0" i="0" dirty="0"/>
            <a:t>1648 р.</a:t>
          </a:r>
          <a:endParaRPr lang="uk-UA" dirty="0"/>
        </a:p>
      </dgm:t>
    </dgm:pt>
    <dgm:pt modelId="{25514078-467A-4EB8-890D-69FCD3C034FA}" type="parTrans" cxnId="{E5E357AA-4B89-4DE7-9849-C673B5C9E15C}">
      <dgm:prSet/>
      <dgm:spPr/>
      <dgm:t>
        <a:bodyPr/>
        <a:lstStyle/>
        <a:p>
          <a:endParaRPr lang="uk-UA"/>
        </a:p>
      </dgm:t>
    </dgm:pt>
    <dgm:pt modelId="{16082A6D-AD12-4737-88B4-B114CEEA65ED}" type="sibTrans" cxnId="{E5E357AA-4B89-4DE7-9849-C673B5C9E15C}">
      <dgm:prSet/>
      <dgm:spPr/>
      <dgm:t>
        <a:bodyPr/>
        <a:lstStyle/>
        <a:p>
          <a:endParaRPr lang="uk-UA"/>
        </a:p>
      </dgm:t>
    </dgm:pt>
    <dgm:pt modelId="{AB24B602-9132-47BC-B2A1-E747DE0D25AE}">
      <dgm:prSet/>
      <dgm:spPr/>
      <dgm:t>
        <a:bodyPr/>
        <a:lstStyle/>
        <a:p>
          <a:r>
            <a:rPr lang="ru-RU" b="0" i="0" dirty="0"/>
            <a:t>1654 р.</a:t>
          </a:r>
          <a:endParaRPr lang="uk-UA" dirty="0"/>
        </a:p>
      </dgm:t>
    </dgm:pt>
    <dgm:pt modelId="{5EB7DA33-DA21-49B2-8C43-A424AC13A08E}" type="parTrans" cxnId="{81112D6A-574B-4D63-BD60-2CAD2ED45E26}">
      <dgm:prSet/>
      <dgm:spPr/>
      <dgm:t>
        <a:bodyPr/>
        <a:lstStyle/>
        <a:p>
          <a:endParaRPr lang="uk-UA"/>
        </a:p>
      </dgm:t>
    </dgm:pt>
    <dgm:pt modelId="{0A1BBBB9-3BF8-4573-B34B-2B1005A55239}" type="sibTrans" cxnId="{81112D6A-574B-4D63-BD60-2CAD2ED45E26}">
      <dgm:prSet/>
      <dgm:spPr/>
      <dgm:t>
        <a:bodyPr/>
        <a:lstStyle/>
        <a:p>
          <a:endParaRPr lang="uk-UA"/>
        </a:p>
      </dgm:t>
    </dgm:pt>
    <dgm:pt modelId="{0B03C138-B31B-4237-8B3B-F83C198B3F9A}" type="pres">
      <dgm:prSet presAssocID="{DFC9F9A4-33A3-4B02-9DB5-EDAE5EDCE4F9}" presName="matrix" presStyleCnt="0">
        <dgm:presLayoutVars>
          <dgm:chMax val="1"/>
          <dgm:dir/>
          <dgm:resizeHandles val="exact"/>
        </dgm:presLayoutVars>
      </dgm:prSet>
      <dgm:spPr/>
    </dgm:pt>
    <dgm:pt modelId="{BE302327-C84E-4877-8FCE-659A851D4857}" type="pres">
      <dgm:prSet presAssocID="{DFC9F9A4-33A3-4B02-9DB5-EDAE5EDCE4F9}" presName="diamond" presStyleLbl="bgShp" presStyleIdx="0" presStyleCnt="1"/>
      <dgm:spPr/>
    </dgm:pt>
    <dgm:pt modelId="{87A5F65B-2F2B-4A0F-88F7-F0B7F0EC2E53}" type="pres">
      <dgm:prSet presAssocID="{DFC9F9A4-33A3-4B02-9DB5-EDAE5EDCE4F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926327C-C8A3-42B4-8A78-4E66692E5B0E}" type="pres">
      <dgm:prSet presAssocID="{DFC9F9A4-33A3-4B02-9DB5-EDAE5EDCE4F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C9394AD-1E71-40E0-9C6A-8AB5DC32F470}" type="pres">
      <dgm:prSet presAssocID="{DFC9F9A4-33A3-4B02-9DB5-EDAE5EDCE4F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6A8F9EF-BE2E-4D90-B1C4-4A24DA02EA59}" type="pres">
      <dgm:prSet presAssocID="{DFC9F9A4-33A3-4B02-9DB5-EDAE5EDCE4F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D57DA1D-DF05-401F-8AE4-744C50FD1576}" srcId="{DFC9F9A4-33A3-4B02-9DB5-EDAE5EDCE4F9}" destId="{31BD4772-62D3-4200-A954-F40474ADD7AE}" srcOrd="1" destOrd="0" parTransId="{774D6504-5198-4EF0-9885-3E2DF1C32CE2}" sibTransId="{1CA3D942-D9D3-4755-A06C-4509DE771F9E}"/>
    <dgm:cxn modelId="{61B8DB28-D784-423F-9694-A3393F52F2CE}" type="presOf" srcId="{45DE653C-2C23-4EC4-8FCC-EAC862472954}" destId="{8C9394AD-1E71-40E0-9C6A-8AB5DC32F470}" srcOrd="0" destOrd="0" presId="urn:microsoft.com/office/officeart/2005/8/layout/matrix3"/>
    <dgm:cxn modelId="{81CF2E67-007D-4A4B-8FDD-B3340F324280}" srcId="{DFC9F9A4-33A3-4B02-9DB5-EDAE5EDCE4F9}" destId="{832E047E-1AA8-4327-ACCF-B347358F6E11}" srcOrd="0" destOrd="0" parTransId="{6B5B2808-5999-4104-ACE7-00D9D920C91B}" sibTransId="{62DF9C04-C4AA-4850-8A30-9B6BD4493761}"/>
    <dgm:cxn modelId="{81112D6A-574B-4D63-BD60-2CAD2ED45E26}" srcId="{DFC9F9A4-33A3-4B02-9DB5-EDAE5EDCE4F9}" destId="{AB24B602-9132-47BC-B2A1-E747DE0D25AE}" srcOrd="3" destOrd="0" parTransId="{5EB7DA33-DA21-49B2-8C43-A424AC13A08E}" sibTransId="{0A1BBBB9-3BF8-4573-B34B-2B1005A55239}"/>
    <dgm:cxn modelId="{FE70D96F-255B-4458-89F5-E6B096E2BCC1}" type="presOf" srcId="{DFC9F9A4-33A3-4B02-9DB5-EDAE5EDCE4F9}" destId="{0B03C138-B31B-4237-8B3B-F83C198B3F9A}" srcOrd="0" destOrd="0" presId="urn:microsoft.com/office/officeart/2005/8/layout/matrix3"/>
    <dgm:cxn modelId="{E5E357AA-4B89-4DE7-9849-C673B5C9E15C}" srcId="{DFC9F9A4-33A3-4B02-9DB5-EDAE5EDCE4F9}" destId="{45DE653C-2C23-4EC4-8FCC-EAC862472954}" srcOrd="2" destOrd="0" parTransId="{25514078-467A-4EB8-890D-69FCD3C034FA}" sibTransId="{16082A6D-AD12-4737-88B4-B114CEEA65ED}"/>
    <dgm:cxn modelId="{1D94C0C6-190C-41DD-9693-60EA9AB340C3}" type="presOf" srcId="{AB24B602-9132-47BC-B2A1-E747DE0D25AE}" destId="{56A8F9EF-BE2E-4D90-B1C4-4A24DA02EA59}" srcOrd="0" destOrd="0" presId="urn:microsoft.com/office/officeart/2005/8/layout/matrix3"/>
    <dgm:cxn modelId="{885602E9-5A65-4D8A-B944-2454D565B7FB}" type="presOf" srcId="{31BD4772-62D3-4200-A954-F40474ADD7AE}" destId="{D926327C-C8A3-42B4-8A78-4E66692E5B0E}" srcOrd="0" destOrd="0" presId="urn:microsoft.com/office/officeart/2005/8/layout/matrix3"/>
    <dgm:cxn modelId="{7E3026F4-970A-4D0F-BBD4-3D8A7DB19510}" type="presOf" srcId="{832E047E-1AA8-4327-ACCF-B347358F6E11}" destId="{87A5F65B-2F2B-4A0F-88F7-F0B7F0EC2E53}" srcOrd="0" destOrd="0" presId="urn:microsoft.com/office/officeart/2005/8/layout/matrix3"/>
    <dgm:cxn modelId="{BF48A2C4-1889-4BB8-AD5D-9E9D5752673D}" type="presParOf" srcId="{0B03C138-B31B-4237-8B3B-F83C198B3F9A}" destId="{BE302327-C84E-4877-8FCE-659A851D4857}" srcOrd="0" destOrd="0" presId="urn:microsoft.com/office/officeart/2005/8/layout/matrix3"/>
    <dgm:cxn modelId="{92C26965-C448-4FEC-A8E1-94591B2FEB43}" type="presParOf" srcId="{0B03C138-B31B-4237-8B3B-F83C198B3F9A}" destId="{87A5F65B-2F2B-4A0F-88F7-F0B7F0EC2E53}" srcOrd="1" destOrd="0" presId="urn:microsoft.com/office/officeart/2005/8/layout/matrix3"/>
    <dgm:cxn modelId="{BC74385E-A06F-45FC-8CC4-9AAEE2AAB69C}" type="presParOf" srcId="{0B03C138-B31B-4237-8B3B-F83C198B3F9A}" destId="{D926327C-C8A3-42B4-8A78-4E66692E5B0E}" srcOrd="2" destOrd="0" presId="urn:microsoft.com/office/officeart/2005/8/layout/matrix3"/>
    <dgm:cxn modelId="{F4A98D38-907B-4D74-9982-C0FD9935101F}" type="presParOf" srcId="{0B03C138-B31B-4237-8B3B-F83C198B3F9A}" destId="{8C9394AD-1E71-40E0-9C6A-8AB5DC32F470}" srcOrd="3" destOrd="0" presId="urn:microsoft.com/office/officeart/2005/8/layout/matrix3"/>
    <dgm:cxn modelId="{59B95C22-E63F-4874-B295-E87C754C09AB}" type="presParOf" srcId="{0B03C138-B31B-4237-8B3B-F83C198B3F9A}" destId="{56A8F9EF-BE2E-4D90-B1C4-4A24DA02EA5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B37E30A-7A26-44F4-A459-92B01C2B2043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C05F067-4DD3-459E-8CE3-05E98C7D5288}">
      <dgm:prSet/>
      <dgm:spPr/>
      <dgm:t>
        <a:bodyPr/>
        <a:lstStyle/>
        <a:p>
          <a:r>
            <a:rPr lang="ru-RU" b="0" i="0"/>
            <a:t>1646–1654 рр.</a:t>
          </a:r>
          <a:endParaRPr lang="uk-UA"/>
        </a:p>
      </dgm:t>
    </dgm:pt>
    <dgm:pt modelId="{015DE285-7616-4F46-AAA7-5C26DF92D771}" type="parTrans" cxnId="{52500391-5B4F-456C-9F58-5AABD04793F6}">
      <dgm:prSet/>
      <dgm:spPr/>
      <dgm:t>
        <a:bodyPr/>
        <a:lstStyle/>
        <a:p>
          <a:endParaRPr lang="uk-UA"/>
        </a:p>
      </dgm:t>
    </dgm:pt>
    <dgm:pt modelId="{0E4A095B-338C-418E-BA95-351982663DAB}" type="sibTrans" cxnId="{52500391-5B4F-456C-9F58-5AABD04793F6}">
      <dgm:prSet/>
      <dgm:spPr/>
      <dgm:t>
        <a:bodyPr/>
        <a:lstStyle/>
        <a:p>
          <a:endParaRPr lang="uk-UA"/>
        </a:p>
      </dgm:t>
    </dgm:pt>
    <dgm:pt modelId="{1E6CF46E-A7B4-4E86-AA48-DA6A9A011F5D}">
      <dgm:prSet/>
      <dgm:spPr/>
      <dgm:t>
        <a:bodyPr/>
        <a:lstStyle/>
        <a:p>
          <a:r>
            <a:rPr lang="ru-RU" b="0" i="0"/>
            <a:t>1648–1657 рр.</a:t>
          </a:r>
          <a:endParaRPr lang="uk-UA"/>
        </a:p>
      </dgm:t>
    </dgm:pt>
    <dgm:pt modelId="{3C8863A1-741F-4FC0-B866-DD8EDEE7509E}" type="parTrans" cxnId="{AEA7EFA4-D97F-4B11-8BB5-BBA26C83956A}">
      <dgm:prSet/>
      <dgm:spPr/>
      <dgm:t>
        <a:bodyPr/>
        <a:lstStyle/>
        <a:p>
          <a:endParaRPr lang="uk-UA"/>
        </a:p>
      </dgm:t>
    </dgm:pt>
    <dgm:pt modelId="{C2B05E2F-FCF8-4DCC-93B4-BE1399166F26}" type="sibTrans" cxnId="{AEA7EFA4-D97F-4B11-8BB5-BBA26C83956A}">
      <dgm:prSet/>
      <dgm:spPr/>
      <dgm:t>
        <a:bodyPr/>
        <a:lstStyle/>
        <a:p>
          <a:endParaRPr lang="uk-UA"/>
        </a:p>
      </dgm:t>
    </dgm:pt>
    <dgm:pt modelId="{BCB57A7F-8FEB-4D5E-9486-6B8BCF9684E1}">
      <dgm:prSet/>
      <dgm:spPr/>
      <dgm:t>
        <a:bodyPr/>
        <a:lstStyle/>
        <a:p>
          <a:r>
            <a:rPr lang="ru-RU" b="0" i="0" dirty="0"/>
            <a:t>1650–1659 </a:t>
          </a:r>
          <a:r>
            <a:rPr lang="ru-RU" b="0" i="0" dirty="0" err="1"/>
            <a:t>рр</a:t>
          </a:r>
          <a:r>
            <a:rPr lang="ru-RU" b="0" i="0" dirty="0"/>
            <a:t>.</a:t>
          </a:r>
          <a:endParaRPr lang="uk-UA" dirty="0"/>
        </a:p>
      </dgm:t>
    </dgm:pt>
    <dgm:pt modelId="{B5802D1B-BD34-480D-A7F8-7D4F92921A05}" type="parTrans" cxnId="{3BD9A347-4C4A-46A5-8638-C43D1BD21C0F}">
      <dgm:prSet/>
      <dgm:spPr/>
      <dgm:t>
        <a:bodyPr/>
        <a:lstStyle/>
        <a:p>
          <a:endParaRPr lang="uk-UA"/>
        </a:p>
      </dgm:t>
    </dgm:pt>
    <dgm:pt modelId="{1F321BEB-C89F-45CB-B83D-FE0BB1C097C2}" type="sibTrans" cxnId="{3BD9A347-4C4A-46A5-8638-C43D1BD21C0F}">
      <dgm:prSet/>
      <dgm:spPr/>
      <dgm:t>
        <a:bodyPr/>
        <a:lstStyle/>
        <a:p>
          <a:endParaRPr lang="uk-UA"/>
        </a:p>
      </dgm:t>
    </dgm:pt>
    <dgm:pt modelId="{91FBC3D3-98E3-46DB-9035-31F06169B7FF}">
      <dgm:prSet/>
      <dgm:spPr/>
      <dgm:t>
        <a:bodyPr/>
        <a:lstStyle/>
        <a:p>
          <a:r>
            <a:rPr lang="ru-RU" b="0" i="0" dirty="0"/>
            <a:t>1652–1663 </a:t>
          </a:r>
          <a:r>
            <a:rPr lang="ru-RU" b="0" i="0" dirty="0" err="1"/>
            <a:t>рр</a:t>
          </a:r>
          <a:r>
            <a:rPr lang="ru-RU" b="0" i="0" dirty="0"/>
            <a:t>.</a:t>
          </a:r>
          <a:endParaRPr lang="uk-UA" dirty="0"/>
        </a:p>
      </dgm:t>
    </dgm:pt>
    <dgm:pt modelId="{6D1D13DE-1497-4579-8C26-644A0602AB29}" type="parTrans" cxnId="{049961EB-2B10-4C5A-A806-EC3B92F0E3E6}">
      <dgm:prSet/>
      <dgm:spPr/>
      <dgm:t>
        <a:bodyPr/>
        <a:lstStyle/>
        <a:p>
          <a:endParaRPr lang="uk-UA"/>
        </a:p>
      </dgm:t>
    </dgm:pt>
    <dgm:pt modelId="{BBAC5C22-1EED-4188-9B2F-0FA81FC46F69}" type="sibTrans" cxnId="{049961EB-2B10-4C5A-A806-EC3B92F0E3E6}">
      <dgm:prSet/>
      <dgm:spPr/>
      <dgm:t>
        <a:bodyPr/>
        <a:lstStyle/>
        <a:p>
          <a:endParaRPr lang="uk-UA"/>
        </a:p>
      </dgm:t>
    </dgm:pt>
    <dgm:pt modelId="{04D1930B-AF2E-4522-8101-E37042C0FA47}" type="pres">
      <dgm:prSet presAssocID="{BB37E30A-7A26-44F4-A459-92B01C2B2043}" presName="matrix" presStyleCnt="0">
        <dgm:presLayoutVars>
          <dgm:chMax val="1"/>
          <dgm:dir/>
          <dgm:resizeHandles val="exact"/>
        </dgm:presLayoutVars>
      </dgm:prSet>
      <dgm:spPr/>
    </dgm:pt>
    <dgm:pt modelId="{0DB84269-B7F6-4E60-B3CB-7C7E585F06E7}" type="pres">
      <dgm:prSet presAssocID="{BB37E30A-7A26-44F4-A459-92B01C2B2043}" presName="diamond" presStyleLbl="bgShp" presStyleIdx="0" presStyleCnt="1"/>
      <dgm:spPr/>
    </dgm:pt>
    <dgm:pt modelId="{76098A78-4547-4BE0-94CC-0D4A85190EBE}" type="pres">
      <dgm:prSet presAssocID="{BB37E30A-7A26-44F4-A459-92B01C2B204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1EFFC73-E7A9-4CF6-847B-A884452CE2AD}" type="pres">
      <dgm:prSet presAssocID="{BB37E30A-7A26-44F4-A459-92B01C2B204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34CEB2B-DF68-4C03-B66D-1E29F3FF710D}" type="pres">
      <dgm:prSet presAssocID="{BB37E30A-7A26-44F4-A459-92B01C2B204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258D42C-256F-4A02-AD12-76BF50405D29}" type="pres">
      <dgm:prSet presAssocID="{BB37E30A-7A26-44F4-A459-92B01C2B204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8BB4F41-BD4B-4B04-95BA-598212EFF77E}" type="presOf" srcId="{BB37E30A-7A26-44F4-A459-92B01C2B2043}" destId="{04D1930B-AF2E-4522-8101-E37042C0FA47}" srcOrd="0" destOrd="0" presId="urn:microsoft.com/office/officeart/2005/8/layout/matrix3"/>
    <dgm:cxn modelId="{3BD9A347-4C4A-46A5-8638-C43D1BD21C0F}" srcId="{BB37E30A-7A26-44F4-A459-92B01C2B2043}" destId="{BCB57A7F-8FEB-4D5E-9486-6B8BCF9684E1}" srcOrd="2" destOrd="0" parTransId="{B5802D1B-BD34-480D-A7F8-7D4F92921A05}" sibTransId="{1F321BEB-C89F-45CB-B83D-FE0BB1C097C2}"/>
    <dgm:cxn modelId="{61627E7F-AB49-4358-AC10-22EEA7199795}" type="presOf" srcId="{BC05F067-4DD3-459E-8CE3-05E98C7D5288}" destId="{76098A78-4547-4BE0-94CC-0D4A85190EBE}" srcOrd="0" destOrd="0" presId="urn:microsoft.com/office/officeart/2005/8/layout/matrix3"/>
    <dgm:cxn modelId="{52500391-5B4F-456C-9F58-5AABD04793F6}" srcId="{BB37E30A-7A26-44F4-A459-92B01C2B2043}" destId="{BC05F067-4DD3-459E-8CE3-05E98C7D5288}" srcOrd="0" destOrd="0" parTransId="{015DE285-7616-4F46-AAA7-5C26DF92D771}" sibTransId="{0E4A095B-338C-418E-BA95-351982663DAB}"/>
    <dgm:cxn modelId="{9496B493-B146-417D-BA1C-2A256BCBFD87}" type="presOf" srcId="{91FBC3D3-98E3-46DB-9035-31F06169B7FF}" destId="{E258D42C-256F-4A02-AD12-76BF50405D29}" srcOrd="0" destOrd="0" presId="urn:microsoft.com/office/officeart/2005/8/layout/matrix3"/>
    <dgm:cxn modelId="{AEA7EFA4-D97F-4B11-8BB5-BBA26C83956A}" srcId="{BB37E30A-7A26-44F4-A459-92B01C2B2043}" destId="{1E6CF46E-A7B4-4E86-AA48-DA6A9A011F5D}" srcOrd="1" destOrd="0" parTransId="{3C8863A1-741F-4FC0-B866-DD8EDEE7509E}" sibTransId="{C2B05E2F-FCF8-4DCC-93B4-BE1399166F26}"/>
    <dgm:cxn modelId="{D57EB5DA-F602-4261-91D0-CA8DFD063A93}" type="presOf" srcId="{BCB57A7F-8FEB-4D5E-9486-6B8BCF9684E1}" destId="{134CEB2B-DF68-4C03-B66D-1E29F3FF710D}" srcOrd="0" destOrd="0" presId="urn:microsoft.com/office/officeart/2005/8/layout/matrix3"/>
    <dgm:cxn modelId="{BA5641E0-F20B-4977-8C76-C0FE97510E47}" type="presOf" srcId="{1E6CF46E-A7B4-4E86-AA48-DA6A9A011F5D}" destId="{F1EFFC73-E7A9-4CF6-847B-A884452CE2AD}" srcOrd="0" destOrd="0" presId="urn:microsoft.com/office/officeart/2005/8/layout/matrix3"/>
    <dgm:cxn modelId="{049961EB-2B10-4C5A-A806-EC3B92F0E3E6}" srcId="{BB37E30A-7A26-44F4-A459-92B01C2B2043}" destId="{91FBC3D3-98E3-46DB-9035-31F06169B7FF}" srcOrd="3" destOrd="0" parTransId="{6D1D13DE-1497-4579-8C26-644A0602AB29}" sibTransId="{BBAC5C22-1EED-4188-9B2F-0FA81FC46F69}"/>
    <dgm:cxn modelId="{E06D5FE8-632A-48AD-A0BE-62C02F7FD50F}" type="presParOf" srcId="{04D1930B-AF2E-4522-8101-E37042C0FA47}" destId="{0DB84269-B7F6-4E60-B3CB-7C7E585F06E7}" srcOrd="0" destOrd="0" presId="urn:microsoft.com/office/officeart/2005/8/layout/matrix3"/>
    <dgm:cxn modelId="{694FD074-3054-46C4-9D99-772BE0946329}" type="presParOf" srcId="{04D1930B-AF2E-4522-8101-E37042C0FA47}" destId="{76098A78-4547-4BE0-94CC-0D4A85190EBE}" srcOrd="1" destOrd="0" presId="urn:microsoft.com/office/officeart/2005/8/layout/matrix3"/>
    <dgm:cxn modelId="{780B3AEA-E302-4AFB-B2B1-28D8DFAF9B0F}" type="presParOf" srcId="{04D1930B-AF2E-4522-8101-E37042C0FA47}" destId="{F1EFFC73-E7A9-4CF6-847B-A884452CE2AD}" srcOrd="2" destOrd="0" presId="urn:microsoft.com/office/officeart/2005/8/layout/matrix3"/>
    <dgm:cxn modelId="{EA9E2886-93DF-436E-9BE8-D3D89D5C8541}" type="presParOf" srcId="{04D1930B-AF2E-4522-8101-E37042C0FA47}" destId="{134CEB2B-DF68-4C03-B66D-1E29F3FF710D}" srcOrd="3" destOrd="0" presId="urn:microsoft.com/office/officeart/2005/8/layout/matrix3"/>
    <dgm:cxn modelId="{CAE848FB-0E78-441E-972D-FE1CF2F4F8D4}" type="presParOf" srcId="{04D1930B-AF2E-4522-8101-E37042C0FA47}" destId="{E258D42C-256F-4A02-AD12-76BF50405D2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3C00691-EF45-44AA-B005-1F3C0FCD90F7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4B224D7-2645-483B-A2F1-6E0FC8BF4058}">
      <dgm:prSet/>
      <dgm:spPr/>
      <dgm:t>
        <a:bodyPr/>
        <a:lstStyle/>
        <a:p>
          <a:r>
            <a:rPr lang="uk-UA" b="0" i="0"/>
            <a:t>П. Конашевич-Сагайдачний</a:t>
          </a:r>
          <a:endParaRPr lang="uk-UA"/>
        </a:p>
      </dgm:t>
    </dgm:pt>
    <dgm:pt modelId="{159427C6-3BBF-4BE3-828C-F07DAABA5C0F}" type="parTrans" cxnId="{2F71171E-1E6B-45A1-8469-CD4128C9CC4A}">
      <dgm:prSet/>
      <dgm:spPr/>
      <dgm:t>
        <a:bodyPr/>
        <a:lstStyle/>
        <a:p>
          <a:endParaRPr lang="uk-UA"/>
        </a:p>
      </dgm:t>
    </dgm:pt>
    <dgm:pt modelId="{05E7EAB5-DAF1-4391-9B33-5C3435D22918}" type="sibTrans" cxnId="{2F71171E-1E6B-45A1-8469-CD4128C9CC4A}">
      <dgm:prSet/>
      <dgm:spPr/>
      <dgm:t>
        <a:bodyPr/>
        <a:lstStyle/>
        <a:p>
          <a:endParaRPr lang="uk-UA"/>
        </a:p>
      </dgm:t>
    </dgm:pt>
    <dgm:pt modelId="{48551AC3-0C60-466A-92D7-DFBF27D91DFF}">
      <dgm:prSet/>
      <dgm:spPr/>
      <dgm:t>
        <a:bodyPr/>
        <a:lstStyle/>
        <a:p>
          <a:r>
            <a:rPr lang="uk-UA" b="0" i="0" dirty="0"/>
            <a:t>Б. </a:t>
          </a:r>
          <a:r>
            <a:rPr lang="uk-UA" b="0" i="0" dirty="0" err="1"/>
            <a:t>Хмельницькии</a:t>
          </a:r>
          <a:r>
            <a:rPr lang="uk-UA" b="0" i="0" dirty="0"/>
            <a:t>̆</a:t>
          </a:r>
          <a:endParaRPr lang="uk-UA" dirty="0"/>
        </a:p>
      </dgm:t>
    </dgm:pt>
    <dgm:pt modelId="{D60548F3-CC82-4283-A6CB-D355F4EE7DDB}" type="parTrans" cxnId="{D84123DF-D387-4403-BADE-8A2A87A279D3}">
      <dgm:prSet/>
      <dgm:spPr/>
      <dgm:t>
        <a:bodyPr/>
        <a:lstStyle/>
        <a:p>
          <a:endParaRPr lang="uk-UA"/>
        </a:p>
      </dgm:t>
    </dgm:pt>
    <dgm:pt modelId="{9080420B-804D-4221-8D66-378FC8965970}" type="sibTrans" cxnId="{D84123DF-D387-4403-BADE-8A2A87A279D3}">
      <dgm:prSet/>
      <dgm:spPr/>
      <dgm:t>
        <a:bodyPr/>
        <a:lstStyle/>
        <a:p>
          <a:endParaRPr lang="uk-UA"/>
        </a:p>
      </dgm:t>
    </dgm:pt>
    <dgm:pt modelId="{8E95F5D5-B1F8-43C8-A1F5-21CE06F1CE2B}">
      <dgm:prSet/>
      <dgm:spPr/>
      <dgm:t>
        <a:bodyPr/>
        <a:lstStyle/>
        <a:p>
          <a:r>
            <a:rPr lang="uk-UA" b="0" i="0"/>
            <a:t>С. Наливайко</a:t>
          </a:r>
          <a:endParaRPr lang="uk-UA"/>
        </a:p>
      </dgm:t>
    </dgm:pt>
    <dgm:pt modelId="{FE2E55A6-B1A4-46D8-9BF0-E0902AEB332B}" type="parTrans" cxnId="{59F7F25D-553A-40D0-A9D8-E667DF18A494}">
      <dgm:prSet/>
      <dgm:spPr/>
      <dgm:t>
        <a:bodyPr/>
        <a:lstStyle/>
        <a:p>
          <a:endParaRPr lang="uk-UA"/>
        </a:p>
      </dgm:t>
    </dgm:pt>
    <dgm:pt modelId="{A0163AB9-3203-48E2-A736-16071F668120}" type="sibTrans" cxnId="{59F7F25D-553A-40D0-A9D8-E667DF18A494}">
      <dgm:prSet/>
      <dgm:spPr/>
      <dgm:t>
        <a:bodyPr/>
        <a:lstStyle/>
        <a:p>
          <a:endParaRPr lang="uk-UA"/>
        </a:p>
      </dgm:t>
    </dgm:pt>
    <dgm:pt modelId="{E3E79BB6-982A-43FD-A656-062D139DC9E0}">
      <dgm:prSet/>
      <dgm:spPr/>
      <dgm:t>
        <a:bodyPr/>
        <a:lstStyle/>
        <a:p>
          <a:r>
            <a:rPr lang="uk-UA" b="0" i="0" dirty="0"/>
            <a:t>І. Сірко</a:t>
          </a:r>
          <a:endParaRPr lang="uk-UA" dirty="0"/>
        </a:p>
      </dgm:t>
    </dgm:pt>
    <dgm:pt modelId="{7E874AC5-66E8-4053-B2BA-D5DFD1CEE058}" type="parTrans" cxnId="{F9EE05E7-C03A-4156-ACEA-05EC666C4A77}">
      <dgm:prSet/>
      <dgm:spPr/>
      <dgm:t>
        <a:bodyPr/>
        <a:lstStyle/>
        <a:p>
          <a:endParaRPr lang="uk-UA"/>
        </a:p>
      </dgm:t>
    </dgm:pt>
    <dgm:pt modelId="{EEC9EB25-A9B4-4CC7-A730-48F68B3C152F}" type="sibTrans" cxnId="{F9EE05E7-C03A-4156-ACEA-05EC666C4A77}">
      <dgm:prSet/>
      <dgm:spPr/>
      <dgm:t>
        <a:bodyPr/>
        <a:lstStyle/>
        <a:p>
          <a:endParaRPr lang="uk-UA"/>
        </a:p>
      </dgm:t>
    </dgm:pt>
    <dgm:pt modelId="{C4F78291-C8E0-4D5A-A4C2-09421FC81E3B}" type="pres">
      <dgm:prSet presAssocID="{63C00691-EF45-44AA-B005-1F3C0FCD90F7}" presName="linearFlow" presStyleCnt="0">
        <dgm:presLayoutVars>
          <dgm:dir/>
          <dgm:resizeHandles val="exact"/>
        </dgm:presLayoutVars>
      </dgm:prSet>
      <dgm:spPr/>
    </dgm:pt>
    <dgm:pt modelId="{FBBE8B10-8A01-496A-A7FD-CD53019E692F}" type="pres">
      <dgm:prSet presAssocID="{A4B224D7-2645-483B-A2F1-6E0FC8BF4058}" presName="composite" presStyleCnt="0"/>
      <dgm:spPr/>
    </dgm:pt>
    <dgm:pt modelId="{D0363D44-4D9A-41E4-AF20-0647AE759279}" type="pres">
      <dgm:prSet presAssocID="{A4B224D7-2645-483B-A2F1-6E0FC8BF4058}" presName="imgShp" presStyleLbl="fgImgPlace1" presStyleIdx="0" presStyleCnt="4"/>
      <dgm:spPr/>
    </dgm:pt>
    <dgm:pt modelId="{9C616489-5817-4410-A804-BD9A1CC8191D}" type="pres">
      <dgm:prSet presAssocID="{A4B224D7-2645-483B-A2F1-6E0FC8BF4058}" presName="txShp" presStyleLbl="node1" presStyleIdx="0" presStyleCnt="4">
        <dgm:presLayoutVars>
          <dgm:bulletEnabled val="1"/>
        </dgm:presLayoutVars>
      </dgm:prSet>
      <dgm:spPr/>
    </dgm:pt>
    <dgm:pt modelId="{41CA9B93-561F-465B-852A-20560047DE4C}" type="pres">
      <dgm:prSet presAssocID="{05E7EAB5-DAF1-4391-9B33-5C3435D22918}" presName="spacing" presStyleCnt="0"/>
      <dgm:spPr/>
    </dgm:pt>
    <dgm:pt modelId="{0EB00D87-624F-4D81-A81F-9DF6A7C3A578}" type="pres">
      <dgm:prSet presAssocID="{48551AC3-0C60-466A-92D7-DFBF27D91DFF}" presName="composite" presStyleCnt="0"/>
      <dgm:spPr/>
    </dgm:pt>
    <dgm:pt modelId="{3A0B239D-2434-4E62-B724-1A50C2AADA95}" type="pres">
      <dgm:prSet presAssocID="{48551AC3-0C60-466A-92D7-DFBF27D91DFF}" presName="imgShp" presStyleLbl="fgImgPlace1" presStyleIdx="1" presStyleCnt="4"/>
      <dgm:spPr/>
    </dgm:pt>
    <dgm:pt modelId="{9F9DDFA8-7BC7-4A69-8471-7D71ADF82359}" type="pres">
      <dgm:prSet presAssocID="{48551AC3-0C60-466A-92D7-DFBF27D91DFF}" presName="txShp" presStyleLbl="node1" presStyleIdx="1" presStyleCnt="4">
        <dgm:presLayoutVars>
          <dgm:bulletEnabled val="1"/>
        </dgm:presLayoutVars>
      </dgm:prSet>
      <dgm:spPr/>
    </dgm:pt>
    <dgm:pt modelId="{53232C14-2E03-4970-9E16-5002CD85B2D6}" type="pres">
      <dgm:prSet presAssocID="{9080420B-804D-4221-8D66-378FC8965970}" presName="spacing" presStyleCnt="0"/>
      <dgm:spPr/>
    </dgm:pt>
    <dgm:pt modelId="{3A3B1623-E843-4B99-9506-F54720545A71}" type="pres">
      <dgm:prSet presAssocID="{8E95F5D5-B1F8-43C8-A1F5-21CE06F1CE2B}" presName="composite" presStyleCnt="0"/>
      <dgm:spPr/>
    </dgm:pt>
    <dgm:pt modelId="{836C4ADE-5979-4121-8BEE-A7A34C1ADDAD}" type="pres">
      <dgm:prSet presAssocID="{8E95F5D5-B1F8-43C8-A1F5-21CE06F1CE2B}" presName="imgShp" presStyleLbl="fgImgPlace1" presStyleIdx="2" presStyleCnt="4"/>
      <dgm:spPr/>
    </dgm:pt>
    <dgm:pt modelId="{CE649ABD-74E6-46A5-AA4C-D22EC851EF8D}" type="pres">
      <dgm:prSet presAssocID="{8E95F5D5-B1F8-43C8-A1F5-21CE06F1CE2B}" presName="txShp" presStyleLbl="node1" presStyleIdx="2" presStyleCnt="4">
        <dgm:presLayoutVars>
          <dgm:bulletEnabled val="1"/>
        </dgm:presLayoutVars>
      </dgm:prSet>
      <dgm:spPr/>
    </dgm:pt>
    <dgm:pt modelId="{0F2EF2D6-F601-4AEF-AC56-E9815C88588D}" type="pres">
      <dgm:prSet presAssocID="{A0163AB9-3203-48E2-A736-16071F668120}" presName="spacing" presStyleCnt="0"/>
      <dgm:spPr/>
    </dgm:pt>
    <dgm:pt modelId="{DB51CE89-7994-4D9F-9F71-4F6223AD51F1}" type="pres">
      <dgm:prSet presAssocID="{E3E79BB6-982A-43FD-A656-062D139DC9E0}" presName="composite" presStyleCnt="0"/>
      <dgm:spPr/>
    </dgm:pt>
    <dgm:pt modelId="{DB727D27-DF1B-413D-827E-C247EE12CB28}" type="pres">
      <dgm:prSet presAssocID="{E3E79BB6-982A-43FD-A656-062D139DC9E0}" presName="imgShp" presStyleLbl="fgImgPlace1" presStyleIdx="3" presStyleCnt="4"/>
      <dgm:spPr/>
    </dgm:pt>
    <dgm:pt modelId="{AFB6256C-CE8F-46E4-8444-0853D26AA822}" type="pres">
      <dgm:prSet presAssocID="{E3E79BB6-982A-43FD-A656-062D139DC9E0}" presName="txShp" presStyleLbl="node1" presStyleIdx="3" presStyleCnt="4">
        <dgm:presLayoutVars>
          <dgm:bulletEnabled val="1"/>
        </dgm:presLayoutVars>
      </dgm:prSet>
      <dgm:spPr/>
    </dgm:pt>
  </dgm:ptLst>
  <dgm:cxnLst>
    <dgm:cxn modelId="{2F71171E-1E6B-45A1-8469-CD4128C9CC4A}" srcId="{63C00691-EF45-44AA-B005-1F3C0FCD90F7}" destId="{A4B224D7-2645-483B-A2F1-6E0FC8BF4058}" srcOrd="0" destOrd="0" parTransId="{159427C6-3BBF-4BE3-828C-F07DAABA5C0F}" sibTransId="{05E7EAB5-DAF1-4391-9B33-5C3435D22918}"/>
    <dgm:cxn modelId="{59F7F25D-553A-40D0-A9D8-E667DF18A494}" srcId="{63C00691-EF45-44AA-B005-1F3C0FCD90F7}" destId="{8E95F5D5-B1F8-43C8-A1F5-21CE06F1CE2B}" srcOrd="2" destOrd="0" parTransId="{FE2E55A6-B1A4-46D8-9BF0-E0902AEB332B}" sibTransId="{A0163AB9-3203-48E2-A736-16071F668120}"/>
    <dgm:cxn modelId="{B896B349-DC31-45F9-8140-97DE9E98E330}" type="presOf" srcId="{63C00691-EF45-44AA-B005-1F3C0FCD90F7}" destId="{C4F78291-C8E0-4D5A-A4C2-09421FC81E3B}" srcOrd="0" destOrd="0" presId="urn:microsoft.com/office/officeart/2005/8/layout/vList3"/>
    <dgm:cxn modelId="{04816498-1A73-4D41-8666-15C30EF34FB0}" type="presOf" srcId="{A4B224D7-2645-483B-A2F1-6E0FC8BF4058}" destId="{9C616489-5817-4410-A804-BD9A1CC8191D}" srcOrd="0" destOrd="0" presId="urn:microsoft.com/office/officeart/2005/8/layout/vList3"/>
    <dgm:cxn modelId="{EB49C1C4-B3B9-4FEF-B001-11554EC02A08}" type="presOf" srcId="{E3E79BB6-982A-43FD-A656-062D139DC9E0}" destId="{AFB6256C-CE8F-46E4-8444-0853D26AA822}" srcOrd="0" destOrd="0" presId="urn:microsoft.com/office/officeart/2005/8/layout/vList3"/>
    <dgm:cxn modelId="{0C52AED1-33C9-4E13-984B-4DB639A5E679}" type="presOf" srcId="{8E95F5D5-B1F8-43C8-A1F5-21CE06F1CE2B}" destId="{CE649ABD-74E6-46A5-AA4C-D22EC851EF8D}" srcOrd="0" destOrd="0" presId="urn:microsoft.com/office/officeart/2005/8/layout/vList3"/>
    <dgm:cxn modelId="{D84123DF-D387-4403-BADE-8A2A87A279D3}" srcId="{63C00691-EF45-44AA-B005-1F3C0FCD90F7}" destId="{48551AC3-0C60-466A-92D7-DFBF27D91DFF}" srcOrd="1" destOrd="0" parTransId="{D60548F3-CC82-4283-A6CB-D355F4EE7DDB}" sibTransId="{9080420B-804D-4221-8D66-378FC8965970}"/>
    <dgm:cxn modelId="{F9EE05E7-C03A-4156-ACEA-05EC666C4A77}" srcId="{63C00691-EF45-44AA-B005-1F3C0FCD90F7}" destId="{E3E79BB6-982A-43FD-A656-062D139DC9E0}" srcOrd="3" destOrd="0" parTransId="{7E874AC5-66E8-4053-B2BA-D5DFD1CEE058}" sibTransId="{EEC9EB25-A9B4-4CC7-A730-48F68B3C152F}"/>
    <dgm:cxn modelId="{4D80D5F4-04DF-4C48-B7CB-C3ACC7EE3DD3}" type="presOf" srcId="{48551AC3-0C60-466A-92D7-DFBF27D91DFF}" destId="{9F9DDFA8-7BC7-4A69-8471-7D71ADF82359}" srcOrd="0" destOrd="0" presId="urn:microsoft.com/office/officeart/2005/8/layout/vList3"/>
    <dgm:cxn modelId="{4A6DB1D9-6DC4-4331-90B1-351BFFC8B1F6}" type="presParOf" srcId="{C4F78291-C8E0-4D5A-A4C2-09421FC81E3B}" destId="{FBBE8B10-8A01-496A-A7FD-CD53019E692F}" srcOrd="0" destOrd="0" presId="urn:microsoft.com/office/officeart/2005/8/layout/vList3"/>
    <dgm:cxn modelId="{D3AD1391-A7E2-45F9-ACD5-1A4334550980}" type="presParOf" srcId="{FBBE8B10-8A01-496A-A7FD-CD53019E692F}" destId="{D0363D44-4D9A-41E4-AF20-0647AE759279}" srcOrd="0" destOrd="0" presId="urn:microsoft.com/office/officeart/2005/8/layout/vList3"/>
    <dgm:cxn modelId="{1FF43486-C4A8-44C5-B9B6-922AEEC2BCE6}" type="presParOf" srcId="{FBBE8B10-8A01-496A-A7FD-CD53019E692F}" destId="{9C616489-5817-4410-A804-BD9A1CC8191D}" srcOrd="1" destOrd="0" presId="urn:microsoft.com/office/officeart/2005/8/layout/vList3"/>
    <dgm:cxn modelId="{8D67A07C-89F1-48DF-AEEB-0CF78315FB37}" type="presParOf" srcId="{C4F78291-C8E0-4D5A-A4C2-09421FC81E3B}" destId="{41CA9B93-561F-465B-852A-20560047DE4C}" srcOrd="1" destOrd="0" presId="urn:microsoft.com/office/officeart/2005/8/layout/vList3"/>
    <dgm:cxn modelId="{819A4586-E196-479E-AB3C-B089E7FAF66B}" type="presParOf" srcId="{C4F78291-C8E0-4D5A-A4C2-09421FC81E3B}" destId="{0EB00D87-624F-4D81-A81F-9DF6A7C3A578}" srcOrd="2" destOrd="0" presId="urn:microsoft.com/office/officeart/2005/8/layout/vList3"/>
    <dgm:cxn modelId="{E26E24F3-99FD-40EB-8E2A-819796CF1554}" type="presParOf" srcId="{0EB00D87-624F-4D81-A81F-9DF6A7C3A578}" destId="{3A0B239D-2434-4E62-B724-1A50C2AADA95}" srcOrd="0" destOrd="0" presId="urn:microsoft.com/office/officeart/2005/8/layout/vList3"/>
    <dgm:cxn modelId="{49CE3C53-4989-4667-A166-975CAA166B4B}" type="presParOf" srcId="{0EB00D87-624F-4D81-A81F-9DF6A7C3A578}" destId="{9F9DDFA8-7BC7-4A69-8471-7D71ADF82359}" srcOrd="1" destOrd="0" presId="urn:microsoft.com/office/officeart/2005/8/layout/vList3"/>
    <dgm:cxn modelId="{2EA87D0F-ECD1-4DAB-9BB7-3B706CF60B64}" type="presParOf" srcId="{C4F78291-C8E0-4D5A-A4C2-09421FC81E3B}" destId="{53232C14-2E03-4970-9E16-5002CD85B2D6}" srcOrd="3" destOrd="0" presId="urn:microsoft.com/office/officeart/2005/8/layout/vList3"/>
    <dgm:cxn modelId="{DB3D3D5F-0B26-483D-8305-867ACF793985}" type="presParOf" srcId="{C4F78291-C8E0-4D5A-A4C2-09421FC81E3B}" destId="{3A3B1623-E843-4B99-9506-F54720545A71}" srcOrd="4" destOrd="0" presId="urn:microsoft.com/office/officeart/2005/8/layout/vList3"/>
    <dgm:cxn modelId="{A20758FD-64AE-44A3-8205-45979DAA9900}" type="presParOf" srcId="{3A3B1623-E843-4B99-9506-F54720545A71}" destId="{836C4ADE-5979-4121-8BEE-A7A34C1ADDAD}" srcOrd="0" destOrd="0" presId="urn:microsoft.com/office/officeart/2005/8/layout/vList3"/>
    <dgm:cxn modelId="{2F2BF10C-ECC3-4809-AF20-14930536C0C3}" type="presParOf" srcId="{3A3B1623-E843-4B99-9506-F54720545A71}" destId="{CE649ABD-74E6-46A5-AA4C-D22EC851EF8D}" srcOrd="1" destOrd="0" presId="urn:microsoft.com/office/officeart/2005/8/layout/vList3"/>
    <dgm:cxn modelId="{EB433DD1-FDD6-4C1C-823D-8DAB9649836C}" type="presParOf" srcId="{C4F78291-C8E0-4D5A-A4C2-09421FC81E3B}" destId="{0F2EF2D6-F601-4AEF-AC56-E9815C88588D}" srcOrd="5" destOrd="0" presId="urn:microsoft.com/office/officeart/2005/8/layout/vList3"/>
    <dgm:cxn modelId="{FA4EC5BC-6A2E-4CB6-9C13-9AAA561E714E}" type="presParOf" srcId="{C4F78291-C8E0-4D5A-A4C2-09421FC81E3B}" destId="{DB51CE89-7994-4D9F-9F71-4F6223AD51F1}" srcOrd="6" destOrd="0" presId="urn:microsoft.com/office/officeart/2005/8/layout/vList3"/>
    <dgm:cxn modelId="{A7E98005-5E6A-468D-AA31-32F765B4CE3A}" type="presParOf" srcId="{DB51CE89-7994-4D9F-9F71-4F6223AD51F1}" destId="{DB727D27-DF1B-413D-827E-C247EE12CB28}" srcOrd="0" destOrd="0" presId="urn:microsoft.com/office/officeart/2005/8/layout/vList3"/>
    <dgm:cxn modelId="{455000A6-1740-49B0-B236-2BEA926E0817}" type="presParOf" srcId="{DB51CE89-7994-4D9F-9F71-4F6223AD51F1}" destId="{AFB6256C-CE8F-46E4-8444-0853D26AA822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3C00691-EF45-44AA-B005-1F3C0FCD90F7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A4B224D7-2645-483B-A2F1-6E0FC8BF4058}">
      <dgm:prSet/>
      <dgm:spPr/>
      <dgm:t>
        <a:bodyPr/>
        <a:lstStyle/>
        <a:p>
          <a:r>
            <a:rPr lang="uk-UA" b="0" i="0"/>
            <a:t>П. Конашевич-Сагайдачний</a:t>
          </a:r>
          <a:endParaRPr lang="uk-UA"/>
        </a:p>
      </dgm:t>
    </dgm:pt>
    <dgm:pt modelId="{159427C6-3BBF-4BE3-828C-F07DAABA5C0F}" type="parTrans" cxnId="{2F71171E-1E6B-45A1-8469-CD4128C9CC4A}">
      <dgm:prSet/>
      <dgm:spPr/>
      <dgm:t>
        <a:bodyPr/>
        <a:lstStyle/>
        <a:p>
          <a:endParaRPr lang="uk-UA"/>
        </a:p>
      </dgm:t>
    </dgm:pt>
    <dgm:pt modelId="{05E7EAB5-DAF1-4391-9B33-5C3435D22918}" type="sibTrans" cxnId="{2F71171E-1E6B-45A1-8469-CD4128C9CC4A}">
      <dgm:prSet/>
      <dgm:spPr/>
      <dgm:t>
        <a:bodyPr/>
        <a:lstStyle/>
        <a:p>
          <a:endParaRPr lang="uk-UA"/>
        </a:p>
      </dgm:t>
    </dgm:pt>
    <dgm:pt modelId="{48551AC3-0C60-466A-92D7-DFBF27D91DFF}">
      <dgm:prSet/>
      <dgm:spPr>
        <a:solidFill>
          <a:srgbClr val="0070C0"/>
        </a:solidFill>
      </dgm:spPr>
      <dgm:t>
        <a:bodyPr/>
        <a:lstStyle/>
        <a:p>
          <a:r>
            <a:rPr lang="uk-UA" b="0" i="0" dirty="0"/>
            <a:t>Б. </a:t>
          </a:r>
          <a:r>
            <a:rPr lang="uk-UA" b="0" i="0" dirty="0" err="1"/>
            <a:t>Хмельницькии</a:t>
          </a:r>
          <a:r>
            <a:rPr lang="uk-UA" b="0" i="0" dirty="0"/>
            <a:t>̆</a:t>
          </a:r>
          <a:endParaRPr lang="uk-UA" dirty="0"/>
        </a:p>
      </dgm:t>
    </dgm:pt>
    <dgm:pt modelId="{D60548F3-CC82-4283-A6CB-D355F4EE7DDB}" type="parTrans" cxnId="{D84123DF-D387-4403-BADE-8A2A87A279D3}">
      <dgm:prSet/>
      <dgm:spPr/>
      <dgm:t>
        <a:bodyPr/>
        <a:lstStyle/>
        <a:p>
          <a:endParaRPr lang="uk-UA"/>
        </a:p>
      </dgm:t>
    </dgm:pt>
    <dgm:pt modelId="{9080420B-804D-4221-8D66-378FC8965970}" type="sibTrans" cxnId="{D84123DF-D387-4403-BADE-8A2A87A279D3}">
      <dgm:prSet/>
      <dgm:spPr/>
      <dgm:t>
        <a:bodyPr/>
        <a:lstStyle/>
        <a:p>
          <a:endParaRPr lang="uk-UA"/>
        </a:p>
      </dgm:t>
    </dgm:pt>
    <dgm:pt modelId="{8E95F5D5-B1F8-43C8-A1F5-21CE06F1CE2B}">
      <dgm:prSet/>
      <dgm:spPr/>
      <dgm:t>
        <a:bodyPr/>
        <a:lstStyle/>
        <a:p>
          <a:r>
            <a:rPr lang="uk-UA" b="0" i="0"/>
            <a:t>С. Наливайко</a:t>
          </a:r>
          <a:endParaRPr lang="uk-UA"/>
        </a:p>
      </dgm:t>
    </dgm:pt>
    <dgm:pt modelId="{FE2E55A6-B1A4-46D8-9BF0-E0902AEB332B}" type="parTrans" cxnId="{59F7F25D-553A-40D0-A9D8-E667DF18A494}">
      <dgm:prSet/>
      <dgm:spPr/>
      <dgm:t>
        <a:bodyPr/>
        <a:lstStyle/>
        <a:p>
          <a:endParaRPr lang="uk-UA"/>
        </a:p>
      </dgm:t>
    </dgm:pt>
    <dgm:pt modelId="{A0163AB9-3203-48E2-A736-16071F668120}" type="sibTrans" cxnId="{59F7F25D-553A-40D0-A9D8-E667DF18A494}">
      <dgm:prSet/>
      <dgm:spPr/>
      <dgm:t>
        <a:bodyPr/>
        <a:lstStyle/>
        <a:p>
          <a:endParaRPr lang="uk-UA"/>
        </a:p>
      </dgm:t>
    </dgm:pt>
    <dgm:pt modelId="{E3E79BB6-982A-43FD-A656-062D139DC9E0}">
      <dgm:prSet/>
      <dgm:spPr/>
      <dgm:t>
        <a:bodyPr/>
        <a:lstStyle/>
        <a:p>
          <a:r>
            <a:rPr lang="uk-UA" b="0" i="0" dirty="0"/>
            <a:t>І. Сірко</a:t>
          </a:r>
          <a:endParaRPr lang="uk-UA" dirty="0"/>
        </a:p>
      </dgm:t>
    </dgm:pt>
    <dgm:pt modelId="{7E874AC5-66E8-4053-B2BA-D5DFD1CEE058}" type="parTrans" cxnId="{F9EE05E7-C03A-4156-ACEA-05EC666C4A77}">
      <dgm:prSet/>
      <dgm:spPr/>
      <dgm:t>
        <a:bodyPr/>
        <a:lstStyle/>
        <a:p>
          <a:endParaRPr lang="uk-UA"/>
        </a:p>
      </dgm:t>
    </dgm:pt>
    <dgm:pt modelId="{EEC9EB25-A9B4-4CC7-A730-48F68B3C152F}" type="sibTrans" cxnId="{F9EE05E7-C03A-4156-ACEA-05EC666C4A77}">
      <dgm:prSet/>
      <dgm:spPr/>
      <dgm:t>
        <a:bodyPr/>
        <a:lstStyle/>
        <a:p>
          <a:endParaRPr lang="uk-UA"/>
        </a:p>
      </dgm:t>
    </dgm:pt>
    <dgm:pt modelId="{C4F78291-C8E0-4D5A-A4C2-09421FC81E3B}" type="pres">
      <dgm:prSet presAssocID="{63C00691-EF45-44AA-B005-1F3C0FCD90F7}" presName="linearFlow" presStyleCnt="0">
        <dgm:presLayoutVars>
          <dgm:dir/>
          <dgm:resizeHandles val="exact"/>
        </dgm:presLayoutVars>
      </dgm:prSet>
      <dgm:spPr/>
    </dgm:pt>
    <dgm:pt modelId="{FBBE8B10-8A01-496A-A7FD-CD53019E692F}" type="pres">
      <dgm:prSet presAssocID="{A4B224D7-2645-483B-A2F1-6E0FC8BF4058}" presName="composite" presStyleCnt="0"/>
      <dgm:spPr/>
    </dgm:pt>
    <dgm:pt modelId="{D0363D44-4D9A-41E4-AF20-0647AE759279}" type="pres">
      <dgm:prSet presAssocID="{A4B224D7-2645-483B-A2F1-6E0FC8BF4058}" presName="imgShp" presStyleLbl="fgImgPlace1" presStyleIdx="0" presStyleCnt="4"/>
      <dgm:spPr/>
    </dgm:pt>
    <dgm:pt modelId="{9C616489-5817-4410-A804-BD9A1CC8191D}" type="pres">
      <dgm:prSet presAssocID="{A4B224D7-2645-483B-A2F1-6E0FC8BF4058}" presName="txShp" presStyleLbl="node1" presStyleIdx="0" presStyleCnt="4">
        <dgm:presLayoutVars>
          <dgm:bulletEnabled val="1"/>
        </dgm:presLayoutVars>
      </dgm:prSet>
      <dgm:spPr/>
    </dgm:pt>
    <dgm:pt modelId="{41CA9B93-561F-465B-852A-20560047DE4C}" type="pres">
      <dgm:prSet presAssocID="{05E7EAB5-DAF1-4391-9B33-5C3435D22918}" presName="spacing" presStyleCnt="0"/>
      <dgm:spPr/>
    </dgm:pt>
    <dgm:pt modelId="{0EB00D87-624F-4D81-A81F-9DF6A7C3A578}" type="pres">
      <dgm:prSet presAssocID="{48551AC3-0C60-466A-92D7-DFBF27D91DFF}" presName="composite" presStyleCnt="0"/>
      <dgm:spPr/>
    </dgm:pt>
    <dgm:pt modelId="{3A0B239D-2434-4E62-B724-1A50C2AADA95}" type="pres">
      <dgm:prSet presAssocID="{48551AC3-0C60-466A-92D7-DFBF27D91DFF}" presName="imgShp" presStyleLbl="fgImgPlace1" presStyleIdx="1" presStyleCnt="4"/>
      <dgm:spPr/>
    </dgm:pt>
    <dgm:pt modelId="{9F9DDFA8-7BC7-4A69-8471-7D71ADF82359}" type="pres">
      <dgm:prSet presAssocID="{48551AC3-0C60-466A-92D7-DFBF27D91DFF}" presName="txShp" presStyleLbl="node1" presStyleIdx="1" presStyleCnt="4">
        <dgm:presLayoutVars>
          <dgm:bulletEnabled val="1"/>
        </dgm:presLayoutVars>
      </dgm:prSet>
      <dgm:spPr/>
    </dgm:pt>
    <dgm:pt modelId="{53232C14-2E03-4970-9E16-5002CD85B2D6}" type="pres">
      <dgm:prSet presAssocID="{9080420B-804D-4221-8D66-378FC8965970}" presName="spacing" presStyleCnt="0"/>
      <dgm:spPr/>
    </dgm:pt>
    <dgm:pt modelId="{3A3B1623-E843-4B99-9506-F54720545A71}" type="pres">
      <dgm:prSet presAssocID="{8E95F5D5-B1F8-43C8-A1F5-21CE06F1CE2B}" presName="composite" presStyleCnt="0"/>
      <dgm:spPr/>
    </dgm:pt>
    <dgm:pt modelId="{836C4ADE-5979-4121-8BEE-A7A34C1ADDAD}" type="pres">
      <dgm:prSet presAssocID="{8E95F5D5-B1F8-43C8-A1F5-21CE06F1CE2B}" presName="imgShp" presStyleLbl="fgImgPlace1" presStyleIdx="2" presStyleCnt="4"/>
      <dgm:spPr/>
    </dgm:pt>
    <dgm:pt modelId="{CE649ABD-74E6-46A5-AA4C-D22EC851EF8D}" type="pres">
      <dgm:prSet presAssocID="{8E95F5D5-B1F8-43C8-A1F5-21CE06F1CE2B}" presName="txShp" presStyleLbl="node1" presStyleIdx="2" presStyleCnt="4">
        <dgm:presLayoutVars>
          <dgm:bulletEnabled val="1"/>
        </dgm:presLayoutVars>
      </dgm:prSet>
      <dgm:spPr/>
    </dgm:pt>
    <dgm:pt modelId="{0F2EF2D6-F601-4AEF-AC56-E9815C88588D}" type="pres">
      <dgm:prSet presAssocID="{A0163AB9-3203-48E2-A736-16071F668120}" presName="spacing" presStyleCnt="0"/>
      <dgm:spPr/>
    </dgm:pt>
    <dgm:pt modelId="{DB51CE89-7994-4D9F-9F71-4F6223AD51F1}" type="pres">
      <dgm:prSet presAssocID="{E3E79BB6-982A-43FD-A656-062D139DC9E0}" presName="composite" presStyleCnt="0"/>
      <dgm:spPr/>
    </dgm:pt>
    <dgm:pt modelId="{DB727D27-DF1B-413D-827E-C247EE12CB28}" type="pres">
      <dgm:prSet presAssocID="{E3E79BB6-982A-43FD-A656-062D139DC9E0}" presName="imgShp" presStyleLbl="fgImgPlace1" presStyleIdx="3" presStyleCnt="4"/>
      <dgm:spPr/>
    </dgm:pt>
    <dgm:pt modelId="{AFB6256C-CE8F-46E4-8444-0853D26AA822}" type="pres">
      <dgm:prSet presAssocID="{E3E79BB6-982A-43FD-A656-062D139DC9E0}" presName="txShp" presStyleLbl="node1" presStyleIdx="3" presStyleCnt="4">
        <dgm:presLayoutVars>
          <dgm:bulletEnabled val="1"/>
        </dgm:presLayoutVars>
      </dgm:prSet>
      <dgm:spPr/>
    </dgm:pt>
  </dgm:ptLst>
  <dgm:cxnLst>
    <dgm:cxn modelId="{2F71171E-1E6B-45A1-8469-CD4128C9CC4A}" srcId="{63C00691-EF45-44AA-B005-1F3C0FCD90F7}" destId="{A4B224D7-2645-483B-A2F1-6E0FC8BF4058}" srcOrd="0" destOrd="0" parTransId="{159427C6-3BBF-4BE3-828C-F07DAABA5C0F}" sibTransId="{05E7EAB5-DAF1-4391-9B33-5C3435D22918}"/>
    <dgm:cxn modelId="{59F7F25D-553A-40D0-A9D8-E667DF18A494}" srcId="{63C00691-EF45-44AA-B005-1F3C0FCD90F7}" destId="{8E95F5D5-B1F8-43C8-A1F5-21CE06F1CE2B}" srcOrd="2" destOrd="0" parTransId="{FE2E55A6-B1A4-46D8-9BF0-E0902AEB332B}" sibTransId="{A0163AB9-3203-48E2-A736-16071F668120}"/>
    <dgm:cxn modelId="{B896B349-DC31-45F9-8140-97DE9E98E330}" type="presOf" srcId="{63C00691-EF45-44AA-B005-1F3C0FCD90F7}" destId="{C4F78291-C8E0-4D5A-A4C2-09421FC81E3B}" srcOrd="0" destOrd="0" presId="urn:microsoft.com/office/officeart/2005/8/layout/vList3"/>
    <dgm:cxn modelId="{04816498-1A73-4D41-8666-15C30EF34FB0}" type="presOf" srcId="{A4B224D7-2645-483B-A2F1-6E0FC8BF4058}" destId="{9C616489-5817-4410-A804-BD9A1CC8191D}" srcOrd="0" destOrd="0" presId="urn:microsoft.com/office/officeart/2005/8/layout/vList3"/>
    <dgm:cxn modelId="{EB49C1C4-B3B9-4FEF-B001-11554EC02A08}" type="presOf" srcId="{E3E79BB6-982A-43FD-A656-062D139DC9E0}" destId="{AFB6256C-CE8F-46E4-8444-0853D26AA822}" srcOrd="0" destOrd="0" presId="urn:microsoft.com/office/officeart/2005/8/layout/vList3"/>
    <dgm:cxn modelId="{0C52AED1-33C9-4E13-984B-4DB639A5E679}" type="presOf" srcId="{8E95F5D5-B1F8-43C8-A1F5-21CE06F1CE2B}" destId="{CE649ABD-74E6-46A5-AA4C-D22EC851EF8D}" srcOrd="0" destOrd="0" presId="urn:microsoft.com/office/officeart/2005/8/layout/vList3"/>
    <dgm:cxn modelId="{D84123DF-D387-4403-BADE-8A2A87A279D3}" srcId="{63C00691-EF45-44AA-B005-1F3C0FCD90F7}" destId="{48551AC3-0C60-466A-92D7-DFBF27D91DFF}" srcOrd="1" destOrd="0" parTransId="{D60548F3-CC82-4283-A6CB-D355F4EE7DDB}" sibTransId="{9080420B-804D-4221-8D66-378FC8965970}"/>
    <dgm:cxn modelId="{F9EE05E7-C03A-4156-ACEA-05EC666C4A77}" srcId="{63C00691-EF45-44AA-B005-1F3C0FCD90F7}" destId="{E3E79BB6-982A-43FD-A656-062D139DC9E0}" srcOrd="3" destOrd="0" parTransId="{7E874AC5-66E8-4053-B2BA-D5DFD1CEE058}" sibTransId="{EEC9EB25-A9B4-4CC7-A730-48F68B3C152F}"/>
    <dgm:cxn modelId="{4D80D5F4-04DF-4C48-B7CB-C3ACC7EE3DD3}" type="presOf" srcId="{48551AC3-0C60-466A-92D7-DFBF27D91DFF}" destId="{9F9DDFA8-7BC7-4A69-8471-7D71ADF82359}" srcOrd="0" destOrd="0" presId="urn:microsoft.com/office/officeart/2005/8/layout/vList3"/>
    <dgm:cxn modelId="{4A6DB1D9-6DC4-4331-90B1-351BFFC8B1F6}" type="presParOf" srcId="{C4F78291-C8E0-4D5A-A4C2-09421FC81E3B}" destId="{FBBE8B10-8A01-496A-A7FD-CD53019E692F}" srcOrd="0" destOrd="0" presId="urn:microsoft.com/office/officeart/2005/8/layout/vList3"/>
    <dgm:cxn modelId="{D3AD1391-A7E2-45F9-ACD5-1A4334550980}" type="presParOf" srcId="{FBBE8B10-8A01-496A-A7FD-CD53019E692F}" destId="{D0363D44-4D9A-41E4-AF20-0647AE759279}" srcOrd="0" destOrd="0" presId="urn:microsoft.com/office/officeart/2005/8/layout/vList3"/>
    <dgm:cxn modelId="{1FF43486-C4A8-44C5-B9B6-922AEEC2BCE6}" type="presParOf" srcId="{FBBE8B10-8A01-496A-A7FD-CD53019E692F}" destId="{9C616489-5817-4410-A804-BD9A1CC8191D}" srcOrd="1" destOrd="0" presId="urn:microsoft.com/office/officeart/2005/8/layout/vList3"/>
    <dgm:cxn modelId="{8D67A07C-89F1-48DF-AEEB-0CF78315FB37}" type="presParOf" srcId="{C4F78291-C8E0-4D5A-A4C2-09421FC81E3B}" destId="{41CA9B93-561F-465B-852A-20560047DE4C}" srcOrd="1" destOrd="0" presId="urn:microsoft.com/office/officeart/2005/8/layout/vList3"/>
    <dgm:cxn modelId="{819A4586-E196-479E-AB3C-B089E7FAF66B}" type="presParOf" srcId="{C4F78291-C8E0-4D5A-A4C2-09421FC81E3B}" destId="{0EB00D87-624F-4D81-A81F-9DF6A7C3A578}" srcOrd="2" destOrd="0" presId="urn:microsoft.com/office/officeart/2005/8/layout/vList3"/>
    <dgm:cxn modelId="{E26E24F3-99FD-40EB-8E2A-819796CF1554}" type="presParOf" srcId="{0EB00D87-624F-4D81-A81F-9DF6A7C3A578}" destId="{3A0B239D-2434-4E62-B724-1A50C2AADA95}" srcOrd="0" destOrd="0" presId="urn:microsoft.com/office/officeart/2005/8/layout/vList3"/>
    <dgm:cxn modelId="{49CE3C53-4989-4667-A166-975CAA166B4B}" type="presParOf" srcId="{0EB00D87-624F-4D81-A81F-9DF6A7C3A578}" destId="{9F9DDFA8-7BC7-4A69-8471-7D71ADF82359}" srcOrd="1" destOrd="0" presId="urn:microsoft.com/office/officeart/2005/8/layout/vList3"/>
    <dgm:cxn modelId="{2EA87D0F-ECD1-4DAB-9BB7-3B706CF60B64}" type="presParOf" srcId="{C4F78291-C8E0-4D5A-A4C2-09421FC81E3B}" destId="{53232C14-2E03-4970-9E16-5002CD85B2D6}" srcOrd="3" destOrd="0" presId="urn:microsoft.com/office/officeart/2005/8/layout/vList3"/>
    <dgm:cxn modelId="{DB3D3D5F-0B26-483D-8305-867ACF793985}" type="presParOf" srcId="{C4F78291-C8E0-4D5A-A4C2-09421FC81E3B}" destId="{3A3B1623-E843-4B99-9506-F54720545A71}" srcOrd="4" destOrd="0" presId="urn:microsoft.com/office/officeart/2005/8/layout/vList3"/>
    <dgm:cxn modelId="{A20758FD-64AE-44A3-8205-45979DAA9900}" type="presParOf" srcId="{3A3B1623-E843-4B99-9506-F54720545A71}" destId="{836C4ADE-5979-4121-8BEE-A7A34C1ADDAD}" srcOrd="0" destOrd="0" presId="urn:microsoft.com/office/officeart/2005/8/layout/vList3"/>
    <dgm:cxn modelId="{2F2BF10C-ECC3-4809-AF20-14930536C0C3}" type="presParOf" srcId="{3A3B1623-E843-4B99-9506-F54720545A71}" destId="{CE649ABD-74E6-46A5-AA4C-D22EC851EF8D}" srcOrd="1" destOrd="0" presId="urn:microsoft.com/office/officeart/2005/8/layout/vList3"/>
    <dgm:cxn modelId="{EB433DD1-FDD6-4C1C-823D-8DAB9649836C}" type="presParOf" srcId="{C4F78291-C8E0-4D5A-A4C2-09421FC81E3B}" destId="{0F2EF2D6-F601-4AEF-AC56-E9815C88588D}" srcOrd="5" destOrd="0" presId="urn:microsoft.com/office/officeart/2005/8/layout/vList3"/>
    <dgm:cxn modelId="{FA4EC5BC-6A2E-4CB6-9C13-9AAA561E714E}" type="presParOf" srcId="{C4F78291-C8E0-4D5A-A4C2-09421FC81E3B}" destId="{DB51CE89-7994-4D9F-9F71-4F6223AD51F1}" srcOrd="6" destOrd="0" presId="urn:microsoft.com/office/officeart/2005/8/layout/vList3"/>
    <dgm:cxn modelId="{A7E98005-5E6A-468D-AA31-32F765B4CE3A}" type="presParOf" srcId="{DB51CE89-7994-4D9F-9F71-4F6223AD51F1}" destId="{DB727D27-DF1B-413D-827E-C247EE12CB28}" srcOrd="0" destOrd="0" presId="urn:microsoft.com/office/officeart/2005/8/layout/vList3"/>
    <dgm:cxn modelId="{455000A6-1740-49B0-B236-2BEA926E0817}" type="presParOf" srcId="{DB51CE89-7994-4D9F-9F71-4F6223AD51F1}" destId="{AFB6256C-CE8F-46E4-8444-0853D26AA822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EC98156-A245-465D-AAFA-A6B431CECC84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2A1AA6D-0DED-4758-B3DB-D586E96E4650}">
      <dgm:prSet/>
      <dgm:spPr/>
      <dgm:t>
        <a:bodyPr/>
        <a:lstStyle/>
        <a:p>
          <a:r>
            <a:rPr lang="uk-UA" b="0" i="0"/>
            <a:t>причину війни.</a:t>
          </a:r>
          <a:endParaRPr lang="uk-UA"/>
        </a:p>
      </dgm:t>
    </dgm:pt>
    <dgm:pt modelId="{5BB26652-CE7E-4C32-BF36-A643E8DB28FE}" type="parTrans" cxnId="{685FB4CB-7F08-4201-989B-83C8D0F2CC61}">
      <dgm:prSet/>
      <dgm:spPr/>
      <dgm:t>
        <a:bodyPr/>
        <a:lstStyle/>
        <a:p>
          <a:endParaRPr lang="uk-UA"/>
        </a:p>
      </dgm:t>
    </dgm:pt>
    <dgm:pt modelId="{6AECE718-6A48-48C3-84B6-0D362B65F05B}" type="sibTrans" cxnId="{685FB4CB-7F08-4201-989B-83C8D0F2CC61}">
      <dgm:prSet/>
      <dgm:spPr/>
      <dgm:t>
        <a:bodyPr/>
        <a:lstStyle/>
        <a:p>
          <a:endParaRPr lang="uk-UA"/>
        </a:p>
      </dgm:t>
    </dgm:pt>
    <dgm:pt modelId="{8AE63F8D-43DF-4E22-A5D5-C347F22F832F}">
      <dgm:prSet/>
      <dgm:spPr/>
      <dgm:t>
        <a:bodyPr/>
        <a:lstStyle/>
        <a:p>
          <a:r>
            <a:rPr lang="uk-UA" b="0" i="0"/>
            <a:t>наслідок війни.</a:t>
          </a:r>
          <a:endParaRPr lang="uk-UA"/>
        </a:p>
      </dgm:t>
    </dgm:pt>
    <dgm:pt modelId="{81C4B652-EEA2-41B2-BF24-1A9A3F790521}" type="parTrans" cxnId="{1C0F1C3F-B00F-4B9D-A78D-F2540DF17D64}">
      <dgm:prSet/>
      <dgm:spPr/>
      <dgm:t>
        <a:bodyPr/>
        <a:lstStyle/>
        <a:p>
          <a:endParaRPr lang="uk-UA"/>
        </a:p>
      </dgm:t>
    </dgm:pt>
    <dgm:pt modelId="{358011A0-EED5-4E79-BCF9-18AE5577E88C}" type="sibTrans" cxnId="{1C0F1C3F-B00F-4B9D-A78D-F2540DF17D64}">
      <dgm:prSet/>
      <dgm:spPr/>
      <dgm:t>
        <a:bodyPr/>
        <a:lstStyle/>
        <a:p>
          <a:endParaRPr lang="uk-UA"/>
        </a:p>
      </dgm:t>
    </dgm:pt>
    <dgm:pt modelId="{17583E0E-455C-41E9-BFA1-57BB7319FE05}">
      <dgm:prSet/>
      <dgm:spPr/>
      <dgm:t>
        <a:bodyPr/>
        <a:lstStyle/>
        <a:p>
          <a:r>
            <a:rPr lang="uk-UA" b="0" i="0" dirty="0"/>
            <a:t>значення війни.</a:t>
          </a:r>
          <a:endParaRPr lang="uk-UA" dirty="0"/>
        </a:p>
      </dgm:t>
    </dgm:pt>
    <dgm:pt modelId="{37302CB0-C7AD-401F-8978-050888A5C3BD}" type="parTrans" cxnId="{E64E3692-62AA-48FB-B9A7-DB6AE37916FE}">
      <dgm:prSet/>
      <dgm:spPr/>
      <dgm:t>
        <a:bodyPr/>
        <a:lstStyle/>
        <a:p>
          <a:endParaRPr lang="uk-UA"/>
        </a:p>
      </dgm:t>
    </dgm:pt>
    <dgm:pt modelId="{8F6AF3D6-7766-4B8B-988C-B95BD718B9AB}" type="sibTrans" cxnId="{E64E3692-62AA-48FB-B9A7-DB6AE37916FE}">
      <dgm:prSet/>
      <dgm:spPr/>
      <dgm:t>
        <a:bodyPr/>
        <a:lstStyle/>
        <a:p>
          <a:endParaRPr lang="uk-UA"/>
        </a:p>
      </dgm:t>
    </dgm:pt>
    <dgm:pt modelId="{E1D57500-96A8-4EBA-BC20-37984DFB37DF}">
      <dgm:prSet/>
      <dgm:spPr/>
      <dgm:t>
        <a:bodyPr/>
        <a:lstStyle/>
        <a:p>
          <a:r>
            <a:rPr lang="uk-UA" b="0" i="0" dirty="0"/>
            <a:t>привід до війни.</a:t>
          </a:r>
          <a:endParaRPr lang="uk-UA" dirty="0"/>
        </a:p>
      </dgm:t>
    </dgm:pt>
    <dgm:pt modelId="{B4120B78-478C-4CD8-88D3-A4D4D59399D5}" type="parTrans" cxnId="{D3B9FB96-26FD-4C8C-B977-8DAC84719ADE}">
      <dgm:prSet/>
      <dgm:spPr/>
      <dgm:t>
        <a:bodyPr/>
        <a:lstStyle/>
        <a:p>
          <a:endParaRPr lang="uk-UA"/>
        </a:p>
      </dgm:t>
    </dgm:pt>
    <dgm:pt modelId="{5619CDF8-BE2E-4249-A9B4-B4D45BC37AD1}" type="sibTrans" cxnId="{D3B9FB96-26FD-4C8C-B977-8DAC84719ADE}">
      <dgm:prSet/>
      <dgm:spPr/>
      <dgm:t>
        <a:bodyPr/>
        <a:lstStyle/>
        <a:p>
          <a:endParaRPr lang="uk-UA"/>
        </a:p>
      </dgm:t>
    </dgm:pt>
    <dgm:pt modelId="{C412B707-97AA-4E76-AD95-C3CB97CD1D3D}" type="pres">
      <dgm:prSet presAssocID="{6EC98156-A245-465D-AAFA-A6B431CECC84}" presName="linearFlow" presStyleCnt="0">
        <dgm:presLayoutVars>
          <dgm:dir/>
          <dgm:resizeHandles val="exact"/>
        </dgm:presLayoutVars>
      </dgm:prSet>
      <dgm:spPr/>
    </dgm:pt>
    <dgm:pt modelId="{94EFCFF0-A973-4AF2-8087-927B1C906D10}" type="pres">
      <dgm:prSet presAssocID="{F2A1AA6D-0DED-4758-B3DB-D586E96E4650}" presName="composite" presStyleCnt="0"/>
      <dgm:spPr/>
    </dgm:pt>
    <dgm:pt modelId="{3DB12919-B677-4DAE-8C84-BCB4F8A1983F}" type="pres">
      <dgm:prSet presAssocID="{F2A1AA6D-0DED-4758-B3DB-D586E96E4650}" presName="imgShp" presStyleLbl="fgImgPlace1" presStyleIdx="0" presStyleCnt="4"/>
      <dgm:spPr/>
    </dgm:pt>
    <dgm:pt modelId="{3D0ACD23-32CD-4DC2-AEB6-0F0F1B2468E1}" type="pres">
      <dgm:prSet presAssocID="{F2A1AA6D-0DED-4758-B3DB-D586E96E4650}" presName="txShp" presStyleLbl="node1" presStyleIdx="0" presStyleCnt="4">
        <dgm:presLayoutVars>
          <dgm:bulletEnabled val="1"/>
        </dgm:presLayoutVars>
      </dgm:prSet>
      <dgm:spPr/>
    </dgm:pt>
    <dgm:pt modelId="{6430A9A9-C27F-4DDA-8695-52140EE8B976}" type="pres">
      <dgm:prSet presAssocID="{6AECE718-6A48-48C3-84B6-0D362B65F05B}" presName="spacing" presStyleCnt="0"/>
      <dgm:spPr/>
    </dgm:pt>
    <dgm:pt modelId="{F7AD560A-7729-4D7F-8735-9EB7549BE5AB}" type="pres">
      <dgm:prSet presAssocID="{8AE63F8D-43DF-4E22-A5D5-C347F22F832F}" presName="composite" presStyleCnt="0"/>
      <dgm:spPr/>
    </dgm:pt>
    <dgm:pt modelId="{CEFD1CC5-26E5-4D5C-BAA4-403FD11163FA}" type="pres">
      <dgm:prSet presAssocID="{8AE63F8D-43DF-4E22-A5D5-C347F22F832F}" presName="imgShp" presStyleLbl="fgImgPlace1" presStyleIdx="1" presStyleCnt="4"/>
      <dgm:spPr/>
    </dgm:pt>
    <dgm:pt modelId="{7C58DE79-518C-4740-B533-E42A05C5FC64}" type="pres">
      <dgm:prSet presAssocID="{8AE63F8D-43DF-4E22-A5D5-C347F22F832F}" presName="txShp" presStyleLbl="node1" presStyleIdx="1" presStyleCnt="4">
        <dgm:presLayoutVars>
          <dgm:bulletEnabled val="1"/>
        </dgm:presLayoutVars>
      </dgm:prSet>
      <dgm:spPr/>
    </dgm:pt>
    <dgm:pt modelId="{C7C61C4A-10A4-41FA-84B6-855A38364A9F}" type="pres">
      <dgm:prSet presAssocID="{358011A0-EED5-4E79-BCF9-18AE5577E88C}" presName="spacing" presStyleCnt="0"/>
      <dgm:spPr/>
    </dgm:pt>
    <dgm:pt modelId="{B945C47B-29AA-43CF-A0CA-BC8CE733E51A}" type="pres">
      <dgm:prSet presAssocID="{17583E0E-455C-41E9-BFA1-57BB7319FE05}" presName="composite" presStyleCnt="0"/>
      <dgm:spPr/>
    </dgm:pt>
    <dgm:pt modelId="{4C75BA91-7D6F-475C-8AC8-79928CD3F5B2}" type="pres">
      <dgm:prSet presAssocID="{17583E0E-455C-41E9-BFA1-57BB7319FE05}" presName="imgShp" presStyleLbl="fgImgPlace1" presStyleIdx="2" presStyleCnt="4"/>
      <dgm:spPr/>
    </dgm:pt>
    <dgm:pt modelId="{1616A1D1-0AB0-4712-9218-88BBBD6495DD}" type="pres">
      <dgm:prSet presAssocID="{17583E0E-455C-41E9-BFA1-57BB7319FE05}" presName="txShp" presStyleLbl="node1" presStyleIdx="2" presStyleCnt="4">
        <dgm:presLayoutVars>
          <dgm:bulletEnabled val="1"/>
        </dgm:presLayoutVars>
      </dgm:prSet>
      <dgm:spPr/>
    </dgm:pt>
    <dgm:pt modelId="{D66C96C2-68C4-410B-AD04-EFC36CFDFE12}" type="pres">
      <dgm:prSet presAssocID="{8F6AF3D6-7766-4B8B-988C-B95BD718B9AB}" presName="spacing" presStyleCnt="0"/>
      <dgm:spPr/>
    </dgm:pt>
    <dgm:pt modelId="{F88951C8-9188-4D1E-86AE-E4BF49956EF9}" type="pres">
      <dgm:prSet presAssocID="{E1D57500-96A8-4EBA-BC20-37984DFB37DF}" presName="composite" presStyleCnt="0"/>
      <dgm:spPr/>
    </dgm:pt>
    <dgm:pt modelId="{77598F87-1D65-4722-B84B-6BBBAF2E4D38}" type="pres">
      <dgm:prSet presAssocID="{E1D57500-96A8-4EBA-BC20-37984DFB37DF}" presName="imgShp" presStyleLbl="fgImgPlace1" presStyleIdx="3" presStyleCnt="4"/>
      <dgm:spPr/>
    </dgm:pt>
    <dgm:pt modelId="{BF80C98A-F0EF-4B9F-B05A-8076A0614090}" type="pres">
      <dgm:prSet presAssocID="{E1D57500-96A8-4EBA-BC20-37984DFB37DF}" presName="txShp" presStyleLbl="node1" presStyleIdx="3" presStyleCnt="4">
        <dgm:presLayoutVars>
          <dgm:bulletEnabled val="1"/>
        </dgm:presLayoutVars>
      </dgm:prSet>
      <dgm:spPr/>
    </dgm:pt>
  </dgm:ptLst>
  <dgm:cxnLst>
    <dgm:cxn modelId="{92EF7520-E5ED-4859-B6C9-F7B7E33ED532}" type="presOf" srcId="{17583E0E-455C-41E9-BFA1-57BB7319FE05}" destId="{1616A1D1-0AB0-4712-9218-88BBBD6495DD}" srcOrd="0" destOrd="0" presId="urn:microsoft.com/office/officeart/2005/8/layout/vList3"/>
    <dgm:cxn modelId="{1644FC2D-338D-4EC4-A0F5-823801EFD8A0}" type="presOf" srcId="{6EC98156-A245-465D-AAFA-A6B431CECC84}" destId="{C412B707-97AA-4E76-AD95-C3CB97CD1D3D}" srcOrd="0" destOrd="0" presId="urn:microsoft.com/office/officeart/2005/8/layout/vList3"/>
    <dgm:cxn modelId="{1C0F1C3F-B00F-4B9D-A78D-F2540DF17D64}" srcId="{6EC98156-A245-465D-AAFA-A6B431CECC84}" destId="{8AE63F8D-43DF-4E22-A5D5-C347F22F832F}" srcOrd="1" destOrd="0" parTransId="{81C4B652-EEA2-41B2-BF24-1A9A3F790521}" sibTransId="{358011A0-EED5-4E79-BCF9-18AE5577E88C}"/>
    <dgm:cxn modelId="{D9C8B365-C0F8-4EB6-A82A-470B066AAA1C}" type="presOf" srcId="{F2A1AA6D-0DED-4758-B3DB-D586E96E4650}" destId="{3D0ACD23-32CD-4DC2-AEB6-0F0F1B2468E1}" srcOrd="0" destOrd="0" presId="urn:microsoft.com/office/officeart/2005/8/layout/vList3"/>
    <dgm:cxn modelId="{E64E3692-62AA-48FB-B9A7-DB6AE37916FE}" srcId="{6EC98156-A245-465D-AAFA-A6B431CECC84}" destId="{17583E0E-455C-41E9-BFA1-57BB7319FE05}" srcOrd="2" destOrd="0" parTransId="{37302CB0-C7AD-401F-8978-050888A5C3BD}" sibTransId="{8F6AF3D6-7766-4B8B-988C-B95BD718B9AB}"/>
    <dgm:cxn modelId="{D3B9FB96-26FD-4C8C-B977-8DAC84719ADE}" srcId="{6EC98156-A245-465D-AAFA-A6B431CECC84}" destId="{E1D57500-96A8-4EBA-BC20-37984DFB37DF}" srcOrd="3" destOrd="0" parTransId="{B4120B78-478C-4CD8-88D3-A4D4D59399D5}" sibTransId="{5619CDF8-BE2E-4249-A9B4-B4D45BC37AD1}"/>
    <dgm:cxn modelId="{4BD7D0AD-4C66-4BBC-BBD5-DC80FB830A14}" type="presOf" srcId="{E1D57500-96A8-4EBA-BC20-37984DFB37DF}" destId="{BF80C98A-F0EF-4B9F-B05A-8076A0614090}" srcOrd="0" destOrd="0" presId="urn:microsoft.com/office/officeart/2005/8/layout/vList3"/>
    <dgm:cxn modelId="{DE2F4ABC-1840-4AC2-8710-8A6802194E47}" type="presOf" srcId="{8AE63F8D-43DF-4E22-A5D5-C347F22F832F}" destId="{7C58DE79-518C-4740-B533-E42A05C5FC64}" srcOrd="0" destOrd="0" presId="urn:microsoft.com/office/officeart/2005/8/layout/vList3"/>
    <dgm:cxn modelId="{685FB4CB-7F08-4201-989B-83C8D0F2CC61}" srcId="{6EC98156-A245-465D-AAFA-A6B431CECC84}" destId="{F2A1AA6D-0DED-4758-B3DB-D586E96E4650}" srcOrd="0" destOrd="0" parTransId="{5BB26652-CE7E-4C32-BF36-A643E8DB28FE}" sibTransId="{6AECE718-6A48-48C3-84B6-0D362B65F05B}"/>
    <dgm:cxn modelId="{176589D8-0DE7-46A4-9089-7C25848F0752}" type="presParOf" srcId="{C412B707-97AA-4E76-AD95-C3CB97CD1D3D}" destId="{94EFCFF0-A973-4AF2-8087-927B1C906D10}" srcOrd="0" destOrd="0" presId="urn:microsoft.com/office/officeart/2005/8/layout/vList3"/>
    <dgm:cxn modelId="{4245C85F-97AB-45E9-B624-D9D96C994824}" type="presParOf" srcId="{94EFCFF0-A973-4AF2-8087-927B1C906D10}" destId="{3DB12919-B677-4DAE-8C84-BCB4F8A1983F}" srcOrd="0" destOrd="0" presId="urn:microsoft.com/office/officeart/2005/8/layout/vList3"/>
    <dgm:cxn modelId="{854F8B2F-BCFC-454F-93EE-83AF04356FE8}" type="presParOf" srcId="{94EFCFF0-A973-4AF2-8087-927B1C906D10}" destId="{3D0ACD23-32CD-4DC2-AEB6-0F0F1B2468E1}" srcOrd="1" destOrd="0" presId="urn:microsoft.com/office/officeart/2005/8/layout/vList3"/>
    <dgm:cxn modelId="{D9ACFF71-3313-4C51-8416-50C09869CD0E}" type="presParOf" srcId="{C412B707-97AA-4E76-AD95-C3CB97CD1D3D}" destId="{6430A9A9-C27F-4DDA-8695-52140EE8B976}" srcOrd="1" destOrd="0" presId="urn:microsoft.com/office/officeart/2005/8/layout/vList3"/>
    <dgm:cxn modelId="{8D3BA429-3479-4B34-B32D-48F709ABC531}" type="presParOf" srcId="{C412B707-97AA-4E76-AD95-C3CB97CD1D3D}" destId="{F7AD560A-7729-4D7F-8735-9EB7549BE5AB}" srcOrd="2" destOrd="0" presId="urn:microsoft.com/office/officeart/2005/8/layout/vList3"/>
    <dgm:cxn modelId="{DF1E123C-DDFA-4345-9841-7A6EDD913614}" type="presParOf" srcId="{F7AD560A-7729-4D7F-8735-9EB7549BE5AB}" destId="{CEFD1CC5-26E5-4D5C-BAA4-403FD11163FA}" srcOrd="0" destOrd="0" presId="urn:microsoft.com/office/officeart/2005/8/layout/vList3"/>
    <dgm:cxn modelId="{66ABFD61-C122-42C0-A205-C9378E9388CE}" type="presParOf" srcId="{F7AD560A-7729-4D7F-8735-9EB7549BE5AB}" destId="{7C58DE79-518C-4740-B533-E42A05C5FC64}" srcOrd="1" destOrd="0" presId="urn:microsoft.com/office/officeart/2005/8/layout/vList3"/>
    <dgm:cxn modelId="{12A6540D-4BBA-46DF-8451-8E4E9C699148}" type="presParOf" srcId="{C412B707-97AA-4E76-AD95-C3CB97CD1D3D}" destId="{C7C61C4A-10A4-41FA-84B6-855A38364A9F}" srcOrd="3" destOrd="0" presId="urn:microsoft.com/office/officeart/2005/8/layout/vList3"/>
    <dgm:cxn modelId="{FC14AE04-2C3D-4FF7-988D-5D098DE44792}" type="presParOf" srcId="{C412B707-97AA-4E76-AD95-C3CB97CD1D3D}" destId="{B945C47B-29AA-43CF-A0CA-BC8CE733E51A}" srcOrd="4" destOrd="0" presId="urn:microsoft.com/office/officeart/2005/8/layout/vList3"/>
    <dgm:cxn modelId="{F4A4A48D-AD5B-4B66-A467-9AB098A95649}" type="presParOf" srcId="{B945C47B-29AA-43CF-A0CA-BC8CE733E51A}" destId="{4C75BA91-7D6F-475C-8AC8-79928CD3F5B2}" srcOrd="0" destOrd="0" presId="urn:microsoft.com/office/officeart/2005/8/layout/vList3"/>
    <dgm:cxn modelId="{5E824C36-1D1E-4A61-9037-FE61F9D7F7A2}" type="presParOf" srcId="{B945C47B-29AA-43CF-A0CA-BC8CE733E51A}" destId="{1616A1D1-0AB0-4712-9218-88BBBD6495DD}" srcOrd="1" destOrd="0" presId="urn:microsoft.com/office/officeart/2005/8/layout/vList3"/>
    <dgm:cxn modelId="{A04A0762-E721-4641-B960-43DA3F4EF46D}" type="presParOf" srcId="{C412B707-97AA-4E76-AD95-C3CB97CD1D3D}" destId="{D66C96C2-68C4-410B-AD04-EFC36CFDFE12}" srcOrd="5" destOrd="0" presId="urn:microsoft.com/office/officeart/2005/8/layout/vList3"/>
    <dgm:cxn modelId="{216CF3E6-00DD-4BD3-8E46-C2B297B91FD1}" type="presParOf" srcId="{C412B707-97AA-4E76-AD95-C3CB97CD1D3D}" destId="{F88951C8-9188-4D1E-86AE-E4BF49956EF9}" srcOrd="6" destOrd="0" presId="urn:microsoft.com/office/officeart/2005/8/layout/vList3"/>
    <dgm:cxn modelId="{AB75889D-655C-4501-8576-856DD16D8B3F}" type="presParOf" srcId="{F88951C8-9188-4D1E-86AE-E4BF49956EF9}" destId="{77598F87-1D65-4722-B84B-6BBBAF2E4D38}" srcOrd="0" destOrd="0" presId="urn:microsoft.com/office/officeart/2005/8/layout/vList3"/>
    <dgm:cxn modelId="{982187E9-D6C2-4E77-B52C-55D10C048EE1}" type="presParOf" srcId="{F88951C8-9188-4D1E-86AE-E4BF49956EF9}" destId="{BF80C98A-F0EF-4B9F-B05A-8076A0614090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1CB16CE-0D8F-432C-B6F0-DFF67133252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92F7771-8B1D-4EC5-9C89-C47A81D2E251}">
      <dgm:prSet/>
      <dgm:spPr/>
      <dgm:t>
        <a:bodyPr/>
        <a:lstStyle/>
        <a:p>
          <a:r>
            <a:rPr lang="uk-UA" b="0" i="0" dirty="0"/>
            <a:t>встановлення владою військового контролю за Запорозькою Січчю.</a:t>
          </a:r>
          <a:endParaRPr lang="uk-UA" dirty="0"/>
        </a:p>
      </dgm:t>
    </dgm:pt>
    <dgm:pt modelId="{6BF8B862-527F-4E88-B70B-641F2B0CA0BB}" type="parTrans" cxnId="{790E0F06-9DCF-4AF2-8F63-BA85117941BF}">
      <dgm:prSet/>
      <dgm:spPr/>
      <dgm:t>
        <a:bodyPr/>
        <a:lstStyle/>
        <a:p>
          <a:endParaRPr lang="uk-UA"/>
        </a:p>
      </dgm:t>
    </dgm:pt>
    <dgm:pt modelId="{9201EC80-1331-4B0E-80CD-D64E1BB9D239}" type="sibTrans" cxnId="{790E0F06-9DCF-4AF2-8F63-BA85117941BF}">
      <dgm:prSet/>
      <dgm:spPr/>
      <dgm:t>
        <a:bodyPr/>
        <a:lstStyle/>
        <a:p>
          <a:endParaRPr lang="uk-UA"/>
        </a:p>
      </dgm:t>
    </dgm:pt>
    <dgm:pt modelId="{2E407EB3-B935-4B99-8569-B060735C3BF7}">
      <dgm:prSet/>
      <dgm:spPr/>
      <dgm:t>
        <a:bodyPr/>
        <a:lstStyle/>
        <a:p>
          <a:r>
            <a:rPr lang="uk-UA" b="0" i="0" dirty="0"/>
            <a:t>скасування реєстру та повернення усіх козаків до стану селян-кріпаків.</a:t>
          </a:r>
          <a:endParaRPr lang="uk-UA" dirty="0"/>
        </a:p>
      </dgm:t>
    </dgm:pt>
    <dgm:pt modelId="{E3F331B4-1BC5-4673-B55D-FAC64C29260F}" type="parTrans" cxnId="{2C7F7206-0022-4F38-8BD4-FCA8EF3D0E12}">
      <dgm:prSet/>
      <dgm:spPr/>
      <dgm:t>
        <a:bodyPr/>
        <a:lstStyle/>
        <a:p>
          <a:endParaRPr lang="uk-UA"/>
        </a:p>
      </dgm:t>
    </dgm:pt>
    <dgm:pt modelId="{B6DCB36E-410E-420F-957A-9F1A3B816F03}" type="sibTrans" cxnId="{2C7F7206-0022-4F38-8BD4-FCA8EF3D0E12}">
      <dgm:prSet/>
      <dgm:spPr/>
      <dgm:t>
        <a:bodyPr/>
        <a:lstStyle/>
        <a:p>
          <a:endParaRPr lang="uk-UA"/>
        </a:p>
      </dgm:t>
    </dgm:pt>
    <dgm:pt modelId="{6E21A656-7297-409F-97A3-195A9644123C}">
      <dgm:prSet/>
      <dgm:spPr/>
      <dgm:t>
        <a:bodyPr/>
        <a:lstStyle/>
        <a:p>
          <a:r>
            <a:rPr lang="uk-UA" b="0" i="0"/>
            <a:t>утворення Запорозької Січі – військово-політичної організації козацтва.</a:t>
          </a:r>
          <a:endParaRPr lang="uk-UA"/>
        </a:p>
      </dgm:t>
    </dgm:pt>
    <dgm:pt modelId="{94D53D7A-0D14-454D-AC95-DB182B8CED75}" type="parTrans" cxnId="{429A8FE5-E0C3-4A3F-BEAC-175520E4382D}">
      <dgm:prSet/>
      <dgm:spPr/>
      <dgm:t>
        <a:bodyPr/>
        <a:lstStyle/>
        <a:p>
          <a:endParaRPr lang="uk-UA"/>
        </a:p>
      </dgm:t>
    </dgm:pt>
    <dgm:pt modelId="{D2153C18-67B5-4E97-BBF7-D18B17BC0451}" type="sibTrans" cxnId="{429A8FE5-E0C3-4A3F-BEAC-175520E4382D}">
      <dgm:prSet/>
      <dgm:spPr/>
      <dgm:t>
        <a:bodyPr/>
        <a:lstStyle/>
        <a:p>
          <a:endParaRPr lang="uk-UA"/>
        </a:p>
      </dgm:t>
    </dgm:pt>
    <dgm:pt modelId="{E44CDBA8-0ED4-4009-90B8-440B390183E1}">
      <dgm:prSet/>
      <dgm:spPr/>
      <dgm:t>
        <a:bodyPr/>
        <a:lstStyle/>
        <a:p>
          <a:r>
            <a:rPr lang="uk-UA" b="0" i="0" dirty="0"/>
            <a:t>посилення національно-релігійного гніту православного українського населення</a:t>
          </a:r>
          <a:endParaRPr lang="uk-UA" dirty="0"/>
        </a:p>
      </dgm:t>
    </dgm:pt>
    <dgm:pt modelId="{F127B9F0-DB03-4B21-8BBF-65FCB90101BE}" type="parTrans" cxnId="{BD86918A-4C3D-4277-AA41-B190C50E1AD3}">
      <dgm:prSet/>
      <dgm:spPr/>
      <dgm:t>
        <a:bodyPr/>
        <a:lstStyle/>
        <a:p>
          <a:endParaRPr lang="uk-UA"/>
        </a:p>
      </dgm:t>
    </dgm:pt>
    <dgm:pt modelId="{E7DBE083-559B-4577-9A89-55D450C6B6E9}" type="sibTrans" cxnId="{BD86918A-4C3D-4277-AA41-B190C50E1AD3}">
      <dgm:prSet/>
      <dgm:spPr/>
      <dgm:t>
        <a:bodyPr/>
        <a:lstStyle/>
        <a:p>
          <a:endParaRPr lang="uk-UA"/>
        </a:p>
      </dgm:t>
    </dgm:pt>
    <dgm:pt modelId="{BDDCDA1D-C9FC-422E-BF1E-D0149455EA7E}" type="pres">
      <dgm:prSet presAssocID="{01CB16CE-0D8F-432C-B6F0-DFF67133252F}" presName="linear" presStyleCnt="0">
        <dgm:presLayoutVars>
          <dgm:animLvl val="lvl"/>
          <dgm:resizeHandles val="exact"/>
        </dgm:presLayoutVars>
      </dgm:prSet>
      <dgm:spPr/>
    </dgm:pt>
    <dgm:pt modelId="{0AB0059F-AB8E-4579-A25B-26771A22E190}" type="pres">
      <dgm:prSet presAssocID="{192F7771-8B1D-4EC5-9C89-C47A81D2E25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DF40D95-3792-4A56-8044-D99B29A9ED27}" type="pres">
      <dgm:prSet presAssocID="{9201EC80-1331-4B0E-80CD-D64E1BB9D239}" presName="spacer" presStyleCnt="0"/>
      <dgm:spPr/>
    </dgm:pt>
    <dgm:pt modelId="{53F27137-C227-4BF4-B16D-2EB769878C4C}" type="pres">
      <dgm:prSet presAssocID="{2E407EB3-B935-4B99-8569-B060735C3BF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09E5CCE-030C-4E91-B3B4-DB6DDA401BEF}" type="pres">
      <dgm:prSet presAssocID="{B6DCB36E-410E-420F-957A-9F1A3B816F03}" presName="spacer" presStyleCnt="0"/>
      <dgm:spPr/>
    </dgm:pt>
    <dgm:pt modelId="{2F8A0994-2FAF-495A-BB2D-95E7C4407047}" type="pres">
      <dgm:prSet presAssocID="{6E21A656-7297-409F-97A3-195A9644123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8B03E36-3FBB-4BF7-95B8-439352C399AB}" type="pres">
      <dgm:prSet presAssocID="{D2153C18-67B5-4E97-BBF7-D18B17BC0451}" presName="spacer" presStyleCnt="0"/>
      <dgm:spPr/>
    </dgm:pt>
    <dgm:pt modelId="{44FCFFE4-4D81-42B3-BCC4-1FEB4A80A785}" type="pres">
      <dgm:prSet presAssocID="{E44CDBA8-0ED4-4009-90B8-440B390183E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90E0F06-9DCF-4AF2-8F63-BA85117941BF}" srcId="{01CB16CE-0D8F-432C-B6F0-DFF67133252F}" destId="{192F7771-8B1D-4EC5-9C89-C47A81D2E251}" srcOrd="0" destOrd="0" parTransId="{6BF8B862-527F-4E88-B70B-641F2B0CA0BB}" sibTransId="{9201EC80-1331-4B0E-80CD-D64E1BB9D239}"/>
    <dgm:cxn modelId="{2C7F7206-0022-4F38-8BD4-FCA8EF3D0E12}" srcId="{01CB16CE-0D8F-432C-B6F0-DFF67133252F}" destId="{2E407EB3-B935-4B99-8569-B060735C3BF7}" srcOrd="1" destOrd="0" parTransId="{E3F331B4-1BC5-4673-B55D-FAC64C29260F}" sibTransId="{B6DCB36E-410E-420F-957A-9F1A3B816F03}"/>
    <dgm:cxn modelId="{9619AF20-8F22-44CC-BA38-81FFB1E4F029}" type="presOf" srcId="{E44CDBA8-0ED4-4009-90B8-440B390183E1}" destId="{44FCFFE4-4D81-42B3-BCC4-1FEB4A80A785}" srcOrd="0" destOrd="0" presId="urn:microsoft.com/office/officeart/2005/8/layout/vList2"/>
    <dgm:cxn modelId="{27D0D938-4207-4335-92F2-6114259011F4}" type="presOf" srcId="{01CB16CE-0D8F-432C-B6F0-DFF67133252F}" destId="{BDDCDA1D-C9FC-422E-BF1E-D0149455EA7E}" srcOrd="0" destOrd="0" presId="urn:microsoft.com/office/officeart/2005/8/layout/vList2"/>
    <dgm:cxn modelId="{1FC3F65B-6713-456F-9083-4B299D089031}" type="presOf" srcId="{6E21A656-7297-409F-97A3-195A9644123C}" destId="{2F8A0994-2FAF-495A-BB2D-95E7C4407047}" srcOrd="0" destOrd="0" presId="urn:microsoft.com/office/officeart/2005/8/layout/vList2"/>
    <dgm:cxn modelId="{BD86918A-4C3D-4277-AA41-B190C50E1AD3}" srcId="{01CB16CE-0D8F-432C-B6F0-DFF67133252F}" destId="{E44CDBA8-0ED4-4009-90B8-440B390183E1}" srcOrd="3" destOrd="0" parTransId="{F127B9F0-DB03-4B21-8BBF-65FCB90101BE}" sibTransId="{E7DBE083-559B-4577-9A89-55D450C6B6E9}"/>
    <dgm:cxn modelId="{CF15AFBC-0B53-41D5-AC42-2DA1C759A569}" type="presOf" srcId="{2E407EB3-B935-4B99-8569-B060735C3BF7}" destId="{53F27137-C227-4BF4-B16D-2EB769878C4C}" srcOrd="0" destOrd="0" presId="urn:microsoft.com/office/officeart/2005/8/layout/vList2"/>
    <dgm:cxn modelId="{ADA304C6-437D-47D5-8918-B38A4A60C32F}" type="presOf" srcId="{192F7771-8B1D-4EC5-9C89-C47A81D2E251}" destId="{0AB0059F-AB8E-4579-A25B-26771A22E190}" srcOrd="0" destOrd="0" presId="urn:microsoft.com/office/officeart/2005/8/layout/vList2"/>
    <dgm:cxn modelId="{429A8FE5-E0C3-4A3F-BEAC-175520E4382D}" srcId="{01CB16CE-0D8F-432C-B6F0-DFF67133252F}" destId="{6E21A656-7297-409F-97A3-195A9644123C}" srcOrd="2" destOrd="0" parTransId="{94D53D7A-0D14-454D-AC95-DB182B8CED75}" sibTransId="{D2153C18-67B5-4E97-BBF7-D18B17BC0451}"/>
    <dgm:cxn modelId="{E6C1BC46-CC15-4683-8A07-4124D1003D07}" type="presParOf" srcId="{BDDCDA1D-C9FC-422E-BF1E-D0149455EA7E}" destId="{0AB0059F-AB8E-4579-A25B-26771A22E190}" srcOrd="0" destOrd="0" presId="urn:microsoft.com/office/officeart/2005/8/layout/vList2"/>
    <dgm:cxn modelId="{3B9F1E44-B21C-4628-830B-88964290652C}" type="presParOf" srcId="{BDDCDA1D-C9FC-422E-BF1E-D0149455EA7E}" destId="{DDF40D95-3792-4A56-8044-D99B29A9ED27}" srcOrd="1" destOrd="0" presId="urn:microsoft.com/office/officeart/2005/8/layout/vList2"/>
    <dgm:cxn modelId="{C2281F05-11F2-4333-B359-846558FBFBB0}" type="presParOf" srcId="{BDDCDA1D-C9FC-422E-BF1E-D0149455EA7E}" destId="{53F27137-C227-4BF4-B16D-2EB769878C4C}" srcOrd="2" destOrd="0" presId="urn:microsoft.com/office/officeart/2005/8/layout/vList2"/>
    <dgm:cxn modelId="{B3165CB7-3B0E-4377-96EB-4420EF35571C}" type="presParOf" srcId="{BDDCDA1D-C9FC-422E-BF1E-D0149455EA7E}" destId="{409E5CCE-030C-4E91-B3B4-DB6DDA401BEF}" srcOrd="3" destOrd="0" presId="urn:microsoft.com/office/officeart/2005/8/layout/vList2"/>
    <dgm:cxn modelId="{29367813-2638-4161-B42B-25C94CB92568}" type="presParOf" srcId="{BDDCDA1D-C9FC-422E-BF1E-D0149455EA7E}" destId="{2F8A0994-2FAF-495A-BB2D-95E7C4407047}" srcOrd="4" destOrd="0" presId="urn:microsoft.com/office/officeart/2005/8/layout/vList2"/>
    <dgm:cxn modelId="{7E2E083F-8095-4E2C-8AD6-73B56648534A}" type="presParOf" srcId="{BDDCDA1D-C9FC-422E-BF1E-D0149455EA7E}" destId="{F8B03E36-3FBB-4BF7-95B8-439352C399AB}" srcOrd="5" destOrd="0" presId="urn:microsoft.com/office/officeart/2005/8/layout/vList2"/>
    <dgm:cxn modelId="{54A591E9-57CA-457F-8442-CBE4D4B286AF}" type="presParOf" srcId="{BDDCDA1D-C9FC-422E-BF1E-D0149455EA7E}" destId="{44FCFFE4-4D81-42B3-BCC4-1FEB4A80A78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1CB16CE-0D8F-432C-B6F0-DFF67133252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192F7771-8B1D-4EC5-9C89-C47A81D2E251}">
      <dgm:prSet/>
      <dgm:spPr/>
      <dgm:t>
        <a:bodyPr/>
        <a:lstStyle/>
        <a:p>
          <a:r>
            <a:rPr lang="uk-UA" b="0" i="0" dirty="0"/>
            <a:t>встановлення владою військового контролю за Запорозькою Січчю.</a:t>
          </a:r>
          <a:endParaRPr lang="uk-UA" dirty="0"/>
        </a:p>
      </dgm:t>
    </dgm:pt>
    <dgm:pt modelId="{6BF8B862-527F-4E88-B70B-641F2B0CA0BB}" type="parTrans" cxnId="{790E0F06-9DCF-4AF2-8F63-BA85117941BF}">
      <dgm:prSet/>
      <dgm:spPr/>
      <dgm:t>
        <a:bodyPr/>
        <a:lstStyle/>
        <a:p>
          <a:endParaRPr lang="uk-UA"/>
        </a:p>
      </dgm:t>
    </dgm:pt>
    <dgm:pt modelId="{9201EC80-1331-4B0E-80CD-D64E1BB9D239}" type="sibTrans" cxnId="{790E0F06-9DCF-4AF2-8F63-BA85117941BF}">
      <dgm:prSet/>
      <dgm:spPr/>
      <dgm:t>
        <a:bodyPr/>
        <a:lstStyle/>
        <a:p>
          <a:endParaRPr lang="uk-UA"/>
        </a:p>
      </dgm:t>
    </dgm:pt>
    <dgm:pt modelId="{2E407EB3-B935-4B99-8569-B060735C3BF7}">
      <dgm:prSet/>
      <dgm:spPr/>
      <dgm:t>
        <a:bodyPr/>
        <a:lstStyle/>
        <a:p>
          <a:r>
            <a:rPr lang="uk-UA" b="0" i="0" dirty="0"/>
            <a:t>скасування реєстру та повернення усіх козаків до стану селян-кріпаків.</a:t>
          </a:r>
          <a:endParaRPr lang="uk-UA" dirty="0"/>
        </a:p>
      </dgm:t>
    </dgm:pt>
    <dgm:pt modelId="{E3F331B4-1BC5-4673-B55D-FAC64C29260F}" type="parTrans" cxnId="{2C7F7206-0022-4F38-8BD4-FCA8EF3D0E12}">
      <dgm:prSet/>
      <dgm:spPr/>
      <dgm:t>
        <a:bodyPr/>
        <a:lstStyle/>
        <a:p>
          <a:endParaRPr lang="uk-UA"/>
        </a:p>
      </dgm:t>
    </dgm:pt>
    <dgm:pt modelId="{B6DCB36E-410E-420F-957A-9F1A3B816F03}" type="sibTrans" cxnId="{2C7F7206-0022-4F38-8BD4-FCA8EF3D0E12}">
      <dgm:prSet/>
      <dgm:spPr/>
      <dgm:t>
        <a:bodyPr/>
        <a:lstStyle/>
        <a:p>
          <a:endParaRPr lang="uk-UA"/>
        </a:p>
      </dgm:t>
    </dgm:pt>
    <dgm:pt modelId="{6E21A656-7297-409F-97A3-195A9644123C}">
      <dgm:prSet/>
      <dgm:spPr/>
      <dgm:t>
        <a:bodyPr/>
        <a:lstStyle/>
        <a:p>
          <a:r>
            <a:rPr lang="uk-UA" b="0" i="0"/>
            <a:t>утворення Запорозької Січі – військово-політичної організації козацтва.</a:t>
          </a:r>
          <a:endParaRPr lang="uk-UA"/>
        </a:p>
      </dgm:t>
    </dgm:pt>
    <dgm:pt modelId="{94D53D7A-0D14-454D-AC95-DB182B8CED75}" type="parTrans" cxnId="{429A8FE5-E0C3-4A3F-BEAC-175520E4382D}">
      <dgm:prSet/>
      <dgm:spPr/>
      <dgm:t>
        <a:bodyPr/>
        <a:lstStyle/>
        <a:p>
          <a:endParaRPr lang="uk-UA"/>
        </a:p>
      </dgm:t>
    </dgm:pt>
    <dgm:pt modelId="{D2153C18-67B5-4E97-BBF7-D18B17BC0451}" type="sibTrans" cxnId="{429A8FE5-E0C3-4A3F-BEAC-175520E4382D}">
      <dgm:prSet/>
      <dgm:spPr/>
      <dgm:t>
        <a:bodyPr/>
        <a:lstStyle/>
        <a:p>
          <a:endParaRPr lang="uk-UA"/>
        </a:p>
      </dgm:t>
    </dgm:pt>
    <dgm:pt modelId="{E44CDBA8-0ED4-4009-90B8-440B390183E1}">
      <dgm:prSet/>
      <dgm:spPr>
        <a:solidFill>
          <a:srgbClr val="0070C0"/>
        </a:solidFill>
      </dgm:spPr>
      <dgm:t>
        <a:bodyPr/>
        <a:lstStyle/>
        <a:p>
          <a:r>
            <a:rPr lang="uk-UA" b="0" i="0" dirty="0"/>
            <a:t>посилення національно-релігійного гніту православного українського населення</a:t>
          </a:r>
          <a:endParaRPr lang="uk-UA" dirty="0"/>
        </a:p>
      </dgm:t>
    </dgm:pt>
    <dgm:pt modelId="{F127B9F0-DB03-4B21-8BBF-65FCB90101BE}" type="parTrans" cxnId="{BD86918A-4C3D-4277-AA41-B190C50E1AD3}">
      <dgm:prSet/>
      <dgm:spPr/>
      <dgm:t>
        <a:bodyPr/>
        <a:lstStyle/>
        <a:p>
          <a:endParaRPr lang="uk-UA"/>
        </a:p>
      </dgm:t>
    </dgm:pt>
    <dgm:pt modelId="{E7DBE083-559B-4577-9A89-55D450C6B6E9}" type="sibTrans" cxnId="{BD86918A-4C3D-4277-AA41-B190C50E1AD3}">
      <dgm:prSet/>
      <dgm:spPr/>
      <dgm:t>
        <a:bodyPr/>
        <a:lstStyle/>
        <a:p>
          <a:endParaRPr lang="uk-UA"/>
        </a:p>
      </dgm:t>
    </dgm:pt>
    <dgm:pt modelId="{BDDCDA1D-C9FC-422E-BF1E-D0149455EA7E}" type="pres">
      <dgm:prSet presAssocID="{01CB16CE-0D8F-432C-B6F0-DFF67133252F}" presName="linear" presStyleCnt="0">
        <dgm:presLayoutVars>
          <dgm:animLvl val="lvl"/>
          <dgm:resizeHandles val="exact"/>
        </dgm:presLayoutVars>
      </dgm:prSet>
      <dgm:spPr/>
    </dgm:pt>
    <dgm:pt modelId="{0AB0059F-AB8E-4579-A25B-26771A22E190}" type="pres">
      <dgm:prSet presAssocID="{192F7771-8B1D-4EC5-9C89-C47A81D2E25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DF40D95-3792-4A56-8044-D99B29A9ED27}" type="pres">
      <dgm:prSet presAssocID="{9201EC80-1331-4B0E-80CD-D64E1BB9D239}" presName="spacer" presStyleCnt="0"/>
      <dgm:spPr/>
    </dgm:pt>
    <dgm:pt modelId="{53F27137-C227-4BF4-B16D-2EB769878C4C}" type="pres">
      <dgm:prSet presAssocID="{2E407EB3-B935-4B99-8569-B060735C3BF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09E5CCE-030C-4E91-B3B4-DB6DDA401BEF}" type="pres">
      <dgm:prSet presAssocID="{B6DCB36E-410E-420F-957A-9F1A3B816F03}" presName="spacer" presStyleCnt="0"/>
      <dgm:spPr/>
    </dgm:pt>
    <dgm:pt modelId="{2F8A0994-2FAF-495A-BB2D-95E7C4407047}" type="pres">
      <dgm:prSet presAssocID="{6E21A656-7297-409F-97A3-195A9644123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8B03E36-3FBB-4BF7-95B8-439352C399AB}" type="pres">
      <dgm:prSet presAssocID="{D2153C18-67B5-4E97-BBF7-D18B17BC0451}" presName="spacer" presStyleCnt="0"/>
      <dgm:spPr/>
    </dgm:pt>
    <dgm:pt modelId="{44FCFFE4-4D81-42B3-BCC4-1FEB4A80A785}" type="pres">
      <dgm:prSet presAssocID="{E44CDBA8-0ED4-4009-90B8-440B390183E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90E0F06-9DCF-4AF2-8F63-BA85117941BF}" srcId="{01CB16CE-0D8F-432C-B6F0-DFF67133252F}" destId="{192F7771-8B1D-4EC5-9C89-C47A81D2E251}" srcOrd="0" destOrd="0" parTransId="{6BF8B862-527F-4E88-B70B-641F2B0CA0BB}" sibTransId="{9201EC80-1331-4B0E-80CD-D64E1BB9D239}"/>
    <dgm:cxn modelId="{2C7F7206-0022-4F38-8BD4-FCA8EF3D0E12}" srcId="{01CB16CE-0D8F-432C-B6F0-DFF67133252F}" destId="{2E407EB3-B935-4B99-8569-B060735C3BF7}" srcOrd="1" destOrd="0" parTransId="{E3F331B4-1BC5-4673-B55D-FAC64C29260F}" sibTransId="{B6DCB36E-410E-420F-957A-9F1A3B816F03}"/>
    <dgm:cxn modelId="{9619AF20-8F22-44CC-BA38-81FFB1E4F029}" type="presOf" srcId="{E44CDBA8-0ED4-4009-90B8-440B390183E1}" destId="{44FCFFE4-4D81-42B3-BCC4-1FEB4A80A785}" srcOrd="0" destOrd="0" presId="urn:microsoft.com/office/officeart/2005/8/layout/vList2"/>
    <dgm:cxn modelId="{27D0D938-4207-4335-92F2-6114259011F4}" type="presOf" srcId="{01CB16CE-0D8F-432C-B6F0-DFF67133252F}" destId="{BDDCDA1D-C9FC-422E-BF1E-D0149455EA7E}" srcOrd="0" destOrd="0" presId="urn:microsoft.com/office/officeart/2005/8/layout/vList2"/>
    <dgm:cxn modelId="{1FC3F65B-6713-456F-9083-4B299D089031}" type="presOf" srcId="{6E21A656-7297-409F-97A3-195A9644123C}" destId="{2F8A0994-2FAF-495A-BB2D-95E7C4407047}" srcOrd="0" destOrd="0" presId="urn:microsoft.com/office/officeart/2005/8/layout/vList2"/>
    <dgm:cxn modelId="{BD86918A-4C3D-4277-AA41-B190C50E1AD3}" srcId="{01CB16CE-0D8F-432C-B6F0-DFF67133252F}" destId="{E44CDBA8-0ED4-4009-90B8-440B390183E1}" srcOrd="3" destOrd="0" parTransId="{F127B9F0-DB03-4B21-8BBF-65FCB90101BE}" sibTransId="{E7DBE083-559B-4577-9A89-55D450C6B6E9}"/>
    <dgm:cxn modelId="{CF15AFBC-0B53-41D5-AC42-2DA1C759A569}" type="presOf" srcId="{2E407EB3-B935-4B99-8569-B060735C3BF7}" destId="{53F27137-C227-4BF4-B16D-2EB769878C4C}" srcOrd="0" destOrd="0" presId="urn:microsoft.com/office/officeart/2005/8/layout/vList2"/>
    <dgm:cxn modelId="{ADA304C6-437D-47D5-8918-B38A4A60C32F}" type="presOf" srcId="{192F7771-8B1D-4EC5-9C89-C47A81D2E251}" destId="{0AB0059F-AB8E-4579-A25B-26771A22E190}" srcOrd="0" destOrd="0" presId="urn:microsoft.com/office/officeart/2005/8/layout/vList2"/>
    <dgm:cxn modelId="{429A8FE5-E0C3-4A3F-BEAC-175520E4382D}" srcId="{01CB16CE-0D8F-432C-B6F0-DFF67133252F}" destId="{6E21A656-7297-409F-97A3-195A9644123C}" srcOrd="2" destOrd="0" parTransId="{94D53D7A-0D14-454D-AC95-DB182B8CED75}" sibTransId="{D2153C18-67B5-4E97-BBF7-D18B17BC0451}"/>
    <dgm:cxn modelId="{E6C1BC46-CC15-4683-8A07-4124D1003D07}" type="presParOf" srcId="{BDDCDA1D-C9FC-422E-BF1E-D0149455EA7E}" destId="{0AB0059F-AB8E-4579-A25B-26771A22E190}" srcOrd="0" destOrd="0" presId="urn:microsoft.com/office/officeart/2005/8/layout/vList2"/>
    <dgm:cxn modelId="{3B9F1E44-B21C-4628-830B-88964290652C}" type="presParOf" srcId="{BDDCDA1D-C9FC-422E-BF1E-D0149455EA7E}" destId="{DDF40D95-3792-4A56-8044-D99B29A9ED27}" srcOrd="1" destOrd="0" presId="urn:microsoft.com/office/officeart/2005/8/layout/vList2"/>
    <dgm:cxn modelId="{C2281F05-11F2-4333-B359-846558FBFBB0}" type="presParOf" srcId="{BDDCDA1D-C9FC-422E-BF1E-D0149455EA7E}" destId="{53F27137-C227-4BF4-B16D-2EB769878C4C}" srcOrd="2" destOrd="0" presId="urn:microsoft.com/office/officeart/2005/8/layout/vList2"/>
    <dgm:cxn modelId="{B3165CB7-3B0E-4377-96EB-4420EF35571C}" type="presParOf" srcId="{BDDCDA1D-C9FC-422E-BF1E-D0149455EA7E}" destId="{409E5CCE-030C-4E91-B3B4-DB6DDA401BEF}" srcOrd="3" destOrd="0" presId="urn:microsoft.com/office/officeart/2005/8/layout/vList2"/>
    <dgm:cxn modelId="{29367813-2638-4161-B42B-25C94CB92568}" type="presParOf" srcId="{BDDCDA1D-C9FC-422E-BF1E-D0149455EA7E}" destId="{2F8A0994-2FAF-495A-BB2D-95E7C4407047}" srcOrd="4" destOrd="0" presId="urn:microsoft.com/office/officeart/2005/8/layout/vList2"/>
    <dgm:cxn modelId="{7E2E083F-8095-4E2C-8AD6-73B56648534A}" type="presParOf" srcId="{BDDCDA1D-C9FC-422E-BF1E-D0149455EA7E}" destId="{F8B03E36-3FBB-4BF7-95B8-439352C399AB}" srcOrd="5" destOrd="0" presId="urn:microsoft.com/office/officeart/2005/8/layout/vList2"/>
    <dgm:cxn modelId="{54A591E9-57CA-457F-8442-CBE4D4B286AF}" type="presParOf" srcId="{BDDCDA1D-C9FC-422E-BF1E-D0149455EA7E}" destId="{44FCFFE4-4D81-42B3-BCC4-1FEB4A80A785}" srcOrd="6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BB51C22-0286-436E-95E6-1E81FFC8F19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71BC4DB-156B-4ED3-A359-5E4F06164529}">
      <dgm:prSet/>
      <dgm:spPr/>
      <dgm:t>
        <a:bodyPr/>
        <a:lstStyle/>
        <a:p>
          <a:r>
            <a:rPr lang="uk-UA" b="0" i="0"/>
            <a:t>воєнно-стратегічну</a:t>
          </a:r>
          <a:endParaRPr lang="uk-UA"/>
        </a:p>
      </dgm:t>
    </dgm:pt>
    <dgm:pt modelId="{F832D0FF-88FC-4C84-ADCC-88013A9E7159}" type="parTrans" cxnId="{DE3DFE93-F9A3-4879-B3CC-CB4EDD0F73F3}">
      <dgm:prSet/>
      <dgm:spPr/>
      <dgm:t>
        <a:bodyPr/>
        <a:lstStyle/>
        <a:p>
          <a:endParaRPr lang="uk-UA"/>
        </a:p>
      </dgm:t>
    </dgm:pt>
    <dgm:pt modelId="{89A84A32-B97E-4DF2-87CF-0E10973500E8}" type="sibTrans" cxnId="{DE3DFE93-F9A3-4879-B3CC-CB4EDD0F73F3}">
      <dgm:prSet/>
      <dgm:spPr/>
      <dgm:t>
        <a:bodyPr/>
        <a:lstStyle/>
        <a:p>
          <a:endParaRPr lang="uk-UA"/>
        </a:p>
      </dgm:t>
    </dgm:pt>
    <dgm:pt modelId="{E12A0B9A-BDF2-4147-B700-046E9C2D3061}">
      <dgm:prSet/>
      <dgm:spPr/>
      <dgm:t>
        <a:bodyPr/>
        <a:lstStyle/>
        <a:p>
          <a:r>
            <a:rPr lang="uk-UA" b="0" i="0" dirty="0"/>
            <a:t>культурно-ідеологічну</a:t>
          </a:r>
          <a:endParaRPr lang="uk-UA" dirty="0"/>
        </a:p>
      </dgm:t>
    </dgm:pt>
    <dgm:pt modelId="{8A58DAB4-8C1B-4A30-B465-5A59346FDFE9}" type="parTrans" cxnId="{5116054A-6302-4202-B3BF-8831DA4E8243}">
      <dgm:prSet/>
      <dgm:spPr/>
      <dgm:t>
        <a:bodyPr/>
        <a:lstStyle/>
        <a:p>
          <a:endParaRPr lang="uk-UA"/>
        </a:p>
      </dgm:t>
    </dgm:pt>
    <dgm:pt modelId="{F19BFEA3-EDD6-4D07-9BEF-DAE1FBD4CD4C}" type="sibTrans" cxnId="{5116054A-6302-4202-B3BF-8831DA4E8243}">
      <dgm:prSet/>
      <dgm:spPr/>
      <dgm:t>
        <a:bodyPr/>
        <a:lstStyle/>
        <a:p>
          <a:endParaRPr lang="uk-UA"/>
        </a:p>
      </dgm:t>
    </dgm:pt>
    <dgm:pt modelId="{2007446A-A1C5-4935-B252-2CA50C2E1890}">
      <dgm:prSet/>
      <dgm:spPr/>
      <dgm:t>
        <a:bodyPr/>
        <a:lstStyle/>
        <a:p>
          <a:r>
            <a:rPr lang="uk-UA" b="0" i="0"/>
            <a:t>національно-релігійну</a:t>
          </a:r>
          <a:endParaRPr lang="uk-UA"/>
        </a:p>
      </dgm:t>
    </dgm:pt>
    <dgm:pt modelId="{AB0797CC-F22D-4D70-822B-3978C502A236}" type="parTrans" cxnId="{359C288B-6048-413A-AAF9-918401DE2AD6}">
      <dgm:prSet/>
      <dgm:spPr/>
      <dgm:t>
        <a:bodyPr/>
        <a:lstStyle/>
        <a:p>
          <a:endParaRPr lang="uk-UA"/>
        </a:p>
      </dgm:t>
    </dgm:pt>
    <dgm:pt modelId="{E9E5F180-0CD9-4607-9831-143228ADF8C3}" type="sibTrans" cxnId="{359C288B-6048-413A-AAF9-918401DE2AD6}">
      <dgm:prSet/>
      <dgm:spPr/>
      <dgm:t>
        <a:bodyPr/>
        <a:lstStyle/>
        <a:p>
          <a:endParaRPr lang="uk-UA"/>
        </a:p>
      </dgm:t>
    </dgm:pt>
    <dgm:pt modelId="{8AE1617C-F420-4FBB-AB06-FDDC90FA3F8C}">
      <dgm:prSet/>
      <dgm:spPr/>
      <dgm:t>
        <a:bodyPr/>
        <a:lstStyle/>
        <a:p>
          <a:r>
            <a:rPr lang="uk-UA" b="0" i="0" dirty="0"/>
            <a:t>соціально-економічну</a:t>
          </a:r>
          <a:endParaRPr lang="uk-UA" dirty="0"/>
        </a:p>
      </dgm:t>
    </dgm:pt>
    <dgm:pt modelId="{49DA4F37-116F-4D72-8E93-EA505AB0F3FB}" type="parTrans" cxnId="{5DEA3395-42E9-491C-8718-82E646490996}">
      <dgm:prSet/>
      <dgm:spPr/>
      <dgm:t>
        <a:bodyPr/>
        <a:lstStyle/>
        <a:p>
          <a:endParaRPr lang="uk-UA"/>
        </a:p>
      </dgm:t>
    </dgm:pt>
    <dgm:pt modelId="{E9E953A1-8CF7-4BC9-A524-E9361C3F5459}" type="sibTrans" cxnId="{5DEA3395-42E9-491C-8718-82E646490996}">
      <dgm:prSet/>
      <dgm:spPr/>
      <dgm:t>
        <a:bodyPr/>
        <a:lstStyle/>
        <a:p>
          <a:endParaRPr lang="uk-UA"/>
        </a:p>
      </dgm:t>
    </dgm:pt>
    <dgm:pt modelId="{4A4A5D8D-62E9-4FAE-925D-6ABF0CAEAF73}" type="pres">
      <dgm:prSet presAssocID="{FBB51C22-0286-436E-95E6-1E81FFC8F199}" presName="linear" presStyleCnt="0">
        <dgm:presLayoutVars>
          <dgm:animLvl val="lvl"/>
          <dgm:resizeHandles val="exact"/>
        </dgm:presLayoutVars>
      </dgm:prSet>
      <dgm:spPr/>
    </dgm:pt>
    <dgm:pt modelId="{D4004D94-E8D9-4A7A-9F83-B266D5164D7A}" type="pres">
      <dgm:prSet presAssocID="{C71BC4DB-156B-4ED3-A359-5E4F0616452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F4993C1-AA77-443B-8730-B42DFE606C4A}" type="pres">
      <dgm:prSet presAssocID="{89A84A32-B97E-4DF2-87CF-0E10973500E8}" presName="spacer" presStyleCnt="0"/>
      <dgm:spPr/>
    </dgm:pt>
    <dgm:pt modelId="{F1016B7E-151E-4D21-8637-F207EF616205}" type="pres">
      <dgm:prSet presAssocID="{E12A0B9A-BDF2-4147-B700-046E9C2D306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300DC83-6C2B-46CD-8F59-3F4B22C0679C}" type="pres">
      <dgm:prSet presAssocID="{F19BFEA3-EDD6-4D07-9BEF-DAE1FBD4CD4C}" presName="spacer" presStyleCnt="0"/>
      <dgm:spPr/>
    </dgm:pt>
    <dgm:pt modelId="{5A364AFD-90FA-4D17-9EE0-45810BF874A5}" type="pres">
      <dgm:prSet presAssocID="{2007446A-A1C5-4935-B252-2CA50C2E189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B1C6E15-1BDF-4317-9881-801C02F0BCD8}" type="pres">
      <dgm:prSet presAssocID="{E9E5F180-0CD9-4607-9831-143228ADF8C3}" presName="spacer" presStyleCnt="0"/>
      <dgm:spPr/>
    </dgm:pt>
    <dgm:pt modelId="{B5586910-B883-43E5-BE1B-ABFEBBEB7FC8}" type="pres">
      <dgm:prSet presAssocID="{8AE1617C-F420-4FBB-AB06-FDDC90FA3F8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116054A-6302-4202-B3BF-8831DA4E8243}" srcId="{FBB51C22-0286-436E-95E6-1E81FFC8F199}" destId="{E12A0B9A-BDF2-4147-B700-046E9C2D3061}" srcOrd="1" destOrd="0" parTransId="{8A58DAB4-8C1B-4A30-B465-5A59346FDFE9}" sibTransId="{F19BFEA3-EDD6-4D07-9BEF-DAE1FBD4CD4C}"/>
    <dgm:cxn modelId="{10879572-C46E-4579-AFA8-20DA28AB1BCB}" type="presOf" srcId="{FBB51C22-0286-436E-95E6-1E81FFC8F199}" destId="{4A4A5D8D-62E9-4FAE-925D-6ABF0CAEAF73}" srcOrd="0" destOrd="0" presId="urn:microsoft.com/office/officeart/2005/8/layout/vList2"/>
    <dgm:cxn modelId="{359C288B-6048-413A-AAF9-918401DE2AD6}" srcId="{FBB51C22-0286-436E-95E6-1E81FFC8F199}" destId="{2007446A-A1C5-4935-B252-2CA50C2E1890}" srcOrd="2" destOrd="0" parTransId="{AB0797CC-F22D-4D70-822B-3978C502A236}" sibTransId="{E9E5F180-0CD9-4607-9831-143228ADF8C3}"/>
    <dgm:cxn modelId="{DE3DFE93-F9A3-4879-B3CC-CB4EDD0F73F3}" srcId="{FBB51C22-0286-436E-95E6-1E81FFC8F199}" destId="{C71BC4DB-156B-4ED3-A359-5E4F06164529}" srcOrd="0" destOrd="0" parTransId="{F832D0FF-88FC-4C84-ADCC-88013A9E7159}" sibTransId="{89A84A32-B97E-4DF2-87CF-0E10973500E8}"/>
    <dgm:cxn modelId="{5DEA3395-42E9-491C-8718-82E646490996}" srcId="{FBB51C22-0286-436E-95E6-1E81FFC8F199}" destId="{8AE1617C-F420-4FBB-AB06-FDDC90FA3F8C}" srcOrd="3" destOrd="0" parTransId="{49DA4F37-116F-4D72-8E93-EA505AB0F3FB}" sibTransId="{E9E953A1-8CF7-4BC9-A524-E9361C3F5459}"/>
    <dgm:cxn modelId="{4D1884A3-7563-4D9E-AA6D-65686718AC5E}" type="presOf" srcId="{8AE1617C-F420-4FBB-AB06-FDDC90FA3F8C}" destId="{B5586910-B883-43E5-BE1B-ABFEBBEB7FC8}" srcOrd="0" destOrd="0" presId="urn:microsoft.com/office/officeart/2005/8/layout/vList2"/>
    <dgm:cxn modelId="{31211ECE-0DA2-4704-AA56-536F8999547E}" type="presOf" srcId="{C71BC4DB-156B-4ED3-A359-5E4F06164529}" destId="{D4004D94-E8D9-4A7A-9F83-B266D5164D7A}" srcOrd="0" destOrd="0" presId="urn:microsoft.com/office/officeart/2005/8/layout/vList2"/>
    <dgm:cxn modelId="{5605D6D6-9380-40E4-8A43-05960B27DBF3}" type="presOf" srcId="{E12A0B9A-BDF2-4147-B700-046E9C2D3061}" destId="{F1016B7E-151E-4D21-8637-F207EF616205}" srcOrd="0" destOrd="0" presId="urn:microsoft.com/office/officeart/2005/8/layout/vList2"/>
    <dgm:cxn modelId="{ACD23DF1-FE74-47C8-8FA3-F6A1B06C68EB}" type="presOf" srcId="{2007446A-A1C5-4935-B252-2CA50C2E1890}" destId="{5A364AFD-90FA-4D17-9EE0-45810BF874A5}" srcOrd="0" destOrd="0" presId="urn:microsoft.com/office/officeart/2005/8/layout/vList2"/>
    <dgm:cxn modelId="{73F97657-A41E-4CED-A5DE-273FF3D8C510}" type="presParOf" srcId="{4A4A5D8D-62E9-4FAE-925D-6ABF0CAEAF73}" destId="{D4004D94-E8D9-4A7A-9F83-B266D5164D7A}" srcOrd="0" destOrd="0" presId="urn:microsoft.com/office/officeart/2005/8/layout/vList2"/>
    <dgm:cxn modelId="{C5F50FCD-5241-4679-8F4B-AD5E5EF25830}" type="presParOf" srcId="{4A4A5D8D-62E9-4FAE-925D-6ABF0CAEAF73}" destId="{2F4993C1-AA77-443B-8730-B42DFE606C4A}" srcOrd="1" destOrd="0" presId="urn:microsoft.com/office/officeart/2005/8/layout/vList2"/>
    <dgm:cxn modelId="{E35D4165-5C48-4805-80D7-0A2C57C9EA0D}" type="presParOf" srcId="{4A4A5D8D-62E9-4FAE-925D-6ABF0CAEAF73}" destId="{F1016B7E-151E-4D21-8637-F207EF616205}" srcOrd="2" destOrd="0" presId="urn:microsoft.com/office/officeart/2005/8/layout/vList2"/>
    <dgm:cxn modelId="{8FD25BC1-2D7F-45C6-B84D-A72DF99A193A}" type="presParOf" srcId="{4A4A5D8D-62E9-4FAE-925D-6ABF0CAEAF73}" destId="{E300DC83-6C2B-46CD-8F59-3F4B22C0679C}" srcOrd="3" destOrd="0" presId="urn:microsoft.com/office/officeart/2005/8/layout/vList2"/>
    <dgm:cxn modelId="{1A4BF81A-2FD3-4BA3-9264-7242A800B3C1}" type="presParOf" srcId="{4A4A5D8D-62E9-4FAE-925D-6ABF0CAEAF73}" destId="{5A364AFD-90FA-4D17-9EE0-45810BF874A5}" srcOrd="4" destOrd="0" presId="urn:microsoft.com/office/officeart/2005/8/layout/vList2"/>
    <dgm:cxn modelId="{809B4E97-3523-418D-B98E-33A9F7A2A0E3}" type="presParOf" srcId="{4A4A5D8D-62E9-4FAE-925D-6ABF0CAEAF73}" destId="{CB1C6E15-1BDF-4317-9881-801C02F0BCD8}" srcOrd="5" destOrd="0" presId="urn:microsoft.com/office/officeart/2005/8/layout/vList2"/>
    <dgm:cxn modelId="{6C4257CC-FA3B-4D22-840A-712A011D8AB5}" type="presParOf" srcId="{4A4A5D8D-62E9-4FAE-925D-6ABF0CAEAF73}" destId="{B5586910-B883-43E5-BE1B-ABFEBBEB7FC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F4CFF74-5549-401C-962B-FEC79C0F8AF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7779F80-2584-4A4E-B9AC-6F0DF941F38C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Царська</a:t>
          </a:r>
          <a:r>
            <a:rPr lang="ru-RU" b="0" i="0" dirty="0"/>
            <a:t> </a:t>
          </a:r>
          <a:r>
            <a:rPr lang="ru-RU" b="0" i="0" dirty="0" err="1"/>
            <a:t>величність</a:t>
          </a:r>
          <a:r>
            <a:rPr lang="ru-RU" b="0" i="0" dirty="0"/>
            <a:t> </a:t>
          </a:r>
          <a:r>
            <a:rPr lang="ru-RU" b="0" i="0" dirty="0" err="1"/>
            <a:t>наді</a:t>
          </a:r>
          <a:r>
            <a:rPr lang="ru-RU" b="0" i="0" dirty="0"/>
            <a:t> мною… учинив </a:t>
          </a:r>
          <a:r>
            <a:rPr lang="ru-RU" b="0" i="0" dirty="0" err="1"/>
            <a:t>немилосердя</a:t>
          </a:r>
          <a:r>
            <a:rPr lang="ru-RU" b="0" i="0" dirty="0"/>
            <a:t> </a:t>
          </a:r>
          <a:r>
            <a:rPr lang="ru-RU" b="0" i="0" dirty="0" err="1"/>
            <a:t>своє</a:t>
          </a:r>
          <a:r>
            <a:rPr lang="ru-RU" b="0" i="0" dirty="0"/>
            <a:t>: помирившись з поляками, …</a:t>
          </a:r>
          <a:r>
            <a:rPr lang="ru-RU" b="0" i="0" dirty="0" err="1"/>
            <a:t>государ</a:t>
          </a:r>
          <a:r>
            <a:rPr lang="ru-RU" b="0" i="0" dirty="0"/>
            <a:t> послав з </a:t>
          </a:r>
          <a:r>
            <a:rPr lang="ru-RU" b="0" i="0" dirty="0" err="1"/>
            <a:t>Вільно</a:t>
          </a:r>
          <a:r>
            <a:rPr lang="ru-RU" b="0" i="0" dirty="0"/>
            <a:t> </a:t>
          </a:r>
          <a:r>
            <a:rPr lang="ru-RU" b="0" i="0" dirty="0" err="1"/>
            <a:t>проти</a:t>
          </a:r>
          <a:r>
            <a:rPr lang="ru-RU" b="0" i="0" dirty="0"/>
            <a:t> нас, </a:t>
          </a:r>
          <a:r>
            <a:rPr lang="ru-RU" b="0" i="0" dirty="0" err="1"/>
            <a:t>шведів</a:t>
          </a:r>
          <a:r>
            <a:rPr lang="ru-RU" b="0" i="0" dirty="0"/>
            <a:t> і </a:t>
          </a:r>
          <a:r>
            <a:rPr lang="ru-RU" b="0" i="0" dirty="0" err="1"/>
            <a:t>угорців</a:t>
          </a:r>
          <a:r>
            <a:rPr lang="ru-RU" b="0" i="0" dirty="0"/>
            <a:t> полякам на </a:t>
          </a:r>
          <a:r>
            <a:rPr lang="ru-RU" b="0" i="0" dirty="0" err="1"/>
            <a:t>допомогу</a:t>
          </a:r>
          <a:r>
            <a:rPr lang="ru-RU" b="0" i="0" dirty="0"/>
            <a:t> 20 тис. </a:t>
          </a:r>
          <a:r>
            <a:rPr lang="ru-RU" b="0" i="0" dirty="0" err="1"/>
            <a:t>ратних</a:t>
          </a:r>
          <a:r>
            <a:rPr lang="ru-RU" b="0" i="0" dirty="0"/>
            <a:t> людей…»</a:t>
          </a:r>
          <a:endParaRPr lang="uk-UA" i="0" dirty="0"/>
        </a:p>
      </dgm:t>
    </dgm:pt>
    <dgm:pt modelId="{F48479C1-40DD-49B8-A588-2AA55466F057}" type="parTrans" cxnId="{62C77E0A-AE0D-4767-922D-FDF399FF8CC4}">
      <dgm:prSet/>
      <dgm:spPr/>
      <dgm:t>
        <a:bodyPr/>
        <a:lstStyle/>
        <a:p>
          <a:endParaRPr lang="uk-UA"/>
        </a:p>
      </dgm:t>
    </dgm:pt>
    <dgm:pt modelId="{D73098F4-BBB4-4AF4-AB6B-9AA74123562E}" type="sibTrans" cxnId="{62C77E0A-AE0D-4767-922D-FDF399FF8CC4}">
      <dgm:prSet/>
      <dgm:spPr/>
      <dgm:t>
        <a:bodyPr/>
        <a:lstStyle/>
        <a:p>
          <a:endParaRPr lang="uk-UA"/>
        </a:p>
      </dgm:t>
    </dgm:pt>
    <dgm:pt modelId="{8CC43DFD-5AB3-45E8-B307-550A9EF39A32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Уся</a:t>
          </a:r>
          <a:r>
            <a:rPr lang="ru-RU" b="0" i="0" dirty="0"/>
            <a:t> перша </a:t>
          </a:r>
          <a:r>
            <a:rPr lang="ru-RU" b="0" i="0" dirty="0" err="1"/>
            <a:t>війна</a:t>
          </a:r>
          <a:r>
            <a:rPr lang="ru-RU" b="0" i="0" dirty="0"/>
            <a:t> </a:t>
          </a:r>
          <a:r>
            <a:rPr lang="ru-RU" b="0" i="0" dirty="0" err="1"/>
            <a:t>почалася</a:t>
          </a:r>
          <a:r>
            <a:rPr lang="ru-RU" b="0" i="0" dirty="0"/>
            <a:t> через </a:t>
          </a:r>
          <a:r>
            <a:rPr lang="ru-RU" b="0" i="0" dirty="0" err="1"/>
            <a:t>Чаплинського</a:t>
          </a:r>
          <a:r>
            <a:rPr lang="ru-RU" b="0" i="0" dirty="0"/>
            <a:t>, </a:t>
          </a:r>
          <a:r>
            <a:rPr lang="ru-RU" b="0" i="0" dirty="0" err="1"/>
            <a:t>який</a:t>
          </a:r>
          <a:r>
            <a:rPr lang="ru-RU" b="0" i="0" dirty="0"/>
            <a:t>, не </a:t>
          </a:r>
          <a:r>
            <a:rPr lang="ru-RU" b="0" i="0" dirty="0" err="1"/>
            <a:t>зважаючи</a:t>
          </a:r>
          <a:r>
            <a:rPr lang="ru-RU" b="0" i="0" dirty="0"/>
            <a:t> на те, </a:t>
          </a:r>
          <a:r>
            <a:rPr lang="ru-RU" b="0" i="0" dirty="0" err="1"/>
            <a:t>що</a:t>
          </a:r>
          <a:r>
            <a:rPr lang="ru-RU" b="0" i="0" dirty="0"/>
            <a:t> я мав </a:t>
          </a:r>
          <a:r>
            <a:rPr lang="ru-RU" b="0" i="0" dirty="0" err="1"/>
            <a:t>привілей</a:t>
          </a:r>
          <a:r>
            <a:rPr lang="ru-RU" b="0" i="0" dirty="0"/>
            <a:t> короля, </a:t>
          </a:r>
          <a:r>
            <a:rPr lang="ru-RU" b="0" i="0" dirty="0" err="1"/>
            <a:t>відібрав</a:t>
          </a:r>
          <a:r>
            <a:rPr lang="ru-RU" b="0" i="0" dirty="0"/>
            <a:t> у мене </a:t>
          </a:r>
          <a:r>
            <a:rPr lang="ru-RU" b="0" i="0" dirty="0" err="1"/>
            <a:t>хутір</a:t>
          </a:r>
          <a:r>
            <a:rPr lang="ru-RU" b="0" i="0" dirty="0"/>
            <a:t> та </a:t>
          </a:r>
          <a:r>
            <a:rPr lang="ru-RU" b="0" i="0" dirty="0" err="1"/>
            <a:t>ще</a:t>
          </a:r>
          <a:r>
            <a:rPr lang="ru-RU" b="0" i="0" dirty="0"/>
            <a:t> й </a:t>
          </a:r>
          <a:r>
            <a:rPr lang="ru-RU" b="0" i="0" dirty="0" err="1"/>
            <a:t>мені</a:t>
          </a:r>
          <a:r>
            <a:rPr lang="ru-RU" b="0" i="0" dirty="0"/>
            <a:t> </a:t>
          </a:r>
          <a:r>
            <a:rPr lang="ru-RU" b="0" i="0" dirty="0" err="1"/>
            <a:t>погрожував</a:t>
          </a:r>
          <a:r>
            <a:rPr lang="ru-RU" b="0" i="0" dirty="0"/>
            <a:t> </a:t>
          </a:r>
          <a:r>
            <a:rPr lang="ru-RU" b="0" i="0" dirty="0" err="1"/>
            <a:t>смертю</a:t>
          </a:r>
          <a:r>
            <a:rPr lang="ru-RU" b="0" i="0" dirty="0"/>
            <a:t>, і увесь </a:t>
          </a:r>
          <a:r>
            <a:rPr lang="ru-RU" b="0" i="0" dirty="0" err="1"/>
            <a:t>цей</a:t>
          </a:r>
          <a:r>
            <a:rPr lang="ru-RU" b="0" i="0" dirty="0"/>
            <a:t> </a:t>
          </a:r>
          <a:r>
            <a:rPr lang="ru-RU" b="0" i="0" dirty="0" err="1"/>
            <a:t>вогонь</a:t>
          </a:r>
          <a:r>
            <a:rPr lang="ru-RU" b="0" i="0" dirty="0"/>
            <a:t> </a:t>
          </a:r>
          <a:r>
            <a:rPr lang="ru-RU" b="0" i="0" dirty="0" err="1"/>
            <a:t>спалахнув</a:t>
          </a:r>
          <a:r>
            <a:rPr lang="ru-RU" b="0" i="0" dirty="0"/>
            <a:t> через </a:t>
          </a:r>
          <a:r>
            <a:rPr lang="ru-RU" b="0" i="0" dirty="0" err="1"/>
            <a:t>нього</a:t>
          </a:r>
          <a:r>
            <a:rPr lang="ru-RU" b="0" i="0" dirty="0"/>
            <a:t>…»</a:t>
          </a:r>
          <a:endParaRPr lang="uk-UA" i="0" dirty="0"/>
        </a:p>
      </dgm:t>
    </dgm:pt>
    <dgm:pt modelId="{9BCBFE3D-C03E-45EA-93B5-CE86B741354D}" type="parTrans" cxnId="{B9AC9A96-77A7-45C6-B9D1-8DBCE61F1129}">
      <dgm:prSet/>
      <dgm:spPr/>
      <dgm:t>
        <a:bodyPr/>
        <a:lstStyle/>
        <a:p>
          <a:endParaRPr lang="uk-UA"/>
        </a:p>
      </dgm:t>
    </dgm:pt>
    <dgm:pt modelId="{3138AE03-7EFA-4D02-A69A-0180084580F1}" type="sibTrans" cxnId="{B9AC9A96-77A7-45C6-B9D1-8DBCE61F1129}">
      <dgm:prSet/>
      <dgm:spPr/>
      <dgm:t>
        <a:bodyPr/>
        <a:lstStyle/>
        <a:p>
          <a:endParaRPr lang="uk-UA"/>
        </a:p>
      </dgm:t>
    </dgm:pt>
    <dgm:pt modelId="{2D46A025-EC6C-4523-AA4E-673481138BB1}" type="pres">
      <dgm:prSet presAssocID="{9F4CFF74-5549-401C-962B-FEC79C0F8AF0}" presName="linear" presStyleCnt="0">
        <dgm:presLayoutVars>
          <dgm:animLvl val="lvl"/>
          <dgm:resizeHandles val="exact"/>
        </dgm:presLayoutVars>
      </dgm:prSet>
      <dgm:spPr/>
    </dgm:pt>
    <dgm:pt modelId="{0D767EF5-22DA-4D7C-828F-1570A6C2F1AB}" type="pres">
      <dgm:prSet presAssocID="{C7779F80-2584-4A4E-B9AC-6F0DF941F38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55168A0-C780-4490-8E03-42E962B040E0}" type="pres">
      <dgm:prSet presAssocID="{D73098F4-BBB4-4AF4-AB6B-9AA74123562E}" presName="spacer" presStyleCnt="0"/>
      <dgm:spPr/>
    </dgm:pt>
    <dgm:pt modelId="{07187D90-E6BC-48F3-8D97-1DC7426CDFB5}" type="pres">
      <dgm:prSet presAssocID="{8CC43DFD-5AB3-45E8-B307-550A9EF39A3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62C77E0A-AE0D-4767-922D-FDF399FF8CC4}" srcId="{9F4CFF74-5549-401C-962B-FEC79C0F8AF0}" destId="{C7779F80-2584-4A4E-B9AC-6F0DF941F38C}" srcOrd="0" destOrd="0" parTransId="{F48479C1-40DD-49B8-A588-2AA55466F057}" sibTransId="{D73098F4-BBB4-4AF4-AB6B-9AA74123562E}"/>
    <dgm:cxn modelId="{2B69BD69-8669-458E-A17F-0E9C51C0E9F6}" type="presOf" srcId="{8CC43DFD-5AB3-45E8-B307-550A9EF39A32}" destId="{07187D90-E6BC-48F3-8D97-1DC7426CDFB5}" srcOrd="0" destOrd="0" presId="urn:microsoft.com/office/officeart/2005/8/layout/vList2"/>
    <dgm:cxn modelId="{B6458096-643A-4E68-878A-A32DC5CE62B0}" type="presOf" srcId="{C7779F80-2584-4A4E-B9AC-6F0DF941F38C}" destId="{0D767EF5-22DA-4D7C-828F-1570A6C2F1AB}" srcOrd="0" destOrd="0" presId="urn:microsoft.com/office/officeart/2005/8/layout/vList2"/>
    <dgm:cxn modelId="{B9AC9A96-77A7-45C6-B9D1-8DBCE61F1129}" srcId="{9F4CFF74-5549-401C-962B-FEC79C0F8AF0}" destId="{8CC43DFD-5AB3-45E8-B307-550A9EF39A32}" srcOrd="1" destOrd="0" parTransId="{9BCBFE3D-C03E-45EA-93B5-CE86B741354D}" sibTransId="{3138AE03-7EFA-4D02-A69A-0180084580F1}"/>
    <dgm:cxn modelId="{DC81E5BE-F205-4A1F-A4C2-5FCB21EF96B1}" type="presOf" srcId="{9F4CFF74-5549-401C-962B-FEC79C0F8AF0}" destId="{2D46A025-EC6C-4523-AA4E-673481138BB1}" srcOrd="0" destOrd="0" presId="urn:microsoft.com/office/officeart/2005/8/layout/vList2"/>
    <dgm:cxn modelId="{A798F8ED-C574-4238-832F-28CD2A19C24B}" type="presParOf" srcId="{2D46A025-EC6C-4523-AA4E-673481138BB1}" destId="{0D767EF5-22DA-4D7C-828F-1570A6C2F1AB}" srcOrd="0" destOrd="0" presId="urn:microsoft.com/office/officeart/2005/8/layout/vList2"/>
    <dgm:cxn modelId="{0A31B9F2-5FDB-48CE-A38E-AB91D33548D2}" type="presParOf" srcId="{2D46A025-EC6C-4523-AA4E-673481138BB1}" destId="{B55168A0-C780-4490-8E03-42E962B040E0}" srcOrd="1" destOrd="0" presId="urn:microsoft.com/office/officeart/2005/8/layout/vList2"/>
    <dgm:cxn modelId="{066D4B1B-C451-4CA0-BA9E-1ADD03641C4A}" type="presParOf" srcId="{2D46A025-EC6C-4523-AA4E-673481138BB1}" destId="{07187D90-E6BC-48F3-8D97-1DC7426CDFB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21115FC-3E87-4E0F-9E8E-3043B6688C4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44A34E1-A175-4E6C-932D-C00C86030DBC}">
      <dgm:prSet/>
      <dgm:spPr/>
      <dgm:t>
        <a:bodyPr/>
        <a:lstStyle/>
        <a:p>
          <a:r>
            <a:rPr lang="uk-UA" b="0" i="0" dirty="0"/>
            <a:t>«Зухвалий мій син </a:t>
          </a:r>
          <a:r>
            <a:rPr lang="uk-UA" b="0" i="0" dirty="0" err="1"/>
            <a:t>Тиміш</a:t>
          </a:r>
          <a:r>
            <a:rPr lang="uk-UA" b="0" i="0" dirty="0"/>
            <a:t> зібрав військо для того, щоб змусити до шлюбу дочку молдавського господаря. Застерігаю вашу королівську милість аби ви відступили з військом до польського кордону…»</a:t>
          </a:r>
          <a:endParaRPr lang="uk-UA" i="0" dirty="0"/>
        </a:p>
      </dgm:t>
    </dgm:pt>
    <dgm:pt modelId="{25EE8395-D061-4650-A7BB-CDF413EF843F}" type="parTrans" cxnId="{C4B51EDC-1F65-4957-9DF5-BB28246DB5D9}">
      <dgm:prSet/>
      <dgm:spPr/>
      <dgm:t>
        <a:bodyPr/>
        <a:lstStyle/>
        <a:p>
          <a:endParaRPr lang="uk-UA" i="0"/>
        </a:p>
      </dgm:t>
    </dgm:pt>
    <dgm:pt modelId="{B9A8D602-3AF4-4138-BE14-BD04EB83F9CC}" type="sibTrans" cxnId="{C4B51EDC-1F65-4957-9DF5-BB28246DB5D9}">
      <dgm:prSet/>
      <dgm:spPr/>
      <dgm:t>
        <a:bodyPr/>
        <a:lstStyle/>
        <a:p>
          <a:endParaRPr lang="uk-UA" i="0"/>
        </a:p>
      </dgm:t>
    </dgm:pt>
    <dgm:pt modelId="{202F8687-EC9C-4C9E-A2BD-77CD8633A943}">
      <dgm:prSet/>
      <dgm:spPr/>
      <dgm:t>
        <a:bodyPr/>
        <a:lstStyle/>
        <a:p>
          <a:r>
            <a:rPr lang="uk-UA" b="0" i="0" dirty="0"/>
            <a:t>«Наш підданий гетьман Б. Хмельницький, майже поєднавши свої війська з угорцем Ракочієм, послав до Польської держави наказного гетьмана Ждановича, Богуна та інших начальників для спустошення…»</a:t>
          </a:r>
          <a:endParaRPr lang="uk-UA" i="0" dirty="0"/>
        </a:p>
      </dgm:t>
    </dgm:pt>
    <dgm:pt modelId="{09E51764-AB85-4D1A-A041-8E670BF1BA90}" type="parTrans" cxnId="{9167F729-DBCB-40B1-867B-683D8AD7875E}">
      <dgm:prSet/>
      <dgm:spPr/>
      <dgm:t>
        <a:bodyPr/>
        <a:lstStyle/>
        <a:p>
          <a:endParaRPr lang="uk-UA" i="0"/>
        </a:p>
      </dgm:t>
    </dgm:pt>
    <dgm:pt modelId="{A6D85C2B-3573-44DE-A98E-0863CA144EB7}" type="sibTrans" cxnId="{9167F729-DBCB-40B1-867B-683D8AD7875E}">
      <dgm:prSet/>
      <dgm:spPr/>
      <dgm:t>
        <a:bodyPr/>
        <a:lstStyle/>
        <a:p>
          <a:endParaRPr lang="uk-UA" i="0"/>
        </a:p>
      </dgm:t>
    </dgm:pt>
    <dgm:pt modelId="{FB007E96-4E77-47FB-9653-B26C07A78364}" type="pres">
      <dgm:prSet presAssocID="{021115FC-3E87-4E0F-9E8E-3043B6688C43}" presName="linear" presStyleCnt="0">
        <dgm:presLayoutVars>
          <dgm:animLvl val="lvl"/>
          <dgm:resizeHandles val="exact"/>
        </dgm:presLayoutVars>
      </dgm:prSet>
      <dgm:spPr/>
    </dgm:pt>
    <dgm:pt modelId="{E6F7B2F1-C444-405D-AA40-90CF5FA6BF62}" type="pres">
      <dgm:prSet presAssocID="{A44A34E1-A175-4E6C-932D-C00C86030DB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EE29691-BA0D-4E06-B839-74C112DE122B}" type="pres">
      <dgm:prSet presAssocID="{B9A8D602-3AF4-4138-BE14-BD04EB83F9CC}" presName="spacer" presStyleCnt="0"/>
      <dgm:spPr/>
    </dgm:pt>
    <dgm:pt modelId="{13C1A310-590E-425B-8D89-7605B3688C88}" type="pres">
      <dgm:prSet presAssocID="{202F8687-EC9C-4C9E-A2BD-77CD8633A94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597230B-ADC3-446E-AAB8-83730F9DC2CD}" type="presOf" srcId="{202F8687-EC9C-4C9E-A2BD-77CD8633A943}" destId="{13C1A310-590E-425B-8D89-7605B3688C88}" srcOrd="0" destOrd="0" presId="urn:microsoft.com/office/officeart/2005/8/layout/vList2"/>
    <dgm:cxn modelId="{8A748316-7EA5-4DD3-A8EC-E64B66685DB0}" type="presOf" srcId="{021115FC-3E87-4E0F-9E8E-3043B6688C43}" destId="{FB007E96-4E77-47FB-9653-B26C07A78364}" srcOrd="0" destOrd="0" presId="urn:microsoft.com/office/officeart/2005/8/layout/vList2"/>
    <dgm:cxn modelId="{9167F729-DBCB-40B1-867B-683D8AD7875E}" srcId="{021115FC-3E87-4E0F-9E8E-3043B6688C43}" destId="{202F8687-EC9C-4C9E-A2BD-77CD8633A943}" srcOrd="1" destOrd="0" parTransId="{09E51764-AB85-4D1A-A041-8E670BF1BA90}" sibTransId="{A6D85C2B-3573-44DE-A98E-0863CA144EB7}"/>
    <dgm:cxn modelId="{E12525B6-F9AC-4C45-B8AB-154E1B4FBAD5}" type="presOf" srcId="{A44A34E1-A175-4E6C-932D-C00C86030DBC}" destId="{E6F7B2F1-C444-405D-AA40-90CF5FA6BF62}" srcOrd="0" destOrd="0" presId="urn:microsoft.com/office/officeart/2005/8/layout/vList2"/>
    <dgm:cxn modelId="{C4B51EDC-1F65-4957-9DF5-BB28246DB5D9}" srcId="{021115FC-3E87-4E0F-9E8E-3043B6688C43}" destId="{A44A34E1-A175-4E6C-932D-C00C86030DBC}" srcOrd="0" destOrd="0" parTransId="{25EE8395-D061-4650-A7BB-CDF413EF843F}" sibTransId="{B9A8D602-3AF4-4138-BE14-BD04EB83F9CC}"/>
    <dgm:cxn modelId="{847191EC-32B9-4473-B92B-17B48DCCCBB3}" type="presParOf" srcId="{FB007E96-4E77-47FB-9653-B26C07A78364}" destId="{E6F7B2F1-C444-405D-AA40-90CF5FA6BF62}" srcOrd="0" destOrd="0" presId="urn:microsoft.com/office/officeart/2005/8/layout/vList2"/>
    <dgm:cxn modelId="{DA074A8D-1C86-40EF-B8C8-7DE19724C1F1}" type="presParOf" srcId="{FB007E96-4E77-47FB-9653-B26C07A78364}" destId="{BEE29691-BA0D-4E06-B839-74C112DE122B}" srcOrd="1" destOrd="0" presId="urn:microsoft.com/office/officeart/2005/8/layout/vList2"/>
    <dgm:cxn modelId="{57ECAC66-D3F2-4A76-B7ED-C6901751B099}" type="presParOf" srcId="{FB007E96-4E77-47FB-9653-B26C07A78364}" destId="{13C1A310-590E-425B-8D89-7605B3688C88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CDF0E9DA-9A31-4E98-8C78-907C9689C820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3FA6952-EF8F-4E4E-9491-DAFD7853EA36}">
      <dgm:prSet/>
      <dgm:spPr/>
      <dgm:t>
        <a:bodyPr/>
        <a:lstStyle/>
        <a:p>
          <a:r>
            <a:rPr lang="ru-RU" b="0" i="0" dirty="0" err="1"/>
            <a:t>Зборівського</a:t>
          </a:r>
          <a:r>
            <a:rPr lang="ru-RU" b="0" i="0" dirty="0"/>
            <a:t>, 1649 р.</a:t>
          </a:r>
          <a:endParaRPr lang="uk-UA" dirty="0"/>
        </a:p>
      </dgm:t>
    </dgm:pt>
    <dgm:pt modelId="{7478F9E1-1FA6-4207-AB06-D0D879825259}" type="parTrans" cxnId="{CB5599F4-19D6-436F-8043-C5DF34C1E655}">
      <dgm:prSet/>
      <dgm:spPr/>
      <dgm:t>
        <a:bodyPr/>
        <a:lstStyle/>
        <a:p>
          <a:endParaRPr lang="uk-UA"/>
        </a:p>
      </dgm:t>
    </dgm:pt>
    <dgm:pt modelId="{789F986E-74AF-4069-8145-6EB541C65EA8}" type="sibTrans" cxnId="{CB5599F4-19D6-436F-8043-C5DF34C1E655}">
      <dgm:prSet/>
      <dgm:spPr/>
      <dgm:t>
        <a:bodyPr/>
        <a:lstStyle/>
        <a:p>
          <a:endParaRPr lang="uk-UA"/>
        </a:p>
      </dgm:t>
    </dgm:pt>
    <dgm:pt modelId="{22FF70CB-6546-463F-B1F9-7F1E4FF9FCB0}">
      <dgm:prSet/>
      <dgm:spPr/>
      <dgm:t>
        <a:bodyPr/>
        <a:lstStyle/>
        <a:p>
          <a:r>
            <a:rPr lang="ru-RU" b="0" i="0" dirty="0" err="1"/>
            <a:t>Білоцерківського</a:t>
          </a:r>
          <a:r>
            <a:rPr lang="ru-RU" b="0" i="0" dirty="0"/>
            <a:t>, 1651 р.</a:t>
          </a:r>
          <a:endParaRPr lang="uk-UA" dirty="0"/>
        </a:p>
      </dgm:t>
    </dgm:pt>
    <dgm:pt modelId="{1251CE6D-D83D-4DFB-9811-1D1265AC6B41}" type="parTrans" cxnId="{1411DBC5-67C5-4E5D-BC85-F75FE7EA6D46}">
      <dgm:prSet/>
      <dgm:spPr/>
      <dgm:t>
        <a:bodyPr/>
        <a:lstStyle/>
        <a:p>
          <a:endParaRPr lang="uk-UA"/>
        </a:p>
      </dgm:t>
    </dgm:pt>
    <dgm:pt modelId="{957ED950-888B-498A-AA57-D0CB7FC78337}" type="sibTrans" cxnId="{1411DBC5-67C5-4E5D-BC85-F75FE7EA6D46}">
      <dgm:prSet/>
      <dgm:spPr/>
      <dgm:t>
        <a:bodyPr/>
        <a:lstStyle/>
        <a:p>
          <a:endParaRPr lang="uk-UA"/>
        </a:p>
      </dgm:t>
    </dgm:pt>
    <dgm:pt modelId="{60073F9D-2A01-4CA8-A4FE-5311FCAAC60B}">
      <dgm:prSet/>
      <dgm:spPr/>
      <dgm:t>
        <a:bodyPr/>
        <a:lstStyle/>
        <a:p>
          <a:r>
            <a:rPr lang="ru-RU" b="0" i="0"/>
            <a:t>Гадяцького, 1658 р.</a:t>
          </a:r>
          <a:endParaRPr lang="uk-UA"/>
        </a:p>
      </dgm:t>
    </dgm:pt>
    <dgm:pt modelId="{63288291-53EB-40B3-B401-B0E7E3A01540}" type="parTrans" cxnId="{F7EB77C2-6410-47E1-AA05-91D49BDE8204}">
      <dgm:prSet/>
      <dgm:spPr/>
      <dgm:t>
        <a:bodyPr/>
        <a:lstStyle/>
        <a:p>
          <a:endParaRPr lang="uk-UA"/>
        </a:p>
      </dgm:t>
    </dgm:pt>
    <dgm:pt modelId="{B28BD849-C773-4817-9496-D66A4F93475D}" type="sibTrans" cxnId="{F7EB77C2-6410-47E1-AA05-91D49BDE8204}">
      <dgm:prSet/>
      <dgm:spPr/>
      <dgm:t>
        <a:bodyPr/>
        <a:lstStyle/>
        <a:p>
          <a:endParaRPr lang="uk-UA"/>
        </a:p>
      </dgm:t>
    </dgm:pt>
    <dgm:pt modelId="{2A013FAB-8E7D-4C92-A95D-183D133C90CA}">
      <dgm:prSet/>
      <dgm:spPr/>
      <dgm:t>
        <a:bodyPr/>
        <a:lstStyle/>
        <a:p>
          <a:r>
            <a:rPr lang="ru-RU" b="0" i="0" dirty="0" err="1"/>
            <a:t>Андрусівського</a:t>
          </a:r>
          <a:r>
            <a:rPr lang="ru-RU" b="0" i="0" dirty="0"/>
            <a:t>, 1667 р.</a:t>
          </a:r>
          <a:endParaRPr lang="uk-UA" dirty="0"/>
        </a:p>
      </dgm:t>
    </dgm:pt>
    <dgm:pt modelId="{5423A4D1-9973-43AA-825D-4A14DAD4678E}" type="parTrans" cxnId="{7A972393-A880-4BB1-837E-F48DE5925B06}">
      <dgm:prSet/>
      <dgm:spPr/>
      <dgm:t>
        <a:bodyPr/>
        <a:lstStyle/>
        <a:p>
          <a:endParaRPr lang="uk-UA"/>
        </a:p>
      </dgm:t>
    </dgm:pt>
    <dgm:pt modelId="{F213C9FD-1043-4458-A2E2-257C993127C5}" type="sibTrans" cxnId="{7A972393-A880-4BB1-837E-F48DE5925B06}">
      <dgm:prSet/>
      <dgm:spPr/>
      <dgm:t>
        <a:bodyPr/>
        <a:lstStyle/>
        <a:p>
          <a:endParaRPr lang="uk-UA"/>
        </a:p>
      </dgm:t>
    </dgm:pt>
    <dgm:pt modelId="{DA40D360-82BB-475C-B777-8233C2CA3A76}" type="pres">
      <dgm:prSet presAssocID="{CDF0E9DA-9A31-4E98-8C78-907C9689C820}" presName="linearFlow" presStyleCnt="0">
        <dgm:presLayoutVars>
          <dgm:dir/>
          <dgm:resizeHandles val="exact"/>
        </dgm:presLayoutVars>
      </dgm:prSet>
      <dgm:spPr/>
    </dgm:pt>
    <dgm:pt modelId="{1DA0E3DF-85A5-443D-951E-22042D606BD5}" type="pres">
      <dgm:prSet presAssocID="{63FA6952-EF8F-4E4E-9491-DAFD7853EA36}" presName="composite" presStyleCnt="0"/>
      <dgm:spPr/>
    </dgm:pt>
    <dgm:pt modelId="{CC8557C1-9A7C-481C-963A-1A1B83EDD95E}" type="pres">
      <dgm:prSet presAssocID="{63FA6952-EF8F-4E4E-9491-DAFD7853EA36}" presName="imgShp" presStyleLbl="fgImgPlace1" presStyleIdx="0" presStyleCnt="4"/>
      <dgm:spPr/>
    </dgm:pt>
    <dgm:pt modelId="{C56F7014-42B5-42C3-A95E-ADE77D355677}" type="pres">
      <dgm:prSet presAssocID="{63FA6952-EF8F-4E4E-9491-DAFD7853EA36}" presName="txShp" presStyleLbl="node1" presStyleIdx="0" presStyleCnt="4">
        <dgm:presLayoutVars>
          <dgm:bulletEnabled val="1"/>
        </dgm:presLayoutVars>
      </dgm:prSet>
      <dgm:spPr/>
    </dgm:pt>
    <dgm:pt modelId="{4AFFC350-73F2-418C-8543-00C1C3CF5B42}" type="pres">
      <dgm:prSet presAssocID="{789F986E-74AF-4069-8145-6EB541C65EA8}" presName="spacing" presStyleCnt="0"/>
      <dgm:spPr/>
    </dgm:pt>
    <dgm:pt modelId="{705B5252-A539-4E64-919E-13B76234D816}" type="pres">
      <dgm:prSet presAssocID="{22FF70CB-6546-463F-B1F9-7F1E4FF9FCB0}" presName="composite" presStyleCnt="0"/>
      <dgm:spPr/>
    </dgm:pt>
    <dgm:pt modelId="{EED38426-9CE5-4C19-97F5-BFC8D75216B0}" type="pres">
      <dgm:prSet presAssocID="{22FF70CB-6546-463F-B1F9-7F1E4FF9FCB0}" presName="imgShp" presStyleLbl="fgImgPlace1" presStyleIdx="1" presStyleCnt="4"/>
      <dgm:spPr/>
    </dgm:pt>
    <dgm:pt modelId="{622C749E-0D5C-4A93-B012-719AC129E70A}" type="pres">
      <dgm:prSet presAssocID="{22FF70CB-6546-463F-B1F9-7F1E4FF9FCB0}" presName="txShp" presStyleLbl="node1" presStyleIdx="1" presStyleCnt="4">
        <dgm:presLayoutVars>
          <dgm:bulletEnabled val="1"/>
        </dgm:presLayoutVars>
      </dgm:prSet>
      <dgm:spPr/>
    </dgm:pt>
    <dgm:pt modelId="{B5289BBB-820B-4639-9115-193BB7FACE63}" type="pres">
      <dgm:prSet presAssocID="{957ED950-888B-498A-AA57-D0CB7FC78337}" presName="spacing" presStyleCnt="0"/>
      <dgm:spPr/>
    </dgm:pt>
    <dgm:pt modelId="{ED8C5DE1-8ABF-49BB-BA2F-94C70858F7BE}" type="pres">
      <dgm:prSet presAssocID="{60073F9D-2A01-4CA8-A4FE-5311FCAAC60B}" presName="composite" presStyleCnt="0"/>
      <dgm:spPr/>
    </dgm:pt>
    <dgm:pt modelId="{9E0972B6-6417-4925-90F0-2C0AFF941D6B}" type="pres">
      <dgm:prSet presAssocID="{60073F9D-2A01-4CA8-A4FE-5311FCAAC60B}" presName="imgShp" presStyleLbl="fgImgPlace1" presStyleIdx="2" presStyleCnt="4"/>
      <dgm:spPr/>
    </dgm:pt>
    <dgm:pt modelId="{845E6302-E871-4A7F-9BB3-D5AAC127815E}" type="pres">
      <dgm:prSet presAssocID="{60073F9D-2A01-4CA8-A4FE-5311FCAAC60B}" presName="txShp" presStyleLbl="node1" presStyleIdx="2" presStyleCnt="4">
        <dgm:presLayoutVars>
          <dgm:bulletEnabled val="1"/>
        </dgm:presLayoutVars>
      </dgm:prSet>
      <dgm:spPr/>
    </dgm:pt>
    <dgm:pt modelId="{9FBA53C8-9F4C-43E6-9AC7-DE05D620C0A5}" type="pres">
      <dgm:prSet presAssocID="{B28BD849-C773-4817-9496-D66A4F93475D}" presName="spacing" presStyleCnt="0"/>
      <dgm:spPr/>
    </dgm:pt>
    <dgm:pt modelId="{9DB8FE44-23B3-4F66-994F-B710F7EACD30}" type="pres">
      <dgm:prSet presAssocID="{2A013FAB-8E7D-4C92-A95D-183D133C90CA}" presName="composite" presStyleCnt="0"/>
      <dgm:spPr/>
    </dgm:pt>
    <dgm:pt modelId="{B11249B2-80C9-447F-84FD-736C5BD1E8E4}" type="pres">
      <dgm:prSet presAssocID="{2A013FAB-8E7D-4C92-A95D-183D133C90CA}" presName="imgShp" presStyleLbl="fgImgPlace1" presStyleIdx="3" presStyleCnt="4"/>
      <dgm:spPr/>
    </dgm:pt>
    <dgm:pt modelId="{70054636-7C80-4C5C-B7B5-96F6808EF711}" type="pres">
      <dgm:prSet presAssocID="{2A013FAB-8E7D-4C92-A95D-183D133C90CA}" presName="txShp" presStyleLbl="node1" presStyleIdx="3" presStyleCnt="4">
        <dgm:presLayoutVars>
          <dgm:bulletEnabled val="1"/>
        </dgm:presLayoutVars>
      </dgm:prSet>
      <dgm:spPr/>
    </dgm:pt>
  </dgm:ptLst>
  <dgm:cxnLst>
    <dgm:cxn modelId="{25E23302-1E30-40C8-97F0-7EE5770D2B71}" type="presOf" srcId="{CDF0E9DA-9A31-4E98-8C78-907C9689C820}" destId="{DA40D360-82BB-475C-B777-8233C2CA3A76}" srcOrd="0" destOrd="0" presId="urn:microsoft.com/office/officeart/2005/8/layout/vList3"/>
    <dgm:cxn modelId="{A934951E-FCF3-4569-9315-DB1DA893E75F}" type="presOf" srcId="{22FF70CB-6546-463F-B1F9-7F1E4FF9FCB0}" destId="{622C749E-0D5C-4A93-B012-719AC129E70A}" srcOrd="0" destOrd="0" presId="urn:microsoft.com/office/officeart/2005/8/layout/vList3"/>
    <dgm:cxn modelId="{5CD2EF81-C885-4EE8-A511-9FA323495456}" type="presOf" srcId="{2A013FAB-8E7D-4C92-A95D-183D133C90CA}" destId="{70054636-7C80-4C5C-B7B5-96F6808EF711}" srcOrd="0" destOrd="0" presId="urn:microsoft.com/office/officeart/2005/8/layout/vList3"/>
    <dgm:cxn modelId="{2F15EF90-E4C2-45B5-AAEC-76A7A7013482}" type="presOf" srcId="{63FA6952-EF8F-4E4E-9491-DAFD7853EA36}" destId="{C56F7014-42B5-42C3-A95E-ADE77D355677}" srcOrd="0" destOrd="0" presId="urn:microsoft.com/office/officeart/2005/8/layout/vList3"/>
    <dgm:cxn modelId="{D8F18E92-0F12-4684-B032-DE1A4B05452A}" type="presOf" srcId="{60073F9D-2A01-4CA8-A4FE-5311FCAAC60B}" destId="{845E6302-E871-4A7F-9BB3-D5AAC127815E}" srcOrd="0" destOrd="0" presId="urn:microsoft.com/office/officeart/2005/8/layout/vList3"/>
    <dgm:cxn modelId="{7A972393-A880-4BB1-837E-F48DE5925B06}" srcId="{CDF0E9DA-9A31-4E98-8C78-907C9689C820}" destId="{2A013FAB-8E7D-4C92-A95D-183D133C90CA}" srcOrd="3" destOrd="0" parTransId="{5423A4D1-9973-43AA-825D-4A14DAD4678E}" sibTransId="{F213C9FD-1043-4458-A2E2-257C993127C5}"/>
    <dgm:cxn modelId="{F7EB77C2-6410-47E1-AA05-91D49BDE8204}" srcId="{CDF0E9DA-9A31-4E98-8C78-907C9689C820}" destId="{60073F9D-2A01-4CA8-A4FE-5311FCAAC60B}" srcOrd="2" destOrd="0" parTransId="{63288291-53EB-40B3-B401-B0E7E3A01540}" sibTransId="{B28BD849-C773-4817-9496-D66A4F93475D}"/>
    <dgm:cxn modelId="{1411DBC5-67C5-4E5D-BC85-F75FE7EA6D46}" srcId="{CDF0E9DA-9A31-4E98-8C78-907C9689C820}" destId="{22FF70CB-6546-463F-B1F9-7F1E4FF9FCB0}" srcOrd="1" destOrd="0" parTransId="{1251CE6D-D83D-4DFB-9811-1D1265AC6B41}" sibTransId="{957ED950-888B-498A-AA57-D0CB7FC78337}"/>
    <dgm:cxn modelId="{CB5599F4-19D6-436F-8043-C5DF34C1E655}" srcId="{CDF0E9DA-9A31-4E98-8C78-907C9689C820}" destId="{63FA6952-EF8F-4E4E-9491-DAFD7853EA36}" srcOrd="0" destOrd="0" parTransId="{7478F9E1-1FA6-4207-AB06-D0D879825259}" sibTransId="{789F986E-74AF-4069-8145-6EB541C65EA8}"/>
    <dgm:cxn modelId="{544199EF-D33D-46DF-87CB-9F3F69C134C7}" type="presParOf" srcId="{DA40D360-82BB-475C-B777-8233C2CA3A76}" destId="{1DA0E3DF-85A5-443D-951E-22042D606BD5}" srcOrd="0" destOrd="0" presId="urn:microsoft.com/office/officeart/2005/8/layout/vList3"/>
    <dgm:cxn modelId="{6367E224-BD6B-46C6-9B64-BC5B2B435FA6}" type="presParOf" srcId="{1DA0E3DF-85A5-443D-951E-22042D606BD5}" destId="{CC8557C1-9A7C-481C-963A-1A1B83EDD95E}" srcOrd="0" destOrd="0" presId="urn:microsoft.com/office/officeart/2005/8/layout/vList3"/>
    <dgm:cxn modelId="{353884AD-4CD7-4E65-9AE6-C2A8FDA5C323}" type="presParOf" srcId="{1DA0E3DF-85A5-443D-951E-22042D606BD5}" destId="{C56F7014-42B5-42C3-A95E-ADE77D355677}" srcOrd="1" destOrd="0" presId="urn:microsoft.com/office/officeart/2005/8/layout/vList3"/>
    <dgm:cxn modelId="{AC609090-32AE-4E9A-AC9B-BA1502DBE5F0}" type="presParOf" srcId="{DA40D360-82BB-475C-B777-8233C2CA3A76}" destId="{4AFFC350-73F2-418C-8543-00C1C3CF5B42}" srcOrd="1" destOrd="0" presId="urn:microsoft.com/office/officeart/2005/8/layout/vList3"/>
    <dgm:cxn modelId="{9500E721-6CAD-468E-9CCC-41B7C5888C04}" type="presParOf" srcId="{DA40D360-82BB-475C-B777-8233C2CA3A76}" destId="{705B5252-A539-4E64-919E-13B76234D816}" srcOrd="2" destOrd="0" presId="urn:microsoft.com/office/officeart/2005/8/layout/vList3"/>
    <dgm:cxn modelId="{7C0B0AAD-A5B9-41AB-A004-20A1ABDD8B58}" type="presParOf" srcId="{705B5252-A539-4E64-919E-13B76234D816}" destId="{EED38426-9CE5-4C19-97F5-BFC8D75216B0}" srcOrd="0" destOrd="0" presId="urn:microsoft.com/office/officeart/2005/8/layout/vList3"/>
    <dgm:cxn modelId="{3EEC2FE4-9587-4B86-A105-8CFCA736F9B7}" type="presParOf" srcId="{705B5252-A539-4E64-919E-13B76234D816}" destId="{622C749E-0D5C-4A93-B012-719AC129E70A}" srcOrd="1" destOrd="0" presId="urn:microsoft.com/office/officeart/2005/8/layout/vList3"/>
    <dgm:cxn modelId="{CE09BA2D-9034-418B-8351-98185AFA8229}" type="presParOf" srcId="{DA40D360-82BB-475C-B777-8233C2CA3A76}" destId="{B5289BBB-820B-4639-9115-193BB7FACE63}" srcOrd="3" destOrd="0" presId="urn:microsoft.com/office/officeart/2005/8/layout/vList3"/>
    <dgm:cxn modelId="{78407EDB-5BA2-493E-8E66-28EFF483CF78}" type="presParOf" srcId="{DA40D360-82BB-475C-B777-8233C2CA3A76}" destId="{ED8C5DE1-8ABF-49BB-BA2F-94C70858F7BE}" srcOrd="4" destOrd="0" presId="urn:microsoft.com/office/officeart/2005/8/layout/vList3"/>
    <dgm:cxn modelId="{FC1A5CAE-CD8B-4941-861D-556B21AE05BB}" type="presParOf" srcId="{ED8C5DE1-8ABF-49BB-BA2F-94C70858F7BE}" destId="{9E0972B6-6417-4925-90F0-2C0AFF941D6B}" srcOrd="0" destOrd="0" presId="urn:microsoft.com/office/officeart/2005/8/layout/vList3"/>
    <dgm:cxn modelId="{E458518D-F4B2-4331-8852-F5943BB2D6CB}" type="presParOf" srcId="{ED8C5DE1-8ABF-49BB-BA2F-94C70858F7BE}" destId="{845E6302-E871-4A7F-9BB3-D5AAC127815E}" srcOrd="1" destOrd="0" presId="urn:microsoft.com/office/officeart/2005/8/layout/vList3"/>
    <dgm:cxn modelId="{2134E4F5-600D-4E08-BE3E-9091A9E34C5B}" type="presParOf" srcId="{DA40D360-82BB-475C-B777-8233C2CA3A76}" destId="{9FBA53C8-9F4C-43E6-9AC7-DE05D620C0A5}" srcOrd="5" destOrd="0" presId="urn:microsoft.com/office/officeart/2005/8/layout/vList3"/>
    <dgm:cxn modelId="{1BA42491-87F7-4B1E-8F5E-D100FBBCDD35}" type="presParOf" srcId="{DA40D360-82BB-475C-B777-8233C2CA3A76}" destId="{9DB8FE44-23B3-4F66-994F-B710F7EACD30}" srcOrd="6" destOrd="0" presId="urn:microsoft.com/office/officeart/2005/8/layout/vList3"/>
    <dgm:cxn modelId="{696A77CB-9DBE-4C81-86CC-4673D2C57FED}" type="presParOf" srcId="{9DB8FE44-23B3-4F66-994F-B710F7EACD30}" destId="{B11249B2-80C9-447F-84FD-736C5BD1E8E4}" srcOrd="0" destOrd="0" presId="urn:microsoft.com/office/officeart/2005/8/layout/vList3"/>
    <dgm:cxn modelId="{DE2CDB1C-D2B7-47F3-AD9C-8FC1D2D552B0}" type="presParOf" srcId="{9DB8FE44-23B3-4F66-994F-B710F7EACD30}" destId="{70054636-7C80-4C5C-B7B5-96F6808EF71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0863411-0474-4EB7-98C8-98BC30E2BBE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6F2C828-02E9-4343-A4CB-8F5C36254607}">
      <dgm:prSet/>
      <dgm:spPr/>
      <dgm:t>
        <a:bodyPr/>
        <a:lstStyle/>
        <a:p>
          <a:r>
            <a:rPr lang="ru-RU" b="0" i="0" dirty="0" err="1"/>
            <a:t>Зборівського</a:t>
          </a:r>
          <a:r>
            <a:rPr lang="ru-RU" b="0" i="0" dirty="0"/>
            <a:t> мирного договору 1649 р.</a:t>
          </a:r>
          <a:endParaRPr lang="uk-UA" dirty="0"/>
        </a:p>
      </dgm:t>
    </dgm:pt>
    <dgm:pt modelId="{CBF938AE-8021-4004-B592-3DBBE0BAF220}" type="parTrans" cxnId="{B02572E1-BBD4-4BAF-BC53-15EFA3020482}">
      <dgm:prSet/>
      <dgm:spPr/>
      <dgm:t>
        <a:bodyPr/>
        <a:lstStyle/>
        <a:p>
          <a:endParaRPr lang="uk-UA"/>
        </a:p>
      </dgm:t>
    </dgm:pt>
    <dgm:pt modelId="{3CE2F010-4C19-47CA-991D-3658BC7BBC71}" type="sibTrans" cxnId="{B02572E1-BBD4-4BAF-BC53-15EFA3020482}">
      <dgm:prSet/>
      <dgm:spPr/>
      <dgm:t>
        <a:bodyPr/>
        <a:lstStyle/>
        <a:p>
          <a:endParaRPr lang="uk-UA"/>
        </a:p>
      </dgm:t>
    </dgm:pt>
    <dgm:pt modelId="{7B2C9E25-FF0E-4830-93D4-0324A89FE4E1}">
      <dgm:prSet/>
      <dgm:spPr/>
      <dgm:t>
        <a:bodyPr/>
        <a:lstStyle/>
        <a:p>
          <a:r>
            <a:rPr lang="ru-RU" b="0" i="0"/>
            <a:t>Білоцерківського мирного договору 1651 р.</a:t>
          </a:r>
          <a:endParaRPr lang="uk-UA"/>
        </a:p>
      </dgm:t>
    </dgm:pt>
    <dgm:pt modelId="{E5CC063E-B33B-44C8-9B0B-F5C190D88280}" type="parTrans" cxnId="{DB158B08-78FA-492A-B206-726CC8B25F09}">
      <dgm:prSet/>
      <dgm:spPr/>
      <dgm:t>
        <a:bodyPr/>
        <a:lstStyle/>
        <a:p>
          <a:endParaRPr lang="uk-UA"/>
        </a:p>
      </dgm:t>
    </dgm:pt>
    <dgm:pt modelId="{2B5C1EFC-6042-4C10-A81D-D783514DB070}" type="sibTrans" cxnId="{DB158B08-78FA-492A-B206-726CC8B25F09}">
      <dgm:prSet/>
      <dgm:spPr/>
      <dgm:t>
        <a:bodyPr/>
        <a:lstStyle/>
        <a:p>
          <a:endParaRPr lang="uk-UA"/>
        </a:p>
      </dgm:t>
    </dgm:pt>
    <dgm:pt modelId="{F60D477A-4A25-4670-9BC7-962A2F6D1ED4}">
      <dgm:prSet/>
      <dgm:spPr/>
      <dgm:t>
        <a:bodyPr/>
        <a:lstStyle/>
        <a:p>
          <a:r>
            <a:rPr lang="ru-RU" b="0" i="0" dirty="0" err="1"/>
            <a:t>Бахчисарайського</a:t>
          </a:r>
          <a:r>
            <a:rPr lang="ru-RU" b="0" i="0" dirty="0"/>
            <a:t> мирного договору 1681 р.</a:t>
          </a:r>
          <a:endParaRPr lang="uk-UA" dirty="0"/>
        </a:p>
      </dgm:t>
    </dgm:pt>
    <dgm:pt modelId="{751B30FB-7C4E-4C5E-99F6-6C571C2C22D7}" type="parTrans" cxnId="{942464DF-FF4C-4D0A-8D02-81F256196131}">
      <dgm:prSet/>
      <dgm:spPr/>
      <dgm:t>
        <a:bodyPr/>
        <a:lstStyle/>
        <a:p>
          <a:endParaRPr lang="uk-UA"/>
        </a:p>
      </dgm:t>
    </dgm:pt>
    <dgm:pt modelId="{2A1B6BEC-F9C1-437C-BCB0-23285B2B1ACB}" type="sibTrans" cxnId="{942464DF-FF4C-4D0A-8D02-81F256196131}">
      <dgm:prSet/>
      <dgm:spPr/>
      <dgm:t>
        <a:bodyPr/>
        <a:lstStyle/>
        <a:p>
          <a:endParaRPr lang="uk-UA"/>
        </a:p>
      </dgm:t>
    </dgm:pt>
    <dgm:pt modelId="{1D21CD34-0002-4901-B1D4-7600DA85B6EA}">
      <dgm:prSet/>
      <dgm:spPr/>
      <dgm:t>
        <a:bodyPr/>
        <a:lstStyle/>
        <a:p>
          <a:r>
            <a:rPr lang="ru-RU" b="0" i="0" dirty="0"/>
            <a:t>“</a:t>
          </a:r>
          <a:r>
            <a:rPr lang="ru-RU" b="0" i="0" dirty="0" err="1"/>
            <a:t>Вічного</a:t>
          </a:r>
          <a:r>
            <a:rPr lang="ru-RU" b="0" i="0" dirty="0"/>
            <a:t> миру” 1686 р</a:t>
          </a:r>
          <a:endParaRPr lang="uk-UA" dirty="0"/>
        </a:p>
      </dgm:t>
    </dgm:pt>
    <dgm:pt modelId="{5E95DE8E-5836-4416-A168-B944E4EA1CDD}" type="parTrans" cxnId="{0B70BDE9-03EC-4A89-A499-0CF70CDA0340}">
      <dgm:prSet/>
      <dgm:spPr/>
      <dgm:t>
        <a:bodyPr/>
        <a:lstStyle/>
        <a:p>
          <a:endParaRPr lang="uk-UA"/>
        </a:p>
      </dgm:t>
    </dgm:pt>
    <dgm:pt modelId="{73254220-F753-4612-B2EA-88A750F52D3F}" type="sibTrans" cxnId="{0B70BDE9-03EC-4A89-A499-0CF70CDA0340}">
      <dgm:prSet/>
      <dgm:spPr/>
      <dgm:t>
        <a:bodyPr/>
        <a:lstStyle/>
        <a:p>
          <a:endParaRPr lang="uk-UA"/>
        </a:p>
      </dgm:t>
    </dgm:pt>
    <dgm:pt modelId="{7883E6E8-860B-455E-8DEF-5DAFAD0E29C3}" type="pres">
      <dgm:prSet presAssocID="{90863411-0474-4EB7-98C8-98BC30E2BBEE}" presName="linear" presStyleCnt="0">
        <dgm:presLayoutVars>
          <dgm:animLvl val="lvl"/>
          <dgm:resizeHandles val="exact"/>
        </dgm:presLayoutVars>
      </dgm:prSet>
      <dgm:spPr/>
    </dgm:pt>
    <dgm:pt modelId="{CAE6B8E5-E3D0-47A6-B550-99E8C9C92A35}" type="pres">
      <dgm:prSet presAssocID="{06F2C828-02E9-4343-A4CB-8F5C3625460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599AFF1-55A4-478B-A9B4-4743573EFB4A}" type="pres">
      <dgm:prSet presAssocID="{3CE2F010-4C19-47CA-991D-3658BC7BBC71}" presName="spacer" presStyleCnt="0"/>
      <dgm:spPr/>
    </dgm:pt>
    <dgm:pt modelId="{A54CA30F-82E8-4A39-9FF6-EDF343127663}" type="pres">
      <dgm:prSet presAssocID="{7B2C9E25-FF0E-4830-93D4-0324A89FE4E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41E60E6-3118-4C31-BE7C-04EADF9F7509}" type="pres">
      <dgm:prSet presAssocID="{2B5C1EFC-6042-4C10-A81D-D783514DB070}" presName="spacer" presStyleCnt="0"/>
      <dgm:spPr/>
    </dgm:pt>
    <dgm:pt modelId="{9988D629-84C7-4591-B707-88A810D1E942}" type="pres">
      <dgm:prSet presAssocID="{F60D477A-4A25-4670-9BC7-962A2F6D1ED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83183F6-C797-4DDF-907D-58666D05625B}" type="pres">
      <dgm:prSet presAssocID="{2A1B6BEC-F9C1-437C-BCB0-23285B2B1ACB}" presName="spacer" presStyleCnt="0"/>
      <dgm:spPr/>
    </dgm:pt>
    <dgm:pt modelId="{2F26ADAD-D41B-4F9B-BA99-00EF881B9933}" type="pres">
      <dgm:prSet presAssocID="{1D21CD34-0002-4901-B1D4-7600DA85B6E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B158B08-78FA-492A-B206-726CC8B25F09}" srcId="{90863411-0474-4EB7-98C8-98BC30E2BBEE}" destId="{7B2C9E25-FF0E-4830-93D4-0324A89FE4E1}" srcOrd="1" destOrd="0" parTransId="{E5CC063E-B33B-44C8-9B0B-F5C190D88280}" sibTransId="{2B5C1EFC-6042-4C10-A81D-D783514DB070}"/>
    <dgm:cxn modelId="{4DF54E2A-5EAF-47BF-B554-BC2C3457ABAE}" type="presOf" srcId="{06F2C828-02E9-4343-A4CB-8F5C36254607}" destId="{CAE6B8E5-E3D0-47A6-B550-99E8C9C92A35}" srcOrd="0" destOrd="0" presId="urn:microsoft.com/office/officeart/2005/8/layout/vList2"/>
    <dgm:cxn modelId="{D1C16094-2DC6-4147-8140-B27412492B1D}" type="presOf" srcId="{F60D477A-4A25-4670-9BC7-962A2F6D1ED4}" destId="{9988D629-84C7-4591-B707-88A810D1E942}" srcOrd="0" destOrd="0" presId="urn:microsoft.com/office/officeart/2005/8/layout/vList2"/>
    <dgm:cxn modelId="{63DB93A0-1BB9-4624-BEA5-C9B84C1C4CA2}" type="presOf" srcId="{7B2C9E25-FF0E-4830-93D4-0324A89FE4E1}" destId="{A54CA30F-82E8-4A39-9FF6-EDF343127663}" srcOrd="0" destOrd="0" presId="urn:microsoft.com/office/officeart/2005/8/layout/vList2"/>
    <dgm:cxn modelId="{4933C9AF-B5C8-4027-A3F2-E3781F3AAD80}" type="presOf" srcId="{90863411-0474-4EB7-98C8-98BC30E2BBEE}" destId="{7883E6E8-860B-455E-8DEF-5DAFAD0E29C3}" srcOrd="0" destOrd="0" presId="urn:microsoft.com/office/officeart/2005/8/layout/vList2"/>
    <dgm:cxn modelId="{27EB2DBB-67A8-45C2-AB1D-D8D0E1DE3B48}" type="presOf" srcId="{1D21CD34-0002-4901-B1D4-7600DA85B6EA}" destId="{2F26ADAD-D41B-4F9B-BA99-00EF881B9933}" srcOrd="0" destOrd="0" presId="urn:microsoft.com/office/officeart/2005/8/layout/vList2"/>
    <dgm:cxn modelId="{942464DF-FF4C-4D0A-8D02-81F256196131}" srcId="{90863411-0474-4EB7-98C8-98BC30E2BBEE}" destId="{F60D477A-4A25-4670-9BC7-962A2F6D1ED4}" srcOrd="2" destOrd="0" parTransId="{751B30FB-7C4E-4C5E-99F6-6C571C2C22D7}" sibTransId="{2A1B6BEC-F9C1-437C-BCB0-23285B2B1ACB}"/>
    <dgm:cxn modelId="{B02572E1-BBD4-4BAF-BC53-15EFA3020482}" srcId="{90863411-0474-4EB7-98C8-98BC30E2BBEE}" destId="{06F2C828-02E9-4343-A4CB-8F5C36254607}" srcOrd="0" destOrd="0" parTransId="{CBF938AE-8021-4004-B592-3DBBE0BAF220}" sibTransId="{3CE2F010-4C19-47CA-991D-3658BC7BBC71}"/>
    <dgm:cxn modelId="{0B70BDE9-03EC-4A89-A499-0CF70CDA0340}" srcId="{90863411-0474-4EB7-98C8-98BC30E2BBEE}" destId="{1D21CD34-0002-4901-B1D4-7600DA85B6EA}" srcOrd="3" destOrd="0" parTransId="{5E95DE8E-5836-4416-A168-B944E4EA1CDD}" sibTransId="{73254220-F753-4612-B2EA-88A750F52D3F}"/>
    <dgm:cxn modelId="{72A3E905-3694-4129-B109-3D7B171CEED4}" type="presParOf" srcId="{7883E6E8-860B-455E-8DEF-5DAFAD0E29C3}" destId="{CAE6B8E5-E3D0-47A6-B550-99E8C9C92A35}" srcOrd="0" destOrd="0" presId="urn:microsoft.com/office/officeart/2005/8/layout/vList2"/>
    <dgm:cxn modelId="{BE4243ED-9E04-483C-AFA6-862A4F64C7B4}" type="presParOf" srcId="{7883E6E8-860B-455E-8DEF-5DAFAD0E29C3}" destId="{4599AFF1-55A4-478B-A9B4-4743573EFB4A}" srcOrd="1" destOrd="0" presId="urn:microsoft.com/office/officeart/2005/8/layout/vList2"/>
    <dgm:cxn modelId="{870EB9C7-1CEE-4FA9-858A-A4B18677E858}" type="presParOf" srcId="{7883E6E8-860B-455E-8DEF-5DAFAD0E29C3}" destId="{A54CA30F-82E8-4A39-9FF6-EDF343127663}" srcOrd="2" destOrd="0" presId="urn:microsoft.com/office/officeart/2005/8/layout/vList2"/>
    <dgm:cxn modelId="{2BBE314B-0DF8-4A11-A7E0-862FE43993B9}" type="presParOf" srcId="{7883E6E8-860B-455E-8DEF-5DAFAD0E29C3}" destId="{B41E60E6-3118-4C31-BE7C-04EADF9F7509}" srcOrd="3" destOrd="0" presId="urn:microsoft.com/office/officeart/2005/8/layout/vList2"/>
    <dgm:cxn modelId="{ACAD32A3-51B1-4809-A7B1-B3CE3C817E58}" type="presParOf" srcId="{7883E6E8-860B-455E-8DEF-5DAFAD0E29C3}" destId="{9988D629-84C7-4591-B707-88A810D1E942}" srcOrd="4" destOrd="0" presId="urn:microsoft.com/office/officeart/2005/8/layout/vList2"/>
    <dgm:cxn modelId="{9EFFDC03-8679-4F33-A266-4CD685F363C1}" type="presParOf" srcId="{7883E6E8-860B-455E-8DEF-5DAFAD0E29C3}" destId="{083183F6-C797-4DDF-907D-58666D05625B}" srcOrd="5" destOrd="0" presId="urn:microsoft.com/office/officeart/2005/8/layout/vList2"/>
    <dgm:cxn modelId="{ADBA6F6B-8E72-4C2F-A4BD-E0BDBD6D9791}" type="presParOf" srcId="{7883E6E8-860B-455E-8DEF-5DAFAD0E29C3}" destId="{2F26ADAD-D41B-4F9B-BA99-00EF881B993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D4737AC4-56CB-4568-B3B3-2EDF3451F05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8D7ADD8-2813-438B-A0A6-2178165723A7}">
      <dgm:prSet/>
      <dgm:spPr/>
      <dgm:t>
        <a:bodyPr/>
        <a:lstStyle/>
        <a:p>
          <a:r>
            <a:rPr lang="ru-RU" b="0" i="0" dirty="0" err="1"/>
            <a:t>обидва</a:t>
          </a:r>
          <a:r>
            <a:rPr lang="ru-RU" b="0" i="0" dirty="0"/>
            <a:t> </a:t>
          </a:r>
          <a:r>
            <a:rPr lang="ru-RU" b="0" i="0" dirty="0" err="1"/>
            <a:t>варіанти</a:t>
          </a:r>
          <a:r>
            <a:rPr lang="ru-RU" b="0" i="0" dirty="0"/>
            <a:t> </a:t>
          </a:r>
          <a:r>
            <a:rPr lang="ru-RU" b="0" i="0" dirty="0" err="1"/>
            <a:t>правильні</a:t>
          </a:r>
          <a:endParaRPr lang="uk-UA" dirty="0"/>
        </a:p>
      </dgm:t>
    </dgm:pt>
    <dgm:pt modelId="{D2A23A29-E3EF-484C-8023-BCF6AF0631A2}" type="parTrans" cxnId="{DC2E3D5D-A351-4CEC-B145-9EB865992486}">
      <dgm:prSet/>
      <dgm:spPr/>
      <dgm:t>
        <a:bodyPr/>
        <a:lstStyle/>
        <a:p>
          <a:endParaRPr lang="uk-UA"/>
        </a:p>
      </dgm:t>
    </dgm:pt>
    <dgm:pt modelId="{FBE1598F-A051-406F-94E8-F24C6D4D8EC1}" type="sibTrans" cxnId="{DC2E3D5D-A351-4CEC-B145-9EB865992486}">
      <dgm:prSet/>
      <dgm:spPr/>
      <dgm:t>
        <a:bodyPr/>
        <a:lstStyle/>
        <a:p>
          <a:endParaRPr lang="uk-UA"/>
        </a:p>
      </dgm:t>
    </dgm:pt>
    <dgm:pt modelId="{2595F2FD-3374-4378-898B-159BC0008176}">
      <dgm:prSet/>
      <dgm:spPr/>
      <dgm:t>
        <a:bodyPr/>
        <a:lstStyle/>
        <a:p>
          <a:r>
            <a:rPr lang="ru-RU" b="0" i="0"/>
            <a:t>тільки 1-й варіант правильний</a:t>
          </a:r>
          <a:endParaRPr lang="uk-UA"/>
        </a:p>
      </dgm:t>
    </dgm:pt>
    <dgm:pt modelId="{F41D1716-707E-4E56-B613-94B2ECC2F012}" type="parTrans" cxnId="{645A8FCD-9495-4E7B-8B20-F12555373DBF}">
      <dgm:prSet/>
      <dgm:spPr/>
      <dgm:t>
        <a:bodyPr/>
        <a:lstStyle/>
        <a:p>
          <a:endParaRPr lang="uk-UA"/>
        </a:p>
      </dgm:t>
    </dgm:pt>
    <dgm:pt modelId="{B36B1722-138F-41DE-8AA3-9346F43A4BA7}" type="sibTrans" cxnId="{645A8FCD-9495-4E7B-8B20-F12555373DBF}">
      <dgm:prSet/>
      <dgm:spPr/>
      <dgm:t>
        <a:bodyPr/>
        <a:lstStyle/>
        <a:p>
          <a:endParaRPr lang="uk-UA"/>
        </a:p>
      </dgm:t>
    </dgm:pt>
    <dgm:pt modelId="{81986D26-3D31-44A3-BD65-37C66ADB5B4D}">
      <dgm:prSet/>
      <dgm:spPr/>
      <dgm:t>
        <a:bodyPr/>
        <a:lstStyle/>
        <a:p>
          <a:r>
            <a:rPr lang="ru-RU" b="0" i="0" dirty="0" err="1"/>
            <a:t>тільки</a:t>
          </a:r>
          <a:r>
            <a:rPr lang="ru-RU" b="0" i="0" dirty="0"/>
            <a:t> 2-й </a:t>
          </a:r>
          <a:r>
            <a:rPr lang="ru-RU" b="0" i="0" dirty="0" err="1"/>
            <a:t>варіант</a:t>
          </a:r>
          <a:r>
            <a:rPr lang="ru-RU" b="0" i="0" dirty="0"/>
            <a:t> </a:t>
          </a:r>
          <a:r>
            <a:rPr lang="ru-RU" b="0" i="0" dirty="0" err="1"/>
            <a:t>правильний</a:t>
          </a:r>
          <a:endParaRPr lang="uk-UA" dirty="0"/>
        </a:p>
      </dgm:t>
    </dgm:pt>
    <dgm:pt modelId="{AD9844B9-EA3E-4D6A-99DE-6C7281BA84E7}" type="parTrans" cxnId="{38655BA2-CB62-47F4-A204-E6D7D675181A}">
      <dgm:prSet/>
      <dgm:spPr/>
      <dgm:t>
        <a:bodyPr/>
        <a:lstStyle/>
        <a:p>
          <a:endParaRPr lang="uk-UA"/>
        </a:p>
      </dgm:t>
    </dgm:pt>
    <dgm:pt modelId="{ADB8E3F4-052C-430F-8666-E57B48B5A986}" type="sibTrans" cxnId="{38655BA2-CB62-47F4-A204-E6D7D675181A}">
      <dgm:prSet/>
      <dgm:spPr/>
      <dgm:t>
        <a:bodyPr/>
        <a:lstStyle/>
        <a:p>
          <a:endParaRPr lang="uk-UA"/>
        </a:p>
      </dgm:t>
    </dgm:pt>
    <dgm:pt modelId="{7EF1B310-10D0-470C-85DB-34E664D6E497}">
      <dgm:prSet/>
      <dgm:spPr/>
      <dgm:t>
        <a:bodyPr/>
        <a:lstStyle/>
        <a:p>
          <a:r>
            <a:rPr lang="ru-RU" b="0" i="0" dirty="0" err="1"/>
            <a:t>обидва</a:t>
          </a:r>
          <a:r>
            <a:rPr lang="ru-RU" b="0" i="0" dirty="0"/>
            <a:t> </a:t>
          </a:r>
          <a:r>
            <a:rPr lang="ru-RU" b="0" i="0" dirty="0" err="1"/>
            <a:t>варіанти</a:t>
          </a:r>
          <a:r>
            <a:rPr lang="ru-RU" b="0" i="0" dirty="0"/>
            <a:t> не </a:t>
          </a:r>
          <a:r>
            <a:rPr lang="ru-RU" b="0" i="0" dirty="0" err="1"/>
            <a:t>правильні</a:t>
          </a:r>
          <a:endParaRPr lang="uk-UA" dirty="0"/>
        </a:p>
      </dgm:t>
    </dgm:pt>
    <dgm:pt modelId="{A331FDB3-E07E-4A41-BCE1-F7163C54DFD9}" type="parTrans" cxnId="{800636A1-353D-470E-9FE5-38806ED767E5}">
      <dgm:prSet/>
      <dgm:spPr/>
      <dgm:t>
        <a:bodyPr/>
        <a:lstStyle/>
        <a:p>
          <a:endParaRPr lang="uk-UA"/>
        </a:p>
      </dgm:t>
    </dgm:pt>
    <dgm:pt modelId="{98054D8B-0FE6-4D05-83FD-7535F8AD2287}" type="sibTrans" cxnId="{800636A1-353D-470E-9FE5-38806ED767E5}">
      <dgm:prSet/>
      <dgm:spPr/>
      <dgm:t>
        <a:bodyPr/>
        <a:lstStyle/>
        <a:p>
          <a:endParaRPr lang="uk-UA"/>
        </a:p>
      </dgm:t>
    </dgm:pt>
    <dgm:pt modelId="{6CF570E9-B749-46BA-8572-21D343E7B02E}" type="pres">
      <dgm:prSet presAssocID="{D4737AC4-56CB-4568-B3B3-2EDF3451F05F}" presName="linear" presStyleCnt="0">
        <dgm:presLayoutVars>
          <dgm:animLvl val="lvl"/>
          <dgm:resizeHandles val="exact"/>
        </dgm:presLayoutVars>
      </dgm:prSet>
      <dgm:spPr/>
    </dgm:pt>
    <dgm:pt modelId="{62B36439-4BC2-4333-B3FA-125DBB44444F}" type="pres">
      <dgm:prSet presAssocID="{B8D7ADD8-2813-438B-A0A6-2178165723A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3F916EC-7027-4500-BE65-1DDA117055E4}" type="pres">
      <dgm:prSet presAssocID="{FBE1598F-A051-406F-94E8-F24C6D4D8EC1}" presName="spacer" presStyleCnt="0"/>
      <dgm:spPr/>
    </dgm:pt>
    <dgm:pt modelId="{C94B43F0-300C-4F15-9358-62A8F9F84F8E}" type="pres">
      <dgm:prSet presAssocID="{2595F2FD-3374-4378-898B-159BC000817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04E0AC9-E889-4747-94A2-0CF4DFF03111}" type="pres">
      <dgm:prSet presAssocID="{B36B1722-138F-41DE-8AA3-9346F43A4BA7}" presName="spacer" presStyleCnt="0"/>
      <dgm:spPr/>
    </dgm:pt>
    <dgm:pt modelId="{FBCC1097-3A88-415B-BC1D-7B8694AF1CB0}" type="pres">
      <dgm:prSet presAssocID="{81986D26-3D31-44A3-BD65-37C66ADB5B4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3970711-5D61-4010-A4BD-BBA471707267}" type="pres">
      <dgm:prSet presAssocID="{ADB8E3F4-052C-430F-8666-E57B48B5A986}" presName="spacer" presStyleCnt="0"/>
      <dgm:spPr/>
    </dgm:pt>
    <dgm:pt modelId="{5E7A4E6E-24DE-4D3B-9AF9-3CE31780F71B}" type="pres">
      <dgm:prSet presAssocID="{7EF1B310-10D0-470C-85DB-34E664D6E49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C2E3D5D-A351-4CEC-B145-9EB865992486}" srcId="{D4737AC4-56CB-4568-B3B3-2EDF3451F05F}" destId="{B8D7ADD8-2813-438B-A0A6-2178165723A7}" srcOrd="0" destOrd="0" parTransId="{D2A23A29-E3EF-484C-8023-BCF6AF0631A2}" sibTransId="{FBE1598F-A051-406F-94E8-F24C6D4D8EC1}"/>
    <dgm:cxn modelId="{58AA728C-B501-4FBB-A648-D75FD7A1795F}" type="presOf" srcId="{81986D26-3D31-44A3-BD65-37C66ADB5B4D}" destId="{FBCC1097-3A88-415B-BC1D-7B8694AF1CB0}" srcOrd="0" destOrd="0" presId="urn:microsoft.com/office/officeart/2005/8/layout/vList2"/>
    <dgm:cxn modelId="{BDBAB89A-2C37-44C5-874B-389439DDBF25}" type="presOf" srcId="{2595F2FD-3374-4378-898B-159BC0008176}" destId="{C94B43F0-300C-4F15-9358-62A8F9F84F8E}" srcOrd="0" destOrd="0" presId="urn:microsoft.com/office/officeart/2005/8/layout/vList2"/>
    <dgm:cxn modelId="{800636A1-353D-470E-9FE5-38806ED767E5}" srcId="{D4737AC4-56CB-4568-B3B3-2EDF3451F05F}" destId="{7EF1B310-10D0-470C-85DB-34E664D6E497}" srcOrd="3" destOrd="0" parTransId="{A331FDB3-E07E-4A41-BCE1-F7163C54DFD9}" sibTransId="{98054D8B-0FE6-4D05-83FD-7535F8AD2287}"/>
    <dgm:cxn modelId="{38655BA2-CB62-47F4-A204-E6D7D675181A}" srcId="{D4737AC4-56CB-4568-B3B3-2EDF3451F05F}" destId="{81986D26-3D31-44A3-BD65-37C66ADB5B4D}" srcOrd="2" destOrd="0" parTransId="{AD9844B9-EA3E-4D6A-99DE-6C7281BA84E7}" sibTransId="{ADB8E3F4-052C-430F-8666-E57B48B5A986}"/>
    <dgm:cxn modelId="{28DA53AF-70AE-4986-940D-61E61949C11A}" type="presOf" srcId="{B8D7ADD8-2813-438B-A0A6-2178165723A7}" destId="{62B36439-4BC2-4333-B3FA-125DBB44444F}" srcOrd="0" destOrd="0" presId="urn:microsoft.com/office/officeart/2005/8/layout/vList2"/>
    <dgm:cxn modelId="{E51982BA-26E2-47C8-8EFF-64B8CD533416}" type="presOf" srcId="{7EF1B310-10D0-470C-85DB-34E664D6E497}" destId="{5E7A4E6E-24DE-4D3B-9AF9-3CE31780F71B}" srcOrd="0" destOrd="0" presId="urn:microsoft.com/office/officeart/2005/8/layout/vList2"/>
    <dgm:cxn modelId="{645A8FCD-9495-4E7B-8B20-F12555373DBF}" srcId="{D4737AC4-56CB-4568-B3B3-2EDF3451F05F}" destId="{2595F2FD-3374-4378-898B-159BC0008176}" srcOrd="1" destOrd="0" parTransId="{F41D1716-707E-4E56-B613-94B2ECC2F012}" sibTransId="{B36B1722-138F-41DE-8AA3-9346F43A4BA7}"/>
    <dgm:cxn modelId="{09EB7EE8-A878-412F-9E09-1C52308218FA}" type="presOf" srcId="{D4737AC4-56CB-4568-B3B3-2EDF3451F05F}" destId="{6CF570E9-B749-46BA-8572-21D343E7B02E}" srcOrd="0" destOrd="0" presId="urn:microsoft.com/office/officeart/2005/8/layout/vList2"/>
    <dgm:cxn modelId="{F203333F-5652-49C1-9620-DB0488D6B1CA}" type="presParOf" srcId="{6CF570E9-B749-46BA-8572-21D343E7B02E}" destId="{62B36439-4BC2-4333-B3FA-125DBB44444F}" srcOrd="0" destOrd="0" presId="urn:microsoft.com/office/officeart/2005/8/layout/vList2"/>
    <dgm:cxn modelId="{8449B133-92F9-42FD-A62A-8234E89BF21B}" type="presParOf" srcId="{6CF570E9-B749-46BA-8572-21D343E7B02E}" destId="{F3F916EC-7027-4500-BE65-1DDA117055E4}" srcOrd="1" destOrd="0" presId="urn:microsoft.com/office/officeart/2005/8/layout/vList2"/>
    <dgm:cxn modelId="{5A4CD91F-CDAA-470A-9A02-7CD5E9EEBBB4}" type="presParOf" srcId="{6CF570E9-B749-46BA-8572-21D343E7B02E}" destId="{C94B43F0-300C-4F15-9358-62A8F9F84F8E}" srcOrd="2" destOrd="0" presId="urn:microsoft.com/office/officeart/2005/8/layout/vList2"/>
    <dgm:cxn modelId="{228EB7A6-9BB8-483E-A8CF-E604EEE68018}" type="presParOf" srcId="{6CF570E9-B749-46BA-8572-21D343E7B02E}" destId="{404E0AC9-E889-4747-94A2-0CF4DFF03111}" srcOrd="3" destOrd="0" presId="urn:microsoft.com/office/officeart/2005/8/layout/vList2"/>
    <dgm:cxn modelId="{BE8BD647-C7E2-4020-A6B3-E029E512672F}" type="presParOf" srcId="{6CF570E9-B749-46BA-8572-21D343E7B02E}" destId="{FBCC1097-3A88-415B-BC1D-7B8694AF1CB0}" srcOrd="4" destOrd="0" presId="urn:microsoft.com/office/officeart/2005/8/layout/vList2"/>
    <dgm:cxn modelId="{BB3D28BA-0903-4C0A-AA10-27B3D6A116A0}" type="presParOf" srcId="{6CF570E9-B749-46BA-8572-21D343E7B02E}" destId="{13970711-5D61-4010-A4BD-BBA471707267}" srcOrd="5" destOrd="0" presId="urn:microsoft.com/office/officeart/2005/8/layout/vList2"/>
    <dgm:cxn modelId="{42126B27-BC4F-4F87-A233-DE408D942872}" type="presParOf" srcId="{6CF570E9-B749-46BA-8572-21D343E7B02E}" destId="{5E7A4E6E-24DE-4D3B-9AF9-3CE31780F71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C074BB26-F86A-41CE-A3B3-3E719A91DA26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696602F-EDD4-48D0-B6EE-8AFBD3FF8A60}">
      <dgm:prSet/>
      <dgm:spPr/>
      <dgm:t>
        <a:bodyPr/>
        <a:lstStyle/>
        <a:p>
          <a:r>
            <a:rPr lang="ru-RU" b="0" i="0"/>
            <a:t>1, 2</a:t>
          </a:r>
          <a:endParaRPr lang="uk-UA"/>
        </a:p>
      </dgm:t>
    </dgm:pt>
    <dgm:pt modelId="{1853B68E-1AE5-418A-988A-728BB115D3DD}" type="parTrans" cxnId="{367D750A-F57E-4A42-9A83-0197F340966D}">
      <dgm:prSet/>
      <dgm:spPr/>
      <dgm:t>
        <a:bodyPr/>
        <a:lstStyle/>
        <a:p>
          <a:endParaRPr lang="uk-UA"/>
        </a:p>
      </dgm:t>
    </dgm:pt>
    <dgm:pt modelId="{51FE4DE1-D9FD-44B7-AABF-A63868ADEC0B}" type="sibTrans" cxnId="{367D750A-F57E-4A42-9A83-0197F340966D}">
      <dgm:prSet/>
      <dgm:spPr/>
      <dgm:t>
        <a:bodyPr/>
        <a:lstStyle/>
        <a:p>
          <a:endParaRPr lang="uk-UA"/>
        </a:p>
      </dgm:t>
    </dgm:pt>
    <dgm:pt modelId="{6B9F873F-FBBA-4918-AF40-DF2E6E8CB18E}">
      <dgm:prSet/>
      <dgm:spPr/>
      <dgm:t>
        <a:bodyPr/>
        <a:lstStyle/>
        <a:p>
          <a:r>
            <a:rPr lang="ru-RU" b="0" i="0"/>
            <a:t>1, 4</a:t>
          </a:r>
          <a:endParaRPr lang="uk-UA"/>
        </a:p>
      </dgm:t>
    </dgm:pt>
    <dgm:pt modelId="{81388BFE-33F4-4E81-BCC7-32F93EFDB723}" type="parTrans" cxnId="{90B8322C-0EF4-486F-9661-C08903D1D8E9}">
      <dgm:prSet/>
      <dgm:spPr/>
      <dgm:t>
        <a:bodyPr/>
        <a:lstStyle/>
        <a:p>
          <a:endParaRPr lang="uk-UA"/>
        </a:p>
      </dgm:t>
    </dgm:pt>
    <dgm:pt modelId="{4D565AAB-012A-43E3-B915-AAA980E98F5D}" type="sibTrans" cxnId="{90B8322C-0EF4-486F-9661-C08903D1D8E9}">
      <dgm:prSet/>
      <dgm:spPr/>
      <dgm:t>
        <a:bodyPr/>
        <a:lstStyle/>
        <a:p>
          <a:endParaRPr lang="uk-UA"/>
        </a:p>
      </dgm:t>
    </dgm:pt>
    <dgm:pt modelId="{00330F17-570D-4629-A56F-CDB0935D381C}">
      <dgm:prSet/>
      <dgm:spPr/>
      <dgm:t>
        <a:bodyPr/>
        <a:lstStyle/>
        <a:p>
          <a:r>
            <a:rPr lang="ru-RU" b="0" i="0"/>
            <a:t>2, 3</a:t>
          </a:r>
          <a:endParaRPr lang="uk-UA"/>
        </a:p>
      </dgm:t>
    </dgm:pt>
    <dgm:pt modelId="{5BE85743-0E06-41EE-A6CF-7981555376D0}" type="parTrans" cxnId="{7254D38C-69F0-432C-A956-D5C43BD686FD}">
      <dgm:prSet/>
      <dgm:spPr/>
      <dgm:t>
        <a:bodyPr/>
        <a:lstStyle/>
        <a:p>
          <a:endParaRPr lang="uk-UA"/>
        </a:p>
      </dgm:t>
    </dgm:pt>
    <dgm:pt modelId="{8083C4C2-E4E2-4D0D-A93E-9245F4A6D396}" type="sibTrans" cxnId="{7254D38C-69F0-432C-A956-D5C43BD686FD}">
      <dgm:prSet/>
      <dgm:spPr/>
      <dgm:t>
        <a:bodyPr/>
        <a:lstStyle/>
        <a:p>
          <a:endParaRPr lang="uk-UA"/>
        </a:p>
      </dgm:t>
    </dgm:pt>
    <dgm:pt modelId="{91F25FE9-83A7-4CD6-BF6D-38DC8A3ED115}">
      <dgm:prSet/>
      <dgm:spPr/>
      <dgm:t>
        <a:bodyPr/>
        <a:lstStyle/>
        <a:p>
          <a:r>
            <a:rPr lang="ru-RU" b="0" i="0"/>
            <a:t>3, 4</a:t>
          </a:r>
          <a:endParaRPr lang="uk-UA"/>
        </a:p>
      </dgm:t>
    </dgm:pt>
    <dgm:pt modelId="{BF659140-847C-4449-BA8C-313E97284149}" type="parTrans" cxnId="{C63EE283-ECCB-4A12-8B37-758B1DFBBF8D}">
      <dgm:prSet/>
      <dgm:spPr/>
      <dgm:t>
        <a:bodyPr/>
        <a:lstStyle/>
        <a:p>
          <a:endParaRPr lang="uk-UA"/>
        </a:p>
      </dgm:t>
    </dgm:pt>
    <dgm:pt modelId="{54F1868D-7E5A-49E1-951D-EFBB2919A105}" type="sibTrans" cxnId="{C63EE283-ECCB-4A12-8B37-758B1DFBBF8D}">
      <dgm:prSet/>
      <dgm:spPr/>
      <dgm:t>
        <a:bodyPr/>
        <a:lstStyle/>
        <a:p>
          <a:endParaRPr lang="uk-UA"/>
        </a:p>
      </dgm:t>
    </dgm:pt>
    <dgm:pt modelId="{0D079B38-E019-47BE-8078-5B65A4BB628A}" type="pres">
      <dgm:prSet presAssocID="{C074BB26-F86A-41CE-A3B3-3E719A91DA26}" presName="matrix" presStyleCnt="0">
        <dgm:presLayoutVars>
          <dgm:chMax val="1"/>
          <dgm:dir/>
          <dgm:resizeHandles val="exact"/>
        </dgm:presLayoutVars>
      </dgm:prSet>
      <dgm:spPr/>
    </dgm:pt>
    <dgm:pt modelId="{CAD61941-867F-4056-943C-E0BAE756D4A1}" type="pres">
      <dgm:prSet presAssocID="{C074BB26-F86A-41CE-A3B3-3E719A91DA26}" presName="diamond" presStyleLbl="bgShp" presStyleIdx="0" presStyleCnt="1"/>
      <dgm:spPr/>
    </dgm:pt>
    <dgm:pt modelId="{396361CC-048D-469F-AA1B-A893BB3F3927}" type="pres">
      <dgm:prSet presAssocID="{C074BB26-F86A-41CE-A3B3-3E719A91DA2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42C7060-BFD9-4B79-8BD7-973B45127AB8}" type="pres">
      <dgm:prSet presAssocID="{C074BB26-F86A-41CE-A3B3-3E719A91DA2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1308693-3A17-44AB-89FE-68BD4C053493}" type="pres">
      <dgm:prSet presAssocID="{C074BB26-F86A-41CE-A3B3-3E719A91DA2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B60C768-B48C-4470-B739-8541792A1B85}" type="pres">
      <dgm:prSet presAssocID="{C074BB26-F86A-41CE-A3B3-3E719A91DA2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F172B05-5129-4CA5-BAC5-020A95522D41}" type="presOf" srcId="{7696602F-EDD4-48D0-B6EE-8AFBD3FF8A60}" destId="{396361CC-048D-469F-AA1B-A893BB3F3927}" srcOrd="0" destOrd="0" presId="urn:microsoft.com/office/officeart/2005/8/layout/matrix3"/>
    <dgm:cxn modelId="{367D750A-F57E-4A42-9A83-0197F340966D}" srcId="{C074BB26-F86A-41CE-A3B3-3E719A91DA26}" destId="{7696602F-EDD4-48D0-B6EE-8AFBD3FF8A60}" srcOrd="0" destOrd="0" parTransId="{1853B68E-1AE5-418A-988A-728BB115D3DD}" sibTransId="{51FE4DE1-D9FD-44B7-AABF-A63868ADEC0B}"/>
    <dgm:cxn modelId="{90B8322C-0EF4-486F-9661-C08903D1D8E9}" srcId="{C074BB26-F86A-41CE-A3B3-3E719A91DA26}" destId="{6B9F873F-FBBA-4918-AF40-DF2E6E8CB18E}" srcOrd="1" destOrd="0" parTransId="{81388BFE-33F4-4E81-BCC7-32F93EFDB723}" sibTransId="{4D565AAB-012A-43E3-B915-AAA980E98F5D}"/>
    <dgm:cxn modelId="{49CA605D-EA61-44F2-AB61-E770B98A0834}" type="presOf" srcId="{00330F17-570D-4629-A56F-CDB0935D381C}" destId="{E1308693-3A17-44AB-89FE-68BD4C053493}" srcOrd="0" destOrd="0" presId="urn:microsoft.com/office/officeart/2005/8/layout/matrix3"/>
    <dgm:cxn modelId="{C63EE283-ECCB-4A12-8B37-758B1DFBBF8D}" srcId="{C074BB26-F86A-41CE-A3B3-3E719A91DA26}" destId="{91F25FE9-83A7-4CD6-BF6D-38DC8A3ED115}" srcOrd="3" destOrd="0" parTransId="{BF659140-847C-4449-BA8C-313E97284149}" sibTransId="{54F1868D-7E5A-49E1-951D-EFBB2919A105}"/>
    <dgm:cxn modelId="{BDFB918A-4983-441B-AAEE-FDE1B42663AD}" type="presOf" srcId="{91F25FE9-83A7-4CD6-BF6D-38DC8A3ED115}" destId="{8B60C768-B48C-4470-B739-8541792A1B85}" srcOrd="0" destOrd="0" presId="urn:microsoft.com/office/officeart/2005/8/layout/matrix3"/>
    <dgm:cxn modelId="{7254D38C-69F0-432C-A956-D5C43BD686FD}" srcId="{C074BB26-F86A-41CE-A3B3-3E719A91DA26}" destId="{00330F17-570D-4629-A56F-CDB0935D381C}" srcOrd="2" destOrd="0" parTransId="{5BE85743-0E06-41EE-A6CF-7981555376D0}" sibTransId="{8083C4C2-E4E2-4D0D-A93E-9245F4A6D396}"/>
    <dgm:cxn modelId="{82C66CB6-92A3-4EFC-BB43-467296025C96}" type="presOf" srcId="{C074BB26-F86A-41CE-A3B3-3E719A91DA26}" destId="{0D079B38-E019-47BE-8078-5B65A4BB628A}" srcOrd="0" destOrd="0" presId="urn:microsoft.com/office/officeart/2005/8/layout/matrix3"/>
    <dgm:cxn modelId="{865A6FCD-F090-48C1-8AA1-C52FF3F0D1BF}" type="presOf" srcId="{6B9F873F-FBBA-4918-AF40-DF2E6E8CB18E}" destId="{D42C7060-BFD9-4B79-8BD7-973B45127AB8}" srcOrd="0" destOrd="0" presId="urn:microsoft.com/office/officeart/2005/8/layout/matrix3"/>
    <dgm:cxn modelId="{E982B34E-BA25-4D1C-B61F-24EB73D487E9}" type="presParOf" srcId="{0D079B38-E019-47BE-8078-5B65A4BB628A}" destId="{CAD61941-867F-4056-943C-E0BAE756D4A1}" srcOrd="0" destOrd="0" presId="urn:microsoft.com/office/officeart/2005/8/layout/matrix3"/>
    <dgm:cxn modelId="{9DA145FE-8BFF-48F7-B7D2-6F03440E9451}" type="presParOf" srcId="{0D079B38-E019-47BE-8078-5B65A4BB628A}" destId="{396361CC-048D-469F-AA1B-A893BB3F3927}" srcOrd="1" destOrd="0" presId="urn:microsoft.com/office/officeart/2005/8/layout/matrix3"/>
    <dgm:cxn modelId="{BCF0ECB1-9154-4667-946F-24DD30FA9372}" type="presParOf" srcId="{0D079B38-E019-47BE-8078-5B65A4BB628A}" destId="{D42C7060-BFD9-4B79-8BD7-973B45127AB8}" srcOrd="2" destOrd="0" presId="urn:microsoft.com/office/officeart/2005/8/layout/matrix3"/>
    <dgm:cxn modelId="{3F259D6B-9D3F-4485-8F6A-0819C8D097A7}" type="presParOf" srcId="{0D079B38-E019-47BE-8078-5B65A4BB628A}" destId="{E1308693-3A17-44AB-89FE-68BD4C053493}" srcOrd="3" destOrd="0" presId="urn:microsoft.com/office/officeart/2005/8/layout/matrix3"/>
    <dgm:cxn modelId="{BA6AB3E7-4324-4E8E-A1DA-4B90B97EFB1A}" type="presParOf" srcId="{0D079B38-E019-47BE-8078-5B65A4BB628A}" destId="{8B60C768-B48C-4470-B739-8541792A1B8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C074BB26-F86A-41CE-A3B3-3E719A91DA26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7696602F-EDD4-48D0-B6EE-8AFBD3FF8A60}">
      <dgm:prSet/>
      <dgm:spPr>
        <a:solidFill>
          <a:srgbClr val="0070C0"/>
        </a:solidFill>
      </dgm:spPr>
      <dgm:t>
        <a:bodyPr/>
        <a:lstStyle/>
        <a:p>
          <a:r>
            <a:rPr lang="ru-RU" b="0" i="0"/>
            <a:t>1, 2</a:t>
          </a:r>
          <a:endParaRPr lang="uk-UA"/>
        </a:p>
      </dgm:t>
    </dgm:pt>
    <dgm:pt modelId="{1853B68E-1AE5-418A-988A-728BB115D3DD}" type="parTrans" cxnId="{367D750A-F57E-4A42-9A83-0197F340966D}">
      <dgm:prSet/>
      <dgm:spPr/>
      <dgm:t>
        <a:bodyPr/>
        <a:lstStyle/>
        <a:p>
          <a:endParaRPr lang="uk-UA"/>
        </a:p>
      </dgm:t>
    </dgm:pt>
    <dgm:pt modelId="{51FE4DE1-D9FD-44B7-AABF-A63868ADEC0B}" type="sibTrans" cxnId="{367D750A-F57E-4A42-9A83-0197F340966D}">
      <dgm:prSet/>
      <dgm:spPr/>
      <dgm:t>
        <a:bodyPr/>
        <a:lstStyle/>
        <a:p>
          <a:endParaRPr lang="uk-UA"/>
        </a:p>
      </dgm:t>
    </dgm:pt>
    <dgm:pt modelId="{6B9F873F-FBBA-4918-AF40-DF2E6E8CB18E}">
      <dgm:prSet/>
      <dgm:spPr/>
      <dgm:t>
        <a:bodyPr/>
        <a:lstStyle/>
        <a:p>
          <a:r>
            <a:rPr lang="ru-RU" b="0" i="0"/>
            <a:t>1, 4</a:t>
          </a:r>
          <a:endParaRPr lang="uk-UA"/>
        </a:p>
      </dgm:t>
    </dgm:pt>
    <dgm:pt modelId="{81388BFE-33F4-4E81-BCC7-32F93EFDB723}" type="parTrans" cxnId="{90B8322C-0EF4-486F-9661-C08903D1D8E9}">
      <dgm:prSet/>
      <dgm:spPr/>
      <dgm:t>
        <a:bodyPr/>
        <a:lstStyle/>
        <a:p>
          <a:endParaRPr lang="uk-UA"/>
        </a:p>
      </dgm:t>
    </dgm:pt>
    <dgm:pt modelId="{4D565AAB-012A-43E3-B915-AAA980E98F5D}" type="sibTrans" cxnId="{90B8322C-0EF4-486F-9661-C08903D1D8E9}">
      <dgm:prSet/>
      <dgm:spPr/>
      <dgm:t>
        <a:bodyPr/>
        <a:lstStyle/>
        <a:p>
          <a:endParaRPr lang="uk-UA"/>
        </a:p>
      </dgm:t>
    </dgm:pt>
    <dgm:pt modelId="{00330F17-570D-4629-A56F-CDB0935D381C}">
      <dgm:prSet/>
      <dgm:spPr/>
      <dgm:t>
        <a:bodyPr/>
        <a:lstStyle/>
        <a:p>
          <a:r>
            <a:rPr lang="ru-RU" b="0" i="0"/>
            <a:t>2, 3</a:t>
          </a:r>
          <a:endParaRPr lang="uk-UA"/>
        </a:p>
      </dgm:t>
    </dgm:pt>
    <dgm:pt modelId="{5BE85743-0E06-41EE-A6CF-7981555376D0}" type="parTrans" cxnId="{7254D38C-69F0-432C-A956-D5C43BD686FD}">
      <dgm:prSet/>
      <dgm:spPr/>
      <dgm:t>
        <a:bodyPr/>
        <a:lstStyle/>
        <a:p>
          <a:endParaRPr lang="uk-UA"/>
        </a:p>
      </dgm:t>
    </dgm:pt>
    <dgm:pt modelId="{8083C4C2-E4E2-4D0D-A93E-9245F4A6D396}" type="sibTrans" cxnId="{7254D38C-69F0-432C-A956-D5C43BD686FD}">
      <dgm:prSet/>
      <dgm:spPr/>
      <dgm:t>
        <a:bodyPr/>
        <a:lstStyle/>
        <a:p>
          <a:endParaRPr lang="uk-UA"/>
        </a:p>
      </dgm:t>
    </dgm:pt>
    <dgm:pt modelId="{91F25FE9-83A7-4CD6-BF6D-38DC8A3ED115}">
      <dgm:prSet/>
      <dgm:spPr/>
      <dgm:t>
        <a:bodyPr/>
        <a:lstStyle/>
        <a:p>
          <a:r>
            <a:rPr lang="ru-RU" b="0" i="0"/>
            <a:t>3, 4</a:t>
          </a:r>
          <a:endParaRPr lang="uk-UA"/>
        </a:p>
      </dgm:t>
    </dgm:pt>
    <dgm:pt modelId="{BF659140-847C-4449-BA8C-313E97284149}" type="parTrans" cxnId="{C63EE283-ECCB-4A12-8B37-758B1DFBBF8D}">
      <dgm:prSet/>
      <dgm:spPr/>
      <dgm:t>
        <a:bodyPr/>
        <a:lstStyle/>
        <a:p>
          <a:endParaRPr lang="uk-UA"/>
        </a:p>
      </dgm:t>
    </dgm:pt>
    <dgm:pt modelId="{54F1868D-7E5A-49E1-951D-EFBB2919A105}" type="sibTrans" cxnId="{C63EE283-ECCB-4A12-8B37-758B1DFBBF8D}">
      <dgm:prSet/>
      <dgm:spPr/>
      <dgm:t>
        <a:bodyPr/>
        <a:lstStyle/>
        <a:p>
          <a:endParaRPr lang="uk-UA"/>
        </a:p>
      </dgm:t>
    </dgm:pt>
    <dgm:pt modelId="{0D079B38-E019-47BE-8078-5B65A4BB628A}" type="pres">
      <dgm:prSet presAssocID="{C074BB26-F86A-41CE-A3B3-3E719A91DA26}" presName="matrix" presStyleCnt="0">
        <dgm:presLayoutVars>
          <dgm:chMax val="1"/>
          <dgm:dir/>
          <dgm:resizeHandles val="exact"/>
        </dgm:presLayoutVars>
      </dgm:prSet>
      <dgm:spPr/>
    </dgm:pt>
    <dgm:pt modelId="{CAD61941-867F-4056-943C-E0BAE756D4A1}" type="pres">
      <dgm:prSet presAssocID="{C074BB26-F86A-41CE-A3B3-3E719A91DA26}" presName="diamond" presStyleLbl="bgShp" presStyleIdx="0" presStyleCnt="1"/>
      <dgm:spPr/>
    </dgm:pt>
    <dgm:pt modelId="{396361CC-048D-469F-AA1B-A893BB3F3927}" type="pres">
      <dgm:prSet presAssocID="{C074BB26-F86A-41CE-A3B3-3E719A91DA2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42C7060-BFD9-4B79-8BD7-973B45127AB8}" type="pres">
      <dgm:prSet presAssocID="{C074BB26-F86A-41CE-A3B3-3E719A91DA2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1308693-3A17-44AB-89FE-68BD4C053493}" type="pres">
      <dgm:prSet presAssocID="{C074BB26-F86A-41CE-A3B3-3E719A91DA2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B60C768-B48C-4470-B739-8541792A1B85}" type="pres">
      <dgm:prSet presAssocID="{C074BB26-F86A-41CE-A3B3-3E719A91DA2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F172B05-5129-4CA5-BAC5-020A95522D41}" type="presOf" srcId="{7696602F-EDD4-48D0-B6EE-8AFBD3FF8A60}" destId="{396361CC-048D-469F-AA1B-A893BB3F3927}" srcOrd="0" destOrd="0" presId="urn:microsoft.com/office/officeart/2005/8/layout/matrix3"/>
    <dgm:cxn modelId="{367D750A-F57E-4A42-9A83-0197F340966D}" srcId="{C074BB26-F86A-41CE-A3B3-3E719A91DA26}" destId="{7696602F-EDD4-48D0-B6EE-8AFBD3FF8A60}" srcOrd="0" destOrd="0" parTransId="{1853B68E-1AE5-418A-988A-728BB115D3DD}" sibTransId="{51FE4DE1-D9FD-44B7-AABF-A63868ADEC0B}"/>
    <dgm:cxn modelId="{90B8322C-0EF4-486F-9661-C08903D1D8E9}" srcId="{C074BB26-F86A-41CE-A3B3-3E719A91DA26}" destId="{6B9F873F-FBBA-4918-AF40-DF2E6E8CB18E}" srcOrd="1" destOrd="0" parTransId="{81388BFE-33F4-4E81-BCC7-32F93EFDB723}" sibTransId="{4D565AAB-012A-43E3-B915-AAA980E98F5D}"/>
    <dgm:cxn modelId="{49CA605D-EA61-44F2-AB61-E770B98A0834}" type="presOf" srcId="{00330F17-570D-4629-A56F-CDB0935D381C}" destId="{E1308693-3A17-44AB-89FE-68BD4C053493}" srcOrd="0" destOrd="0" presId="urn:microsoft.com/office/officeart/2005/8/layout/matrix3"/>
    <dgm:cxn modelId="{C63EE283-ECCB-4A12-8B37-758B1DFBBF8D}" srcId="{C074BB26-F86A-41CE-A3B3-3E719A91DA26}" destId="{91F25FE9-83A7-4CD6-BF6D-38DC8A3ED115}" srcOrd="3" destOrd="0" parTransId="{BF659140-847C-4449-BA8C-313E97284149}" sibTransId="{54F1868D-7E5A-49E1-951D-EFBB2919A105}"/>
    <dgm:cxn modelId="{BDFB918A-4983-441B-AAEE-FDE1B42663AD}" type="presOf" srcId="{91F25FE9-83A7-4CD6-BF6D-38DC8A3ED115}" destId="{8B60C768-B48C-4470-B739-8541792A1B85}" srcOrd="0" destOrd="0" presId="urn:microsoft.com/office/officeart/2005/8/layout/matrix3"/>
    <dgm:cxn modelId="{7254D38C-69F0-432C-A956-D5C43BD686FD}" srcId="{C074BB26-F86A-41CE-A3B3-3E719A91DA26}" destId="{00330F17-570D-4629-A56F-CDB0935D381C}" srcOrd="2" destOrd="0" parTransId="{5BE85743-0E06-41EE-A6CF-7981555376D0}" sibTransId="{8083C4C2-E4E2-4D0D-A93E-9245F4A6D396}"/>
    <dgm:cxn modelId="{82C66CB6-92A3-4EFC-BB43-467296025C96}" type="presOf" srcId="{C074BB26-F86A-41CE-A3B3-3E719A91DA26}" destId="{0D079B38-E019-47BE-8078-5B65A4BB628A}" srcOrd="0" destOrd="0" presId="urn:microsoft.com/office/officeart/2005/8/layout/matrix3"/>
    <dgm:cxn modelId="{865A6FCD-F090-48C1-8AA1-C52FF3F0D1BF}" type="presOf" srcId="{6B9F873F-FBBA-4918-AF40-DF2E6E8CB18E}" destId="{D42C7060-BFD9-4B79-8BD7-973B45127AB8}" srcOrd="0" destOrd="0" presId="urn:microsoft.com/office/officeart/2005/8/layout/matrix3"/>
    <dgm:cxn modelId="{E982B34E-BA25-4D1C-B61F-24EB73D487E9}" type="presParOf" srcId="{0D079B38-E019-47BE-8078-5B65A4BB628A}" destId="{CAD61941-867F-4056-943C-E0BAE756D4A1}" srcOrd="0" destOrd="0" presId="urn:microsoft.com/office/officeart/2005/8/layout/matrix3"/>
    <dgm:cxn modelId="{9DA145FE-8BFF-48F7-B7D2-6F03440E9451}" type="presParOf" srcId="{0D079B38-E019-47BE-8078-5B65A4BB628A}" destId="{396361CC-048D-469F-AA1B-A893BB3F3927}" srcOrd="1" destOrd="0" presId="urn:microsoft.com/office/officeart/2005/8/layout/matrix3"/>
    <dgm:cxn modelId="{BCF0ECB1-9154-4667-946F-24DD30FA9372}" type="presParOf" srcId="{0D079B38-E019-47BE-8078-5B65A4BB628A}" destId="{D42C7060-BFD9-4B79-8BD7-973B45127AB8}" srcOrd="2" destOrd="0" presId="urn:microsoft.com/office/officeart/2005/8/layout/matrix3"/>
    <dgm:cxn modelId="{3F259D6B-9D3F-4485-8F6A-0819C8D097A7}" type="presParOf" srcId="{0D079B38-E019-47BE-8078-5B65A4BB628A}" destId="{E1308693-3A17-44AB-89FE-68BD4C053493}" srcOrd="3" destOrd="0" presId="urn:microsoft.com/office/officeart/2005/8/layout/matrix3"/>
    <dgm:cxn modelId="{BA6AB3E7-4324-4E8E-A1DA-4B90B97EFB1A}" type="presParOf" srcId="{0D079B38-E019-47BE-8078-5B65A4BB628A}" destId="{8B60C768-B48C-4470-B739-8541792A1B8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839C78C5-8408-41D1-A63B-2B04245E2A0E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5DCF610-36A1-4EE5-9ED3-ADC0AE9551DC}">
      <dgm:prSet/>
      <dgm:spPr/>
      <dgm:t>
        <a:bodyPr/>
        <a:lstStyle/>
        <a:p>
          <a:r>
            <a:rPr lang="uk-UA" b="0" i="0" dirty="0"/>
            <a:t>Берестейська</a:t>
          </a:r>
          <a:endParaRPr lang="uk-UA" dirty="0"/>
        </a:p>
      </dgm:t>
    </dgm:pt>
    <dgm:pt modelId="{4CE598E5-B257-4A74-9A37-A686B3F5E5CF}" type="parTrans" cxnId="{4C187847-DA91-4359-AD93-81B4B228317F}">
      <dgm:prSet/>
      <dgm:spPr/>
      <dgm:t>
        <a:bodyPr/>
        <a:lstStyle/>
        <a:p>
          <a:endParaRPr lang="uk-UA"/>
        </a:p>
      </dgm:t>
    </dgm:pt>
    <dgm:pt modelId="{E0561AB4-CFBD-4C11-9CA4-2534B19BA12F}" type="sibTrans" cxnId="{4C187847-DA91-4359-AD93-81B4B228317F}">
      <dgm:prSet/>
      <dgm:spPr/>
      <dgm:t>
        <a:bodyPr/>
        <a:lstStyle/>
        <a:p>
          <a:endParaRPr lang="uk-UA"/>
        </a:p>
      </dgm:t>
    </dgm:pt>
    <dgm:pt modelId="{5C03E431-C7BA-4F39-9DAA-604DB5CD439F}">
      <dgm:prSet/>
      <dgm:spPr/>
      <dgm:t>
        <a:bodyPr/>
        <a:lstStyle/>
        <a:p>
          <a:r>
            <a:rPr lang="uk-UA" b="0" i="0"/>
            <a:t>Пилявецька</a:t>
          </a:r>
          <a:endParaRPr lang="uk-UA"/>
        </a:p>
      </dgm:t>
    </dgm:pt>
    <dgm:pt modelId="{A4F627A1-3F4E-4193-AFFD-2338CB3AAF1B}" type="parTrans" cxnId="{6236BB30-75B9-4AB5-89B6-9A1762E9447D}">
      <dgm:prSet/>
      <dgm:spPr/>
      <dgm:t>
        <a:bodyPr/>
        <a:lstStyle/>
        <a:p>
          <a:endParaRPr lang="uk-UA"/>
        </a:p>
      </dgm:t>
    </dgm:pt>
    <dgm:pt modelId="{9996A3D3-5483-4AA2-B46E-886FB4F4C8A9}" type="sibTrans" cxnId="{6236BB30-75B9-4AB5-89B6-9A1762E9447D}">
      <dgm:prSet/>
      <dgm:spPr/>
      <dgm:t>
        <a:bodyPr/>
        <a:lstStyle/>
        <a:p>
          <a:endParaRPr lang="uk-UA"/>
        </a:p>
      </dgm:t>
    </dgm:pt>
    <dgm:pt modelId="{B591B26F-409B-4BAF-9812-D7DD95E0A406}">
      <dgm:prSet/>
      <dgm:spPr/>
      <dgm:t>
        <a:bodyPr/>
        <a:lstStyle/>
        <a:p>
          <a:r>
            <a:rPr lang="uk-UA" b="0" i="0" dirty="0" err="1"/>
            <a:t>Батозька</a:t>
          </a:r>
          <a:endParaRPr lang="uk-UA" dirty="0"/>
        </a:p>
      </dgm:t>
    </dgm:pt>
    <dgm:pt modelId="{67F13188-F616-485C-AD1B-3A1534B5BFB4}" type="parTrans" cxnId="{CD6385B6-C7BF-4496-BF54-EB2BE6EC72DE}">
      <dgm:prSet/>
      <dgm:spPr/>
      <dgm:t>
        <a:bodyPr/>
        <a:lstStyle/>
        <a:p>
          <a:endParaRPr lang="uk-UA"/>
        </a:p>
      </dgm:t>
    </dgm:pt>
    <dgm:pt modelId="{113A44A4-EBAC-4752-95EA-7CCA320B12E4}" type="sibTrans" cxnId="{CD6385B6-C7BF-4496-BF54-EB2BE6EC72DE}">
      <dgm:prSet/>
      <dgm:spPr/>
      <dgm:t>
        <a:bodyPr/>
        <a:lstStyle/>
        <a:p>
          <a:endParaRPr lang="uk-UA"/>
        </a:p>
      </dgm:t>
    </dgm:pt>
    <dgm:pt modelId="{ABCD15BE-E5A9-4192-9684-46059967145D}">
      <dgm:prSet/>
      <dgm:spPr/>
      <dgm:t>
        <a:bodyPr/>
        <a:lstStyle/>
        <a:p>
          <a:r>
            <a:rPr lang="uk-UA" b="0" i="0" dirty="0"/>
            <a:t>Конотопська</a:t>
          </a:r>
          <a:endParaRPr lang="uk-UA" dirty="0"/>
        </a:p>
      </dgm:t>
    </dgm:pt>
    <dgm:pt modelId="{8B044514-E7B1-4173-AE41-89EA39B873B0}" type="parTrans" cxnId="{BCDC9D86-2FDB-4B53-ABBD-4C96D72DF094}">
      <dgm:prSet/>
      <dgm:spPr/>
      <dgm:t>
        <a:bodyPr/>
        <a:lstStyle/>
        <a:p>
          <a:endParaRPr lang="uk-UA"/>
        </a:p>
      </dgm:t>
    </dgm:pt>
    <dgm:pt modelId="{1B17B0D6-4939-43A1-83C7-4CA7DCAC08FF}" type="sibTrans" cxnId="{BCDC9D86-2FDB-4B53-ABBD-4C96D72DF094}">
      <dgm:prSet/>
      <dgm:spPr/>
      <dgm:t>
        <a:bodyPr/>
        <a:lstStyle/>
        <a:p>
          <a:endParaRPr lang="uk-UA"/>
        </a:p>
      </dgm:t>
    </dgm:pt>
    <dgm:pt modelId="{A3F8E454-87BC-454D-B3F2-1609AC595106}" type="pres">
      <dgm:prSet presAssocID="{839C78C5-8408-41D1-A63B-2B04245E2A0E}" presName="matrix" presStyleCnt="0">
        <dgm:presLayoutVars>
          <dgm:chMax val="1"/>
          <dgm:dir/>
          <dgm:resizeHandles val="exact"/>
        </dgm:presLayoutVars>
      </dgm:prSet>
      <dgm:spPr/>
    </dgm:pt>
    <dgm:pt modelId="{37A47120-32F2-4233-868D-ED690AC51F19}" type="pres">
      <dgm:prSet presAssocID="{839C78C5-8408-41D1-A63B-2B04245E2A0E}" presName="diamond" presStyleLbl="bgShp" presStyleIdx="0" presStyleCnt="1"/>
      <dgm:spPr/>
    </dgm:pt>
    <dgm:pt modelId="{BD194B21-48FE-40B9-94C9-C23525E8F912}" type="pres">
      <dgm:prSet presAssocID="{839C78C5-8408-41D1-A63B-2B04245E2A0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0B73850-0966-4EDF-B2C3-F2E28FF8D9F1}" type="pres">
      <dgm:prSet presAssocID="{839C78C5-8408-41D1-A63B-2B04245E2A0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3C3251E-28CB-4C3F-86A8-74FCE4BB9707}" type="pres">
      <dgm:prSet presAssocID="{839C78C5-8408-41D1-A63B-2B04245E2A0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BEBF687-004C-495E-813F-2062CE77A8A7}" type="pres">
      <dgm:prSet presAssocID="{839C78C5-8408-41D1-A63B-2B04245E2A0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F97D109-9CC6-4190-AABE-579C3376DE55}" type="presOf" srcId="{839C78C5-8408-41D1-A63B-2B04245E2A0E}" destId="{A3F8E454-87BC-454D-B3F2-1609AC595106}" srcOrd="0" destOrd="0" presId="urn:microsoft.com/office/officeart/2005/8/layout/matrix3"/>
    <dgm:cxn modelId="{8197E91D-2428-4A78-B62D-71DEB80054F3}" type="presOf" srcId="{B591B26F-409B-4BAF-9812-D7DD95E0A406}" destId="{A3C3251E-28CB-4C3F-86A8-74FCE4BB9707}" srcOrd="0" destOrd="0" presId="urn:microsoft.com/office/officeart/2005/8/layout/matrix3"/>
    <dgm:cxn modelId="{6236BB30-75B9-4AB5-89B6-9A1762E9447D}" srcId="{839C78C5-8408-41D1-A63B-2B04245E2A0E}" destId="{5C03E431-C7BA-4F39-9DAA-604DB5CD439F}" srcOrd="1" destOrd="0" parTransId="{A4F627A1-3F4E-4193-AFFD-2338CB3AAF1B}" sibTransId="{9996A3D3-5483-4AA2-B46E-886FB4F4C8A9}"/>
    <dgm:cxn modelId="{4C187847-DA91-4359-AD93-81B4B228317F}" srcId="{839C78C5-8408-41D1-A63B-2B04245E2A0E}" destId="{A5DCF610-36A1-4EE5-9ED3-ADC0AE9551DC}" srcOrd="0" destOrd="0" parTransId="{4CE598E5-B257-4A74-9A37-A686B3F5E5CF}" sibTransId="{E0561AB4-CFBD-4C11-9CA4-2534B19BA12F}"/>
    <dgm:cxn modelId="{BCDC9D86-2FDB-4B53-ABBD-4C96D72DF094}" srcId="{839C78C5-8408-41D1-A63B-2B04245E2A0E}" destId="{ABCD15BE-E5A9-4192-9684-46059967145D}" srcOrd="3" destOrd="0" parTransId="{8B044514-E7B1-4173-AE41-89EA39B873B0}" sibTransId="{1B17B0D6-4939-43A1-83C7-4CA7DCAC08FF}"/>
    <dgm:cxn modelId="{6E2BF299-28B3-43BB-A60F-6DE067553E0B}" type="presOf" srcId="{ABCD15BE-E5A9-4192-9684-46059967145D}" destId="{9BEBF687-004C-495E-813F-2062CE77A8A7}" srcOrd="0" destOrd="0" presId="urn:microsoft.com/office/officeart/2005/8/layout/matrix3"/>
    <dgm:cxn modelId="{965A14AD-A1F5-4FA7-B9D4-8CB10E5452E4}" type="presOf" srcId="{5C03E431-C7BA-4F39-9DAA-604DB5CD439F}" destId="{D0B73850-0966-4EDF-B2C3-F2E28FF8D9F1}" srcOrd="0" destOrd="0" presId="urn:microsoft.com/office/officeart/2005/8/layout/matrix3"/>
    <dgm:cxn modelId="{CD6385B6-C7BF-4496-BF54-EB2BE6EC72DE}" srcId="{839C78C5-8408-41D1-A63B-2B04245E2A0E}" destId="{B591B26F-409B-4BAF-9812-D7DD95E0A406}" srcOrd="2" destOrd="0" parTransId="{67F13188-F616-485C-AD1B-3A1534B5BFB4}" sibTransId="{113A44A4-EBAC-4752-95EA-7CCA320B12E4}"/>
    <dgm:cxn modelId="{5C85DBDE-36E6-420E-BD4C-78C2A23F8EBC}" type="presOf" srcId="{A5DCF610-36A1-4EE5-9ED3-ADC0AE9551DC}" destId="{BD194B21-48FE-40B9-94C9-C23525E8F912}" srcOrd="0" destOrd="0" presId="urn:microsoft.com/office/officeart/2005/8/layout/matrix3"/>
    <dgm:cxn modelId="{D5ECB703-F7E4-41A0-88BE-65B15C9A9EC2}" type="presParOf" srcId="{A3F8E454-87BC-454D-B3F2-1609AC595106}" destId="{37A47120-32F2-4233-868D-ED690AC51F19}" srcOrd="0" destOrd="0" presId="urn:microsoft.com/office/officeart/2005/8/layout/matrix3"/>
    <dgm:cxn modelId="{24DE980B-F4B0-4720-ACAC-A8F829F18D53}" type="presParOf" srcId="{A3F8E454-87BC-454D-B3F2-1609AC595106}" destId="{BD194B21-48FE-40B9-94C9-C23525E8F912}" srcOrd="1" destOrd="0" presId="urn:microsoft.com/office/officeart/2005/8/layout/matrix3"/>
    <dgm:cxn modelId="{B874A1BA-CCD8-41C0-AC95-95FC82C26EA6}" type="presParOf" srcId="{A3F8E454-87BC-454D-B3F2-1609AC595106}" destId="{D0B73850-0966-4EDF-B2C3-F2E28FF8D9F1}" srcOrd="2" destOrd="0" presId="urn:microsoft.com/office/officeart/2005/8/layout/matrix3"/>
    <dgm:cxn modelId="{09C116BE-2436-4701-A667-BCAAB3AC0629}" type="presParOf" srcId="{A3F8E454-87BC-454D-B3F2-1609AC595106}" destId="{A3C3251E-28CB-4C3F-86A8-74FCE4BB9707}" srcOrd="3" destOrd="0" presId="urn:microsoft.com/office/officeart/2005/8/layout/matrix3"/>
    <dgm:cxn modelId="{CFC1D1D5-13C2-401E-9129-8C5DE64AB8B0}" type="presParOf" srcId="{A3F8E454-87BC-454D-B3F2-1609AC595106}" destId="{9BEBF687-004C-495E-813F-2062CE77A8A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43BBD3E8-CC38-4CCB-A45A-1FE86FA6383E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A40054C-4C8C-4453-A654-3F523B17209E}">
      <dgm:prSet/>
      <dgm:spPr/>
      <dgm:t>
        <a:bodyPr/>
        <a:lstStyle/>
        <a:p>
          <a:r>
            <a:rPr lang="uk-UA" b="0" i="0"/>
            <a:t>Білоцерківського</a:t>
          </a:r>
          <a:endParaRPr lang="uk-UA"/>
        </a:p>
      </dgm:t>
    </dgm:pt>
    <dgm:pt modelId="{372F4734-8FCB-43EA-A512-275288F5E99D}" type="parTrans" cxnId="{425F9591-7E1B-409B-AD36-AE8942CD7A4B}">
      <dgm:prSet/>
      <dgm:spPr/>
      <dgm:t>
        <a:bodyPr/>
        <a:lstStyle/>
        <a:p>
          <a:endParaRPr lang="uk-UA"/>
        </a:p>
      </dgm:t>
    </dgm:pt>
    <dgm:pt modelId="{0774CEE4-5C9E-40E5-BF93-64341901935F}" type="sibTrans" cxnId="{425F9591-7E1B-409B-AD36-AE8942CD7A4B}">
      <dgm:prSet/>
      <dgm:spPr/>
      <dgm:t>
        <a:bodyPr/>
        <a:lstStyle/>
        <a:p>
          <a:endParaRPr lang="uk-UA"/>
        </a:p>
      </dgm:t>
    </dgm:pt>
    <dgm:pt modelId="{33B3F53F-0895-4585-B608-62AA3323FA9E}">
      <dgm:prSet/>
      <dgm:spPr/>
      <dgm:t>
        <a:bodyPr/>
        <a:lstStyle/>
        <a:p>
          <a:r>
            <a:rPr lang="uk-UA" b="0" i="0"/>
            <a:t>Андрусівського</a:t>
          </a:r>
          <a:endParaRPr lang="uk-UA"/>
        </a:p>
      </dgm:t>
    </dgm:pt>
    <dgm:pt modelId="{DF995C20-C693-43C4-8B3B-F489DF6933A8}" type="parTrans" cxnId="{3AE57525-7BDC-4867-A477-79DF3B401697}">
      <dgm:prSet/>
      <dgm:spPr/>
      <dgm:t>
        <a:bodyPr/>
        <a:lstStyle/>
        <a:p>
          <a:endParaRPr lang="uk-UA"/>
        </a:p>
      </dgm:t>
    </dgm:pt>
    <dgm:pt modelId="{93B18276-0C67-4CB3-A379-63DDC05B3D6F}" type="sibTrans" cxnId="{3AE57525-7BDC-4867-A477-79DF3B401697}">
      <dgm:prSet/>
      <dgm:spPr/>
      <dgm:t>
        <a:bodyPr/>
        <a:lstStyle/>
        <a:p>
          <a:endParaRPr lang="uk-UA"/>
        </a:p>
      </dgm:t>
    </dgm:pt>
    <dgm:pt modelId="{41A39A8D-6667-40C7-A16E-5D1563D4C074}">
      <dgm:prSet/>
      <dgm:spPr/>
      <dgm:t>
        <a:bodyPr/>
        <a:lstStyle/>
        <a:p>
          <a:r>
            <a:rPr lang="uk-UA" b="0" i="0"/>
            <a:t>Зборівського</a:t>
          </a:r>
          <a:endParaRPr lang="uk-UA"/>
        </a:p>
      </dgm:t>
    </dgm:pt>
    <dgm:pt modelId="{F7F34A89-06F4-4B7C-9D62-32B1344754FD}" type="parTrans" cxnId="{A4880572-F372-40D2-8F9D-B91D49B2135C}">
      <dgm:prSet/>
      <dgm:spPr/>
      <dgm:t>
        <a:bodyPr/>
        <a:lstStyle/>
        <a:p>
          <a:endParaRPr lang="uk-UA"/>
        </a:p>
      </dgm:t>
    </dgm:pt>
    <dgm:pt modelId="{29AA69E3-6A62-47FE-BCA7-F334F109CBD3}" type="sibTrans" cxnId="{A4880572-F372-40D2-8F9D-B91D49B2135C}">
      <dgm:prSet/>
      <dgm:spPr/>
      <dgm:t>
        <a:bodyPr/>
        <a:lstStyle/>
        <a:p>
          <a:endParaRPr lang="uk-UA"/>
        </a:p>
      </dgm:t>
    </dgm:pt>
    <dgm:pt modelId="{1D3032F9-BA11-49E3-84F0-752D3EFF06BA}">
      <dgm:prSet/>
      <dgm:spPr/>
      <dgm:t>
        <a:bodyPr/>
        <a:lstStyle/>
        <a:p>
          <a:r>
            <a:rPr lang="uk-UA" b="0" i="0" dirty="0"/>
            <a:t>Гадяцького</a:t>
          </a:r>
          <a:endParaRPr lang="uk-UA" dirty="0"/>
        </a:p>
      </dgm:t>
    </dgm:pt>
    <dgm:pt modelId="{F2842DC3-66C7-4B9B-99BE-844D6FAAE656}" type="parTrans" cxnId="{564D37B4-2B82-451B-BE33-37349E61C705}">
      <dgm:prSet/>
      <dgm:spPr/>
      <dgm:t>
        <a:bodyPr/>
        <a:lstStyle/>
        <a:p>
          <a:endParaRPr lang="uk-UA"/>
        </a:p>
      </dgm:t>
    </dgm:pt>
    <dgm:pt modelId="{E9A78EE2-6E1D-41B8-B3E8-F4B5B1DEDB38}" type="sibTrans" cxnId="{564D37B4-2B82-451B-BE33-37349E61C705}">
      <dgm:prSet/>
      <dgm:spPr/>
      <dgm:t>
        <a:bodyPr/>
        <a:lstStyle/>
        <a:p>
          <a:endParaRPr lang="uk-UA"/>
        </a:p>
      </dgm:t>
    </dgm:pt>
    <dgm:pt modelId="{AD235AFD-A9D4-4018-AEB9-BAE947F01C9D}" type="pres">
      <dgm:prSet presAssocID="{43BBD3E8-CC38-4CCB-A45A-1FE86FA6383E}" presName="matrix" presStyleCnt="0">
        <dgm:presLayoutVars>
          <dgm:chMax val="1"/>
          <dgm:dir/>
          <dgm:resizeHandles val="exact"/>
        </dgm:presLayoutVars>
      </dgm:prSet>
      <dgm:spPr/>
    </dgm:pt>
    <dgm:pt modelId="{098A18DD-0E20-4F5D-AFF9-29BA05637646}" type="pres">
      <dgm:prSet presAssocID="{43BBD3E8-CC38-4CCB-A45A-1FE86FA6383E}" presName="diamond" presStyleLbl="bgShp" presStyleIdx="0" presStyleCnt="1"/>
      <dgm:spPr/>
    </dgm:pt>
    <dgm:pt modelId="{C410A9F0-D6A8-4C0E-9861-F7EC588AA1F6}" type="pres">
      <dgm:prSet presAssocID="{43BBD3E8-CC38-4CCB-A45A-1FE86FA6383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17076C2-B80A-44C3-BC5A-3AB0D08F96B4}" type="pres">
      <dgm:prSet presAssocID="{43BBD3E8-CC38-4CCB-A45A-1FE86FA6383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C85FF4A-F474-477F-98E8-51905381D386}" type="pres">
      <dgm:prSet presAssocID="{43BBD3E8-CC38-4CCB-A45A-1FE86FA6383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9B0FD51-C76A-471D-B080-10D4C75D90ED}" type="pres">
      <dgm:prSet presAssocID="{43BBD3E8-CC38-4CCB-A45A-1FE86FA6383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39EBD1F-D215-458C-ABAA-2BD6E058A3E9}" type="presOf" srcId="{41A39A8D-6667-40C7-A16E-5D1563D4C074}" destId="{EC85FF4A-F474-477F-98E8-51905381D386}" srcOrd="0" destOrd="0" presId="urn:microsoft.com/office/officeart/2005/8/layout/matrix3"/>
    <dgm:cxn modelId="{3AE57525-7BDC-4867-A477-79DF3B401697}" srcId="{43BBD3E8-CC38-4CCB-A45A-1FE86FA6383E}" destId="{33B3F53F-0895-4585-B608-62AA3323FA9E}" srcOrd="1" destOrd="0" parTransId="{DF995C20-C693-43C4-8B3B-F489DF6933A8}" sibTransId="{93B18276-0C67-4CB3-A379-63DDC05B3D6F}"/>
    <dgm:cxn modelId="{B194A827-5D8A-40DD-81A2-6F6F2EF2D769}" type="presOf" srcId="{33B3F53F-0895-4585-B608-62AA3323FA9E}" destId="{917076C2-B80A-44C3-BC5A-3AB0D08F96B4}" srcOrd="0" destOrd="0" presId="urn:microsoft.com/office/officeart/2005/8/layout/matrix3"/>
    <dgm:cxn modelId="{0D22BC41-A8D8-4581-937E-1E8600BB0C2E}" type="presOf" srcId="{1D3032F9-BA11-49E3-84F0-752D3EFF06BA}" destId="{A9B0FD51-C76A-471D-B080-10D4C75D90ED}" srcOrd="0" destOrd="0" presId="urn:microsoft.com/office/officeart/2005/8/layout/matrix3"/>
    <dgm:cxn modelId="{A4880572-F372-40D2-8F9D-B91D49B2135C}" srcId="{43BBD3E8-CC38-4CCB-A45A-1FE86FA6383E}" destId="{41A39A8D-6667-40C7-A16E-5D1563D4C074}" srcOrd="2" destOrd="0" parTransId="{F7F34A89-06F4-4B7C-9D62-32B1344754FD}" sibTransId="{29AA69E3-6A62-47FE-BCA7-F334F109CBD3}"/>
    <dgm:cxn modelId="{43B6BA8A-87EC-44D7-AEFC-FB839DEFFD09}" type="presOf" srcId="{43BBD3E8-CC38-4CCB-A45A-1FE86FA6383E}" destId="{AD235AFD-A9D4-4018-AEB9-BAE947F01C9D}" srcOrd="0" destOrd="0" presId="urn:microsoft.com/office/officeart/2005/8/layout/matrix3"/>
    <dgm:cxn modelId="{F840CE8E-DB0B-4704-AB81-A61E355C3A9B}" type="presOf" srcId="{3A40054C-4C8C-4453-A654-3F523B17209E}" destId="{C410A9F0-D6A8-4C0E-9861-F7EC588AA1F6}" srcOrd="0" destOrd="0" presId="urn:microsoft.com/office/officeart/2005/8/layout/matrix3"/>
    <dgm:cxn modelId="{425F9591-7E1B-409B-AD36-AE8942CD7A4B}" srcId="{43BBD3E8-CC38-4CCB-A45A-1FE86FA6383E}" destId="{3A40054C-4C8C-4453-A654-3F523B17209E}" srcOrd="0" destOrd="0" parTransId="{372F4734-8FCB-43EA-A512-275288F5E99D}" sibTransId="{0774CEE4-5C9E-40E5-BF93-64341901935F}"/>
    <dgm:cxn modelId="{564D37B4-2B82-451B-BE33-37349E61C705}" srcId="{43BBD3E8-CC38-4CCB-A45A-1FE86FA6383E}" destId="{1D3032F9-BA11-49E3-84F0-752D3EFF06BA}" srcOrd="3" destOrd="0" parTransId="{F2842DC3-66C7-4B9B-99BE-844D6FAAE656}" sibTransId="{E9A78EE2-6E1D-41B8-B3E8-F4B5B1DEDB38}"/>
    <dgm:cxn modelId="{9058DAA7-99D1-47EC-8368-438CC134BA22}" type="presParOf" srcId="{AD235AFD-A9D4-4018-AEB9-BAE947F01C9D}" destId="{098A18DD-0E20-4F5D-AFF9-29BA05637646}" srcOrd="0" destOrd="0" presId="urn:microsoft.com/office/officeart/2005/8/layout/matrix3"/>
    <dgm:cxn modelId="{2687F35A-032A-4F98-B000-CD6C206A0F09}" type="presParOf" srcId="{AD235AFD-A9D4-4018-AEB9-BAE947F01C9D}" destId="{C410A9F0-D6A8-4C0E-9861-F7EC588AA1F6}" srcOrd="1" destOrd="0" presId="urn:microsoft.com/office/officeart/2005/8/layout/matrix3"/>
    <dgm:cxn modelId="{CAE3F120-5BC6-4D31-84BD-A4EFA42D430C}" type="presParOf" srcId="{AD235AFD-A9D4-4018-AEB9-BAE947F01C9D}" destId="{917076C2-B80A-44C3-BC5A-3AB0D08F96B4}" srcOrd="2" destOrd="0" presId="urn:microsoft.com/office/officeart/2005/8/layout/matrix3"/>
    <dgm:cxn modelId="{D6D44AC3-40B3-422E-B3F2-F8E06D94A2F0}" type="presParOf" srcId="{AD235AFD-A9D4-4018-AEB9-BAE947F01C9D}" destId="{EC85FF4A-F474-477F-98E8-51905381D386}" srcOrd="3" destOrd="0" presId="urn:microsoft.com/office/officeart/2005/8/layout/matrix3"/>
    <dgm:cxn modelId="{3A55BF56-7448-48FC-9178-C6434BDA1065}" type="presParOf" srcId="{AD235AFD-A9D4-4018-AEB9-BAE947F01C9D}" destId="{A9B0FD51-C76A-471D-B080-10D4C75D90E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43BBD3E8-CC38-4CCB-A45A-1FE86FA6383E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3A40054C-4C8C-4453-A654-3F523B17209E}">
      <dgm:prSet/>
      <dgm:spPr>
        <a:solidFill>
          <a:srgbClr val="0070C0"/>
        </a:solidFill>
      </dgm:spPr>
      <dgm:t>
        <a:bodyPr/>
        <a:lstStyle/>
        <a:p>
          <a:r>
            <a:rPr lang="uk-UA" b="0" i="0"/>
            <a:t>Білоцерківського</a:t>
          </a:r>
          <a:endParaRPr lang="uk-UA"/>
        </a:p>
      </dgm:t>
    </dgm:pt>
    <dgm:pt modelId="{372F4734-8FCB-43EA-A512-275288F5E99D}" type="parTrans" cxnId="{425F9591-7E1B-409B-AD36-AE8942CD7A4B}">
      <dgm:prSet/>
      <dgm:spPr/>
      <dgm:t>
        <a:bodyPr/>
        <a:lstStyle/>
        <a:p>
          <a:endParaRPr lang="uk-UA"/>
        </a:p>
      </dgm:t>
    </dgm:pt>
    <dgm:pt modelId="{0774CEE4-5C9E-40E5-BF93-64341901935F}" type="sibTrans" cxnId="{425F9591-7E1B-409B-AD36-AE8942CD7A4B}">
      <dgm:prSet/>
      <dgm:spPr/>
      <dgm:t>
        <a:bodyPr/>
        <a:lstStyle/>
        <a:p>
          <a:endParaRPr lang="uk-UA"/>
        </a:p>
      </dgm:t>
    </dgm:pt>
    <dgm:pt modelId="{33B3F53F-0895-4585-B608-62AA3323FA9E}">
      <dgm:prSet/>
      <dgm:spPr/>
      <dgm:t>
        <a:bodyPr/>
        <a:lstStyle/>
        <a:p>
          <a:r>
            <a:rPr lang="uk-UA" b="0" i="0"/>
            <a:t>Андрусівського</a:t>
          </a:r>
          <a:endParaRPr lang="uk-UA"/>
        </a:p>
      </dgm:t>
    </dgm:pt>
    <dgm:pt modelId="{DF995C20-C693-43C4-8B3B-F489DF6933A8}" type="parTrans" cxnId="{3AE57525-7BDC-4867-A477-79DF3B401697}">
      <dgm:prSet/>
      <dgm:spPr/>
      <dgm:t>
        <a:bodyPr/>
        <a:lstStyle/>
        <a:p>
          <a:endParaRPr lang="uk-UA"/>
        </a:p>
      </dgm:t>
    </dgm:pt>
    <dgm:pt modelId="{93B18276-0C67-4CB3-A379-63DDC05B3D6F}" type="sibTrans" cxnId="{3AE57525-7BDC-4867-A477-79DF3B401697}">
      <dgm:prSet/>
      <dgm:spPr/>
      <dgm:t>
        <a:bodyPr/>
        <a:lstStyle/>
        <a:p>
          <a:endParaRPr lang="uk-UA"/>
        </a:p>
      </dgm:t>
    </dgm:pt>
    <dgm:pt modelId="{41A39A8D-6667-40C7-A16E-5D1563D4C074}">
      <dgm:prSet/>
      <dgm:spPr/>
      <dgm:t>
        <a:bodyPr/>
        <a:lstStyle/>
        <a:p>
          <a:r>
            <a:rPr lang="uk-UA" b="0" i="0"/>
            <a:t>Зборівського</a:t>
          </a:r>
          <a:endParaRPr lang="uk-UA"/>
        </a:p>
      </dgm:t>
    </dgm:pt>
    <dgm:pt modelId="{F7F34A89-06F4-4B7C-9D62-32B1344754FD}" type="parTrans" cxnId="{A4880572-F372-40D2-8F9D-B91D49B2135C}">
      <dgm:prSet/>
      <dgm:spPr/>
      <dgm:t>
        <a:bodyPr/>
        <a:lstStyle/>
        <a:p>
          <a:endParaRPr lang="uk-UA"/>
        </a:p>
      </dgm:t>
    </dgm:pt>
    <dgm:pt modelId="{29AA69E3-6A62-47FE-BCA7-F334F109CBD3}" type="sibTrans" cxnId="{A4880572-F372-40D2-8F9D-B91D49B2135C}">
      <dgm:prSet/>
      <dgm:spPr/>
      <dgm:t>
        <a:bodyPr/>
        <a:lstStyle/>
        <a:p>
          <a:endParaRPr lang="uk-UA"/>
        </a:p>
      </dgm:t>
    </dgm:pt>
    <dgm:pt modelId="{1D3032F9-BA11-49E3-84F0-752D3EFF06BA}">
      <dgm:prSet/>
      <dgm:spPr/>
      <dgm:t>
        <a:bodyPr/>
        <a:lstStyle/>
        <a:p>
          <a:r>
            <a:rPr lang="uk-UA" b="0" i="0" dirty="0"/>
            <a:t>Гадяцького</a:t>
          </a:r>
          <a:endParaRPr lang="uk-UA" dirty="0"/>
        </a:p>
      </dgm:t>
    </dgm:pt>
    <dgm:pt modelId="{F2842DC3-66C7-4B9B-99BE-844D6FAAE656}" type="parTrans" cxnId="{564D37B4-2B82-451B-BE33-37349E61C705}">
      <dgm:prSet/>
      <dgm:spPr/>
      <dgm:t>
        <a:bodyPr/>
        <a:lstStyle/>
        <a:p>
          <a:endParaRPr lang="uk-UA"/>
        </a:p>
      </dgm:t>
    </dgm:pt>
    <dgm:pt modelId="{E9A78EE2-6E1D-41B8-B3E8-F4B5B1DEDB38}" type="sibTrans" cxnId="{564D37B4-2B82-451B-BE33-37349E61C705}">
      <dgm:prSet/>
      <dgm:spPr/>
      <dgm:t>
        <a:bodyPr/>
        <a:lstStyle/>
        <a:p>
          <a:endParaRPr lang="uk-UA"/>
        </a:p>
      </dgm:t>
    </dgm:pt>
    <dgm:pt modelId="{AD235AFD-A9D4-4018-AEB9-BAE947F01C9D}" type="pres">
      <dgm:prSet presAssocID="{43BBD3E8-CC38-4CCB-A45A-1FE86FA6383E}" presName="matrix" presStyleCnt="0">
        <dgm:presLayoutVars>
          <dgm:chMax val="1"/>
          <dgm:dir/>
          <dgm:resizeHandles val="exact"/>
        </dgm:presLayoutVars>
      </dgm:prSet>
      <dgm:spPr/>
    </dgm:pt>
    <dgm:pt modelId="{098A18DD-0E20-4F5D-AFF9-29BA05637646}" type="pres">
      <dgm:prSet presAssocID="{43BBD3E8-CC38-4CCB-A45A-1FE86FA6383E}" presName="diamond" presStyleLbl="bgShp" presStyleIdx="0" presStyleCnt="1"/>
      <dgm:spPr/>
    </dgm:pt>
    <dgm:pt modelId="{C410A9F0-D6A8-4C0E-9861-F7EC588AA1F6}" type="pres">
      <dgm:prSet presAssocID="{43BBD3E8-CC38-4CCB-A45A-1FE86FA6383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17076C2-B80A-44C3-BC5A-3AB0D08F96B4}" type="pres">
      <dgm:prSet presAssocID="{43BBD3E8-CC38-4CCB-A45A-1FE86FA6383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C85FF4A-F474-477F-98E8-51905381D386}" type="pres">
      <dgm:prSet presAssocID="{43BBD3E8-CC38-4CCB-A45A-1FE86FA6383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9B0FD51-C76A-471D-B080-10D4C75D90ED}" type="pres">
      <dgm:prSet presAssocID="{43BBD3E8-CC38-4CCB-A45A-1FE86FA6383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39EBD1F-D215-458C-ABAA-2BD6E058A3E9}" type="presOf" srcId="{41A39A8D-6667-40C7-A16E-5D1563D4C074}" destId="{EC85FF4A-F474-477F-98E8-51905381D386}" srcOrd="0" destOrd="0" presId="urn:microsoft.com/office/officeart/2005/8/layout/matrix3"/>
    <dgm:cxn modelId="{3AE57525-7BDC-4867-A477-79DF3B401697}" srcId="{43BBD3E8-CC38-4CCB-A45A-1FE86FA6383E}" destId="{33B3F53F-0895-4585-B608-62AA3323FA9E}" srcOrd="1" destOrd="0" parTransId="{DF995C20-C693-43C4-8B3B-F489DF6933A8}" sibTransId="{93B18276-0C67-4CB3-A379-63DDC05B3D6F}"/>
    <dgm:cxn modelId="{B194A827-5D8A-40DD-81A2-6F6F2EF2D769}" type="presOf" srcId="{33B3F53F-0895-4585-B608-62AA3323FA9E}" destId="{917076C2-B80A-44C3-BC5A-3AB0D08F96B4}" srcOrd="0" destOrd="0" presId="urn:microsoft.com/office/officeart/2005/8/layout/matrix3"/>
    <dgm:cxn modelId="{0D22BC41-A8D8-4581-937E-1E8600BB0C2E}" type="presOf" srcId="{1D3032F9-BA11-49E3-84F0-752D3EFF06BA}" destId="{A9B0FD51-C76A-471D-B080-10D4C75D90ED}" srcOrd="0" destOrd="0" presId="urn:microsoft.com/office/officeart/2005/8/layout/matrix3"/>
    <dgm:cxn modelId="{A4880572-F372-40D2-8F9D-B91D49B2135C}" srcId="{43BBD3E8-CC38-4CCB-A45A-1FE86FA6383E}" destId="{41A39A8D-6667-40C7-A16E-5D1563D4C074}" srcOrd="2" destOrd="0" parTransId="{F7F34A89-06F4-4B7C-9D62-32B1344754FD}" sibTransId="{29AA69E3-6A62-47FE-BCA7-F334F109CBD3}"/>
    <dgm:cxn modelId="{43B6BA8A-87EC-44D7-AEFC-FB839DEFFD09}" type="presOf" srcId="{43BBD3E8-CC38-4CCB-A45A-1FE86FA6383E}" destId="{AD235AFD-A9D4-4018-AEB9-BAE947F01C9D}" srcOrd="0" destOrd="0" presId="urn:microsoft.com/office/officeart/2005/8/layout/matrix3"/>
    <dgm:cxn modelId="{F840CE8E-DB0B-4704-AB81-A61E355C3A9B}" type="presOf" srcId="{3A40054C-4C8C-4453-A654-3F523B17209E}" destId="{C410A9F0-D6A8-4C0E-9861-F7EC588AA1F6}" srcOrd="0" destOrd="0" presId="urn:microsoft.com/office/officeart/2005/8/layout/matrix3"/>
    <dgm:cxn modelId="{425F9591-7E1B-409B-AD36-AE8942CD7A4B}" srcId="{43BBD3E8-CC38-4CCB-A45A-1FE86FA6383E}" destId="{3A40054C-4C8C-4453-A654-3F523B17209E}" srcOrd="0" destOrd="0" parTransId="{372F4734-8FCB-43EA-A512-275288F5E99D}" sibTransId="{0774CEE4-5C9E-40E5-BF93-64341901935F}"/>
    <dgm:cxn modelId="{564D37B4-2B82-451B-BE33-37349E61C705}" srcId="{43BBD3E8-CC38-4CCB-A45A-1FE86FA6383E}" destId="{1D3032F9-BA11-49E3-84F0-752D3EFF06BA}" srcOrd="3" destOrd="0" parTransId="{F2842DC3-66C7-4B9B-99BE-844D6FAAE656}" sibTransId="{E9A78EE2-6E1D-41B8-B3E8-F4B5B1DEDB38}"/>
    <dgm:cxn modelId="{9058DAA7-99D1-47EC-8368-438CC134BA22}" type="presParOf" srcId="{AD235AFD-A9D4-4018-AEB9-BAE947F01C9D}" destId="{098A18DD-0E20-4F5D-AFF9-29BA05637646}" srcOrd="0" destOrd="0" presId="urn:microsoft.com/office/officeart/2005/8/layout/matrix3"/>
    <dgm:cxn modelId="{2687F35A-032A-4F98-B000-CD6C206A0F09}" type="presParOf" srcId="{AD235AFD-A9D4-4018-AEB9-BAE947F01C9D}" destId="{C410A9F0-D6A8-4C0E-9861-F7EC588AA1F6}" srcOrd="1" destOrd="0" presId="urn:microsoft.com/office/officeart/2005/8/layout/matrix3"/>
    <dgm:cxn modelId="{CAE3F120-5BC6-4D31-84BD-A4EFA42D430C}" type="presParOf" srcId="{AD235AFD-A9D4-4018-AEB9-BAE947F01C9D}" destId="{917076C2-B80A-44C3-BC5A-3AB0D08F96B4}" srcOrd="2" destOrd="0" presId="urn:microsoft.com/office/officeart/2005/8/layout/matrix3"/>
    <dgm:cxn modelId="{D6D44AC3-40B3-422E-B3F2-F8E06D94A2F0}" type="presParOf" srcId="{AD235AFD-A9D4-4018-AEB9-BAE947F01C9D}" destId="{EC85FF4A-F474-477F-98E8-51905381D386}" srcOrd="3" destOrd="0" presId="urn:microsoft.com/office/officeart/2005/8/layout/matrix3"/>
    <dgm:cxn modelId="{3A55BF56-7448-48FC-9178-C6434BDA1065}" type="presParOf" srcId="{AD235AFD-A9D4-4018-AEB9-BAE947F01C9D}" destId="{A9B0FD51-C76A-471D-B080-10D4C75D90E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DB4DAFDF-DCCD-4365-8745-5FF83C29617F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0679E53-D10A-4F7B-B3E5-38B2DA87CAEB}">
      <dgm:prSet/>
      <dgm:spPr/>
      <dgm:t>
        <a:bodyPr/>
        <a:lstStyle/>
        <a:p>
          <a:r>
            <a:rPr lang="uk-UA" b="0" i="0" dirty="0"/>
            <a:t>походами козацького війська проти Молдавії.</a:t>
          </a:r>
          <a:endParaRPr lang="uk-UA" dirty="0"/>
        </a:p>
      </dgm:t>
    </dgm:pt>
    <dgm:pt modelId="{7C917C6D-1501-4813-A240-404684868FB9}" type="parTrans" cxnId="{A0721EEE-342B-4E87-A971-A61D0BF87A35}">
      <dgm:prSet/>
      <dgm:spPr/>
      <dgm:t>
        <a:bodyPr/>
        <a:lstStyle/>
        <a:p>
          <a:endParaRPr lang="uk-UA"/>
        </a:p>
      </dgm:t>
    </dgm:pt>
    <dgm:pt modelId="{A3A1DEC2-54AA-4D57-BF54-5C79C07A20F0}" type="sibTrans" cxnId="{A0721EEE-342B-4E87-A971-A61D0BF87A35}">
      <dgm:prSet/>
      <dgm:spPr/>
      <dgm:t>
        <a:bodyPr/>
        <a:lstStyle/>
        <a:p>
          <a:endParaRPr lang="uk-UA"/>
        </a:p>
      </dgm:t>
    </dgm:pt>
    <dgm:pt modelId="{944D2D2E-FC3B-459B-AF70-A1695CA31884}">
      <dgm:prSet/>
      <dgm:spPr/>
      <dgm:t>
        <a:bodyPr/>
        <a:lstStyle/>
        <a:p>
          <a:r>
            <a:rPr lang="uk-UA" b="0" i="0" dirty="0"/>
            <a:t>підписанням союзницьких угод із Трансільванією та Швецією.</a:t>
          </a:r>
          <a:endParaRPr lang="uk-UA" dirty="0"/>
        </a:p>
      </dgm:t>
    </dgm:pt>
    <dgm:pt modelId="{48B8B689-7372-4F7D-A149-B688692B6E8C}" type="parTrans" cxnId="{99D626E6-5722-4048-BA0A-E9341A524B48}">
      <dgm:prSet/>
      <dgm:spPr/>
      <dgm:t>
        <a:bodyPr/>
        <a:lstStyle/>
        <a:p>
          <a:endParaRPr lang="uk-UA"/>
        </a:p>
      </dgm:t>
    </dgm:pt>
    <dgm:pt modelId="{D6CA3A6D-43CC-488A-8FE4-580762D80644}" type="sibTrans" cxnId="{99D626E6-5722-4048-BA0A-E9341A524B48}">
      <dgm:prSet/>
      <dgm:spPr/>
      <dgm:t>
        <a:bodyPr/>
        <a:lstStyle/>
        <a:p>
          <a:endParaRPr lang="uk-UA"/>
        </a:p>
      </dgm:t>
    </dgm:pt>
    <dgm:pt modelId="{55AD3B34-8008-4153-844D-89DD2BE2F80F}">
      <dgm:prSet/>
      <dgm:spPr/>
      <dgm:t>
        <a:bodyPr/>
        <a:lstStyle/>
        <a:p>
          <a:r>
            <a:rPr lang="uk-UA" b="0" i="0"/>
            <a:t>переобранням гетьмана на Генеральних військових радах.</a:t>
          </a:r>
          <a:endParaRPr lang="uk-UA"/>
        </a:p>
      </dgm:t>
    </dgm:pt>
    <dgm:pt modelId="{7AFE5098-6C3D-4477-86A2-691A4B8D5581}" type="parTrans" cxnId="{327B0DEA-8FE7-4697-857C-F6CB159DDD1A}">
      <dgm:prSet/>
      <dgm:spPr/>
      <dgm:t>
        <a:bodyPr/>
        <a:lstStyle/>
        <a:p>
          <a:endParaRPr lang="uk-UA"/>
        </a:p>
      </dgm:t>
    </dgm:pt>
    <dgm:pt modelId="{3B290902-AD33-4B7D-8555-AE0076C33911}" type="sibTrans" cxnId="{327B0DEA-8FE7-4697-857C-F6CB159DDD1A}">
      <dgm:prSet/>
      <dgm:spPr/>
      <dgm:t>
        <a:bodyPr/>
        <a:lstStyle/>
        <a:p>
          <a:endParaRPr lang="uk-UA"/>
        </a:p>
      </dgm:t>
    </dgm:pt>
    <dgm:pt modelId="{1538284C-23BF-4D1A-A90B-D5B092B12C71}">
      <dgm:prSet/>
      <dgm:spPr/>
      <dgm:t>
        <a:bodyPr/>
        <a:lstStyle/>
        <a:p>
          <a:r>
            <a:rPr lang="uk-UA" b="0" i="0" dirty="0"/>
            <a:t>укладенням українсько-польських мирних угод.</a:t>
          </a:r>
          <a:endParaRPr lang="uk-UA" dirty="0"/>
        </a:p>
      </dgm:t>
    </dgm:pt>
    <dgm:pt modelId="{F704E146-069F-4DE8-94F1-0CE29F7D83E7}" type="parTrans" cxnId="{A3C6B1D1-84B6-4673-8DC0-CCF3670DD9EC}">
      <dgm:prSet/>
      <dgm:spPr/>
      <dgm:t>
        <a:bodyPr/>
        <a:lstStyle/>
        <a:p>
          <a:endParaRPr lang="uk-UA"/>
        </a:p>
      </dgm:t>
    </dgm:pt>
    <dgm:pt modelId="{90599A39-F410-4783-9A71-81EB5917CCC4}" type="sibTrans" cxnId="{A3C6B1D1-84B6-4673-8DC0-CCF3670DD9EC}">
      <dgm:prSet/>
      <dgm:spPr/>
      <dgm:t>
        <a:bodyPr/>
        <a:lstStyle/>
        <a:p>
          <a:endParaRPr lang="uk-UA"/>
        </a:p>
      </dgm:t>
    </dgm:pt>
    <dgm:pt modelId="{4FF9F1BC-9966-4012-A729-469457908636}" type="pres">
      <dgm:prSet presAssocID="{DB4DAFDF-DCCD-4365-8745-5FF83C29617F}" presName="linearFlow" presStyleCnt="0">
        <dgm:presLayoutVars>
          <dgm:dir/>
          <dgm:resizeHandles val="exact"/>
        </dgm:presLayoutVars>
      </dgm:prSet>
      <dgm:spPr/>
    </dgm:pt>
    <dgm:pt modelId="{9627C247-3F0A-4CC9-B2F3-63C4EA4DE9FC}" type="pres">
      <dgm:prSet presAssocID="{00679E53-D10A-4F7B-B3E5-38B2DA87CAEB}" presName="composite" presStyleCnt="0"/>
      <dgm:spPr/>
    </dgm:pt>
    <dgm:pt modelId="{C908F6D7-BFC4-448B-AA32-ADDE08C9E3B7}" type="pres">
      <dgm:prSet presAssocID="{00679E53-D10A-4F7B-B3E5-38B2DA87CAEB}" presName="imgShp" presStyleLbl="fgImgPlace1" presStyleIdx="0" presStyleCnt="4"/>
      <dgm:spPr/>
    </dgm:pt>
    <dgm:pt modelId="{E63A9568-FC4F-4C11-AFC3-EBDFF2280B2F}" type="pres">
      <dgm:prSet presAssocID="{00679E53-D10A-4F7B-B3E5-38B2DA87CAEB}" presName="txShp" presStyleLbl="node1" presStyleIdx="0" presStyleCnt="4">
        <dgm:presLayoutVars>
          <dgm:bulletEnabled val="1"/>
        </dgm:presLayoutVars>
      </dgm:prSet>
      <dgm:spPr/>
    </dgm:pt>
    <dgm:pt modelId="{4A3AD03E-699C-41A0-8934-315DEE6E26C9}" type="pres">
      <dgm:prSet presAssocID="{A3A1DEC2-54AA-4D57-BF54-5C79C07A20F0}" presName="spacing" presStyleCnt="0"/>
      <dgm:spPr/>
    </dgm:pt>
    <dgm:pt modelId="{C4AC6DD1-25AD-48CD-A67A-B2A8DD3E2F37}" type="pres">
      <dgm:prSet presAssocID="{944D2D2E-FC3B-459B-AF70-A1695CA31884}" presName="composite" presStyleCnt="0"/>
      <dgm:spPr/>
    </dgm:pt>
    <dgm:pt modelId="{53C48008-D100-4673-9B55-3DC0FD2D3A97}" type="pres">
      <dgm:prSet presAssocID="{944D2D2E-FC3B-459B-AF70-A1695CA31884}" presName="imgShp" presStyleLbl="fgImgPlace1" presStyleIdx="1" presStyleCnt="4"/>
      <dgm:spPr/>
    </dgm:pt>
    <dgm:pt modelId="{930413D9-009C-4075-8E61-60662F8D7CD1}" type="pres">
      <dgm:prSet presAssocID="{944D2D2E-FC3B-459B-AF70-A1695CA31884}" presName="txShp" presStyleLbl="node1" presStyleIdx="1" presStyleCnt="4">
        <dgm:presLayoutVars>
          <dgm:bulletEnabled val="1"/>
        </dgm:presLayoutVars>
      </dgm:prSet>
      <dgm:spPr/>
    </dgm:pt>
    <dgm:pt modelId="{16907E8F-D57E-44AF-A90F-51F5D6EA61BA}" type="pres">
      <dgm:prSet presAssocID="{D6CA3A6D-43CC-488A-8FE4-580762D80644}" presName="spacing" presStyleCnt="0"/>
      <dgm:spPr/>
    </dgm:pt>
    <dgm:pt modelId="{8D909FE7-BCCB-49B1-BA5A-03BB5E7F8DAB}" type="pres">
      <dgm:prSet presAssocID="{55AD3B34-8008-4153-844D-89DD2BE2F80F}" presName="composite" presStyleCnt="0"/>
      <dgm:spPr/>
    </dgm:pt>
    <dgm:pt modelId="{C57BD9EC-847C-4B5D-8175-0CB046827F56}" type="pres">
      <dgm:prSet presAssocID="{55AD3B34-8008-4153-844D-89DD2BE2F80F}" presName="imgShp" presStyleLbl="fgImgPlace1" presStyleIdx="2" presStyleCnt="4"/>
      <dgm:spPr/>
    </dgm:pt>
    <dgm:pt modelId="{BB92BCF9-0124-4281-8B6C-ACA1EA18A6C3}" type="pres">
      <dgm:prSet presAssocID="{55AD3B34-8008-4153-844D-89DD2BE2F80F}" presName="txShp" presStyleLbl="node1" presStyleIdx="2" presStyleCnt="4">
        <dgm:presLayoutVars>
          <dgm:bulletEnabled val="1"/>
        </dgm:presLayoutVars>
      </dgm:prSet>
      <dgm:spPr/>
    </dgm:pt>
    <dgm:pt modelId="{56A1BC25-2DC9-43D6-9D32-74A916C1734D}" type="pres">
      <dgm:prSet presAssocID="{3B290902-AD33-4B7D-8555-AE0076C33911}" presName="spacing" presStyleCnt="0"/>
      <dgm:spPr/>
    </dgm:pt>
    <dgm:pt modelId="{0414FA22-B015-44C2-BB94-28697AFA9ABE}" type="pres">
      <dgm:prSet presAssocID="{1538284C-23BF-4D1A-A90B-D5B092B12C71}" presName="composite" presStyleCnt="0"/>
      <dgm:spPr/>
    </dgm:pt>
    <dgm:pt modelId="{CF205F19-C2A5-43F4-B33C-E69EE593BA56}" type="pres">
      <dgm:prSet presAssocID="{1538284C-23BF-4D1A-A90B-D5B092B12C71}" presName="imgShp" presStyleLbl="fgImgPlace1" presStyleIdx="3" presStyleCnt="4"/>
      <dgm:spPr/>
    </dgm:pt>
    <dgm:pt modelId="{46486F8A-E396-4AE1-B5EA-4ABBCD8F4663}" type="pres">
      <dgm:prSet presAssocID="{1538284C-23BF-4D1A-A90B-D5B092B12C71}" presName="txShp" presStyleLbl="node1" presStyleIdx="3" presStyleCnt="4">
        <dgm:presLayoutVars>
          <dgm:bulletEnabled val="1"/>
        </dgm:presLayoutVars>
      </dgm:prSet>
      <dgm:spPr/>
    </dgm:pt>
  </dgm:ptLst>
  <dgm:cxnLst>
    <dgm:cxn modelId="{EA96EF0D-EEEC-4454-89B0-3D05B72AF33B}" type="presOf" srcId="{00679E53-D10A-4F7B-B3E5-38B2DA87CAEB}" destId="{E63A9568-FC4F-4C11-AFC3-EBDFF2280B2F}" srcOrd="0" destOrd="0" presId="urn:microsoft.com/office/officeart/2005/8/layout/vList3"/>
    <dgm:cxn modelId="{F5914D1D-6B60-4FC4-BE27-FBCA442271FC}" type="presOf" srcId="{1538284C-23BF-4D1A-A90B-D5B092B12C71}" destId="{46486F8A-E396-4AE1-B5EA-4ABBCD8F4663}" srcOrd="0" destOrd="0" presId="urn:microsoft.com/office/officeart/2005/8/layout/vList3"/>
    <dgm:cxn modelId="{B4BED332-13B2-44B4-A673-10DAC9CBB8CD}" type="presOf" srcId="{DB4DAFDF-DCCD-4365-8745-5FF83C29617F}" destId="{4FF9F1BC-9966-4012-A729-469457908636}" srcOrd="0" destOrd="0" presId="urn:microsoft.com/office/officeart/2005/8/layout/vList3"/>
    <dgm:cxn modelId="{3FAEC568-349F-418A-B8A5-6FED04C5A0B0}" type="presOf" srcId="{55AD3B34-8008-4153-844D-89DD2BE2F80F}" destId="{BB92BCF9-0124-4281-8B6C-ACA1EA18A6C3}" srcOrd="0" destOrd="0" presId="urn:microsoft.com/office/officeart/2005/8/layout/vList3"/>
    <dgm:cxn modelId="{86865D7F-2BE2-4F42-B3C0-9F5D788AC662}" type="presOf" srcId="{944D2D2E-FC3B-459B-AF70-A1695CA31884}" destId="{930413D9-009C-4075-8E61-60662F8D7CD1}" srcOrd="0" destOrd="0" presId="urn:microsoft.com/office/officeart/2005/8/layout/vList3"/>
    <dgm:cxn modelId="{A3C6B1D1-84B6-4673-8DC0-CCF3670DD9EC}" srcId="{DB4DAFDF-DCCD-4365-8745-5FF83C29617F}" destId="{1538284C-23BF-4D1A-A90B-D5B092B12C71}" srcOrd="3" destOrd="0" parTransId="{F704E146-069F-4DE8-94F1-0CE29F7D83E7}" sibTransId="{90599A39-F410-4783-9A71-81EB5917CCC4}"/>
    <dgm:cxn modelId="{99D626E6-5722-4048-BA0A-E9341A524B48}" srcId="{DB4DAFDF-DCCD-4365-8745-5FF83C29617F}" destId="{944D2D2E-FC3B-459B-AF70-A1695CA31884}" srcOrd="1" destOrd="0" parTransId="{48B8B689-7372-4F7D-A149-B688692B6E8C}" sibTransId="{D6CA3A6D-43CC-488A-8FE4-580762D80644}"/>
    <dgm:cxn modelId="{327B0DEA-8FE7-4697-857C-F6CB159DDD1A}" srcId="{DB4DAFDF-DCCD-4365-8745-5FF83C29617F}" destId="{55AD3B34-8008-4153-844D-89DD2BE2F80F}" srcOrd="2" destOrd="0" parTransId="{7AFE5098-6C3D-4477-86A2-691A4B8D5581}" sibTransId="{3B290902-AD33-4B7D-8555-AE0076C33911}"/>
    <dgm:cxn modelId="{A0721EEE-342B-4E87-A971-A61D0BF87A35}" srcId="{DB4DAFDF-DCCD-4365-8745-5FF83C29617F}" destId="{00679E53-D10A-4F7B-B3E5-38B2DA87CAEB}" srcOrd="0" destOrd="0" parTransId="{7C917C6D-1501-4813-A240-404684868FB9}" sibTransId="{A3A1DEC2-54AA-4D57-BF54-5C79C07A20F0}"/>
    <dgm:cxn modelId="{D7DE6971-17FB-42DC-B417-CCA9FD78D484}" type="presParOf" srcId="{4FF9F1BC-9966-4012-A729-469457908636}" destId="{9627C247-3F0A-4CC9-B2F3-63C4EA4DE9FC}" srcOrd="0" destOrd="0" presId="urn:microsoft.com/office/officeart/2005/8/layout/vList3"/>
    <dgm:cxn modelId="{4EA2E274-D2F7-44C3-AA7A-653928982A44}" type="presParOf" srcId="{9627C247-3F0A-4CC9-B2F3-63C4EA4DE9FC}" destId="{C908F6D7-BFC4-448B-AA32-ADDE08C9E3B7}" srcOrd="0" destOrd="0" presId="urn:microsoft.com/office/officeart/2005/8/layout/vList3"/>
    <dgm:cxn modelId="{2766F46D-044E-4ADC-BFDF-4D96EADD406B}" type="presParOf" srcId="{9627C247-3F0A-4CC9-B2F3-63C4EA4DE9FC}" destId="{E63A9568-FC4F-4C11-AFC3-EBDFF2280B2F}" srcOrd="1" destOrd="0" presId="urn:microsoft.com/office/officeart/2005/8/layout/vList3"/>
    <dgm:cxn modelId="{19572165-30BF-4A00-97EE-AEAFFDD4452C}" type="presParOf" srcId="{4FF9F1BC-9966-4012-A729-469457908636}" destId="{4A3AD03E-699C-41A0-8934-315DEE6E26C9}" srcOrd="1" destOrd="0" presId="urn:microsoft.com/office/officeart/2005/8/layout/vList3"/>
    <dgm:cxn modelId="{2FA545F8-86F4-4A4E-BE6F-1402455EFA35}" type="presParOf" srcId="{4FF9F1BC-9966-4012-A729-469457908636}" destId="{C4AC6DD1-25AD-48CD-A67A-B2A8DD3E2F37}" srcOrd="2" destOrd="0" presId="urn:microsoft.com/office/officeart/2005/8/layout/vList3"/>
    <dgm:cxn modelId="{9476AC8B-0FC6-4F79-BFB6-D8CDFA80458F}" type="presParOf" srcId="{C4AC6DD1-25AD-48CD-A67A-B2A8DD3E2F37}" destId="{53C48008-D100-4673-9B55-3DC0FD2D3A97}" srcOrd="0" destOrd="0" presId="urn:microsoft.com/office/officeart/2005/8/layout/vList3"/>
    <dgm:cxn modelId="{150E36DB-269F-4EFB-B676-637D87497446}" type="presParOf" srcId="{C4AC6DD1-25AD-48CD-A67A-B2A8DD3E2F37}" destId="{930413D9-009C-4075-8E61-60662F8D7CD1}" srcOrd="1" destOrd="0" presId="urn:microsoft.com/office/officeart/2005/8/layout/vList3"/>
    <dgm:cxn modelId="{80504069-4F77-4D66-B69A-0C39F21BC15A}" type="presParOf" srcId="{4FF9F1BC-9966-4012-A729-469457908636}" destId="{16907E8F-D57E-44AF-A90F-51F5D6EA61BA}" srcOrd="3" destOrd="0" presId="urn:microsoft.com/office/officeart/2005/8/layout/vList3"/>
    <dgm:cxn modelId="{2BF4DA00-06A7-4827-8F28-B9F26211E578}" type="presParOf" srcId="{4FF9F1BC-9966-4012-A729-469457908636}" destId="{8D909FE7-BCCB-49B1-BA5A-03BB5E7F8DAB}" srcOrd="4" destOrd="0" presId="urn:microsoft.com/office/officeart/2005/8/layout/vList3"/>
    <dgm:cxn modelId="{C2C94ADC-1803-47FA-8C03-09C0562BDA59}" type="presParOf" srcId="{8D909FE7-BCCB-49B1-BA5A-03BB5E7F8DAB}" destId="{C57BD9EC-847C-4B5D-8175-0CB046827F56}" srcOrd="0" destOrd="0" presId="urn:microsoft.com/office/officeart/2005/8/layout/vList3"/>
    <dgm:cxn modelId="{B239952D-BA8B-4D03-81C0-5B86202D1ED5}" type="presParOf" srcId="{8D909FE7-BCCB-49B1-BA5A-03BB5E7F8DAB}" destId="{BB92BCF9-0124-4281-8B6C-ACA1EA18A6C3}" srcOrd="1" destOrd="0" presId="urn:microsoft.com/office/officeart/2005/8/layout/vList3"/>
    <dgm:cxn modelId="{11B631EA-223B-4C39-80C3-4E8CC158DF85}" type="presParOf" srcId="{4FF9F1BC-9966-4012-A729-469457908636}" destId="{56A1BC25-2DC9-43D6-9D32-74A916C1734D}" srcOrd="5" destOrd="0" presId="urn:microsoft.com/office/officeart/2005/8/layout/vList3"/>
    <dgm:cxn modelId="{44C6AC8F-9A4E-4CC0-AD65-50CC019A736B}" type="presParOf" srcId="{4FF9F1BC-9966-4012-A729-469457908636}" destId="{0414FA22-B015-44C2-BB94-28697AFA9ABE}" srcOrd="6" destOrd="0" presId="urn:microsoft.com/office/officeart/2005/8/layout/vList3"/>
    <dgm:cxn modelId="{FB42BACE-21E4-443F-9FD5-A575215F0DF5}" type="presParOf" srcId="{0414FA22-B015-44C2-BB94-28697AFA9ABE}" destId="{CF205F19-C2A5-43F4-B33C-E69EE593BA56}" srcOrd="0" destOrd="0" presId="urn:microsoft.com/office/officeart/2005/8/layout/vList3"/>
    <dgm:cxn modelId="{19FC537D-2672-4DE6-B606-BCDF541FCAD4}" type="presParOf" srcId="{0414FA22-B015-44C2-BB94-28697AFA9ABE}" destId="{46486F8A-E396-4AE1-B5EA-4ABBCD8F466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DB4DAFDF-DCCD-4365-8745-5FF83C29617F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00679E53-D10A-4F7B-B3E5-38B2DA87CAEB}">
      <dgm:prSet/>
      <dgm:spPr/>
      <dgm:t>
        <a:bodyPr/>
        <a:lstStyle/>
        <a:p>
          <a:r>
            <a:rPr lang="uk-UA" b="0" i="0" dirty="0"/>
            <a:t>походами козацького війська проти Молдавії.</a:t>
          </a:r>
          <a:endParaRPr lang="uk-UA" dirty="0"/>
        </a:p>
      </dgm:t>
    </dgm:pt>
    <dgm:pt modelId="{7C917C6D-1501-4813-A240-404684868FB9}" type="parTrans" cxnId="{A0721EEE-342B-4E87-A971-A61D0BF87A35}">
      <dgm:prSet/>
      <dgm:spPr/>
      <dgm:t>
        <a:bodyPr/>
        <a:lstStyle/>
        <a:p>
          <a:endParaRPr lang="uk-UA"/>
        </a:p>
      </dgm:t>
    </dgm:pt>
    <dgm:pt modelId="{A3A1DEC2-54AA-4D57-BF54-5C79C07A20F0}" type="sibTrans" cxnId="{A0721EEE-342B-4E87-A971-A61D0BF87A35}">
      <dgm:prSet/>
      <dgm:spPr/>
      <dgm:t>
        <a:bodyPr/>
        <a:lstStyle/>
        <a:p>
          <a:endParaRPr lang="uk-UA"/>
        </a:p>
      </dgm:t>
    </dgm:pt>
    <dgm:pt modelId="{944D2D2E-FC3B-459B-AF70-A1695CA31884}">
      <dgm:prSet/>
      <dgm:spPr/>
      <dgm:t>
        <a:bodyPr/>
        <a:lstStyle/>
        <a:p>
          <a:r>
            <a:rPr lang="uk-UA" b="0" i="0" dirty="0"/>
            <a:t>підписанням союзницьких угод із Трансільванією та Швецією.</a:t>
          </a:r>
          <a:endParaRPr lang="uk-UA" dirty="0"/>
        </a:p>
      </dgm:t>
    </dgm:pt>
    <dgm:pt modelId="{48B8B689-7372-4F7D-A149-B688692B6E8C}" type="parTrans" cxnId="{99D626E6-5722-4048-BA0A-E9341A524B48}">
      <dgm:prSet/>
      <dgm:spPr/>
      <dgm:t>
        <a:bodyPr/>
        <a:lstStyle/>
        <a:p>
          <a:endParaRPr lang="uk-UA"/>
        </a:p>
      </dgm:t>
    </dgm:pt>
    <dgm:pt modelId="{D6CA3A6D-43CC-488A-8FE4-580762D80644}" type="sibTrans" cxnId="{99D626E6-5722-4048-BA0A-E9341A524B48}">
      <dgm:prSet/>
      <dgm:spPr/>
      <dgm:t>
        <a:bodyPr/>
        <a:lstStyle/>
        <a:p>
          <a:endParaRPr lang="uk-UA"/>
        </a:p>
      </dgm:t>
    </dgm:pt>
    <dgm:pt modelId="{55AD3B34-8008-4153-844D-89DD2BE2F80F}">
      <dgm:prSet/>
      <dgm:spPr/>
      <dgm:t>
        <a:bodyPr/>
        <a:lstStyle/>
        <a:p>
          <a:r>
            <a:rPr lang="uk-UA" b="0" i="0" dirty="0"/>
            <a:t>переобранням гетьмана на Генеральних військових радах.</a:t>
          </a:r>
          <a:endParaRPr lang="uk-UA" dirty="0"/>
        </a:p>
      </dgm:t>
    </dgm:pt>
    <dgm:pt modelId="{7AFE5098-6C3D-4477-86A2-691A4B8D5581}" type="parTrans" cxnId="{327B0DEA-8FE7-4697-857C-F6CB159DDD1A}">
      <dgm:prSet/>
      <dgm:spPr/>
      <dgm:t>
        <a:bodyPr/>
        <a:lstStyle/>
        <a:p>
          <a:endParaRPr lang="uk-UA"/>
        </a:p>
      </dgm:t>
    </dgm:pt>
    <dgm:pt modelId="{3B290902-AD33-4B7D-8555-AE0076C33911}" type="sibTrans" cxnId="{327B0DEA-8FE7-4697-857C-F6CB159DDD1A}">
      <dgm:prSet/>
      <dgm:spPr/>
      <dgm:t>
        <a:bodyPr/>
        <a:lstStyle/>
        <a:p>
          <a:endParaRPr lang="uk-UA"/>
        </a:p>
      </dgm:t>
    </dgm:pt>
    <dgm:pt modelId="{1538284C-23BF-4D1A-A90B-D5B092B12C71}">
      <dgm:prSet/>
      <dgm:spPr>
        <a:solidFill>
          <a:srgbClr val="0070C0"/>
        </a:solidFill>
      </dgm:spPr>
      <dgm:t>
        <a:bodyPr/>
        <a:lstStyle/>
        <a:p>
          <a:r>
            <a:rPr lang="uk-UA" b="0" i="0" dirty="0"/>
            <a:t>укладенням українсько-польських мирних угод.</a:t>
          </a:r>
          <a:endParaRPr lang="uk-UA" dirty="0"/>
        </a:p>
      </dgm:t>
    </dgm:pt>
    <dgm:pt modelId="{F704E146-069F-4DE8-94F1-0CE29F7D83E7}" type="parTrans" cxnId="{A3C6B1D1-84B6-4673-8DC0-CCF3670DD9EC}">
      <dgm:prSet/>
      <dgm:spPr/>
      <dgm:t>
        <a:bodyPr/>
        <a:lstStyle/>
        <a:p>
          <a:endParaRPr lang="uk-UA"/>
        </a:p>
      </dgm:t>
    </dgm:pt>
    <dgm:pt modelId="{90599A39-F410-4783-9A71-81EB5917CCC4}" type="sibTrans" cxnId="{A3C6B1D1-84B6-4673-8DC0-CCF3670DD9EC}">
      <dgm:prSet/>
      <dgm:spPr/>
      <dgm:t>
        <a:bodyPr/>
        <a:lstStyle/>
        <a:p>
          <a:endParaRPr lang="uk-UA"/>
        </a:p>
      </dgm:t>
    </dgm:pt>
    <dgm:pt modelId="{4FF9F1BC-9966-4012-A729-469457908636}" type="pres">
      <dgm:prSet presAssocID="{DB4DAFDF-DCCD-4365-8745-5FF83C29617F}" presName="linearFlow" presStyleCnt="0">
        <dgm:presLayoutVars>
          <dgm:dir/>
          <dgm:resizeHandles val="exact"/>
        </dgm:presLayoutVars>
      </dgm:prSet>
      <dgm:spPr/>
    </dgm:pt>
    <dgm:pt modelId="{9627C247-3F0A-4CC9-B2F3-63C4EA4DE9FC}" type="pres">
      <dgm:prSet presAssocID="{00679E53-D10A-4F7B-B3E5-38B2DA87CAEB}" presName="composite" presStyleCnt="0"/>
      <dgm:spPr/>
    </dgm:pt>
    <dgm:pt modelId="{C908F6D7-BFC4-448B-AA32-ADDE08C9E3B7}" type="pres">
      <dgm:prSet presAssocID="{00679E53-D10A-4F7B-B3E5-38B2DA87CAEB}" presName="imgShp" presStyleLbl="fgImgPlace1" presStyleIdx="0" presStyleCnt="4"/>
      <dgm:spPr/>
    </dgm:pt>
    <dgm:pt modelId="{E63A9568-FC4F-4C11-AFC3-EBDFF2280B2F}" type="pres">
      <dgm:prSet presAssocID="{00679E53-D10A-4F7B-B3E5-38B2DA87CAEB}" presName="txShp" presStyleLbl="node1" presStyleIdx="0" presStyleCnt="4">
        <dgm:presLayoutVars>
          <dgm:bulletEnabled val="1"/>
        </dgm:presLayoutVars>
      </dgm:prSet>
      <dgm:spPr/>
    </dgm:pt>
    <dgm:pt modelId="{4A3AD03E-699C-41A0-8934-315DEE6E26C9}" type="pres">
      <dgm:prSet presAssocID="{A3A1DEC2-54AA-4D57-BF54-5C79C07A20F0}" presName="spacing" presStyleCnt="0"/>
      <dgm:spPr/>
    </dgm:pt>
    <dgm:pt modelId="{C4AC6DD1-25AD-48CD-A67A-B2A8DD3E2F37}" type="pres">
      <dgm:prSet presAssocID="{944D2D2E-FC3B-459B-AF70-A1695CA31884}" presName="composite" presStyleCnt="0"/>
      <dgm:spPr/>
    </dgm:pt>
    <dgm:pt modelId="{53C48008-D100-4673-9B55-3DC0FD2D3A97}" type="pres">
      <dgm:prSet presAssocID="{944D2D2E-FC3B-459B-AF70-A1695CA31884}" presName="imgShp" presStyleLbl="fgImgPlace1" presStyleIdx="1" presStyleCnt="4"/>
      <dgm:spPr/>
    </dgm:pt>
    <dgm:pt modelId="{930413D9-009C-4075-8E61-60662F8D7CD1}" type="pres">
      <dgm:prSet presAssocID="{944D2D2E-FC3B-459B-AF70-A1695CA31884}" presName="txShp" presStyleLbl="node1" presStyleIdx="1" presStyleCnt="4">
        <dgm:presLayoutVars>
          <dgm:bulletEnabled val="1"/>
        </dgm:presLayoutVars>
      </dgm:prSet>
      <dgm:spPr/>
    </dgm:pt>
    <dgm:pt modelId="{16907E8F-D57E-44AF-A90F-51F5D6EA61BA}" type="pres">
      <dgm:prSet presAssocID="{D6CA3A6D-43CC-488A-8FE4-580762D80644}" presName="spacing" presStyleCnt="0"/>
      <dgm:spPr/>
    </dgm:pt>
    <dgm:pt modelId="{8D909FE7-BCCB-49B1-BA5A-03BB5E7F8DAB}" type="pres">
      <dgm:prSet presAssocID="{55AD3B34-8008-4153-844D-89DD2BE2F80F}" presName="composite" presStyleCnt="0"/>
      <dgm:spPr/>
    </dgm:pt>
    <dgm:pt modelId="{C57BD9EC-847C-4B5D-8175-0CB046827F56}" type="pres">
      <dgm:prSet presAssocID="{55AD3B34-8008-4153-844D-89DD2BE2F80F}" presName="imgShp" presStyleLbl="fgImgPlace1" presStyleIdx="2" presStyleCnt="4"/>
      <dgm:spPr/>
    </dgm:pt>
    <dgm:pt modelId="{BB92BCF9-0124-4281-8B6C-ACA1EA18A6C3}" type="pres">
      <dgm:prSet presAssocID="{55AD3B34-8008-4153-844D-89DD2BE2F80F}" presName="txShp" presStyleLbl="node1" presStyleIdx="2" presStyleCnt="4">
        <dgm:presLayoutVars>
          <dgm:bulletEnabled val="1"/>
        </dgm:presLayoutVars>
      </dgm:prSet>
      <dgm:spPr/>
    </dgm:pt>
    <dgm:pt modelId="{56A1BC25-2DC9-43D6-9D32-74A916C1734D}" type="pres">
      <dgm:prSet presAssocID="{3B290902-AD33-4B7D-8555-AE0076C33911}" presName="spacing" presStyleCnt="0"/>
      <dgm:spPr/>
    </dgm:pt>
    <dgm:pt modelId="{0414FA22-B015-44C2-BB94-28697AFA9ABE}" type="pres">
      <dgm:prSet presAssocID="{1538284C-23BF-4D1A-A90B-D5B092B12C71}" presName="composite" presStyleCnt="0"/>
      <dgm:spPr/>
    </dgm:pt>
    <dgm:pt modelId="{CF205F19-C2A5-43F4-B33C-E69EE593BA56}" type="pres">
      <dgm:prSet presAssocID="{1538284C-23BF-4D1A-A90B-D5B092B12C71}" presName="imgShp" presStyleLbl="fgImgPlace1" presStyleIdx="3" presStyleCnt="4"/>
      <dgm:spPr/>
    </dgm:pt>
    <dgm:pt modelId="{46486F8A-E396-4AE1-B5EA-4ABBCD8F4663}" type="pres">
      <dgm:prSet presAssocID="{1538284C-23BF-4D1A-A90B-D5B092B12C71}" presName="txShp" presStyleLbl="node1" presStyleIdx="3" presStyleCnt="4">
        <dgm:presLayoutVars>
          <dgm:bulletEnabled val="1"/>
        </dgm:presLayoutVars>
      </dgm:prSet>
      <dgm:spPr/>
    </dgm:pt>
  </dgm:ptLst>
  <dgm:cxnLst>
    <dgm:cxn modelId="{EA96EF0D-EEEC-4454-89B0-3D05B72AF33B}" type="presOf" srcId="{00679E53-D10A-4F7B-B3E5-38B2DA87CAEB}" destId="{E63A9568-FC4F-4C11-AFC3-EBDFF2280B2F}" srcOrd="0" destOrd="0" presId="urn:microsoft.com/office/officeart/2005/8/layout/vList3"/>
    <dgm:cxn modelId="{F5914D1D-6B60-4FC4-BE27-FBCA442271FC}" type="presOf" srcId="{1538284C-23BF-4D1A-A90B-D5B092B12C71}" destId="{46486F8A-E396-4AE1-B5EA-4ABBCD8F4663}" srcOrd="0" destOrd="0" presId="urn:microsoft.com/office/officeart/2005/8/layout/vList3"/>
    <dgm:cxn modelId="{B4BED332-13B2-44B4-A673-10DAC9CBB8CD}" type="presOf" srcId="{DB4DAFDF-DCCD-4365-8745-5FF83C29617F}" destId="{4FF9F1BC-9966-4012-A729-469457908636}" srcOrd="0" destOrd="0" presId="urn:microsoft.com/office/officeart/2005/8/layout/vList3"/>
    <dgm:cxn modelId="{3FAEC568-349F-418A-B8A5-6FED04C5A0B0}" type="presOf" srcId="{55AD3B34-8008-4153-844D-89DD2BE2F80F}" destId="{BB92BCF9-0124-4281-8B6C-ACA1EA18A6C3}" srcOrd="0" destOrd="0" presId="urn:microsoft.com/office/officeart/2005/8/layout/vList3"/>
    <dgm:cxn modelId="{86865D7F-2BE2-4F42-B3C0-9F5D788AC662}" type="presOf" srcId="{944D2D2E-FC3B-459B-AF70-A1695CA31884}" destId="{930413D9-009C-4075-8E61-60662F8D7CD1}" srcOrd="0" destOrd="0" presId="urn:microsoft.com/office/officeart/2005/8/layout/vList3"/>
    <dgm:cxn modelId="{A3C6B1D1-84B6-4673-8DC0-CCF3670DD9EC}" srcId="{DB4DAFDF-DCCD-4365-8745-5FF83C29617F}" destId="{1538284C-23BF-4D1A-A90B-D5B092B12C71}" srcOrd="3" destOrd="0" parTransId="{F704E146-069F-4DE8-94F1-0CE29F7D83E7}" sibTransId="{90599A39-F410-4783-9A71-81EB5917CCC4}"/>
    <dgm:cxn modelId="{99D626E6-5722-4048-BA0A-E9341A524B48}" srcId="{DB4DAFDF-DCCD-4365-8745-5FF83C29617F}" destId="{944D2D2E-FC3B-459B-AF70-A1695CA31884}" srcOrd="1" destOrd="0" parTransId="{48B8B689-7372-4F7D-A149-B688692B6E8C}" sibTransId="{D6CA3A6D-43CC-488A-8FE4-580762D80644}"/>
    <dgm:cxn modelId="{327B0DEA-8FE7-4697-857C-F6CB159DDD1A}" srcId="{DB4DAFDF-DCCD-4365-8745-5FF83C29617F}" destId="{55AD3B34-8008-4153-844D-89DD2BE2F80F}" srcOrd="2" destOrd="0" parTransId="{7AFE5098-6C3D-4477-86A2-691A4B8D5581}" sibTransId="{3B290902-AD33-4B7D-8555-AE0076C33911}"/>
    <dgm:cxn modelId="{A0721EEE-342B-4E87-A971-A61D0BF87A35}" srcId="{DB4DAFDF-DCCD-4365-8745-5FF83C29617F}" destId="{00679E53-D10A-4F7B-B3E5-38B2DA87CAEB}" srcOrd="0" destOrd="0" parTransId="{7C917C6D-1501-4813-A240-404684868FB9}" sibTransId="{A3A1DEC2-54AA-4D57-BF54-5C79C07A20F0}"/>
    <dgm:cxn modelId="{D7DE6971-17FB-42DC-B417-CCA9FD78D484}" type="presParOf" srcId="{4FF9F1BC-9966-4012-A729-469457908636}" destId="{9627C247-3F0A-4CC9-B2F3-63C4EA4DE9FC}" srcOrd="0" destOrd="0" presId="urn:microsoft.com/office/officeart/2005/8/layout/vList3"/>
    <dgm:cxn modelId="{4EA2E274-D2F7-44C3-AA7A-653928982A44}" type="presParOf" srcId="{9627C247-3F0A-4CC9-B2F3-63C4EA4DE9FC}" destId="{C908F6D7-BFC4-448B-AA32-ADDE08C9E3B7}" srcOrd="0" destOrd="0" presId="urn:microsoft.com/office/officeart/2005/8/layout/vList3"/>
    <dgm:cxn modelId="{2766F46D-044E-4ADC-BFDF-4D96EADD406B}" type="presParOf" srcId="{9627C247-3F0A-4CC9-B2F3-63C4EA4DE9FC}" destId="{E63A9568-FC4F-4C11-AFC3-EBDFF2280B2F}" srcOrd="1" destOrd="0" presId="urn:microsoft.com/office/officeart/2005/8/layout/vList3"/>
    <dgm:cxn modelId="{19572165-30BF-4A00-97EE-AEAFFDD4452C}" type="presParOf" srcId="{4FF9F1BC-9966-4012-A729-469457908636}" destId="{4A3AD03E-699C-41A0-8934-315DEE6E26C9}" srcOrd="1" destOrd="0" presId="urn:microsoft.com/office/officeart/2005/8/layout/vList3"/>
    <dgm:cxn modelId="{2FA545F8-86F4-4A4E-BE6F-1402455EFA35}" type="presParOf" srcId="{4FF9F1BC-9966-4012-A729-469457908636}" destId="{C4AC6DD1-25AD-48CD-A67A-B2A8DD3E2F37}" srcOrd="2" destOrd="0" presId="urn:microsoft.com/office/officeart/2005/8/layout/vList3"/>
    <dgm:cxn modelId="{9476AC8B-0FC6-4F79-BFB6-D8CDFA80458F}" type="presParOf" srcId="{C4AC6DD1-25AD-48CD-A67A-B2A8DD3E2F37}" destId="{53C48008-D100-4673-9B55-3DC0FD2D3A97}" srcOrd="0" destOrd="0" presId="urn:microsoft.com/office/officeart/2005/8/layout/vList3"/>
    <dgm:cxn modelId="{150E36DB-269F-4EFB-B676-637D87497446}" type="presParOf" srcId="{C4AC6DD1-25AD-48CD-A67A-B2A8DD3E2F37}" destId="{930413D9-009C-4075-8E61-60662F8D7CD1}" srcOrd="1" destOrd="0" presId="urn:microsoft.com/office/officeart/2005/8/layout/vList3"/>
    <dgm:cxn modelId="{80504069-4F77-4D66-B69A-0C39F21BC15A}" type="presParOf" srcId="{4FF9F1BC-9966-4012-A729-469457908636}" destId="{16907E8F-D57E-44AF-A90F-51F5D6EA61BA}" srcOrd="3" destOrd="0" presId="urn:microsoft.com/office/officeart/2005/8/layout/vList3"/>
    <dgm:cxn modelId="{2BF4DA00-06A7-4827-8F28-B9F26211E578}" type="presParOf" srcId="{4FF9F1BC-9966-4012-A729-469457908636}" destId="{8D909FE7-BCCB-49B1-BA5A-03BB5E7F8DAB}" srcOrd="4" destOrd="0" presId="urn:microsoft.com/office/officeart/2005/8/layout/vList3"/>
    <dgm:cxn modelId="{C2C94ADC-1803-47FA-8C03-09C0562BDA59}" type="presParOf" srcId="{8D909FE7-BCCB-49B1-BA5A-03BB5E7F8DAB}" destId="{C57BD9EC-847C-4B5D-8175-0CB046827F56}" srcOrd="0" destOrd="0" presId="urn:microsoft.com/office/officeart/2005/8/layout/vList3"/>
    <dgm:cxn modelId="{B239952D-BA8B-4D03-81C0-5B86202D1ED5}" type="presParOf" srcId="{8D909FE7-BCCB-49B1-BA5A-03BB5E7F8DAB}" destId="{BB92BCF9-0124-4281-8B6C-ACA1EA18A6C3}" srcOrd="1" destOrd="0" presId="urn:microsoft.com/office/officeart/2005/8/layout/vList3"/>
    <dgm:cxn modelId="{11B631EA-223B-4C39-80C3-4E8CC158DF85}" type="presParOf" srcId="{4FF9F1BC-9966-4012-A729-469457908636}" destId="{56A1BC25-2DC9-43D6-9D32-74A916C1734D}" srcOrd="5" destOrd="0" presId="urn:microsoft.com/office/officeart/2005/8/layout/vList3"/>
    <dgm:cxn modelId="{44C6AC8F-9A4E-4CC0-AD65-50CC019A736B}" type="presParOf" srcId="{4FF9F1BC-9966-4012-A729-469457908636}" destId="{0414FA22-B015-44C2-BB94-28697AFA9ABE}" srcOrd="6" destOrd="0" presId="urn:microsoft.com/office/officeart/2005/8/layout/vList3"/>
    <dgm:cxn modelId="{FB42BACE-21E4-443F-9FD5-A575215F0DF5}" type="presParOf" srcId="{0414FA22-B015-44C2-BB94-28697AFA9ABE}" destId="{CF205F19-C2A5-43F4-B33C-E69EE593BA56}" srcOrd="0" destOrd="0" presId="urn:microsoft.com/office/officeart/2005/8/layout/vList3"/>
    <dgm:cxn modelId="{19FC537D-2672-4DE6-B606-BCDF541FCAD4}" type="presParOf" srcId="{0414FA22-B015-44C2-BB94-28697AFA9ABE}" destId="{46486F8A-E396-4AE1-B5EA-4ABBCD8F466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EB2FBD58-CFE8-40C6-971D-CACC0F77678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21DD080-5D0A-468E-B4AF-DE03176D0DA4}">
      <dgm:prSet/>
      <dgm:spPr/>
      <dgm:t>
        <a:bodyPr/>
        <a:lstStyle/>
        <a:p>
          <a:r>
            <a:rPr lang="ru-RU" b="0" i="0" dirty="0"/>
            <a:t>за </a:t>
          </a:r>
          <a:r>
            <a:rPr lang="ru-RU" b="0" i="0" dirty="0" err="1"/>
            <a:t>умовами</a:t>
          </a:r>
          <a:r>
            <a:rPr lang="ru-RU" b="0" i="0" dirty="0"/>
            <a:t> </a:t>
          </a:r>
          <a:r>
            <a:rPr lang="ru-RU" b="0" i="0" dirty="0" err="1"/>
            <a:t>Зборівського</a:t>
          </a:r>
          <a:r>
            <a:rPr lang="ru-RU" b="0" i="0" dirty="0"/>
            <a:t> договору 1649 р., а також </a:t>
          </a:r>
          <a:r>
            <a:rPr lang="ru-RU" b="0" i="0" dirty="0" err="1"/>
            <a:t>землі</a:t>
          </a:r>
          <a:r>
            <a:rPr lang="ru-RU" b="0" i="0" dirty="0"/>
            <a:t>, </a:t>
          </a:r>
          <a:r>
            <a:rPr lang="ru-RU" b="0" i="0" dirty="0" err="1"/>
            <a:t>втрачені</a:t>
          </a:r>
          <a:r>
            <a:rPr lang="ru-RU" b="0" i="0" dirty="0"/>
            <a:t> за </a:t>
          </a:r>
          <a:r>
            <a:rPr lang="ru-RU" b="0" i="0" dirty="0" err="1"/>
            <a:t>умовами</a:t>
          </a:r>
          <a:r>
            <a:rPr lang="ru-RU" b="0" i="0" dirty="0"/>
            <a:t> </a:t>
          </a:r>
          <a:r>
            <a:rPr lang="ru-RU" b="0" i="0" dirty="0" err="1"/>
            <a:t>Білоцерківського</a:t>
          </a:r>
          <a:r>
            <a:rPr lang="ru-RU" b="0" i="0" dirty="0"/>
            <a:t> договору 1651 р.</a:t>
          </a:r>
          <a:endParaRPr lang="uk-UA" dirty="0"/>
        </a:p>
      </dgm:t>
    </dgm:pt>
    <dgm:pt modelId="{CEB187D8-4569-4A6D-87B9-2B05BDEC171E}" type="parTrans" cxnId="{37DB3985-4B8C-404E-B5BD-787DD824718A}">
      <dgm:prSet/>
      <dgm:spPr/>
      <dgm:t>
        <a:bodyPr/>
        <a:lstStyle/>
        <a:p>
          <a:endParaRPr lang="uk-UA"/>
        </a:p>
      </dgm:t>
    </dgm:pt>
    <dgm:pt modelId="{4CAA233C-03FC-43DB-B777-10E50202E986}" type="sibTrans" cxnId="{37DB3985-4B8C-404E-B5BD-787DD824718A}">
      <dgm:prSet/>
      <dgm:spPr/>
      <dgm:t>
        <a:bodyPr/>
        <a:lstStyle/>
        <a:p>
          <a:endParaRPr lang="uk-UA"/>
        </a:p>
      </dgm:t>
    </dgm:pt>
    <dgm:pt modelId="{C16D4008-C34C-4A22-ABE5-915525F0AEFC}">
      <dgm:prSet/>
      <dgm:spPr/>
      <dgm:t>
        <a:bodyPr/>
        <a:lstStyle/>
        <a:p>
          <a:r>
            <a:rPr lang="ru-RU" b="0" i="0"/>
            <a:t>на час укладення українсько-російського договору 1654 р. та сусідні землі, контрольовані Військом Запорозьким у 1654–1657 рр.</a:t>
          </a:r>
          <a:endParaRPr lang="uk-UA"/>
        </a:p>
      </dgm:t>
    </dgm:pt>
    <dgm:pt modelId="{30699A4E-4A61-4880-BE8F-DBCEF1433B35}" type="parTrans" cxnId="{94E60239-0199-4641-9D59-71424126B37D}">
      <dgm:prSet/>
      <dgm:spPr/>
      <dgm:t>
        <a:bodyPr/>
        <a:lstStyle/>
        <a:p>
          <a:endParaRPr lang="uk-UA"/>
        </a:p>
      </dgm:t>
    </dgm:pt>
    <dgm:pt modelId="{83BA5466-3F7C-490E-9DB3-DD3CB86E20B2}" type="sibTrans" cxnId="{94E60239-0199-4641-9D59-71424126B37D}">
      <dgm:prSet/>
      <dgm:spPr/>
      <dgm:t>
        <a:bodyPr/>
        <a:lstStyle/>
        <a:p>
          <a:endParaRPr lang="uk-UA"/>
        </a:p>
      </dgm:t>
    </dgm:pt>
    <dgm:pt modelId="{494AFC28-C831-4977-A0C2-F1A724555231}">
      <dgm:prSet/>
      <dgm:spPr/>
      <dgm:t>
        <a:bodyPr/>
        <a:lstStyle/>
        <a:p>
          <a:r>
            <a:rPr lang="ru-RU" b="0" i="0"/>
            <a:t>на час укладення Гадяцького договору 1658 р. та землі, що були включені до складу Великого князівства Руського за його умовами.</a:t>
          </a:r>
          <a:endParaRPr lang="uk-UA"/>
        </a:p>
      </dgm:t>
    </dgm:pt>
    <dgm:pt modelId="{C23F27FB-0497-45DB-8CBB-BA6F59F56A51}" type="parTrans" cxnId="{19CFC8CB-E5F5-4E28-A140-382E648BDFDA}">
      <dgm:prSet/>
      <dgm:spPr/>
      <dgm:t>
        <a:bodyPr/>
        <a:lstStyle/>
        <a:p>
          <a:endParaRPr lang="uk-UA"/>
        </a:p>
      </dgm:t>
    </dgm:pt>
    <dgm:pt modelId="{F94D588A-8167-47FF-BCB4-C777248CB20C}" type="sibTrans" cxnId="{19CFC8CB-E5F5-4E28-A140-382E648BDFDA}">
      <dgm:prSet/>
      <dgm:spPr/>
      <dgm:t>
        <a:bodyPr/>
        <a:lstStyle/>
        <a:p>
          <a:endParaRPr lang="uk-UA"/>
        </a:p>
      </dgm:t>
    </dgm:pt>
    <dgm:pt modelId="{05F8A9E5-05B4-41E3-B574-DEFA486C1751}">
      <dgm:prSet/>
      <dgm:spPr/>
      <dgm:t>
        <a:bodyPr/>
        <a:lstStyle/>
        <a:p>
          <a:r>
            <a:rPr lang="ru-RU" b="0" i="0" dirty="0" err="1"/>
            <a:t>об’єднану</a:t>
          </a:r>
          <a:r>
            <a:rPr lang="ru-RU" b="0" i="0" dirty="0"/>
            <a:t> </a:t>
          </a:r>
          <a:r>
            <a:rPr lang="ru-RU" b="0" i="0" dirty="0" err="1"/>
            <a:t>гетьманом</a:t>
          </a:r>
          <a:r>
            <a:rPr lang="ru-RU" b="0" i="0" dirty="0"/>
            <a:t> П. Дорошенком у 1668 р., та </a:t>
          </a:r>
          <a:r>
            <a:rPr lang="ru-RU" b="0" i="0" dirty="0" err="1"/>
            <a:t>землі</a:t>
          </a:r>
          <a:r>
            <a:rPr lang="ru-RU" b="0" i="0" dirty="0"/>
            <a:t>, над </a:t>
          </a:r>
          <a:r>
            <a:rPr lang="ru-RU" b="0" i="0" dirty="0" err="1"/>
            <a:t>якими</a:t>
          </a:r>
          <a:r>
            <a:rPr lang="ru-RU" b="0" i="0" dirty="0"/>
            <a:t> в 1671 р. </a:t>
          </a:r>
          <a:r>
            <a:rPr lang="ru-RU" b="0" i="0" dirty="0" err="1"/>
            <a:t>Річ</a:t>
          </a:r>
          <a:r>
            <a:rPr lang="ru-RU" b="0" i="0" dirty="0"/>
            <a:t> Посполита </a:t>
          </a:r>
          <a:r>
            <a:rPr lang="ru-RU" b="0" i="0" dirty="0" err="1"/>
            <a:t>відновила</a:t>
          </a:r>
          <a:r>
            <a:rPr lang="ru-RU" b="0" i="0" dirty="0"/>
            <a:t> свою </a:t>
          </a:r>
          <a:r>
            <a:rPr lang="ru-RU" b="0" i="0" dirty="0" err="1"/>
            <a:t>владу</a:t>
          </a:r>
          <a:r>
            <a:rPr lang="ru-RU" b="0" i="0" dirty="0"/>
            <a:t>.</a:t>
          </a:r>
          <a:endParaRPr lang="uk-UA" dirty="0"/>
        </a:p>
      </dgm:t>
    </dgm:pt>
    <dgm:pt modelId="{8A68638C-6C4A-45A4-B98C-3C66775765B1}" type="parTrans" cxnId="{215CB03D-1BCB-44A6-AF6C-676F0DB15B99}">
      <dgm:prSet/>
      <dgm:spPr/>
      <dgm:t>
        <a:bodyPr/>
        <a:lstStyle/>
        <a:p>
          <a:endParaRPr lang="uk-UA"/>
        </a:p>
      </dgm:t>
    </dgm:pt>
    <dgm:pt modelId="{106C8A7F-F535-4C61-B41B-E07FD37052D9}" type="sibTrans" cxnId="{215CB03D-1BCB-44A6-AF6C-676F0DB15B99}">
      <dgm:prSet/>
      <dgm:spPr/>
      <dgm:t>
        <a:bodyPr/>
        <a:lstStyle/>
        <a:p>
          <a:endParaRPr lang="uk-UA"/>
        </a:p>
      </dgm:t>
    </dgm:pt>
    <dgm:pt modelId="{D27D5891-2D52-456A-9AC3-B01090EA3155}" type="pres">
      <dgm:prSet presAssocID="{EB2FBD58-CFE8-40C6-971D-CACC0F776780}" presName="linear" presStyleCnt="0">
        <dgm:presLayoutVars>
          <dgm:animLvl val="lvl"/>
          <dgm:resizeHandles val="exact"/>
        </dgm:presLayoutVars>
      </dgm:prSet>
      <dgm:spPr/>
    </dgm:pt>
    <dgm:pt modelId="{F095E0F2-8F53-4909-AE30-F20933759709}" type="pres">
      <dgm:prSet presAssocID="{321DD080-5D0A-468E-B4AF-DE03176D0DA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D5C7253-C983-418D-B35A-E4BA133B580B}" type="pres">
      <dgm:prSet presAssocID="{4CAA233C-03FC-43DB-B777-10E50202E986}" presName="spacer" presStyleCnt="0"/>
      <dgm:spPr/>
    </dgm:pt>
    <dgm:pt modelId="{E49A5A33-A357-4F94-AFD4-5C4BFDAF77D0}" type="pres">
      <dgm:prSet presAssocID="{C16D4008-C34C-4A22-ABE5-915525F0AEF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EDE540C-5B15-4934-BDE6-A9603FD6492B}" type="pres">
      <dgm:prSet presAssocID="{83BA5466-3F7C-490E-9DB3-DD3CB86E20B2}" presName="spacer" presStyleCnt="0"/>
      <dgm:spPr/>
    </dgm:pt>
    <dgm:pt modelId="{2B768C0A-24FA-4C00-B967-9ED758A9B8DA}" type="pres">
      <dgm:prSet presAssocID="{494AFC28-C831-4977-A0C2-F1A72455523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EEFC00B-F98A-4A37-BFC7-920220D48777}" type="pres">
      <dgm:prSet presAssocID="{F94D588A-8167-47FF-BCB4-C777248CB20C}" presName="spacer" presStyleCnt="0"/>
      <dgm:spPr/>
    </dgm:pt>
    <dgm:pt modelId="{90944747-2ACE-4603-BD91-981C77D47AFF}" type="pres">
      <dgm:prSet presAssocID="{05F8A9E5-05B4-41E3-B574-DEFA486C175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6240114-33DC-471E-8B59-48105040F589}" type="presOf" srcId="{321DD080-5D0A-468E-B4AF-DE03176D0DA4}" destId="{F095E0F2-8F53-4909-AE30-F20933759709}" srcOrd="0" destOrd="0" presId="urn:microsoft.com/office/officeart/2005/8/layout/vList2"/>
    <dgm:cxn modelId="{94E60239-0199-4641-9D59-71424126B37D}" srcId="{EB2FBD58-CFE8-40C6-971D-CACC0F776780}" destId="{C16D4008-C34C-4A22-ABE5-915525F0AEFC}" srcOrd="1" destOrd="0" parTransId="{30699A4E-4A61-4880-BE8F-DBCEF1433B35}" sibTransId="{83BA5466-3F7C-490E-9DB3-DD3CB86E20B2}"/>
    <dgm:cxn modelId="{215CB03D-1BCB-44A6-AF6C-676F0DB15B99}" srcId="{EB2FBD58-CFE8-40C6-971D-CACC0F776780}" destId="{05F8A9E5-05B4-41E3-B574-DEFA486C1751}" srcOrd="3" destOrd="0" parTransId="{8A68638C-6C4A-45A4-B98C-3C66775765B1}" sibTransId="{106C8A7F-F535-4C61-B41B-E07FD37052D9}"/>
    <dgm:cxn modelId="{C7649D41-308A-41B1-85A8-39A144C48DC8}" type="presOf" srcId="{05F8A9E5-05B4-41E3-B574-DEFA486C1751}" destId="{90944747-2ACE-4603-BD91-981C77D47AFF}" srcOrd="0" destOrd="0" presId="urn:microsoft.com/office/officeart/2005/8/layout/vList2"/>
    <dgm:cxn modelId="{33FDE657-6657-4355-BE36-D5D5A9B96AB1}" type="presOf" srcId="{494AFC28-C831-4977-A0C2-F1A724555231}" destId="{2B768C0A-24FA-4C00-B967-9ED758A9B8DA}" srcOrd="0" destOrd="0" presId="urn:microsoft.com/office/officeart/2005/8/layout/vList2"/>
    <dgm:cxn modelId="{37DB3985-4B8C-404E-B5BD-787DD824718A}" srcId="{EB2FBD58-CFE8-40C6-971D-CACC0F776780}" destId="{321DD080-5D0A-468E-B4AF-DE03176D0DA4}" srcOrd="0" destOrd="0" parTransId="{CEB187D8-4569-4A6D-87B9-2B05BDEC171E}" sibTransId="{4CAA233C-03FC-43DB-B777-10E50202E986}"/>
    <dgm:cxn modelId="{19CFC8CB-E5F5-4E28-A140-382E648BDFDA}" srcId="{EB2FBD58-CFE8-40C6-971D-CACC0F776780}" destId="{494AFC28-C831-4977-A0C2-F1A724555231}" srcOrd="2" destOrd="0" parTransId="{C23F27FB-0497-45DB-8CBB-BA6F59F56A51}" sibTransId="{F94D588A-8167-47FF-BCB4-C777248CB20C}"/>
    <dgm:cxn modelId="{E8204BD4-9549-4DCE-BB81-5660285BB0DA}" type="presOf" srcId="{EB2FBD58-CFE8-40C6-971D-CACC0F776780}" destId="{D27D5891-2D52-456A-9AC3-B01090EA3155}" srcOrd="0" destOrd="0" presId="urn:microsoft.com/office/officeart/2005/8/layout/vList2"/>
    <dgm:cxn modelId="{6794C2EE-C8A7-4800-9A84-ED225B413172}" type="presOf" srcId="{C16D4008-C34C-4A22-ABE5-915525F0AEFC}" destId="{E49A5A33-A357-4F94-AFD4-5C4BFDAF77D0}" srcOrd="0" destOrd="0" presId="urn:microsoft.com/office/officeart/2005/8/layout/vList2"/>
    <dgm:cxn modelId="{EB232D75-C85F-4C38-8264-63F8DFB1ACDA}" type="presParOf" srcId="{D27D5891-2D52-456A-9AC3-B01090EA3155}" destId="{F095E0F2-8F53-4909-AE30-F20933759709}" srcOrd="0" destOrd="0" presId="urn:microsoft.com/office/officeart/2005/8/layout/vList2"/>
    <dgm:cxn modelId="{BC47D92A-6801-478E-8F35-77B091063F30}" type="presParOf" srcId="{D27D5891-2D52-456A-9AC3-B01090EA3155}" destId="{1D5C7253-C983-418D-B35A-E4BA133B580B}" srcOrd="1" destOrd="0" presId="urn:microsoft.com/office/officeart/2005/8/layout/vList2"/>
    <dgm:cxn modelId="{C7E6A0BE-AE77-4640-B83D-71F79A8DFDB1}" type="presParOf" srcId="{D27D5891-2D52-456A-9AC3-B01090EA3155}" destId="{E49A5A33-A357-4F94-AFD4-5C4BFDAF77D0}" srcOrd="2" destOrd="0" presId="urn:microsoft.com/office/officeart/2005/8/layout/vList2"/>
    <dgm:cxn modelId="{E901A01C-7B4C-44EF-A4CC-A4B928E2EDF5}" type="presParOf" srcId="{D27D5891-2D52-456A-9AC3-B01090EA3155}" destId="{EEDE540C-5B15-4934-BDE6-A9603FD6492B}" srcOrd="3" destOrd="0" presId="urn:microsoft.com/office/officeart/2005/8/layout/vList2"/>
    <dgm:cxn modelId="{1EFD0313-1A5F-4B99-86D5-3C31B26BF3C1}" type="presParOf" srcId="{D27D5891-2D52-456A-9AC3-B01090EA3155}" destId="{2B768C0A-24FA-4C00-B967-9ED758A9B8DA}" srcOrd="4" destOrd="0" presId="urn:microsoft.com/office/officeart/2005/8/layout/vList2"/>
    <dgm:cxn modelId="{7FC38A54-4B03-46FB-B0C9-F3F746E404C2}" type="presParOf" srcId="{D27D5891-2D52-456A-9AC3-B01090EA3155}" destId="{BEEFC00B-F98A-4A37-BFC7-920220D48777}" srcOrd="5" destOrd="0" presId="urn:microsoft.com/office/officeart/2005/8/layout/vList2"/>
    <dgm:cxn modelId="{A0CAFC5D-0D32-4C7C-9E08-75E3DD9097B4}" type="presParOf" srcId="{D27D5891-2D52-456A-9AC3-B01090EA3155}" destId="{90944747-2ACE-4603-BD91-981C77D47AF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94E037AB-56A5-4881-94DB-BAB06A8B09D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C5DA275-F37D-4234-9172-6FE5BCD71F21}">
      <dgm:prSet/>
      <dgm:spPr/>
      <dgm:t>
        <a:bodyPr/>
        <a:lstStyle/>
        <a:p>
          <a:r>
            <a:rPr lang="ru-RU" b="0" i="0"/>
            <a:t>козацьких воєн кінця XVI ст.</a:t>
          </a:r>
          <a:endParaRPr lang="uk-UA"/>
        </a:p>
      </dgm:t>
    </dgm:pt>
    <dgm:pt modelId="{9FA069B7-01E3-42C8-AAAE-80A83DD3BC46}" type="parTrans" cxnId="{1D16312F-8688-4787-AEFE-4D6FD596124D}">
      <dgm:prSet/>
      <dgm:spPr/>
      <dgm:t>
        <a:bodyPr/>
        <a:lstStyle/>
        <a:p>
          <a:endParaRPr lang="uk-UA"/>
        </a:p>
      </dgm:t>
    </dgm:pt>
    <dgm:pt modelId="{1D2BA800-1545-46FD-B03C-5FA6BF47FAA9}" type="sibTrans" cxnId="{1D16312F-8688-4787-AEFE-4D6FD596124D}">
      <dgm:prSet/>
      <dgm:spPr/>
      <dgm:t>
        <a:bodyPr/>
        <a:lstStyle/>
        <a:p>
          <a:endParaRPr lang="uk-UA"/>
        </a:p>
      </dgm:t>
    </dgm:pt>
    <dgm:pt modelId="{DBC8C8DE-7D0C-42F0-A78D-77FE02604878}">
      <dgm:prSet/>
      <dgm:spPr/>
      <dgm:t>
        <a:bodyPr/>
        <a:lstStyle/>
        <a:p>
          <a:r>
            <a:rPr lang="ru-RU" b="0" i="0"/>
            <a:t>морських походів козаків початку XVII ст.</a:t>
          </a:r>
          <a:endParaRPr lang="uk-UA"/>
        </a:p>
      </dgm:t>
    </dgm:pt>
    <dgm:pt modelId="{BC66CF3F-3BD3-44B9-813E-763BBAC40AA7}" type="parTrans" cxnId="{B7608170-8A04-486C-9C16-BAC78B11D2C1}">
      <dgm:prSet/>
      <dgm:spPr/>
      <dgm:t>
        <a:bodyPr/>
        <a:lstStyle/>
        <a:p>
          <a:endParaRPr lang="uk-UA"/>
        </a:p>
      </dgm:t>
    </dgm:pt>
    <dgm:pt modelId="{7BB4129B-AFD3-4F0F-BF5F-1D6F0880D1B3}" type="sibTrans" cxnId="{B7608170-8A04-486C-9C16-BAC78B11D2C1}">
      <dgm:prSet/>
      <dgm:spPr/>
      <dgm:t>
        <a:bodyPr/>
        <a:lstStyle/>
        <a:p>
          <a:endParaRPr lang="uk-UA"/>
        </a:p>
      </dgm:t>
    </dgm:pt>
    <dgm:pt modelId="{83A5C077-1BD2-4A4F-A750-AA7672A43AFD}">
      <dgm:prSet/>
      <dgm:spPr/>
      <dgm:t>
        <a:bodyPr/>
        <a:lstStyle/>
        <a:p>
          <a:r>
            <a:rPr lang="ru-RU" b="0" i="0" dirty="0" err="1"/>
            <a:t>козацько-селянських</a:t>
          </a:r>
          <a:r>
            <a:rPr lang="ru-RU" b="0" i="0" dirty="0"/>
            <a:t> </a:t>
          </a:r>
          <a:r>
            <a:rPr lang="ru-RU" b="0" i="0" dirty="0" err="1"/>
            <a:t>повстань</a:t>
          </a:r>
          <a:r>
            <a:rPr lang="ru-RU" b="0" i="0" dirty="0"/>
            <a:t> 20 — 30-х </a:t>
          </a:r>
          <a:r>
            <a:rPr lang="ru-RU" b="0" i="0" dirty="0" err="1"/>
            <a:t>рр</a:t>
          </a:r>
          <a:r>
            <a:rPr lang="ru-RU" b="0" i="0" dirty="0"/>
            <a:t>. XVII ст.</a:t>
          </a:r>
          <a:endParaRPr lang="uk-UA" dirty="0"/>
        </a:p>
      </dgm:t>
    </dgm:pt>
    <dgm:pt modelId="{2B5713DE-81FA-4400-B358-9CA907A99072}" type="parTrans" cxnId="{DC84F12C-CA66-46DF-8BCC-15E237DD2D6D}">
      <dgm:prSet/>
      <dgm:spPr/>
      <dgm:t>
        <a:bodyPr/>
        <a:lstStyle/>
        <a:p>
          <a:endParaRPr lang="uk-UA"/>
        </a:p>
      </dgm:t>
    </dgm:pt>
    <dgm:pt modelId="{FC5690BD-E4FC-42E8-A341-3D1DFDBADACB}" type="sibTrans" cxnId="{DC84F12C-CA66-46DF-8BCC-15E237DD2D6D}">
      <dgm:prSet/>
      <dgm:spPr/>
      <dgm:t>
        <a:bodyPr/>
        <a:lstStyle/>
        <a:p>
          <a:endParaRPr lang="uk-UA"/>
        </a:p>
      </dgm:t>
    </dgm:pt>
    <dgm:pt modelId="{0E07F3C6-7013-499C-B123-78639CAEA02F}">
      <dgm:prSet/>
      <dgm:spPr/>
      <dgm:t>
        <a:bodyPr/>
        <a:lstStyle/>
        <a:p>
          <a:r>
            <a:rPr lang="ru-RU" b="0" i="0" dirty="0" err="1"/>
            <a:t>національно-визвольноі</a:t>
          </a:r>
          <a:r>
            <a:rPr lang="ru-RU" b="0" i="0" dirty="0"/>
            <a:t>̈ </a:t>
          </a:r>
          <a:r>
            <a:rPr lang="ru-RU" b="0" i="0" dirty="0" err="1"/>
            <a:t>війни</a:t>
          </a:r>
          <a:r>
            <a:rPr lang="ru-RU" b="0" i="0" dirty="0"/>
            <a:t> </a:t>
          </a:r>
          <a:r>
            <a:rPr lang="ru-RU" b="0" i="0" dirty="0" err="1"/>
            <a:t>українського</a:t>
          </a:r>
          <a:r>
            <a:rPr lang="ru-RU" b="0" i="0" dirty="0"/>
            <a:t> народу </a:t>
          </a:r>
          <a:r>
            <a:rPr lang="ru-RU" b="0" i="0" dirty="0" err="1"/>
            <a:t>середини</a:t>
          </a:r>
          <a:r>
            <a:rPr lang="ru-RU" b="0" i="0" dirty="0"/>
            <a:t> XVII ст.</a:t>
          </a:r>
          <a:endParaRPr lang="uk-UA" dirty="0"/>
        </a:p>
      </dgm:t>
    </dgm:pt>
    <dgm:pt modelId="{D026A8D4-4DC1-4B24-A9BD-BFC9B53D3B34}" type="parTrans" cxnId="{A570DA19-74F5-4320-AC88-7A5FD16602B1}">
      <dgm:prSet/>
      <dgm:spPr/>
      <dgm:t>
        <a:bodyPr/>
        <a:lstStyle/>
        <a:p>
          <a:endParaRPr lang="uk-UA"/>
        </a:p>
      </dgm:t>
    </dgm:pt>
    <dgm:pt modelId="{EE9AC6C0-2E43-4080-A332-2E202F1E2DD2}" type="sibTrans" cxnId="{A570DA19-74F5-4320-AC88-7A5FD16602B1}">
      <dgm:prSet/>
      <dgm:spPr/>
      <dgm:t>
        <a:bodyPr/>
        <a:lstStyle/>
        <a:p>
          <a:endParaRPr lang="uk-UA"/>
        </a:p>
      </dgm:t>
    </dgm:pt>
    <dgm:pt modelId="{F471EA4D-90AC-403C-B007-0BED2DF8E17A}" type="pres">
      <dgm:prSet presAssocID="{94E037AB-56A5-4881-94DB-BAB06A8B09D4}" presName="linear" presStyleCnt="0">
        <dgm:presLayoutVars>
          <dgm:animLvl val="lvl"/>
          <dgm:resizeHandles val="exact"/>
        </dgm:presLayoutVars>
      </dgm:prSet>
      <dgm:spPr/>
    </dgm:pt>
    <dgm:pt modelId="{AE6FD457-315A-43D0-A88A-59DA18AA1762}" type="pres">
      <dgm:prSet presAssocID="{1C5DA275-F37D-4234-9172-6FE5BCD71F2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838F4A1-6FC2-46C8-998E-1B757B0652EE}" type="pres">
      <dgm:prSet presAssocID="{1D2BA800-1545-46FD-B03C-5FA6BF47FAA9}" presName="spacer" presStyleCnt="0"/>
      <dgm:spPr/>
    </dgm:pt>
    <dgm:pt modelId="{3DA35010-51C1-46A3-8F23-91B8B50F0304}" type="pres">
      <dgm:prSet presAssocID="{DBC8C8DE-7D0C-42F0-A78D-77FE0260487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32CF7B1-CE60-4865-BD0F-F5BB735F494F}" type="pres">
      <dgm:prSet presAssocID="{7BB4129B-AFD3-4F0F-BF5F-1D6F0880D1B3}" presName="spacer" presStyleCnt="0"/>
      <dgm:spPr/>
    </dgm:pt>
    <dgm:pt modelId="{B95C44C9-8511-467F-8178-7D10093C47EC}" type="pres">
      <dgm:prSet presAssocID="{83A5C077-1BD2-4A4F-A750-AA7672A43AF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C6B875C-9DC3-47D1-8862-FFC745E1CECC}" type="pres">
      <dgm:prSet presAssocID="{FC5690BD-E4FC-42E8-A341-3D1DFDBADACB}" presName="spacer" presStyleCnt="0"/>
      <dgm:spPr/>
    </dgm:pt>
    <dgm:pt modelId="{763053BA-89EE-4ED5-B947-E3FF042EA00F}" type="pres">
      <dgm:prSet presAssocID="{0E07F3C6-7013-499C-B123-78639CAEA02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570DA19-74F5-4320-AC88-7A5FD16602B1}" srcId="{94E037AB-56A5-4881-94DB-BAB06A8B09D4}" destId="{0E07F3C6-7013-499C-B123-78639CAEA02F}" srcOrd="3" destOrd="0" parTransId="{D026A8D4-4DC1-4B24-A9BD-BFC9B53D3B34}" sibTransId="{EE9AC6C0-2E43-4080-A332-2E202F1E2DD2}"/>
    <dgm:cxn modelId="{DC84F12C-CA66-46DF-8BCC-15E237DD2D6D}" srcId="{94E037AB-56A5-4881-94DB-BAB06A8B09D4}" destId="{83A5C077-1BD2-4A4F-A750-AA7672A43AFD}" srcOrd="2" destOrd="0" parTransId="{2B5713DE-81FA-4400-B358-9CA907A99072}" sibTransId="{FC5690BD-E4FC-42E8-A341-3D1DFDBADACB}"/>
    <dgm:cxn modelId="{1D16312F-8688-4787-AEFE-4D6FD596124D}" srcId="{94E037AB-56A5-4881-94DB-BAB06A8B09D4}" destId="{1C5DA275-F37D-4234-9172-6FE5BCD71F21}" srcOrd="0" destOrd="0" parTransId="{9FA069B7-01E3-42C8-AAAE-80A83DD3BC46}" sibTransId="{1D2BA800-1545-46FD-B03C-5FA6BF47FAA9}"/>
    <dgm:cxn modelId="{F6457A49-15B5-42D7-86D7-9FB242F60BFA}" type="presOf" srcId="{94E037AB-56A5-4881-94DB-BAB06A8B09D4}" destId="{F471EA4D-90AC-403C-B007-0BED2DF8E17A}" srcOrd="0" destOrd="0" presId="urn:microsoft.com/office/officeart/2005/8/layout/vList2"/>
    <dgm:cxn modelId="{E73C4C4C-BE02-41A8-B1F1-4A6EB9CB8754}" type="presOf" srcId="{0E07F3C6-7013-499C-B123-78639CAEA02F}" destId="{763053BA-89EE-4ED5-B947-E3FF042EA00F}" srcOrd="0" destOrd="0" presId="urn:microsoft.com/office/officeart/2005/8/layout/vList2"/>
    <dgm:cxn modelId="{B7608170-8A04-486C-9C16-BAC78B11D2C1}" srcId="{94E037AB-56A5-4881-94DB-BAB06A8B09D4}" destId="{DBC8C8DE-7D0C-42F0-A78D-77FE02604878}" srcOrd="1" destOrd="0" parTransId="{BC66CF3F-3BD3-44B9-813E-763BBAC40AA7}" sibTransId="{7BB4129B-AFD3-4F0F-BF5F-1D6F0880D1B3}"/>
    <dgm:cxn modelId="{352D5BCA-685E-448D-8782-E5C693EA334D}" type="presOf" srcId="{1C5DA275-F37D-4234-9172-6FE5BCD71F21}" destId="{AE6FD457-315A-43D0-A88A-59DA18AA1762}" srcOrd="0" destOrd="0" presId="urn:microsoft.com/office/officeart/2005/8/layout/vList2"/>
    <dgm:cxn modelId="{5556B6CF-CE07-44DE-8AB5-92528B0CA7F6}" type="presOf" srcId="{83A5C077-1BD2-4A4F-A750-AA7672A43AFD}" destId="{B95C44C9-8511-467F-8178-7D10093C47EC}" srcOrd="0" destOrd="0" presId="urn:microsoft.com/office/officeart/2005/8/layout/vList2"/>
    <dgm:cxn modelId="{041C07DE-5BB2-4A91-889D-D870449EEBFE}" type="presOf" srcId="{DBC8C8DE-7D0C-42F0-A78D-77FE02604878}" destId="{3DA35010-51C1-46A3-8F23-91B8B50F0304}" srcOrd="0" destOrd="0" presId="urn:microsoft.com/office/officeart/2005/8/layout/vList2"/>
    <dgm:cxn modelId="{B6399566-E690-453E-9B1F-14D2A78B486D}" type="presParOf" srcId="{F471EA4D-90AC-403C-B007-0BED2DF8E17A}" destId="{AE6FD457-315A-43D0-A88A-59DA18AA1762}" srcOrd="0" destOrd="0" presId="urn:microsoft.com/office/officeart/2005/8/layout/vList2"/>
    <dgm:cxn modelId="{74761279-D6DF-4DF3-8725-46D3B64CBEA7}" type="presParOf" srcId="{F471EA4D-90AC-403C-B007-0BED2DF8E17A}" destId="{B838F4A1-6FC2-46C8-998E-1B757B0652EE}" srcOrd="1" destOrd="0" presId="urn:microsoft.com/office/officeart/2005/8/layout/vList2"/>
    <dgm:cxn modelId="{B97D8F77-6324-45C0-8172-D1C38BE2AF8E}" type="presParOf" srcId="{F471EA4D-90AC-403C-B007-0BED2DF8E17A}" destId="{3DA35010-51C1-46A3-8F23-91B8B50F0304}" srcOrd="2" destOrd="0" presId="urn:microsoft.com/office/officeart/2005/8/layout/vList2"/>
    <dgm:cxn modelId="{00AA927F-BFCD-41E9-82A7-FDBD9758AD34}" type="presParOf" srcId="{F471EA4D-90AC-403C-B007-0BED2DF8E17A}" destId="{132CF7B1-CE60-4865-BD0F-F5BB735F494F}" srcOrd="3" destOrd="0" presId="urn:microsoft.com/office/officeart/2005/8/layout/vList2"/>
    <dgm:cxn modelId="{B1735C73-DC71-48E2-99FB-0473F740329F}" type="presParOf" srcId="{F471EA4D-90AC-403C-B007-0BED2DF8E17A}" destId="{B95C44C9-8511-467F-8178-7D10093C47EC}" srcOrd="4" destOrd="0" presId="urn:microsoft.com/office/officeart/2005/8/layout/vList2"/>
    <dgm:cxn modelId="{8638822B-6ED0-415F-B3BB-003B0134B5BA}" type="presParOf" srcId="{F471EA4D-90AC-403C-B007-0BED2DF8E17A}" destId="{FC6B875C-9DC3-47D1-8862-FFC745E1CECC}" srcOrd="5" destOrd="0" presId="urn:microsoft.com/office/officeart/2005/8/layout/vList2"/>
    <dgm:cxn modelId="{B8C05FA0-D12A-4F1B-89C2-FB8C5FB681F5}" type="presParOf" srcId="{F471EA4D-90AC-403C-B007-0BED2DF8E17A}" destId="{763053BA-89EE-4ED5-B947-E3FF042EA00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94E037AB-56A5-4881-94DB-BAB06A8B09D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1C5DA275-F37D-4234-9172-6FE5BCD71F21}">
      <dgm:prSet/>
      <dgm:spPr/>
      <dgm:t>
        <a:bodyPr/>
        <a:lstStyle/>
        <a:p>
          <a:r>
            <a:rPr lang="ru-RU" b="0" i="0"/>
            <a:t>козацьких воєн кінця XVI ст.</a:t>
          </a:r>
          <a:endParaRPr lang="uk-UA"/>
        </a:p>
      </dgm:t>
    </dgm:pt>
    <dgm:pt modelId="{9FA069B7-01E3-42C8-AAAE-80A83DD3BC46}" type="parTrans" cxnId="{1D16312F-8688-4787-AEFE-4D6FD596124D}">
      <dgm:prSet/>
      <dgm:spPr/>
      <dgm:t>
        <a:bodyPr/>
        <a:lstStyle/>
        <a:p>
          <a:endParaRPr lang="uk-UA"/>
        </a:p>
      </dgm:t>
    </dgm:pt>
    <dgm:pt modelId="{1D2BA800-1545-46FD-B03C-5FA6BF47FAA9}" type="sibTrans" cxnId="{1D16312F-8688-4787-AEFE-4D6FD596124D}">
      <dgm:prSet/>
      <dgm:spPr/>
      <dgm:t>
        <a:bodyPr/>
        <a:lstStyle/>
        <a:p>
          <a:endParaRPr lang="uk-UA"/>
        </a:p>
      </dgm:t>
    </dgm:pt>
    <dgm:pt modelId="{DBC8C8DE-7D0C-42F0-A78D-77FE02604878}">
      <dgm:prSet/>
      <dgm:spPr/>
      <dgm:t>
        <a:bodyPr/>
        <a:lstStyle/>
        <a:p>
          <a:r>
            <a:rPr lang="ru-RU" b="0" i="0"/>
            <a:t>морських походів козаків початку XVII ст.</a:t>
          </a:r>
          <a:endParaRPr lang="uk-UA"/>
        </a:p>
      </dgm:t>
    </dgm:pt>
    <dgm:pt modelId="{BC66CF3F-3BD3-44B9-813E-763BBAC40AA7}" type="parTrans" cxnId="{B7608170-8A04-486C-9C16-BAC78B11D2C1}">
      <dgm:prSet/>
      <dgm:spPr/>
      <dgm:t>
        <a:bodyPr/>
        <a:lstStyle/>
        <a:p>
          <a:endParaRPr lang="uk-UA"/>
        </a:p>
      </dgm:t>
    </dgm:pt>
    <dgm:pt modelId="{7BB4129B-AFD3-4F0F-BF5F-1D6F0880D1B3}" type="sibTrans" cxnId="{B7608170-8A04-486C-9C16-BAC78B11D2C1}">
      <dgm:prSet/>
      <dgm:spPr/>
      <dgm:t>
        <a:bodyPr/>
        <a:lstStyle/>
        <a:p>
          <a:endParaRPr lang="uk-UA"/>
        </a:p>
      </dgm:t>
    </dgm:pt>
    <dgm:pt modelId="{83A5C077-1BD2-4A4F-A750-AA7672A43AFD}">
      <dgm:prSet/>
      <dgm:spPr/>
      <dgm:t>
        <a:bodyPr/>
        <a:lstStyle/>
        <a:p>
          <a:r>
            <a:rPr lang="ru-RU" b="0" i="0" dirty="0" err="1"/>
            <a:t>козацько-селянських</a:t>
          </a:r>
          <a:r>
            <a:rPr lang="ru-RU" b="0" i="0" dirty="0"/>
            <a:t> </a:t>
          </a:r>
          <a:r>
            <a:rPr lang="ru-RU" b="0" i="0" dirty="0" err="1"/>
            <a:t>повстань</a:t>
          </a:r>
          <a:r>
            <a:rPr lang="ru-RU" b="0" i="0" dirty="0"/>
            <a:t> 20 — 30-х </a:t>
          </a:r>
          <a:r>
            <a:rPr lang="ru-RU" b="0" i="0" dirty="0" err="1"/>
            <a:t>рр</a:t>
          </a:r>
          <a:r>
            <a:rPr lang="ru-RU" b="0" i="0" dirty="0"/>
            <a:t>. XVII ст.</a:t>
          </a:r>
          <a:endParaRPr lang="uk-UA" dirty="0"/>
        </a:p>
      </dgm:t>
    </dgm:pt>
    <dgm:pt modelId="{2B5713DE-81FA-4400-B358-9CA907A99072}" type="parTrans" cxnId="{DC84F12C-CA66-46DF-8BCC-15E237DD2D6D}">
      <dgm:prSet/>
      <dgm:spPr/>
      <dgm:t>
        <a:bodyPr/>
        <a:lstStyle/>
        <a:p>
          <a:endParaRPr lang="uk-UA"/>
        </a:p>
      </dgm:t>
    </dgm:pt>
    <dgm:pt modelId="{FC5690BD-E4FC-42E8-A341-3D1DFDBADACB}" type="sibTrans" cxnId="{DC84F12C-CA66-46DF-8BCC-15E237DD2D6D}">
      <dgm:prSet/>
      <dgm:spPr/>
      <dgm:t>
        <a:bodyPr/>
        <a:lstStyle/>
        <a:p>
          <a:endParaRPr lang="uk-UA"/>
        </a:p>
      </dgm:t>
    </dgm:pt>
    <dgm:pt modelId="{0E07F3C6-7013-499C-B123-78639CAEA02F}">
      <dgm:prSet/>
      <dgm:spPr>
        <a:solidFill>
          <a:srgbClr val="0070C0"/>
        </a:solidFill>
      </dgm:spPr>
      <dgm:t>
        <a:bodyPr/>
        <a:lstStyle/>
        <a:p>
          <a:r>
            <a:rPr lang="ru-RU" b="0" i="0" dirty="0" err="1"/>
            <a:t>національно-визвольноі</a:t>
          </a:r>
          <a:r>
            <a:rPr lang="ru-RU" b="0" i="0" dirty="0"/>
            <a:t>̈ </a:t>
          </a:r>
          <a:r>
            <a:rPr lang="ru-RU" b="0" i="0" dirty="0" err="1"/>
            <a:t>війни</a:t>
          </a:r>
          <a:r>
            <a:rPr lang="ru-RU" b="0" i="0" dirty="0"/>
            <a:t> </a:t>
          </a:r>
          <a:r>
            <a:rPr lang="ru-RU" b="0" i="0" dirty="0" err="1"/>
            <a:t>українського</a:t>
          </a:r>
          <a:r>
            <a:rPr lang="ru-RU" b="0" i="0" dirty="0"/>
            <a:t> народу </a:t>
          </a:r>
          <a:r>
            <a:rPr lang="ru-RU" b="0" i="0" dirty="0" err="1"/>
            <a:t>середини</a:t>
          </a:r>
          <a:r>
            <a:rPr lang="ru-RU" b="0" i="0" dirty="0"/>
            <a:t> XVII ст.</a:t>
          </a:r>
          <a:endParaRPr lang="uk-UA" dirty="0"/>
        </a:p>
      </dgm:t>
    </dgm:pt>
    <dgm:pt modelId="{D026A8D4-4DC1-4B24-A9BD-BFC9B53D3B34}" type="parTrans" cxnId="{A570DA19-74F5-4320-AC88-7A5FD16602B1}">
      <dgm:prSet/>
      <dgm:spPr/>
      <dgm:t>
        <a:bodyPr/>
        <a:lstStyle/>
        <a:p>
          <a:endParaRPr lang="uk-UA"/>
        </a:p>
      </dgm:t>
    </dgm:pt>
    <dgm:pt modelId="{EE9AC6C0-2E43-4080-A332-2E202F1E2DD2}" type="sibTrans" cxnId="{A570DA19-74F5-4320-AC88-7A5FD16602B1}">
      <dgm:prSet/>
      <dgm:spPr/>
      <dgm:t>
        <a:bodyPr/>
        <a:lstStyle/>
        <a:p>
          <a:endParaRPr lang="uk-UA"/>
        </a:p>
      </dgm:t>
    </dgm:pt>
    <dgm:pt modelId="{F471EA4D-90AC-403C-B007-0BED2DF8E17A}" type="pres">
      <dgm:prSet presAssocID="{94E037AB-56A5-4881-94DB-BAB06A8B09D4}" presName="linear" presStyleCnt="0">
        <dgm:presLayoutVars>
          <dgm:animLvl val="lvl"/>
          <dgm:resizeHandles val="exact"/>
        </dgm:presLayoutVars>
      </dgm:prSet>
      <dgm:spPr/>
    </dgm:pt>
    <dgm:pt modelId="{AE6FD457-315A-43D0-A88A-59DA18AA1762}" type="pres">
      <dgm:prSet presAssocID="{1C5DA275-F37D-4234-9172-6FE5BCD71F2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838F4A1-6FC2-46C8-998E-1B757B0652EE}" type="pres">
      <dgm:prSet presAssocID="{1D2BA800-1545-46FD-B03C-5FA6BF47FAA9}" presName="spacer" presStyleCnt="0"/>
      <dgm:spPr/>
    </dgm:pt>
    <dgm:pt modelId="{3DA35010-51C1-46A3-8F23-91B8B50F0304}" type="pres">
      <dgm:prSet presAssocID="{DBC8C8DE-7D0C-42F0-A78D-77FE0260487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32CF7B1-CE60-4865-BD0F-F5BB735F494F}" type="pres">
      <dgm:prSet presAssocID="{7BB4129B-AFD3-4F0F-BF5F-1D6F0880D1B3}" presName="spacer" presStyleCnt="0"/>
      <dgm:spPr/>
    </dgm:pt>
    <dgm:pt modelId="{B95C44C9-8511-467F-8178-7D10093C47EC}" type="pres">
      <dgm:prSet presAssocID="{83A5C077-1BD2-4A4F-A750-AA7672A43AF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C6B875C-9DC3-47D1-8862-FFC745E1CECC}" type="pres">
      <dgm:prSet presAssocID="{FC5690BD-E4FC-42E8-A341-3D1DFDBADACB}" presName="spacer" presStyleCnt="0"/>
      <dgm:spPr/>
    </dgm:pt>
    <dgm:pt modelId="{763053BA-89EE-4ED5-B947-E3FF042EA00F}" type="pres">
      <dgm:prSet presAssocID="{0E07F3C6-7013-499C-B123-78639CAEA02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570DA19-74F5-4320-AC88-7A5FD16602B1}" srcId="{94E037AB-56A5-4881-94DB-BAB06A8B09D4}" destId="{0E07F3C6-7013-499C-B123-78639CAEA02F}" srcOrd="3" destOrd="0" parTransId="{D026A8D4-4DC1-4B24-A9BD-BFC9B53D3B34}" sibTransId="{EE9AC6C0-2E43-4080-A332-2E202F1E2DD2}"/>
    <dgm:cxn modelId="{DC84F12C-CA66-46DF-8BCC-15E237DD2D6D}" srcId="{94E037AB-56A5-4881-94DB-BAB06A8B09D4}" destId="{83A5C077-1BD2-4A4F-A750-AA7672A43AFD}" srcOrd="2" destOrd="0" parTransId="{2B5713DE-81FA-4400-B358-9CA907A99072}" sibTransId="{FC5690BD-E4FC-42E8-A341-3D1DFDBADACB}"/>
    <dgm:cxn modelId="{1D16312F-8688-4787-AEFE-4D6FD596124D}" srcId="{94E037AB-56A5-4881-94DB-BAB06A8B09D4}" destId="{1C5DA275-F37D-4234-9172-6FE5BCD71F21}" srcOrd="0" destOrd="0" parTransId="{9FA069B7-01E3-42C8-AAAE-80A83DD3BC46}" sibTransId="{1D2BA800-1545-46FD-B03C-5FA6BF47FAA9}"/>
    <dgm:cxn modelId="{F6457A49-15B5-42D7-86D7-9FB242F60BFA}" type="presOf" srcId="{94E037AB-56A5-4881-94DB-BAB06A8B09D4}" destId="{F471EA4D-90AC-403C-B007-0BED2DF8E17A}" srcOrd="0" destOrd="0" presId="urn:microsoft.com/office/officeart/2005/8/layout/vList2"/>
    <dgm:cxn modelId="{E73C4C4C-BE02-41A8-B1F1-4A6EB9CB8754}" type="presOf" srcId="{0E07F3C6-7013-499C-B123-78639CAEA02F}" destId="{763053BA-89EE-4ED5-B947-E3FF042EA00F}" srcOrd="0" destOrd="0" presId="urn:microsoft.com/office/officeart/2005/8/layout/vList2"/>
    <dgm:cxn modelId="{B7608170-8A04-486C-9C16-BAC78B11D2C1}" srcId="{94E037AB-56A5-4881-94DB-BAB06A8B09D4}" destId="{DBC8C8DE-7D0C-42F0-A78D-77FE02604878}" srcOrd="1" destOrd="0" parTransId="{BC66CF3F-3BD3-44B9-813E-763BBAC40AA7}" sibTransId="{7BB4129B-AFD3-4F0F-BF5F-1D6F0880D1B3}"/>
    <dgm:cxn modelId="{352D5BCA-685E-448D-8782-E5C693EA334D}" type="presOf" srcId="{1C5DA275-F37D-4234-9172-6FE5BCD71F21}" destId="{AE6FD457-315A-43D0-A88A-59DA18AA1762}" srcOrd="0" destOrd="0" presId="urn:microsoft.com/office/officeart/2005/8/layout/vList2"/>
    <dgm:cxn modelId="{5556B6CF-CE07-44DE-8AB5-92528B0CA7F6}" type="presOf" srcId="{83A5C077-1BD2-4A4F-A750-AA7672A43AFD}" destId="{B95C44C9-8511-467F-8178-7D10093C47EC}" srcOrd="0" destOrd="0" presId="urn:microsoft.com/office/officeart/2005/8/layout/vList2"/>
    <dgm:cxn modelId="{041C07DE-5BB2-4A91-889D-D870449EEBFE}" type="presOf" srcId="{DBC8C8DE-7D0C-42F0-A78D-77FE02604878}" destId="{3DA35010-51C1-46A3-8F23-91B8B50F0304}" srcOrd="0" destOrd="0" presId="urn:microsoft.com/office/officeart/2005/8/layout/vList2"/>
    <dgm:cxn modelId="{B6399566-E690-453E-9B1F-14D2A78B486D}" type="presParOf" srcId="{F471EA4D-90AC-403C-B007-0BED2DF8E17A}" destId="{AE6FD457-315A-43D0-A88A-59DA18AA1762}" srcOrd="0" destOrd="0" presId="urn:microsoft.com/office/officeart/2005/8/layout/vList2"/>
    <dgm:cxn modelId="{74761279-D6DF-4DF3-8725-46D3B64CBEA7}" type="presParOf" srcId="{F471EA4D-90AC-403C-B007-0BED2DF8E17A}" destId="{B838F4A1-6FC2-46C8-998E-1B757B0652EE}" srcOrd="1" destOrd="0" presId="urn:microsoft.com/office/officeart/2005/8/layout/vList2"/>
    <dgm:cxn modelId="{B97D8F77-6324-45C0-8172-D1C38BE2AF8E}" type="presParOf" srcId="{F471EA4D-90AC-403C-B007-0BED2DF8E17A}" destId="{3DA35010-51C1-46A3-8F23-91B8B50F0304}" srcOrd="2" destOrd="0" presId="urn:microsoft.com/office/officeart/2005/8/layout/vList2"/>
    <dgm:cxn modelId="{00AA927F-BFCD-41E9-82A7-FDBD9758AD34}" type="presParOf" srcId="{F471EA4D-90AC-403C-B007-0BED2DF8E17A}" destId="{132CF7B1-CE60-4865-BD0F-F5BB735F494F}" srcOrd="3" destOrd="0" presId="urn:microsoft.com/office/officeart/2005/8/layout/vList2"/>
    <dgm:cxn modelId="{B1735C73-DC71-48E2-99FB-0473F740329F}" type="presParOf" srcId="{F471EA4D-90AC-403C-B007-0BED2DF8E17A}" destId="{B95C44C9-8511-467F-8178-7D10093C47EC}" srcOrd="4" destOrd="0" presId="urn:microsoft.com/office/officeart/2005/8/layout/vList2"/>
    <dgm:cxn modelId="{8638822B-6ED0-415F-B3BB-003B0134B5BA}" type="presParOf" srcId="{F471EA4D-90AC-403C-B007-0BED2DF8E17A}" destId="{FC6B875C-9DC3-47D1-8862-FFC745E1CECC}" srcOrd="5" destOrd="0" presId="urn:microsoft.com/office/officeart/2005/8/layout/vList2"/>
    <dgm:cxn modelId="{B8C05FA0-D12A-4F1B-89C2-FB8C5FB681F5}" type="presParOf" srcId="{F471EA4D-90AC-403C-B007-0BED2DF8E17A}" destId="{763053BA-89EE-4ED5-B947-E3FF042EA00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C2100EC4-5D2E-4F11-8C53-B9BE752DEE84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DEE8706-2838-4E0D-ABF2-4597A0189EFC}">
      <dgm:prSet/>
      <dgm:spPr/>
      <dgm:t>
        <a:bodyPr/>
        <a:lstStyle/>
        <a:p>
          <a:r>
            <a:rPr lang="uk-UA" b="0" i="0"/>
            <a:t>Ліквідація кріпацтва та здобуття селянами особистої свободи.</a:t>
          </a:r>
          <a:endParaRPr lang="uk-UA"/>
        </a:p>
      </dgm:t>
    </dgm:pt>
    <dgm:pt modelId="{8875AE36-9814-4E19-8F86-4AF00BD41784}" type="parTrans" cxnId="{E3E2DBB1-B3A0-4A4C-94ED-366ECED993DA}">
      <dgm:prSet/>
      <dgm:spPr/>
      <dgm:t>
        <a:bodyPr/>
        <a:lstStyle/>
        <a:p>
          <a:endParaRPr lang="uk-UA"/>
        </a:p>
      </dgm:t>
    </dgm:pt>
    <dgm:pt modelId="{189C58A7-2694-4EC7-9A48-CA60E1D324EB}" type="sibTrans" cxnId="{E3E2DBB1-B3A0-4A4C-94ED-366ECED993DA}">
      <dgm:prSet/>
      <dgm:spPr/>
      <dgm:t>
        <a:bodyPr/>
        <a:lstStyle/>
        <a:p>
          <a:endParaRPr lang="uk-UA"/>
        </a:p>
      </dgm:t>
    </dgm:pt>
    <dgm:pt modelId="{50053A59-2458-40AB-B4AD-262046D36D72}">
      <dgm:prSet/>
      <dgm:spPr/>
      <dgm:t>
        <a:bodyPr/>
        <a:lstStyle/>
        <a:p>
          <a:r>
            <a:rPr lang="uk-UA" b="0" i="0" dirty="0"/>
            <a:t>Заборона продажу й дарування земельних маєтків і садиб.</a:t>
          </a:r>
          <a:endParaRPr lang="uk-UA" dirty="0"/>
        </a:p>
      </dgm:t>
    </dgm:pt>
    <dgm:pt modelId="{ADD0B672-71C7-4EEE-9ACF-70D98596E010}" type="parTrans" cxnId="{4696AF17-FD4B-4744-A7C8-E675E5ECA880}">
      <dgm:prSet/>
      <dgm:spPr/>
      <dgm:t>
        <a:bodyPr/>
        <a:lstStyle/>
        <a:p>
          <a:endParaRPr lang="uk-UA"/>
        </a:p>
      </dgm:t>
    </dgm:pt>
    <dgm:pt modelId="{49296F55-DF37-4B2B-AE6F-F59EEC0192BE}" type="sibTrans" cxnId="{4696AF17-FD4B-4744-A7C8-E675E5ECA880}">
      <dgm:prSet/>
      <dgm:spPr/>
      <dgm:t>
        <a:bodyPr/>
        <a:lstStyle/>
        <a:p>
          <a:endParaRPr lang="uk-UA"/>
        </a:p>
      </dgm:t>
    </dgm:pt>
    <dgm:pt modelId="{7F80A369-7466-46E9-A21A-E7CFC7EE7DB4}">
      <dgm:prSet/>
      <dgm:spPr/>
      <dgm:t>
        <a:bodyPr/>
        <a:lstStyle/>
        <a:p>
          <a:r>
            <a:rPr lang="uk-UA" b="0" i="0"/>
            <a:t>Поширення фільваркової системи господарювання.</a:t>
          </a:r>
          <a:endParaRPr lang="uk-UA"/>
        </a:p>
      </dgm:t>
    </dgm:pt>
    <dgm:pt modelId="{FD943711-289E-41F7-AC06-46F8CEFF6EEA}" type="parTrans" cxnId="{79418576-3F22-4D62-8145-311AC1B6EBE2}">
      <dgm:prSet/>
      <dgm:spPr/>
      <dgm:t>
        <a:bodyPr/>
        <a:lstStyle/>
        <a:p>
          <a:endParaRPr lang="uk-UA"/>
        </a:p>
      </dgm:t>
    </dgm:pt>
    <dgm:pt modelId="{72866294-5BBF-48C6-8135-278F111CC62B}" type="sibTrans" cxnId="{79418576-3F22-4D62-8145-311AC1B6EBE2}">
      <dgm:prSet/>
      <dgm:spPr/>
      <dgm:t>
        <a:bodyPr/>
        <a:lstStyle/>
        <a:p>
          <a:endParaRPr lang="uk-UA"/>
        </a:p>
      </dgm:t>
    </dgm:pt>
    <dgm:pt modelId="{B258D161-B69E-4967-8348-8841133F3EF0}">
      <dgm:prSet/>
      <dgm:spPr/>
      <dgm:t>
        <a:bodyPr/>
        <a:lstStyle/>
        <a:p>
          <a:r>
            <a:rPr lang="uk-UA" b="0" i="0" dirty="0"/>
            <a:t>Зростання земельних володінь магнатів і шляхти.</a:t>
          </a:r>
          <a:endParaRPr lang="uk-UA" dirty="0"/>
        </a:p>
      </dgm:t>
    </dgm:pt>
    <dgm:pt modelId="{2D8DD0B6-9C16-4A6E-B0C6-86B1578FA372}" type="parTrans" cxnId="{7AE0C2D0-9A57-41CD-B0AE-D2887DFC8A96}">
      <dgm:prSet/>
      <dgm:spPr/>
      <dgm:t>
        <a:bodyPr/>
        <a:lstStyle/>
        <a:p>
          <a:endParaRPr lang="uk-UA"/>
        </a:p>
      </dgm:t>
    </dgm:pt>
    <dgm:pt modelId="{46AAE1EF-99D3-45CE-8FBC-98F493DBA7A5}" type="sibTrans" cxnId="{7AE0C2D0-9A57-41CD-B0AE-D2887DFC8A96}">
      <dgm:prSet/>
      <dgm:spPr/>
      <dgm:t>
        <a:bodyPr/>
        <a:lstStyle/>
        <a:p>
          <a:endParaRPr lang="uk-UA"/>
        </a:p>
      </dgm:t>
    </dgm:pt>
    <dgm:pt modelId="{5E43FBA5-7FF0-436C-AD72-A1126E24713B}" type="pres">
      <dgm:prSet presAssocID="{C2100EC4-5D2E-4F11-8C53-B9BE752DEE84}" presName="linearFlow" presStyleCnt="0">
        <dgm:presLayoutVars>
          <dgm:dir/>
          <dgm:resizeHandles val="exact"/>
        </dgm:presLayoutVars>
      </dgm:prSet>
      <dgm:spPr/>
    </dgm:pt>
    <dgm:pt modelId="{67A30488-AA76-4C77-A15A-B0E036918C1C}" type="pres">
      <dgm:prSet presAssocID="{EDEE8706-2838-4E0D-ABF2-4597A0189EFC}" presName="composite" presStyleCnt="0"/>
      <dgm:spPr/>
    </dgm:pt>
    <dgm:pt modelId="{54E47171-3DE6-4100-86B1-02F18481C35F}" type="pres">
      <dgm:prSet presAssocID="{EDEE8706-2838-4E0D-ABF2-4597A0189EFC}" presName="imgShp" presStyleLbl="fgImgPlace1" presStyleIdx="0" presStyleCnt="4"/>
      <dgm:spPr/>
    </dgm:pt>
    <dgm:pt modelId="{4BE045C1-8761-4A40-B315-75BD85556798}" type="pres">
      <dgm:prSet presAssocID="{EDEE8706-2838-4E0D-ABF2-4597A0189EFC}" presName="txShp" presStyleLbl="node1" presStyleIdx="0" presStyleCnt="4">
        <dgm:presLayoutVars>
          <dgm:bulletEnabled val="1"/>
        </dgm:presLayoutVars>
      </dgm:prSet>
      <dgm:spPr/>
    </dgm:pt>
    <dgm:pt modelId="{46BA15F2-409A-42A3-9B30-5F319C2E805A}" type="pres">
      <dgm:prSet presAssocID="{189C58A7-2694-4EC7-9A48-CA60E1D324EB}" presName="spacing" presStyleCnt="0"/>
      <dgm:spPr/>
    </dgm:pt>
    <dgm:pt modelId="{E8E606CE-4EB1-4C12-9893-52745997A894}" type="pres">
      <dgm:prSet presAssocID="{50053A59-2458-40AB-B4AD-262046D36D72}" presName="composite" presStyleCnt="0"/>
      <dgm:spPr/>
    </dgm:pt>
    <dgm:pt modelId="{D0AA492D-6634-4EF2-B78A-D2E764755851}" type="pres">
      <dgm:prSet presAssocID="{50053A59-2458-40AB-B4AD-262046D36D72}" presName="imgShp" presStyleLbl="fgImgPlace1" presStyleIdx="1" presStyleCnt="4"/>
      <dgm:spPr/>
    </dgm:pt>
    <dgm:pt modelId="{194E3BCE-3EF0-44B1-927D-38D9D84D205F}" type="pres">
      <dgm:prSet presAssocID="{50053A59-2458-40AB-B4AD-262046D36D72}" presName="txShp" presStyleLbl="node1" presStyleIdx="1" presStyleCnt="4">
        <dgm:presLayoutVars>
          <dgm:bulletEnabled val="1"/>
        </dgm:presLayoutVars>
      </dgm:prSet>
      <dgm:spPr/>
    </dgm:pt>
    <dgm:pt modelId="{D111CA6A-DCB1-4204-A578-012B2729495B}" type="pres">
      <dgm:prSet presAssocID="{49296F55-DF37-4B2B-AE6F-F59EEC0192BE}" presName="spacing" presStyleCnt="0"/>
      <dgm:spPr/>
    </dgm:pt>
    <dgm:pt modelId="{60847F8A-16E5-46C2-A470-841B1D6BC09E}" type="pres">
      <dgm:prSet presAssocID="{7F80A369-7466-46E9-A21A-E7CFC7EE7DB4}" presName="composite" presStyleCnt="0"/>
      <dgm:spPr/>
    </dgm:pt>
    <dgm:pt modelId="{68D380FD-B6E1-4345-859D-72A93C6E3372}" type="pres">
      <dgm:prSet presAssocID="{7F80A369-7466-46E9-A21A-E7CFC7EE7DB4}" presName="imgShp" presStyleLbl="fgImgPlace1" presStyleIdx="2" presStyleCnt="4"/>
      <dgm:spPr/>
    </dgm:pt>
    <dgm:pt modelId="{D4FF6222-00ED-4A4D-A841-EDE26F7C1606}" type="pres">
      <dgm:prSet presAssocID="{7F80A369-7466-46E9-A21A-E7CFC7EE7DB4}" presName="txShp" presStyleLbl="node1" presStyleIdx="2" presStyleCnt="4">
        <dgm:presLayoutVars>
          <dgm:bulletEnabled val="1"/>
        </dgm:presLayoutVars>
      </dgm:prSet>
      <dgm:spPr/>
    </dgm:pt>
    <dgm:pt modelId="{1B2A955D-A5EC-4C96-8BFE-B4AFEE04EA9F}" type="pres">
      <dgm:prSet presAssocID="{72866294-5BBF-48C6-8135-278F111CC62B}" presName="spacing" presStyleCnt="0"/>
      <dgm:spPr/>
    </dgm:pt>
    <dgm:pt modelId="{83575D5A-A573-4DA3-B123-69B9636EFE04}" type="pres">
      <dgm:prSet presAssocID="{B258D161-B69E-4967-8348-8841133F3EF0}" presName="composite" presStyleCnt="0"/>
      <dgm:spPr/>
    </dgm:pt>
    <dgm:pt modelId="{A20AD61B-B14B-4E09-BCB6-0DC242442C21}" type="pres">
      <dgm:prSet presAssocID="{B258D161-B69E-4967-8348-8841133F3EF0}" presName="imgShp" presStyleLbl="fgImgPlace1" presStyleIdx="3" presStyleCnt="4"/>
      <dgm:spPr/>
    </dgm:pt>
    <dgm:pt modelId="{4B1A5C10-7F74-4F6C-8AF2-59695F3FD4F8}" type="pres">
      <dgm:prSet presAssocID="{B258D161-B69E-4967-8348-8841133F3EF0}" presName="txShp" presStyleLbl="node1" presStyleIdx="3" presStyleCnt="4">
        <dgm:presLayoutVars>
          <dgm:bulletEnabled val="1"/>
        </dgm:presLayoutVars>
      </dgm:prSet>
      <dgm:spPr/>
    </dgm:pt>
  </dgm:ptLst>
  <dgm:cxnLst>
    <dgm:cxn modelId="{40BB5102-B0DA-4764-804A-8415D93F294C}" type="presOf" srcId="{EDEE8706-2838-4E0D-ABF2-4597A0189EFC}" destId="{4BE045C1-8761-4A40-B315-75BD85556798}" srcOrd="0" destOrd="0" presId="urn:microsoft.com/office/officeart/2005/8/layout/vList3"/>
    <dgm:cxn modelId="{4696AF17-FD4B-4744-A7C8-E675E5ECA880}" srcId="{C2100EC4-5D2E-4F11-8C53-B9BE752DEE84}" destId="{50053A59-2458-40AB-B4AD-262046D36D72}" srcOrd="1" destOrd="0" parTransId="{ADD0B672-71C7-4EEE-9ACF-70D98596E010}" sibTransId="{49296F55-DF37-4B2B-AE6F-F59EEC0192BE}"/>
    <dgm:cxn modelId="{1A6F0835-B9FE-422C-8E8E-50297C9956A3}" type="presOf" srcId="{50053A59-2458-40AB-B4AD-262046D36D72}" destId="{194E3BCE-3EF0-44B1-927D-38D9D84D205F}" srcOrd="0" destOrd="0" presId="urn:microsoft.com/office/officeart/2005/8/layout/vList3"/>
    <dgm:cxn modelId="{79418576-3F22-4D62-8145-311AC1B6EBE2}" srcId="{C2100EC4-5D2E-4F11-8C53-B9BE752DEE84}" destId="{7F80A369-7466-46E9-A21A-E7CFC7EE7DB4}" srcOrd="2" destOrd="0" parTransId="{FD943711-289E-41F7-AC06-46F8CEFF6EEA}" sibTransId="{72866294-5BBF-48C6-8135-278F111CC62B}"/>
    <dgm:cxn modelId="{9996F67E-6D09-44A6-803B-B0ADAF40D5AF}" type="presOf" srcId="{B258D161-B69E-4967-8348-8841133F3EF0}" destId="{4B1A5C10-7F74-4F6C-8AF2-59695F3FD4F8}" srcOrd="0" destOrd="0" presId="urn:microsoft.com/office/officeart/2005/8/layout/vList3"/>
    <dgm:cxn modelId="{D02D25AC-83B8-4B9B-B9A4-4B8BBDFFBA70}" type="presOf" srcId="{C2100EC4-5D2E-4F11-8C53-B9BE752DEE84}" destId="{5E43FBA5-7FF0-436C-AD72-A1126E24713B}" srcOrd="0" destOrd="0" presId="urn:microsoft.com/office/officeart/2005/8/layout/vList3"/>
    <dgm:cxn modelId="{E3E2DBB1-B3A0-4A4C-94ED-366ECED993DA}" srcId="{C2100EC4-5D2E-4F11-8C53-B9BE752DEE84}" destId="{EDEE8706-2838-4E0D-ABF2-4597A0189EFC}" srcOrd="0" destOrd="0" parTransId="{8875AE36-9814-4E19-8F86-4AF00BD41784}" sibTransId="{189C58A7-2694-4EC7-9A48-CA60E1D324EB}"/>
    <dgm:cxn modelId="{D34DDFC0-E1F6-415B-9540-BEFA71CEF46D}" type="presOf" srcId="{7F80A369-7466-46E9-A21A-E7CFC7EE7DB4}" destId="{D4FF6222-00ED-4A4D-A841-EDE26F7C1606}" srcOrd="0" destOrd="0" presId="urn:microsoft.com/office/officeart/2005/8/layout/vList3"/>
    <dgm:cxn modelId="{7AE0C2D0-9A57-41CD-B0AE-D2887DFC8A96}" srcId="{C2100EC4-5D2E-4F11-8C53-B9BE752DEE84}" destId="{B258D161-B69E-4967-8348-8841133F3EF0}" srcOrd="3" destOrd="0" parTransId="{2D8DD0B6-9C16-4A6E-B0C6-86B1578FA372}" sibTransId="{46AAE1EF-99D3-45CE-8FBC-98F493DBA7A5}"/>
    <dgm:cxn modelId="{32BFB296-708F-4FFB-A560-B161285BCB91}" type="presParOf" srcId="{5E43FBA5-7FF0-436C-AD72-A1126E24713B}" destId="{67A30488-AA76-4C77-A15A-B0E036918C1C}" srcOrd="0" destOrd="0" presId="urn:microsoft.com/office/officeart/2005/8/layout/vList3"/>
    <dgm:cxn modelId="{31B7DA47-5FE8-45F1-80D3-8EE355EFDE15}" type="presParOf" srcId="{67A30488-AA76-4C77-A15A-B0E036918C1C}" destId="{54E47171-3DE6-4100-86B1-02F18481C35F}" srcOrd="0" destOrd="0" presId="urn:microsoft.com/office/officeart/2005/8/layout/vList3"/>
    <dgm:cxn modelId="{A437BA0F-308F-467B-BA39-4ABD39DA5193}" type="presParOf" srcId="{67A30488-AA76-4C77-A15A-B0E036918C1C}" destId="{4BE045C1-8761-4A40-B315-75BD85556798}" srcOrd="1" destOrd="0" presId="urn:microsoft.com/office/officeart/2005/8/layout/vList3"/>
    <dgm:cxn modelId="{26B271C1-BD20-4592-B6A0-6F713AE35B0A}" type="presParOf" srcId="{5E43FBA5-7FF0-436C-AD72-A1126E24713B}" destId="{46BA15F2-409A-42A3-9B30-5F319C2E805A}" srcOrd="1" destOrd="0" presId="urn:microsoft.com/office/officeart/2005/8/layout/vList3"/>
    <dgm:cxn modelId="{D24AD2C6-BEE6-4CDE-9487-C319ABF8022E}" type="presParOf" srcId="{5E43FBA5-7FF0-436C-AD72-A1126E24713B}" destId="{E8E606CE-4EB1-4C12-9893-52745997A894}" srcOrd="2" destOrd="0" presId="urn:microsoft.com/office/officeart/2005/8/layout/vList3"/>
    <dgm:cxn modelId="{F2CA7876-091E-4745-9057-65C51E0762CE}" type="presParOf" srcId="{E8E606CE-4EB1-4C12-9893-52745997A894}" destId="{D0AA492D-6634-4EF2-B78A-D2E764755851}" srcOrd="0" destOrd="0" presId="urn:microsoft.com/office/officeart/2005/8/layout/vList3"/>
    <dgm:cxn modelId="{D113CE12-96FA-4F1B-8CC3-CA7BB96A68E4}" type="presParOf" srcId="{E8E606CE-4EB1-4C12-9893-52745997A894}" destId="{194E3BCE-3EF0-44B1-927D-38D9D84D205F}" srcOrd="1" destOrd="0" presId="urn:microsoft.com/office/officeart/2005/8/layout/vList3"/>
    <dgm:cxn modelId="{1A2720DE-BD7E-4B27-875E-ADDEF8541607}" type="presParOf" srcId="{5E43FBA5-7FF0-436C-AD72-A1126E24713B}" destId="{D111CA6A-DCB1-4204-A578-012B2729495B}" srcOrd="3" destOrd="0" presId="urn:microsoft.com/office/officeart/2005/8/layout/vList3"/>
    <dgm:cxn modelId="{4E9D6F6C-AEAC-4E90-9B07-CC92BEA7E31B}" type="presParOf" srcId="{5E43FBA5-7FF0-436C-AD72-A1126E24713B}" destId="{60847F8A-16E5-46C2-A470-841B1D6BC09E}" srcOrd="4" destOrd="0" presId="urn:microsoft.com/office/officeart/2005/8/layout/vList3"/>
    <dgm:cxn modelId="{FCE35734-632D-41C5-8583-8703891272B6}" type="presParOf" srcId="{60847F8A-16E5-46C2-A470-841B1D6BC09E}" destId="{68D380FD-B6E1-4345-859D-72A93C6E3372}" srcOrd="0" destOrd="0" presId="urn:microsoft.com/office/officeart/2005/8/layout/vList3"/>
    <dgm:cxn modelId="{9310BB19-D126-498D-9DB3-4ED23EB2D392}" type="presParOf" srcId="{60847F8A-16E5-46C2-A470-841B1D6BC09E}" destId="{D4FF6222-00ED-4A4D-A841-EDE26F7C1606}" srcOrd="1" destOrd="0" presId="urn:microsoft.com/office/officeart/2005/8/layout/vList3"/>
    <dgm:cxn modelId="{A92E5309-DC0E-4511-8C52-53FCF94473E0}" type="presParOf" srcId="{5E43FBA5-7FF0-436C-AD72-A1126E24713B}" destId="{1B2A955D-A5EC-4C96-8BFE-B4AFEE04EA9F}" srcOrd="5" destOrd="0" presId="urn:microsoft.com/office/officeart/2005/8/layout/vList3"/>
    <dgm:cxn modelId="{6F6F4E0F-2C5D-45F6-9B82-D194571335BA}" type="presParOf" srcId="{5E43FBA5-7FF0-436C-AD72-A1126E24713B}" destId="{83575D5A-A573-4DA3-B123-69B9636EFE04}" srcOrd="6" destOrd="0" presId="urn:microsoft.com/office/officeart/2005/8/layout/vList3"/>
    <dgm:cxn modelId="{82867E8B-69EA-4704-BAFF-93366CAB7B04}" type="presParOf" srcId="{83575D5A-A573-4DA3-B123-69B9636EFE04}" destId="{A20AD61B-B14B-4E09-BCB6-0DC242442C21}" srcOrd="0" destOrd="0" presId="urn:microsoft.com/office/officeart/2005/8/layout/vList3"/>
    <dgm:cxn modelId="{165FA2B9-7D2F-4A70-8CB5-5E5BC4328B9F}" type="presParOf" srcId="{83575D5A-A573-4DA3-B123-69B9636EFE04}" destId="{4B1A5C10-7F74-4F6C-8AF2-59695F3FD4F8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31EB443A-17A7-4885-A68C-DA1E973C49F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6E0EE88-653D-43E1-BE0D-667B2956E0DA}">
      <dgm:prSet/>
      <dgm:spPr/>
      <dgm:t>
        <a:bodyPr/>
        <a:lstStyle/>
        <a:p>
          <a:r>
            <a:rPr lang="uk-UA" b="0" i="0"/>
            <a:t>перехід Війська Запорозького під зверхність московського царя.</a:t>
          </a:r>
          <a:endParaRPr lang="uk-UA"/>
        </a:p>
      </dgm:t>
    </dgm:pt>
    <dgm:pt modelId="{E5E3539D-6580-49E5-AF62-2FACE08C17E4}" type="parTrans" cxnId="{F9A6A23C-468B-4735-BC2C-DE4A59B85417}">
      <dgm:prSet/>
      <dgm:spPr/>
      <dgm:t>
        <a:bodyPr/>
        <a:lstStyle/>
        <a:p>
          <a:endParaRPr lang="uk-UA"/>
        </a:p>
      </dgm:t>
    </dgm:pt>
    <dgm:pt modelId="{A9DD02FE-1D01-4A6B-A30F-3E272970F264}" type="sibTrans" cxnId="{F9A6A23C-468B-4735-BC2C-DE4A59B85417}">
      <dgm:prSet/>
      <dgm:spPr/>
      <dgm:t>
        <a:bodyPr/>
        <a:lstStyle/>
        <a:p>
          <a:endParaRPr lang="uk-UA"/>
        </a:p>
      </dgm:t>
    </dgm:pt>
    <dgm:pt modelId="{DDB59446-F9C5-46B0-B5B7-68282388B0C4}">
      <dgm:prSet/>
      <dgm:spPr/>
      <dgm:t>
        <a:bodyPr/>
        <a:lstStyle/>
        <a:p>
          <a:r>
            <a:rPr lang="uk-UA" b="0" i="0" dirty="0"/>
            <a:t>погодження з умовами </a:t>
          </a:r>
          <a:r>
            <a:rPr lang="uk-UA" b="0" i="0" dirty="0" err="1"/>
            <a:t>московсько</a:t>
          </a:r>
          <a:r>
            <a:rPr lang="uk-UA" b="0" i="0" dirty="0"/>
            <a:t>-польського Віленського перемир'я.</a:t>
          </a:r>
          <a:endParaRPr lang="uk-UA" dirty="0"/>
        </a:p>
      </dgm:t>
    </dgm:pt>
    <dgm:pt modelId="{D639F2C3-A49C-4BEA-AABA-3DFAEEEF4FC1}" type="parTrans" cxnId="{E2AC4C13-4EC8-4056-94E4-2E9243124D9C}">
      <dgm:prSet/>
      <dgm:spPr/>
      <dgm:t>
        <a:bodyPr/>
        <a:lstStyle/>
        <a:p>
          <a:endParaRPr lang="uk-UA"/>
        </a:p>
      </dgm:t>
    </dgm:pt>
    <dgm:pt modelId="{BADEEFE3-2B06-487A-8E20-DB44CB7928C1}" type="sibTrans" cxnId="{E2AC4C13-4EC8-4056-94E4-2E9243124D9C}">
      <dgm:prSet/>
      <dgm:spPr/>
      <dgm:t>
        <a:bodyPr/>
        <a:lstStyle/>
        <a:p>
          <a:endParaRPr lang="uk-UA"/>
        </a:p>
      </dgm:t>
    </dgm:pt>
    <dgm:pt modelId="{2596B76C-EAFB-469C-864E-6659597A63F9}">
      <dgm:prSet/>
      <dgm:spPr/>
      <dgm:t>
        <a:bodyPr/>
        <a:lstStyle/>
        <a:p>
          <a:r>
            <a:rPr lang="uk-UA" b="0" i="0"/>
            <a:t>утворення українсько-швецької антипольської коаліції.</a:t>
          </a:r>
          <a:endParaRPr lang="uk-UA"/>
        </a:p>
      </dgm:t>
    </dgm:pt>
    <dgm:pt modelId="{84566EEE-863A-4E71-8A5A-A0E022D9EA5B}" type="parTrans" cxnId="{E17B8FF7-FAAC-42EE-A078-208B059FB980}">
      <dgm:prSet/>
      <dgm:spPr/>
      <dgm:t>
        <a:bodyPr/>
        <a:lstStyle/>
        <a:p>
          <a:endParaRPr lang="uk-UA"/>
        </a:p>
      </dgm:t>
    </dgm:pt>
    <dgm:pt modelId="{1537000C-A099-47E5-9A00-95D9AC094F3B}" type="sibTrans" cxnId="{E17B8FF7-FAAC-42EE-A078-208B059FB980}">
      <dgm:prSet/>
      <dgm:spPr/>
      <dgm:t>
        <a:bodyPr/>
        <a:lstStyle/>
        <a:p>
          <a:endParaRPr lang="uk-UA"/>
        </a:p>
      </dgm:t>
    </dgm:pt>
    <dgm:pt modelId="{A60BBC15-5A06-4194-A863-5792FC38A037}">
      <dgm:prSet/>
      <dgm:spPr/>
      <dgm:t>
        <a:bodyPr/>
        <a:lstStyle/>
        <a:p>
          <a:r>
            <a:rPr lang="uk-UA" b="0" i="0" dirty="0"/>
            <a:t>припинення бойових дій проти Речі Посполитої.</a:t>
          </a:r>
          <a:endParaRPr lang="uk-UA" dirty="0"/>
        </a:p>
      </dgm:t>
    </dgm:pt>
    <dgm:pt modelId="{0F666A38-F633-4FB5-82F9-2AA2D065CF86}" type="parTrans" cxnId="{63BF261D-3ECB-4A40-8676-385A7DBA5864}">
      <dgm:prSet/>
      <dgm:spPr/>
      <dgm:t>
        <a:bodyPr/>
        <a:lstStyle/>
        <a:p>
          <a:endParaRPr lang="uk-UA"/>
        </a:p>
      </dgm:t>
    </dgm:pt>
    <dgm:pt modelId="{25EFA437-1B4C-46E5-A604-DB21E34DF781}" type="sibTrans" cxnId="{63BF261D-3ECB-4A40-8676-385A7DBA5864}">
      <dgm:prSet/>
      <dgm:spPr/>
      <dgm:t>
        <a:bodyPr/>
        <a:lstStyle/>
        <a:p>
          <a:endParaRPr lang="uk-UA"/>
        </a:p>
      </dgm:t>
    </dgm:pt>
    <dgm:pt modelId="{147B7608-A681-4A9B-85A3-CB904F507835}" type="pres">
      <dgm:prSet presAssocID="{31EB443A-17A7-4885-A68C-DA1E973C49F6}" presName="Name0" presStyleCnt="0">
        <dgm:presLayoutVars>
          <dgm:chMax val="7"/>
          <dgm:chPref val="7"/>
          <dgm:dir/>
        </dgm:presLayoutVars>
      </dgm:prSet>
      <dgm:spPr/>
    </dgm:pt>
    <dgm:pt modelId="{B930AF60-CAC8-4D0F-89CA-B5263C8E61EF}" type="pres">
      <dgm:prSet presAssocID="{31EB443A-17A7-4885-A68C-DA1E973C49F6}" presName="Name1" presStyleCnt="0"/>
      <dgm:spPr/>
    </dgm:pt>
    <dgm:pt modelId="{5D515B1E-4405-4A61-A473-C5A434D83318}" type="pres">
      <dgm:prSet presAssocID="{31EB443A-17A7-4885-A68C-DA1E973C49F6}" presName="cycle" presStyleCnt="0"/>
      <dgm:spPr/>
    </dgm:pt>
    <dgm:pt modelId="{9F224260-64D2-471C-9891-BADB96714678}" type="pres">
      <dgm:prSet presAssocID="{31EB443A-17A7-4885-A68C-DA1E973C49F6}" presName="srcNode" presStyleLbl="node1" presStyleIdx="0" presStyleCnt="4"/>
      <dgm:spPr/>
    </dgm:pt>
    <dgm:pt modelId="{CFD32BC1-1563-43B5-8F00-5792271FEF75}" type="pres">
      <dgm:prSet presAssocID="{31EB443A-17A7-4885-A68C-DA1E973C49F6}" presName="conn" presStyleLbl="parChTrans1D2" presStyleIdx="0" presStyleCnt="1"/>
      <dgm:spPr/>
    </dgm:pt>
    <dgm:pt modelId="{0F3BED08-F44F-4FA4-80C1-81A34525186F}" type="pres">
      <dgm:prSet presAssocID="{31EB443A-17A7-4885-A68C-DA1E973C49F6}" presName="extraNode" presStyleLbl="node1" presStyleIdx="0" presStyleCnt="4"/>
      <dgm:spPr/>
    </dgm:pt>
    <dgm:pt modelId="{CED56CED-3F83-40B8-9260-39EDACADD53B}" type="pres">
      <dgm:prSet presAssocID="{31EB443A-17A7-4885-A68C-DA1E973C49F6}" presName="dstNode" presStyleLbl="node1" presStyleIdx="0" presStyleCnt="4"/>
      <dgm:spPr/>
    </dgm:pt>
    <dgm:pt modelId="{03E24232-A969-446C-8564-A26BBD2700A2}" type="pres">
      <dgm:prSet presAssocID="{C6E0EE88-653D-43E1-BE0D-667B2956E0DA}" presName="text_1" presStyleLbl="node1" presStyleIdx="0" presStyleCnt="4">
        <dgm:presLayoutVars>
          <dgm:bulletEnabled val="1"/>
        </dgm:presLayoutVars>
      </dgm:prSet>
      <dgm:spPr/>
    </dgm:pt>
    <dgm:pt modelId="{B35B0B89-ED38-4FA3-AA37-6818DE1F0409}" type="pres">
      <dgm:prSet presAssocID="{C6E0EE88-653D-43E1-BE0D-667B2956E0DA}" presName="accent_1" presStyleCnt="0"/>
      <dgm:spPr/>
    </dgm:pt>
    <dgm:pt modelId="{CA856E69-32EA-429A-9143-0142DB16CE91}" type="pres">
      <dgm:prSet presAssocID="{C6E0EE88-653D-43E1-BE0D-667B2956E0DA}" presName="accentRepeatNode" presStyleLbl="solidFgAcc1" presStyleIdx="0" presStyleCnt="4"/>
      <dgm:spPr/>
    </dgm:pt>
    <dgm:pt modelId="{B1A46A08-AA31-4FD9-8CF0-06D966E000B1}" type="pres">
      <dgm:prSet presAssocID="{DDB59446-F9C5-46B0-B5B7-68282388B0C4}" presName="text_2" presStyleLbl="node1" presStyleIdx="1" presStyleCnt="4">
        <dgm:presLayoutVars>
          <dgm:bulletEnabled val="1"/>
        </dgm:presLayoutVars>
      </dgm:prSet>
      <dgm:spPr/>
    </dgm:pt>
    <dgm:pt modelId="{AC1A8AFC-6A24-479A-BFCB-4A2E19E7FC1B}" type="pres">
      <dgm:prSet presAssocID="{DDB59446-F9C5-46B0-B5B7-68282388B0C4}" presName="accent_2" presStyleCnt="0"/>
      <dgm:spPr/>
    </dgm:pt>
    <dgm:pt modelId="{96C0E2B8-CA27-407E-A2DD-348A9A521C13}" type="pres">
      <dgm:prSet presAssocID="{DDB59446-F9C5-46B0-B5B7-68282388B0C4}" presName="accentRepeatNode" presStyleLbl="solidFgAcc1" presStyleIdx="1" presStyleCnt="4"/>
      <dgm:spPr/>
    </dgm:pt>
    <dgm:pt modelId="{2C77C070-A065-4DF0-B889-B9DC572C8F2F}" type="pres">
      <dgm:prSet presAssocID="{2596B76C-EAFB-469C-864E-6659597A63F9}" presName="text_3" presStyleLbl="node1" presStyleIdx="2" presStyleCnt="4">
        <dgm:presLayoutVars>
          <dgm:bulletEnabled val="1"/>
        </dgm:presLayoutVars>
      </dgm:prSet>
      <dgm:spPr/>
    </dgm:pt>
    <dgm:pt modelId="{D1D0284A-6B08-4720-BFFD-9EDDA79A39F7}" type="pres">
      <dgm:prSet presAssocID="{2596B76C-EAFB-469C-864E-6659597A63F9}" presName="accent_3" presStyleCnt="0"/>
      <dgm:spPr/>
    </dgm:pt>
    <dgm:pt modelId="{DB7EA671-8F76-4FBD-ACEC-C3FB0964E1CC}" type="pres">
      <dgm:prSet presAssocID="{2596B76C-EAFB-469C-864E-6659597A63F9}" presName="accentRepeatNode" presStyleLbl="solidFgAcc1" presStyleIdx="2" presStyleCnt="4"/>
      <dgm:spPr/>
    </dgm:pt>
    <dgm:pt modelId="{938733AA-8B52-4D46-8FDC-881CA342A82D}" type="pres">
      <dgm:prSet presAssocID="{A60BBC15-5A06-4194-A863-5792FC38A037}" presName="text_4" presStyleLbl="node1" presStyleIdx="3" presStyleCnt="4">
        <dgm:presLayoutVars>
          <dgm:bulletEnabled val="1"/>
        </dgm:presLayoutVars>
      </dgm:prSet>
      <dgm:spPr/>
    </dgm:pt>
    <dgm:pt modelId="{E83600EF-26E9-4194-A956-E84DE562AD5C}" type="pres">
      <dgm:prSet presAssocID="{A60BBC15-5A06-4194-A863-5792FC38A037}" presName="accent_4" presStyleCnt="0"/>
      <dgm:spPr/>
    </dgm:pt>
    <dgm:pt modelId="{07F3D969-E5FA-4FAD-836A-6FFDCDCB7268}" type="pres">
      <dgm:prSet presAssocID="{A60BBC15-5A06-4194-A863-5792FC38A037}" presName="accentRepeatNode" presStyleLbl="solidFgAcc1" presStyleIdx="3" presStyleCnt="4"/>
      <dgm:spPr/>
    </dgm:pt>
  </dgm:ptLst>
  <dgm:cxnLst>
    <dgm:cxn modelId="{DAD8F804-1ABA-4100-BF2C-879FED78C9A3}" type="presOf" srcId="{C6E0EE88-653D-43E1-BE0D-667B2956E0DA}" destId="{03E24232-A969-446C-8564-A26BBD2700A2}" srcOrd="0" destOrd="0" presId="urn:microsoft.com/office/officeart/2008/layout/VerticalCurvedList"/>
    <dgm:cxn modelId="{26D6630F-DE4A-4D97-A289-FE874865A8C6}" type="presOf" srcId="{A60BBC15-5A06-4194-A863-5792FC38A037}" destId="{938733AA-8B52-4D46-8FDC-881CA342A82D}" srcOrd="0" destOrd="0" presId="urn:microsoft.com/office/officeart/2008/layout/VerticalCurvedList"/>
    <dgm:cxn modelId="{E2AC4C13-4EC8-4056-94E4-2E9243124D9C}" srcId="{31EB443A-17A7-4885-A68C-DA1E973C49F6}" destId="{DDB59446-F9C5-46B0-B5B7-68282388B0C4}" srcOrd="1" destOrd="0" parTransId="{D639F2C3-A49C-4BEA-AABA-3DFAEEEF4FC1}" sibTransId="{BADEEFE3-2B06-487A-8E20-DB44CB7928C1}"/>
    <dgm:cxn modelId="{63BF261D-3ECB-4A40-8676-385A7DBA5864}" srcId="{31EB443A-17A7-4885-A68C-DA1E973C49F6}" destId="{A60BBC15-5A06-4194-A863-5792FC38A037}" srcOrd="3" destOrd="0" parTransId="{0F666A38-F633-4FB5-82F9-2AA2D065CF86}" sibTransId="{25EFA437-1B4C-46E5-A604-DB21E34DF781}"/>
    <dgm:cxn modelId="{F9A6A23C-468B-4735-BC2C-DE4A59B85417}" srcId="{31EB443A-17A7-4885-A68C-DA1E973C49F6}" destId="{C6E0EE88-653D-43E1-BE0D-667B2956E0DA}" srcOrd="0" destOrd="0" parTransId="{E5E3539D-6580-49E5-AF62-2FACE08C17E4}" sibTransId="{A9DD02FE-1D01-4A6B-A30F-3E272970F264}"/>
    <dgm:cxn modelId="{FB78FF3F-6243-4AC7-B16B-78ACEBDCA988}" type="presOf" srcId="{A9DD02FE-1D01-4A6B-A30F-3E272970F264}" destId="{CFD32BC1-1563-43B5-8F00-5792271FEF75}" srcOrd="0" destOrd="0" presId="urn:microsoft.com/office/officeart/2008/layout/VerticalCurvedList"/>
    <dgm:cxn modelId="{A86B0943-D607-4073-9E67-E3FD0ED6844D}" type="presOf" srcId="{2596B76C-EAFB-469C-864E-6659597A63F9}" destId="{2C77C070-A065-4DF0-B889-B9DC572C8F2F}" srcOrd="0" destOrd="0" presId="urn:microsoft.com/office/officeart/2008/layout/VerticalCurvedList"/>
    <dgm:cxn modelId="{69BB8B8B-1206-4480-9B0E-69CE9EF3CFE6}" type="presOf" srcId="{31EB443A-17A7-4885-A68C-DA1E973C49F6}" destId="{147B7608-A681-4A9B-85A3-CB904F507835}" srcOrd="0" destOrd="0" presId="urn:microsoft.com/office/officeart/2008/layout/VerticalCurvedList"/>
    <dgm:cxn modelId="{E17B8FF7-FAAC-42EE-A078-208B059FB980}" srcId="{31EB443A-17A7-4885-A68C-DA1E973C49F6}" destId="{2596B76C-EAFB-469C-864E-6659597A63F9}" srcOrd="2" destOrd="0" parTransId="{84566EEE-863A-4E71-8A5A-A0E022D9EA5B}" sibTransId="{1537000C-A099-47E5-9A00-95D9AC094F3B}"/>
    <dgm:cxn modelId="{D0EFD7FE-BB7E-4D3F-9719-280BE7B70305}" type="presOf" srcId="{DDB59446-F9C5-46B0-B5B7-68282388B0C4}" destId="{B1A46A08-AA31-4FD9-8CF0-06D966E000B1}" srcOrd="0" destOrd="0" presId="urn:microsoft.com/office/officeart/2008/layout/VerticalCurvedList"/>
    <dgm:cxn modelId="{A89D5140-89EA-4ED7-BE84-9FD7FC107864}" type="presParOf" srcId="{147B7608-A681-4A9B-85A3-CB904F507835}" destId="{B930AF60-CAC8-4D0F-89CA-B5263C8E61EF}" srcOrd="0" destOrd="0" presId="urn:microsoft.com/office/officeart/2008/layout/VerticalCurvedList"/>
    <dgm:cxn modelId="{7A8763F1-B308-494D-9AEC-F20E26753CE1}" type="presParOf" srcId="{B930AF60-CAC8-4D0F-89CA-B5263C8E61EF}" destId="{5D515B1E-4405-4A61-A473-C5A434D83318}" srcOrd="0" destOrd="0" presId="urn:microsoft.com/office/officeart/2008/layout/VerticalCurvedList"/>
    <dgm:cxn modelId="{AF2419B7-7C47-41B8-BFDF-B57AECA884A6}" type="presParOf" srcId="{5D515B1E-4405-4A61-A473-C5A434D83318}" destId="{9F224260-64D2-471C-9891-BADB96714678}" srcOrd="0" destOrd="0" presId="urn:microsoft.com/office/officeart/2008/layout/VerticalCurvedList"/>
    <dgm:cxn modelId="{C37750ED-5957-42F5-9019-0750A9DE76BD}" type="presParOf" srcId="{5D515B1E-4405-4A61-A473-C5A434D83318}" destId="{CFD32BC1-1563-43B5-8F00-5792271FEF75}" srcOrd="1" destOrd="0" presId="urn:microsoft.com/office/officeart/2008/layout/VerticalCurvedList"/>
    <dgm:cxn modelId="{248AD8F3-512B-4D56-8632-FCA0936BA71D}" type="presParOf" srcId="{5D515B1E-4405-4A61-A473-C5A434D83318}" destId="{0F3BED08-F44F-4FA4-80C1-81A34525186F}" srcOrd="2" destOrd="0" presId="urn:microsoft.com/office/officeart/2008/layout/VerticalCurvedList"/>
    <dgm:cxn modelId="{338F7752-8433-460C-90DB-EEAA26DD843C}" type="presParOf" srcId="{5D515B1E-4405-4A61-A473-C5A434D83318}" destId="{CED56CED-3F83-40B8-9260-39EDACADD53B}" srcOrd="3" destOrd="0" presId="urn:microsoft.com/office/officeart/2008/layout/VerticalCurvedList"/>
    <dgm:cxn modelId="{17DC53EC-2D01-4C27-82B9-0A60B3B208BB}" type="presParOf" srcId="{B930AF60-CAC8-4D0F-89CA-B5263C8E61EF}" destId="{03E24232-A969-446C-8564-A26BBD2700A2}" srcOrd="1" destOrd="0" presId="urn:microsoft.com/office/officeart/2008/layout/VerticalCurvedList"/>
    <dgm:cxn modelId="{176CB37F-2C69-4AAF-8DA8-3706B52CD7FC}" type="presParOf" srcId="{B930AF60-CAC8-4D0F-89CA-B5263C8E61EF}" destId="{B35B0B89-ED38-4FA3-AA37-6818DE1F0409}" srcOrd="2" destOrd="0" presId="urn:microsoft.com/office/officeart/2008/layout/VerticalCurvedList"/>
    <dgm:cxn modelId="{86C40A53-FC40-4775-BB84-B3EF16569775}" type="presParOf" srcId="{B35B0B89-ED38-4FA3-AA37-6818DE1F0409}" destId="{CA856E69-32EA-429A-9143-0142DB16CE91}" srcOrd="0" destOrd="0" presId="urn:microsoft.com/office/officeart/2008/layout/VerticalCurvedList"/>
    <dgm:cxn modelId="{633B5FF4-8939-4288-B34B-8F6EEE28205C}" type="presParOf" srcId="{B930AF60-CAC8-4D0F-89CA-B5263C8E61EF}" destId="{B1A46A08-AA31-4FD9-8CF0-06D966E000B1}" srcOrd="3" destOrd="0" presId="urn:microsoft.com/office/officeart/2008/layout/VerticalCurvedList"/>
    <dgm:cxn modelId="{15E6BEB5-4494-4ACE-B0B5-2585ECDF4C78}" type="presParOf" srcId="{B930AF60-CAC8-4D0F-89CA-B5263C8E61EF}" destId="{AC1A8AFC-6A24-479A-BFCB-4A2E19E7FC1B}" srcOrd="4" destOrd="0" presId="urn:microsoft.com/office/officeart/2008/layout/VerticalCurvedList"/>
    <dgm:cxn modelId="{455F7F2C-787E-4AEF-BFCE-8AF396C7F462}" type="presParOf" srcId="{AC1A8AFC-6A24-479A-BFCB-4A2E19E7FC1B}" destId="{96C0E2B8-CA27-407E-A2DD-348A9A521C13}" srcOrd="0" destOrd="0" presId="urn:microsoft.com/office/officeart/2008/layout/VerticalCurvedList"/>
    <dgm:cxn modelId="{885BD2DF-7860-42FF-9086-678B6946110A}" type="presParOf" srcId="{B930AF60-CAC8-4D0F-89CA-B5263C8E61EF}" destId="{2C77C070-A065-4DF0-B889-B9DC572C8F2F}" srcOrd="5" destOrd="0" presId="urn:microsoft.com/office/officeart/2008/layout/VerticalCurvedList"/>
    <dgm:cxn modelId="{CE0F9557-4ABA-4087-B933-5C9224564836}" type="presParOf" srcId="{B930AF60-CAC8-4D0F-89CA-B5263C8E61EF}" destId="{D1D0284A-6B08-4720-BFFD-9EDDA79A39F7}" srcOrd="6" destOrd="0" presId="urn:microsoft.com/office/officeart/2008/layout/VerticalCurvedList"/>
    <dgm:cxn modelId="{81D756D8-6996-4D74-A6F6-887A8D653B86}" type="presParOf" srcId="{D1D0284A-6B08-4720-BFFD-9EDDA79A39F7}" destId="{DB7EA671-8F76-4FBD-ACEC-C3FB0964E1CC}" srcOrd="0" destOrd="0" presId="urn:microsoft.com/office/officeart/2008/layout/VerticalCurvedList"/>
    <dgm:cxn modelId="{DFF2769E-DFE6-4A4B-BB71-9AB5D1765D29}" type="presParOf" srcId="{B930AF60-CAC8-4D0F-89CA-B5263C8E61EF}" destId="{938733AA-8B52-4D46-8FDC-881CA342A82D}" srcOrd="7" destOrd="0" presId="urn:microsoft.com/office/officeart/2008/layout/VerticalCurvedList"/>
    <dgm:cxn modelId="{3054260A-2D11-4300-ABE2-40D0360A82E1}" type="presParOf" srcId="{B930AF60-CAC8-4D0F-89CA-B5263C8E61EF}" destId="{E83600EF-26E9-4194-A956-E84DE562AD5C}" srcOrd="8" destOrd="0" presId="urn:microsoft.com/office/officeart/2008/layout/VerticalCurvedList"/>
    <dgm:cxn modelId="{BFCD0163-1C69-4937-8876-26949969D7DA}" type="presParOf" srcId="{E83600EF-26E9-4194-A956-E84DE562AD5C}" destId="{07F3D969-E5FA-4FAD-836A-6FFDCDCB726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2AF5B933-183A-481C-ACD2-9631BE7DDCF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0CA7AF5-6EB3-42AA-A8F8-BE2309DF6EDF}">
      <dgm:prSet/>
      <dgm:spPr/>
      <dgm:t>
        <a:bodyPr/>
        <a:lstStyle/>
        <a:p>
          <a:r>
            <a:rPr lang="ru-RU" b="0" i="0"/>
            <a:t>Білоцерківському договорі</a:t>
          </a:r>
          <a:endParaRPr lang="uk-UA"/>
        </a:p>
      </dgm:t>
    </dgm:pt>
    <dgm:pt modelId="{22425EF1-D479-4D75-8574-290C6C24A775}" type="parTrans" cxnId="{806E273E-CF1D-4107-ADBF-E6F0857C65B6}">
      <dgm:prSet/>
      <dgm:spPr/>
      <dgm:t>
        <a:bodyPr/>
        <a:lstStyle/>
        <a:p>
          <a:endParaRPr lang="uk-UA"/>
        </a:p>
      </dgm:t>
    </dgm:pt>
    <dgm:pt modelId="{A4DCBD6E-3942-4E39-9F82-60AF37987A40}" type="sibTrans" cxnId="{806E273E-CF1D-4107-ADBF-E6F0857C65B6}">
      <dgm:prSet/>
      <dgm:spPr/>
      <dgm:t>
        <a:bodyPr/>
        <a:lstStyle/>
        <a:p>
          <a:endParaRPr lang="uk-UA"/>
        </a:p>
      </dgm:t>
    </dgm:pt>
    <dgm:pt modelId="{3158B5E8-8361-42A4-9DDF-924293CF06AE}">
      <dgm:prSet/>
      <dgm:spPr/>
      <dgm:t>
        <a:bodyPr/>
        <a:lstStyle/>
        <a:p>
          <a:r>
            <a:rPr lang="ru-RU" b="0" i="0"/>
            <a:t>Гадяцьких пунктах</a:t>
          </a:r>
          <a:endParaRPr lang="uk-UA"/>
        </a:p>
      </dgm:t>
    </dgm:pt>
    <dgm:pt modelId="{20E0CED7-75C6-43E7-85D6-8F58364BAE8E}" type="parTrans" cxnId="{9C5193B0-FC25-4534-92CA-FC883238BCC8}">
      <dgm:prSet/>
      <dgm:spPr/>
      <dgm:t>
        <a:bodyPr/>
        <a:lstStyle/>
        <a:p>
          <a:endParaRPr lang="uk-UA"/>
        </a:p>
      </dgm:t>
    </dgm:pt>
    <dgm:pt modelId="{B5217A18-D5E8-41B0-91B5-FBE7DAEA7F0C}" type="sibTrans" cxnId="{9C5193B0-FC25-4534-92CA-FC883238BCC8}">
      <dgm:prSet/>
      <dgm:spPr/>
      <dgm:t>
        <a:bodyPr/>
        <a:lstStyle/>
        <a:p>
          <a:endParaRPr lang="uk-UA"/>
        </a:p>
      </dgm:t>
    </dgm:pt>
    <dgm:pt modelId="{09A338A8-AEF0-4583-9A5B-85E8BCA191BE}">
      <dgm:prSet/>
      <dgm:spPr/>
      <dgm:t>
        <a:bodyPr/>
        <a:lstStyle/>
        <a:p>
          <a:r>
            <a:rPr lang="ru-RU" b="0" i="0"/>
            <a:t>«Березневих статтях»</a:t>
          </a:r>
          <a:endParaRPr lang="uk-UA"/>
        </a:p>
      </dgm:t>
    </dgm:pt>
    <dgm:pt modelId="{4E03E458-E308-473E-85EE-A24E1F13695B}" type="parTrans" cxnId="{42674E6D-F16F-4B74-A568-9DF72B42624A}">
      <dgm:prSet/>
      <dgm:spPr/>
      <dgm:t>
        <a:bodyPr/>
        <a:lstStyle/>
        <a:p>
          <a:endParaRPr lang="uk-UA"/>
        </a:p>
      </dgm:t>
    </dgm:pt>
    <dgm:pt modelId="{256BECCE-DA88-459F-8AFF-77849E58D9F4}" type="sibTrans" cxnId="{42674E6D-F16F-4B74-A568-9DF72B42624A}">
      <dgm:prSet/>
      <dgm:spPr/>
      <dgm:t>
        <a:bodyPr/>
        <a:lstStyle/>
        <a:p>
          <a:endParaRPr lang="uk-UA"/>
        </a:p>
      </dgm:t>
    </dgm:pt>
    <dgm:pt modelId="{43BE2216-F105-48BE-8CA5-99D499584EE2}">
      <dgm:prSet/>
      <dgm:spPr/>
      <dgm:t>
        <a:bodyPr/>
        <a:lstStyle/>
        <a:p>
          <a:r>
            <a:rPr lang="ru-RU" b="0" i="0" dirty="0" err="1"/>
            <a:t>Зборівському</a:t>
          </a:r>
          <a:r>
            <a:rPr lang="ru-RU" b="0" i="0" dirty="0"/>
            <a:t> </a:t>
          </a:r>
          <a:r>
            <a:rPr lang="ru-RU" b="0" i="0" dirty="0" err="1"/>
            <a:t>договорі</a:t>
          </a:r>
          <a:endParaRPr lang="uk-UA" dirty="0"/>
        </a:p>
      </dgm:t>
    </dgm:pt>
    <dgm:pt modelId="{5C7E44D6-FD72-4247-B9FC-545600992749}" type="parTrans" cxnId="{C0DAD736-C492-4D7A-ACD6-721927570EE0}">
      <dgm:prSet/>
      <dgm:spPr/>
      <dgm:t>
        <a:bodyPr/>
        <a:lstStyle/>
        <a:p>
          <a:endParaRPr lang="uk-UA"/>
        </a:p>
      </dgm:t>
    </dgm:pt>
    <dgm:pt modelId="{F1FBA8A5-D84A-4F61-A637-98D2ECF5E44D}" type="sibTrans" cxnId="{C0DAD736-C492-4D7A-ACD6-721927570EE0}">
      <dgm:prSet/>
      <dgm:spPr/>
      <dgm:t>
        <a:bodyPr/>
        <a:lstStyle/>
        <a:p>
          <a:endParaRPr lang="uk-UA"/>
        </a:p>
      </dgm:t>
    </dgm:pt>
    <dgm:pt modelId="{712AD849-BDBC-418F-AF4A-1BAC119B404F}" type="pres">
      <dgm:prSet presAssocID="{2AF5B933-183A-481C-ACD2-9631BE7DDCF9}" presName="linear" presStyleCnt="0">
        <dgm:presLayoutVars>
          <dgm:animLvl val="lvl"/>
          <dgm:resizeHandles val="exact"/>
        </dgm:presLayoutVars>
      </dgm:prSet>
      <dgm:spPr/>
    </dgm:pt>
    <dgm:pt modelId="{3E5E6EC3-A46C-4FC8-9799-F06952C61F5A}" type="pres">
      <dgm:prSet presAssocID="{30CA7AF5-6EB3-42AA-A8F8-BE2309DF6ED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55545BD-686F-4CF7-A289-0E85E2E47317}" type="pres">
      <dgm:prSet presAssocID="{A4DCBD6E-3942-4E39-9F82-60AF37987A40}" presName="spacer" presStyleCnt="0"/>
      <dgm:spPr/>
    </dgm:pt>
    <dgm:pt modelId="{14806941-071B-41CC-974D-4A153E6505FB}" type="pres">
      <dgm:prSet presAssocID="{3158B5E8-8361-42A4-9DDF-924293CF06A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FBEF7CD-A897-463C-9E37-8F07E5A4FDFB}" type="pres">
      <dgm:prSet presAssocID="{B5217A18-D5E8-41B0-91B5-FBE7DAEA7F0C}" presName="spacer" presStyleCnt="0"/>
      <dgm:spPr/>
    </dgm:pt>
    <dgm:pt modelId="{ED9FDAF7-9BE6-425D-B5CD-F0CEB98598D7}" type="pres">
      <dgm:prSet presAssocID="{09A338A8-AEF0-4583-9A5B-85E8BCA191B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3E39FDC-D83A-4867-96A0-90A10C764A95}" type="pres">
      <dgm:prSet presAssocID="{256BECCE-DA88-459F-8AFF-77849E58D9F4}" presName="spacer" presStyleCnt="0"/>
      <dgm:spPr/>
    </dgm:pt>
    <dgm:pt modelId="{816F2648-605F-4088-8F72-427C519AF504}" type="pres">
      <dgm:prSet presAssocID="{43BE2216-F105-48BE-8CA5-99D499584EE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0DAD736-C492-4D7A-ACD6-721927570EE0}" srcId="{2AF5B933-183A-481C-ACD2-9631BE7DDCF9}" destId="{43BE2216-F105-48BE-8CA5-99D499584EE2}" srcOrd="3" destOrd="0" parTransId="{5C7E44D6-FD72-4247-B9FC-545600992749}" sibTransId="{F1FBA8A5-D84A-4F61-A637-98D2ECF5E44D}"/>
    <dgm:cxn modelId="{806E273E-CF1D-4107-ADBF-E6F0857C65B6}" srcId="{2AF5B933-183A-481C-ACD2-9631BE7DDCF9}" destId="{30CA7AF5-6EB3-42AA-A8F8-BE2309DF6EDF}" srcOrd="0" destOrd="0" parTransId="{22425EF1-D479-4D75-8574-290C6C24A775}" sibTransId="{A4DCBD6E-3942-4E39-9F82-60AF37987A40}"/>
    <dgm:cxn modelId="{F9EE3D60-891F-4EB2-87F0-FB1AEACB4058}" type="presOf" srcId="{3158B5E8-8361-42A4-9DDF-924293CF06AE}" destId="{14806941-071B-41CC-974D-4A153E6505FB}" srcOrd="0" destOrd="0" presId="urn:microsoft.com/office/officeart/2005/8/layout/vList2"/>
    <dgm:cxn modelId="{4F313D42-12DA-4E81-B3C4-739F12D586B9}" type="presOf" srcId="{2AF5B933-183A-481C-ACD2-9631BE7DDCF9}" destId="{712AD849-BDBC-418F-AF4A-1BAC119B404F}" srcOrd="0" destOrd="0" presId="urn:microsoft.com/office/officeart/2005/8/layout/vList2"/>
    <dgm:cxn modelId="{42674E6D-F16F-4B74-A568-9DF72B42624A}" srcId="{2AF5B933-183A-481C-ACD2-9631BE7DDCF9}" destId="{09A338A8-AEF0-4583-9A5B-85E8BCA191BE}" srcOrd="2" destOrd="0" parTransId="{4E03E458-E308-473E-85EE-A24E1F13695B}" sibTransId="{256BECCE-DA88-459F-8AFF-77849E58D9F4}"/>
    <dgm:cxn modelId="{AE674899-C861-4734-87C6-B1DE829E4CAA}" type="presOf" srcId="{09A338A8-AEF0-4583-9A5B-85E8BCA191BE}" destId="{ED9FDAF7-9BE6-425D-B5CD-F0CEB98598D7}" srcOrd="0" destOrd="0" presId="urn:microsoft.com/office/officeart/2005/8/layout/vList2"/>
    <dgm:cxn modelId="{9C5193B0-FC25-4534-92CA-FC883238BCC8}" srcId="{2AF5B933-183A-481C-ACD2-9631BE7DDCF9}" destId="{3158B5E8-8361-42A4-9DDF-924293CF06AE}" srcOrd="1" destOrd="0" parTransId="{20E0CED7-75C6-43E7-85D6-8F58364BAE8E}" sibTransId="{B5217A18-D5E8-41B0-91B5-FBE7DAEA7F0C}"/>
    <dgm:cxn modelId="{21F316B3-45D6-4F0E-9B71-FEED23C7457E}" type="presOf" srcId="{43BE2216-F105-48BE-8CA5-99D499584EE2}" destId="{816F2648-605F-4088-8F72-427C519AF504}" srcOrd="0" destOrd="0" presId="urn:microsoft.com/office/officeart/2005/8/layout/vList2"/>
    <dgm:cxn modelId="{A0375ED8-3A44-4897-8ED1-73C3E8531918}" type="presOf" srcId="{30CA7AF5-6EB3-42AA-A8F8-BE2309DF6EDF}" destId="{3E5E6EC3-A46C-4FC8-9799-F06952C61F5A}" srcOrd="0" destOrd="0" presId="urn:microsoft.com/office/officeart/2005/8/layout/vList2"/>
    <dgm:cxn modelId="{8245DF86-CF3D-471B-A4B7-FBD1CB720E97}" type="presParOf" srcId="{712AD849-BDBC-418F-AF4A-1BAC119B404F}" destId="{3E5E6EC3-A46C-4FC8-9799-F06952C61F5A}" srcOrd="0" destOrd="0" presId="urn:microsoft.com/office/officeart/2005/8/layout/vList2"/>
    <dgm:cxn modelId="{FB440852-FD69-4587-B5FC-4DB9B9C80198}" type="presParOf" srcId="{712AD849-BDBC-418F-AF4A-1BAC119B404F}" destId="{A55545BD-686F-4CF7-A289-0E85E2E47317}" srcOrd="1" destOrd="0" presId="urn:microsoft.com/office/officeart/2005/8/layout/vList2"/>
    <dgm:cxn modelId="{22A482AF-BC7B-4DF3-9B6A-DD969B359A7B}" type="presParOf" srcId="{712AD849-BDBC-418F-AF4A-1BAC119B404F}" destId="{14806941-071B-41CC-974D-4A153E6505FB}" srcOrd="2" destOrd="0" presId="urn:microsoft.com/office/officeart/2005/8/layout/vList2"/>
    <dgm:cxn modelId="{71BB4CCC-73ED-4B0C-AAE4-2B7F58CD2092}" type="presParOf" srcId="{712AD849-BDBC-418F-AF4A-1BAC119B404F}" destId="{4FBEF7CD-A897-463C-9E37-8F07E5A4FDFB}" srcOrd="3" destOrd="0" presId="urn:microsoft.com/office/officeart/2005/8/layout/vList2"/>
    <dgm:cxn modelId="{13319823-221B-49DE-A720-94C26E5C5437}" type="presParOf" srcId="{712AD849-BDBC-418F-AF4A-1BAC119B404F}" destId="{ED9FDAF7-9BE6-425D-B5CD-F0CEB98598D7}" srcOrd="4" destOrd="0" presId="urn:microsoft.com/office/officeart/2005/8/layout/vList2"/>
    <dgm:cxn modelId="{4CC2F45B-BA56-48C0-8ECD-56751977009C}" type="presParOf" srcId="{712AD849-BDBC-418F-AF4A-1BAC119B404F}" destId="{03E39FDC-D83A-4867-96A0-90A10C764A95}" srcOrd="5" destOrd="0" presId="urn:microsoft.com/office/officeart/2005/8/layout/vList2"/>
    <dgm:cxn modelId="{2BF2BC97-F976-4C93-BA9F-88DC499848D3}" type="presParOf" srcId="{712AD849-BDBC-418F-AF4A-1BAC119B404F}" destId="{816F2648-605F-4088-8F72-427C519AF50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9228AB2F-4F81-4BBB-8590-E8BD6AA9B50E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AB2E7D1-08E3-487C-8502-4C5227C6AC90}">
      <dgm:prSet/>
      <dgm:spPr/>
      <dgm:t>
        <a:bodyPr/>
        <a:lstStyle/>
        <a:p>
          <a:r>
            <a:rPr lang="uk-UA" b="0" i="0"/>
            <a:t>початок діяльності Першої Малоросійської колегії</a:t>
          </a:r>
          <a:endParaRPr lang="uk-UA"/>
        </a:p>
      </dgm:t>
    </dgm:pt>
    <dgm:pt modelId="{BD030205-1E9B-43B8-8753-3CE0B4D92671}" type="parTrans" cxnId="{453C0B7A-4586-45EF-B10E-6107CD734E02}">
      <dgm:prSet/>
      <dgm:spPr/>
      <dgm:t>
        <a:bodyPr/>
        <a:lstStyle/>
        <a:p>
          <a:endParaRPr lang="uk-UA"/>
        </a:p>
      </dgm:t>
    </dgm:pt>
    <dgm:pt modelId="{80E4FA56-1BF0-4CDD-B404-1BF5B8A025E8}" type="sibTrans" cxnId="{453C0B7A-4586-45EF-B10E-6107CD734E02}">
      <dgm:prSet/>
      <dgm:spPr/>
      <dgm:t>
        <a:bodyPr/>
        <a:lstStyle/>
        <a:p>
          <a:endParaRPr lang="uk-UA"/>
        </a:p>
      </dgm:t>
    </dgm:pt>
    <dgm:pt modelId="{F3D17BBD-F4A2-4747-BC2E-2A6B5AE5ABE1}">
      <dgm:prSet/>
      <dgm:spPr/>
      <dgm:t>
        <a:bodyPr/>
        <a:lstStyle/>
        <a:p>
          <a:r>
            <a:rPr lang="uk-UA" b="0" i="0" dirty="0"/>
            <a:t>оприлюднення указу про закріпачення селян на Лівобережжі</a:t>
          </a:r>
          <a:endParaRPr lang="uk-UA" dirty="0"/>
        </a:p>
      </dgm:t>
    </dgm:pt>
    <dgm:pt modelId="{EC5EF2CB-8C2C-49CF-AECB-6504D1F79737}" type="parTrans" cxnId="{D575B1F9-A87D-481B-B09F-18F3BC7749EE}">
      <dgm:prSet/>
      <dgm:spPr/>
      <dgm:t>
        <a:bodyPr/>
        <a:lstStyle/>
        <a:p>
          <a:endParaRPr lang="uk-UA"/>
        </a:p>
      </dgm:t>
    </dgm:pt>
    <dgm:pt modelId="{414FD173-C383-405F-9537-BC32D0FFF5C2}" type="sibTrans" cxnId="{D575B1F9-A87D-481B-B09F-18F3BC7749EE}">
      <dgm:prSet/>
      <dgm:spPr/>
      <dgm:t>
        <a:bodyPr/>
        <a:lstStyle/>
        <a:p>
          <a:endParaRPr lang="uk-UA"/>
        </a:p>
      </dgm:t>
    </dgm:pt>
    <dgm:pt modelId="{173069EC-9F24-4FFB-9D1E-34E563A261D2}">
      <dgm:prSet/>
      <dgm:spPr/>
      <dgm:t>
        <a:bodyPr/>
        <a:lstStyle/>
        <a:p>
          <a:r>
            <a:rPr lang="uk-UA" b="0" i="0" dirty="0"/>
            <a:t>остаточна ліквідація гетьманства</a:t>
          </a:r>
          <a:endParaRPr lang="uk-UA" dirty="0"/>
        </a:p>
      </dgm:t>
    </dgm:pt>
    <dgm:pt modelId="{225D43F6-579B-4CDF-A168-7FB883295B52}" type="parTrans" cxnId="{FD2115A5-4A3D-4018-B7CC-A66E6892DBAE}">
      <dgm:prSet/>
      <dgm:spPr/>
      <dgm:t>
        <a:bodyPr/>
        <a:lstStyle/>
        <a:p>
          <a:endParaRPr lang="uk-UA"/>
        </a:p>
      </dgm:t>
    </dgm:pt>
    <dgm:pt modelId="{0AE3598D-067F-4D24-A0FA-E0D01DFEBC5A}" type="sibTrans" cxnId="{FD2115A5-4A3D-4018-B7CC-A66E6892DBAE}">
      <dgm:prSet/>
      <dgm:spPr/>
      <dgm:t>
        <a:bodyPr/>
        <a:lstStyle/>
        <a:p>
          <a:endParaRPr lang="uk-UA"/>
        </a:p>
      </dgm:t>
    </dgm:pt>
    <dgm:pt modelId="{9FD407FB-1BC2-4B36-8A68-49C27B5D945E}">
      <dgm:prSet/>
      <dgm:spPr/>
      <dgm:t>
        <a:bodyPr/>
        <a:lstStyle/>
        <a:p>
          <a:r>
            <a:rPr lang="uk-UA" b="0" i="0" dirty="0"/>
            <a:t>укладення українсько-московського договору</a:t>
          </a:r>
          <a:endParaRPr lang="uk-UA" dirty="0"/>
        </a:p>
      </dgm:t>
    </dgm:pt>
    <dgm:pt modelId="{5D3C672B-9247-4FD6-8D97-9CE2CBB25E2D}" type="parTrans" cxnId="{3E0BAF0A-0A76-48ED-8BD5-9D8BE34CFD58}">
      <dgm:prSet/>
      <dgm:spPr/>
      <dgm:t>
        <a:bodyPr/>
        <a:lstStyle/>
        <a:p>
          <a:endParaRPr lang="uk-UA"/>
        </a:p>
      </dgm:t>
    </dgm:pt>
    <dgm:pt modelId="{38490853-98C6-4B5E-867D-E1B60BBB4A09}" type="sibTrans" cxnId="{3E0BAF0A-0A76-48ED-8BD5-9D8BE34CFD58}">
      <dgm:prSet/>
      <dgm:spPr/>
      <dgm:t>
        <a:bodyPr/>
        <a:lstStyle/>
        <a:p>
          <a:endParaRPr lang="uk-UA"/>
        </a:p>
      </dgm:t>
    </dgm:pt>
    <dgm:pt modelId="{0FBA508D-E9B8-471F-958C-E37AC3EC6D04}" type="pres">
      <dgm:prSet presAssocID="{9228AB2F-4F81-4BBB-8590-E8BD6AA9B50E}" presName="Name0" presStyleCnt="0">
        <dgm:presLayoutVars>
          <dgm:chMax val="7"/>
          <dgm:chPref val="7"/>
          <dgm:dir/>
        </dgm:presLayoutVars>
      </dgm:prSet>
      <dgm:spPr/>
    </dgm:pt>
    <dgm:pt modelId="{4B867A6A-6C40-4C83-92D4-2616A3A8EFD0}" type="pres">
      <dgm:prSet presAssocID="{9228AB2F-4F81-4BBB-8590-E8BD6AA9B50E}" presName="Name1" presStyleCnt="0"/>
      <dgm:spPr/>
    </dgm:pt>
    <dgm:pt modelId="{AFC342A9-44C9-4A91-AEF8-C2C1428E6D9D}" type="pres">
      <dgm:prSet presAssocID="{9228AB2F-4F81-4BBB-8590-E8BD6AA9B50E}" presName="cycle" presStyleCnt="0"/>
      <dgm:spPr/>
    </dgm:pt>
    <dgm:pt modelId="{1305E0D9-53FA-4722-A606-C0DDA3CFCAF5}" type="pres">
      <dgm:prSet presAssocID="{9228AB2F-4F81-4BBB-8590-E8BD6AA9B50E}" presName="srcNode" presStyleLbl="node1" presStyleIdx="0" presStyleCnt="4"/>
      <dgm:spPr/>
    </dgm:pt>
    <dgm:pt modelId="{8FA8BE55-8B65-4A34-8C4F-3F76C358D76A}" type="pres">
      <dgm:prSet presAssocID="{9228AB2F-4F81-4BBB-8590-E8BD6AA9B50E}" presName="conn" presStyleLbl="parChTrans1D2" presStyleIdx="0" presStyleCnt="1"/>
      <dgm:spPr/>
    </dgm:pt>
    <dgm:pt modelId="{84F69DDD-8C57-4A11-9350-E2B57BE7A262}" type="pres">
      <dgm:prSet presAssocID="{9228AB2F-4F81-4BBB-8590-E8BD6AA9B50E}" presName="extraNode" presStyleLbl="node1" presStyleIdx="0" presStyleCnt="4"/>
      <dgm:spPr/>
    </dgm:pt>
    <dgm:pt modelId="{91B036C9-6485-4EC5-AEA9-E52309B45620}" type="pres">
      <dgm:prSet presAssocID="{9228AB2F-4F81-4BBB-8590-E8BD6AA9B50E}" presName="dstNode" presStyleLbl="node1" presStyleIdx="0" presStyleCnt="4"/>
      <dgm:spPr/>
    </dgm:pt>
    <dgm:pt modelId="{FBF1102A-B1BA-4C4B-9162-024A8E2AC59A}" type="pres">
      <dgm:prSet presAssocID="{1AB2E7D1-08E3-487C-8502-4C5227C6AC90}" presName="text_1" presStyleLbl="node1" presStyleIdx="0" presStyleCnt="4">
        <dgm:presLayoutVars>
          <dgm:bulletEnabled val="1"/>
        </dgm:presLayoutVars>
      </dgm:prSet>
      <dgm:spPr/>
    </dgm:pt>
    <dgm:pt modelId="{AB977F18-5157-4BFC-962C-DE83D5B68F6A}" type="pres">
      <dgm:prSet presAssocID="{1AB2E7D1-08E3-487C-8502-4C5227C6AC90}" presName="accent_1" presStyleCnt="0"/>
      <dgm:spPr/>
    </dgm:pt>
    <dgm:pt modelId="{9B8B93F6-3682-4393-A4B4-81678DF6FDFA}" type="pres">
      <dgm:prSet presAssocID="{1AB2E7D1-08E3-487C-8502-4C5227C6AC90}" presName="accentRepeatNode" presStyleLbl="solidFgAcc1" presStyleIdx="0" presStyleCnt="4"/>
      <dgm:spPr/>
    </dgm:pt>
    <dgm:pt modelId="{A0CF63A2-8813-4AC3-BDC7-119846F74A28}" type="pres">
      <dgm:prSet presAssocID="{F3D17BBD-F4A2-4747-BC2E-2A6B5AE5ABE1}" presName="text_2" presStyleLbl="node1" presStyleIdx="1" presStyleCnt="4">
        <dgm:presLayoutVars>
          <dgm:bulletEnabled val="1"/>
        </dgm:presLayoutVars>
      </dgm:prSet>
      <dgm:spPr/>
    </dgm:pt>
    <dgm:pt modelId="{B1FBD877-2035-4361-A50D-2FB3A452A03E}" type="pres">
      <dgm:prSet presAssocID="{F3D17BBD-F4A2-4747-BC2E-2A6B5AE5ABE1}" presName="accent_2" presStyleCnt="0"/>
      <dgm:spPr/>
    </dgm:pt>
    <dgm:pt modelId="{29C20103-EBBA-4A5C-ABF2-7C0DA6CCDE8F}" type="pres">
      <dgm:prSet presAssocID="{F3D17BBD-F4A2-4747-BC2E-2A6B5AE5ABE1}" presName="accentRepeatNode" presStyleLbl="solidFgAcc1" presStyleIdx="1" presStyleCnt="4"/>
      <dgm:spPr/>
    </dgm:pt>
    <dgm:pt modelId="{4A743D22-4EF6-4B44-9098-0A427AB83BA1}" type="pres">
      <dgm:prSet presAssocID="{173069EC-9F24-4FFB-9D1E-34E563A261D2}" presName="text_3" presStyleLbl="node1" presStyleIdx="2" presStyleCnt="4">
        <dgm:presLayoutVars>
          <dgm:bulletEnabled val="1"/>
        </dgm:presLayoutVars>
      </dgm:prSet>
      <dgm:spPr/>
    </dgm:pt>
    <dgm:pt modelId="{43CB34D4-ACD3-445C-A6A2-5A26A3B6E644}" type="pres">
      <dgm:prSet presAssocID="{173069EC-9F24-4FFB-9D1E-34E563A261D2}" presName="accent_3" presStyleCnt="0"/>
      <dgm:spPr/>
    </dgm:pt>
    <dgm:pt modelId="{EBE1E81F-1DE3-4493-8A54-980DC88A3AEF}" type="pres">
      <dgm:prSet presAssocID="{173069EC-9F24-4FFB-9D1E-34E563A261D2}" presName="accentRepeatNode" presStyleLbl="solidFgAcc1" presStyleIdx="2" presStyleCnt="4"/>
      <dgm:spPr/>
    </dgm:pt>
    <dgm:pt modelId="{26D0C658-0DEA-41FE-AA8D-E7BD3DCE85A7}" type="pres">
      <dgm:prSet presAssocID="{9FD407FB-1BC2-4B36-8A68-49C27B5D945E}" presName="text_4" presStyleLbl="node1" presStyleIdx="3" presStyleCnt="4">
        <dgm:presLayoutVars>
          <dgm:bulletEnabled val="1"/>
        </dgm:presLayoutVars>
      </dgm:prSet>
      <dgm:spPr/>
    </dgm:pt>
    <dgm:pt modelId="{4446F18F-7F33-414D-9778-C78C90594B0B}" type="pres">
      <dgm:prSet presAssocID="{9FD407FB-1BC2-4B36-8A68-49C27B5D945E}" presName="accent_4" presStyleCnt="0"/>
      <dgm:spPr/>
    </dgm:pt>
    <dgm:pt modelId="{834CAF4E-3C6C-4BB7-9244-4946D5675A43}" type="pres">
      <dgm:prSet presAssocID="{9FD407FB-1BC2-4B36-8A68-49C27B5D945E}" presName="accentRepeatNode" presStyleLbl="solidFgAcc1" presStyleIdx="3" presStyleCnt="4"/>
      <dgm:spPr/>
    </dgm:pt>
  </dgm:ptLst>
  <dgm:cxnLst>
    <dgm:cxn modelId="{3E0BAF0A-0A76-48ED-8BD5-9D8BE34CFD58}" srcId="{9228AB2F-4F81-4BBB-8590-E8BD6AA9B50E}" destId="{9FD407FB-1BC2-4B36-8A68-49C27B5D945E}" srcOrd="3" destOrd="0" parTransId="{5D3C672B-9247-4FD6-8D97-9CE2CBB25E2D}" sibTransId="{38490853-98C6-4B5E-867D-E1B60BBB4A09}"/>
    <dgm:cxn modelId="{5CA1C829-EBDA-4E04-8346-B32353176D9C}" type="presOf" srcId="{9FD407FB-1BC2-4B36-8A68-49C27B5D945E}" destId="{26D0C658-0DEA-41FE-AA8D-E7BD3DCE85A7}" srcOrd="0" destOrd="0" presId="urn:microsoft.com/office/officeart/2008/layout/VerticalCurvedList"/>
    <dgm:cxn modelId="{D8BCF942-5E5E-40E6-8124-FDE98BFE17FE}" type="presOf" srcId="{173069EC-9F24-4FFB-9D1E-34E563A261D2}" destId="{4A743D22-4EF6-4B44-9098-0A427AB83BA1}" srcOrd="0" destOrd="0" presId="urn:microsoft.com/office/officeart/2008/layout/VerticalCurvedList"/>
    <dgm:cxn modelId="{453C0B7A-4586-45EF-B10E-6107CD734E02}" srcId="{9228AB2F-4F81-4BBB-8590-E8BD6AA9B50E}" destId="{1AB2E7D1-08E3-487C-8502-4C5227C6AC90}" srcOrd="0" destOrd="0" parTransId="{BD030205-1E9B-43B8-8753-3CE0B4D92671}" sibTransId="{80E4FA56-1BF0-4CDD-B404-1BF5B8A025E8}"/>
    <dgm:cxn modelId="{F1211E85-1AC0-49B8-B8B8-CF5011B2D8FC}" type="presOf" srcId="{9228AB2F-4F81-4BBB-8590-E8BD6AA9B50E}" destId="{0FBA508D-E9B8-471F-958C-E37AC3EC6D04}" srcOrd="0" destOrd="0" presId="urn:microsoft.com/office/officeart/2008/layout/VerticalCurvedList"/>
    <dgm:cxn modelId="{4E80FAA0-AFB5-4551-B762-AA908A571463}" type="presOf" srcId="{1AB2E7D1-08E3-487C-8502-4C5227C6AC90}" destId="{FBF1102A-B1BA-4C4B-9162-024A8E2AC59A}" srcOrd="0" destOrd="0" presId="urn:microsoft.com/office/officeart/2008/layout/VerticalCurvedList"/>
    <dgm:cxn modelId="{FD2115A5-4A3D-4018-B7CC-A66E6892DBAE}" srcId="{9228AB2F-4F81-4BBB-8590-E8BD6AA9B50E}" destId="{173069EC-9F24-4FFB-9D1E-34E563A261D2}" srcOrd="2" destOrd="0" parTransId="{225D43F6-579B-4CDF-A168-7FB883295B52}" sibTransId="{0AE3598D-067F-4D24-A0FA-E0D01DFEBC5A}"/>
    <dgm:cxn modelId="{AF873CBF-6BFC-40FF-B62A-2C77AC274021}" type="presOf" srcId="{80E4FA56-1BF0-4CDD-B404-1BF5B8A025E8}" destId="{8FA8BE55-8B65-4A34-8C4F-3F76C358D76A}" srcOrd="0" destOrd="0" presId="urn:microsoft.com/office/officeart/2008/layout/VerticalCurvedList"/>
    <dgm:cxn modelId="{1AAA1FF3-3D0D-4C35-960F-C976446BFE14}" type="presOf" srcId="{F3D17BBD-F4A2-4747-BC2E-2A6B5AE5ABE1}" destId="{A0CF63A2-8813-4AC3-BDC7-119846F74A28}" srcOrd="0" destOrd="0" presId="urn:microsoft.com/office/officeart/2008/layout/VerticalCurvedList"/>
    <dgm:cxn modelId="{D575B1F9-A87D-481B-B09F-18F3BC7749EE}" srcId="{9228AB2F-4F81-4BBB-8590-E8BD6AA9B50E}" destId="{F3D17BBD-F4A2-4747-BC2E-2A6B5AE5ABE1}" srcOrd="1" destOrd="0" parTransId="{EC5EF2CB-8C2C-49CF-AECB-6504D1F79737}" sibTransId="{414FD173-C383-405F-9537-BC32D0FFF5C2}"/>
    <dgm:cxn modelId="{ED968F58-6671-482A-8426-ECE808EC852D}" type="presParOf" srcId="{0FBA508D-E9B8-471F-958C-E37AC3EC6D04}" destId="{4B867A6A-6C40-4C83-92D4-2616A3A8EFD0}" srcOrd="0" destOrd="0" presId="urn:microsoft.com/office/officeart/2008/layout/VerticalCurvedList"/>
    <dgm:cxn modelId="{5EED9AF1-9DC3-4884-B416-C8D13BFD9C5C}" type="presParOf" srcId="{4B867A6A-6C40-4C83-92D4-2616A3A8EFD0}" destId="{AFC342A9-44C9-4A91-AEF8-C2C1428E6D9D}" srcOrd="0" destOrd="0" presId="urn:microsoft.com/office/officeart/2008/layout/VerticalCurvedList"/>
    <dgm:cxn modelId="{5A9E9CFF-8A6F-4679-A0D2-FEF3EE25B2A8}" type="presParOf" srcId="{AFC342A9-44C9-4A91-AEF8-C2C1428E6D9D}" destId="{1305E0D9-53FA-4722-A606-C0DDA3CFCAF5}" srcOrd="0" destOrd="0" presId="urn:microsoft.com/office/officeart/2008/layout/VerticalCurvedList"/>
    <dgm:cxn modelId="{27D04109-81F5-45CC-AD34-D370F9358F27}" type="presParOf" srcId="{AFC342A9-44C9-4A91-AEF8-C2C1428E6D9D}" destId="{8FA8BE55-8B65-4A34-8C4F-3F76C358D76A}" srcOrd="1" destOrd="0" presId="urn:microsoft.com/office/officeart/2008/layout/VerticalCurvedList"/>
    <dgm:cxn modelId="{585E97E1-EA57-4D69-BCDD-70CE9941083C}" type="presParOf" srcId="{AFC342A9-44C9-4A91-AEF8-C2C1428E6D9D}" destId="{84F69DDD-8C57-4A11-9350-E2B57BE7A262}" srcOrd="2" destOrd="0" presId="urn:microsoft.com/office/officeart/2008/layout/VerticalCurvedList"/>
    <dgm:cxn modelId="{215AFE5F-665F-4C90-BB98-0E7D28B593B4}" type="presParOf" srcId="{AFC342A9-44C9-4A91-AEF8-C2C1428E6D9D}" destId="{91B036C9-6485-4EC5-AEA9-E52309B45620}" srcOrd="3" destOrd="0" presId="urn:microsoft.com/office/officeart/2008/layout/VerticalCurvedList"/>
    <dgm:cxn modelId="{D46D7DE8-9DC9-4ECB-91D9-D093D8294EB3}" type="presParOf" srcId="{4B867A6A-6C40-4C83-92D4-2616A3A8EFD0}" destId="{FBF1102A-B1BA-4C4B-9162-024A8E2AC59A}" srcOrd="1" destOrd="0" presId="urn:microsoft.com/office/officeart/2008/layout/VerticalCurvedList"/>
    <dgm:cxn modelId="{3F903C27-E56B-4BC6-83E6-3AD67B42A34B}" type="presParOf" srcId="{4B867A6A-6C40-4C83-92D4-2616A3A8EFD0}" destId="{AB977F18-5157-4BFC-962C-DE83D5B68F6A}" srcOrd="2" destOrd="0" presId="urn:microsoft.com/office/officeart/2008/layout/VerticalCurvedList"/>
    <dgm:cxn modelId="{611D0BAF-0962-4CED-BADE-00E3E7E66F11}" type="presParOf" srcId="{AB977F18-5157-4BFC-962C-DE83D5B68F6A}" destId="{9B8B93F6-3682-4393-A4B4-81678DF6FDFA}" srcOrd="0" destOrd="0" presId="urn:microsoft.com/office/officeart/2008/layout/VerticalCurvedList"/>
    <dgm:cxn modelId="{00A5277A-1CD3-4AEB-BCB5-4004C16BCFF5}" type="presParOf" srcId="{4B867A6A-6C40-4C83-92D4-2616A3A8EFD0}" destId="{A0CF63A2-8813-4AC3-BDC7-119846F74A28}" srcOrd="3" destOrd="0" presId="urn:microsoft.com/office/officeart/2008/layout/VerticalCurvedList"/>
    <dgm:cxn modelId="{DFCD993F-928C-4C8D-97C6-C05CFE89E00C}" type="presParOf" srcId="{4B867A6A-6C40-4C83-92D4-2616A3A8EFD0}" destId="{B1FBD877-2035-4361-A50D-2FB3A452A03E}" srcOrd="4" destOrd="0" presId="urn:microsoft.com/office/officeart/2008/layout/VerticalCurvedList"/>
    <dgm:cxn modelId="{2ACC21CA-C699-4F89-913E-79894728832A}" type="presParOf" srcId="{B1FBD877-2035-4361-A50D-2FB3A452A03E}" destId="{29C20103-EBBA-4A5C-ABF2-7C0DA6CCDE8F}" srcOrd="0" destOrd="0" presId="urn:microsoft.com/office/officeart/2008/layout/VerticalCurvedList"/>
    <dgm:cxn modelId="{92AA903A-B77F-4003-BD83-30CA30234C1C}" type="presParOf" srcId="{4B867A6A-6C40-4C83-92D4-2616A3A8EFD0}" destId="{4A743D22-4EF6-4B44-9098-0A427AB83BA1}" srcOrd="5" destOrd="0" presId="urn:microsoft.com/office/officeart/2008/layout/VerticalCurvedList"/>
    <dgm:cxn modelId="{BAF573BA-9DED-4269-A67D-193DD7810189}" type="presParOf" srcId="{4B867A6A-6C40-4C83-92D4-2616A3A8EFD0}" destId="{43CB34D4-ACD3-445C-A6A2-5A26A3B6E644}" srcOrd="6" destOrd="0" presId="urn:microsoft.com/office/officeart/2008/layout/VerticalCurvedList"/>
    <dgm:cxn modelId="{9356548C-F83F-43F9-BB9A-C20960E230D5}" type="presParOf" srcId="{43CB34D4-ACD3-445C-A6A2-5A26A3B6E644}" destId="{EBE1E81F-1DE3-4493-8A54-980DC88A3AEF}" srcOrd="0" destOrd="0" presId="urn:microsoft.com/office/officeart/2008/layout/VerticalCurvedList"/>
    <dgm:cxn modelId="{36FB1E01-A6A6-4C27-875F-A8E5E45E2B41}" type="presParOf" srcId="{4B867A6A-6C40-4C83-92D4-2616A3A8EFD0}" destId="{26D0C658-0DEA-41FE-AA8D-E7BD3DCE85A7}" srcOrd="7" destOrd="0" presId="urn:microsoft.com/office/officeart/2008/layout/VerticalCurvedList"/>
    <dgm:cxn modelId="{F1598C35-74F5-4337-BAEB-7424EC57AC09}" type="presParOf" srcId="{4B867A6A-6C40-4C83-92D4-2616A3A8EFD0}" destId="{4446F18F-7F33-414D-9778-C78C90594B0B}" srcOrd="8" destOrd="0" presId="urn:microsoft.com/office/officeart/2008/layout/VerticalCurvedList"/>
    <dgm:cxn modelId="{4A4F741C-F4C5-4A40-A365-708BC8E6F1B2}" type="presParOf" srcId="{4446F18F-7F33-414D-9778-C78C90594B0B}" destId="{834CAF4E-3C6C-4BB7-9244-4946D5675A4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94E037AB-56A5-4881-94DB-BAB06A8B09D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C5DA275-F37D-4234-9172-6FE5BCD71F21}">
      <dgm:prSet/>
      <dgm:spPr/>
      <dgm:t>
        <a:bodyPr/>
        <a:lstStyle/>
        <a:p>
          <a:r>
            <a:rPr lang="ru-RU" b="0" i="0"/>
            <a:t>козацьких воєн кінця XVI ст.</a:t>
          </a:r>
          <a:endParaRPr lang="uk-UA"/>
        </a:p>
      </dgm:t>
    </dgm:pt>
    <dgm:pt modelId="{9FA069B7-01E3-42C8-AAAE-80A83DD3BC46}" type="parTrans" cxnId="{1D16312F-8688-4787-AEFE-4D6FD596124D}">
      <dgm:prSet/>
      <dgm:spPr/>
      <dgm:t>
        <a:bodyPr/>
        <a:lstStyle/>
        <a:p>
          <a:endParaRPr lang="uk-UA"/>
        </a:p>
      </dgm:t>
    </dgm:pt>
    <dgm:pt modelId="{1D2BA800-1545-46FD-B03C-5FA6BF47FAA9}" type="sibTrans" cxnId="{1D16312F-8688-4787-AEFE-4D6FD596124D}">
      <dgm:prSet/>
      <dgm:spPr/>
      <dgm:t>
        <a:bodyPr/>
        <a:lstStyle/>
        <a:p>
          <a:endParaRPr lang="uk-UA"/>
        </a:p>
      </dgm:t>
    </dgm:pt>
    <dgm:pt modelId="{DBC8C8DE-7D0C-42F0-A78D-77FE02604878}">
      <dgm:prSet/>
      <dgm:spPr/>
      <dgm:t>
        <a:bodyPr/>
        <a:lstStyle/>
        <a:p>
          <a:r>
            <a:rPr lang="ru-RU" b="0" i="0"/>
            <a:t>морських походів козаків початку XVII ст.</a:t>
          </a:r>
          <a:endParaRPr lang="uk-UA"/>
        </a:p>
      </dgm:t>
    </dgm:pt>
    <dgm:pt modelId="{BC66CF3F-3BD3-44B9-813E-763BBAC40AA7}" type="parTrans" cxnId="{B7608170-8A04-486C-9C16-BAC78B11D2C1}">
      <dgm:prSet/>
      <dgm:spPr/>
      <dgm:t>
        <a:bodyPr/>
        <a:lstStyle/>
        <a:p>
          <a:endParaRPr lang="uk-UA"/>
        </a:p>
      </dgm:t>
    </dgm:pt>
    <dgm:pt modelId="{7BB4129B-AFD3-4F0F-BF5F-1D6F0880D1B3}" type="sibTrans" cxnId="{B7608170-8A04-486C-9C16-BAC78B11D2C1}">
      <dgm:prSet/>
      <dgm:spPr/>
      <dgm:t>
        <a:bodyPr/>
        <a:lstStyle/>
        <a:p>
          <a:endParaRPr lang="uk-UA"/>
        </a:p>
      </dgm:t>
    </dgm:pt>
    <dgm:pt modelId="{83A5C077-1BD2-4A4F-A750-AA7672A43AFD}">
      <dgm:prSet/>
      <dgm:spPr/>
      <dgm:t>
        <a:bodyPr/>
        <a:lstStyle/>
        <a:p>
          <a:r>
            <a:rPr lang="ru-RU" b="0" i="0" dirty="0" err="1"/>
            <a:t>козацько-селянських</a:t>
          </a:r>
          <a:r>
            <a:rPr lang="ru-RU" b="0" i="0" dirty="0"/>
            <a:t> </a:t>
          </a:r>
          <a:r>
            <a:rPr lang="ru-RU" b="0" i="0" dirty="0" err="1"/>
            <a:t>повстань</a:t>
          </a:r>
          <a:r>
            <a:rPr lang="ru-RU" b="0" i="0" dirty="0"/>
            <a:t> 20 — 30-х </a:t>
          </a:r>
          <a:r>
            <a:rPr lang="ru-RU" b="0" i="0" dirty="0" err="1"/>
            <a:t>рр</a:t>
          </a:r>
          <a:r>
            <a:rPr lang="ru-RU" b="0" i="0" dirty="0"/>
            <a:t>. XVII ст.</a:t>
          </a:r>
          <a:endParaRPr lang="uk-UA" dirty="0"/>
        </a:p>
      </dgm:t>
    </dgm:pt>
    <dgm:pt modelId="{2B5713DE-81FA-4400-B358-9CA907A99072}" type="parTrans" cxnId="{DC84F12C-CA66-46DF-8BCC-15E237DD2D6D}">
      <dgm:prSet/>
      <dgm:spPr/>
      <dgm:t>
        <a:bodyPr/>
        <a:lstStyle/>
        <a:p>
          <a:endParaRPr lang="uk-UA"/>
        </a:p>
      </dgm:t>
    </dgm:pt>
    <dgm:pt modelId="{FC5690BD-E4FC-42E8-A341-3D1DFDBADACB}" type="sibTrans" cxnId="{DC84F12C-CA66-46DF-8BCC-15E237DD2D6D}">
      <dgm:prSet/>
      <dgm:spPr/>
      <dgm:t>
        <a:bodyPr/>
        <a:lstStyle/>
        <a:p>
          <a:endParaRPr lang="uk-UA"/>
        </a:p>
      </dgm:t>
    </dgm:pt>
    <dgm:pt modelId="{0E07F3C6-7013-499C-B123-78639CAEA02F}">
      <dgm:prSet/>
      <dgm:spPr/>
      <dgm:t>
        <a:bodyPr/>
        <a:lstStyle/>
        <a:p>
          <a:r>
            <a:rPr lang="ru-RU" b="0" i="0" dirty="0" err="1"/>
            <a:t>національно-визвольноі</a:t>
          </a:r>
          <a:r>
            <a:rPr lang="ru-RU" b="0" i="0" dirty="0"/>
            <a:t>̈ </a:t>
          </a:r>
          <a:r>
            <a:rPr lang="ru-RU" b="0" i="0" dirty="0" err="1"/>
            <a:t>війни</a:t>
          </a:r>
          <a:r>
            <a:rPr lang="ru-RU" b="0" i="0" dirty="0"/>
            <a:t> </a:t>
          </a:r>
          <a:r>
            <a:rPr lang="ru-RU" b="0" i="0" dirty="0" err="1"/>
            <a:t>українського</a:t>
          </a:r>
          <a:r>
            <a:rPr lang="ru-RU" b="0" i="0" dirty="0"/>
            <a:t> народу </a:t>
          </a:r>
          <a:r>
            <a:rPr lang="ru-RU" b="0" i="0" dirty="0" err="1"/>
            <a:t>середини</a:t>
          </a:r>
          <a:r>
            <a:rPr lang="ru-RU" b="0" i="0" dirty="0"/>
            <a:t> XVII ст.</a:t>
          </a:r>
          <a:endParaRPr lang="uk-UA" dirty="0"/>
        </a:p>
      </dgm:t>
    </dgm:pt>
    <dgm:pt modelId="{D026A8D4-4DC1-4B24-A9BD-BFC9B53D3B34}" type="parTrans" cxnId="{A570DA19-74F5-4320-AC88-7A5FD16602B1}">
      <dgm:prSet/>
      <dgm:spPr/>
      <dgm:t>
        <a:bodyPr/>
        <a:lstStyle/>
        <a:p>
          <a:endParaRPr lang="uk-UA"/>
        </a:p>
      </dgm:t>
    </dgm:pt>
    <dgm:pt modelId="{EE9AC6C0-2E43-4080-A332-2E202F1E2DD2}" type="sibTrans" cxnId="{A570DA19-74F5-4320-AC88-7A5FD16602B1}">
      <dgm:prSet/>
      <dgm:spPr/>
      <dgm:t>
        <a:bodyPr/>
        <a:lstStyle/>
        <a:p>
          <a:endParaRPr lang="uk-UA"/>
        </a:p>
      </dgm:t>
    </dgm:pt>
    <dgm:pt modelId="{F471EA4D-90AC-403C-B007-0BED2DF8E17A}" type="pres">
      <dgm:prSet presAssocID="{94E037AB-56A5-4881-94DB-BAB06A8B09D4}" presName="linear" presStyleCnt="0">
        <dgm:presLayoutVars>
          <dgm:animLvl val="lvl"/>
          <dgm:resizeHandles val="exact"/>
        </dgm:presLayoutVars>
      </dgm:prSet>
      <dgm:spPr/>
    </dgm:pt>
    <dgm:pt modelId="{AE6FD457-315A-43D0-A88A-59DA18AA1762}" type="pres">
      <dgm:prSet presAssocID="{1C5DA275-F37D-4234-9172-6FE5BCD71F2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838F4A1-6FC2-46C8-998E-1B757B0652EE}" type="pres">
      <dgm:prSet presAssocID="{1D2BA800-1545-46FD-B03C-5FA6BF47FAA9}" presName="spacer" presStyleCnt="0"/>
      <dgm:spPr/>
    </dgm:pt>
    <dgm:pt modelId="{3DA35010-51C1-46A3-8F23-91B8B50F0304}" type="pres">
      <dgm:prSet presAssocID="{DBC8C8DE-7D0C-42F0-A78D-77FE0260487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32CF7B1-CE60-4865-BD0F-F5BB735F494F}" type="pres">
      <dgm:prSet presAssocID="{7BB4129B-AFD3-4F0F-BF5F-1D6F0880D1B3}" presName="spacer" presStyleCnt="0"/>
      <dgm:spPr/>
    </dgm:pt>
    <dgm:pt modelId="{B95C44C9-8511-467F-8178-7D10093C47EC}" type="pres">
      <dgm:prSet presAssocID="{83A5C077-1BD2-4A4F-A750-AA7672A43AF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C6B875C-9DC3-47D1-8862-FFC745E1CECC}" type="pres">
      <dgm:prSet presAssocID="{FC5690BD-E4FC-42E8-A341-3D1DFDBADACB}" presName="spacer" presStyleCnt="0"/>
      <dgm:spPr/>
    </dgm:pt>
    <dgm:pt modelId="{763053BA-89EE-4ED5-B947-E3FF042EA00F}" type="pres">
      <dgm:prSet presAssocID="{0E07F3C6-7013-499C-B123-78639CAEA02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570DA19-74F5-4320-AC88-7A5FD16602B1}" srcId="{94E037AB-56A5-4881-94DB-BAB06A8B09D4}" destId="{0E07F3C6-7013-499C-B123-78639CAEA02F}" srcOrd="3" destOrd="0" parTransId="{D026A8D4-4DC1-4B24-A9BD-BFC9B53D3B34}" sibTransId="{EE9AC6C0-2E43-4080-A332-2E202F1E2DD2}"/>
    <dgm:cxn modelId="{DC84F12C-CA66-46DF-8BCC-15E237DD2D6D}" srcId="{94E037AB-56A5-4881-94DB-BAB06A8B09D4}" destId="{83A5C077-1BD2-4A4F-A750-AA7672A43AFD}" srcOrd="2" destOrd="0" parTransId="{2B5713DE-81FA-4400-B358-9CA907A99072}" sibTransId="{FC5690BD-E4FC-42E8-A341-3D1DFDBADACB}"/>
    <dgm:cxn modelId="{1D16312F-8688-4787-AEFE-4D6FD596124D}" srcId="{94E037AB-56A5-4881-94DB-BAB06A8B09D4}" destId="{1C5DA275-F37D-4234-9172-6FE5BCD71F21}" srcOrd="0" destOrd="0" parTransId="{9FA069B7-01E3-42C8-AAAE-80A83DD3BC46}" sibTransId="{1D2BA800-1545-46FD-B03C-5FA6BF47FAA9}"/>
    <dgm:cxn modelId="{F6457A49-15B5-42D7-86D7-9FB242F60BFA}" type="presOf" srcId="{94E037AB-56A5-4881-94DB-BAB06A8B09D4}" destId="{F471EA4D-90AC-403C-B007-0BED2DF8E17A}" srcOrd="0" destOrd="0" presId="urn:microsoft.com/office/officeart/2005/8/layout/vList2"/>
    <dgm:cxn modelId="{E73C4C4C-BE02-41A8-B1F1-4A6EB9CB8754}" type="presOf" srcId="{0E07F3C6-7013-499C-B123-78639CAEA02F}" destId="{763053BA-89EE-4ED5-B947-E3FF042EA00F}" srcOrd="0" destOrd="0" presId="urn:microsoft.com/office/officeart/2005/8/layout/vList2"/>
    <dgm:cxn modelId="{B7608170-8A04-486C-9C16-BAC78B11D2C1}" srcId="{94E037AB-56A5-4881-94DB-BAB06A8B09D4}" destId="{DBC8C8DE-7D0C-42F0-A78D-77FE02604878}" srcOrd="1" destOrd="0" parTransId="{BC66CF3F-3BD3-44B9-813E-763BBAC40AA7}" sibTransId="{7BB4129B-AFD3-4F0F-BF5F-1D6F0880D1B3}"/>
    <dgm:cxn modelId="{352D5BCA-685E-448D-8782-E5C693EA334D}" type="presOf" srcId="{1C5DA275-F37D-4234-9172-6FE5BCD71F21}" destId="{AE6FD457-315A-43D0-A88A-59DA18AA1762}" srcOrd="0" destOrd="0" presId="urn:microsoft.com/office/officeart/2005/8/layout/vList2"/>
    <dgm:cxn modelId="{5556B6CF-CE07-44DE-8AB5-92528B0CA7F6}" type="presOf" srcId="{83A5C077-1BD2-4A4F-A750-AA7672A43AFD}" destId="{B95C44C9-8511-467F-8178-7D10093C47EC}" srcOrd="0" destOrd="0" presId="urn:microsoft.com/office/officeart/2005/8/layout/vList2"/>
    <dgm:cxn modelId="{041C07DE-5BB2-4A91-889D-D870449EEBFE}" type="presOf" srcId="{DBC8C8DE-7D0C-42F0-A78D-77FE02604878}" destId="{3DA35010-51C1-46A3-8F23-91B8B50F0304}" srcOrd="0" destOrd="0" presId="urn:microsoft.com/office/officeart/2005/8/layout/vList2"/>
    <dgm:cxn modelId="{B6399566-E690-453E-9B1F-14D2A78B486D}" type="presParOf" srcId="{F471EA4D-90AC-403C-B007-0BED2DF8E17A}" destId="{AE6FD457-315A-43D0-A88A-59DA18AA1762}" srcOrd="0" destOrd="0" presId="urn:microsoft.com/office/officeart/2005/8/layout/vList2"/>
    <dgm:cxn modelId="{74761279-D6DF-4DF3-8725-46D3B64CBEA7}" type="presParOf" srcId="{F471EA4D-90AC-403C-B007-0BED2DF8E17A}" destId="{B838F4A1-6FC2-46C8-998E-1B757B0652EE}" srcOrd="1" destOrd="0" presId="urn:microsoft.com/office/officeart/2005/8/layout/vList2"/>
    <dgm:cxn modelId="{B97D8F77-6324-45C0-8172-D1C38BE2AF8E}" type="presParOf" srcId="{F471EA4D-90AC-403C-B007-0BED2DF8E17A}" destId="{3DA35010-51C1-46A3-8F23-91B8B50F0304}" srcOrd="2" destOrd="0" presId="urn:microsoft.com/office/officeart/2005/8/layout/vList2"/>
    <dgm:cxn modelId="{00AA927F-BFCD-41E9-82A7-FDBD9758AD34}" type="presParOf" srcId="{F471EA4D-90AC-403C-B007-0BED2DF8E17A}" destId="{132CF7B1-CE60-4865-BD0F-F5BB735F494F}" srcOrd="3" destOrd="0" presId="urn:microsoft.com/office/officeart/2005/8/layout/vList2"/>
    <dgm:cxn modelId="{B1735C73-DC71-48E2-99FB-0473F740329F}" type="presParOf" srcId="{F471EA4D-90AC-403C-B007-0BED2DF8E17A}" destId="{B95C44C9-8511-467F-8178-7D10093C47EC}" srcOrd="4" destOrd="0" presId="urn:microsoft.com/office/officeart/2005/8/layout/vList2"/>
    <dgm:cxn modelId="{8638822B-6ED0-415F-B3BB-003B0134B5BA}" type="presParOf" srcId="{F471EA4D-90AC-403C-B007-0BED2DF8E17A}" destId="{FC6B875C-9DC3-47D1-8862-FFC745E1CECC}" srcOrd="5" destOrd="0" presId="urn:microsoft.com/office/officeart/2005/8/layout/vList2"/>
    <dgm:cxn modelId="{B8C05FA0-D12A-4F1B-89C2-FB8C5FB681F5}" type="presParOf" srcId="{F471EA4D-90AC-403C-B007-0BED2DF8E17A}" destId="{763053BA-89EE-4ED5-B947-E3FF042EA00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94E037AB-56A5-4881-94DB-BAB06A8B09D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1C5DA275-F37D-4234-9172-6FE5BCD71F21}">
      <dgm:prSet/>
      <dgm:spPr/>
      <dgm:t>
        <a:bodyPr/>
        <a:lstStyle/>
        <a:p>
          <a:r>
            <a:rPr lang="ru-RU" b="0" i="0"/>
            <a:t>козацьких воєн кінця XVI ст.</a:t>
          </a:r>
          <a:endParaRPr lang="uk-UA"/>
        </a:p>
      </dgm:t>
    </dgm:pt>
    <dgm:pt modelId="{9FA069B7-01E3-42C8-AAAE-80A83DD3BC46}" type="parTrans" cxnId="{1D16312F-8688-4787-AEFE-4D6FD596124D}">
      <dgm:prSet/>
      <dgm:spPr/>
      <dgm:t>
        <a:bodyPr/>
        <a:lstStyle/>
        <a:p>
          <a:endParaRPr lang="uk-UA"/>
        </a:p>
      </dgm:t>
    </dgm:pt>
    <dgm:pt modelId="{1D2BA800-1545-46FD-B03C-5FA6BF47FAA9}" type="sibTrans" cxnId="{1D16312F-8688-4787-AEFE-4D6FD596124D}">
      <dgm:prSet/>
      <dgm:spPr/>
      <dgm:t>
        <a:bodyPr/>
        <a:lstStyle/>
        <a:p>
          <a:endParaRPr lang="uk-UA"/>
        </a:p>
      </dgm:t>
    </dgm:pt>
    <dgm:pt modelId="{DBC8C8DE-7D0C-42F0-A78D-77FE02604878}">
      <dgm:prSet/>
      <dgm:spPr/>
      <dgm:t>
        <a:bodyPr/>
        <a:lstStyle/>
        <a:p>
          <a:r>
            <a:rPr lang="ru-RU" b="0" i="0"/>
            <a:t>морських походів козаків початку XVII ст.</a:t>
          </a:r>
          <a:endParaRPr lang="uk-UA"/>
        </a:p>
      </dgm:t>
    </dgm:pt>
    <dgm:pt modelId="{BC66CF3F-3BD3-44B9-813E-763BBAC40AA7}" type="parTrans" cxnId="{B7608170-8A04-486C-9C16-BAC78B11D2C1}">
      <dgm:prSet/>
      <dgm:spPr/>
      <dgm:t>
        <a:bodyPr/>
        <a:lstStyle/>
        <a:p>
          <a:endParaRPr lang="uk-UA"/>
        </a:p>
      </dgm:t>
    </dgm:pt>
    <dgm:pt modelId="{7BB4129B-AFD3-4F0F-BF5F-1D6F0880D1B3}" type="sibTrans" cxnId="{B7608170-8A04-486C-9C16-BAC78B11D2C1}">
      <dgm:prSet/>
      <dgm:spPr/>
      <dgm:t>
        <a:bodyPr/>
        <a:lstStyle/>
        <a:p>
          <a:endParaRPr lang="uk-UA"/>
        </a:p>
      </dgm:t>
    </dgm:pt>
    <dgm:pt modelId="{83A5C077-1BD2-4A4F-A750-AA7672A43AFD}">
      <dgm:prSet/>
      <dgm:spPr/>
      <dgm:t>
        <a:bodyPr/>
        <a:lstStyle/>
        <a:p>
          <a:r>
            <a:rPr lang="ru-RU" b="0" i="0" dirty="0" err="1"/>
            <a:t>козацько-селянських</a:t>
          </a:r>
          <a:r>
            <a:rPr lang="ru-RU" b="0" i="0" dirty="0"/>
            <a:t> </a:t>
          </a:r>
          <a:r>
            <a:rPr lang="ru-RU" b="0" i="0" dirty="0" err="1"/>
            <a:t>повстань</a:t>
          </a:r>
          <a:r>
            <a:rPr lang="ru-RU" b="0" i="0" dirty="0"/>
            <a:t> 20 — 30-х </a:t>
          </a:r>
          <a:r>
            <a:rPr lang="ru-RU" b="0" i="0" dirty="0" err="1"/>
            <a:t>рр</a:t>
          </a:r>
          <a:r>
            <a:rPr lang="ru-RU" b="0" i="0" dirty="0"/>
            <a:t>. XVII ст.</a:t>
          </a:r>
          <a:endParaRPr lang="uk-UA" dirty="0"/>
        </a:p>
      </dgm:t>
    </dgm:pt>
    <dgm:pt modelId="{2B5713DE-81FA-4400-B358-9CA907A99072}" type="parTrans" cxnId="{DC84F12C-CA66-46DF-8BCC-15E237DD2D6D}">
      <dgm:prSet/>
      <dgm:spPr/>
      <dgm:t>
        <a:bodyPr/>
        <a:lstStyle/>
        <a:p>
          <a:endParaRPr lang="uk-UA"/>
        </a:p>
      </dgm:t>
    </dgm:pt>
    <dgm:pt modelId="{FC5690BD-E4FC-42E8-A341-3D1DFDBADACB}" type="sibTrans" cxnId="{DC84F12C-CA66-46DF-8BCC-15E237DD2D6D}">
      <dgm:prSet/>
      <dgm:spPr/>
      <dgm:t>
        <a:bodyPr/>
        <a:lstStyle/>
        <a:p>
          <a:endParaRPr lang="uk-UA"/>
        </a:p>
      </dgm:t>
    </dgm:pt>
    <dgm:pt modelId="{0E07F3C6-7013-499C-B123-78639CAEA02F}">
      <dgm:prSet/>
      <dgm:spPr>
        <a:solidFill>
          <a:srgbClr val="0070C0"/>
        </a:solidFill>
      </dgm:spPr>
      <dgm:t>
        <a:bodyPr/>
        <a:lstStyle/>
        <a:p>
          <a:r>
            <a:rPr lang="ru-RU" b="0" i="0" dirty="0" err="1"/>
            <a:t>національно-визвольноі</a:t>
          </a:r>
          <a:r>
            <a:rPr lang="ru-RU" b="0" i="0" dirty="0"/>
            <a:t>̈ </a:t>
          </a:r>
          <a:r>
            <a:rPr lang="ru-RU" b="0" i="0" dirty="0" err="1"/>
            <a:t>війни</a:t>
          </a:r>
          <a:r>
            <a:rPr lang="ru-RU" b="0" i="0" dirty="0"/>
            <a:t> </a:t>
          </a:r>
          <a:r>
            <a:rPr lang="ru-RU" b="0" i="0" dirty="0" err="1"/>
            <a:t>українського</a:t>
          </a:r>
          <a:r>
            <a:rPr lang="ru-RU" b="0" i="0" dirty="0"/>
            <a:t> народу </a:t>
          </a:r>
          <a:r>
            <a:rPr lang="ru-RU" b="0" i="0" dirty="0" err="1"/>
            <a:t>середини</a:t>
          </a:r>
          <a:r>
            <a:rPr lang="ru-RU" b="0" i="0" dirty="0"/>
            <a:t> XVII ст.</a:t>
          </a:r>
          <a:endParaRPr lang="uk-UA" dirty="0"/>
        </a:p>
      </dgm:t>
    </dgm:pt>
    <dgm:pt modelId="{D026A8D4-4DC1-4B24-A9BD-BFC9B53D3B34}" type="parTrans" cxnId="{A570DA19-74F5-4320-AC88-7A5FD16602B1}">
      <dgm:prSet/>
      <dgm:spPr/>
      <dgm:t>
        <a:bodyPr/>
        <a:lstStyle/>
        <a:p>
          <a:endParaRPr lang="uk-UA"/>
        </a:p>
      </dgm:t>
    </dgm:pt>
    <dgm:pt modelId="{EE9AC6C0-2E43-4080-A332-2E202F1E2DD2}" type="sibTrans" cxnId="{A570DA19-74F5-4320-AC88-7A5FD16602B1}">
      <dgm:prSet/>
      <dgm:spPr/>
      <dgm:t>
        <a:bodyPr/>
        <a:lstStyle/>
        <a:p>
          <a:endParaRPr lang="uk-UA"/>
        </a:p>
      </dgm:t>
    </dgm:pt>
    <dgm:pt modelId="{F471EA4D-90AC-403C-B007-0BED2DF8E17A}" type="pres">
      <dgm:prSet presAssocID="{94E037AB-56A5-4881-94DB-BAB06A8B09D4}" presName="linear" presStyleCnt="0">
        <dgm:presLayoutVars>
          <dgm:animLvl val="lvl"/>
          <dgm:resizeHandles val="exact"/>
        </dgm:presLayoutVars>
      </dgm:prSet>
      <dgm:spPr/>
    </dgm:pt>
    <dgm:pt modelId="{AE6FD457-315A-43D0-A88A-59DA18AA1762}" type="pres">
      <dgm:prSet presAssocID="{1C5DA275-F37D-4234-9172-6FE5BCD71F2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838F4A1-6FC2-46C8-998E-1B757B0652EE}" type="pres">
      <dgm:prSet presAssocID="{1D2BA800-1545-46FD-B03C-5FA6BF47FAA9}" presName="spacer" presStyleCnt="0"/>
      <dgm:spPr/>
    </dgm:pt>
    <dgm:pt modelId="{3DA35010-51C1-46A3-8F23-91B8B50F0304}" type="pres">
      <dgm:prSet presAssocID="{DBC8C8DE-7D0C-42F0-A78D-77FE0260487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32CF7B1-CE60-4865-BD0F-F5BB735F494F}" type="pres">
      <dgm:prSet presAssocID="{7BB4129B-AFD3-4F0F-BF5F-1D6F0880D1B3}" presName="spacer" presStyleCnt="0"/>
      <dgm:spPr/>
    </dgm:pt>
    <dgm:pt modelId="{B95C44C9-8511-467F-8178-7D10093C47EC}" type="pres">
      <dgm:prSet presAssocID="{83A5C077-1BD2-4A4F-A750-AA7672A43AF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C6B875C-9DC3-47D1-8862-FFC745E1CECC}" type="pres">
      <dgm:prSet presAssocID="{FC5690BD-E4FC-42E8-A341-3D1DFDBADACB}" presName="spacer" presStyleCnt="0"/>
      <dgm:spPr/>
    </dgm:pt>
    <dgm:pt modelId="{763053BA-89EE-4ED5-B947-E3FF042EA00F}" type="pres">
      <dgm:prSet presAssocID="{0E07F3C6-7013-499C-B123-78639CAEA02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570DA19-74F5-4320-AC88-7A5FD16602B1}" srcId="{94E037AB-56A5-4881-94DB-BAB06A8B09D4}" destId="{0E07F3C6-7013-499C-B123-78639CAEA02F}" srcOrd="3" destOrd="0" parTransId="{D026A8D4-4DC1-4B24-A9BD-BFC9B53D3B34}" sibTransId="{EE9AC6C0-2E43-4080-A332-2E202F1E2DD2}"/>
    <dgm:cxn modelId="{DC84F12C-CA66-46DF-8BCC-15E237DD2D6D}" srcId="{94E037AB-56A5-4881-94DB-BAB06A8B09D4}" destId="{83A5C077-1BD2-4A4F-A750-AA7672A43AFD}" srcOrd="2" destOrd="0" parTransId="{2B5713DE-81FA-4400-B358-9CA907A99072}" sibTransId="{FC5690BD-E4FC-42E8-A341-3D1DFDBADACB}"/>
    <dgm:cxn modelId="{1D16312F-8688-4787-AEFE-4D6FD596124D}" srcId="{94E037AB-56A5-4881-94DB-BAB06A8B09D4}" destId="{1C5DA275-F37D-4234-9172-6FE5BCD71F21}" srcOrd="0" destOrd="0" parTransId="{9FA069B7-01E3-42C8-AAAE-80A83DD3BC46}" sibTransId="{1D2BA800-1545-46FD-B03C-5FA6BF47FAA9}"/>
    <dgm:cxn modelId="{F6457A49-15B5-42D7-86D7-9FB242F60BFA}" type="presOf" srcId="{94E037AB-56A5-4881-94DB-BAB06A8B09D4}" destId="{F471EA4D-90AC-403C-B007-0BED2DF8E17A}" srcOrd="0" destOrd="0" presId="urn:microsoft.com/office/officeart/2005/8/layout/vList2"/>
    <dgm:cxn modelId="{E73C4C4C-BE02-41A8-B1F1-4A6EB9CB8754}" type="presOf" srcId="{0E07F3C6-7013-499C-B123-78639CAEA02F}" destId="{763053BA-89EE-4ED5-B947-E3FF042EA00F}" srcOrd="0" destOrd="0" presId="urn:microsoft.com/office/officeart/2005/8/layout/vList2"/>
    <dgm:cxn modelId="{B7608170-8A04-486C-9C16-BAC78B11D2C1}" srcId="{94E037AB-56A5-4881-94DB-BAB06A8B09D4}" destId="{DBC8C8DE-7D0C-42F0-A78D-77FE02604878}" srcOrd="1" destOrd="0" parTransId="{BC66CF3F-3BD3-44B9-813E-763BBAC40AA7}" sibTransId="{7BB4129B-AFD3-4F0F-BF5F-1D6F0880D1B3}"/>
    <dgm:cxn modelId="{352D5BCA-685E-448D-8782-E5C693EA334D}" type="presOf" srcId="{1C5DA275-F37D-4234-9172-6FE5BCD71F21}" destId="{AE6FD457-315A-43D0-A88A-59DA18AA1762}" srcOrd="0" destOrd="0" presId="urn:microsoft.com/office/officeart/2005/8/layout/vList2"/>
    <dgm:cxn modelId="{5556B6CF-CE07-44DE-8AB5-92528B0CA7F6}" type="presOf" srcId="{83A5C077-1BD2-4A4F-A750-AA7672A43AFD}" destId="{B95C44C9-8511-467F-8178-7D10093C47EC}" srcOrd="0" destOrd="0" presId="urn:microsoft.com/office/officeart/2005/8/layout/vList2"/>
    <dgm:cxn modelId="{041C07DE-5BB2-4A91-889D-D870449EEBFE}" type="presOf" srcId="{DBC8C8DE-7D0C-42F0-A78D-77FE02604878}" destId="{3DA35010-51C1-46A3-8F23-91B8B50F0304}" srcOrd="0" destOrd="0" presId="urn:microsoft.com/office/officeart/2005/8/layout/vList2"/>
    <dgm:cxn modelId="{B6399566-E690-453E-9B1F-14D2A78B486D}" type="presParOf" srcId="{F471EA4D-90AC-403C-B007-0BED2DF8E17A}" destId="{AE6FD457-315A-43D0-A88A-59DA18AA1762}" srcOrd="0" destOrd="0" presId="urn:microsoft.com/office/officeart/2005/8/layout/vList2"/>
    <dgm:cxn modelId="{74761279-D6DF-4DF3-8725-46D3B64CBEA7}" type="presParOf" srcId="{F471EA4D-90AC-403C-B007-0BED2DF8E17A}" destId="{B838F4A1-6FC2-46C8-998E-1B757B0652EE}" srcOrd="1" destOrd="0" presId="urn:microsoft.com/office/officeart/2005/8/layout/vList2"/>
    <dgm:cxn modelId="{B97D8F77-6324-45C0-8172-D1C38BE2AF8E}" type="presParOf" srcId="{F471EA4D-90AC-403C-B007-0BED2DF8E17A}" destId="{3DA35010-51C1-46A3-8F23-91B8B50F0304}" srcOrd="2" destOrd="0" presId="urn:microsoft.com/office/officeart/2005/8/layout/vList2"/>
    <dgm:cxn modelId="{00AA927F-BFCD-41E9-82A7-FDBD9758AD34}" type="presParOf" srcId="{F471EA4D-90AC-403C-B007-0BED2DF8E17A}" destId="{132CF7B1-CE60-4865-BD0F-F5BB735F494F}" srcOrd="3" destOrd="0" presId="urn:microsoft.com/office/officeart/2005/8/layout/vList2"/>
    <dgm:cxn modelId="{B1735C73-DC71-48E2-99FB-0473F740329F}" type="presParOf" srcId="{F471EA4D-90AC-403C-B007-0BED2DF8E17A}" destId="{B95C44C9-8511-467F-8178-7D10093C47EC}" srcOrd="4" destOrd="0" presId="urn:microsoft.com/office/officeart/2005/8/layout/vList2"/>
    <dgm:cxn modelId="{8638822B-6ED0-415F-B3BB-003B0134B5BA}" type="presParOf" srcId="{F471EA4D-90AC-403C-B007-0BED2DF8E17A}" destId="{FC6B875C-9DC3-47D1-8862-FFC745E1CECC}" srcOrd="5" destOrd="0" presId="urn:microsoft.com/office/officeart/2005/8/layout/vList2"/>
    <dgm:cxn modelId="{B8C05FA0-D12A-4F1B-89C2-FB8C5FB681F5}" type="presParOf" srcId="{F471EA4D-90AC-403C-B007-0BED2DF8E17A}" destId="{763053BA-89EE-4ED5-B947-E3FF042EA00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C2100EC4-5D2E-4F11-8C53-B9BE752DEE84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DEE8706-2838-4E0D-ABF2-4597A0189EFC}">
      <dgm:prSet/>
      <dgm:spPr/>
      <dgm:t>
        <a:bodyPr/>
        <a:lstStyle/>
        <a:p>
          <a:r>
            <a:rPr lang="uk-UA" b="0" i="0"/>
            <a:t>Ліквідація кріпацтва та здобуття селянами особистої свободи.</a:t>
          </a:r>
          <a:endParaRPr lang="uk-UA"/>
        </a:p>
      </dgm:t>
    </dgm:pt>
    <dgm:pt modelId="{8875AE36-9814-4E19-8F86-4AF00BD41784}" type="parTrans" cxnId="{E3E2DBB1-B3A0-4A4C-94ED-366ECED993DA}">
      <dgm:prSet/>
      <dgm:spPr/>
      <dgm:t>
        <a:bodyPr/>
        <a:lstStyle/>
        <a:p>
          <a:endParaRPr lang="uk-UA"/>
        </a:p>
      </dgm:t>
    </dgm:pt>
    <dgm:pt modelId="{189C58A7-2694-4EC7-9A48-CA60E1D324EB}" type="sibTrans" cxnId="{E3E2DBB1-B3A0-4A4C-94ED-366ECED993DA}">
      <dgm:prSet/>
      <dgm:spPr/>
      <dgm:t>
        <a:bodyPr/>
        <a:lstStyle/>
        <a:p>
          <a:endParaRPr lang="uk-UA"/>
        </a:p>
      </dgm:t>
    </dgm:pt>
    <dgm:pt modelId="{50053A59-2458-40AB-B4AD-262046D36D72}">
      <dgm:prSet/>
      <dgm:spPr/>
      <dgm:t>
        <a:bodyPr/>
        <a:lstStyle/>
        <a:p>
          <a:r>
            <a:rPr lang="uk-UA" b="0" i="0" dirty="0"/>
            <a:t>Заборона продажу й дарування земельних маєтків і садиб.</a:t>
          </a:r>
          <a:endParaRPr lang="uk-UA" dirty="0"/>
        </a:p>
      </dgm:t>
    </dgm:pt>
    <dgm:pt modelId="{ADD0B672-71C7-4EEE-9ACF-70D98596E010}" type="parTrans" cxnId="{4696AF17-FD4B-4744-A7C8-E675E5ECA880}">
      <dgm:prSet/>
      <dgm:spPr/>
      <dgm:t>
        <a:bodyPr/>
        <a:lstStyle/>
        <a:p>
          <a:endParaRPr lang="uk-UA"/>
        </a:p>
      </dgm:t>
    </dgm:pt>
    <dgm:pt modelId="{49296F55-DF37-4B2B-AE6F-F59EEC0192BE}" type="sibTrans" cxnId="{4696AF17-FD4B-4744-A7C8-E675E5ECA880}">
      <dgm:prSet/>
      <dgm:spPr/>
      <dgm:t>
        <a:bodyPr/>
        <a:lstStyle/>
        <a:p>
          <a:endParaRPr lang="uk-UA"/>
        </a:p>
      </dgm:t>
    </dgm:pt>
    <dgm:pt modelId="{7F80A369-7466-46E9-A21A-E7CFC7EE7DB4}">
      <dgm:prSet/>
      <dgm:spPr/>
      <dgm:t>
        <a:bodyPr/>
        <a:lstStyle/>
        <a:p>
          <a:r>
            <a:rPr lang="uk-UA" b="0" i="0"/>
            <a:t>Поширення фільваркової системи господарювання.</a:t>
          </a:r>
          <a:endParaRPr lang="uk-UA"/>
        </a:p>
      </dgm:t>
    </dgm:pt>
    <dgm:pt modelId="{FD943711-289E-41F7-AC06-46F8CEFF6EEA}" type="parTrans" cxnId="{79418576-3F22-4D62-8145-311AC1B6EBE2}">
      <dgm:prSet/>
      <dgm:spPr/>
      <dgm:t>
        <a:bodyPr/>
        <a:lstStyle/>
        <a:p>
          <a:endParaRPr lang="uk-UA"/>
        </a:p>
      </dgm:t>
    </dgm:pt>
    <dgm:pt modelId="{72866294-5BBF-48C6-8135-278F111CC62B}" type="sibTrans" cxnId="{79418576-3F22-4D62-8145-311AC1B6EBE2}">
      <dgm:prSet/>
      <dgm:spPr/>
      <dgm:t>
        <a:bodyPr/>
        <a:lstStyle/>
        <a:p>
          <a:endParaRPr lang="uk-UA"/>
        </a:p>
      </dgm:t>
    </dgm:pt>
    <dgm:pt modelId="{B258D161-B69E-4967-8348-8841133F3EF0}">
      <dgm:prSet/>
      <dgm:spPr/>
      <dgm:t>
        <a:bodyPr/>
        <a:lstStyle/>
        <a:p>
          <a:r>
            <a:rPr lang="uk-UA" b="0" i="0" dirty="0"/>
            <a:t>Зростання земельних володінь магнатів і шляхти.</a:t>
          </a:r>
          <a:endParaRPr lang="uk-UA" dirty="0"/>
        </a:p>
      </dgm:t>
    </dgm:pt>
    <dgm:pt modelId="{2D8DD0B6-9C16-4A6E-B0C6-86B1578FA372}" type="parTrans" cxnId="{7AE0C2D0-9A57-41CD-B0AE-D2887DFC8A96}">
      <dgm:prSet/>
      <dgm:spPr/>
      <dgm:t>
        <a:bodyPr/>
        <a:lstStyle/>
        <a:p>
          <a:endParaRPr lang="uk-UA"/>
        </a:p>
      </dgm:t>
    </dgm:pt>
    <dgm:pt modelId="{46AAE1EF-99D3-45CE-8FBC-98F493DBA7A5}" type="sibTrans" cxnId="{7AE0C2D0-9A57-41CD-B0AE-D2887DFC8A96}">
      <dgm:prSet/>
      <dgm:spPr/>
      <dgm:t>
        <a:bodyPr/>
        <a:lstStyle/>
        <a:p>
          <a:endParaRPr lang="uk-UA"/>
        </a:p>
      </dgm:t>
    </dgm:pt>
    <dgm:pt modelId="{5E43FBA5-7FF0-436C-AD72-A1126E24713B}" type="pres">
      <dgm:prSet presAssocID="{C2100EC4-5D2E-4F11-8C53-B9BE752DEE84}" presName="linearFlow" presStyleCnt="0">
        <dgm:presLayoutVars>
          <dgm:dir/>
          <dgm:resizeHandles val="exact"/>
        </dgm:presLayoutVars>
      </dgm:prSet>
      <dgm:spPr/>
    </dgm:pt>
    <dgm:pt modelId="{67A30488-AA76-4C77-A15A-B0E036918C1C}" type="pres">
      <dgm:prSet presAssocID="{EDEE8706-2838-4E0D-ABF2-4597A0189EFC}" presName="composite" presStyleCnt="0"/>
      <dgm:spPr/>
    </dgm:pt>
    <dgm:pt modelId="{54E47171-3DE6-4100-86B1-02F18481C35F}" type="pres">
      <dgm:prSet presAssocID="{EDEE8706-2838-4E0D-ABF2-4597A0189EFC}" presName="imgShp" presStyleLbl="fgImgPlace1" presStyleIdx="0" presStyleCnt="4"/>
      <dgm:spPr/>
    </dgm:pt>
    <dgm:pt modelId="{4BE045C1-8761-4A40-B315-75BD85556798}" type="pres">
      <dgm:prSet presAssocID="{EDEE8706-2838-4E0D-ABF2-4597A0189EFC}" presName="txShp" presStyleLbl="node1" presStyleIdx="0" presStyleCnt="4">
        <dgm:presLayoutVars>
          <dgm:bulletEnabled val="1"/>
        </dgm:presLayoutVars>
      </dgm:prSet>
      <dgm:spPr/>
    </dgm:pt>
    <dgm:pt modelId="{46BA15F2-409A-42A3-9B30-5F319C2E805A}" type="pres">
      <dgm:prSet presAssocID="{189C58A7-2694-4EC7-9A48-CA60E1D324EB}" presName="spacing" presStyleCnt="0"/>
      <dgm:spPr/>
    </dgm:pt>
    <dgm:pt modelId="{E8E606CE-4EB1-4C12-9893-52745997A894}" type="pres">
      <dgm:prSet presAssocID="{50053A59-2458-40AB-B4AD-262046D36D72}" presName="composite" presStyleCnt="0"/>
      <dgm:spPr/>
    </dgm:pt>
    <dgm:pt modelId="{D0AA492D-6634-4EF2-B78A-D2E764755851}" type="pres">
      <dgm:prSet presAssocID="{50053A59-2458-40AB-B4AD-262046D36D72}" presName="imgShp" presStyleLbl="fgImgPlace1" presStyleIdx="1" presStyleCnt="4"/>
      <dgm:spPr/>
    </dgm:pt>
    <dgm:pt modelId="{194E3BCE-3EF0-44B1-927D-38D9D84D205F}" type="pres">
      <dgm:prSet presAssocID="{50053A59-2458-40AB-B4AD-262046D36D72}" presName="txShp" presStyleLbl="node1" presStyleIdx="1" presStyleCnt="4">
        <dgm:presLayoutVars>
          <dgm:bulletEnabled val="1"/>
        </dgm:presLayoutVars>
      </dgm:prSet>
      <dgm:spPr/>
    </dgm:pt>
    <dgm:pt modelId="{D111CA6A-DCB1-4204-A578-012B2729495B}" type="pres">
      <dgm:prSet presAssocID="{49296F55-DF37-4B2B-AE6F-F59EEC0192BE}" presName="spacing" presStyleCnt="0"/>
      <dgm:spPr/>
    </dgm:pt>
    <dgm:pt modelId="{60847F8A-16E5-46C2-A470-841B1D6BC09E}" type="pres">
      <dgm:prSet presAssocID="{7F80A369-7466-46E9-A21A-E7CFC7EE7DB4}" presName="composite" presStyleCnt="0"/>
      <dgm:spPr/>
    </dgm:pt>
    <dgm:pt modelId="{68D380FD-B6E1-4345-859D-72A93C6E3372}" type="pres">
      <dgm:prSet presAssocID="{7F80A369-7466-46E9-A21A-E7CFC7EE7DB4}" presName="imgShp" presStyleLbl="fgImgPlace1" presStyleIdx="2" presStyleCnt="4"/>
      <dgm:spPr/>
    </dgm:pt>
    <dgm:pt modelId="{D4FF6222-00ED-4A4D-A841-EDE26F7C1606}" type="pres">
      <dgm:prSet presAssocID="{7F80A369-7466-46E9-A21A-E7CFC7EE7DB4}" presName="txShp" presStyleLbl="node1" presStyleIdx="2" presStyleCnt="4">
        <dgm:presLayoutVars>
          <dgm:bulletEnabled val="1"/>
        </dgm:presLayoutVars>
      </dgm:prSet>
      <dgm:spPr/>
    </dgm:pt>
    <dgm:pt modelId="{1B2A955D-A5EC-4C96-8BFE-B4AFEE04EA9F}" type="pres">
      <dgm:prSet presAssocID="{72866294-5BBF-48C6-8135-278F111CC62B}" presName="spacing" presStyleCnt="0"/>
      <dgm:spPr/>
    </dgm:pt>
    <dgm:pt modelId="{83575D5A-A573-4DA3-B123-69B9636EFE04}" type="pres">
      <dgm:prSet presAssocID="{B258D161-B69E-4967-8348-8841133F3EF0}" presName="composite" presStyleCnt="0"/>
      <dgm:spPr/>
    </dgm:pt>
    <dgm:pt modelId="{A20AD61B-B14B-4E09-BCB6-0DC242442C21}" type="pres">
      <dgm:prSet presAssocID="{B258D161-B69E-4967-8348-8841133F3EF0}" presName="imgShp" presStyleLbl="fgImgPlace1" presStyleIdx="3" presStyleCnt="4"/>
      <dgm:spPr/>
    </dgm:pt>
    <dgm:pt modelId="{4B1A5C10-7F74-4F6C-8AF2-59695F3FD4F8}" type="pres">
      <dgm:prSet presAssocID="{B258D161-B69E-4967-8348-8841133F3EF0}" presName="txShp" presStyleLbl="node1" presStyleIdx="3" presStyleCnt="4">
        <dgm:presLayoutVars>
          <dgm:bulletEnabled val="1"/>
        </dgm:presLayoutVars>
      </dgm:prSet>
      <dgm:spPr/>
    </dgm:pt>
  </dgm:ptLst>
  <dgm:cxnLst>
    <dgm:cxn modelId="{40BB5102-B0DA-4764-804A-8415D93F294C}" type="presOf" srcId="{EDEE8706-2838-4E0D-ABF2-4597A0189EFC}" destId="{4BE045C1-8761-4A40-B315-75BD85556798}" srcOrd="0" destOrd="0" presId="urn:microsoft.com/office/officeart/2005/8/layout/vList3"/>
    <dgm:cxn modelId="{4696AF17-FD4B-4744-A7C8-E675E5ECA880}" srcId="{C2100EC4-5D2E-4F11-8C53-B9BE752DEE84}" destId="{50053A59-2458-40AB-B4AD-262046D36D72}" srcOrd="1" destOrd="0" parTransId="{ADD0B672-71C7-4EEE-9ACF-70D98596E010}" sibTransId="{49296F55-DF37-4B2B-AE6F-F59EEC0192BE}"/>
    <dgm:cxn modelId="{1A6F0835-B9FE-422C-8E8E-50297C9956A3}" type="presOf" srcId="{50053A59-2458-40AB-B4AD-262046D36D72}" destId="{194E3BCE-3EF0-44B1-927D-38D9D84D205F}" srcOrd="0" destOrd="0" presId="urn:microsoft.com/office/officeart/2005/8/layout/vList3"/>
    <dgm:cxn modelId="{79418576-3F22-4D62-8145-311AC1B6EBE2}" srcId="{C2100EC4-5D2E-4F11-8C53-B9BE752DEE84}" destId="{7F80A369-7466-46E9-A21A-E7CFC7EE7DB4}" srcOrd="2" destOrd="0" parTransId="{FD943711-289E-41F7-AC06-46F8CEFF6EEA}" sibTransId="{72866294-5BBF-48C6-8135-278F111CC62B}"/>
    <dgm:cxn modelId="{9996F67E-6D09-44A6-803B-B0ADAF40D5AF}" type="presOf" srcId="{B258D161-B69E-4967-8348-8841133F3EF0}" destId="{4B1A5C10-7F74-4F6C-8AF2-59695F3FD4F8}" srcOrd="0" destOrd="0" presId="urn:microsoft.com/office/officeart/2005/8/layout/vList3"/>
    <dgm:cxn modelId="{D02D25AC-83B8-4B9B-B9A4-4B8BBDFFBA70}" type="presOf" srcId="{C2100EC4-5D2E-4F11-8C53-B9BE752DEE84}" destId="{5E43FBA5-7FF0-436C-AD72-A1126E24713B}" srcOrd="0" destOrd="0" presId="urn:microsoft.com/office/officeart/2005/8/layout/vList3"/>
    <dgm:cxn modelId="{E3E2DBB1-B3A0-4A4C-94ED-366ECED993DA}" srcId="{C2100EC4-5D2E-4F11-8C53-B9BE752DEE84}" destId="{EDEE8706-2838-4E0D-ABF2-4597A0189EFC}" srcOrd="0" destOrd="0" parTransId="{8875AE36-9814-4E19-8F86-4AF00BD41784}" sibTransId="{189C58A7-2694-4EC7-9A48-CA60E1D324EB}"/>
    <dgm:cxn modelId="{D34DDFC0-E1F6-415B-9540-BEFA71CEF46D}" type="presOf" srcId="{7F80A369-7466-46E9-A21A-E7CFC7EE7DB4}" destId="{D4FF6222-00ED-4A4D-A841-EDE26F7C1606}" srcOrd="0" destOrd="0" presId="urn:microsoft.com/office/officeart/2005/8/layout/vList3"/>
    <dgm:cxn modelId="{7AE0C2D0-9A57-41CD-B0AE-D2887DFC8A96}" srcId="{C2100EC4-5D2E-4F11-8C53-B9BE752DEE84}" destId="{B258D161-B69E-4967-8348-8841133F3EF0}" srcOrd="3" destOrd="0" parTransId="{2D8DD0B6-9C16-4A6E-B0C6-86B1578FA372}" sibTransId="{46AAE1EF-99D3-45CE-8FBC-98F493DBA7A5}"/>
    <dgm:cxn modelId="{32BFB296-708F-4FFB-A560-B161285BCB91}" type="presParOf" srcId="{5E43FBA5-7FF0-436C-AD72-A1126E24713B}" destId="{67A30488-AA76-4C77-A15A-B0E036918C1C}" srcOrd="0" destOrd="0" presId="urn:microsoft.com/office/officeart/2005/8/layout/vList3"/>
    <dgm:cxn modelId="{31B7DA47-5FE8-45F1-80D3-8EE355EFDE15}" type="presParOf" srcId="{67A30488-AA76-4C77-A15A-B0E036918C1C}" destId="{54E47171-3DE6-4100-86B1-02F18481C35F}" srcOrd="0" destOrd="0" presId="urn:microsoft.com/office/officeart/2005/8/layout/vList3"/>
    <dgm:cxn modelId="{A437BA0F-308F-467B-BA39-4ABD39DA5193}" type="presParOf" srcId="{67A30488-AA76-4C77-A15A-B0E036918C1C}" destId="{4BE045C1-8761-4A40-B315-75BD85556798}" srcOrd="1" destOrd="0" presId="urn:microsoft.com/office/officeart/2005/8/layout/vList3"/>
    <dgm:cxn modelId="{26B271C1-BD20-4592-B6A0-6F713AE35B0A}" type="presParOf" srcId="{5E43FBA5-7FF0-436C-AD72-A1126E24713B}" destId="{46BA15F2-409A-42A3-9B30-5F319C2E805A}" srcOrd="1" destOrd="0" presId="urn:microsoft.com/office/officeart/2005/8/layout/vList3"/>
    <dgm:cxn modelId="{D24AD2C6-BEE6-4CDE-9487-C319ABF8022E}" type="presParOf" srcId="{5E43FBA5-7FF0-436C-AD72-A1126E24713B}" destId="{E8E606CE-4EB1-4C12-9893-52745997A894}" srcOrd="2" destOrd="0" presId="urn:microsoft.com/office/officeart/2005/8/layout/vList3"/>
    <dgm:cxn modelId="{F2CA7876-091E-4745-9057-65C51E0762CE}" type="presParOf" srcId="{E8E606CE-4EB1-4C12-9893-52745997A894}" destId="{D0AA492D-6634-4EF2-B78A-D2E764755851}" srcOrd="0" destOrd="0" presId="urn:microsoft.com/office/officeart/2005/8/layout/vList3"/>
    <dgm:cxn modelId="{D113CE12-96FA-4F1B-8CC3-CA7BB96A68E4}" type="presParOf" srcId="{E8E606CE-4EB1-4C12-9893-52745997A894}" destId="{194E3BCE-3EF0-44B1-927D-38D9D84D205F}" srcOrd="1" destOrd="0" presId="urn:microsoft.com/office/officeart/2005/8/layout/vList3"/>
    <dgm:cxn modelId="{1A2720DE-BD7E-4B27-875E-ADDEF8541607}" type="presParOf" srcId="{5E43FBA5-7FF0-436C-AD72-A1126E24713B}" destId="{D111CA6A-DCB1-4204-A578-012B2729495B}" srcOrd="3" destOrd="0" presId="urn:microsoft.com/office/officeart/2005/8/layout/vList3"/>
    <dgm:cxn modelId="{4E9D6F6C-AEAC-4E90-9B07-CC92BEA7E31B}" type="presParOf" srcId="{5E43FBA5-7FF0-436C-AD72-A1126E24713B}" destId="{60847F8A-16E5-46C2-A470-841B1D6BC09E}" srcOrd="4" destOrd="0" presId="urn:microsoft.com/office/officeart/2005/8/layout/vList3"/>
    <dgm:cxn modelId="{FCE35734-632D-41C5-8583-8703891272B6}" type="presParOf" srcId="{60847F8A-16E5-46C2-A470-841B1D6BC09E}" destId="{68D380FD-B6E1-4345-859D-72A93C6E3372}" srcOrd="0" destOrd="0" presId="urn:microsoft.com/office/officeart/2005/8/layout/vList3"/>
    <dgm:cxn modelId="{9310BB19-D126-498D-9DB3-4ED23EB2D392}" type="presParOf" srcId="{60847F8A-16E5-46C2-A470-841B1D6BC09E}" destId="{D4FF6222-00ED-4A4D-A841-EDE26F7C1606}" srcOrd="1" destOrd="0" presId="urn:microsoft.com/office/officeart/2005/8/layout/vList3"/>
    <dgm:cxn modelId="{A92E5309-DC0E-4511-8C52-53FCF94473E0}" type="presParOf" srcId="{5E43FBA5-7FF0-436C-AD72-A1126E24713B}" destId="{1B2A955D-A5EC-4C96-8BFE-B4AFEE04EA9F}" srcOrd="5" destOrd="0" presId="urn:microsoft.com/office/officeart/2005/8/layout/vList3"/>
    <dgm:cxn modelId="{6F6F4E0F-2C5D-45F6-9B82-D194571335BA}" type="presParOf" srcId="{5E43FBA5-7FF0-436C-AD72-A1126E24713B}" destId="{83575D5A-A573-4DA3-B123-69B9636EFE04}" srcOrd="6" destOrd="0" presId="urn:microsoft.com/office/officeart/2005/8/layout/vList3"/>
    <dgm:cxn modelId="{82867E8B-69EA-4704-BAFF-93366CAB7B04}" type="presParOf" srcId="{83575D5A-A573-4DA3-B123-69B9636EFE04}" destId="{A20AD61B-B14B-4E09-BCB6-0DC242442C21}" srcOrd="0" destOrd="0" presId="urn:microsoft.com/office/officeart/2005/8/layout/vList3"/>
    <dgm:cxn modelId="{165FA2B9-7D2F-4A70-8CB5-5E5BC4328B9F}" type="presParOf" srcId="{83575D5A-A573-4DA3-B123-69B9636EFE04}" destId="{4B1A5C10-7F74-4F6C-8AF2-59695F3FD4F8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31EB443A-17A7-4885-A68C-DA1E973C49F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6E0EE88-653D-43E1-BE0D-667B2956E0DA}">
      <dgm:prSet/>
      <dgm:spPr/>
      <dgm:t>
        <a:bodyPr/>
        <a:lstStyle/>
        <a:p>
          <a:r>
            <a:rPr lang="uk-UA" b="0" i="0"/>
            <a:t>перехід Війська Запорозького під зверхність московського царя.</a:t>
          </a:r>
          <a:endParaRPr lang="uk-UA"/>
        </a:p>
      </dgm:t>
    </dgm:pt>
    <dgm:pt modelId="{E5E3539D-6580-49E5-AF62-2FACE08C17E4}" type="parTrans" cxnId="{F9A6A23C-468B-4735-BC2C-DE4A59B85417}">
      <dgm:prSet/>
      <dgm:spPr/>
      <dgm:t>
        <a:bodyPr/>
        <a:lstStyle/>
        <a:p>
          <a:endParaRPr lang="uk-UA"/>
        </a:p>
      </dgm:t>
    </dgm:pt>
    <dgm:pt modelId="{A9DD02FE-1D01-4A6B-A30F-3E272970F264}" type="sibTrans" cxnId="{F9A6A23C-468B-4735-BC2C-DE4A59B85417}">
      <dgm:prSet/>
      <dgm:spPr/>
      <dgm:t>
        <a:bodyPr/>
        <a:lstStyle/>
        <a:p>
          <a:endParaRPr lang="uk-UA"/>
        </a:p>
      </dgm:t>
    </dgm:pt>
    <dgm:pt modelId="{DDB59446-F9C5-46B0-B5B7-68282388B0C4}">
      <dgm:prSet/>
      <dgm:spPr/>
      <dgm:t>
        <a:bodyPr/>
        <a:lstStyle/>
        <a:p>
          <a:r>
            <a:rPr lang="uk-UA" b="0" i="0" dirty="0"/>
            <a:t>погодження з умовами </a:t>
          </a:r>
          <a:r>
            <a:rPr lang="uk-UA" b="0" i="0" dirty="0" err="1"/>
            <a:t>московсько</a:t>
          </a:r>
          <a:r>
            <a:rPr lang="uk-UA" b="0" i="0" dirty="0"/>
            <a:t>-польського Віленського перемир'я.</a:t>
          </a:r>
          <a:endParaRPr lang="uk-UA" dirty="0"/>
        </a:p>
      </dgm:t>
    </dgm:pt>
    <dgm:pt modelId="{D639F2C3-A49C-4BEA-AABA-3DFAEEEF4FC1}" type="parTrans" cxnId="{E2AC4C13-4EC8-4056-94E4-2E9243124D9C}">
      <dgm:prSet/>
      <dgm:spPr/>
      <dgm:t>
        <a:bodyPr/>
        <a:lstStyle/>
        <a:p>
          <a:endParaRPr lang="uk-UA"/>
        </a:p>
      </dgm:t>
    </dgm:pt>
    <dgm:pt modelId="{BADEEFE3-2B06-487A-8E20-DB44CB7928C1}" type="sibTrans" cxnId="{E2AC4C13-4EC8-4056-94E4-2E9243124D9C}">
      <dgm:prSet/>
      <dgm:spPr/>
      <dgm:t>
        <a:bodyPr/>
        <a:lstStyle/>
        <a:p>
          <a:endParaRPr lang="uk-UA"/>
        </a:p>
      </dgm:t>
    </dgm:pt>
    <dgm:pt modelId="{2596B76C-EAFB-469C-864E-6659597A63F9}">
      <dgm:prSet/>
      <dgm:spPr/>
      <dgm:t>
        <a:bodyPr/>
        <a:lstStyle/>
        <a:p>
          <a:r>
            <a:rPr lang="uk-UA" b="0" i="0"/>
            <a:t>утворення українсько-швецької антипольської коаліції.</a:t>
          </a:r>
          <a:endParaRPr lang="uk-UA"/>
        </a:p>
      </dgm:t>
    </dgm:pt>
    <dgm:pt modelId="{84566EEE-863A-4E71-8A5A-A0E022D9EA5B}" type="parTrans" cxnId="{E17B8FF7-FAAC-42EE-A078-208B059FB980}">
      <dgm:prSet/>
      <dgm:spPr/>
      <dgm:t>
        <a:bodyPr/>
        <a:lstStyle/>
        <a:p>
          <a:endParaRPr lang="uk-UA"/>
        </a:p>
      </dgm:t>
    </dgm:pt>
    <dgm:pt modelId="{1537000C-A099-47E5-9A00-95D9AC094F3B}" type="sibTrans" cxnId="{E17B8FF7-FAAC-42EE-A078-208B059FB980}">
      <dgm:prSet/>
      <dgm:spPr/>
      <dgm:t>
        <a:bodyPr/>
        <a:lstStyle/>
        <a:p>
          <a:endParaRPr lang="uk-UA"/>
        </a:p>
      </dgm:t>
    </dgm:pt>
    <dgm:pt modelId="{A60BBC15-5A06-4194-A863-5792FC38A037}">
      <dgm:prSet/>
      <dgm:spPr/>
      <dgm:t>
        <a:bodyPr/>
        <a:lstStyle/>
        <a:p>
          <a:r>
            <a:rPr lang="uk-UA" b="0" i="0" dirty="0"/>
            <a:t>припинення бойових дій проти Речі Посполитої.</a:t>
          </a:r>
          <a:endParaRPr lang="uk-UA" dirty="0"/>
        </a:p>
      </dgm:t>
    </dgm:pt>
    <dgm:pt modelId="{0F666A38-F633-4FB5-82F9-2AA2D065CF86}" type="parTrans" cxnId="{63BF261D-3ECB-4A40-8676-385A7DBA5864}">
      <dgm:prSet/>
      <dgm:spPr/>
      <dgm:t>
        <a:bodyPr/>
        <a:lstStyle/>
        <a:p>
          <a:endParaRPr lang="uk-UA"/>
        </a:p>
      </dgm:t>
    </dgm:pt>
    <dgm:pt modelId="{25EFA437-1B4C-46E5-A604-DB21E34DF781}" type="sibTrans" cxnId="{63BF261D-3ECB-4A40-8676-385A7DBA5864}">
      <dgm:prSet/>
      <dgm:spPr/>
      <dgm:t>
        <a:bodyPr/>
        <a:lstStyle/>
        <a:p>
          <a:endParaRPr lang="uk-UA"/>
        </a:p>
      </dgm:t>
    </dgm:pt>
    <dgm:pt modelId="{147B7608-A681-4A9B-85A3-CB904F507835}" type="pres">
      <dgm:prSet presAssocID="{31EB443A-17A7-4885-A68C-DA1E973C49F6}" presName="Name0" presStyleCnt="0">
        <dgm:presLayoutVars>
          <dgm:chMax val="7"/>
          <dgm:chPref val="7"/>
          <dgm:dir/>
        </dgm:presLayoutVars>
      </dgm:prSet>
      <dgm:spPr/>
    </dgm:pt>
    <dgm:pt modelId="{B930AF60-CAC8-4D0F-89CA-B5263C8E61EF}" type="pres">
      <dgm:prSet presAssocID="{31EB443A-17A7-4885-A68C-DA1E973C49F6}" presName="Name1" presStyleCnt="0"/>
      <dgm:spPr/>
    </dgm:pt>
    <dgm:pt modelId="{5D515B1E-4405-4A61-A473-C5A434D83318}" type="pres">
      <dgm:prSet presAssocID="{31EB443A-17A7-4885-A68C-DA1E973C49F6}" presName="cycle" presStyleCnt="0"/>
      <dgm:spPr/>
    </dgm:pt>
    <dgm:pt modelId="{9F224260-64D2-471C-9891-BADB96714678}" type="pres">
      <dgm:prSet presAssocID="{31EB443A-17A7-4885-A68C-DA1E973C49F6}" presName="srcNode" presStyleLbl="node1" presStyleIdx="0" presStyleCnt="4"/>
      <dgm:spPr/>
    </dgm:pt>
    <dgm:pt modelId="{CFD32BC1-1563-43B5-8F00-5792271FEF75}" type="pres">
      <dgm:prSet presAssocID="{31EB443A-17A7-4885-A68C-DA1E973C49F6}" presName="conn" presStyleLbl="parChTrans1D2" presStyleIdx="0" presStyleCnt="1"/>
      <dgm:spPr/>
    </dgm:pt>
    <dgm:pt modelId="{0F3BED08-F44F-4FA4-80C1-81A34525186F}" type="pres">
      <dgm:prSet presAssocID="{31EB443A-17A7-4885-A68C-DA1E973C49F6}" presName="extraNode" presStyleLbl="node1" presStyleIdx="0" presStyleCnt="4"/>
      <dgm:spPr/>
    </dgm:pt>
    <dgm:pt modelId="{CED56CED-3F83-40B8-9260-39EDACADD53B}" type="pres">
      <dgm:prSet presAssocID="{31EB443A-17A7-4885-A68C-DA1E973C49F6}" presName="dstNode" presStyleLbl="node1" presStyleIdx="0" presStyleCnt="4"/>
      <dgm:spPr/>
    </dgm:pt>
    <dgm:pt modelId="{03E24232-A969-446C-8564-A26BBD2700A2}" type="pres">
      <dgm:prSet presAssocID="{C6E0EE88-653D-43E1-BE0D-667B2956E0DA}" presName="text_1" presStyleLbl="node1" presStyleIdx="0" presStyleCnt="4">
        <dgm:presLayoutVars>
          <dgm:bulletEnabled val="1"/>
        </dgm:presLayoutVars>
      </dgm:prSet>
      <dgm:spPr/>
    </dgm:pt>
    <dgm:pt modelId="{B35B0B89-ED38-4FA3-AA37-6818DE1F0409}" type="pres">
      <dgm:prSet presAssocID="{C6E0EE88-653D-43E1-BE0D-667B2956E0DA}" presName="accent_1" presStyleCnt="0"/>
      <dgm:spPr/>
    </dgm:pt>
    <dgm:pt modelId="{CA856E69-32EA-429A-9143-0142DB16CE91}" type="pres">
      <dgm:prSet presAssocID="{C6E0EE88-653D-43E1-BE0D-667B2956E0DA}" presName="accentRepeatNode" presStyleLbl="solidFgAcc1" presStyleIdx="0" presStyleCnt="4"/>
      <dgm:spPr/>
    </dgm:pt>
    <dgm:pt modelId="{B1A46A08-AA31-4FD9-8CF0-06D966E000B1}" type="pres">
      <dgm:prSet presAssocID="{DDB59446-F9C5-46B0-B5B7-68282388B0C4}" presName="text_2" presStyleLbl="node1" presStyleIdx="1" presStyleCnt="4">
        <dgm:presLayoutVars>
          <dgm:bulletEnabled val="1"/>
        </dgm:presLayoutVars>
      </dgm:prSet>
      <dgm:spPr/>
    </dgm:pt>
    <dgm:pt modelId="{AC1A8AFC-6A24-479A-BFCB-4A2E19E7FC1B}" type="pres">
      <dgm:prSet presAssocID="{DDB59446-F9C5-46B0-B5B7-68282388B0C4}" presName="accent_2" presStyleCnt="0"/>
      <dgm:spPr/>
    </dgm:pt>
    <dgm:pt modelId="{96C0E2B8-CA27-407E-A2DD-348A9A521C13}" type="pres">
      <dgm:prSet presAssocID="{DDB59446-F9C5-46B0-B5B7-68282388B0C4}" presName="accentRepeatNode" presStyleLbl="solidFgAcc1" presStyleIdx="1" presStyleCnt="4"/>
      <dgm:spPr/>
    </dgm:pt>
    <dgm:pt modelId="{2C77C070-A065-4DF0-B889-B9DC572C8F2F}" type="pres">
      <dgm:prSet presAssocID="{2596B76C-EAFB-469C-864E-6659597A63F9}" presName="text_3" presStyleLbl="node1" presStyleIdx="2" presStyleCnt="4">
        <dgm:presLayoutVars>
          <dgm:bulletEnabled val="1"/>
        </dgm:presLayoutVars>
      </dgm:prSet>
      <dgm:spPr/>
    </dgm:pt>
    <dgm:pt modelId="{D1D0284A-6B08-4720-BFFD-9EDDA79A39F7}" type="pres">
      <dgm:prSet presAssocID="{2596B76C-EAFB-469C-864E-6659597A63F9}" presName="accent_3" presStyleCnt="0"/>
      <dgm:spPr/>
    </dgm:pt>
    <dgm:pt modelId="{DB7EA671-8F76-4FBD-ACEC-C3FB0964E1CC}" type="pres">
      <dgm:prSet presAssocID="{2596B76C-EAFB-469C-864E-6659597A63F9}" presName="accentRepeatNode" presStyleLbl="solidFgAcc1" presStyleIdx="2" presStyleCnt="4"/>
      <dgm:spPr/>
    </dgm:pt>
    <dgm:pt modelId="{938733AA-8B52-4D46-8FDC-881CA342A82D}" type="pres">
      <dgm:prSet presAssocID="{A60BBC15-5A06-4194-A863-5792FC38A037}" presName="text_4" presStyleLbl="node1" presStyleIdx="3" presStyleCnt="4">
        <dgm:presLayoutVars>
          <dgm:bulletEnabled val="1"/>
        </dgm:presLayoutVars>
      </dgm:prSet>
      <dgm:spPr/>
    </dgm:pt>
    <dgm:pt modelId="{E83600EF-26E9-4194-A956-E84DE562AD5C}" type="pres">
      <dgm:prSet presAssocID="{A60BBC15-5A06-4194-A863-5792FC38A037}" presName="accent_4" presStyleCnt="0"/>
      <dgm:spPr/>
    </dgm:pt>
    <dgm:pt modelId="{07F3D969-E5FA-4FAD-836A-6FFDCDCB7268}" type="pres">
      <dgm:prSet presAssocID="{A60BBC15-5A06-4194-A863-5792FC38A037}" presName="accentRepeatNode" presStyleLbl="solidFgAcc1" presStyleIdx="3" presStyleCnt="4"/>
      <dgm:spPr/>
    </dgm:pt>
  </dgm:ptLst>
  <dgm:cxnLst>
    <dgm:cxn modelId="{DAD8F804-1ABA-4100-BF2C-879FED78C9A3}" type="presOf" srcId="{C6E0EE88-653D-43E1-BE0D-667B2956E0DA}" destId="{03E24232-A969-446C-8564-A26BBD2700A2}" srcOrd="0" destOrd="0" presId="urn:microsoft.com/office/officeart/2008/layout/VerticalCurvedList"/>
    <dgm:cxn modelId="{26D6630F-DE4A-4D97-A289-FE874865A8C6}" type="presOf" srcId="{A60BBC15-5A06-4194-A863-5792FC38A037}" destId="{938733AA-8B52-4D46-8FDC-881CA342A82D}" srcOrd="0" destOrd="0" presId="urn:microsoft.com/office/officeart/2008/layout/VerticalCurvedList"/>
    <dgm:cxn modelId="{E2AC4C13-4EC8-4056-94E4-2E9243124D9C}" srcId="{31EB443A-17A7-4885-A68C-DA1E973C49F6}" destId="{DDB59446-F9C5-46B0-B5B7-68282388B0C4}" srcOrd="1" destOrd="0" parTransId="{D639F2C3-A49C-4BEA-AABA-3DFAEEEF4FC1}" sibTransId="{BADEEFE3-2B06-487A-8E20-DB44CB7928C1}"/>
    <dgm:cxn modelId="{63BF261D-3ECB-4A40-8676-385A7DBA5864}" srcId="{31EB443A-17A7-4885-A68C-DA1E973C49F6}" destId="{A60BBC15-5A06-4194-A863-5792FC38A037}" srcOrd="3" destOrd="0" parTransId="{0F666A38-F633-4FB5-82F9-2AA2D065CF86}" sibTransId="{25EFA437-1B4C-46E5-A604-DB21E34DF781}"/>
    <dgm:cxn modelId="{F9A6A23C-468B-4735-BC2C-DE4A59B85417}" srcId="{31EB443A-17A7-4885-A68C-DA1E973C49F6}" destId="{C6E0EE88-653D-43E1-BE0D-667B2956E0DA}" srcOrd="0" destOrd="0" parTransId="{E5E3539D-6580-49E5-AF62-2FACE08C17E4}" sibTransId="{A9DD02FE-1D01-4A6B-A30F-3E272970F264}"/>
    <dgm:cxn modelId="{FB78FF3F-6243-4AC7-B16B-78ACEBDCA988}" type="presOf" srcId="{A9DD02FE-1D01-4A6B-A30F-3E272970F264}" destId="{CFD32BC1-1563-43B5-8F00-5792271FEF75}" srcOrd="0" destOrd="0" presId="urn:microsoft.com/office/officeart/2008/layout/VerticalCurvedList"/>
    <dgm:cxn modelId="{A86B0943-D607-4073-9E67-E3FD0ED6844D}" type="presOf" srcId="{2596B76C-EAFB-469C-864E-6659597A63F9}" destId="{2C77C070-A065-4DF0-B889-B9DC572C8F2F}" srcOrd="0" destOrd="0" presId="urn:microsoft.com/office/officeart/2008/layout/VerticalCurvedList"/>
    <dgm:cxn modelId="{69BB8B8B-1206-4480-9B0E-69CE9EF3CFE6}" type="presOf" srcId="{31EB443A-17A7-4885-A68C-DA1E973C49F6}" destId="{147B7608-A681-4A9B-85A3-CB904F507835}" srcOrd="0" destOrd="0" presId="urn:microsoft.com/office/officeart/2008/layout/VerticalCurvedList"/>
    <dgm:cxn modelId="{E17B8FF7-FAAC-42EE-A078-208B059FB980}" srcId="{31EB443A-17A7-4885-A68C-DA1E973C49F6}" destId="{2596B76C-EAFB-469C-864E-6659597A63F9}" srcOrd="2" destOrd="0" parTransId="{84566EEE-863A-4E71-8A5A-A0E022D9EA5B}" sibTransId="{1537000C-A099-47E5-9A00-95D9AC094F3B}"/>
    <dgm:cxn modelId="{D0EFD7FE-BB7E-4D3F-9719-280BE7B70305}" type="presOf" srcId="{DDB59446-F9C5-46B0-B5B7-68282388B0C4}" destId="{B1A46A08-AA31-4FD9-8CF0-06D966E000B1}" srcOrd="0" destOrd="0" presId="urn:microsoft.com/office/officeart/2008/layout/VerticalCurvedList"/>
    <dgm:cxn modelId="{A89D5140-89EA-4ED7-BE84-9FD7FC107864}" type="presParOf" srcId="{147B7608-A681-4A9B-85A3-CB904F507835}" destId="{B930AF60-CAC8-4D0F-89CA-B5263C8E61EF}" srcOrd="0" destOrd="0" presId="urn:microsoft.com/office/officeart/2008/layout/VerticalCurvedList"/>
    <dgm:cxn modelId="{7A8763F1-B308-494D-9AEC-F20E26753CE1}" type="presParOf" srcId="{B930AF60-CAC8-4D0F-89CA-B5263C8E61EF}" destId="{5D515B1E-4405-4A61-A473-C5A434D83318}" srcOrd="0" destOrd="0" presId="urn:microsoft.com/office/officeart/2008/layout/VerticalCurvedList"/>
    <dgm:cxn modelId="{AF2419B7-7C47-41B8-BFDF-B57AECA884A6}" type="presParOf" srcId="{5D515B1E-4405-4A61-A473-C5A434D83318}" destId="{9F224260-64D2-471C-9891-BADB96714678}" srcOrd="0" destOrd="0" presId="urn:microsoft.com/office/officeart/2008/layout/VerticalCurvedList"/>
    <dgm:cxn modelId="{C37750ED-5957-42F5-9019-0750A9DE76BD}" type="presParOf" srcId="{5D515B1E-4405-4A61-A473-C5A434D83318}" destId="{CFD32BC1-1563-43B5-8F00-5792271FEF75}" srcOrd="1" destOrd="0" presId="urn:microsoft.com/office/officeart/2008/layout/VerticalCurvedList"/>
    <dgm:cxn modelId="{248AD8F3-512B-4D56-8632-FCA0936BA71D}" type="presParOf" srcId="{5D515B1E-4405-4A61-A473-C5A434D83318}" destId="{0F3BED08-F44F-4FA4-80C1-81A34525186F}" srcOrd="2" destOrd="0" presId="urn:microsoft.com/office/officeart/2008/layout/VerticalCurvedList"/>
    <dgm:cxn modelId="{338F7752-8433-460C-90DB-EEAA26DD843C}" type="presParOf" srcId="{5D515B1E-4405-4A61-A473-C5A434D83318}" destId="{CED56CED-3F83-40B8-9260-39EDACADD53B}" srcOrd="3" destOrd="0" presId="urn:microsoft.com/office/officeart/2008/layout/VerticalCurvedList"/>
    <dgm:cxn modelId="{17DC53EC-2D01-4C27-82B9-0A60B3B208BB}" type="presParOf" srcId="{B930AF60-CAC8-4D0F-89CA-B5263C8E61EF}" destId="{03E24232-A969-446C-8564-A26BBD2700A2}" srcOrd="1" destOrd="0" presId="urn:microsoft.com/office/officeart/2008/layout/VerticalCurvedList"/>
    <dgm:cxn modelId="{176CB37F-2C69-4AAF-8DA8-3706B52CD7FC}" type="presParOf" srcId="{B930AF60-CAC8-4D0F-89CA-B5263C8E61EF}" destId="{B35B0B89-ED38-4FA3-AA37-6818DE1F0409}" srcOrd="2" destOrd="0" presId="urn:microsoft.com/office/officeart/2008/layout/VerticalCurvedList"/>
    <dgm:cxn modelId="{86C40A53-FC40-4775-BB84-B3EF16569775}" type="presParOf" srcId="{B35B0B89-ED38-4FA3-AA37-6818DE1F0409}" destId="{CA856E69-32EA-429A-9143-0142DB16CE91}" srcOrd="0" destOrd="0" presId="urn:microsoft.com/office/officeart/2008/layout/VerticalCurvedList"/>
    <dgm:cxn modelId="{633B5FF4-8939-4288-B34B-8F6EEE28205C}" type="presParOf" srcId="{B930AF60-CAC8-4D0F-89CA-B5263C8E61EF}" destId="{B1A46A08-AA31-4FD9-8CF0-06D966E000B1}" srcOrd="3" destOrd="0" presId="urn:microsoft.com/office/officeart/2008/layout/VerticalCurvedList"/>
    <dgm:cxn modelId="{15E6BEB5-4494-4ACE-B0B5-2585ECDF4C78}" type="presParOf" srcId="{B930AF60-CAC8-4D0F-89CA-B5263C8E61EF}" destId="{AC1A8AFC-6A24-479A-BFCB-4A2E19E7FC1B}" srcOrd="4" destOrd="0" presId="urn:microsoft.com/office/officeart/2008/layout/VerticalCurvedList"/>
    <dgm:cxn modelId="{455F7F2C-787E-4AEF-BFCE-8AF396C7F462}" type="presParOf" srcId="{AC1A8AFC-6A24-479A-BFCB-4A2E19E7FC1B}" destId="{96C0E2B8-CA27-407E-A2DD-348A9A521C13}" srcOrd="0" destOrd="0" presId="urn:microsoft.com/office/officeart/2008/layout/VerticalCurvedList"/>
    <dgm:cxn modelId="{885BD2DF-7860-42FF-9086-678B6946110A}" type="presParOf" srcId="{B930AF60-CAC8-4D0F-89CA-B5263C8E61EF}" destId="{2C77C070-A065-4DF0-B889-B9DC572C8F2F}" srcOrd="5" destOrd="0" presId="urn:microsoft.com/office/officeart/2008/layout/VerticalCurvedList"/>
    <dgm:cxn modelId="{CE0F9557-4ABA-4087-B933-5C9224564836}" type="presParOf" srcId="{B930AF60-CAC8-4D0F-89CA-B5263C8E61EF}" destId="{D1D0284A-6B08-4720-BFFD-9EDDA79A39F7}" srcOrd="6" destOrd="0" presId="urn:microsoft.com/office/officeart/2008/layout/VerticalCurvedList"/>
    <dgm:cxn modelId="{81D756D8-6996-4D74-A6F6-887A8D653B86}" type="presParOf" srcId="{D1D0284A-6B08-4720-BFFD-9EDDA79A39F7}" destId="{DB7EA671-8F76-4FBD-ACEC-C3FB0964E1CC}" srcOrd="0" destOrd="0" presId="urn:microsoft.com/office/officeart/2008/layout/VerticalCurvedList"/>
    <dgm:cxn modelId="{DFF2769E-DFE6-4A4B-BB71-9AB5D1765D29}" type="presParOf" srcId="{B930AF60-CAC8-4D0F-89CA-B5263C8E61EF}" destId="{938733AA-8B52-4D46-8FDC-881CA342A82D}" srcOrd="7" destOrd="0" presId="urn:microsoft.com/office/officeart/2008/layout/VerticalCurvedList"/>
    <dgm:cxn modelId="{3054260A-2D11-4300-ABE2-40D0360A82E1}" type="presParOf" srcId="{B930AF60-CAC8-4D0F-89CA-B5263C8E61EF}" destId="{E83600EF-26E9-4194-A956-E84DE562AD5C}" srcOrd="8" destOrd="0" presId="urn:microsoft.com/office/officeart/2008/layout/VerticalCurvedList"/>
    <dgm:cxn modelId="{BFCD0163-1C69-4937-8876-26949969D7DA}" type="presParOf" srcId="{E83600EF-26E9-4194-A956-E84DE562AD5C}" destId="{07F3D969-E5FA-4FAD-836A-6FFDCDCB726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2AF5B933-183A-481C-ACD2-9631BE7DDCF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0CA7AF5-6EB3-42AA-A8F8-BE2309DF6EDF}">
      <dgm:prSet/>
      <dgm:spPr/>
      <dgm:t>
        <a:bodyPr/>
        <a:lstStyle/>
        <a:p>
          <a:r>
            <a:rPr lang="ru-RU" b="0" i="0"/>
            <a:t>Білоцерківському договорі</a:t>
          </a:r>
          <a:endParaRPr lang="uk-UA"/>
        </a:p>
      </dgm:t>
    </dgm:pt>
    <dgm:pt modelId="{22425EF1-D479-4D75-8574-290C6C24A775}" type="parTrans" cxnId="{806E273E-CF1D-4107-ADBF-E6F0857C65B6}">
      <dgm:prSet/>
      <dgm:spPr/>
      <dgm:t>
        <a:bodyPr/>
        <a:lstStyle/>
        <a:p>
          <a:endParaRPr lang="uk-UA"/>
        </a:p>
      </dgm:t>
    </dgm:pt>
    <dgm:pt modelId="{A4DCBD6E-3942-4E39-9F82-60AF37987A40}" type="sibTrans" cxnId="{806E273E-CF1D-4107-ADBF-E6F0857C65B6}">
      <dgm:prSet/>
      <dgm:spPr/>
      <dgm:t>
        <a:bodyPr/>
        <a:lstStyle/>
        <a:p>
          <a:endParaRPr lang="uk-UA"/>
        </a:p>
      </dgm:t>
    </dgm:pt>
    <dgm:pt modelId="{3158B5E8-8361-42A4-9DDF-924293CF06AE}">
      <dgm:prSet/>
      <dgm:spPr/>
      <dgm:t>
        <a:bodyPr/>
        <a:lstStyle/>
        <a:p>
          <a:r>
            <a:rPr lang="ru-RU" b="0" i="0"/>
            <a:t>Гадяцьких пунктах</a:t>
          </a:r>
          <a:endParaRPr lang="uk-UA"/>
        </a:p>
      </dgm:t>
    </dgm:pt>
    <dgm:pt modelId="{20E0CED7-75C6-43E7-85D6-8F58364BAE8E}" type="parTrans" cxnId="{9C5193B0-FC25-4534-92CA-FC883238BCC8}">
      <dgm:prSet/>
      <dgm:spPr/>
      <dgm:t>
        <a:bodyPr/>
        <a:lstStyle/>
        <a:p>
          <a:endParaRPr lang="uk-UA"/>
        </a:p>
      </dgm:t>
    </dgm:pt>
    <dgm:pt modelId="{B5217A18-D5E8-41B0-91B5-FBE7DAEA7F0C}" type="sibTrans" cxnId="{9C5193B0-FC25-4534-92CA-FC883238BCC8}">
      <dgm:prSet/>
      <dgm:spPr/>
      <dgm:t>
        <a:bodyPr/>
        <a:lstStyle/>
        <a:p>
          <a:endParaRPr lang="uk-UA"/>
        </a:p>
      </dgm:t>
    </dgm:pt>
    <dgm:pt modelId="{09A338A8-AEF0-4583-9A5B-85E8BCA191BE}">
      <dgm:prSet/>
      <dgm:spPr/>
      <dgm:t>
        <a:bodyPr/>
        <a:lstStyle/>
        <a:p>
          <a:r>
            <a:rPr lang="ru-RU" b="0" i="0"/>
            <a:t>«Березневих статтях»</a:t>
          </a:r>
          <a:endParaRPr lang="uk-UA"/>
        </a:p>
      </dgm:t>
    </dgm:pt>
    <dgm:pt modelId="{4E03E458-E308-473E-85EE-A24E1F13695B}" type="parTrans" cxnId="{42674E6D-F16F-4B74-A568-9DF72B42624A}">
      <dgm:prSet/>
      <dgm:spPr/>
      <dgm:t>
        <a:bodyPr/>
        <a:lstStyle/>
        <a:p>
          <a:endParaRPr lang="uk-UA"/>
        </a:p>
      </dgm:t>
    </dgm:pt>
    <dgm:pt modelId="{256BECCE-DA88-459F-8AFF-77849E58D9F4}" type="sibTrans" cxnId="{42674E6D-F16F-4B74-A568-9DF72B42624A}">
      <dgm:prSet/>
      <dgm:spPr/>
      <dgm:t>
        <a:bodyPr/>
        <a:lstStyle/>
        <a:p>
          <a:endParaRPr lang="uk-UA"/>
        </a:p>
      </dgm:t>
    </dgm:pt>
    <dgm:pt modelId="{43BE2216-F105-48BE-8CA5-99D499584EE2}">
      <dgm:prSet/>
      <dgm:spPr/>
      <dgm:t>
        <a:bodyPr/>
        <a:lstStyle/>
        <a:p>
          <a:r>
            <a:rPr lang="ru-RU" b="0" i="0" dirty="0" err="1"/>
            <a:t>Зборівському</a:t>
          </a:r>
          <a:r>
            <a:rPr lang="ru-RU" b="0" i="0" dirty="0"/>
            <a:t> </a:t>
          </a:r>
          <a:r>
            <a:rPr lang="ru-RU" b="0" i="0" dirty="0" err="1"/>
            <a:t>договорі</a:t>
          </a:r>
          <a:endParaRPr lang="uk-UA" dirty="0"/>
        </a:p>
      </dgm:t>
    </dgm:pt>
    <dgm:pt modelId="{5C7E44D6-FD72-4247-B9FC-545600992749}" type="parTrans" cxnId="{C0DAD736-C492-4D7A-ACD6-721927570EE0}">
      <dgm:prSet/>
      <dgm:spPr/>
      <dgm:t>
        <a:bodyPr/>
        <a:lstStyle/>
        <a:p>
          <a:endParaRPr lang="uk-UA"/>
        </a:p>
      </dgm:t>
    </dgm:pt>
    <dgm:pt modelId="{F1FBA8A5-D84A-4F61-A637-98D2ECF5E44D}" type="sibTrans" cxnId="{C0DAD736-C492-4D7A-ACD6-721927570EE0}">
      <dgm:prSet/>
      <dgm:spPr/>
      <dgm:t>
        <a:bodyPr/>
        <a:lstStyle/>
        <a:p>
          <a:endParaRPr lang="uk-UA"/>
        </a:p>
      </dgm:t>
    </dgm:pt>
    <dgm:pt modelId="{712AD849-BDBC-418F-AF4A-1BAC119B404F}" type="pres">
      <dgm:prSet presAssocID="{2AF5B933-183A-481C-ACD2-9631BE7DDCF9}" presName="linear" presStyleCnt="0">
        <dgm:presLayoutVars>
          <dgm:animLvl val="lvl"/>
          <dgm:resizeHandles val="exact"/>
        </dgm:presLayoutVars>
      </dgm:prSet>
      <dgm:spPr/>
    </dgm:pt>
    <dgm:pt modelId="{3E5E6EC3-A46C-4FC8-9799-F06952C61F5A}" type="pres">
      <dgm:prSet presAssocID="{30CA7AF5-6EB3-42AA-A8F8-BE2309DF6ED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55545BD-686F-4CF7-A289-0E85E2E47317}" type="pres">
      <dgm:prSet presAssocID="{A4DCBD6E-3942-4E39-9F82-60AF37987A40}" presName="spacer" presStyleCnt="0"/>
      <dgm:spPr/>
    </dgm:pt>
    <dgm:pt modelId="{14806941-071B-41CC-974D-4A153E6505FB}" type="pres">
      <dgm:prSet presAssocID="{3158B5E8-8361-42A4-9DDF-924293CF06A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FBEF7CD-A897-463C-9E37-8F07E5A4FDFB}" type="pres">
      <dgm:prSet presAssocID="{B5217A18-D5E8-41B0-91B5-FBE7DAEA7F0C}" presName="spacer" presStyleCnt="0"/>
      <dgm:spPr/>
    </dgm:pt>
    <dgm:pt modelId="{ED9FDAF7-9BE6-425D-B5CD-F0CEB98598D7}" type="pres">
      <dgm:prSet presAssocID="{09A338A8-AEF0-4583-9A5B-85E8BCA191B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3E39FDC-D83A-4867-96A0-90A10C764A95}" type="pres">
      <dgm:prSet presAssocID="{256BECCE-DA88-459F-8AFF-77849E58D9F4}" presName="spacer" presStyleCnt="0"/>
      <dgm:spPr/>
    </dgm:pt>
    <dgm:pt modelId="{816F2648-605F-4088-8F72-427C519AF504}" type="pres">
      <dgm:prSet presAssocID="{43BE2216-F105-48BE-8CA5-99D499584EE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0DAD736-C492-4D7A-ACD6-721927570EE0}" srcId="{2AF5B933-183A-481C-ACD2-9631BE7DDCF9}" destId="{43BE2216-F105-48BE-8CA5-99D499584EE2}" srcOrd="3" destOrd="0" parTransId="{5C7E44D6-FD72-4247-B9FC-545600992749}" sibTransId="{F1FBA8A5-D84A-4F61-A637-98D2ECF5E44D}"/>
    <dgm:cxn modelId="{806E273E-CF1D-4107-ADBF-E6F0857C65B6}" srcId="{2AF5B933-183A-481C-ACD2-9631BE7DDCF9}" destId="{30CA7AF5-6EB3-42AA-A8F8-BE2309DF6EDF}" srcOrd="0" destOrd="0" parTransId="{22425EF1-D479-4D75-8574-290C6C24A775}" sibTransId="{A4DCBD6E-3942-4E39-9F82-60AF37987A40}"/>
    <dgm:cxn modelId="{F9EE3D60-891F-4EB2-87F0-FB1AEACB4058}" type="presOf" srcId="{3158B5E8-8361-42A4-9DDF-924293CF06AE}" destId="{14806941-071B-41CC-974D-4A153E6505FB}" srcOrd="0" destOrd="0" presId="urn:microsoft.com/office/officeart/2005/8/layout/vList2"/>
    <dgm:cxn modelId="{4F313D42-12DA-4E81-B3C4-739F12D586B9}" type="presOf" srcId="{2AF5B933-183A-481C-ACD2-9631BE7DDCF9}" destId="{712AD849-BDBC-418F-AF4A-1BAC119B404F}" srcOrd="0" destOrd="0" presId="urn:microsoft.com/office/officeart/2005/8/layout/vList2"/>
    <dgm:cxn modelId="{42674E6D-F16F-4B74-A568-9DF72B42624A}" srcId="{2AF5B933-183A-481C-ACD2-9631BE7DDCF9}" destId="{09A338A8-AEF0-4583-9A5B-85E8BCA191BE}" srcOrd="2" destOrd="0" parTransId="{4E03E458-E308-473E-85EE-A24E1F13695B}" sibTransId="{256BECCE-DA88-459F-8AFF-77849E58D9F4}"/>
    <dgm:cxn modelId="{AE674899-C861-4734-87C6-B1DE829E4CAA}" type="presOf" srcId="{09A338A8-AEF0-4583-9A5B-85E8BCA191BE}" destId="{ED9FDAF7-9BE6-425D-B5CD-F0CEB98598D7}" srcOrd="0" destOrd="0" presId="urn:microsoft.com/office/officeart/2005/8/layout/vList2"/>
    <dgm:cxn modelId="{9C5193B0-FC25-4534-92CA-FC883238BCC8}" srcId="{2AF5B933-183A-481C-ACD2-9631BE7DDCF9}" destId="{3158B5E8-8361-42A4-9DDF-924293CF06AE}" srcOrd="1" destOrd="0" parTransId="{20E0CED7-75C6-43E7-85D6-8F58364BAE8E}" sibTransId="{B5217A18-D5E8-41B0-91B5-FBE7DAEA7F0C}"/>
    <dgm:cxn modelId="{21F316B3-45D6-4F0E-9B71-FEED23C7457E}" type="presOf" srcId="{43BE2216-F105-48BE-8CA5-99D499584EE2}" destId="{816F2648-605F-4088-8F72-427C519AF504}" srcOrd="0" destOrd="0" presId="urn:microsoft.com/office/officeart/2005/8/layout/vList2"/>
    <dgm:cxn modelId="{A0375ED8-3A44-4897-8ED1-73C3E8531918}" type="presOf" srcId="{30CA7AF5-6EB3-42AA-A8F8-BE2309DF6EDF}" destId="{3E5E6EC3-A46C-4FC8-9799-F06952C61F5A}" srcOrd="0" destOrd="0" presId="urn:microsoft.com/office/officeart/2005/8/layout/vList2"/>
    <dgm:cxn modelId="{8245DF86-CF3D-471B-A4B7-FBD1CB720E97}" type="presParOf" srcId="{712AD849-BDBC-418F-AF4A-1BAC119B404F}" destId="{3E5E6EC3-A46C-4FC8-9799-F06952C61F5A}" srcOrd="0" destOrd="0" presId="urn:microsoft.com/office/officeart/2005/8/layout/vList2"/>
    <dgm:cxn modelId="{FB440852-FD69-4587-B5FC-4DB9B9C80198}" type="presParOf" srcId="{712AD849-BDBC-418F-AF4A-1BAC119B404F}" destId="{A55545BD-686F-4CF7-A289-0E85E2E47317}" srcOrd="1" destOrd="0" presId="urn:microsoft.com/office/officeart/2005/8/layout/vList2"/>
    <dgm:cxn modelId="{22A482AF-BC7B-4DF3-9B6A-DD969B359A7B}" type="presParOf" srcId="{712AD849-BDBC-418F-AF4A-1BAC119B404F}" destId="{14806941-071B-41CC-974D-4A153E6505FB}" srcOrd="2" destOrd="0" presId="urn:microsoft.com/office/officeart/2005/8/layout/vList2"/>
    <dgm:cxn modelId="{71BB4CCC-73ED-4B0C-AAE4-2B7F58CD2092}" type="presParOf" srcId="{712AD849-BDBC-418F-AF4A-1BAC119B404F}" destId="{4FBEF7CD-A897-463C-9E37-8F07E5A4FDFB}" srcOrd="3" destOrd="0" presId="urn:microsoft.com/office/officeart/2005/8/layout/vList2"/>
    <dgm:cxn modelId="{13319823-221B-49DE-A720-94C26E5C5437}" type="presParOf" srcId="{712AD849-BDBC-418F-AF4A-1BAC119B404F}" destId="{ED9FDAF7-9BE6-425D-B5CD-F0CEB98598D7}" srcOrd="4" destOrd="0" presId="urn:microsoft.com/office/officeart/2005/8/layout/vList2"/>
    <dgm:cxn modelId="{4CC2F45B-BA56-48C0-8ECD-56751977009C}" type="presParOf" srcId="{712AD849-BDBC-418F-AF4A-1BAC119B404F}" destId="{03E39FDC-D83A-4867-96A0-90A10C764A95}" srcOrd="5" destOrd="0" presId="urn:microsoft.com/office/officeart/2005/8/layout/vList2"/>
    <dgm:cxn modelId="{2BF2BC97-F976-4C93-BA9F-88DC499848D3}" type="presParOf" srcId="{712AD849-BDBC-418F-AF4A-1BAC119B404F}" destId="{816F2648-605F-4088-8F72-427C519AF50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9228AB2F-4F81-4BBB-8590-E8BD6AA9B50E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AB2E7D1-08E3-487C-8502-4C5227C6AC90}">
      <dgm:prSet/>
      <dgm:spPr/>
      <dgm:t>
        <a:bodyPr/>
        <a:lstStyle/>
        <a:p>
          <a:r>
            <a:rPr lang="uk-UA" b="0" i="0"/>
            <a:t>початок діяльності Першої Малоросійської колегії</a:t>
          </a:r>
          <a:endParaRPr lang="uk-UA"/>
        </a:p>
      </dgm:t>
    </dgm:pt>
    <dgm:pt modelId="{BD030205-1E9B-43B8-8753-3CE0B4D92671}" type="parTrans" cxnId="{453C0B7A-4586-45EF-B10E-6107CD734E02}">
      <dgm:prSet/>
      <dgm:spPr/>
      <dgm:t>
        <a:bodyPr/>
        <a:lstStyle/>
        <a:p>
          <a:endParaRPr lang="uk-UA"/>
        </a:p>
      </dgm:t>
    </dgm:pt>
    <dgm:pt modelId="{80E4FA56-1BF0-4CDD-B404-1BF5B8A025E8}" type="sibTrans" cxnId="{453C0B7A-4586-45EF-B10E-6107CD734E02}">
      <dgm:prSet/>
      <dgm:spPr/>
      <dgm:t>
        <a:bodyPr/>
        <a:lstStyle/>
        <a:p>
          <a:endParaRPr lang="uk-UA"/>
        </a:p>
      </dgm:t>
    </dgm:pt>
    <dgm:pt modelId="{F3D17BBD-F4A2-4747-BC2E-2A6B5AE5ABE1}">
      <dgm:prSet/>
      <dgm:spPr/>
      <dgm:t>
        <a:bodyPr/>
        <a:lstStyle/>
        <a:p>
          <a:r>
            <a:rPr lang="uk-UA" b="0" i="0" dirty="0"/>
            <a:t>оприлюднення указу про закріпачення селян на Лівобережжі</a:t>
          </a:r>
          <a:endParaRPr lang="uk-UA" dirty="0"/>
        </a:p>
      </dgm:t>
    </dgm:pt>
    <dgm:pt modelId="{EC5EF2CB-8C2C-49CF-AECB-6504D1F79737}" type="parTrans" cxnId="{D575B1F9-A87D-481B-B09F-18F3BC7749EE}">
      <dgm:prSet/>
      <dgm:spPr/>
      <dgm:t>
        <a:bodyPr/>
        <a:lstStyle/>
        <a:p>
          <a:endParaRPr lang="uk-UA"/>
        </a:p>
      </dgm:t>
    </dgm:pt>
    <dgm:pt modelId="{414FD173-C383-405F-9537-BC32D0FFF5C2}" type="sibTrans" cxnId="{D575B1F9-A87D-481B-B09F-18F3BC7749EE}">
      <dgm:prSet/>
      <dgm:spPr/>
      <dgm:t>
        <a:bodyPr/>
        <a:lstStyle/>
        <a:p>
          <a:endParaRPr lang="uk-UA"/>
        </a:p>
      </dgm:t>
    </dgm:pt>
    <dgm:pt modelId="{173069EC-9F24-4FFB-9D1E-34E563A261D2}">
      <dgm:prSet/>
      <dgm:spPr/>
      <dgm:t>
        <a:bodyPr/>
        <a:lstStyle/>
        <a:p>
          <a:r>
            <a:rPr lang="uk-UA" b="0" i="0" dirty="0"/>
            <a:t>остаточна ліквідація гетьманства</a:t>
          </a:r>
          <a:endParaRPr lang="uk-UA" dirty="0"/>
        </a:p>
      </dgm:t>
    </dgm:pt>
    <dgm:pt modelId="{225D43F6-579B-4CDF-A168-7FB883295B52}" type="parTrans" cxnId="{FD2115A5-4A3D-4018-B7CC-A66E6892DBAE}">
      <dgm:prSet/>
      <dgm:spPr/>
      <dgm:t>
        <a:bodyPr/>
        <a:lstStyle/>
        <a:p>
          <a:endParaRPr lang="uk-UA"/>
        </a:p>
      </dgm:t>
    </dgm:pt>
    <dgm:pt modelId="{0AE3598D-067F-4D24-A0FA-E0D01DFEBC5A}" type="sibTrans" cxnId="{FD2115A5-4A3D-4018-B7CC-A66E6892DBAE}">
      <dgm:prSet/>
      <dgm:spPr/>
      <dgm:t>
        <a:bodyPr/>
        <a:lstStyle/>
        <a:p>
          <a:endParaRPr lang="uk-UA"/>
        </a:p>
      </dgm:t>
    </dgm:pt>
    <dgm:pt modelId="{9FD407FB-1BC2-4B36-8A68-49C27B5D945E}">
      <dgm:prSet/>
      <dgm:spPr/>
      <dgm:t>
        <a:bodyPr/>
        <a:lstStyle/>
        <a:p>
          <a:r>
            <a:rPr lang="uk-UA" b="0" i="0" dirty="0"/>
            <a:t>укладення українсько-московського договору</a:t>
          </a:r>
          <a:endParaRPr lang="uk-UA" dirty="0"/>
        </a:p>
      </dgm:t>
    </dgm:pt>
    <dgm:pt modelId="{5D3C672B-9247-4FD6-8D97-9CE2CBB25E2D}" type="parTrans" cxnId="{3E0BAF0A-0A76-48ED-8BD5-9D8BE34CFD58}">
      <dgm:prSet/>
      <dgm:spPr/>
      <dgm:t>
        <a:bodyPr/>
        <a:lstStyle/>
        <a:p>
          <a:endParaRPr lang="uk-UA"/>
        </a:p>
      </dgm:t>
    </dgm:pt>
    <dgm:pt modelId="{38490853-98C6-4B5E-867D-E1B60BBB4A09}" type="sibTrans" cxnId="{3E0BAF0A-0A76-48ED-8BD5-9D8BE34CFD58}">
      <dgm:prSet/>
      <dgm:spPr/>
      <dgm:t>
        <a:bodyPr/>
        <a:lstStyle/>
        <a:p>
          <a:endParaRPr lang="uk-UA"/>
        </a:p>
      </dgm:t>
    </dgm:pt>
    <dgm:pt modelId="{0FBA508D-E9B8-471F-958C-E37AC3EC6D04}" type="pres">
      <dgm:prSet presAssocID="{9228AB2F-4F81-4BBB-8590-E8BD6AA9B50E}" presName="Name0" presStyleCnt="0">
        <dgm:presLayoutVars>
          <dgm:chMax val="7"/>
          <dgm:chPref val="7"/>
          <dgm:dir/>
        </dgm:presLayoutVars>
      </dgm:prSet>
      <dgm:spPr/>
    </dgm:pt>
    <dgm:pt modelId="{4B867A6A-6C40-4C83-92D4-2616A3A8EFD0}" type="pres">
      <dgm:prSet presAssocID="{9228AB2F-4F81-4BBB-8590-E8BD6AA9B50E}" presName="Name1" presStyleCnt="0"/>
      <dgm:spPr/>
    </dgm:pt>
    <dgm:pt modelId="{AFC342A9-44C9-4A91-AEF8-C2C1428E6D9D}" type="pres">
      <dgm:prSet presAssocID="{9228AB2F-4F81-4BBB-8590-E8BD6AA9B50E}" presName="cycle" presStyleCnt="0"/>
      <dgm:spPr/>
    </dgm:pt>
    <dgm:pt modelId="{1305E0D9-53FA-4722-A606-C0DDA3CFCAF5}" type="pres">
      <dgm:prSet presAssocID="{9228AB2F-4F81-4BBB-8590-E8BD6AA9B50E}" presName="srcNode" presStyleLbl="node1" presStyleIdx="0" presStyleCnt="4"/>
      <dgm:spPr/>
    </dgm:pt>
    <dgm:pt modelId="{8FA8BE55-8B65-4A34-8C4F-3F76C358D76A}" type="pres">
      <dgm:prSet presAssocID="{9228AB2F-4F81-4BBB-8590-E8BD6AA9B50E}" presName="conn" presStyleLbl="parChTrans1D2" presStyleIdx="0" presStyleCnt="1"/>
      <dgm:spPr/>
    </dgm:pt>
    <dgm:pt modelId="{84F69DDD-8C57-4A11-9350-E2B57BE7A262}" type="pres">
      <dgm:prSet presAssocID="{9228AB2F-4F81-4BBB-8590-E8BD6AA9B50E}" presName="extraNode" presStyleLbl="node1" presStyleIdx="0" presStyleCnt="4"/>
      <dgm:spPr/>
    </dgm:pt>
    <dgm:pt modelId="{91B036C9-6485-4EC5-AEA9-E52309B45620}" type="pres">
      <dgm:prSet presAssocID="{9228AB2F-4F81-4BBB-8590-E8BD6AA9B50E}" presName="dstNode" presStyleLbl="node1" presStyleIdx="0" presStyleCnt="4"/>
      <dgm:spPr/>
    </dgm:pt>
    <dgm:pt modelId="{FBF1102A-B1BA-4C4B-9162-024A8E2AC59A}" type="pres">
      <dgm:prSet presAssocID="{1AB2E7D1-08E3-487C-8502-4C5227C6AC90}" presName="text_1" presStyleLbl="node1" presStyleIdx="0" presStyleCnt="4">
        <dgm:presLayoutVars>
          <dgm:bulletEnabled val="1"/>
        </dgm:presLayoutVars>
      </dgm:prSet>
      <dgm:spPr/>
    </dgm:pt>
    <dgm:pt modelId="{AB977F18-5157-4BFC-962C-DE83D5B68F6A}" type="pres">
      <dgm:prSet presAssocID="{1AB2E7D1-08E3-487C-8502-4C5227C6AC90}" presName="accent_1" presStyleCnt="0"/>
      <dgm:spPr/>
    </dgm:pt>
    <dgm:pt modelId="{9B8B93F6-3682-4393-A4B4-81678DF6FDFA}" type="pres">
      <dgm:prSet presAssocID="{1AB2E7D1-08E3-487C-8502-4C5227C6AC90}" presName="accentRepeatNode" presStyleLbl="solidFgAcc1" presStyleIdx="0" presStyleCnt="4"/>
      <dgm:spPr/>
    </dgm:pt>
    <dgm:pt modelId="{A0CF63A2-8813-4AC3-BDC7-119846F74A28}" type="pres">
      <dgm:prSet presAssocID="{F3D17BBD-F4A2-4747-BC2E-2A6B5AE5ABE1}" presName="text_2" presStyleLbl="node1" presStyleIdx="1" presStyleCnt="4">
        <dgm:presLayoutVars>
          <dgm:bulletEnabled val="1"/>
        </dgm:presLayoutVars>
      </dgm:prSet>
      <dgm:spPr/>
    </dgm:pt>
    <dgm:pt modelId="{B1FBD877-2035-4361-A50D-2FB3A452A03E}" type="pres">
      <dgm:prSet presAssocID="{F3D17BBD-F4A2-4747-BC2E-2A6B5AE5ABE1}" presName="accent_2" presStyleCnt="0"/>
      <dgm:spPr/>
    </dgm:pt>
    <dgm:pt modelId="{29C20103-EBBA-4A5C-ABF2-7C0DA6CCDE8F}" type="pres">
      <dgm:prSet presAssocID="{F3D17BBD-F4A2-4747-BC2E-2A6B5AE5ABE1}" presName="accentRepeatNode" presStyleLbl="solidFgAcc1" presStyleIdx="1" presStyleCnt="4"/>
      <dgm:spPr/>
    </dgm:pt>
    <dgm:pt modelId="{4A743D22-4EF6-4B44-9098-0A427AB83BA1}" type="pres">
      <dgm:prSet presAssocID="{173069EC-9F24-4FFB-9D1E-34E563A261D2}" presName="text_3" presStyleLbl="node1" presStyleIdx="2" presStyleCnt="4">
        <dgm:presLayoutVars>
          <dgm:bulletEnabled val="1"/>
        </dgm:presLayoutVars>
      </dgm:prSet>
      <dgm:spPr/>
    </dgm:pt>
    <dgm:pt modelId="{43CB34D4-ACD3-445C-A6A2-5A26A3B6E644}" type="pres">
      <dgm:prSet presAssocID="{173069EC-9F24-4FFB-9D1E-34E563A261D2}" presName="accent_3" presStyleCnt="0"/>
      <dgm:spPr/>
    </dgm:pt>
    <dgm:pt modelId="{EBE1E81F-1DE3-4493-8A54-980DC88A3AEF}" type="pres">
      <dgm:prSet presAssocID="{173069EC-9F24-4FFB-9D1E-34E563A261D2}" presName="accentRepeatNode" presStyleLbl="solidFgAcc1" presStyleIdx="2" presStyleCnt="4"/>
      <dgm:spPr/>
    </dgm:pt>
    <dgm:pt modelId="{26D0C658-0DEA-41FE-AA8D-E7BD3DCE85A7}" type="pres">
      <dgm:prSet presAssocID="{9FD407FB-1BC2-4B36-8A68-49C27B5D945E}" presName="text_4" presStyleLbl="node1" presStyleIdx="3" presStyleCnt="4">
        <dgm:presLayoutVars>
          <dgm:bulletEnabled val="1"/>
        </dgm:presLayoutVars>
      </dgm:prSet>
      <dgm:spPr/>
    </dgm:pt>
    <dgm:pt modelId="{4446F18F-7F33-414D-9778-C78C90594B0B}" type="pres">
      <dgm:prSet presAssocID="{9FD407FB-1BC2-4B36-8A68-49C27B5D945E}" presName="accent_4" presStyleCnt="0"/>
      <dgm:spPr/>
    </dgm:pt>
    <dgm:pt modelId="{834CAF4E-3C6C-4BB7-9244-4946D5675A43}" type="pres">
      <dgm:prSet presAssocID="{9FD407FB-1BC2-4B36-8A68-49C27B5D945E}" presName="accentRepeatNode" presStyleLbl="solidFgAcc1" presStyleIdx="3" presStyleCnt="4"/>
      <dgm:spPr/>
    </dgm:pt>
  </dgm:ptLst>
  <dgm:cxnLst>
    <dgm:cxn modelId="{3E0BAF0A-0A76-48ED-8BD5-9D8BE34CFD58}" srcId="{9228AB2F-4F81-4BBB-8590-E8BD6AA9B50E}" destId="{9FD407FB-1BC2-4B36-8A68-49C27B5D945E}" srcOrd="3" destOrd="0" parTransId="{5D3C672B-9247-4FD6-8D97-9CE2CBB25E2D}" sibTransId="{38490853-98C6-4B5E-867D-E1B60BBB4A09}"/>
    <dgm:cxn modelId="{5CA1C829-EBDA-4E04-8346-B32353176D9C}" type="presOf" srcId="{9FD407FB-1BC2-4B36-8A68-49C27B5D945E}" destId="{26D0C658-0DEA-41FE-AA8D-E7BD3DCE85A7}" srcOrd="0" destOrd="0" presId="urn:microsoft.com/office/officeart/2008/layout/VerticalCurvedList"/>
    <dgm:cxn modelId="{D8BCF942-5E5E-40E6-8124-FDE98BFE17FE}" type="presOf" srcId="{173069EC-9F24-4FFB-9D1E-34E563A261D2}" destId="{4A743D22-4EF6-4B44-9098-0A427AB83BA1}" srcOrd="0" destOrd="0" presId="urn:microsoft.com/office/officeart/2008/layout/VerticalCurvedList"/>
    <dgm:cxn modelId="{453C0B7A-4586-45EF-B10E-6107CD734E02}" srcId="{9228AB2F-4F81-4BBB-8590-E8BD6AA9B50E}" destId="{1AB2E7D1-08E3-487C-8502-4C5227C6AC90}" srcOrd="0" destOrd="0" parTransId="{BD030205-1E9B-43B8-8753-3CE0B4D92671}" sibTransId="{80E4FA56-1BF0-4CDD-B404-1BF5B8A025E8}"/>
    <dgm:cxn modelId="{F1211E85-1AC0-49B8-B8B8-CF5011B2D8FC}" type="presOf" srcId="{9228AB2F-4F81-4BBB-8590-E8BD6AA9B50E}" destId="{0FBA508D-E9B8-471F-958C-E37AC3EC6D04}" srcOrd="0" destOrd="0" presId="urn:microsoft.com/office/officeart/2008/layout/VerticalCurvedList"/>
    <dgm:cxn modelId="{4E80FAA0-AFB5-4551-B762-AA908A571463}" type="presOf" srcId="{1AB2E7D1-08E3-487C-8502-4C5227C6AC90}" destId="{FBF1102A-B1BA-4C4B-9162-024A8E2AC59A}" srcOrd="0" destOrd="0" presId="urn:microsoft.com/office/officeart/2008/layout/VerticalCurvedList"/>
    <dgm:cxn modelId="{FD2115A5-4A3D-4018-B7CC-A66E6892DBAE}" srcId="{9228AB2F-4F81-4BBB-8590-E8BD6AA9B50E}" destId="{173069EC-9F24-4FFB-9D1E-34E563A261D2}" srcOrd="2" destOrd="0" parTransId="{225D43F6-579B-4CDF-A168-7FB883295B52}" sibTransId="{0AE3598D-067F-4D24-A0FA-E0D01DFEBC5A}"/>
    <dgm:cxn modelId="{AF873CBF-6BFC-40FF-B62A-2C77AC274021}" type="presOf" srcId="{80E4FA56-1BF0-4CDD-B404-1BF5B8A025E8}" destId="{8FA8BE55-8B65-4A34-8C4F-3F76C358D76A}" srcOrd="0" destOrd="0" presId="urn:microsoft.com/office/officeart/2008/layout/VerticalCurvedList"/>
    <dgm:cxn modelId="{1AAA1FF3-3D0D-4C35-960F-C976446BFE14}" type="presOf" srcId="{F3D17BBD-F4A2-4747-BC2E-2A6B5AE5ABE1}" destId="{A0CF63A2-8813-4AC3-BDC7-119846F74A28}" srcOrd="0" destOrd="0" presId="urn:microsoft.com/office/officeart/2008/layout/VerticalCurvedList"/>
    <dgm:cxn modelId="{D575B1F9-A87D-481B-B09F-18F3BC7749EE}" srcId="{9228AB2F-4F81-4BBB-8590-E8BD6AA9B50E}" destId="{F3D17BBD-F4A2-4747-BC2E-2A6B5AE5ABE1}" srcOrd="1" destOrd="0" parTransId="{EC5EF2CB-8C2C-49CF-AECB-6504D1F79737}" sibTransId="{414FD173-C383-405F-9537-BC32D0FFF5C2}"/>
    <dgm:cxn modelId="{ED968F58-6671-482A-8426-ECE808EC852D}" type="presParOf" srcId="{0FBA508D-E9B8-471F-958C-E37AC3EC6D04}" destId="{4B867A6A-6C40-4C83-92D4-2616A3A8EFD0}" srcOrd="0" destOrd="0" presId="urn:microsoft.com/office/officeart/2008/layout/VerticalCurvedList"/>
    <dgm:cxn modelId="{5EED9AF1-9DC3-4884-B416-C8D13BFD9C5C}" type="presParOf" srcId="{4B867A6A-6C40-4C83-92D4-2616A3A8EFD0}" destId="{AFC342A9-44C9-4A91-AEF8-C2C1428E6D9D}" srcOrd="0" destOrd="0" presId="urn:microsoft.com/office/officeart/2008/layout/VerticalCurvedList"/>
    <dgm:cxn modelId="{5A9E9CFF-8A6F-4679-A0D2-FEF3EE25B2A8}" type="presParOf" srcId="{AFC342A9-44C9-4A91-AEF8-C2C1428E6D9D}" destId="{1305E0D9-53FA-4722-A606-C0DDA3CFCAF5}" srcOrd="0" destOrd="0" presId="urn:microsoft.com/office/officeart/2008/layout/VerticalCurvedList"/>
    <dgm:cxn modelId="{27D04109-81F5-45CC-AD34-D370F9358F27}" type="presParOf" srcId="{AFC342A9-44C9-4A91-AEF8-C2C1428E6D9D}" destId="{8FA8BE55-8B65-4A34-8C4F-3F76C358D76A}" srcOrd="1" destOrd="0" presId="urn:microsoft.com/office/officeart/2008/layout/VerticalCurvedList"/>
    <dgm:cxn modelId="{585E97E1-EA57-4D69-BCDD-70CE9941083C}" type="presParOf" srcId="{AFC342A9-44C9-4A91-AEF8-C2C1428E6D9D}" destId="{84F69DDD-8C57-4A11-9350-E2B57BE7A262}" srcOrd="2" destOrd="0" presId="urn:microsoft.com/office/officeart/2008/layout/VerticalCurvedList"/>
    <dgm:cxn modelId="{215AFE5F-665F-4C90-BB98-0E7D28B593B4}" type="presParOf" srcId="{AFC342A9-44C9-4A91-AEF8-C2C1428E6D9D}" destId="{91B036C9-6485-4EC5-AEA9-E52309B45620}" srcOrd="3" destOrd="0" presId="urn:microsoft.com/office/officeart/2008/layout/VerticalCurvedList"/>
    <dgm:cxn modelId="{D46D7DE8-9DC9-4ECB-91D9-D093D8294EB3}" type="presParOf" srcId="{4B867A6A-6C40-4C83-92D4-2616A3A8EFD0}" destId="{FBF1102A-B1BA-4C4B-9162-024A8E2AC59A}" srcOrd="1" destOrd="0" presId="urn:microsoft.com/office/officeart/2008/layout/VerticalCurvedList"/>
    <dgm:cxn modelId="{3F903C27-E56B-4BC6-83E6-3AD67B42A34B}" type="presParOf" srcId="{4B867A6A-6C40-4C83-92D4-2616A3A8EFD0}" destId="{AB977F18-5157-4BFC-962C-DE83D5B68F6A}" srcOrd="2" destOrd="0" presId="urn:microsoft.com/office/officeart/2008/layout/VerticalCurvedList"/>
    <dgm:cxn modelId="{611D0BAF-0962-4CED-BADE-00E3E7E66F11}" type="presParOf" srcId="{AB977F18-5157-4BFC-962C-DE83D5B68F6A}" destId="{9B8B93F6-3682-4393-A4B4-81678DF6FDFA}" srcOrd="0" destOrd="0" presId="urn:microsoft.com/office/officeart/2008/layout/VerticalCurvedList"/>
    <dgm:cxn modelId="{00A5277A-1CD3-4AEB-BCB5-4004C16BCFF5}" type="presParOf" srcId="{4B867A6A-6C40-4C83-92D4-2616A3A8EFD0}" destId="{A0CF63A2-8813-4AC3-BDC7-119846F74A28}" srcOrd="3" destOrd="0" presId="urn:microsoft.com/office/officeart/2008/layout/VerticalCurvedList"/>
    <dgm:cxn modelId="{DFCD993F-928C-4C8D-97C6-C05CFE89E00C}" type="presParOf" srcId="{4B867A6A-6C40-4C83-92D4-2616A3A8EFD0}" destId="{B1FBD877-2035-4361-A50D-2FB3A452A03E}" srcOrd="4" destOrd="0" presId="urn:microsoft.com/office/officeart/2008/layout/VerticalCurvedList"/>
    <dgm:cxn modelId="{2ACC21CA-C699-4F89-913E-79894728832A}" type="presParOf" srcId="{B1FBD877-2035-4361-A50D-2FB3A452A03E}" destId="{29C20103-EBBA-4A5C-ABF2-7C0DA6CCDE8F}" srcOrd="0" destOrd="0" presId="urn:microsoft.com/office/officeart/2008/layout/VerticalCurvedList"/>
    <dgm:cxn modelId="{92AA903A-B77F-4003-BD83-30CA30234C1C}" type="presParOf" srcId="{4B867A6A-6C40-4C83-92D4-2616A3A8EFD0}" destId="{4A743D22-4EF6-4B44-9098-0A427AB83BA1}" srcOrd="5" destOrd="0" presId="urn:microsoft.com/office/officeart/2008/layout/VerticalCurvedList"/>
    <dgm:cxn modelId="{BAF573BA-9DED-4269-A67D-193DD7810189}" type="presParOf" srcId="{4B867A6A-6C40-4C83-92D4-2616A3A8EFD0}" destId="{43CB34D4-ACD3-445C-A6A2-5A26A3B6E644}" srcOrd="6" destOrd="0" presId="urn:microsoft.com/office/officeart/2008/layout/VerticalCurvedList"/>
    <dgm:cxn modelId="{9356548C-F83F-43F9-BB9A-C20960E230D5}" type="presParOf" srcId="{43CB34D4-ACD3-445C-A6A2-5A26A3B6E644}" destId="{EBE1E81F-1DE3-4493-8A54-980DC88A3AEF}" srcOrd="0" destOrd="0" presId="urn:microsoft.com/office/officeart/2008/layout/VerticalCurvedList"/>
    <dgm:cxn modelId="{36FB1E01-A6A6-4C27-875F-A8E5E45E2B41}" type="presParOf" srcId="{4B867A6A-6C40-4C83-92D4-2616A3A8EFD0}" destId="{26D0C658-0DEA-41FE-AA8D-E7BD3DCE85A7}" srcOrd="7" destOrd="0" presId="urn:microsoft.com/office/officeart/2008/layout/VerticalCurvedList"/>
    <dgm:cxn modelId="{F1598C35-74F5-4337-BAEB-7424EC57AC09}" type="presParOf" srcId="{4B867A6A-6C40-4C83-92D4-2616A3A8EFD0}" destId="{4446F18F-7F33-414D-9778-C78C90594B0B}" srcOrd="8" destOrd="0" presId="urn:microsoft.com/office/officeart/2008/layout/VerticalCurvedList"/>
    <dgm:cxn modelId="{4A4F741C-F4C5-4A40-A365-708BC8E6F1B2}" type="presParOf" srcId="{4446F18F-7F33-414D-9778-C78C90594B0B}" destId="{834CAF4E-3C6C-4BB7-9244-4946D5675A4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3E0A1234-5764-4AA8-BDEF-F42C8E2F5142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B4B61B3-A4F3-484D-94FF-3D8A25E204B0}">
      <dgm:prSet/>
      <dgm:spPr/>
      <dgm:t>
        <a:bodyPr/>
        <a:lstStyle/>
        <a:p>
          <a:r>
            <a:rPr lang="uk-UA" b="0" i="0"/>
            <a:t>рішення Переяславської ради.</a:t>
          </a:r>
          <a:endParaRPr lang="uk-UA"/>
        </a:p>
      </dgm:t>
    </dgm:pt>
    <dgm:pt modelId="{65C7337A-6647-46AA-A4DD-9AFBA9BD1DC8}" type="parTrans" cxnId="{FB52B1E7-8762-43B8-BE64-2BD7D525D59D}">
      <dgm:prSet/>
      <dgm:spPr/>
      <dgm:t>
        <a:bodyPr/>
        <a:lstStyle/>
        <a:p>
          <a:endParaRPr lang="uk-UA"/>
        </a:p>
      </dgm:t>
    </dgm:pt>
    <dgm:pt modelId="{4E61948A-F9B5-44F2-9F4C-9949EA911ADB}" type="sibTrans" cxnId="{FB52B1E7-8762-43B8-BE64-2BD7D525D59D}">
      <dgm:prSet/>
      <dgm:spPr/>
      <dgm:t>
        <a:bodyPr/>
        <a:lstStyle/>
        <a:p>
          <a:endParaRPr lang="uk-UA"/>
        </a:p>
      </dgm:t>
    </dgm:pt>
    <dgm:pt modelId="{8DD46F59-CAAE-48A1-B5DA-B3ACE6B3D92D}">
      <dgm:prSet/>
      <dgm:spPr/>
      <dgm:t>
        <a:bodyPr/>
        <a:lstStyle/>
        <a:p>
          <a:r>
            <a:rPr lang="uk-UA" b="0" i="0"/>
            <a:t>підписання Гадяцьких пунктів.</a:t>
          </a:r>
          <a:endParaRPr lang="uk-UA"/>
        </a:p>
      </dgm:t>
    </dgm:pt>
    <dgm:pt modelId="{6A525FF5-427D-407A-9DE5-1A453C899D27}" type="parTrans" cxnId="{CC0BD30D-86C1-4632-B7E4-6D29628D290D}">
      <dgm:prSet/>
      <dgm:spPr/>
      <dgm:t>
        <a:bodyPr/>
        <a:lstStyle/>
        <a:p>
          <a:endParaRPr lang="uk-UA"/>
        </a:p>
      </dgm:t>
    </dgm:pt>
    <dgm:pt modelId="{4993CF07-6C29-45C1-A0FD-0A154919AB4F}" type="sibTrans" cxnId="{CC0BD30D-86C1-4632-B7E4-6D29628D290D}">
      <dgm:prSet/>
      <dgm:spPr/>
      <dgm:t>
        <a:bodyPr/>
        <a:lstStyle/>
        <a:p>
          <a:endParaRPr lang="uk-UA"/>
        </a:p>
      </dgm:t>
    </dgm:pt>
    <dgm:pt modelId="{BF501F09-CBB3-4837-824F-8DCFC4B73B4A}">
      <dgm:prSet/>
      <dgm:spPr/>
      <dgm:t>
        <a:bodyPr/>
        <a:lstStyle/>
        <a:p>
          <a:r>
            <a:rPr lang="uk-UA" b="0" i="0" dirty="0"/>
            <a:t>поразку козацького війська в битві під Берестечком.</a:t>
          </a:r>
          <a:endParaRPr lang="uk-UA" dirty="0"/>
        </a:p>
      </dgm:t>
    </dgm:pt>
    <dgm:pt modelId="{0175E990-F955-4233-9C98-7E0406EEBE61}" type="parTrans" cxnId="{41EEAC52-2E17-47FD-BCFE-449CEACD2C99}">
      <dgm:prSet/>
      <dgm:spPr/>
      <dgm:t>
        <a:bodyPr/>
        <a:lstStyle/>
        <a:p>
          <a:endParaRPr lang="uk-UA"/>
        </a:p>
      </dgm:t>
    </dgm:pt>
    <dgm:pt modelId="{23250F0F-5CA4-4D6D-A569-BD99A2752C9A}" type="sibTrans" cxnId="{41EEAC52-2E17-47FD-BCFE-449CEACD2C99}">
      <dgm:prSet/>
      <dgm:spPr/>
      <dgm:t>
        <a:bodyPr/>
        <a:lstStyle/>
        <a:p>
          <a:endParaRPr lang="uk-UA"/>
        </a:p>
      </dgm:t>
    </dgm:pt>
    <dgm:pt modelId="{7E5631D3-F307-4EC7-8FA1-976D36ADA77F}">
      <dgm:prSet/>
      <dgm:spPr/>
      <dgm:t>
        <a:bodyPr/>
        <a:lstStyle/>
        <a:p>
          <a:r>
            <a:rPr lang="uk-UA" b="0" i="0" dirty="0"/>
            <a:t>укладення династичного союзу з Молдавським князівством</a:t>
          </a:r>
          <a:endParaRPr lang="uk-UA" dirty="0"/>
        </a:p>
      </dgm:t>
    </dgm:pt>
    <dgm:pt modelId="{255A62A5-3B48-4968-B7E9-E7849B2247DC}" type="parTrans" cxnId="{B3602C89-82F4-4559-9CFE-68D5B87534F7}">
      <dgm:prSet/>
      <dgm:spPr/>
      <dgm:t>
        <a:bodyPr/>
        <a:lstStyle/>
        <a:p>
          <a:endParaRPr lang="uk-UA"/>
        </a:p>
      </dgm:t>
    </dgm:pt>
    <dgm:pt modelId="{01D7862C-72D5-4F20-AB01-B630679935BC}" type="sibTrans" cxnId="{B3602C89-82F4-4559-9CFE-68D5B87534F7}">
      <dgm:prSet/>
      <dgm:spPr/>
      <dgm:t>
        <a:bodyPr/>
        <a:lstStyle/>
        <a:p>
          <a:endParaRPr lang="uk-UA"/>
        </a:p>
      </dgm:t>
    </dgm:pt>
    <dgm:pt modelId="{B33C4AE9-6D8E-4BDD-8EBA-C9E2E217581A}" type="pres">
      <dgm:prSet presAssocID="{3E0A1234-5764-4AA8-BDEF-F42C8E2F5142}" presName="Name0" presStyleCnt="0">
        <dgm:presLayoutVars>
          <dgm:chMax val="7"/>
          <dgm:chPref val="7"/>
          <dgm:dir/>
        </dgm:presLayoutVars>
      </dgm:prSet>
      <dgm:spPr/>
    </dgm:pt>
    <dgm:pt modelId="{3687BD92-7818-4CEB-9945-712FFDA8A76F}" type="pres">
      <dgm:prSet presAssocID="{3E0A1234-5764-4AA8-BDEF-F42C8E2F5142}" presName="Name1" presStyleCnt="0"/>
      <dgm:spPr/>
    </dgm:pt>
    <dgm:pt modelId="{634F10F8-C45A-478B-B313-1DB3988E0735}" type="pres">
      <dgm:prSet presAssocID="{3E0A1234-5764-4AA8-BDEF-F42C8E2F5142}" presName="cycle" presStyleCnt="0"/>
      <dgm:spPr/>
    </dgm:pt>
    <dgm:pt modelId="{AE42BF13-8201-414D-A627-997BFF7DD391}" type="pres">
      <dgm:prSet presAssocID="{3E0A1234-5764-4AA8-BDEF-F42C8E2F5142}" presName="srcNode" presStyleLbl="node1" presStyleIdx="0" presStyleCnt="4"/>
      <dgm:spPr/>
    </dgm:pt>
    <dgm:pt modelId="{29AD9E91-4B82-483C-8A7E-E33650972E60}" type="pres">
      <dgm:prSet presAssocID="{3E0A1234-5764-4AA8-BDEF-F42C8E2F5142}" presName="conn" presStyleLbl="parChTrans1D2" presStyleIdx="0" presStyleCnt="1"/>
      <dgm:spPr/>
    </dgm:pt>
    <dgm:pt modelId="{90C85E5A-88B2-4505-82D8-3F40A86DCA5D}" type="pres">
      <dgm:prSet presAssocID="{3E0A1234-5764-4AA8-BDEF-F42C8E2F5142}" presName="extraNode" presStyleLbl="node1" presStyleIdx="0" presStyleCnt="4"/>
      <dgm:spPr/>
    </dgm:pt>
    <dgm:pt modelId="{9D0A87B6-7780-4867-976B-01FA6C26E294}" type="pres">
      <dgm:prSet presAssocID="{3E0A1234-5764-4AA8-BDEF-F42C8E2F5142}" presName="dstNode" presStyleLbl="node1" presStyleIdx="0" presStyleCnt="4"/>
      <dgm:spPr/>
    </dgm:pt>
    <dgm:pt modelId="{4B303CD4-47D7-4607-BB26-F9B7B70D73F2}" type="pres">
      <dgm:prSet presAssocID="{9B4B61B3-A4F3-484D-94FF-3D8A25E204B0}" presName="text_1" presStyleLbl="node1" presStyleIdx="0" presStyleCnt="4">
        <dgm:presLayoutVars>
          <dgm:bulletEnabled val="1"/>
        </dgm:presLayoutVars>
      </dgm:prSet>
      <dgm:spPr/>
    </dgm:pt>
    <dgm:pt modelId="{FEA872EF-B317-4D44-A5F0-92C8113CA9FE}" type="pres">
      <dgm:prSet presAssocID="{9B4B61B3-A4F3-484D-94FF-3D8A25E204B0}" presName="accent_1" presStyleCnt="0"/>
      <dgm:spPr/>
    </dgm:pt>
    <dgm:pt modelId="{69BB6863-B867-4DF7-937D-73EF6AAD5925}" type="pres">
      <dgm:prSet presAssocID="{9B4B61B3-A4F3-484D-94FF-3D8A25E204B0}" presName="accentRepeatNode" presStyleLbl="solidFgAcc1" presStyleIdx="0" presStyleCnt="4"/>
      <dgm:spPr/>
    </dgm:pt>
    <dgm:pt modelId="{01640137-4330-47BC-B315-E1692F94FFF2}" type="pres">
      <dgm:prSet presAssocID="{8DD46F59-CAAE-48A1-B5DA-B3ACE6B3D92D}" presName="text_2" presStyleLbl="node1" presStyleIdx="1" presStyleCnt="4">
        <dgm:presLayoutVars>
          <dgm:bulletEnabled val="1"/>
        </dgm:presLayoutVars>
      </dgm:prSet>
      <dgm:spPr/>
    </dgm:pt>
    <dgm:pt modelId="{87F93C6A-0FD3-486F-B5BB-ED53D09039DB}" type="pres">
      <dgm:prSet presAssocID="{8DD46F59-CAAE-48A1-B5DA-B3ACE6B3D92D}" presName="accent_2" presStyleCnt="0"/>
      <dgm:spPr/>
    </dgm:pt>
    <dgm:pt modelId="{138E174F-7527-4378-9575-04691ACD813A}" type="pres">
      <dgm:prSet presAssocID="{8DD46F59-CAAE-48A1-B5DA-B3ACE6B3D92D}" presName="accentRepeatNode" presStyleLbl="solidFgAcc1" presStyleIdx="1" presStyleCnt="4"/>
      <dgm:spPr/>
    </dgm:pt>
    <dgm:pt modelId="{E9BBF49E-150B-4C94-B97F-AB49D2155E2A}" type="pres">
      <dgm:prSet presAssocID="{BF501F09-CBB3-4837-824F-8DCFC4B73B4A}" presName="text_3" presStyleLbl="node1" presStyleIdx="2" presStyleCnt="4">
        <dgm:presLayoutVars>
          <dgm:bulletEnabled val="1"/>
        </dgm:presLayoutVars>
      </dgm:prSet>
      <dgm:spPr/>
    </dgm:pt>
    <dgm:pt modelId="{75A97919-B7F7-4A21-9DA6-D13E301DE275}" type="pres">
      <dgm:prSet presAssocID="{BF501F09-CBB3-4837-824F-8DCFC4B73B4A}" presName="accent_3" presStyleCnt="0"/>
      <dgm:spPr/>
    </dgm:pt>
    <dgm:pt modelId="{DA5880C5-0948-4A4F-9BA3-E7FAA0051650}" type="pres">
      <dgm:prSet presAssocID="{BF501F09-CBB3-4837-824F-8DCFC4B73B4A}" presName="accentRepeatNode" presStyleLbl="solidFgAcc1" presStyleIdx="2" presStyleCnt="4"/>
      <dgm:spPr/>
    </dgm:pt>
    <dgm:pt modelId="{7694FB31-80A3-44CD-A920-4D54AADEF693}" type="pres">
      <dgm:prSet presAssocID="{7E5631D3-F307-4EC7-8FA1-976D36ADA77F}" presName="text_4" presStyleLbl="node1" presStyleIdx="3" presStyleCnt="4">
        <dgm:presLayoutVars>
          <dgm:bulletEnabled val="1"/>
        </dgm:presLayoutVars>
      </dgm:prSet>
      <dgm:spPr/>
    </dgm:pt>
    <dgm:pt modelId="{9C04C0DD-808C-498B-89DF-A1ACB46F601C}" type="pres">
      <dgm:prSet presAssocID="{7E5631D3-F307-4EC7-8FA1-976D36ADA77F}" presName="accent_4" presStyleCnt="0"/>
      <dgm:spPr/>
    </dgm:pt>
    <dgm:pt modelId="{A0D9EDF7-EA11-4FC0-8876-C0AFE37A6463}" type="pres">
      <dgm:prSet presAssocID="{7E5631D3-F307-4EC7-8FA1-976D36ADA77F}" presName="accentRepeatNode" presStyleLbl="solidFgAcc1" presStyleIdx="3" presStyleCnt="4"/>
      <dgm:spPr/>
    </dgm:pt>
  </dgm:ptLst>
  <dgm:cxnLst>
    <dgm:cxn modelId="{CC0BD30D-86C1-4632-B7E4-6D29628D290D}" srcId="{3E0A1234-5764-4AA8-BDEF-F42C8E2F5142}" destId="{8DD46F59-CAAE-48A1-B5DA-B3ACE6B3D92D}" srcOrd="1" destOrd="0" parTransId="{6A525FF5-427D-407A-9DE5-1A453C899D27}" sibTransId="{4993CF07-6C29-45C1-A0FD-0A154919AB4F}"/>
    <dgm:cxn modelId="{FF9AFA11-97FC-4C84-8E34-3AE1C7136D92}" type="presOf" srcId="{9B4B61B3-A4F3-484D-94FF-3D8A25E204B0}" destId="{4B303CD4-47D7-4607-BB26-F9B7B70D73F2}" srcOrd="0" destOrd="0" presId="urn:microsoft.com/office/officeart/2008/layout/VerticalCurvedList"/>
    <dgm:cxn modelId="{403B191E-1172-4B4B-92B8-4329B8DC0342}" type="presOf" srcId="{7E5631D3-F307-4EC7-8FA1-976D36ADA77F}" destId="{7694FB31-80A3-44CD-A920-4D54AADEF693}" srcOrd="0" destOrd="0" presId="urn:microsoft.com/office/officeart/2008/layout/VerticalCurvedList"/>
    <dgm:cxn modelId="{49792B27-1EBA-4945-B03C-D7830D468C25}" type="presOf" srcId="{3E0A1234-5764-4AA8-BDEF-F42C8E2F5142}" destId="{B33C4AE9-6D8E-4BDD-8EBA-C9E2E217581A}" srcOrd="0" destOrd="0" presId="urn:microsoft.com/office/officeart/2008/layout/VerticalCurvedList"/>
    <dgm:cxn modelId="{43CA332D-2595-4066-B58A-6212078D77B3}" type="presOf" srcId="{8DD46F59-CAAE-48A1-B5DA-B3ACE6B3D92D}" destId="{01640137-4330-47BC-B315-E1692F94FFF2}" srcOrd="0" destOrd="0" presId="urn:microsoft.com/office/officeart/2008/layout/VerticalCurvedList"/>
    <dgm:cxn modelId="{41EEAC52-2E17-47FD-BCFE-449CEACD2C99}" srcId="{3E0A1234-5764-4AA8-BDEF-F42C8E2F5142}" destId="{BF501F09-CBB3-4837-824F-8DCFC4B73B4A}" srcOrd="2" destOrd="0" parTransId="{0175E990-F955-4233-9C98-7E0406EEBE61}" sibTransId="{23250F0F-5CA4-4D6D-A569-BD99A2752C9A}"/>
    <dgm:cxn modelId="{B3602C89-82F4-4559-9CFE-68D5B87534F7}" srcId="{3E0A1234-5764-4AA8-BDEF-F42C8E2F5142}" destId="{7E5631D3-F307-4EC7-8FA1-976D36ADA77F}" srcOrd="3" destOrd="0" parTransId="{255A62A5-3B48-4968-B7E9-E7849B2247DC}" sibTransId="{01D7862C-72D5-4F20-AB01-B630679935BC}"/>
    <dgm:cxn modelId="{753BBC8A-D3A6-4B62-89E4-E3B8B443D417}" type="presOf" srcId="{BF501F09-CBB3-4837-824F-8DCFC4B73B4A}" destId="{E9BBF49E-150B-4C94-B97F-AB49D2155E2A}" srcOrd="0" destOrd="0" presId="urn:microsoft.com/office/officeart/2008/layout/VerticalCurvedList"/>
    <dgm:cxn modelId="{8F49BDC8-142E-4208-9D08-C6362C82D38E}" type="presOf" srcId="{4E61948A-F9B5-44F2-9F4C-9949EA911ADB}" destId="{29AD9E91-4B82-483C-8A7E-E33650972E60}" srcOrd="0" destOrd="0" presId="urn:microsoft.com/office/officeart/2008/layout/VerticalCurvedList"/>
    <dgm:cxn modelId="{FB52B1E7-8762-43B8-BE64-2BD7D525D59D}" srcId="{3E0A1234-5764-4AA8-BDEF-F42C8E2F5142}" destId="{9B4B61B3-A4F3-484D-94FF-3D8A25E204B0}" srcOrd="0" destOrd="0" parTransId="{65C7337A-6647-46AA-A4DD-9AFBA9BD1DC8}" sibTransId="{4E61948A-F9B5-44F2-9F4C-9949EA911ADB}"/>
    <dgm:cxn modelId="{7F34689C-360A-4FF5-B05C-5EBE49CEF1B1}" type="presParOf" srcId="{B33C4AE9-6D8E-4BDD-8EBA-C9E2E217581A}" destId="{3687BD92-7818-4CEB-9945-712FFDA8A76F}" srcOrd="0" destOrd="0" presId="urn:microsoft.com/office/officeart/2008/layout/VerticalCurvedList"/>
    <dgm:cxn modelId="{E402FFB4-B87B-476C-9546-CB425447A8B9}" type="presParOf" srcId="{3687BD92-7818-4CEB-9945-712FFDA8A76F}" destId="{634F10F8-C45A-478B-B313-1DB3988E0735}" srcOrd="0" destOrd="0" presId="urn:microsoft.com/office/officeart/2008/layout/VerticalCurvedList"/>
    <dgm:cxn modelId="{25A74537-4EB4-4A59-817A-A42A9171EA72}" type="presParOf" srcId="{634F10F8-C45A-478B-B313-1DB3988E0735}" destId="{AE42BF13-8201-414D-A627-997BFF7DD391}" srcOrd="0" destOrd="0" presId="urn:microsoft.com/office/officeart/2008/layout/VerticalCurvedList"/>
    <dgm:cxn modelId="{9107B369-E198-4A84-9823-BB22482B770F}" type="presParOf" srcId="{634F10F8-C45A-478B-B313-1DB3988E0735}" destId="{29AD9E91-4B82-483C-8A7E-E33650972E60}" srcOrd="1" destOrd="0" presId="urn:microsoft.com/office/officeart/2008/layout/VerticalCurvedList"/>
    <dgm:cxn modelId="{48D04A79-4EE6-4127-851B-BC658F56EC8F}" type="presParOf" srcId="{634F10F8-C45A-478B-B313-1DB3988E0735}" destId="{90C85E5A-88B2-4505-82D8-3F40A86DCA5D}" srcOrd="2" destOrd="0" presId="urn:microsoft.com/office/officeart/2008/layout/VerticalCurvedList"/>
    <dgm:cxn modelId="{9E4CA279-6A94-4678-AEA1-6F33DCB9B4C2}" type="presParOf" srcId="{634F10F8-C45A-478B-B313-1DB3988E0735}" destId="{9D0A87B6-7780-4867-976B-01FA6C26E294}" srcOrd="3" destOrd="0" presId="urn:microsoft.com/office/officeart/2008/layout/VerticalCurvedList"/>
    <dgm:cxn modelId="{BDF241A3-FB0B-4AAD-8457-D105591CD056}" type="presParOf" srcId="{3687BD92-7818-4CEB-9945-712FFDA8A76F}" destId="{4B303CD4-47D7-4607-BB26-F9B7B70D73F2}" srcOrd="1" destOrd="0" presId="urn:microsoft.com/office/officeart/2008/layout/VerticalCurvedList"/>
    <dgm:cxn modelId="{DA78D433-8D75-4EC6-BD88-D22F0DFA4AA3}" type="presParOf" srcId="{3687BD92-7818-4CEB-9945-712FFDA8A76F}" destId="{FEA872EF-B317-4D44-A5F0-92C8113CA9FE}" srcOrd="2" destOrd="0" presId="urn:microsoft.com/office/officeart/2008/layout/VerticalCurvedList"/>
    <dgm:cxn modelId="{2E6FB93F-A38E-4018-8A98-0FED19B5862A}" type="presParOf" srcId="{FEA872EF-B317-4D44-A5F0-92C8113CA9FE}" destId="{69BB6863-B867-4DF7-937D-73EF6AAD5925}" srcOrd="0" destOrd="0" presId="urn:microsoft.com/office/officeart/2008/layout/VerticalCurvedList"/>
    <dgm:cxn modelId="{BF65D6C2-E4AF-4A7E-8546-079D3B6D05B5}" type="presParOf" srcId="{3687BD92-7818-4CEB-9945-712FFDA8A76F}" destId="{01640137-4330-47BC-B315-E1692F94FFF2}" srcOrd="3" destOrd="0" presId="urn:microsoft.com/office/officeart/2008/layout/VerticalCurvedList"/>
    <dgm:cxn modelId="{A4E44AE9-FE39-494F-AA30-FD287AE4F193}" type="presParOf" srcId="{3687BD92-7818-4CEB-9945-712FFDA8A76F}" destId="{87F93C6A-0FD3-486F-B5BB-ED53D09039DB}" srcOrd="4" destOrd="0" presId="urn:microsoft.com/office/officeart/2008/layout/VerticalCurvedList"/>
    <dgm:cxn modelId="{59220D34-1F57-44C4-9A38-549DA32A9E98}" type="presParOf" srcId="{87F93C6A-0FD3-486F-B5BB-ED53D09039DB}" destId="{138E174F-7527-4378-9575-04691ACD813A}" srcOrd="0" destOrd="0" presId="urn:microsoft.com/office/officeart/2008/layout/VerticalCurvedList"/>
    <dgm:cxn modelId="{BA0C43F4-C71E-4B24-B165-F80CFCA9B437}" type="presParOf" srcId="{3687BD92-7818-4CEB-9945-712FFDA8A76F}" destId="{E9BBF49E-150B-4C94-B97F-AB49D2155E2A}" srcOrd="5" destOrd="0" presId="urn:microsoft.com/office/officeart/2008/layout/VerticalCurvedList"/>
    <dgm:cxn modelId="{2355D9CD-CC7F-48C1-9C2A-80349B381C0F}" type="presParOf" srcId="{3687BD92-7818-4CEB-9945-712FFDA8A76F}" destId="{75A97919-B7F7-4A21-9DA6-D13E301DE275}" srcOrd="6" destOrd="0" presId="urn:microsoft.com/office/officeart/2008/layout/VerticalCurvedList"/>
    <dgm:cxn modelId="{3246BF68-9844-44B3-9302-9DDB991A8922}" type="presParOf" srcId="{75A97919-B7F7-4A21-9DA6-D13E301DE275}" destId="{DA5880C5-0948-4A4F-9BA3-E7FAA0051650}" srcOrd="0" destOrd="0" presId="urn:microsoft.com/office/officeart/2008/layout/VerticalCurvedList"/>
    <dgm:cxn modelId="{EE4D356D-3467-44BE-B4FC-0E441D6A88B2}" type="presParOf" srcId="{3687BD92-7818-4CEB-9945-712FFDA8A76F}" destId="{7694FB31-80A3-44CD-A920-4D54AADEF693}" srcOrd="7" destOrd="0" presId="urn:microsoft.com/office/officeart/2008/layout/VerticalCurvedList"/>
    <dgm:cxn modelId="{3F368C27-CB0F-4B41-8E3C-F7713ACC0634}" type="presParOf" srcId="{3687BD92-7818-4CEB-9945-712FFDA8A76F}" destId="{9C04C0DD-808C-498B-89DF-A1ACB46F601C}" srcOrd="8" destOrd="0" presId="urn:microsoft.com/office/officeart/2008/layout/VerticalCurvedList"/>
    <dgm:cxn modelId="{34691E70-A996-4D35-8C26-AB546770272D}" type="presParOf" srcId="{9C04C0DD-808C-498B-89DF-A1ACB46F601C}" destId="{A0D9EDF7-EA11-4FC0-8876-C0AFE37A646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086887F2-0783-4511-A307-0072B224E7C6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AA278B4-60B5-41F7-995A-08A56B60896D}">
      <dgm:prSet/>
      <dgm:spPr/>
      <dgm:t>
        <a:bodyPr/>
        <a:lstStyle/>
        <a:p>
          <a:r>
            <a:rPr lang="ru-RU" b="0" i="0"/>
            <a:t>«Березневих статей».</a:t>
          </a:r>
          <a:endParaRPr lang="uk-UA"/>
        </a:p>
      </dgm:t>
    </dgm:pt>
    <dgm:pt modelId="{07AB4B2F-5325-4B1A-A402-6081048BB91B}" type="parTrans" cxnId="{42674352-D101-42F5-B115-310B8237BF93}">
      <dgm:prSet/>
      <dgm:spPr/>
      <dgm:t>
        <a:bodyPr/>
        <a:lstStyle/>
        <a:p>
          <a:endParaRPr lang="uk-UA"/>
        </a:p>
      </dgm:t>
    </dgm:pt>
    <dgm:pt modelId="{6FFB8A4B-B727-460F-AF1F-815BB35964EF}" type="sibTrans" cxnId="{42674352-D101-42F5-B115-310B8237BF93}">
      <dgm:prSet/>
      <dgm:spPr/>
      <dgm:t>
        <a:bodyPr/>
        <a:lstStyle/>
        <a:p>
          <a:endParaRPr lang="uk-UA"/>
        </a:p>
      </dgm:t>
    </dgm:pt>
    <dgm:pt modelId="{1F529095-FC79-455D-9F93-0C890A501188}">
      <dgm:prSet/>
      <dgm:spPr/>
      <dgm:t>
        <a:bodyPr/>
        <a:lstStyle/>
        <a:p>
          <a:r>
            <a:rPr lang="ru-RU" b="0" i="0"/>
            <a:t>Гадяцьких пунктів.</a:t>
          </a:r>
          <a:endParaRPr lang="uk-UA"/>
        </a:p>
      </dgm:t>
    </dgm:pt>
    <dgm:pt modelId="{33F53889-A9E6-4003-862F-37EC2585B24B}" type="parTrans" cxnId="{43789B4F-0408-4208-AD9B-EF8B1F839047}">
      <dgm:prSet/>
      <dgm:spPr/>
      <dgm:t>
        <a:bodyPr/>
        <a:lstStyle/>
        <a:p>
          <a:endParaRPr lang="uk-UA"/>
        </a:p>
      </dgm:t>
    </dgm:pt>
    <dgm:pt modelId="{71276E36-B7FE-46FB-99EE-BA42EC4736E2}" type="sibTrans" cxnId="{43789B4F-0408-4208-AD9B-EF8B1F839047}">
      <dgm:prSet/>
      <dgm:spPr/>
      <dgm:t>
        <a:bodyPr/>
        <a:lstStyle/>
        <a:p>
          <a:endParaRPr lang="uk-UA"/>
        </a:p>
      </dgm:t>
    </dgm:pt>
    <dgm:pt modelId="{5A09CA8B-73B6-4AFE-80C1-5ABA357DDCDA}">
      <dgm:prSet/>
      <dgm:spPr/>
      <dgm:t>
        <a:bodyPr/>
        <a:lstStyle/>
        <a:p>
          <a:r>
            <a:rPr lang="ru-RU" b="0" i="0" dirty="0" err="1"/>
            <a:t>Зборівського</a:t>
          </a:r>
          <a:r>
            <a:rPr lang="ru-RU" b="0" i="0" dirty="0"/>
            <a:t> договору.</a:t>
          </a:r>
          <a:endParaRPr lang="uk-UA" dirty="0"/>
        </a:p>
      </dgm:t>
    </dgm:pt>
    <dgm:pt modelId="{1BF2CE54-79F2-4574-892E-EA0229226B0F}" type="parTrans" cxnId="{74F635B6-B0FF-456D-B78B-0AE4853975AE}">
      <dgm:prSet/>
      <dgm:spPr/>
      <dgm:t>
        <a:bodyPr/>
        <a:lstStyle/>
        <a:p>
          <a:endParaRPr lang="uk-UA"/>
        </a:p>
      </dgm:t>
    </dgm:pt>
    <dgm:pt modelId="{4E6A5B8D-FDA5-46E7-9245-A8AFA4BFD331}" type="sibTrans" cxnId="{74F635B6-B0FF-456D-B78B-0AE4853975AE}">
      <dgm:prSet/>
      <dgm:spPr/>
      <dgm:t>
        <a:bodyPr/>
        <a:lstStyle/>
        <a:p>
          <a:endParaRPr lang="uk-UA"/>
        </a:p>
      </dgm:t>
    </dgm:pt>
    <dgm:pt modelId="{68259043-2A5D-4290-83F6-310432D83E6D}">
      <dgm:prSet/>
      <dgm:spPr/>
      <dgm:t>
        <a:bodyPr/>
        <a:lstStyle/>
        <a:p>
          <a:r>
            <a:rPr lang="ru-RU" b="0" i="0" dirty="0" err="1"/>
            <a:t>Віленського</a:t>
          </a:r>
          <a:r>
            <a:rPr lang="ru-RU" b="0" i="0" dirty="0"/>
            <a:t> </a:t>
          </a:r>
          <a:r>
            <a:rPr lang="ru-RU" b="0" i="0" dirty="0" err="1"/>
            <a:t>перемир’я</a:t>
          </a:r>
          <a:r>
            <a:rPr lang="ru-RU" b="0" i="0" dirty="0"/>
            <a:t>.</a:t>
          </a:r>
          <a:endParaRPr lang="uk-UA" dirty="0"/>
        </a:p>
      </dgm:t>
    </dgm:pt>
    <dgm:pt modelId="{1F161747-CBDD-47A2-8FBE-9A13AC544973}" type="parTrans" cxnId="{6A677F35-0E6B-4573-84F3-741084E82893}">
      <dgm:prSet/>
      <dgm:spPr/>
      <dgm:t>
        <a:bodyPr/>
        <a:lstStyle/>
        <a:p>
          <a:endParaRPr lang="uk-UA"/>
        </a:p>
      </dgm:t>
    </dgm:pt>
    <dgm:pt modelId="{326F29D5-F1D5-48CE-8524-BB18E83AC65B}" type="sibTrans" cxnId="{6A677F35-0E6B-4573-84F3-741084E82893}">
      <dgm:prSet/>
      <dgm:spPr/>
      <dgm:t>
        <a:bodyPr/>
        <a:lstStyle/>
        <a:p>
          <a:endParaRPr lang="uk-UA"/>
        </a:p>
      </dgm:t>
    </dgm:pt>
    <dgm:pt modelId="{F3523FC6-64AB-44D9-A088-B9DA1C8B9A66}" type="pres">
      <dgm:prSet presAssocID="{086887F2-0783-4511-A307-0072B224E7C6}" presName="matrix" presStyleCnt="0">
        <dgm:presLayoutVars>
          <dgm:chMax val="1"/>
          <dgm:dir/>
          <dgm:resizeHandles val="exact"/>
        </dgm:presLayoutVars>
      </dgm:prSet>
      <dgm:spPr/>
    </dgm:pt>
    <dgm:pt modelId="{84494711-E9B0-4A53-BFA9-90E3BA6225EA}" type="pres">
      <dgm:prSet presAssocID="{086887F2-0783-4511-A307-0072B224E7C6}" presName="diamond" presStyleLbl="bgShp" presStyleIdx="0" presStyleCnt="1"/>
      <dgm:spPr/>
    </dgm:pt>
    <dgm:pt modelId="{4A8F0F8E-7EB5-4E96-934E-3A8042941E34}" type="pres">
      <dgm:prSet presAssocID="{086887F2-0783-4511-A307-0072B224E7C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116F8C7-2D0C-469C-B403-2FF3CF9DF049}" type="pres">
      <dgm:prSet presAssocID="{086887F2-0783-4511-A307-0072B224E7C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039997F-DC19-4E53-8DCC-ED5C1EC4E150}" type="pres">
      <dgm:prSet presAssocID="{086887F2-0783-4511-A307-0072B224E7C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5D7F670-5567-4AD2-BAA6-2220DF23AD47}" type="pres">
      <dgm:prSet presAssocID="{086887F2-0783-4511-A307-0072B224E7C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A677F35-0E6B-4573-84F3-741084E82893}" srcId="{086887F2-0783-4511-A307-0072B224E7C6}" destId="{68259043-2A5D-4290-83F6-310432D83E6D}" srcOrd="3" destOrd="0" parTransId="{1F161747-CBDD-47A2-8FBE-9A13AC544973}" sibTransId="{326F29D5-F1D5-48CE-8524-BB18E83AC65B}"/>
    <dgm:cxn modelId="{81A35A40-514E-4673-9FBD-E1E1DFC76112}" type="presOf" srcId="{086887F2-0783-4511-A307-0072B224E7C6}" destId="{F3523FC6-64AB-44D9-A088-B9DA1C8B9A66}" srcOrd="0" destOrd="0" presId="urn:microsoft.com/office/officeart/2005/8/layout/matrix3"/>
    <dgm:cxn modelId="{43789B4F-0408-4208-AD9B-EF8B1F839047}" srcId="{086887F2-0783-4511-A307-0072B224E7C6}" destId="{1F529095-FC79-455D-9F93-0C890A501188}" srcOrd="1" destOrd="0" parTransId="{33F53889-A9E6-4003-862F-37EC2585B24B}" sibTransId="{71276E36-B7FE-46FB-99EE-BA42EC4736E2}"/>
    <dgm:cxn modelId="{42674352-D101-42F5-B115-310B8237BF93}" srcId="{086887F2-0783-4511-A307-0072B224E7C6}" destId="{AAA278B4-60B5-41F7-995A-08A56B60896D}" srcOrd="0" destOrd="0" parTransId="{07AB4B2F-5325-4B1A-A402-6081048BB91B}" sibTransId="{6FFB8A4B-B727-460F-AF1F-815BB35964EF}"/>
    <dgm:cxn modelId="{7BACBD9B-11B9-4437-9A7C-637349094420}" type="presOf" srcId="{5A09CA8B-73B6-4AFE-80C1-5ABA357DDCDA}" destId="{C039997F-DC19-4E53-8DCC-ED5C1EC4E150}" srcOrd="0" destOrd="0" presId="urn:microsoft.com/office/officeart/2005/8/layout/matrix3"/>
    <dgm:cxn modelId="{D9BADDAB-44E7-4BD3-ACEA-99F0EB0C5F3B}" type="presOf" srcId="{1F529095-FC79-455D-9F93-0C890A501188}" destId="{8116F8C7-2D0C-469C-B403-2FF3CF9DF049}" srcOrd="0" destOrd="0" presId="urn:microsoft.com/office/officeart/2005/8/layout/matrix3"/>
    <dgm:cxn modelId="{74F635B6-B0FF-456D-B78B-0AE4853975AE}" srcId="{086887F2-0783-4511-A307-0072B224E7C6}" destId="{5A09CA8B-73B6-4AFE-80C1-5ABA357DDCDA}" srcOrd="2" destOrd="0" parTransId="{1BF2CE54-79F2-4574-892E-EA0229226B0F}" sibTransId="{4E6A5B8D-FDA5-46E7-9245-A8AFA4BFD331}"/>
    <dgm:cxn modelId="{4BD29AC8-661E-4685-AD60-FF4E89023B1D}" type="presOf" srcId="{68259043-2A5D-4290-83F6-310432D83E6D}" destId="{A5D7F670-5567-4AD2-BAA6-2220DF23AD47}" srcOrd="0" destOrd="0" presId="urn:microsoft.com/office/officeart/2005/8/layout/matrix3"/>
    <dgm:cxn modelId="{F700B0FF-3A48-4748-A386-6052E2DB4F4F}" type="presOf" srcId="{AAA278B4-60B5-41F7-995A-08A56B60896D}" destId="{4A8F0F8E-7EB5-4E96-934E-3A8042941E34}" srcOrd="0" destOrd="0" presId="urn:microsoft.com/office/officeart/2005/8/layout/matrix3"/>
    <dgm:cxn modelId="{632C5B92-7C2D-4D08-A51F-2536F4DB18BD}" type="presParOf" srcId="{F3523FC6-64AB-44D9-A088-B9DA1C8B9A66}" destId="{84494711-E9B0-4A53-BFA9-90E3BA6225EA}" srcOrd="0" destOrd="0" presId="urn:microsoft.com/office/officeart/2005/8/layout/matrix3"/>
    <dgm:cxn modelId="{F5AF5497-6B7F-4D2F-8B89-7419AC50072F}" type="presParOf" srcId="{F3523FC6-64AB-44D9-A088-B9DA1C8B9A66}" destId="{4A8F0F8E-7EB5-4E96-934E-3A8042941E34}" srcOrd="1" destOrd="0" presId="urn:microsoft.com/office/officeart/2005/8/layout/matrix3"/>
    <dgm:cxn modelId="{8131D409-4026-4180-9296-C73DB9C7666C}" type="presParOf" srcId="{F3523FC6-64AB-44D9-A088-B9DA1C8B9A66}" destId="{8116F8C7-2D0C-469C-B403-2FF3CF9DF049}" srcOrd="2" destOrd="0" presId="urn:microsoft.com/office/officeart/2005/8/layout/matrix3"/>
    <dgm:cxn modelId="{BB8C8013-1D96-428D-8BE8-FC92F3B9CFEC}" type="presParOf" srcId="{F3523FC6-64AB-44D9-A088-B9DA1C8B9A66}" destId="{C039997F-DC19-4E53-8DCC-ED5C1EC4E150}" srcOrd="3" destOrd="0" presId="urn:microsoft.com/office/officeart/2005/8/layout/matrix3"/>
    <dgm:cxn modelId="{0BAC8A35-AE57-49EF-BB4B-FD1849AC4D6B}" type="presParOf" srcId="{F3523FC6-64AB-44D9-A088-B9DA1C8B9A66}" destId="{A5D7F670-5567-4AD2-BAA6-2220DF23AD4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4003655F-96BF-49D1-9AC0-345947D12133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990B29B-B212-43FD-9686-677DDEEFF8AB}">
      <dgm:prSet/>
      <dgm:spPr/>
      <dgm:t>
        <a:bodyPr/>
        <a:lstStyle/>
        <a:p>
          <a:r>
            <a:rPr lang="ru-RU" b="0" i="0"/>
            <a:t>Трансільванського князівства</a:t>
          </a:r>
          <a:endParaRPr lang="uk-UA"/>
        </a:p>
      </dgm:t>
    </dgm:pt>
    <dgm:pt modelId="{51004DD1-952A-4825-A3A8-9DAE544D3773}" type="parTrans" cxnId="{ACA47CAC-1CFA-49CA-B8F4-48FAD9ED3E32}">
      <dgm:prSet/>
      <dgm:spPr/>
      <dgm:t>
        <a:bodyPr/>
        <a:lstStyle/>
        <a:p>
          <a:endParaRPr lang="uk-UA"/>
        </a:p>
      </dgm:t>
    </dgm:pt>
    <dgm:pt modelId="{CA3B85AA-0F76-4107-927B-87C7EA614683}" type="sibTrans" cxnId="{ACA47CAC-1CFA-49CA-B8F4-48FAD9ED3E32}">
      <dgm:prSet/>
      <dgm:spPr/>
      <dgm:t>
        <a:bodyPr/>
        <a:lstStyle/>
        <a:p>
          <a:endParaRPr lang="uk-UA"/>
        </a:p>
      </dgm:t>
    </dgm:pt>
    <dgm:pt modelId="{FC3E48E3-DAC2-4E7E-ADDF-F8754CE45640}">
      <dgm:prSet/>
      <dgm:spPr/>
      <dgm:t>
        <a:bodyPr/>
        <a:lstStyle/>
        <a:p>
          <a:r>
            <a:rPr lang="ru-RU" b="0" i="0"/>
            <a:t>Шведського королівства</a:t>
          </a:r>
          <a:endParaRPr lang="uk-UA"/>
        </a:p>
      </dgm:t>
    </dgm:pt>
    <dgm:pt modelId="{AC8FE99D-8D95-4B65-9DB4-2015B3F0D404}" type="parTrans" cxnId="{9D2F01D9-81F1-4D2D-A0E3-C827761C44D8}">
      <dgm:prSet/>
      <dgm:spPr/>
      <dgm:t>
        <a:bodyPr/>
        <a:lstStyle/>
        <a:p>
          <a:endParaRPr lang="uk-UA"/>
        </a:p>
      </dgm:t>
    </dgm:pt>
    <dgm:pt modelId="{AF1BDAB7-D99C-420B-88B7-E9B3EA328F65}" type="sibTrans" cxnId="{9D2F01D9-81F1-4D2D-A0E3-C827761C44D8}">
      <dgm:prSet/>
      <dgm:spPr/>
      <dgm:t>
        <a:bodyPr/>
        <a:lstStyle/>
        <a:p>
          <a:endParaRPr lang="uk-UA"/>
        </a:p>
      </dgm:t>
    </dgm:pt>
    <dgm:pt modelId="{942680CA-96CB-47C4-BA00-1AA25C3666A7}">
      <dgm:prSet/>
      <dgm:spPr/>
      <dgm:t>
        <a:bodyPr/>
        <a:lstStyle/>
        <a:p>
          <a:r>
            <a:rPr lang="ru-RU" b="0" i="0" dirty="0" err="1"/>
            <a:t>Московського</a:t>
          </a:r>
          <a:r>
            <a:rPr lang="ru-RU" b="0" i="0" dirty="0"/>
            <a:t> царства</a:t>
          </a:r>
          <a:endParaRPr lang="uk-UA" dirty="0"/>
        </a:p>
      </dgm:t>
    </dgm:pt>
    <dgm:pt modelId="{9E1423C2-FE09-463E-9C4F-D3B6B5BC4E8D}" type="parTrans" cxnId="{B52505F7-982E-4B61-AE2F-EA7F310704D6}">
      <dgm:prSet/>
      <dgm:spPr/>
      <dgm:t>
        <a:bodyPr/>
        <a:lstStyle/>
        <a:p>
          <a:endParaRPr lang="uk-UA"/>
        </a:p>
      </dgm:t>
    </dgm:pt>
    <dgm:pt modelId="{468198F3-0FA0-45EF-9AB0-C1FC56B82641}" type="sibTrans" cxnId="{B52505F7-982E-4B61-AE2F-EA7F310704D6}">
      <dgm:prSet/>
      <dgm:spPr/>
      <dgm:t>
        <a:bodyPr/>
        <a:lstStyle/>
        <a:p>
          <a:endParaRPr lang="uk-UA"/>
        </a:p>
      </dgm:t>
    </dgm:pt>
    <dgm:pt modelId="{84FAC4E9-BA49-4AEB-93B3-9080BC5B3C36}">
      <dgm:prSet/>
      <dgm:spPr/>
      <dgm:t>
        <a:bodyPr/>
        <a:lstStyle/>
        <a:p>
          <a:r>
            <a:rPr lang="ru-RU" b="0" i="0" dirty="0" err="1"/>
            <a:t>Кримського</a:t>
          </a:r>
          <a:r>
            <a:rPr lang="ru-RU" b="0" i="0" dirty="0"/>
            <a:t> ханства</a:t>
          </a:r>
          <a:endParaRPr lang="uk-UA" dirty="0"/>
        </a:p>
      </dgm:t>
    </dgm:pt>
    <dgm:pt modelId="{A5DA8714-2C3F-4DEA-94B7-55AC5AF7A326}" type="parTrans" cxnId="{87C07E9C-820D-4578-8D77-0C760FF4743C}">
      <dgm:prSet/>
      <dgm:spPr/>
      <dgm:t>
        <a:bodyPr/>
        <a:lstStyle/>
        <a:p>
          <a:endParaRPr lang="uk-UA"/>
        </a:p>
      </dgm:t>
    </dgm:pt>
    <dgm:pt modelId="{BC9ACCA9-9847-4208-9D31-39CDFB3E753C}" type="sibTrans" cxnId="{87C07E9C-820D-4578-8D77-0C760FF4743C}">
      <dgm:prSet/>
      <dgm:spPr/>
      <dgm:t>
        <a:bodyPr/>
        <a:lstStyle/>
        <a:p>
          <a:endParaRPr lang="uk-UA"/>
        </a:p>
      </dgm:t>
    </dgm:pt>
    <dgm:pt modelId="{6CDE7F05-1DB9-4E58-A7FE-CC7EB61E9269}" type="pres">
      <dgm:prSet presAssocID="{4003655F-96BF-49D1-9AC0-345947D12133}" presName="Name0" presStyleCnt="0">
        <dgm:presLayoutVars>
          <dgm:chMax val="7"/>
          <dgm:chPref val="7"/>
          <dgm:dir/>
        </dgm:presLayoutVars>
      </dgm:prSet>
      <dgm:spPr/>
    </dgm:pt>
    <dgm:pt modelId="{10939376-706F-4D7F-B0A7-5B3472BBB7A1}" type="pres">
      <dgm:prSet presAssocID="{4003655F-96BF-49D1-9AC0-345947D12133}" presName="Name1" presStyleCnt="0"/>
      <dgm:spPr/>
    </dgm:pt>
    <dgm:pt modelId="{5B8A0754-5600-420A-96FD-468D733F5C10}" type="pres">
      <dgm:prSet presAssocID="{4003655F-96BF-49D1-9AC0-345947D12133}" presName="cycle" presStyleCnt="0"/>
      <dgm:spPr/>
    </dgm:pt>
    <dgm:pt modelId="{77FA2ABC-169A-46B7-A3B7-5A795862429E}" type="pres">
      <dgm:prSet presAssocID="{4003655F-96BF-49D1-9AC0-345947D12133}" presName="srcNode" presStyleLbl="node1" presStyleIdx="0" presStyleCnt="4"/>
      <dgm:spPr/>
    </dgm:pt>
    <dgm:pt modelId="{D74D0CB9-CD5E-42C4-893E-98CAC57852C8}" type="pres">
      <dgm:prSet presAssocID="{4003655F-96BF-49D1-9AC0-345947D12133}" presName="conn" presStyleLbl="parChTrans1D2" presStyleIdx="0" presStyleCnt="1"/>
      <dgm:spPr/>
    </dgm:pt>
    <dgm:pt modelId="{92EC99E1-1A7D-4A15-8FE7-DBF8DC62F393}" type="pres">
      <dgm:prSet presAssocID="{4003655F-96BF-49D1-9AC0-345947D12133}" presName="extraNode" presStyleLbl="node1" presStyleIdx="0" presStyleCnt="4"/>
      <dgm:spPr/>
    </dgm:pt>
    <dgm:pt modelId="{7A50D3F1-7213-4FB4-9309-E73E0BFDBE34}" type="pres">
      <dgm:prSet presAssocID="{4003655F-96BF-49D1-9AC0-345947D12133}" presName="dstNode" presStyleLbl="node1" presStyleIdx="0" presStyleCnt="4"/>
      <dgm:spPr/>
    </dgm:pt>
    <dgm:pt modelId="{E13C6F5F-FCFC-4512-94B6-18C636475C1C}" type="pres">
      <dgm:prSet presAssocID="{3990B29B-B212-43FD-9686-677DDEEFF8AB}" presName="text_1" presStyleLbl="node1" presStyleIdx="0" presStyleCnt="4">
        <dgm:presLayoutVars>
          <dgm:bulletEnabled val="1"/>
        </dgm:presLayoutVars>
      </dgm:prSet>
      <dgm:spPr/>
    </dgm:pt>
    <dgm:pt modelId="{4D5341A0-D7F9-4C43-A110-B9298D147053}" type="pres">
      <dgm:prSet presAssocID="{3990B29B-B212-43FD-9686-677DDEEFF8AB}" presName="accent_1" presStyleCnt="0"/>
      <dgm:spPr/>
    </dgm:pt>
    <dgm:pt modelId="{39EEB2C0-96A9-4FD4-9D5C-41036CD541CB}" type="pres">
      <dgm:prSet presAssocID="{3990B29B-B212-43FD-9686-677DDEEFF8AB}" presName="accentRepeatNode" presStyleLbl="solidFgAcc1" presStyleIdx="0" presStyleCnt="4"/>
      <dgm:spPr/>
    </dgm:pt>
    <dgm:pt modelId="{E966517E-CA02-4C36-A0BF-E1DD50B41E24}" type="pres">
      <dgm:prSet presAssocID="{FC3E48E3-DAC2-4E7E-ADDF-F8754CE45640}" presName="text_2" presStyleLbl="node1" presStyleIdx="1" presStyleCnt="4">
        <dgm:presLayoutVars>
          <dgm:bulletEnabled val="1"/>
        </dgm:presLayoutVars>
      </dgm:prSet>
      <dgm:spPr/>
    </dgm:pt>
    <dgm:pt modelId="{BAA09716-A0ED-482F-BCE1-4FECEA29B891}" type="pres">
      <dgm:prSet presAssocID="{FC3E48E3-DAC2-4E7E-ADDF-F8754CE45640}" presName="accent_2" presStyleCnt="0"/>
      <dgm:spPr/>
    </dgm:pt>
    <dgm:pt modelId="{B0DEB32D-39DE-4B1A-B0C7-68160AE85E1F}" type="pres">
      <dgm:prSet presAssocID="{FC3E48E3-DAC2-4E7E-ADDF-F8754CE45640}" presName="accentRepeatNode" presStyleLbl="solidFgAcc1" presStyleIdx="1" presStyleCnt="4"/>
      <dgm:spPr/>
    </dgm:pt>
    <dgm:pt modelId="{E4395F41-ED56-4742-9A3A-329FF1BE2C50}" type="pres">
      <dgm:prSet presAssocID="{942680CA-96CB-47C4-BA00-1AA25C3666A7}" presName="text_3" presStyleLbl="node1" presStyleIdx="2" presStyleCnt="4">
        <dgm:presLayoutVars>
          <dgm:bulletEnabled val="1"/>
        </dgm:presLayoutVars>
      </dgm:prSet>
      <dgm:spPr/>
    </dgm:pt>
    <dgm:pt modelId="{261744BB-185F-411C-AC27-C11FB892B9D0}" type="pres">
      <dgm:prSet presAssocID="{942680CA-96CB-47C4-BA00-1AA25C3666A7}" presName="accent_3" presStyleCnt="0"/>
      <dgm:spPr/>
    </dgm:pt>
    <dgm:pt modelId="{2EBBFFCE-B290-4024-9CE2-E898E9A34CEA}" type="pres">
      <dgm:prSet presAssocID="{942680CA-96CB-47C4-BA00-1AA25C3666A7}" presName="accentRepeatNode" presStyleLbl="solidFgAcc1" presStyleIdx="2" presStyleCnt="4"/>
      <dgm:spPr/>
    </dgm:pt>
    <dgm:pt modelId="{008EFD66-FD7B-43ED-A210-C72BAACD098A}" type="pres">
      <dgm:prSet presAssocID="{84FAC4E9-BA49-4AEB-93B3-9080BC5B3C36}" presName="text_4" presStyleLbl="node1" presStyleIdx="3" presStyleCnt="4">
        <dgm:presLayoutVars>
          <dgm:bulletEnabled val="1"/>
        </dgm:presLayoutVars>
      </dgm:prSet>
      <dgm:spPr/>
    </dgm:pt>
    <dgm:pt modelId="{8B19F075-FFF7-4335-A39A-EC245A33180A}" type="pres">
      <dgm:prSet presAssocID="{84FAC4E9-BA49-4AEB-93B3-9080BC5B3C36}" presName="accent_4" presStyleCnt="0"/>
      <dgm:spPr/>
    </dgm:pt>
    <dgm:pt modelId="{8A3D37A8-1E6E-423B-9361-5A4183029DBB}" type="pres">
      <dgm:prSet presAssocID="{84FAC4E9-BA49-4AEB-93B3-9080BC5B3C36}" presName="accentRepeatNode" presStyleLbl="solidFgAcc1" presStyleIdx="3" presStyleCnt="4"/>
      <dgm:spPr/>
    </dgm:pt>
  </dgm:ptLst>
  <dgm:cxnLst>
    <dgm:cxn modelId="{4D627707-79CA-4811-9756-3062435A5635}" type="presOf" srcId="{4003655F-96BF-49D1-9AC0-345947D12133}" destId="{6CDE7F05-1DB9-4E58-A7FE-CC7EB61E9269}" srcOrd="0" destOrd="0" presId="urn:microsoft.com/office/officeart/2008/layout/VerticalCurvedList"/>
    <dgm:cxn modelId="{EED68D13-EF8E-440D-B455-9E77FCC964B6}" type="presOf" srcId="{FC3E48E3-DAC2-4E7E-ADDF-F8754CE45640}" destId="{E966517E-CA02-4C36-A0BF-E1DD50B41E24}" srcOrd="0" destOrd="0" presId="urn:microsoft.com/office/officeart/2008/layout/VerticalCurvedList"/>
    <dgm:cxn modelId="{CFA96C3D-A3CF-4AA2-9B9B-B68D58A14F7D}" type="presOf" srcId="{942680CA-96CB-47C4-BA00-1AA25C3666A7}" destId="{E4395F41-ED56-4742-9A3A-329FF1BE2C50}" srcOrd="0" destOrd="0" presId="urn:microsoft.com/office/officeart/2008/layout/VerticalCurvedList"/>
    <dgm:cxn modelId="{60C84760-7C10-461D-A514-3F7BE3288CCF}" type="presOf" srcId="{84FAC4E9-BA49-4AEB-93B3-9080BC5B3C36}" destId="{008EFD66-FD7B-43ED-A210-C72BAACD098A}" srcOrd="0" destOrd="0" presId="urn:microsoft.com/office/officeart/2008/layout/VerticalCurvedList"/>
    <dgm:cxn modelId="{87C07E9C-820D-4578-8D77-0C760FF4743C}" srcId="{4003655F-96BF-49D1-9AC0-345947D12133}" destId="{84FAC4E9-BA49-4AEB-93B3-9080BC5B3C36}" srcOrd="3" destOrd="0" parTransId="{A5DA8714-2C3F-4DEA-94B7-55AC5AF7A326}" sibTransId="{BC9ACCA9-9847-4208-9D31-39CDFB3E753C}"/>
    <dgm:cxn modelId="{ACA47CAC-1CFA-49CA-B8F4-48FAD9ED3E32}" srcId="{4003655F-96BF-49D1-9AC0-345947D12133}" destId="{3990B29B-B212-43FD-9686-677DDEEFF8AB}" srcOrd="0" destOrd="0" parTransId="{51004DD1-952A-4825-A3A8-9DAE544D3773}" sibTransId="{CA3B85AA-0F76-4107-927B-87C7EA614683}"/>
    <dgm:cxn modelId="{B186E3B5-0064-4204-93CE-E23F662FCD58}" type="presOf" srcId="{3990B29B-B212-43FD-9686-677DDEEFF8AB}" destId="{E13C6F5F-FCFC-4512-94B6-18C636475C1C}" srcOrd="0" destOrd="0" presId="urn:microsoft.com/office/officeart/2008/layout/VerticalCurvedList"/>
    <dgm:cxn modelId="{AF447AD2-0908-4878-BF7F-9136DE6EEDE0}" type="presOf" srcId="{CA3B85AA-0F76-4107-927B-87C7EA614683}" destId="{D74D0CB9-CD5E-42C4-893E-98CAC57852C8}" srcOrd="0" destOrd="0" presId="urn:microsoft.com/office/officeart/2008/layout/VerticalCurvedList"/>
    <dgm:cxn modelId="{9D2F01D9-81F1-4D2D-A0E3-C827761C44D8}" srcId="{4003655F-96BF-49D1-9AC0-345947D12133}" destId="{FC3E48E3-DAC2-4E7E-ADDF-F8754CE45640}" srcOrd="1" destOrd="0" parTransId="{AC8FE99D-8D95-4B65-9DB4-2015B3F0D404}" sibTransId="{AF1BDAB7-D99C-420B-88B7-E9B3EA328F65}"/>
    <dgm:cxn modelId="{B52505F7-982E-4B61-AE2F-EA7F310704D6}" srcId="{4003655F-96BF-49D1-9AC0-345947D12133}" destId="{942680CA-96CB-47C4-BA00-1AA25C3666A7}" srcOrd="2" destOrd="0" parTransId="{9E1423C2-FE09-463E-9C4F-D3B6B5BC4E8D}" sibTransId="{468198F3-0FA0-45EF-9AB0-C1FC56B82641}"/>
    <dgm:cxn modelId="{994C511C-5F98-4F7A-B60B-1FE41DAABAD4}" type="presParOf" srcId="{6CDE7F05-1DB9-4E58-A7FE-CC7EB61E9269}" destId="{10939376-706F-4D7F-B0A7-5B3472BBB7A1}" srcOrd="0" destOrd="0" presId="urn:microsoft.com/office/officeart/2008/layout/VerticalCurvedList"/>
    <dgm:cxn modelId="{49D95BB0-1082-4311-A96E-F79861A7CB60}" type="presParOf" srcId="{10939376-706F-4D7F-B0A7-5B3472BBB7A1}" destId="{5B8A0754-5600-420A-96FD-468D733F5C10}" srcOrd="0" destOrd="0" presId="urn:microsoft.com/office/officeart/2008/layout/VerticalCurvedList"/>
    <dgm:cxn modelId="{4F35058A-6EDF-4562-9211-B8772DEAA700}" type="presParOf" srcId="{5B8A0754-5600-420A-96FD-468D733F5C10}" destId="{77FA2ABC-169A-46B7-A3B7-5A795862429E}" srcOrd="0" destOrd="0" presId="urn:microsoft.com/office/officeart/2008/layout/VerticalCurvedList"/>
    <dgm:cxn modelId="{DE752A15-C0B8-4620-B3F3-78C4F7D93197}" type="presParOf" srcId="{5B8A0754-5600-420A-96FD-468D733F5C10}" destId="{D74D0CB9-CD5E-42C4-893E-98CAC57852C8}" srcOrd="1" destOrd="0" presId="urn:microsoft.com/office/officeart/2008/layout/VerticalCurvedList"/>
    <dgm:cxn modelId="{D762C5A1-EFEE-4079-AFC8-E30A9F5B4787}" type="presParOf" srcId="{5B8A0754-5600-420A-96FD-468D733F5C10}" destId="{92EC99E1-1A7D-4A15-8FE7-DBF8DC62F393}" srcOrd="2" destOrd="0" presId="urn:microsoft.com/office/officeart/2008/layout/VerticalCurvedList"/>
    <dgm:cxn modelId="{DF4F0CCC-F6A5-4372-9D70-B24767B68822}" type="presParOf" srcId="{5B8A0754-5600-420A-96FD-468D733F5C10}" destId="{7A50D3F1-7213-4FB4-9309-E73E0BFDBE34}" srcOrd="3" destOrd="0" presId="urn:microsoft.com/office/officeart/2008/layout/VerticalCurvedList"/>
    <dgm:cxn modelId="{9D481C9A-4D09-41A1-8D75-06901BBDFB80}" type="presParOf" srcId="{10939376-706F-4D7F-B0A7-5B3472BBB7A1}" destId="{E13C6F5F-FCFC-4512-94B6-18C636475C1C}" srcOrd="1" destOrd="0" presId="urn:microsoft.com/office/officeart/2008/layout/VerticalCurvedList"/>
    <dgm:cxn modelId="{C090EF32-604F-41B5-8D31-39DE0B8B8F42}" type="presParOf" srcId="{10939376-706F-4D7F-B0A7-5B3472BBB7A1}" destId="{4D5341A0-D7F9-4C43-A110-B9298D147053}" srcOrd="2" destOrd="0" presId="urn:microsoft.com/office/officeart/2008/layout/VerticalCurvedList"/>
    <dgm:cxn modelId="{2EFE5F05-4599-4688-9FD2-EA15B7112592}" type="presParOf" srcId="{4D5341A0-D7F9-4C43-A110-B9298D147053}" destId="{39EEB2C0-96A9-4FD4-9D5C-41036CD541CB}" srcOrd="0" destOrd="0" presId="urn:microsoft.com/office/officeart/2008/layout/VerticalCurvedList"/>
    <dgm:cxn modelId="{B37A1C3E-4D61-4506-B226-F9EE7FDCB015}" type="presParOf" srcId="{10939376-706F-4D7F-B0A7-5B3472BBB7A1}" destId="{E966517E-CA02-4C36-A0BF-E1DD50B41E24}" srcOrd="3" destOrd="0" presId="urn:microsoft.com/office/officeart/2008/layout/VerticalCurvedList"/>
    <dgm:cxn modelId="{6AC13D07-209A-47B5-BF62-12F069EA7046}" type="presParOf" srcId="{10939376-706F-4D7F-B0A7-5B3472BBB7A1}" destId="{BAA09716-A0ED-482F-BCE1-4FECEA29B891}" srcOrd="4" destOrd="0" presId="urn:microsoft.com/office/officeart/2008/layout/VerticalCurvedList"/>
    <dgm:cxn modelId="{9C35F45F-A0F0-482E-8223-844346257366}" type="presParOf" srcId="{BAA09716-A0ED-482F-BCE1-4FECEA29B891}" destId="{B0DEB32D-39DE-4B1A-B0C7-68160AE85E1F}" srcOrd="0" destOrd="0" presId="urn:microsoft.com/office/officeart/2008/layout/VerticalCurvedList"/>
    <dgm:cxn modelId="{C01ADBD0-3007-43F1-B775-B10087AFA5C4}" type="presParOf" srcId="{10939376-706F-4D7F-B0A7-5B3472BBB7A1}" destId="{E4395F41-ED56-4742-9A3A-329FF1BE2C50}" srcOrd="5" destOrd="0" presId="urn:microsoft.com/office/officeart/2008/layout/VerticalCurvedList"/>
    <dgm:cxn modelId="{97734D68-9A8C-4B48-9B15-FB37D54F2EDC}" type="presParOf" srcId="{10939376-706F-4D7F-B0A7-5B3472BBB7A1}" destId="{261744BB-185F-411C-AC27-C11FB892B9D0}" srcOrd="6" destOrd="0" presId="urn:microsoft.com/office/officeart/2008/layout/VerticalCurvedList"/>
    <dgm:cxn modelId="{6D43971E-26A5-4443-9C8D-1806D4902407}" type="presParOf" srcId="{261744BB-185F-411C-AC27-C11FB892B9D0}" destId="{2EBBFFCE-B290-4024-9CE2-E898E9A34CEA}" srcOrd="0" destOrd="0" presId="urn:microsoft.com/office/officeart/2008/layout/VerticalCurvedList"/>
    <dgm:cxn modelId="{2BD043D2-C517-41B5-A727-1735C57B84D7}" type="presParOf" srcId="{10939376-706F-4D7F-B0A7-5B3472BBB7A1}" destId="{008EFD66-FD7B-43ED-A210-C72BAACD098A}" srcOrd="7" destOrd="0" presId="urn:microsoft.com/office/officeart/2008/layout/VerticalCurvedList"/>
    <dgm:cxn modelId="{02662347-940A-4A15-9ADA-F6DBEB2B9B5F}" type="presParOf" srcId="{10939376-706F-4D7F-B0A7-5B3472BBB7A1}" destId="{8B19F075-FFF7-4335-A39A-EC245A33180A}" srcOrd="8" destOrd="0" presId="urn:microsoft.com/office/officeart/2008/layout/VerticalCurvedList"/>
    <dgm:cxn modelId="{34923855-66F5-4718-A667-9C92CF16AC44}" type="presParOf" srcId="{8B19F075-FFF7-4335-A39A-EC245A33180A}" destId="{8A3D37A8-1E6E-423B-9361-5A4183029DB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F0DCAB1A-8D57-4667-814B-E3D97B64194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57E6126-4129-4B9B-9943-F0A17A4D94DC}">
      <dgm:prSet/>
      <dgm:spPr/>
      <dgm:t>
        <a:bodyPr/>
        <a:lstStyle/>
        <a:p>
          <a:r>
            <a:rPr lang="ru-RU" b="0" i="0"/>
            <a:t>1651 р.</a:t>
          </a:r>
          <a:endParaRPr lang="uk-UA"/>
        </a:p>
      </dgm:t>
    </dgm:pt>
    <dgm:pt modelId="{E94D9FD6-C0D9-454C-AD4B-FA8CAEB8A540}" type="parTrans" cxnId="{2C4E7C06-9DD2-4C24-8126-2C15BE87BB39}">
      <dgm:prSet/>
      <dgm:spPr/>
      <dgm:t>
        <a:bodyPr/>
        <a:lstStyle/>
        <a:p>
          <a:endParaRPr lang="uk-UA"/>
        </a:p>
      </dgm:t>
    </dgm:pt>
    <dgm:pt modelId="{909560A4-8517-43E8-A1EF-7EC36BD08D37}" type="sibTrans" cxnId="{2C4E7C06-9DD2-4C24-8126-2C15BE87BB39}">
      <dgm:prSet/>
      <dgm:spPr/>
      <dgm:t>
        <a:bodyPr/>
        <a:lstStyle/>
        <a:p>
          <a:endParaRPr lang="uk-UA"/>
        </a:p>
      </dgm:t>
    </dgm:pt>
    <dgm:pt modelId="{AA09AC3A-109F-4D4A-B8A7-6FAFF33696A1}">
      <dgm:prSet/>
      <dgm:spPr/>
      <dgm:t>
        <a:bodyPr/>
        <a:lstStyle/>
        <a:p>
          <a:r>
            <a:rPr lang="ru-RU" b="0" i="0"/>
            <a:t>1653 р.</a:t>
          </a:r>
          <a:endParaRPr lang="uk-UA"/>
        </a:p>
      </dgm:t>
    </dgm:pt>
    <dgm:pt modelId="{A0E127BD-99F0-4C23-9A56-BC7C12A7D4D0}" type="parTrans" cxnId="{CA21DB5F-73F7-4CD5-B725-CFA00721F2EF}">
      <dgm:prSet/>
      <dgm:spPr/>
      <dgm:t>
        <a:bodyPr/>
        <a:lstStyle/>
        <a:p>
          <a:endParaRPr lang="uk-UA"/>
        </a:p>
      </dgm:t>
    </dgm:pt>
    <dgm:pt modelId="{3A22CC80-9820-4992-AF0E-A38B2936DEBE}" type="sibTrans" cxnId="{CA21DB5F-73F7-4CD5-B725-CFA00721F2EF}">
      <dgm:prSet/>
      <dgm:spPr/>
      <dgm:t>
        <a:bodyPr/>
        <a:lstStyle/>
        <a:p>
          <a:endParaRPr lang="uk-UA"/>
        </a:p>
      </dgm:t>
    </dgm:pt>
    <dgm:pt modelId="{9527741E-47A7-4F1B-B70F-9AF6B60737F9}">
      <dgm:prSet/>
      <dgm:spPr/>
      <dgm:t>
        <a:bodyPr/>
        <a:lstStyle/>
        <a:p>
          <a:r>
            <a:rPr lang="ru-RU" b="0" i="0"/>
            <a:t>1654 р.</a:t>
          </a:r>
          <a:endParaRPr lang="uk-UA"/>
        </a:p>
      </dgm:t>
    </dgm:pt>
    <dgm:pt modelId="{BE0B71CC-0A6A-4F30-9B13-475B103D80AC}" type="parTrans" cxnId="{3E5656D1-3A32-46F0-AAAA-7886D2E36720}">
      <dgm:prSet/>
      <dgm:spPr/>
      <dgm:t>
        <a:bodyPr/>
        <a:lstStyle/>
        <a:p>
          <a:endParaRPr lang="uk-UA"/>
        </a:p>
      </dgm:t>
    </dgm:pt>
    <dgm:pt modelId="{EF02B2EB-0545-4A5F-A4B8-7BB35AB1593B}" type="sibTrans" cxnId="{3E5656D1-3A32-46F0-AAAA-7886D2E36720}">
      <dgm:prSet/>
      <dgm:spPr/>
      <dgm:t>
        <a:bodyPr/>
        <a:lstStyle/>
        <a:p>
          <a:endParaRPr lang="uk-UA"/>
        </a:p>
      </dgm:t>
    </dgm:pt>
    <dgm:pt modelId="{A53E564C-07AB-45CB-80B7-9F4873B2878C}">
      <dgm:prSet/>
      <dgm:spPr/>
      <dgm:t>
        <a:bodyPr/>
        <a:lstStyle/>
        <a:p>
          <a:r>
            <a:rPr lang="ru-RU" b="0" i="0" dirty="0"/>
            <a:t>1656 р.</a:t>
          </a:r>
          <a:endParaRPr lang="uk-UA" dirty="0"/>
        </a:p>
      </dgm:t>
    </dgm:pt>
    <dgm:pt modelId="{5015677C-D8F3-4C3F-BB99-31AA9F034C87}" type="parTrans" cxnId="{9CE08381-B0D8-4E9C-BD86-BA89796E677E}">
      <dgm:prSet/>
      <dgm:spPr/>
      <dgm:t>
        <a:bodyPr/>
        <a:lstStyle/>
        <a:p>
          <a:endParaRPr lang="uk-UA"/>
        </a:p>
      </dgm:t>
    </dgm:pt>
    <dgm:pt modelId="{673CB825-5653-4CF7-B5B6-1CC1CD57AE67}" type="sibTrans" cxnId="{9CE08381-B0D8-4E9C-BD86-BA89796E677E}">
      <dgm:prSet/>
      <dgm:spPr/>
      <dgm:t>
        <a:bodyPr/>
        <a:lstStyle/>
        <a:p>
          <a:endParaRPr lang="uk-UA"/>
        </a:p>
      </dgm:t>
    </dgm:pt>
    <dgm:pt modelId="{2A807CA4-6DF6-4E4E-8EC4-D22DBD9DD0BB}" type="pres">
      <dgm:prSet presAssocID="{F0DCAB1A-8D57-4667-814B-E3D97B641948}" presName="matrix" presStyleCnt="0">
        <dgm:presLayoutVars>
          <dgm:chMax val="1"/>
          <dgm:dir/>
          <dgm:resizeHandles val="exact"/>
        </dgm:presLayoutVars>
      </dgm:prSet>
      <dgm:spPr/>
    </dgm:pt>
    <dgm:pt modelId="{563977DC-F35B-4AA3-8C3F-0F4071AEA293}" type="pres">
      <dgm:prSet presAssocID="{F0DCAB1A-8D57-4667-814B-E3D97B641948}" presName="diamond" presStyleLbl="bgShp" presStyleIdx="0" presStyleCnt="1"/>
      <dgm:spPr/>
    </dgm:pt>
    <dgm:pt modelId="{03248E8F-91E0-454E-861A-61194D8C87F6}" type="pres">
      <dgm:prSet presAssocID="{F0DCAB1A-8D57-4667-814B-E3D97B64194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72635FD-0982-4C0A-AB03-B72EC5A938C0}" type="pres">
      <dgm:prSet presAssocID="{F0DCAB1A-8D57-4667-814B-E3D97B64194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A6E7D88-0E9B-4BC5-A22A-BD2CF62220E5}" type="pres">
      <dgm:prSet presAssocID="{F0DCAB1A-8D57-4667-814B-E3D97B64194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E4ED954-249E-4E28-9F66-FC12C3B7B549}" type="pres">
      <dgm:prSet presAssocID="{F0DCAB1A-8D57-4667-814B-E3D97B64194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C4E7C06-9DD2-4C24-8126-2C15BE87BB39}" srcId="{F0DCAB1A-8D57-4667-814B-E3D97B641948}" destId="{657E6126-4129-4B9B-9943-F0A17A4D94DC}" srcOrd="0" destOrd="0" parTransId="{E94D9FD6-C0D9-454C-AD4B-FA8CAEB8A540}" sibTransId="{909560A4-8517-43E8-A1EF-7EC36BD08D37}"/>
    <dgm:cxn modelId="{29BDAC08-647E-42E7-9222-BD6922FC5309}" type="presOf" srcId="{9527741E-47A7-4F1B-B70F-9AF6B60737F9}" destId="{8A6E7D88-0E9B-4BC5-A22A-BD2CF62220E5}" srcOrd="0" destOrd="0" presId="urn:microsoft.com/office/officeart/2005/8/layout/matrix3"/>
    <dgm:cxn modelId="{4C08400D-4471-4276-87B4-58079EADB15B}" type="presOf" srcId="{A53E564C-07AB-45CB-80B7-9F4873B2878C}" destId="{4E4ED954-249E-4E28-9F66-FC12C3B7B549}" srcOrd="0" destOrd="0" presId="urn:microsoft.com/office/officeart/2005/8/layout/matrix3"/>
    <dgm:cxn modelId="{CA21DB5F-73F7-4CD5-B725-CFA00721F2EF}" srcId="{F0DCAB1A-8D57-4667-814B-E3D97B641948}" destId="{AA09AC3A-109F-4D4A-B8A7-6FAFF33696A1}" srcOrd="1" destOrd="0" parTransId="{A0E127BD-99F0-4C23-9A56-BC7C12A7D4D0}" sibTransId="{3A22CC80-9820-4992-AF0E-A38B2936DEBE}"/>
    <dgm:cxn modelId="{3ECE3B4A-28EF-47C6-9509-1FF902D2AB56}" type="presOf" srcId="{AA09AC3A-109F-4D4A-B8A7-6FAFF33696A1}" destId="{172635FD-0982-4C0A-AB03-B72EC5A938C0}" srcOrd="0" destOrd="0" presId="urn:microsoft.com/office/officeart/2005/8/layout/matrix3"/>
    <dgm:cxn modelId="{9CE08381-B0D8-4E9C-BD86-BA89796E677E}" srcId="{F0DCAB1A-8D57-4667-814B-E3D97B641948}" destId="{A53E564C-07AB-45CB-80B7-9F4873B2878C}" srcOrd="3" destOrd="0" parTransId="{5015677C-D8F3-4C3F-BB99-31AA9F034C87}" sibTransId="{673CB825-5653-4CF7-B5B6-1CC1CD57AE67}"/>
    <dgm:cxn modelId="{3E5656D1-3A32-46F0-AAAA-7886D2E36720}" srcId="{F0DCAB1A-8D57-4667-814B-E3D97B641948}" destId="{9527741E-47A7-4F1B-B70F-9AF6B60737F9}" srcOrd="2" destOrd="0" parTransId="{BE0B71CC-0A6A-4F30-9B13-475B103D80AC}" sibTransId="{EF02B2EB-0545-4A5F-A4B8-7BB35AB1593B}"/>
    <dgm:cxn modelId="{BFAB66E0-3802-406C-ADBE-AA1ED268BF75}" type="presOf" srcId="{657E6126-4129-4B9B-9943-F0A17A4D94DC}" destId="{03248E8F-91E0-454E-861A-61194D8C87F6}" srcOrd="0" destOrd="0" presId="urn:microsoft.com/office/officeart/2005/8/layout/matrix3"/>
    <dgm:cxn modelId="{57E864EA-0D45-4255-B196-6AC853EAE384}" type="presOf" srcId="{F0DCAB1A-8D57-4667-814B-E3D97B641948}" destId="{2A807CA4-6DF6-4E4E-8EC4-D22DBD9DD0BB}" srcOrd="0" destOrd="0" presId="urn:microsoft.com/office/officeart/2005/8/layout/matrix3"/>
    <dgm:cxn modelId="{927F2C57-4822-419F-8029-46D651A5344E}" type="presParOf" srcId="{2A807CA4-6DF6-4E4E-8EC4-D22DBD9DD0BB}" destId="{563977DC-F35B-4AA3-8C3F-0F4071AEA293}" srcOrd="0" destOrd="0" presId="urn:microsoft.com/office/officeart/2005/8/layout/matrix3"/>
    <dgm:cxn modelId="{4A37790D-A240-4906-8DA8-3D224638435D}" type="presParOf" srcId="{2A807CA4-6DF6-4E4E-8EC4-D22DBD9DD0BB}" destId="{03248E8F-91E0-454E-861A-61194D8C87F6}" srcOrd="1" destOrd="0" presId="urn:microsoft.com/office/officeart/2005/8/layout/matrix3"/>
    <dgm:cxn modelId="{12203857-83F5-4379-80C3-5E943E31056D}" type="presParOf" srcId="{2A807CA4-6DF6-4E4E-8EC4-D22DBD9DD0BB}" destId="{172635FD-0982-4C0A-AB03-B72EC5A938C0}" srcOrd="2" destOrd="0" presId="urn:microsoft.com/office/officeart/2005/8/layout/matrix3"/>
    <dgm:cxn modelId="{5CFD82BB-DF4D-422D-912E-0A8D24DAE796}" type="presParOf" srcId="{2A807CA4-6DF6-4E4E-8EC4-D22DBD9DD0BB}" destId="{8A6E7D88-0E9B-4BC5-A22A-BD2CF62220E5}" srcOrd="3" destOrd="0" presId="urn:microsoft.com/office/officeart/2005/8/layout/matrix3"/>
    <dgm:cxn modelId="{8F449E64-EA90-4AFD-844D-B22242339524}" type="presParOf" srcId="{2A807CA4-6DF6-4E4E-8EC4-D22DBD9DD0BB}" destId="{4E4ED954-249E-4E28-9F66-FC12C3B7B54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0FB8EB8C-F8B9-4BF3-8C4D-BC899A837D61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0754E9D-7136-4AEE-8C7E-0C8F2208B4FF}">
      <dgm:prSet/>
      <dgm:spPr/>
      <dgm:t>
        <a:bodyPr/>
        <a:lstStyle/>
        <a:p>
          <a:r>
            <a:rPr lang="ru-RU" b="0" i="0"/>
            <a:t>Османської імперії.</a:t>
          </a:r>
          <a:endParaRPr lang="uk-UA"/>
        </a:p>
      </dgm:t>
    </dgm:pt>
    <dgm:pt modelId="{7AB5BDFC-A48A-4138-96EB-CDC0DBFAFDD3}" type="parTrans" cxnId="{D4AE088E-7EB8-4E78-9EA1-F823BE3D55B8}">
      <dgm:prSet/>
      <dgm:spPr/>
      <dgm:t>
        <a:bodyPr/>
        <a:lstStyle/>
        <a:p>
          <a:endParaRPr lang="uk-UA"/>
        </a:p>
      </dgm:t>
    </dgm:pt>
    <dgm:pt modelId="{F07769E3-E3F6-4F7C-AD69-0FA12CF5C314}" type="sibTrans" cxnId="{D4AE088E-7EB8-4E78-9EA1-F823BE3D55B8}">
      <dgm:prSet/>
      <dgm:spPr/>
      <dgm:t>
        <a:bodyPr/>
        <a:lstStyle/>
        <a:p>
          <a:endParaRPr lang="uk-UA"/>
        </a:p>
      </dgm:t>
    </dgm:pt>
    <dgm:pt modelId="{FED0B2E7-D94A-4DE9-A7AC-3246345C9A52}">
      <dgm:prSet/>
      <dgm:spPr/>
      <dgm:t>
        <a:bodyPr/>
        <a:lstStyle/>
        <a:p>
          <a:r>
            <a:rPr lang="ru-RU" b="0" i="0" dirty="0" err="1"/>
            <a:t>Молдавського</a:t>
          </a:r>
          <a:r>
            <a:rPr lang="ru-RU" b="0" i="0" dirty="0"/>
            <a:t> </a:t>
          </a:r>
          <a:r>
            <a:rPr lang="ru-RU" b="0" i="0" dirty="0" err="1"/>
            <a:t>князівства</a:t>
          </a:r>
          <a:r>
            <a:rPr lang="ru-RU" b="0" i="0" dirty="0"/>
            <a:t>.</a:t>
          </a:r>
          <a:endParaRPr lang="uk-UA" dirty="0"/>
        </a:p>
      </dgm:t>
    </dgm:pt>
    <dgm:pt modelId="{1700E948-6EAF-4BDE-B867-E0A7D229656C}" type="parTrans" cxnId="{E9CCF95D-040A-410D-8E99-7EEA0574B38C}">
      <dgm:prSet/>
      <dgm:spPr/>
      <dgm:t>
        <a:bodyPr/>
        <a:lstStyle/>
        <a:p>
          <a:endParaRPr lang="uk-UA"/>
        </a:p>
      </dgm:t>
    </dgm:pt>
    <dgm:pt modelId="{5455F4C8-0078-49C8-8C2A-880FB634DBF9}" type="sibTrans" cxnId="{E9CCF95D-040A-410D-8E99-7EEA0574B38C}">
      <dgm:prSet/>
      <dgm:spPr/>
      <dgm:t>
        <a:bodyPr/>
        <a:lstStyle/>
        <a:p>
          <a:endParaRPr lang="uk-UA"/>
        </a:p>
      </dgm:t>
    </dgm:pt>
    <dgm:pt modelId="{1AEDDDE4-1510-4D3A-BDA1-9A53BB5F2BA8}">
      <dgm:prSet/>
      <dgm:spPr/>
      <dgm:t>
        <a:bodyPr/>
        <a:lstStyle/>
        <a:p>
          <a:r>
            <a:rPr lang="ru-RU" b="0" i="0"/>
            <a:t>Шведського королівства.</a:t>
          </a:r>
          <a:endParaRPr lang="uk-UA"/>
        </a:p>
      </dgm:t>
    </dgm:pt>
    <dgm:pt modelId="{1C7F1A80-43B0-4EE3-81A9-C3E890AFA26D}" type="parTrans" cxnId="{150664F0-DFEC-4A77-84FB-03FBDA6B7352}">
      <dgm:prSet/>
      <dgm:spPr/>
      <dgm:t>
        <a:bodyPr/>
        <a:lstStyle/>
        <a:p>
          <a:endParaRPr lang="uk-UA"/>
        </a:p>
      </dgm:t>
    </dgm:pt>
    <dgm:pt modelId="{309C16CF-F568-4D3A-9292-3D9261F5AA52}" type="sibTrans" cxnId="{150664F0-DFEC-4A77-84FB-03FBDA6B7352}">
      <dgm:prSet/>
      <dgm:spPr/>
      <dgm:t>
        <a:bodyPr/>
        <a:lstStyle/>
        <a:p>
          <a:endParaRPr lang="uk-UA"/>
        </a:p>
      </dgm:t>
    </dgm:pt>
    <dgm:pt modelId="{59AF904D-1F23-4778-BC55-74B3C42664E2}">
      <dgm:prSet/>
      <dgm:spPr/>
      <dgm:t>
        <a:bodyPr/>
        <a:lstStyle/>
        <a:p>
          <a:r>
            <a:rPr lang="ru-RU" b="0" i="0" dirty="0" err="1"/>
            <a:t>Речі</a:t>
          </a:r>
          <a:r>
            <a:rPr lang="ru-RU" b="0" i="0" dirty="0"/>
            <a:t> </a:t>
          </a:r>
          <a:r>
            <a:rPr lang="ru-RU" b="0" i="0" dirty="0" err="1"/>
            <a:t>Посполитої</a:t>
          </a:r>
          <a:r>
            <a:rPr lang="ru-RU" b="0" i="0" dirty="0"/>
            <a:t>.</a:t>
          </a:r>
          <a:br>
            <a:rPr lang="ru-RU" dirty="0"/>
          </a:br>
          <a:endParaRPr lang="uk-UA" dirty="0"/>
        </a:p>
      </dgm:t>
    </dgm:pt>
    <dgm:pt modelId="{4CD36780-7577-4C2A-80E3-B59EF616F1F8}" type="parTrans" cxnId="{AAD9517D-A42A-4F79-B256-AE4187EAC9C0}">
      <dgm:prSet/>
      <dgm:spPr/>
      <dgm:t>
        <a:bodyPr/>
        <a:lstStyle/>
        <a:p>
          <a:endParaRPr lang="uk-UA"/>
        </a:p>
      </dgm:t>
    </dgm:pt>
    <dgm:pt modelId="{90F31CF3-D3F8-4400-8B70-6C7B2B3E130C}" type="sibTrans" cxnId="{AAD9517D-A42A-4F79-B256-AE4187EAC9C0}">
      <dgm:prSet/>
      <dgm:spPr/>
      <dgm:t>
        <a:bodyPr/>
        <a:lstStyle/>
        <a:p>
          <a:endParaRPr lang="uk-UA"/>
        </a:p>
      </dgm:t>
    </dgm:pt>
    <dgm:pt modelId="{F548F966-CA55-4465-94DF-BF81E386078F}" type="pres">
      <dgm:prSet presAssocID="{0FB8EB8C-F8B9-4BF3-8C4D-BC899A837D61}" presName="Name0" presStyleCnt="0">
        <dgm:presLayoutVars>
          <dgm:chMax val="7"/>
          <dgm:chPref val="7"/>
          <dgm:dir/>
        </dgm:presLayoutVars>
      </dgm:prSet>
      <dgm:spPr/>
    </dgm:pt>
    <dgm:pt modelId="{F03FA494-D81A-4531-903A-54616D42344C}" type="pres">
      <dgm:prSet presAssocID="{0FB8EB8C-F8B9-4BF3-8C4D-BC899A837D61}" presName="Name1" presStyleCnt="0"/>
      <dgm:spPr/>
    </dgm:pt>
    <dgm:pt modelId="{3BDC0ACE-D8D7-4BA3-BF98-ED9F09D9D2D4}" type="pres">
      <dgm:prSet presAssocID="{0FB8EB8C-F8B9-4BF3-8C4D-BC899A837D61}" presName="cycle" presStyleCnt="0"/>
      <dgm:spPr/>
    </dgm:pt>
    <dgm:pt modelId="{5D4CB94D-E603-4332-9755-3BB6DBC1A375}" type="pres">
      <dgm:prSet presAssocID="{0FB8EB8C-F8B9-4BF3-8C4D-BC899A837D61}" presName="srcNode" presStyleLbl="node1" presStyleIdx="0" presStyleCnt="4"/>
      <dgm:spPr/>
    </dgm:pt>
    <dgm:pt modelId="{D82BA71A-A673-4F33-9520-F63736D61834}" type="pres">
      <dgm:prSet presAssocID="{0FB8EB8C-F8B9-4BF3-8C4D-BC899A837D61}" presName="conn" presStyleLbl="parChTrans1D2" presStyleIdx="0" presStyleCnt="1"/>
      <dgm:spPr/>
    </dgm:pt>
    <dgm:pt modelId="{E691A603-71D2-4C42-A292-003718CAE5C2}" type="pres">
      <dgm:prSet presAssocID="{0FB8EB8C-F8B9-4BF3-8C4D-BC899A837D61}" presName="extraNode" presStyleLbl="node1" presStyleIdx="0" presStyleCnt="4"/>
      <dgm:spPr/>
    </dgm:pt>
    <dgm:pt modelId="{001DF949-4F3A-4CA4-B4DD-C00AA5C3B16B}" type="pres">
      <dgm:prSet presAssocID="{0FB8EB8C-F8B9-4BF3-8C4D-BC899A837D61}" presName="dstNode" presStyleLbl="node1" presStyleIdx="0" presStyleCnt="4"/>
      <dgm:spPr/>
    </dgm:pt>
    <dgm:pt modelId="{9519A0EE-39F9-450B-B9CA-B508466166BA}" type="pres">
      <dgm:prSet presAssocID="{D0754E9D-7136-4AEE-8C7E-0C8F2208B4FF}" presName="text_1" presStyleLbl="node1" presStyleIdx="0" presStyleCnt="4">
        <dgm:presLayoutVars>
          <dgm:bulletEnabled val="1"/>
        </dgm:presLayoutVars>
      </dgm:prSet>
      <dgm:spPr/>
    </dgm:pt>
    <dgm:pt modelId="{6B6A9B8E-A2FE-4F7A-AC11-BDAF2E49E0AD}" type="pres">
      <dgm:prSet presAssocID="{D0754E9D-7136-4AEE-8C7E-0C8F2208B4FF}" presName="accent_1" presStyleCnt="0"/>
      <dgm:spPr/>
    </dgm:pt>
    <dgm:pt modelId="{2FE94818-217B-4E6B-916C-24089E48B252}" type="pres">
      <dgm:prSet presAssocID="{D0754E9D-7136-4AEE-8C7E-0C8F2208B4FF}" presName="accentRepeatNode" presStyleLbl="solidFgAcc1" presStyleIdx="0" presStyleCnt="4"/>
      <dgm:spPr/>
    </dgm:pt>
    <dgm:pt modelId="{46A1D8BC-4FCB-4178-ABD1-F7F96BECA685}" type="pres">
      <dgm:prSet presAssocID="{FED0B2E7-D94A-4DE9-A7AC-3246345C9A52}" presName="text_2" presStyleLbl="node1" presStyleIdx="1" presStyleCnt="4">
        <dgm:presLayoutVars>
          <dgm:bulletEnabled val="1"/>
        </dgm:presLayoutVars>
      </dgm:prSet>
      <dgm:spPr/>
    </dgm:pt>
    <dgm:pt modelId="{2F56B603-D857-4711-B796-CC5CEBC9950B}" type="pres">
      <dgm:prSet presAssocID="{FED0B2E7-D94A-4DE9-A7AC-3246345C9A52}" presName="accent_2" presStyleCnt="0"/>
      <dgm:spPr/>
    </dgm:pt>
    <dgm:pt modelId="{3D08AFF9-DAAC-4F62-8F60-7F1F22DDD1B0}" type="pres">
      <dgm:prSet presAssocID="{FED0B2E7-D94A-4DE9-A7AC-3246345C9A52}" presName="accentRepeatNode" presStyleLbl="solidFgAcc1" presStyleIdx="1" presStyleCnt="4"/>
      <dgm:spPr/>
    </dgm:pt>
    <dgm:pt modelId="{480ED413-E102-49E7-AD44-B2FDB0B5CD07}" type="pres">
      <dgm:prSet presAssocID="{1AEDDDE4-1510-4D3A-BDA1-9A53BB5F2BA8}" presName="text_3" presStyleLbl="node1" presStyleIdx="2" presStyleCnt="4">
        <dgm:presLayoutVars>
          <dgm:bulletEnabled val="1"/>
        </dgm:presLayoutVars>
      </dgm:prSet>
      <dgm:spPr/>
    </dgm:pt>
    <dgm:pt modelId="{87D42EE8-2C20-4D95-8AA9-B432CDB837B9}" type="pres">
      <dgm:prSet presAssocID="{1AEDDDE4-1510-4D3A-BDA1-9A53BB5F2BA8}" presName="accent_3" presStyleCnt="0"/>
      <dgm:spPr/>
    </dgm:pt>
    <dgm:pt modelId="{166D2C85-37BC-4E74-98A0-84DFA86EB781}" type="pres">
      <dgm:prSet presAssocID="{1AEDDDE4-1510-4D3A-BDA1-9A53BB5F2BA8}" presName="accentRepeatNode" presStyleLbl="solidFgAcc1" presStyleIdx="2" presStyleCnt="4"/>
      <dgm:spPr/>
    </dgm:pt>
    <dgm:pt modelId="{37242D40-A3E1-4A24-8A83-4BDB67603D2A}" type="pres">
      <dgm:prSet presAssocID="{59AF904D-1F23-4778-BC55-74B3C42664E2}" presName="text_4" presStyleLbl="node1" presStyleIdx="3" presStyleCnt="4">
        <dgm:presLayoutVars>
          <dgm:bulletEnabled val="1"/>
        </dgm:presLayoutVars>
      </dgm:prSet>
      <dgm:spPr/>
    </dgm:pt>
    <dgm:pt modelId="{A8D251A3-030D-4A46-B89C-93C505717D2B}" type="pres">
      <dgm:prSet presAssocID="{59AF904D-1F23-4778-BC55-74B3C42664E2}" presName="accent_4" presStyleCnt="0"/>
      <dgm:spPr/>
    </dgm:pt>
    <dgm:pt modelId="{4B7D941A-CCD2-49DB-A188-06683B7BBA09}" type="pres">
      <dgm:prSet presAssocID="{59AF904D-1F23-4778-BC55-74B3C42664E2}" presName="accentRepeatNode" presStyleLbl="solidFgAcc1" presStyleIdx="3" presStyleCnt="4"/>
      <dgm:spPr/>
    </dgm:pt>
  </dgm:ptLst>
  <dgm:cxnLst>
    <dgm:cxn modelId="{6223A21E-A9DA-4A71-BA63-9EF591AC96AB}" type="presOf" srcId="{1AEDDDE4-1510-4D3A-BDA1-9A53BB5F2BA8}" destId="{480ED413-E102-49E7-AD44-B2FDB0B5CD07}" srcOrd="0" destOrd="0" presId="urn:microsoft.com/office/officeart/2008/layout/VerticalCurvedList"/>
    <dgm:cxn modelId="{E9CCF95D-040A-410D-8E99-7EEA0574B38C}" srcId="{0FB8EB8C-F8B9-4BF3-8C4D-BC899A837D61}" destId="{FED0B2E7-D94A-4DE9-A7AC-3246345C9A52}" srcOrd="1" destOrd="0" parTransId="{1700E948-6EAF-4BDE-B867-E0A7D229656C}" sibTransId="{5455F4C8-0078-49C8-8C2A-880FB634DBF9}"/>
    <dgm:cxn modelId="{159E6B45-5F06-4C87-8710-2C0F09D4647B}" type="presOf" srcId="{D0754E9D-7136-4AEE-8C7E-0C8F2208B4FF}" destId="{9519A0EE-39F9-450B-B9CA-B508466166BA}" srcOrd="0" destOrd="0" presId="urn:microsoft.com/office/officeart/2008/layout/VerticalCurvedList"/>
    <dgm:cxn modelId="{129B104F-D2A2-4FCA-BD72-65F9415FF8E8}" type="presOf" srcId="{FED0B2E7-D94A-4DE9-A7AC-3246345C9A52}" destId="{46A1D8BC-4FCB-4178-ABD1-F7F96BECA685}" srcOrd="0" destOrd="0" presId="urn:microsoft.com/office/officeart/2008/layout/VerticalCurvedList"/>
    <dgm:cxn modelId="{DBB6757B-BFD3-41F2-A31A-3FE1881C0387}" type="presOf" srcId="{0FB8EB8C-F8B9-4BF3-8C4D-BC899A837D61}" destId="{F548F966-CA55-4465-94DF-BF81E386078F}" srcOrd="0" destOrd="0" presId="urn:microsoft.com/office/officeart/2008/layout/VerticalCurvedList"/>
    <dgm:cxn modelId="{AAD9517D-A42A-4F79-B256-AE4187EAC9C0}" srcId="{0FB8EB8C-F8B9-4BF3-8C4D-BC899A837D61}" destId="{59AF904D-1F23-4778-BC55-74B3C42664E2}" srcOrd="3" destOrd="0" parTransId="{4CD36780-7577-4C2A-80E3-B59EF616F1F8}" sibTransId="{90F31CF3-D3F8-4400-8B70-6C7B2B3E130C}"/>
    <dgm:cxn modelId="{D4AE088E-7EB8-4E78-9EA1-F823BE3D55B8}" srcId="{0FB8EB8C-F8B9-4BF3-8C4D-BC899A837D61}" destId="{D0754E9D-7136-4AEE-8C7E-0C8F2208B4FF}" srcOrd="0" destOrd="0" parTransId="{7AB5BDFC-A48A-4138-96EB-CDC0DBFAFDD3}" sibTransId="{F07769E3-E3F6-4F7C-AD69-0FA12CF5C314}"/>
    <dgm:cxn modelId="{2B623DB6-A4C3-4539-8EEF-2FB390B08195}" type="presOf" srcId="{F07769E3-E3F6-4F7C-AD69-0FA12CF5C314}" destId="{D82BA71A-A673-4F33-9520-F63736D61834}" srcOrd="0" destOrd="0" presId="urn:microsoft.com/office/officeart/2008/layout/VerticalCurvedList"/>
    <dgm:cxn modelId="{150664F0-DFEC-4A77-84FB-03FBDA6B7352}" srcId="{0FB8EB8C-F8B9-4BF3-8C4D-BC899A837D61}" destId="{1AEDDDE4-1510-4D3A-BDA1-9A53BB5F2BA8}" srcOrd="2" destOrd="0" parTransId="{1C7F1A80-43B0-4EE3-81A9-C3E890AFA26D}" sibTransId="{309C16CF-F568-4D3A-9292-3D9261F5AA52}"/>
    <dgm:cxn modelId="{A5C483FF-7836-4602-9737-A94B78150BA8}" type="presOf" srcId="{59AF904D-1F23-4778-BC55-74B3C42664E2}" destId="{37242D40-A3E1-4A24-8A83-4BDB67603D2A}" srcOrd="0" destOrd="0" presId="urn:microsoft.com/office/officeart/2008/layout/VerticalCurvedList"/>
    <dgm:cxn modelId="{AF5A084B-DEA5-4AF1-AB2F-C1857C48EB9D}" type="presParOf" srcId="{F548F966-CA55-4465-94DF-BF81E386078F}" destId="{F03FA494-D81A-4531-903A-54616D42344C}" srcOrd="0" destOrd="0" presId="urn:microsoft.com/office/officeart/2008/layout/VerticalCurvedList"/>
    <dgm:cxn modelId="{41D085DD-C3D5-498A-B012-421CF53E9927}" type="presParOf" srcId="{F03FA494-D81A-4531-903A-54616D42344C}" destId="{3BDC0ACE-D8D7-4BA3-BF98-ED9F09D9D2D4}" srcOrd="0" destOrd="0" presId="urn:microsoft.com/office/officeart/2008/layout/VerticalCurvedList"/>
    <dgm:cxn modelId="{174B7D02-666C-446A-8CC4-9B7FF0810903}" type="presParOf" srcId="{3BDC0ACE-D8D7-4BA3-BF98-ED9F09D9D2D4}" destId="{5D4CB94D-E603-4332-9755-3BB6DBC1A375}" srcOrd="0" destOrd="0" presId="urn:microsoft.com/office/officeart/2008/layout/VerticalCurvedList"/>
    <dgm:cxn modelId="{80D63E1F-E7B4-41FD-95FA-93B1D2A5F8E9}" type="presParOf" srcId="{3BDC0ACE-D8D7-4BA3-BF98-ED9F09D9D2D4}" destId="{D82BA71A-A673-4F33-9520-F63736D61834}" srcOrd="1" destOrd="0" presId="urn:microsoft.com/office/officeart/2008/layout/VerticalCurvedList"/>
    <dgm:cxn modelId="{2BD94951-BC44-41A6-B92A-35D1C3317C86}" type="presParOf" srcId="{3BDC0ACE-D8D7-4BA3-BF98-ED9F09D9D2D4}" destId="{E691A603-71D2-4C42-A292-003718CAE5C2}" srcOrd="2" destOrd="0" presId="urn:microsoft.com/office/officeart/2008/layout/VerticalCurvedList"/>
    <dgm:cxn modelId="{BA35D331-335C-41DA-A15B-F47B4808CD73}" type="presParOf" srcId="{3BDC0ACE-D8D7-4BA3-BF98-ED9F09D9D2D4}" destId="{001DF949-4F3A-4CA4-B4DD-C00AA5C3B16B}" srcOrd="3" destOrd="0" presId="urn:microsoft.com/office/officeart/2008/layout/VerticalCurvedList"/>
    <dgm:cxn modelId="{3AD49AC9-5788-479D-B892-24492C964EF9}" type="presParOf" srcId="{F03FA494-D81A-4531-903A-54616D42344C}" destId="{9519A0EE-39F9-450B-B9CA-B508466166BA}" srcOrd="1" destOrd="0" presId="urn:microsoft.com/office/officeart/2008/layout/VerticalCurvedList"/>
    <dgm:cxn modelId="{0C66FF56-571C-4C3C-88BD-18253001F5DF}" type="presParOf" srcId="{F03FA494-D81A-4531-903A-54616D42344C}" destId="{6B6A9B8E-A2FE-4F7A-AC11-BDAF2E49E0AD}" srcOrd="2" destOrd="0" presId="urn:microsoft.com/office/officeart/2008/layout/VerticalCurvedList"/>
    <dgm:cxn modelId="{59C603F3-95CC-4439-A609-475AE6704D69}" type="presParOf" srcId="{6B6A9B8E-A2FE-4F7A-AC11-BDAF2E49E0AD}" destId="{2FE94818-217B-4E6B-916C-24089E48B252}" srcOrd="0" destOrd="0" presId="urn:microsoft.com/office/officeart/2008/layout/VerticalCurvedList"/>
    <dgm:cxn modelId="{AEBABBF9-2F58-4992-8973-A14DD0BC25D4}" type="presParOf" srcId="{F03FA494-D81A-4531-903A-54616D42344C}" destId="{46A1D8BC-4FCB-4178-ABD1-F7F96BECA685}" srcOrd="3" destOrd="0" presId="urn:microsoft.com/office/officeart/2008/layout/VerticalCurvedList"/>
    <dgm:cxn modelId="{2E0DB121-6720-4D13-8230-E5CC02B3FC52}" type="presParOf" srcId="{F03FA494-D81A-4531-903A-54616D42344C}" destId="{2F56B603-D857-4711-B796-CC5CEBC9950B}" srcOrd="4" destOrd="0" presId="urn:microsoft.com/office/officeart/2008/layout/VerticalCurvedList"/>
    <dgm:cxn modelId="{74EFE7E0-D590-4177-A519-329EF35DC3CB}" type="presParOf" srcId="{2F56B603-D857-4711-B796-CC5CEBC9950B}" destId="{3D08AFF9-DAAC-4F62-8F60-7F1F22DDD1B0}" srcOrd="0" destOrd="0" presId="urn:microsoft.com/office/officeart/2008/layout/VerticalCurvedList"/>
    <dgm:cxn modelId="{36AD22CB-A8F4-47B3-AB49-0924461E3EF1}" type="presParOf" srcId="{F03FA494-D81A-4531-903A-54616D42344C}" destId="{480ED413-E102-49E7-AD44-B2FDB0B5CD07}" srcOrd="5" destOrd="0" presId="urn:microsoft.com/office/officeart/2008/layout/VerticalCurvedList"/>
    <dgm:cxn modelId="{10AA3A2F-1C43-4C6F-B690-2E48A960C595}" type="presParOf" srcId="{F03FA494-D81A-4531-903A-54616D42344C}" destId="{87D42EE8-2C20-4D95-8AA9-B432CDB837B9}" srcOrd="6" destOrd="0" presId="urn:microsoft.com/office/officeart/2008/layout/VerticalCurvedList"/>
    <dgm:cxn modelId="{D0662BBD-9E57-43D0-A2FA-866AE50D375C}" type="presParOf" srcId="{87D42EE8-2C20-4D95-8AA9-B432CDB837B9}" destId="{166D2C85-37BC-4E74-98A0-84DFA86EB781}" srcOrd="0" destOrd="0" presId="urn:microsoft.com/office/officeart/2008/layout/VerticalCurvedList"/>
    <dgm:cxn modelId="{EA4124D5-5C0F-4EB1-A5A7-3D1392D402E9}" type="presParOf" srcId="{F03FA494-D81A-4531-903A-54616D42344C}" destId="{37242D40-A3E1-4A24-8A83-4BDB67603D2A}" srcOrd="7" destOrd="0" presId="urn:microsoft.com/office/officeart/2008/layout/VerticalCurvedList"/>
    <dgm:cxn modelId="{C1EEBD21-06B8-4CAB-9EC4-47848FBD2BA4}" type="presParOf" srcId="{F03FA494-D81A-4531-903A-54616D42344C}" destId="{A8D251A3-030D-4A46-B89C-93C505717D2B}" srcOrd="8" destOrd="0" presId="urn:microsoft.com/office/officeart/2008/layout/VerticalCurvedList"/>
    <dgm:cxn modelId="{874DCF3E-AC15-4AF3-9D83-0F6597CCFDF0}" type="presParOf" srcId="{A8D251A3-030D-4A46-B89C-93C505717D2B}" destId="{4B7D941A-CCD2-49DB-A188-06683B7BBA0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89278BCC-1608-499A-89AF-43C45399C75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28AA476-9A0F-40E2-8E2C-856F5C49699D}">
      <dgm:prSet/>
      <dgm:spPr/>
      <dgm:t>
        <a:bodyPr/>
        <a:lstStyle/>
        <a:p>
          <a:r>
            <a:rPr lang="uk-UA" b="0" i="0"/>
            <a:t>«Сповнені великої радості, вітаємо твою достойність королівську милість зі світлою перемогою над татарами й козаками Хмельницького під Берестечком...»</a:t>
          </a:r>
          <a:endParaRPr lang="uk-UA" i="0"/>
        </a:p>
      </dgm:t>
    </dgm:pt>
    <dgm:pt modelId="{CFE50BCC-C0C0-4401-8402-7586481F3CB4}" type="parTrans" cxnId="{A2D9DB9B-BAFF-4263-9A3F-86BF5B86A710}">
      <dgm:prSet/>
      <dgm:spPr/>
      <dgm:t>
        <a:bodyPr/>
        <a:lstStyle/>
        <a:p>
          <a:endParaRPr lang="uk-UA" i="0"/>
        </a:p>
      </dgm:t>
    </dgm:pt>
    <dgm:pt modelId="{B98057C3-9D84-4C99-B6B5-237AFBBBD381}" type="sibTrans" cxnId="{A2D9DB9B-BAFF-4263-9A3F-86BF5B86A710}">
      <dgm:prSet/>
      <dgm:spPr/>
      <dgm:t>
        <a:bodyPr/>
        <a:lstStyle/>
        <a:p>
          <a:endParaRPr lang="uk-UA" i="0"/>
        </a:p>
      </dgm:t>
    </dgm:pt>
    <dgm:pt modelId="{7EA4CBD5-61A1-4ED5-BA1C-8DAF7CF58772}">
      <dgm:prSet/>
      <dgm:spPr/>
      <dgm:t>
        <a:bodyPr/>
        <a:lstStyle/>
        <a:p>
          <a:r>
            <a:rPr lang="uk-UA" b="0" i="0" dirty="0"/>
            <a:t>«Бачу зле, бо віддав Хмельницький усіх нас у неволю московському цареві… Сам із військом козацьким присягнув і місто Київ силою під каранням мечем до того привів, що присягли всі…»</a:t>
          </a:r>
          <a:endParaRPr lang="uk-UA" i="0" dirty="0"/>
        </a:p>
      </dgm:t>
    </dgm:pt>
    <dgm:pt modelId="{789132DC-CC18-40D7-BCEC-51C2AEC577DF}" type="parTrans" cxnId="{09FB0D8D-EB71-4A7B-936B-A28FA9E389E7}">
      <dgm:prSet/>
      <dgm:spPr/>
      <dgm:t>
        <a:bodyPr/>
        <a:lstStyle/>
        <a:p>
          <a:endParaRPr lang="uk-UA" i="0"/>
        </a:p>
      </dgm:t>
    </dgm:pt>
    <dgm:pt modelId="{4B355F8A-832B-4B0F-9242-600152B5D8A8}" type="sibTrans" cxnId="{09FB0D8D-EB71-4A7B-936B-A28FA9E389E7}">
      <dgm:prSet/>
      <dgm:spPr/>
      <dgm:t>
        <a:bodyPr/>
        <a:lstStyle/>
        <a:p>
          <a:endParaRPr lang="uk-UA" i="0"/>
        </a:p>
      </dgm:t>
    </dgm:pt>
    <dgm:pt modelId="{41B4EB23-65D4-4ED1-9E11-78AC99BEE0F8}">
      <dgm:prSet/>
      <dgm:spPr/>
      <dgm:t>
        <a:bodyPr/>
        <a:lstStyle/>
        <a:p>
          <a:r>
            <a:rPr lang="uk-UA" b="0" i="0" dirty="0"/>
            <a:t>«Тих польських ратних людей біля Жовтих Вод самовільні козаки, з’єднавшись із татарами, всіх побили, а інших у полон </a:t>
          </a:r>
          <a:r>
            <a:rPr lang="uk-UA" b="0" i="0" dirty="0" err="1"/>
            <a:t>побрали</a:t>
          </a:r>
          <a:r>
            <a:rPr lang="uk-UA" b="0" i="0" dirty="0"/>
            <a:t> живими разом із сином коронного гетьмана Потоцького...»</a:t>
          </a:r>
          <a:endParaRPr lang="uk-UA" i="0" dirty="0"/>
        </a:p>
      </dgm:t>
    </dgm:pt>
    <dgm:pt modelId="{DA25D9B2-B8B9-49AE-A225-5EBB28FB50E5}" type="parTrans" cxnId="{C5AA7B21-E40F-43E0-8E33-495DD923F089}">
      <dgm:prSet/>
      <dgm:spPr/>
      <dgm:t>
        <a:bodyPr/>
        <a:lstStyle/>
        <a:p>
          <a:endParaRPr lang="uk-UA" i="0"/>
        </a:p>
      </dgm:t>
    </dgm:pt>
    <dgm:pt modelId="{F737EE27-E482-4E7C-8731-C8D3B9DFD971}" type="sibTrans" cxnId="{C5AA7B21-E40F-43E0-8E33-495DD923F089}">
      <dgm:prSet/>
      <dgm:spPr/>
      <dgm:t>
        <a:bodyPr/>
        <a:lstStyle/>
        <a:p>
          <a:endParaRPr lang="uk-UA" i="0"/>
        </a:p>
      </dgm:t>
    </dgm:pt>
    <dgm:pt modelId="{AC5F7D3E-BF33-433A-87B1-2405A40827B1}">
      <dgm:prSet/>
      <dgm:spPr/>
      <dgm:t>
        <a:bodyPr/>
        <a:lstStyle/>
        <a:p>
          <a:r>
            <a:rPr lang="uk-UA" b="0" i="0" dirty="0"/>
            <a:t>«Наш підданий гетьман Богдан Хмельницький, майже поєднавши свої війська з угорцем Ракочієм, послав до Польської держави наказного гетьмана Антіна Ждановича, і Богуна, й інших начальників для спустошення...»</a:t>
          </a:r>
          <a:endParaRPr lang="uk-UA" i="0" dirty="0"/>
        </a:p>
      </dgm:t>
    </dgm:pt>
    <dgm:pt modelId="{0BB0C7EA-5245-45BF-A1A5-FED0421FFCD0}" type="parTrans" cxnId="{80175B39-EEF3-4C2E-88F4-233FE717E729}">
      <dgm:prSet/>
      <dgm:spPr/>
      <dgm:t>
        <a:bodyPr/>
        <a:lstStyle/>
        <a:p>
          <a:endParaRPr lang="uk-UA" i="0"/>
        </a:p>
      </dgm:t>
    </dgm:pt>
    <dgm:pt modelId="{1C3A1A41-43A0-4FB5-A83C-94997E8662E6}" type="sibTrans" cxnId="{80175B39-EEF3-4C2E-88F4-233FE717E729}">
      <dgm:prSet/>
      <dgm:spPr/>
      <dgm:t>
        <a:bodyPr/>
        <a:lstStyle/>
        <a:p>
          <a:endParaRPr lang="uk-UA" i="0"/>
        </a:p>
      </dgm:t>
    </dgm:pt>
    <dgm:pt modelId="{8D70A6FC-74F8-44AA-97D2-8453770B978D}" type="pres">
      <dgm:prSet presAssocID="{89278BCC-1608-499A-89AF-43C45399C75F}" presName="linear" presStyleCnt="0">
        <dgm:presLayoutVars>
          <dgm:animLvl val="lvl"/>
          <dgm:resizeHandles val="exact"/>
        </dgm:presLayoutVars>
      </dgm:prSet>
      <dgm:spPr/>
    </dgm:pt>
    <dgm:pt modelId="{E988C9A2-2BD9-41B6-8180-F5534764BDB9}" type="pres">
      <dgm:prSet presAssocID="{728AA476-9A0F-40E2-8E2C-856F5C49699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5A38BAA-25A1-4F94-8730-748360CF32AC}" type="pres">
      <dgm:prSet presAssocID="{B98057C3-9D84-4C99-B6B5-237AFBBBD381}" presName="spacer" presStyleCnt="0"/>
      <dgm:spPr/>
    </dgm:pt>
    <dgm:pt modelId="{2E59C864-D86E-4520-977C-0AE7BDAFE081}" type="pres">
      <dgm:prSet presAssocID="{7EA4CBD5-61A1-4ED5-BA1C-8DAF7CF5877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DF38B44-8277-41D3-85B3-1794599158E6}" type="pres">
      <dgm:prSet presAssocID="{4B355F8A-832B-4B0F-9242-600152B5D8A8}" presName="spacer" presStyleCnt="0"/>
      <dgm:spPr/>
    </dgm:pt>
    <dgm:pt modelId="{116F45A9-0CEF-41FB-BA25-0C877E614465}" type="pres">
      <dgm:prSet presAssocID="{41B4EB23-65D4-4ED1-9E11-78AC99BEE0F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FACEAA2-C3B1-4BAC-9BF4-C9EA64ABF1D2}" type="pres">
      <dgm:prSet presAssocID="{F737EE27-E482-4E7C-8731-C8D3B9DFD971}" presName="spacer" presStyleCnt="0"/>
      <dgm:spPr/>
    </dgm:pt>
    <dgm:pt modelId="{1C07B582-C230-41A9-B032-FE9B5E58ED17}" type="pres">
      <dgm:prSet presAssocID="{AC5F7D3E-BF33-433A-87B1-2405A40827B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4ED6D15-49AA-4BB4-98B0-82B9EF8732FA}" type="presOf" srcId="{7EA4CBD5-61A1-4ED5-BA1C-8DAF7CF58772}" destId="{2E59C864-D86E-4520-977C-0AE7BDAFE081}" srcOrd="0" destOrd="0" presId="urn:microsoft.com/office/officeart/2005/8/layout/vList2"/>
    <dgm:cxn modelId="{C5AA7B21-E40F-43E0-8E33-495DD923F089}" srcId="{89278BCC-1608-499A-89AF-43C45399C75F}" destId="{41B4EB23-65D4-4ED1-9E11-78AC99BEE0F8}" srcOrd="2" destOrd="0" parTransId="{DA25D9B2-B8B9-49AE-A225-5EBB28FB50E5}" sibTransId="{F737EE27-E482-4E7C-8731-C8D3B9DFD971}"/>
    <dgm:cxn modelId="{06FF0D25-45CB-442B-A4BC-96573DEBD9B5}" type="presOf" srcId="{728AA476-9A0F-40E2-8E2C-856F5C49699D}" destId="{E988C9A2-2BD9-41B6-8180-F5534764BDB9}" srcOrd="0" destOrd="0" presId="urn:microsoft.com/office/officeart/2005/8/layout/vList2"/>
    <dgm:cxn modelId="{80175B39-EEF3-4C2E-88F4-233FE717E729}" srcId="{89278BCC-1608-499A-89AF-43C45399C75F}" destId="{AC5F7D3E-BF33-433A-87B1-2405A40827B1}" srcOrd="3" destOrd="0" parTransId="{0BB0C7EA-5245-45BF-A1A5-FED0421FFCD0}" sibTransId="{1C3A1A41-43A0-4FB5-A83C-94997E8662E6}"/>
    <dgm:cxn modelId="{5ADFE451-69AD-4D49-A560-2C20E8C79398}" type="presOf" srcId="{89278BCC-1608-499A-89AF-43C45399C75F}" destId="{8D70A6FC-74F8-44AA-97D2-8453770B978D}" srcOrd="0" destOrd="0" presId="urn:microsoft.com/office/officeart/2005/8/layout/vList2"/>
    <dgm:cxn modelId="{09FB0D8D-EB71-4A7B-936B-A28FA9E389E7}" srcId="{89278BCC-1608-499A-89AF-43C45399C75F}" destId="{7EA4CBD5-61A1-4ED5-BA1C-8DAF7CF58772}" srcOrd="1" destOrd="0" parTransId="{789132DC-CC18-40D7-BCEC-51C2AEC577DF}" sibTransId="{4B355F8A-832B-4B0F-9242-600152B5D8A8}"/>
    <dgm:cxn modelId="{A2D9DB9B-BAFF-4263-9A3F-86BF5B86A710}" srcId="{89278BCC-1608-499A-89AF-43C45399C75F}" destId="{728AA476-9A0F-40E2-8E2C-856F5C49699D}" srcOrd="0" destOrd="0" parTransId="{CFE50BCC-C0C0-4401-8402-7586481F3CB4}" sibTransId="{B98057C3-9D84-4C99-B6B5-237AFBBBD381}"/>
    <dgm:cxn modelId="{DB4143A3-3C91-4C6F-8D05-1EB2BE3542B0}" type="presOf" srcId="{AC5F7D3E-BF33-433A-87B1-2405A40827B1}" destId="{1C07B582-C230-41A9-B032-FE9B5E58ED17}" srcOrd="0" destOrd="0" presId="urn:microsoft.com/office/officeart/2005/8/layout/vList2"/>
    <dgm:cxn modelId="{0EB426D2-CCA8-4770-B96F-FA9C5027C30A}" type="presOf" srcId="{41B4EB23-65D4-4ED1-9E11-78AC99BEE0F8}" destId="{116F45A9-0CEF-41FB-BA25-0C877E614465}" srcOrd="0" destOrd="0" presId="urn:microsoft.com/office/officeart/2005/8/layout/vList2"/>
    <dgm:cxn modelId="{E462F317-9CBC-4010-86A8-C911B6C314DE}" type="presParOf" srcId="{8D70A6FC-74F8-44AA-97D2-8453770B978D}" destId="{E988C9A2-2BD9-41B6-8180-F5534764BDB9}" srcOrd="0" destOrd="0" presId="urn:microsoft.com/office/officeart/2005/8/layout/vList2"/>
    <dgm:cxn modelId="{CFAD07EE-B627-4C0B-AA47-D1B167CFC35D}" type="presParOf" srcId="{8D70A6FC-74F8-44AA-97D2-8453770B978D}" destId="{B5A38BAA-25A1-4F94-8730-748360CF32AC}" srcOrd="1" destOrd="0" presId="urn:microsoft.com/office/officeart/2005/8/layout/vList2"/>
    <dgm:cxn modelId="{258ECC15-9924-474B-A6B2-469A54ACC7C3}" type="presParOf" srcId="{8D70A6FC-74F8-44AA-97D2-8453770B978D}" destId="{2E59C864-D86E-4520-977C-0AE7BDAFE081}" srcOrd="2" destOrd="0" presId="urn:microsoft.com/office/officeart/2005/8/layout/vList2"/>
    <dgm:cxn modelId="{28D41319-D6BB-45B8-BD27-9EB60852646F}" type="presParOf" srcId="{8D70A6FC-74F8-44AA-97D2-8453770B978D}" destId="{9DF38B44-8277-41D3-85B3-1794599158E6}" srcOrd="3" destOrd="0" presId="urn:microsoft.com/office/officeart/2005/8/layout/vList2"/>
    <dgm:cxn modelId="{275036CB-5C13-4057-984F-82A370E94492}" type="presParOf" srcId="{8D70A6FC-74F8-44AA-97D2-8453770B978D}" destId="{116F45A9-0CEF-41FB-BA25-0C877E614465}" srcOrd="4" destOrd="0" presId="urn:microsoft.com/office/officeart/2005/8/layout/vList2"/>
    <dgm:cxn modelId="{828530AF-6A2F-4266-9EA5-74B0F6D138FE}" type="presParOf" srcId="{8D70A6FC-74F8-44AA-97D2-8453770B978D}" destId="{DFACEAA2-C3B1-4BAC-9BF4-C9EA64ABF1D2}" srcOrd="5" destOrd="0" presId="urn:microsoft.com/office/officeart/2005/8/layout/vList2"/>
    <dgm:cxn modelId="{1A92AA8B-BC1F-456B-971D-702DEBFCFBEB}" type="presParOf" srcId="{8D70A6FC-74F8-44AA-97D2-8453770B978D}" destId="{1C07B582-C230-41A9-B032-FE9B5E58ED1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328CCBDB-8B47-462C-86E5-0BA309D9CE5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BA3F1AA-3435-4AE3-8F46-94C646C62501}">
      <dgm:prSet/>
      <dgm:spPr/>
      <dgm:t>
        <a:bodyPr/>
        <a:lstStyle/>
        <a:p>
          <a:r>
            <a:rPr lang="uk-UA" b="0" i="0" dirty="0"/>
            <a:t>«Через рік після перемоги під Берестечком повністю загинуло польське військо... Того ж року господарю Василю довелося влаштовувати весілля своєї дочки </a:t>
          </a:r>
          <a:r>
            <a:rPr lang="uk-UA" b="0" i="0" dirty="0" err="1"/>
            <a:t>Розанди</a:t>
          </a:r>
          <a:r>
            <a:rPr lang="uk-UA" b="0" i="0" dirty="0"/>
            <a:t> з </a:t>
          </a:r>
          <a:r>
            <a:rPr lang="uk-UA" b="0" i="0" dirty="0" err="1"/>
            <a:t>Тимошем</a:t>
          </a:r>
          <a:r>
            <a:rPr lang="uk-UA" b="0" i="0" dirty="0"/>
            <a:t>, сином козацького гетьмана </a:t>
          </a:r>
          <a:r>
            <a:rPr lang="uk-UA" b="0" i="0" dirty="0" err="1"/>
            <a:t>Хмеля</a:t>
          </a:r>
          <a:r>
            <a:rPr lang="uk-UA" b="0" i="0" dirty="0"/>
            <a:t>...»</a:t>
          </a:r>
          <a:endParaRPr lang="uk-UA" dirty="0"/>
        </a:p>
      </dgm:t>
    </dgm:pt>
    <dgm:pt modelId="{01F593A1-5DFD-467E-8732-50DD73F0F1AC}" type="sibTrans" cxnId="{4C50B68B-1E1A-4192-8533-DC2237F1DAD7}">
      <dgm:prSet/>
      <dgm:spPr/>
      <dgm:t>
        <a:bodyPr/>
        <a:lstStyle/>
        <a:p>
          <a:endParaRPr lang="uk-UA"/>
        </a:p>
      </dgm:t>
    </dgm:pt>
    <dgm:pt modelId="{19651403-434B-41A8-8F3B-1BAF0CB984CB}" type="parTrans" cxnId="{4C50B68B-1E1A-4192-8533-DC2237F1DAD7}">
      <dgm:prSet/>
      <dgm:spPr/>
      <dgm:t>
        <a:bodyPr/>
        <a:lstStyle/>
        <a:p>
          <a:endParaRPr lang="uk-UA"/>
        </a:p>
      </dgm:t>
    </dgm:pt>
    <dgm:pt modelId="{5864561E-E3F1-4456-898C-C2507A37D7B0}">
      <dgm:prSet/>
      <dgm:spPr/>
      <dgm:t>
        <a:bodyPr/>
        <a:lstStyle/>
        <a:p>
          <a:r>
            <a:rPr lang="uk-UA" b="0" i="0" dirty="0"/>
            <a:t>«Стали поляки обозом та вишикували своє військо на рівнині коло Корсуня. Того ж ранку вдарив Хмельницький зі своїм і ординським військом на поляків. Ті, недовго втримуючи свій стрій, з великими втратами відступили...»</a:t>
          </a:r>
          <a:endParaRPr lang="uk-UA" dirty="0"/>
        </a:p>
      </dgm:t>
    </dgm:pt>
    <dgm:pt modelId="{7D062D8F-BB94-4F33-8B2A-08C13B616FB0}" type="sibTrans" cxnId="{F7322823-60BE-47AF-B346-C5E6E9A6BFEB}">
      <dgm:prSet/>
      <dgm:spPr/>
      <dgm:t>
        <a:bodyPr/>
        <a:lstStyle/>
        <a:p>
          <a:endParaRPr lang="uk-UA"/>
        </a:p>
      </dgm:t>
    </dgm:pt>
    <dgm:pt modelId="{00EB0B1D-0844-4D15-ACD2-2E40D107A02C}" type="parTrans" cxnId="{F7322823-60BE-47AF-B346-C5E6E9A6BFEB}">
      <dgm:prSet/>
      <dgm:spPr/>
      <dgm:t>
        <a:bodyPr/>
        <a:lstStyle/>
        <a:p>
          <a:endParaRPr lang="uk-UA"/>
        </a:p>
      </dgm:t>
    </dgm:pt>
    <dgm:pt modelId="{F1971713-50B9-43DD-8255-097459533A27}" type="pres">
      <dgm:prSet presAssocID="{328CCBDB-8B47-462C-86E5-0BA309D9CE5E}" presName="linear" presStyleCnt="0">
        <dgm:presLayoutVars>
          <dgm:animLvl val="lvl"/>
          <dgm:resizeHandles val="exact"/>
        </dgm:presLayoutVars>
      </dgm:prSet>
      <dgm:spPr/>
    </dgm:pt>
    <dgm:pt modelId="{EC3ED901-889D-47C2-9C74-AF8EC594A5B2}" type="pres">
      <dgm:prSet presAssocID="{3BA3F1AA-3435-4AE3-8F46-94C646C6250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D047A03-DEA3-4D75-8739-D1F2038E7382}" type="pres">
      <dgm:prSet presAssocID="{01F593A1-5DFD-467E-8732-50DD73F0F1AC}" presName="spacer" presStyleCnt="0"/>
      <dgm:spPr/>
    </dgm:pt>
    <dgm:pt modelId="{F4D47FEB-1578-41DC-A7D4-859F1F794BB6}" type="pres">
      <dgm:prSet presAssocID="{5864561E-E3F1-4456-898C-C2507A37D7B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7322823-60BE-47AF-B346-C5E6E9A6BFEB}" srcId="{328CCBDB-8B47-462C-86E5-0BA309D9CE5E}" destId="{5864561E-E3F1-4456-898C-C2507A37D7B0}" srcOrd="1" destOrd="0" parTransId="{00EB0B1D-0844-4D15-ACD2-2E40D107A02C}" sibTransId="{7D062D8F-BB94-4F33-8B2A-08C13B616FB0}"/>
    <dgm:cxn modelId="{41807E84-72F8-4AB5-9DED-FF268D9660D1}" type="presOf" srcId="{5864561E-E3F1-4456-898C-C2507A37D7B0}" destId="{F4D47FEB-1578-41DC-A7D4-859F1F794BB6}" srcOrd="0" destOrd="0" presId="urn:microsoft.com/office/officeart/2005/8/layout/vList2"/>
    <dgm:cxn modelId="{4C50B68B-1E1A-4192-8533-DC2237F1DAD7}" srcId="{328CCBDB-8B47-462C-86E5-0BA309D9CE5E}" destId="{3BA3F1AA-3435-4AE3-8F46-94C646C62501}" srcOrd="0" destOrd="0" parTransId="{19651403-434B-41A8-8F3B-1BAF0CB984CB}" sibTransId="{01F593A1-5DFD-467E-8732-50DD73F0F1AC}"/>
    <dgm:cxn modelId="{BF1FF1A8-30EE-4026-95D3-E650B01A0793}" type="presOf" srcId="{328CCBDB-8B47-462C-86E5-0BA309D9CE5E}" destId="{F1971713-50B9-43DD-8255-097459533A27}" srcOrd="0" destOrd="0" presId="urn:microsoft.com/office/officeart/2005/8/layout/vList2"/>
    <dgm:cxn modelId="{90CF33F0-4B14-483D-838F-B7C17E8863E3}" type="presOf" srcId="{3BA3F1AA-3435-4AE3-8F46-94C646C62501}" destId="{EC3ED901-889D-47C2-9C74-AF8EC594A5B2}" srcOrd="0" destOrd="0" presId="urn:microsoft.com/office/officeart/2005/8/layout/vList2"/>
    <dgm:cxn modelId="{2D6CAD12-6336-4E9B-99D4-78F88F3633D0}" type="presParOf" srcId="{F1971713-50B9-43DD-8255-097459533A27}" destId="{EC3ED901-889D-47C2-9C74-AF8EC594A5B2}" srcOrd="0" destOrd="0" presId="urn:microsoft.com/office/officeart/2005/8/layout/vList2"/>
    <dgm:cxn modelId="{4D1B3008-C15F-4454-95A8-01ACCD633CCB}" type="presParOf" srcId="{F1971713-50B9-43DD-8255-097459533A27}" destId="{5D047A03-DEA3-4D75-8739-D1F2038E7382}" srcOrd="1" destOrd="0" presId="urn:microsoft.com/office/officeart/2005/8/layout/vList2"/>
    <dgm:cxn modelId="{880650BB-7C5D-4226-BA77-CB991C27A69E}" type="presParOf" srcId="{F1971713-50B9-43DD-8255-097459533A27}" destId="{F4D47FEB-1578-41DC-A7D4-859F1F794BB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7FD3DDFC-18EA-41BD-B929-C0564A7EC44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FCD16CF-C98B-4564-913E-FCCC66F4DBE1}">
      <dgm:prSet/>
      <dgm:spPr/>
      <dgm:t>
        <a:bodyPr/>
        <a:lstStyle/>
        <a:p>
          <a:r>
            <a:rPr lang="uk-UA" b="0" i="0" dirty="0"/>
            <a:t>«То ми, великий государ, підданого нашого Богдана Хмельницького... і все наше Військо Запорозьке пожалували – веліли їм бути під нашою, царського </a:t>
          </a:r>
          <a:r>
            <a:rPr lang="uk-UA" b="0" i="0" dirty="0" err="1"/>
            <a:t>величества</a:t>
          </a:r>
          <a:r>
            <a:rPr lang="uk-UA" b="0" i="0" dirty="0"/>
            <a:t>, високою рукою, згідно з давнішими їх правами і привілеями...»</a:t>
          </a:r>
          <a:endParaRPr lang="uk-UA" dirty="0"/>
        </a:p>
      </dgm:t>
    </dgm:pt>
    <dgm:pt modelId="{67027C3F-7A51-4E76-B745-5049C98CD2E3}" type="parTrans" cxnId="{7F01F046-BB68-49EF-8DE2-2C37346BE745}">
      <dgm:prSet/>
      <dgm:spPr/>
      <dgm:t>
        <a:bodyPr/>
        <a:lstStyle/>
        <a:p>
          <a:endParaRPr lang="uk-UA"/>
        </a:p>
      </dgm:t>
    </dgm:pt>
    <dgm:pt modelId="{249D3F01-F5F6-45B9-A974-32B6C21616E1}" type="sibTrans" cxnId="{7F01F046-BB68-49EF-8DE2-2C37346BE745}">
      <dgm:prSet/>
      <dgm:spPr/>
      <dgm:t>
        <a:bodyPr/>
        <a:lstStyle/>
        <a:p>
          <a:endParaRPr lang="uk-UA"/>
        </a:p>
      </dgm:t>
    </dgm:pt>
    <dgm:pt modelId="{BB5EBF6E-A2B0-44A0-8024-8CA83A3C0172}">
      <dgm:prSet/>
      <dgm:spPr/>
      <dgm:t>
        <a:bodyPr/>
        <a:lstStyle/>
        <a:p>
          <a:r>
            <a:rPr lang="uk-UA" b="0" i="0" dirty="0"/>
            <a:t>«Увесь народ, вийшовши з Києва, вся чернь вітала його. Академія вітала його промовами як спасителя народу від рабства польського, як Мойсея, вбачаючи в імені Богдан добрий знак і називаючи його Богом даний...»</a:t>
          </a:r>
          <a:endParaRPr lang="uk-UA" dirty="0"/>
        </a:p>
      </dgm:t>
    </dgm:pt>
    <dgm:pt modelId="{E5EE1B34-2C40-4C83-9B44-AB02234F45A0}" type="parTrans" cxnId="{1990D368-2528-44A7-97A5-0A3055853B58}">
      <dgm:prSet/>
      <dgm:spPr/>
      <dgm:t>
        <a:bodyPr/>
        <a:lstStyle/>
        <a:p>
          <a:endParaRPr lang="uk-UA"/>
        </a:p>
      </dgm:t>
    </dgm:pt>
    <dgm:pt modelId="{149D0E57-F306-4404-A345-C50F3F94C22C}" type="sibTrans" cxnId="{1990D368-2528-44A7-97A5-0A3055853B58}">
      <dgm:prSet/>
      <dgm:spPr/>
      <dgm:t>
        <a:bodyPr/>
        <a:lstStyle/>
        <a:p>
          <a:endParaRPr lang="uk-UA"/>
        </a:p>
      </dgm:t>
    </dgm:pt>
    <dgm:pt modelId="{7ED4FD90-E0DF-4887-B1BD-9443139F23CB}" type="pres">
      <dgm:prSet presAssocID="{7FD3DDFC-18EA-41BD-B929-C0564A7EC44F}" presName="linear" presStyleCnt="0">
        <dgm:presLayoutVars>
          <dgm:animLvl val="lvl"/>
          <dgm:resizeHandles val="exact"/>
        </dgm:presLayoutVars>
      </dgm:prSet>
      <dgm:spPr/>
    </dgm:pt>
    <dgm:pt modelId="{6A413B3F-8C1B-4EEB-91F7-D7E507518F40}" type="pres">
      <dgm:prSet presAssocID="{BFCD16CF-C98B-4564-913E-FCCC66F4DBE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2F632D6-BB92-4858-8C75-F5C07268A2F5}" type="pres">
      <dgm:prSet presAssocID="{249D3F01-F5F6-45B9-A974-32B6C21616E1}" presName="spacer" presStyleCnt="0"/>
      <dgm:spPr/>
    </dgm:pt>
    <dgm:pt modelId="{0250D458-BB5D-43AC-A0D0-C49A17CD9DF2}" type="pres">
      <dgm:prSet presAssocID="{BB5EBF6E-A2B0-44A0-8024-8CA83A3C017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2106812-244A-4BB9-8665-7DAE2FDA9230}" type="presOf" srcId="{BB5EBF6E-A2B0-44A0-8024-8CA83A3C0172}" destId="{0250D458-BB5D-43AC-A0D0-C49A17CD9DF2}" srcOrd="0" destOrd="0" presId="urn:microsoft.com/office/officeart/2005/8/layout/vList2"/>
    <dgm:cxn modelId="{7F01F046-BB68-49EF-8DE2-2C37346BE745}" srcId="{7FD3DDFC-18EA-41BD-B929-C0564A7EC44F}" destId="{BFCD16CF-C98B-4564-913E-FCCC66F4DBE1}" srcOrd="0" destOrd="0" parTransId="{67027C3F-7A51-4E76-B745-5049C98CD2E3}" sibTransId="{249D3F01-F5F6-45B9-A974-32B6C21616E1}"/>
    <dgm:cxn modelId="{1990D368-2528-44A7-97A5-0A3055853B58}" srcId="{7FD3DDFC-18EA-41BD-B929-C0564A7EC44F}" destId="{BB5EBF6E-A2B0-44A0-8024-8CA83A3C0172}" srcOrd="1" destOrd="0" parTransId="{E5EE1B34-2C40-4C83-9B44-AB02234F45A0}" sibTransId="{149D0E57-F306-4404-A345-C50F3F94C22C}"/>
    <dgm:cxn modelId="{46FD5D6C-17FE-4A47-92EB-99F36FC559F0}" type="presOf" srcId="{7FD3DDFC-18EA-41BD-B929-C0564A7EC44F}" destId="{7ED4FD90-E0DF-4887-B1BD-9443139F23CB}" srcOrd="0" destOrd="0" presId="urn:microsoft.com/office/officeart/2005/8/layout/vList2"/>
    <dgm:cxn modelId="{8B735492-D25C-47CE-80EC-4069EF397380}" type="presOf" srcId="{BFCD16CF-C98B-4564-913E-FCCC66F4DBE1}" destId="{6A413B3F-8C1B-4EEB-91F7-D7E507518F40}" srcOrd="0" destOrd="0" presId="urn:microsoft.com/office/officeart/2005/8/layout/vList2"/>
    <dgm:cxn modelId="{147775A2-DA47-4830-9AB9-D34F1517CB2A}" type="presParOf" srcId="{7ED4FD90-E0DF-4887-B1BD-9443139F23CB}" destId="{6A413B3F-8C1B-4EEB-91F7-D7E507518F40}" srcOrd="0" destOrd="0" presId="urn:microsoft.com/office/officeart/2005/8/layout/vList2"/>
    <dgm:cxn modelId="{AF498079-7297-4291-9A08-62CD6F61780D}" type="presParOf" srcId="{7ED4FD90-E0DF-4887-B1BD-9443139F23CB}" destId="{B2F632D6-BB92-4858-8C75-F5C07268A2F5}" srcOrd="1" destOrd="0" presId="urn:microsoft.com/office/officeart/2005/8/layout/vList2"/>
    <dgm:cxn modelId="{9C5493EE-6D70-4132-B380-CCDAC38A4F07}" type="presParOf" srcId="{7ED4FD90-E0DF-4887-B1BD-9443139F23CB}" destId="{0250D458-BB5D-43AC-A0D0-C49A17CD9DF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C491D074-8BF6-4484-9219-CA350A82604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78E0EA0-3D1D-4D15-BECA-B8A962AEAE11}">
      <dgm:prSet/>
      <dgm:spPr/>
      <dgm:t>
        <a:bodyPr/>
        <a:lstStyle/>
        <a:p>
          <a:r>
            <a:rPr lang="uk-UA" b="0" i="0" dirty="0"/>
            <a:t>Різке загострення соціально-політичної боротьби, що вилилася у громадянську війну й спричинила розкол козацької держави на два гетьманства, виділення Запоріжжя в окрему політичну силу.</a:t>
          </a:r>
          <a:endParaRPr lang="uk-UA" dirty="0"/>
        </a:p>
      </dgm:t>
    </dgm:pt>
    <dgm:pt modelId="{AC45C791-E57B-4435-B0C5-C0CFD7032A16}" type="parTrans" cxnId="{C02E82BC-FC2E-49F2-A09F-C62829FE4570}">
      <dgm:prSet/>
      <dgm:spPr/>
      <dgm:t>
        <a:bodyPr/>
        <a:lstStyle/>
        <a:p>
          <a:endParaRPr lang="uk-UA"/>
        </a:p>
      </dgm:t>
    </dgm:pt>
    <dgm:pt modelId="{F469773D-4F79-4214-96BD-7C79C693AF23}" type="sibTrans" cxnId="{C02E82BC-FC2E-49F2-A09F-C62829FE4570}">
      <dgm:prSet/>
      <dgm:spPr/>
      <dgm:t>
        <a:bodyPr/>
        <a:lstStyle/>
        <a:p>
          <a:endParaRPr lang="uk-UA"/>
        </a:p>
      </dgm:t>
    </dgm:pt>
    <dgm:pt modelId="{C18FF119-204D-436B-BE01-B062AEFDCF7C}">
      <dgm:prSet/>
      <dgm:spPr/>
      <dgm:t>
        <a:bodyPr/>
        <a:lstStyle/>
        <a:p>
          <a:r>
            <a:rPr lang="uk-UA" b="0" i="0" dirty="0"/>
            <a:t>Погіршення становища новоутвореної Української козацької держави та активні пошуки її урядом союзників для розгрому Речі Посполитої і возз’єднання в межах єдиної держави усіх українських земель.</a:t>
          </a:r>
          <a:endParaRPr lang="uk-UA" dirty="0"/>
        </a:p>
      </dgm:t>
    </dgm:pt>
    <dgm:pt modelId="{C9F07448-11DF-42EA-AA81-1403AF9DD48E}" type="parTrans" cxnId="{11102387-80C4-434D-8682-4A6E2F5B116C}">
      <dgm:prSet/>
      <dgm:spPr/>
      <dgm:t>
        <a:bodyPr/>
        <a:lstStyle/>
        <a:p>
          <a:endParaRPr lang="uk-UA"/>
        </a:p>
      </dgm:t>
    </dgm:pt>
    <dgm:pt modelId="{D1A6826F-A02D-46B0-A5C6-B70094B381DC}" type="sibTrans" cxnId="{11102387-80C4-434D-8682-4A6E2F5B116C}">
      <dgm:prSet/>
      <dgm:spPr/>
      <dgm:t>
        <a:bodyPr/>
        <a:lstStyle/>
        <a:p>
          <a:endParaRPr lang="uk-UA"/>
        </a:p>
      </dgm:t>
    </dgm:pt>
    <dgm:pt modelId="{5693141C-8385-4074-B5A8-B98AE5E2967E}" type="pres">
      <dgm:prSet presAssocID="{C491D074-8BF6-4484-9219-CA350A826041}" presName="linear" presStyleCnt="0">
        <dgm:presLayoutVars>
          <dgm:animLvl val="lvl"/>
          <dgm:resizeHandles val="exact"/>
        </dgm:presLayoutVars>
      </dgm:prSet>
      <dgm:spPr/>
    </dgm:pt>
    <dgm:pt modelId="{CE33756E-5341-49F5-9FB3-9E104B38B1FA}" type="pres">
      <dgm:prSet presAssocID="{478E0EA0-3D1D-4D15-BECA-B8A962AEAE1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A9EB41D-74AD-41B9-A0D4-CCBAAE84C9E8}" type="pres">
      <dgm:prSet presAssocID="{F469773D-4F79-4214-96BD-7C79C693AF23}" presName="spacer" presStyleCnt="0"/>
      <dgm:spPr/>
    </dgm:pt>
    <dgm:pt modelId="{241C4D77-C4CC-4301-B737-719C6961C651}" type="pres">
      <dgm:prSet presAssocID="{C18FF119-204D-436B-BE01-B062AEFDCF7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E52BE49-FA18-433A-A6DA-4F4A9C5C525E}" type="presOf" srcId="{C491D074-8BF6-4484-9219-CA350A826041}" destId="{5693141C-8385-4074-B5A8-B98AE5E2967E}" srcOrd="0" destOrd="0" presId="urn:microsoft.com/office/officeart/2005/8/layout/vList2"/>
    <dgm:cxn modelId="{11102387-80C4-434D-8682-4A6E2F5B116C}" srcId="{C491D074-8BF6-4484-9219-CA350A826041}" destId="{C18FF119-204D-436B-BE01-B062AEFDCF7C}" srcOrd="1" destOrd="0" parTransId="{C9F07448-11DF-42EA-AA81-1403AF9DD48E}" sibTransId="{D1A6826F-A02D-46B0-A5C6-B70094B381DC}"/>
    <dgm:cxn modelId="{E9D3C9B6-3FE3-410B-AD42-862F30AD9D01}" type="presOf" srcId="{C18FF119-204D-436B-BE01-B062AEFDCF7C}" destId="{241C4D77-C4CC-4301-B737-719C6961C651}" srcOrd="0" destOrd="0" presId="urn:microsoft.com/office/officeart/2005/8/layout/vList2"/>
    <dgm:cxn modelId="{C02E82BC-FC2E-49F2-A09F-C62829FE4570}" srcId="{C491D074-8BF6-4484-9219-CA350A826041}" destId="{478E0EA0-3D1D-4D15-BECA-B8A962AEAE11}" srcOrd="0" destOrd="0" parTransId="{AC45C791-E57B-4435-B0C5-C0CFD7032A16}" sibTransId="{F469773D-4F79-4214-96BD-7C79C693AF23}"/>
    <dgm:cxn modelId="{6A9CDAD9-3012-428B-94DC-06C3F8609C2E}" type="presOf" srcId="{478E0EA0-3D1D-4D15-BECA-B8A962AEAE11}" destId="{CE33756E-5341-49F5-9FB3-9E104B38B1FA}" srcOrd="0" destOrd="0" presId="urn:microsoft.com/office/officeart/2005/8/layout/vList2"/>
    <dgm:cxn modelId="{52B63F8C-8850-4492-9EE8-EC12B050B2C8}" type="presParOf" srcId="{5693141C-8385-4074-B5A8-B98AE5E2967E}" destId="{CE33756E-5341-49F5-9FB3-9E104B38B1FA}" srcOrd="0" destOrd="0" presId="urn:microsoft.com/office/officeart/2005/8/layout/vList2"/>
    <dgm:cxn modelId="{66BF2C9E-6F07-4E59-BC02-FB87F5087F9C}" type="presParOf" srcId="{5693141C-8385-4074-B5A8-B98AE5E2967E}" destId="{CA9EB41D-74AD-41B9-A0D4-CCBAAE84C9E8}" srcOrd="1" destOrd="0" presId="urn:microsoft.com/office/officeart/2005/8/layout/vList2"/>
    <dgm:cxn modelId="{90327E46-C967-41A6-9F6E-BC8CE47E2D9F}" type="presParOf" srcId="{5693141C-8385-4074-B5A8-B98AE5E2967E}" destId="{241C4D77-C4CC-4301-B737-719C6961C65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7FF2EEBD-E506-402A-99A4-1E5183F3874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E9DCBDF-4CE1-497C-B36E-902586DD1A5B}">
      <dgm:prSet/>
      <dgm:spPr/>
      <dgm:t>
        <a:bodyPr/>
        <a:lstStyle/>
        <a:p>
          <a:r>
            <a:rPr lang="uk-UA" b="0" i="0" dirty="0"/>
            <a:t>Намагання польського та московського урядів поділити козацьку державу, що завершилося закріпленням її територіального розколу на міждержавному рівні, боротьба патріотичних сил за возз’єднання козацької держави.</a:t>
          </a:r>
          <a:endParaRPr lang="uk-UA" dirty="0"/>
        </a:p>
      </dgm:t>
    </dgm:pt>
    <dgm:pt modelId="{B789826F-549C-429B-A176-5CB2FAA86DCC}" type="parTrans" cxnId="{0BAEA438-B182-4599-B8F5-CD65E7FB9F2C}">
      <dgm:prSet/>
      <dgm:spPr/>
      <dgm:t>
        <a:bodyPr/>
        <a:lstStyle/>
        <a:p>
          <a:endParaRPr lang="uk-UA"/>
        </a:p>
      </dgm:t>
    </dgm:pt>
    <dgm:pt modelId="{4E46A804-F0C1-4676-B0DB-E02EA53114A9}" type="sibTrans" cxnId="{0BAEA438-B182-4599-B8F5-CD65E7FB9F2C}">
      <dgm:prSet/>
      <dgm:spPr/>
      <dgm:t>
        <a:bodyPr/>
        <a:lstStyle/>
        <a:p>
          <a:endParaRPr lang="uk-UA"/>
        </a:p>
      </dgm:t>
    </dgm:pt>
    <dgm:pt modelId="{B54CEF41-668B-4878-9389-A72AC97A55FD}">
      <dgm:prSet/>
      <dgm:spPr/>
      <dgm:t>
        <a:bodyPr/>
        <a:lstStyle/>
        <a:p>
          <a:r>
            <a:rPr lang="uk-UA" b="0" i="0" dirty="0"/>
            <a:t>Втручання іноземних держав у внутрішні справи України, ліквідація українських державних інституцій на Правобережжі та його спустошення польськими, кримськими, турецькими, московськими військами.</a:t>
          </a:r>
          <a:endParaRPr lang="uk-UA" dirty="0"/>
        </a:p>
      </dgm:t>
    </dgm:pt>
    <dgm:pt modelId="{70204A3D-D8A4-43C5-9407-F1F8AE4084E9}" type="parTrans" cxnId="{BCE7A11F-D992-430B-AA4C-69E71984E1C3}">
      <dgm:prSet/>
      <dgm:spPr/>
      <dgm:t>
        <a:bodyPr/>
        <a:lstStyle/>
        <a:p>
          <a:endParaRPr lang="uk-UA"/>
        </a:p>
      </dgm:t>
    </dgm:pt>
    <dgm:pt modelId="{077F7C18-72D5-4AAA-B4D5-5CAAAECD52A9}" type="sibTrans" cxnId="{BCE7A11F-D992-430B-AA4C-69E71984E1C3}">
      <dgm:prSet/>
      <dgm:spPr/>
      <dgm:t>
        <a:bodyPr/>
        <a:lstStyle/>
        <a:p>
          <a:endParaRPr lang="uk-UA"/>
        </a:p>
      </dgm:t>
    </dgm:pt>
    <dgm:pt modelId="{2F6842B4-AE3D-4F19-8168-3B00B817B072}" type="pres">
      <dgm:prSet presAssocID="{7FF2EEBD-E506-402A-99A4-1E5183F3874B}" presName="linear" presStyleCnt="0">
        <dgm:presLayoutVars>
          <dgm:animLvl val="lvl"/>
          <dgm:resizeHandles val="exact"/>
        </dgm:presLayoutVars>
      </dgm:prSet>
      <dgm:spPr/>
    </dgm:pt>
    <dgm:pt modelId="{2710E1FD-7DBE-47C6-9655-67485E3CDE96}" type="pres">
      <dgm:prSet presAssocID="{2E9DCBDF-4CE1-497C-B36E-902586DD1A5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8461E66-AADF-4B94-96B9-3C0B488F421D}" type="pres">
      <dgm:prSet presAssocID="{4E46A804-F0C1-4676-B0DB-E02EA53114A9}" presName="spacer" presStyleCnt="0"/>
      <dgm:spPr/>
    </dgm:pt>
    <dgm:pt modelId="{379032A9-8293-4BF5-AB9D-D61550276101}" type="pres">
      <dgm:prSet presAssocID="{B54CEF41-668B-4878-9389-A72AC97A55F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EA65709-8A17-4FBC-B8AA-33A44E69C0FE}" type="presOf" srcId="{B54CEF41-668B-4878-9389-A72AC97A55FD}" destId="{379032A9-8293-4BF5-AB9D-D61550276101}" srcOrd="0" destOrd="0" presId="urn:microsoft.com/office/officeart/2005/8/layout/vList2"/>
    <dgm:cxn modelId="{BCE7A11F-D992-430B-AA4C-69E71984E1C3}" srcId="{7FF2EEBD-E506-402A-99A4-1E5183F3874B}" destId="{B54CEF41-668B-4878-9389-A72AC97A55FD}" srcOrd="1" destOrd="0" parTransId="{70204A3D-D8A4-43C5-9407-F1F8AE4084E9}" sibTransId="{077F7C18-72D5-4AAA-B4D5-5CAAAECD52A9}"/>
    <dgm:cxn modelId="{35C10732-5CFA-4C5B-B836-730EF1D3BF3B}" type="presOf" srcId="{7FF2EEBD-E506-402A-99A4-1E5183F3874B}" destId="{2F6842B4-AE3D-4F19-8168-3B00B817B072}" srcOrd="0" destOrd="0" presId="urn:microsoft.com/office/officeart/2005/8/layout/vList2"/>
    <dgm:cxn modelId="{0BAEA438-B182-4599-B8F5-CD65E7FB9F2C}" srcId="{7FF2EEBD-E506-402A-99A4-1E5183F3874B}" destId="{2E9DCBDF-4CE1-497C-B36E-902586DD1A5B}" srcOrd="0" destOrd="0" parTransId="{B789826F-549C-429B-A176-5CB2FAA86DCC}" sibTransId="{4E46A804-F0C1-4676-B0DB-E02EA53114A9}"/>
    <dgm:cxn modelId="{187591DE-B093-4530-8D51-D84C92143E98}" type="presOf" srcId="{2E9DCBDF-4CE1-497C-B36E-902586DD1A5B}" destId="{2710E1FD-7DBE-47C6-9655-67485E3CDE96}" srcOrd="0" destOrd="0" presId="urn:microsoft.com/office/officeart/2005/8/layout/vList2"/>
    <dgm:cxn modelId="{99DDC1CA-583B-4AF9-9444-A15175FF97ED}" type="presParOf" srcId="{2F6842B4-AE3D-4F19-8168-3B00B817B072}" destId="{2710E1FD-7DBE-47C6-9655-67485E3CDE96}" srcOrd="0" destOrd="0" presId="urn:microsoft.com/office/officeart/2005/8/layout/vList2"/>
    <dgm:cxn modelId="{01913720-BFC6-4135-AC48-B42559BCDA6F}" type="presParOf" srcId="{2F6842B4-AE3D-4F19-8168-3B00B817B072}" destId="{98461E66-AADF-4B94-96B9-3C0B488F421D}" srcOrd="1" destOrd="0" presId="urn:microsoft.com/office/officeart/2005/8/layout/vList2"/>
    <dgm:cxn modelId="{001BA4E3-0F32-4DD9-B412-EF06583F052B}" type="presParOf" srcId="{2F6842B4-AE3D-4F19-8168-3B00B817B072}" destId="{379032A9-8293-4BF5-AB9D-D6155027610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8F1DA22A-4363-4E42-A488-0BBA3F3FDC8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0149C92-B511-4727-92E6-19CF63BD8FE3}">
      <dgm:prSet/>
      <dgm:spPr/>
      <dgm:t>
        <a:bodyPr/>
        <a:lstStyle/>
        <a:p>
          <a:r>
            <a:rPr lang="uk-UA" b="0" i="0"/>
            <a:t>Андрусівського перемир’я, Московською державою, гетьмана П. Дорошенка, Османською імперією</a:t>
          </a:r>
          <a:endParaRPr lang="uk-UA"/>
        </a:p>
      </dgm:t>
    </dgm:pt>
    <dgm:pt modelId="{4C95565D-4CB3-41A8-A323-B9DF34F0DF5F}" type="parTrans" cxnId="{192508F4-60CE-4216-A21B-6B175432D6B2}">
      <dgm:prSet/>
      <dgm:spPr/>
      <dgm:t>
        <a:bodyPr/>
        <a:lstStyle/>
        <a:p>
          <a:endParaRPr lang="uk-UA"/>
        </a:p>
      </dgm:t>
    </dgm:pt>
    <dgm:pt modelId="{2012BD6F-F796-4FB1-8BDC-9A963D92C42C}" type="sibTrans" cxnId="{192508F4-60CE-4216-A21B-6B175432D6B2}">
      <dgm:prSet/>
      <dgm:spPr/>
      <dgm:t>
        <a:bodyPr/>
        <a:lstStyle/>
        <a:p>
          <a:endParaRPr lang="uk-UA"/>
        </a:p>
      </dgm:t>
    </dgm:pt>
    <dgm:pt modelId="{0E42C369-A845-4DCB-8DD9-2A02F22A3774}">
      <dgm:prSet/>
      <dgm:spPr/>
      <dgm:t>
        <a:bodyPr/>
        <a:lstStyle/>
        <a:p>
          <a:r>
            <a:rPr lang="uk-UA" b="0" i="0" dirty="0"/>
            <a:t>Гадяцького договору, Гетьманщиною, царя Олексія Михайловича, Кримським ханством</a:t>
          </a:r>
          <a:endParaRPr lang="uk-UA" dirty="0"/>
        </a:p>
      </dgm:t>
    </dgm:pt>
    <dgm:pt modelId="{3D4EFD61-3E1E-449C-9064-2BFB23713054}" type="parTrans" cxnId="{ECF688A2-7E56-4258-9CC9-888060BE4D9F}">
      <dgm:prSet/>
      <dgm:spPr/>
      <dgm:t>
        <a:bodyPr/>
        <a:lstStyle/>
        <a:p>
          <a:endParaRPr lang="uk-UA"/>
        </a:p>
      </dgm:t>
    </dgm:pt>
    <dgm:pt modelId="{2D41D1C1-94B9-450D-85C7-58074FB5B29A}" type="sibTrans" cxnId="{ECF688A2-7E56-4258-9CC9-888060BE4D9F}">
      <dgm:prSet/>
      <dgm:spPr/>
      <dgm:t>
        <a:bodyPr/>
        <a:lstStyle/>
        <a:p>
          <a:endParaRPr lang="uk-UA"/>
        </a:p>
      </dgm:t>
    </dgm:pt>
    <dgm:pt modelId="{54825821-F88F-4BDB-A97B-97E6952AB628}">
      <dgm:prSet/>
      <dgm:spPr/>
      <dgm:t>
        <a:bodyPr/>
        <a:lstStyle/>
        <a:p>
          <a:r>
            <a:rPr lang="uk-UA" b="0" i="0"/>
            <a:t>Віленського перемир’я, Московською державою, гетьмана Б. Хмельницького, Швецією</a:t>
          </a:r>
          <a:endParaRPr lang="uk-UA"/>
        </a:p>
      </dgm:t>
    </dgm:pt>
    <dgm:pt modelId="{B1EE2FC3-5362-40DA-9548-9481A1124827}" type="parTrans" cxnId="{E265CFC0-E523-471A-ACD5-B3F6C5D9A473}">
      <dgm:prSet/>
      <dgm:spPr/>
      <dgm:t>
        <a:bodyPr/>
        <a:lstStyle/>
        <a:p>
          <a:endParaRPr lang="uk-UA"/>
        </a:p>
      </dgm:t>
    </dgm:pt>
    <dgm:pt modelId="{4D3A8AB5-3E2D-4688-860D-07DD49AEECE1}" type="sibTrans" cxnId="{E265CFC0-E523-471A-ACD5-B3F6C5D9A473}">
      <dgm:prSet/>
      <dgm:spPr/>
      <dgm:t>
        <a:bodyPr/>
        <a:lstStyle/>
        <a:p>
          <a:endParaRPr lang="uk-UA"/>
        </a:p>
      </dgm:t>
    </dgm:pt>
    <dgm:pt modelId="{242B2A86-7A7E-4EF1-9637-416F63AAE302}">
      <dgm:prSet/>
      <dgm:spPr/>
      <dgm:t>
        <a:bodyPr/>
        <a:lstStyle/>
        <a:p>
          <a:r>
            <a:rPr lang="uk-UA" b="0" i="0" dirty="0"/>
            <a:t>«Вічного миру», Московською державою, султана Магомета </a:t>
          </a:r>
          <a:r>
            <a:rPr lang="en-US" b="0" i="0" dirty="0"/>
            <a:t>IV, </a:t>
          </a:r>
          <a:r>
            <a:rPr lang="uk-UA" b="0" i="0" dirty="0"/>
            <a:t>Гетьманщиною</a:t>
          </a:r>
          <a:endParaRPr lang="uk-UA" dirty="0"/>
        </a:p>
      </dgm:t>
    </dgm:pt>
    <dgm:pt modelId="{A4AABEE8-210E-49CC-8145-66A317FF8720}" type="parTrans" cxnId="{3E2A2AEB-67F9-44CD-8356-060E684B1893}">
      <dgm:prSet/>
      <dgm:spPr/>
      <dgm:t>
        <a:bodyPr/>
        <a:lstStyle/>
        <a:p>
          <a:endParaRPr lang="uk-UA"/>
        </a:p>
      </dgm:t>
    </dgm:pt>
    <dgm:pt modelId="{D417D4F4-9B78-4A1E-A74A-E07A020694DB}" type="sibTrans" cxnId="{3E2A2AEB-67F9-44CD-8356-060E684B1893}">
      <dgm:prSet/>
      <dgm:spPr/>
      <dgm:t>
        <a:bodyPr/>
        <a:lstStyle/>
        <a:p>
          <a:endParaRPr lang="uk-UA"/>
        </a:p>
      </dgm:t>
    </dgm:pt>
    <dgm:pt modelId="{39DFFEFB-1ECA-49BF-B433-06A9BA828B41}" type="pres">
      <dgm:prSet presAssocID="{8F1DA22A-4363-4E42-A488-0BBA3F3FDC8A}" presName="linear" presStyleCnt="0">
        <dgm:presLayoutVars>
          <dgm:animLvl val="lvl"/>
          <dgm:resizeHandles val="exact"/>
        </dgm:presLayoutVars>
      </dgm:prSet>
      <dgm:spPr/>
    </dgm:pt>
    <dgm:pt modelId="{6F1A8C7C-22E1-4014-8D75-C0FB5CFF2D1F}" type="pres">
      <dgm:prSet presAssocID="{30149C92-B511-4727-92E6-19CF63BD8FE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FB4A7CA-07F9-41C1-A518-FF0543FD88BB}" type="pres">
      <dgm:prSet presAssocID="{2012BD6F-F796-4FB1-8BDC-9A963D92C42C}" presName="spacer" presStyleCnt="0"/>
      <dgm:spPr/>
    </dgm:pt>
    <dgm:pt modelId="{3437ABD7-F93F-460D-B3DC-120028F82973}" type="pres">
      <dgm:prSet presAssocID="{0E42C369-A845-4DCB-8DD9-2A02F22A377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672E446-A5C6-4F12-B6DD-FB017F201216}" type="pres">
      <dgm:prSet presAssocID="{2D41D1C1-94B9-450D-85C7-58074FB5B29A}" presName="spacer" presStyleCnt="0"/>
      <dgm:spPr/>
    </dgm:pt>
    <dgm:pt modelId="{2E8BC814-F29A-4654-90F2-1ECF72494072}" type="pres">
      <dgm:prSet presAssocID="{54825821-F88F-4BDB-A97B-97E6952AB62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3A8A3AD-0828-439D-8BC2-690E59795998}" type="pres">
      <dgm:prSet presAssocID="{4D3A8AB5-3E2D-4688-860D-07DD49AEECE1}" presName="spacer" presStyleCnt="0"/>
      <dgm:spPr/>
    </dgm:pt>
    <dgm:pt modelId="{2B8532A0-034B-4A30-B8BE-A4CBE1A726B5}" type="pres">
      <dgm:prSet presAssocID="{242B2A86-7A7E-4EF1-9637-416F63AAE30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598460B-6F0D-42D7-8442-2664FA2B97B7}" type="presOf" srcId="{54825821-F88F-4BDB-A97B-97E6952AB628}" destId="{2E8BC814-F29A-4654-90F2-1ECF72494072}" srcOrd="0" destOrd="0" presId="urn:microsoft.com/office/officeart/2005/8/layout/vList2"/>
    <dgm:cxn modelId="{9DDC4440-F60D-4DEB-BA76-A72AEE13507A}" type="presOf" srcId="{242B2A86-7A7E-4EF1-9637-416F63AAE302}" destId="{2B8532A0-034B-4A30-B8BE-A4CBE1A726B5}" srcOrd="0" destOrd="0" presId="urn:microsoft.com/office/officeart/2005/8/layout/vList2"/>
    <dgm:cxn modelId="{ECF688A2-7E56-4258-9CC9-888060BE4D9F}" srcId="{8F1DA22A-4363-4E42-A488-0BBA3F3FDC8A}" destId="{0E42C369-A845-4DCB-8DD9-2A02F22A3774}" srcOrd="1" destOrd="0" parTransId="{3D4EFD61-3E1E-449C-9064-2BFB23713054}" sibTransId="{2D41D1C1-94B9-450D-85C7-58074FB5B29A}"/>
    <dgm:cxn modelId="{9A8A2BA6-A5FB-40FB-9138-F3A4430BEBCA}" type="presOf" srcId="{0E42C369-A845-4DCB-8DD9-2A02F22A3774}" destId="{3437ABD7-F93F-460D-B3DC-120028F82973}" srcOrd="0" destOrd="0" presId="urn:microsoft.com/office/officeart/2005/8/layout/vList2"/>
    <dgm:cxn modelId="{218C5DAA-8848-40E5-BE05-FCDEA09BECEE}" type="presOf" srcId="{30149C92-B511-4727-92E6-19CF63BD8FE3}" destId="{6F1A8C7C-22E1-4014-8D75-C0FB5CFF2D1F}" srcOrd="0" destOrd="0" presId="urn:microsoft.com/office/officeart/2005/8/layout/vList2"/>
    <dgm:cxn modelId="{E265CFC0-E523-471A-ACD5-B3F6C5D9A473}" srcId="{8F1DA22A-4363-4E42-A488-0BBA3F3FDC8A}" destId="{54825821-F88F-4BDB-A97B-97E6952AB628}" srcOrd="2" destOrd="0" parTransId="{B1EE2FC3-5362-40DA-9548-9481A1124827}" sibTransId="{4D3A8AB5-3E2D-4688-860D-07DD49AEECE1}"/>
    <dgm:cxn modelId="{C43A22DB-0FE5-45FF-9987-496B2EFA144E}" type="presOf" srcId="{8F1DA22A-4363-4E42-A488-0BBA3F3FDC8A}" destId="{39DFFEFB-1ECA-49BF-B433-06A9BA828B41}" srcOrd="0" destOrd="0" presId="urn:microsoft.com/office/officeart/2005/8/layout/vList2"/>
    <dgm:cxn modelId="{3E2A2AEB-67F9-44CD-8356-060E684B1893}" srcId="{8F1DA22A-4363-4E42-A488-0BBA3F3FDC8A}" destId="{242B2A86-7A7E-4EF1-9637-416F63AAE302}" srcOrd="3" destOrd="0" parTransId="{A4AABEE8-210E-49CC-8145-66A317FF8720}" sibTransId="{D417D4F4-9B78-4A1E-A74A-E07A020694DB}"/>
    <dgm:cxn modelId="{192508F4-60CE-4216-A21B-6B175432D6B2}" srcId="{8F1DA22A-4363-4E42-A488-0BBA3F3FDC8A}" destId="{30149C92-B511-4727-92E6-19CF63BD8FE3}" srcOrd="0" destOrd="0" parTransId="{4C95565D-4CB3-41A8-A323-B9DF34F0DF5F}" sibTransId="{2012BD6F-F796-4FB1-8BDC-9A963D92C42C}"/>
    <dgm:cxn modelId="{B2964AFF-DE89-4E09-B95D-AF998AE6A7AA}" type="presParOf" srcId="{39DFFEFB-1ECA-49BF-B433-06A9BA828B41}" destId="{6F1A8C7C-22E1-4014-8D75-C0FB5CFF2D1F}" srcOrd="0" destOrd="0" presId="urn:microsoft.com/office/officeart/2005/8/layout/vList2"/>
    <dgm:cxn modelId="{E336C562-9E14-494F-8DE4-705A619EA7A9}" type="presParOf" srcId="{39DFFEFB-1ECA-49BF-B433-06A9BA828B41}" destId="{8FB4A7CA-07F9-41C1-A518-FF0543FD88BB}" srcOrd="1" destOrd="0" presId="urn:microsoft.com/office/officeart/2005/8/layout/vList2"/>
    <dgm:cxn modelId="{686EF21F-4DEC-46C4-875C-5711226BE92D}" type="presParOf" srcId="{39DFFEFB-1ECA-49BF-B433-06A9BA828B41}" destId="{3437ABD7-F93F-460D-B3DC-120028F82973}" srcOrd="2" destOrd="0" presId="urn:microsoft.com/office/officeart/2005/8/layout/vList2"/>
    <dgm:cxn modelId="{1423CA1C-5425-48C4-919D-C9F9935ACCC0}" type="presParOf" srcId="{39DFFEFB-1ECA-49BF-B433-06A9BA828B41}" destId="{C672E446-A5C6-4F12-B6DD-FB017F201216}" srcOrd="3" destOrd="0" presId="urn:microsoft.com/office/officeart/2005/8/layout/vList2"/>
    <dgm:cxn modelId="{1A808C42-A9C3-4EEE-8FB6-752E5052E33C}" type="presParOf" srcId="{39DFFEFB-1ECA-49BF-B433-06A9BA828B41}" destId="{2E8BC814-F29A-4654-90F2-1ECF72494072}" srcOrd="4" destOrd="0" presId="urn:microsoft.com/office/officeart/2005/8/layout/vList2"/>
    <dgm:cxn modelId="{8BBBCFD8-C685-4C81-888D-78C8A0A1C54A}" type="presParOf" srcId="{39DFFEFB-1ECA-49BF-B433-06A9BA828B41}" destId="{F3A8A3AD-0828-439D-8BC2-690E59795998}" srcOrd="5" destOrd="0" presId="urn:microsoft.com/office/officeart/2005/8/layout/vList2"/>
    <dgm:cxn modelId="{48452725-6155-462A-91DD-D81A4A09C2B4}" type="presParOf" srcId="{39DFFEFB-1ECA-49BF-B433-06A9BA828B41}" destId="{2B8532A0-034B-4A30-B8BE-A4CBE1A726B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9D0C96C5-C608-4B0D-A9CD-D9F456803E4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DE1E9E8-505C-47FA-BED6-6D64D1EEDDD2}">
      <dgm:prSet/>
      <dgm:spPr/>
      <dgm:t>
        <a:bodyPr/>
        <a:lstStyle/>
        <a:p>
          <a:r>
            <a:rPr lang="uk-UA" b="0" i="0" dirty="0"/>
            <a:t>складання козацького реєстру королем Стефаном Баторієм.</a:t>
          </a:r>
          <a:endParaRPr lang="uk-UA" dirty="0"/>
        </a:p>
      </dgm:t>
    </dgm:pt>
    <dgm:pt modelId="{8295BBFF-140C-4B5C-94A8-7A189A3FB493}" type="parTrans" cxnId="{6632E6AD-8B1A-4AC8-BB15-00E845A7B059}">
      <dgm:prSet/>
      <dgm:spPr/>
      <dgm:t>
        <a:bodyPr/>
        <a:lstStyle/>
        <a:p>
          <a:endParaRPr lang="uk-UA"/>
        </a:p>
      </dgm:t>
    </dgm:pt>
    <dgm:pt modelId="{34A7EC7C-A22A-4901-BC88-49A76EA5E0D8}" type="sibTrans" cxnId="{6632E6AD-8B1A-4AC8-BB15-00E845A7B059}">
      <dgm:prSet/>
      <dgm:spPr/>
      <dgm:t>
        <a:bodyPr/>
        <a:lstStyle/>
        <a:p>
          <a:endParaRPr lang="uk-UA"/>
        </a:p>
      </dgm:t>
    </dgm:pt>
    <dgm:pt modelId="{EF1CA596-C080-44E2-B002-FB5CDFD8AA6E}">
      <dgm:prSet/>
      <dgm:spPr/>
      <dgm:t>
        <a:bodyPr/>
        <a:lstStyle/>
        <a:p>
          <a:r>
            <a:rPr lang="uk-UA" b="0" i="0"/>
            <a:t>активізації морських походів козаків проти Османської імперії.</a:t>
          </a:r>
          <a:endParaRPr lang="uk-UA"/>
        </a:p>
      </dgm:t>
    </dgm:pt>
    <dgm:pt modelId="{BFA3843D-72A8-4044-9FCF-7E9CEAC9C17E}" type="parTrans" cxnId="{974EE42D-10A2-4261-96D5-B7C82EF7C917}">
      <dgm:prSet/>
      <dgm:spPr/>
      <dgm:t>
        <a:bodyPr/>
        <a:lstStyle/>
        <a:p>
          <a:endParaRPr lang="uk-UA"/>
        </a:p>
      </dgm:t>
    </dgm:pt>
    <dgm:pt modelId="{C6C02647-6436-46A4-8537-A9C9F091A5F0}" type="sibTrans" cxnId="{974EE42D-10A2-4261-96D5-B7C82EF7C917}">
      <dgm:prSet/>
      <dgm:spPr/>
      <dgm:t>
        <a:bodyPr/>
        <a:lstStyle/>
        <a:p>
          <a:endParaRPr lang="uk-UA"/>
        </a:p>
      </dgm:t>
    </dgm:pt>
    <dgm:pt modelId="{4735904D-47D0-4A71-B31B-964E905CFD66}">
      <dgm:prSet/>
      <dgm:spPr/>
      <dgm:t>
        <a:bodyPr/>
        <a:lstStyle/>
        <a:p>
          <a:r>
            <a:rPr lang="uk-UA" b="0" i="0"/>
            <a:t>розгортання національно-визвольної війни під проводом Б. Хмельницького.</a:t>
          </a:r>
          <a:endParaRPr lang="uk-UA"/>
        </a:p>
      </dgm:t>
    </dgm:pt>
    <dgm:pt modelId="{5CA3EDE1-C5B0-455E-9D27-C851F59C7511}" type="parTrans" cxnId="{528CAF03-36A0-4607-9711-734EBE8013CE}">
      <dgm:prSet/>
      <dgm:spPr/>
      <dgm:t>
        <a:bodyPr/>
        <a:lstStyle/>
        <a:p>
          <a:endParaRPr lang="uk-UA"/>
        </a:p>
      </dgm:t>
    </dgm:pt>
    <dgm:pt modelId="{7B24FC20-3D54-4E78-8C16-1107ADCDEBE1}" type="sibTrans" cxnId="{528CAF03-36A0-4607-9711-734EBE8013CE}">
      <dgm:prSet/>
      <dgm:spPr/>
      <dgm:t>
        <a:bodyPr/>
        <a:lstStyle/>
        <a:p>
          <a:endParaRPr lang="uk-UA"/>
        </a:p>
      </dgm:t>
    </dgm:pt>
    <dgm:pt modelId="{BD8510A9-6344-45A8-908A-1211FB678BC5}">
      <dgm:prSet/>
      <dgm:spPr/>
      <dgm:t>
        <a:bodyPr/>
        <a:lstStyle/>
        <a:p>
          <a:r>
            <a:rPr lang="uk-UA" b="0" i="0" dirty="0"/>
            <a:t>установлення «десятиліття золотого спокою» в Речі Посполитій.</a:t>
          </a:r>
          <a:endParaRPr lang="uk-UA" dirty="0"/>
        </a:p>
      </dgm:t>
    </dgm:pt>
    <dgm:pt modelId="{90F7A220-66B3-476A-9800-5F46C09DE649}" type="parTrans" cxnId="{4DE5AC23-851E-4C93-9F83-CCCDB813F7F4}">
      <dgm:prSet/>
      <dgm:spPr/>
      <dgm:t>
        <a:bodyPr/>
        <a:lstStyle/>
        <a:p>
          <a:endParaRPr lang="uk-UA"/>
        </a:p>
      </dgm:t>
    </dgm:pt>
    <dgm:pt modelId="{64297CA0-BBD1-4DDC-B4C8-BC074B59C7B3}" type="sibTrans" cxnId="{4DE5AC23-851E-4C93-9F83-CCCDB813F7F4}">
      <dgm:prSet/>
      <dgm:spPr/>
      <dgm:t>
        <a:bodyPr/>
        <a:lstStyle/>
        <a:p>
          <a:endParaRPr lang="uk-UA"/>
        </a:p>
      </dgm:t>
    </dgm:pt>
    <dgm:pt modelId="{E220D61D-9940-47ED-A5CE-783635934FB2}" type="pres">
      <dgm:prSet presAssocID="{9D0C96C5-C608-4B0D-A9CD-D9F456803E4A}" presName="linearFlow" presStyleCnt="0">
        <dgm:presLayoutVars>
          <dgm:dir/>
          <dgm:resizeHandles val="exact"/>
        </dgm:presLayoutVars>
      </dgm:prSet>
      <dgm:spPr/>
    </dgm:pt>
    <dgm:pt modelId="{CECEE207-071D-48E1-A6E3-88A25FA7FB06}" type="pres">
      <dgm:prSet presAssocID="{3DE1E9E8-505C-47FA-BED6-6D64D1EEDDD2}" presName="composite" presStyleCnt="0"/>
      <dgm:spPr/>
    </dgm:pt>
    <dgm:pt modelId="{B85BC177-37D3-4680-BC0C-A6967E39A21E}" type="pres">
      <dgm:prSet presAssocID="{3DE1E9E8-505C-47FA-BED6-6D64D1EEDDD2}" presName="imgShp" presStyleLbl="fgImgPlace1" presStyleIdx="0" presStyleCnt="4"/>
      <dgm:spPr/>
    </dgm:pt>
    <dgm:pt modelId="{AC792086-718C-46EB-9D59-4EA6561EDC44}" type="pres">
      <dgm:prSet presAssocID="{3DE1E9E8-505C-47FA-BED6-6D64D1EEDDD2}" presName="txShp" presStyleLbl="node1" presStyleIdx="0" presStyleCnt="4">
        <dgm:presLayoutVars>
          <dgm:bulletEnabled val="1"/>
        </dgm:presLayoutVars>
      </dgm:prSet>
      <dgm:spPr/>
    </dgm:pt>
    <dgm:pt modelId="{1BBEC128-9C32-4071-8BBD-BA5D4CEBF66F}" type="pres">
      <dgm:prSet presAssocID="{34A7EC7C-A22A-4901-BC88-49A76EA5E0D8}" presName="spacing" presStyleCnt="0"/>
      <dgm:spPr/>
    </dgm:pt>
    <dgm:pt modelId="{4C5A4C92-B442-43A0-9392-FB2F601A364F}" type="pres">
      <dgm:prSet presAssocID="{EF1CA596-C080-44E2-B002-FB5CDFD8AA6E}" presName="composite" presStyleCnt="0"/>
      <dgm:spPr/>
    </dgm:pt>
    <dgm:pt modelId="{02549704-49F1-4E49-9F14-E2B6BE7C686D}" type="pres">
      <dgm:prSet presAssocID="{EF1CA596-C080-44E2-B002-FB5CDFD8AA6E}" presName="imgShp" presStyleLbl="fgImgPlace1" presStyleIdx="1" presStyleCnt="4"/>
      <dgm:spPr/>
    </dgm:pt>
    <dgm:pt modelId="{3A175690-60A4-4C1F-A10A-AB5093B1D815}" type="pres">
      <dgm:prSet presAssocID="{EF1CA596-C080-44E2-B002-FB5CDFD8AA6E}" presName="txShp" presStyleLbl="node1" presStyleIdx="1" presStyleCnt="4">
        <dgm:presLayoutVars>
          <dgm:bulletEnabled val="1"/>
        </dgm:presLayoutVars>
      </dgm:prSet>
      <dgm:spPr/>
    </dgm:pt>
    <dgm:pt modelId="{A2A0D986-0480-4C64-8FE9-1E61607487F4}" type="pres">
      <dgm:prSet presAssocID="{C6C02647-6436-46A4-8537-A9C9F091A5F0}" presName="spacing" presStyleCnt="0"/>
      <dgm:spPr/>
    </dgm:pt>
    <dgm:pt modelId="{128638C9-B88B-4105-A630-5D92530E0B10}" type="pres">
      <dgm:prSet presAssocID="{4735904D-47D0-4A71-B31B-964E905CFD66}" presName="composite" presStyleCnt="0"/>
      <dgm:spPr/>
    </dgm:pt>
    <dgm:pt modelId="{0C9B56A1-A9A3-4009-BE71-CB0AAC22A7D9}" type="pres">
      <dgm:prSet presAssocID="{4735904D-47D0-4A71-B31B-964E905CFD66}" presName="imgShp" presStyleLbl="fgImgPlace1" presStyleIdx="2" presStyleCnt="4"/>
      <dgm:spPr/>
    </dgm:pt>
    <dgm:pt modelId="{98AC8552-AA97-49F9-AF39-0D417D5DB523}" type="pres">
      <dgm:prSet presAssocID="{4735904D-47D0-4A71-B31B-964E905CFD66}" presName="txShp" presStyleLbl="node1" presStyleIdx="2" presStyleCnt="4">
        <dgm:presLayoutVars>
          <dgm:bulletEnabled val="1"/>
        </dgm:presLayoutVars>
      </dgm:prSet>
      <dgm:spPr/>
    </dgm:pt>
    <dgm:pt modelId="{43152582-E117-422E-9346-CFEDB14AE4C7}" type="pres">
      <dgm:prSet presAssocID="{7B24FC20-3D54-4E78-8C16-1107ADCDEBE1}" presName="spacing" presStyleCnt="0"/>
      <dgm:spPr/>
    </dgm:pt>
    <dgm:pt modelId="{F8610CD6-6D02-4B2F-92A7-186CCCDF10B0}" type="pres">
      <dgm:prSet presAssocID="{BD8510A9-6344-45A8-908A-1211FB678BC5}" presName="composite" presStyleCnt="0"/>
      <dgm:spPr/>
    </dgm:pt>
    <dgm:pt modelId="{0D15EB00-B924-4455-A744-5CDB77EC6F32}" type="pres">
      <dgm:prSet presAssocID="{BD8510A9-6344-45A8-908A-1211FB678BC5}" presName="imgShp" presStyleLbl="fgImgPlace1" presStyleIdx="3" presStyleCnt="4"/>
      <dgm:spPr/>
    </dgm:pt>
    <dgm:pt modelId="{ADCF26E5-AE3B-453E-9983-487E9EFC20B7}" type="pres">
      <dgm:prSet presAssocID="{BD8510A9-6344-45A8-908A-1211FB678BC5}" presName="txShp" presStyleLbl="node1" presStyleIdx="3" presStyleCnt="4">
        <dgm:presLayoutVars>
          <dgm:bulletEnabled val="1"/>
        </dgm:presLayoutVars>
      </dgm:prSet>
      <dgm:spPr/>
    </dgm:pt>
  </dgm:ptLst>
  <dgm:cxnLst>
    <dgm:cxn modelId="{FC0D1D01-E1C9-4BCB-89A8-F999D94E6937}" type="presOf" srcId="{3DE1E9E8-505C-47FA-BED6-6D64D1EEDDD2}" destId="{AC792086-718C-46EB-9D59-4EA6561EDC44}" srcOrd="0" destOrd="0" presId="urn:microsoft.com/office/officeart/2005/8/layout/vList3"/>
    <dgm:cxn modelId="{528CAF03-36A0-4607-9711-734EBE8013CE}" srcId="{9D0C96C5-C608-4B0D-A9CD-D9F456803E4A}" destId="{4735904D-47D0-4A71-B31B-964E905CFD66}" srcOrd="2" destOrd="0" parTransId="{5CA3EDE1-C5B0-455E-9D27-C851F59C7511}" sibTransId="{7B24FC20-3D54-4E78-8C16-1107ADCDEBE1}"/>
    <dgm:cxn modelId="{CE5C3310-1DBF-4BD2-A1EA-B830293C7C78}" type="presOf" srcId="{EF1CA596-C080-44E2-B002-FB5CDFD8AA6E}" destId="{3A175690-60A4-4C1F-A10A-AB5093B1D815}" srcOrd="0" destOrd="0" presId="urn:microsoft.com/office/officeart/2005/8/layout/vList3"/>
    <dgm:cxn modelId="{542B631D-A9D7-4AD7-9B32-E71DCD09AAA0}" type="presOf" srcId="{BD8510A9-6344-45A8-908A-1211FB678BC5}" destId="{ADCF26E5-AE3B-453E-9983-487E9EFC20B7}" srcOrd="0" destOrd="0" presId="urn:microsoft.com/office/officeart/2005/8/layout/vList3"/>
    <dgm:cxn modelId="{4DE5AC23-851E-4C93-9F83-CCCDB813F7F4}" srcId="{9D0C96C5-C608-4B0D-A9CD-D9F456803E4A}" destId="{BD8510A9-6344-45A8-908A-1211FB678BC5}" srcOrd="3" destOrd="0" parTransId="{90F7A220-66B3-476A-9800-5F46C09DE649}" sibTransId="{64297CA0-BBD1-4DDC-B4C8-BC074B59C7B3}"/>
    <dgm:cxn modelId="{974EE42D-10A2-4261-96D5-B7C82EF7C917}" srcId="{9D0C96C5-C608-4B0D-A9CD-D9F456803E4A}" destId="{EF1CA596-C080-44E2-B002-FB5CDFD8AA6E}" srcOrd="1" destOrd="0" parTransId="{BFA3843D-72A8-4044-9FCF-7E9CEAC9C17E}" sibTransId="{C6C02647-6436-46A4-8537-A9C9F091A5F0}"/>
    <dgm:cxn modelId="{35CC1E60-FBE2-4A89-8865-915B4C9865F0}" type="presOf" srcId="{4735904D-47D0-4A71-B31B-964E905CFD66}" destId="{98AC8552-AA97-49F9-AF39-0D417D5DB523}" srcOrd="0" destOrd="0" presId="urn:microsoft.com/office/officeart/2005/8/layout/vList3"/>
    <dgm:cxn modelId="{EF7D676D-AC92-4DCF-B56F-E212BE18D4E4}" type="presOf" srcId="{9D0C96C5-C608-4B0D-A9CD-D9F456803E4A}" destId="{E220D61D-9940-47ED-A5CE-783635934FB2}" srcOrd="0" destOrd="0" presId="urn:microsoft.com/office/officeart/2005/8/layout/vList3"/>
    <dgm:cxn modelId="{6632E6AD-8B1A-4AC8-BB15-00E845A7B059}" srcId="{9D0C96C5-C608-4B0D-A9CD-D9F456803E4A}" destId="{3DE1E9E8-505C-47FA-BED6-6D64D1EEDDD2}" srcOrd="0" destOrd="0" parTransId="{8295BBFF-140C-4B5C-94A8-7A189A3FB493}" sibTransId="{34A7EC7C-A22A-4901-BC88-49A76EA5E0D8}"/>
    <dgm:cxn modelId="{9C573962-8D03-4F55-B91E-42D29B9F2453}" type="presParOf" srcId="{E220D61D-9940-47ED-A5CE-783635934FB2}" destId="{CECEE207-071D-48E1-A6E3-88A25FA7FB06}" srcOrd="0" destOrd="0" presId="urn:microsoft.com/office/officeart/2005/8/layout/vList3"/>
    <dgm:cxn modelId="{9E6D1689-7A0F-4792-A09F-22433EB12EFE}" type="presParOf" srcId="{CECEE207-071D-48E1-A6E3-88A25FA7FB06}" destId="{B85BC177-37D3-4680-BC0C-A6967E39A21E}" srcOrd="0" destOrd="0" presId="urn:microsoft.com/office/officeart/2005/8/layout/vList3"/>
    <dgm:cxn modelId="{515E6E30-788C-4CFA-A216-33A77BB2E097}" type="presParOf" srcId="{CECEE207-071D-48E1-A6E3-88A25FA7FB06}" destId="{AC792086-718C-46EB-9D59-4EA6561EDC44}" srcOrd="1" destOrd="0" presId="urn:microsoft.com/office/officeart/2005/8/layout/vList3"/>
    <dgm:cxn modelId="{76294820-7F1A-48AA-BA46-193ABE7DD089}" type="presParOf" srcId="{E220D61D-9940-47ED-A5CE-783635934FB2}" destId="{1BBEC128-9C32-4071-8BBD-BA5D4CEBF66F}" srcOrd="1" destOrd="0" presId="urn:microsoft.com/office/officeart/2005/8/layout/vList3"/>
    <dgm:cxn modelId="{58F4C9CB-3C36-4FEF-A9C1-C832E14116D8}" type="presParOf" srcId="{E220D61D-9940-47ED-A5CE-783635934FB2}" destId="{4C5A4C92-B442-43A0-9392-FB2F601A364F}" srcOrd="2" destOrd="0" presId="urn:microsoft.com/office/officeart/2005/8/layout/vList3"/>
    <dgm:cxn modelId="{0DBFD39E-8D28-4398-8EAB-9137774CBE6A}" type="presParOf" srcId="{4C5A4C92-B442-43A0-9392-FB2F601A364F}" destId="{02549704-49F1-4E49-9F14-E2B6BE7C686D}" srcOrd="0" destOrd="0" presId="urn:microsoft.com/office/officeart/2005/8/layout/vList3"/>
    <dgm:cxn modelId="{9EB16CEA-F76C-4DF2-A71B-9C1AEE780996}" type="presParOf" srcId="{4C5A4C92-B442-43A0-9392-FB2F601A364F}" destId="{3A175690-60A4-4C1F-A10A-AB5093B1D815}" srcOrd="1" destOrd="0" presId="urn:microsoft.com/office/officeart/2005/8/layout/vList3"/>
    <dgm:cxn modelId="{AD1AB085-B9F8-4CDD-AC49-2CF4ACB3ABA5}" type="presParOf" srcId="{E220D61D-9940-47ED-A5CE-783635934FB2}" destId="{A2A0D986-0480-4C64-8FE9-1E61607487F4}" srcOrd="3" destOrd="0" presId="urn:microsoft.com/office/officeart/2005/8/layout/vList3"/>
    <dgm:cxn modelId="{283A2FA9-C622-4EE7-BC57-D4A117898874}" type="presParOf" srcId="{E220D61D-9940-47ED-A5CE-783635934FB2}" destId="{128638C9-B88B-4105-A630-5D92530E0B10}" srcOrd="4" destOrd="0" presId="urn:microsoft.com/office/officeart/2005/8/layout/vList3"/>
    <dgm:cxn modelId="{25EAA237-B3BC-4F24-9DCB-D0A6F3330488}" type="presParOf" srcId="{128638C9-B88B-4105-A630-5D92530E0B10}" destId="{0C9B56A1-A9A3-4009-BE71-CB0AAC22A7D9}" srcOrd="0" destOrd="0" presId="urn:microsoft.com/office/officeart/2005/8/layout/vList3"/>
    <dgm:cxn modelId="{1BBD5F10-3602-49E9-9B2D-58AA33C85C48}" type="presParOf" srcId="{128638C9-B88B-4105-A630-5D92530E0B10}" destId="{98AC8552-AA97-49F9-AF39-0D417D5DB523}" srcOrd="1" destOrd="0" presId="urn:microsoft.com/office/officeart/2005/8/layout/vList3"/>
    <dgm:cxn modelId="{1DCF181A-A1DC-47C4-8048-5AC98A1863F0}" type="presParOf" srcId="{E220D61D-9940-47ED-A5CE-783635934FB2}" destId="{43152582-E117-422E-9346-CFEDB14AE4C7}" srcOrd="5" destOrd="0" presId="urn:microsoft.com/office/officeart/2005/8/layout/vList3"/>
    <dgm:cxn modelId="{57E34931-C2AD-4C8F-AF92-53D5EA48EDFB}" type="presParOf" srcId="{E220D61D-9940-47ED-A5CE-783635934FB2}" destId="{F8610CD6-6D02-4B2F-92A7-186CCCDF10B0}" srcOrd="6" destOrd="0" presId="urn:microsoft.com/office/officeart/2005/8/layout/vList3"/>
    <dgm:cxn modelId="{CAE74037-25C2-4809-A4A2-954551088C10}" type="presParOf" srcId="{F8610CD6-6D02-4B2F-92A7-186CCCDF10B0}" destId="{0D15EB00-B924-4455-A744-5CDB77EC6F32}" srcOrd="0" destOrd="0" presId="urn:microsoft.com/office/officeart/2005/8/layout/vList3"/>
    <dgm:cxn modelId="{311F983A-7DAC-469C-9EC5-AEEB88AB1B5B}" type="presParOf" srcId="{F8610CD6-6D02-4B2F-92A7-186CCCDF10B0}" destId="{ADCF26E5-AE3B-453E-9983-487E9EFC20B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86D7F54F-4CDA-42D4-8354-69E7134DF80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9041F58-848A-4EF3-AA83-398C734C4B1C}">
      <dgm:prSet/>
      <dgm:spPr/>
      <dgm:t>
        <a:bodyPr/>
        <a:lstStyle/>
        <a:p>
          <a:r>
            <a:rPr lang="ru-RU" b="0" i="0"/>
            <a:t>фактична ліквідація особистої залежності селян</a:t>
          </a:r>
          <a:endParaRPr lang="uk-UA"/>
        </a:p>
      </dgm:t>
    </dgm:pt>
    <dgm:pt modelId="{C1733818-0E5C-40DA-9A2E-68F8B3349CD5}" type="parTrans" cxnId="{E1EE2821-3998-4659-BCEB-426BF7C41718}">
      <dgm:prSet/>
      <dgm:spPr/>
      <dgm:t>
        <a:bodyPr/>
        <a:lstStyle/>
        <a:p>
          <a:endParaRPr lang="uk-UA"/>
        </a:p>
      </dgm:t>
    </dgm:pt>
    <dgm:pt modelId="{7B0A2AC3-84DE-4F0B-8A94-4AAAE307C372}" type="sibTrans" cxnId="{E1EE2821-3998-4659-BCEB-426BF7C41718}">
      <dgm:prSet/>
      <dgm:spPr/>
      <dgm:t>
        <a:bodyPr/>
        <a:lstStyle/>
        <a:p>
          <a:endParaRPr lang="uk-UA"/>
        </a:p>
      </dgm:t>
    </dgm:pt>
    <dgm:pt modelId="{CFDEF675-6332-4FCD-B4BB-477BE7626CC4}">
      <dgm:prSet/>
      <dgm:spPr/>
      <dgm:t>
        <a:bodyPr/>
        <a:lstStyle/>
        <a:p>
          <a:r>
            <a:rPr lang="ru-RU" b="0" i="0" dirty="0" err="1"/>
            <a:t>зрівняння</a:t>
          </a:r>
          <a:r>
            <a:rPr lang="ru-RU" b="0" i="0" dirty="0"/>
            <a:t> в правах </a:t>
          </a:r>
          <a:r>
            <a:rPr lang="ru-RU" b="0" i="0" dirty="0" err="1"/>
            <a:t>селянського</a:t>
          </a:r>
          <a:r>
            <a:rPr lang="ru-RU" b="0" i="0" dirty="0"/>
            <a:t> та </a:t>
          </a:r>
          <a:r>
            <a:rPr lang="ru-RU" b="0" i="0" dirty="0" err="1"/>
            <a:t>козацького</a:t>
          </a:r>
          <a:r>
            <a:rPr lang="ru-RU" b="0" i="0" dirty="0"/>
            <a:t> </a:t>
          </a:r>
          <a:r>
            <a:rPr lang="ru-RU" b="0" i="0" dirty="0" err="1"/>
            <a:t>станів</a:t>
          </a:r>
          <a:endParaRPr lang="uk-UA" dirty="0"/>
        </a:p>
      </dgm:t>
    </dgm:pt>
    <dgm:pt modelId="{EC633343-8EEE-4E25-83EF-646A4AB6111B}" type="parTrans" cxnId="{F958B30D-801D-4847-85CD-6CA26ED30072}">
      <dgm:prSet/>
      <dgm:spPr/>
      <dgm:t>
        <a:bodyPr/>
        <a:lstStyle/>
        <a:p>
          <a:endParaRPr lang="uk-UA"/>
        </a:p>
      </dgm:t>
    </dgm:pt>
    <dgm:pt modelId="{77DF25F7-6EE5-4899-9668-8DE1B9C08218}" type="sibTrans" cxnId="{F958B30D-801D-4847-85CD-6CA26ED30072}">
      <dgm:prSet/>
      <dgm:spPr/>
      <dgm:t>
        <a:bodyPr/>
        <a:lstStyle/>
        <a:p>
          <a:endParaRPr lang="uk-UA"/>
        </a:p>
      </dgm:t>
    </dgm:pt>
    <dgm:pt modelId="{1BB5F01F-E1E4-4117-ACBF-0D3275EF8A75}">
      <dgm:prSet/>
      <dgm:spPr/>
      <dgm:t>
        <a:bodyPr/>
        <a:lstStyle/>
        <a:p>
          <a:r>
            <a:rPr lang="ru-RU" b="0" i="0"/>
            <a:t>поява фільваркового господарства</a:t>
          </a:r>
          <a:endParaRPr lang="uk-UA"/>
        </a:p>
      </dgm:t>
    </dgm:pt>
    <dgm:pt modelId="{AE09F1DC-4749-487F-845E-13ACD312CE7D}" type="parTrans" cxnId="{598C5CA0-9B88-47B1-8B4C-FD80016CB472}">
      <dgm:prSet/>
      <dgm:spPr/>
      <dgm:t>
        <a:bodyPr/>
        <a:lstStyle/>
        <a:p>
          <a:endParaRPr lang="uk-UA"/>
        </a:p>
      </dgm:t>
    </dgm:pt>
    <dgm:pt modelId="{86DAE11C-C93E-41EA-8B44-331B06C6A710}" type="sibTrans" cxnId="{598C5CA0-9B88-47B1-8B4C-FD80016CB472}">
      <dgm:prSet/>
      <dgm:spPr/>
      <dgm:t>
        <a:bodyPr/>
        <a:lstStyle/>
        <a:p>
          <a:endParaRPr lang="uk-UA"/>
        </a:p>
      </dgm:t>
    </dgm:pt>
    <dgm:pt modelId="{3FC3F229-1F7A-4997-8E48-4FA75BFF32B8}">
      <dgm:prSet/>
      <dgm:spPr/>
      <dgm:t>
        <a:bodyPr/>
        <a:lstStyle/>
        <a:p>
          <a:r>
            <a:rPr lang="ru-RU" b="0" i="0" dirty="0" err="1"/>
            <a:t>запровадження</a:t>
          </a:r>
          <a:r>
            <a:rPr lang="ru-RU" b="0" i="0" dirty="0"/>
            <a:t> </a:t>
          </a:r>
          <a:r>
            <a:rPr lang="ru-RU" b="0" i="0" dirty="0" err="1"/>
            <a:t>магдебурзького</a:t>
          </a:r>
          <a:r>
            <a:rPr lang="ru-RU" b="0" i="0" dirty="0"/>
            <a:t> права</a:t>
          </a:r>
          <a:br>
            <a:rPr lang="ru-RU" dirty="0"/>
          </a:br>
          <a:endParaRPr lang="uk-UA" dirty="0"/>
        </a:p>
      </dgm:t>
    </dgm:pt>
    <dgm:pt modelId="{7C1ECC0E-0240-451A-9894-60458ED5B20D}" type="parTrans" cxnId="{535A22A5-7352-43DF-9A8A-3C3CC9AF7AA7}">
      <dgm:prSet/>
      <dgm:spPr/>
      <dgm:t>
        <a:bodyPr/>
        <a:lstStyle/>
        <a:p>
          <a:endParaRPr lang="uk-UA"/>
        </a:p>
      </dgm:t>
    </dgm:pt>
    <dgm:pt modelId="{0878FC72-4B56-470C-BD41-39831A8A0286}" type="sibTrans" cxnId="{535A22A5-7352-43DF-9A8A-3C3CC9AF7AA7}">
      <dgm:prSet/>
      <dgm:spPr/>
      <dgm:t>
        <a:bodyPr/>
        <a:lstStyle/>
        <a:p>
          <a:endParaRPr lang="uk-UA"/>
        </a:p>
      </dgm:t>
    </dgm:pt>
    <dgm:pt modelId="{7671965F-07D2-4F08-A101-6DACA3A27059}" type="pres">
      <dgm:prSet presAssocID="{86D7F54F-4CDA-42D4-8354-69E7134DF80B}" presName="linear" presStyleCnt="0">
        <dgm:presLayoutVars>
          <dgm:animLvl val="lvl"/>
          <dgm:resizeHandles val="exact"/>
        </dgm:presLayoutVars>
      </dgm:prSet>
      <dgm:spPr/>
    </dgm:pt>
    <dgm:pt modelId="{94517364-D60A-4775-9261-5DDB4B7A3B80}" type="pres">
      <dgm:prSet presAssocID="{99041F58-848A-4EF3-AA83-398C734C4B1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6F356C2-8311-4E96-B571-DB15B40C9B31}" type="pres">
      <dgm:prSet presAssocID="{7B0A2AC3-84DE-4F0B-8A94-4AAAE307C372}" presName="spacer" presStyleCnt="0"/>
      <dgm:spPr/>
    </dgm:pt>
    <dgm:pt modelId="{1DAD9A6A-69A9-45F9-86E5-BDF7ADB58763}" type="pres">
      <dgm:prSet presAssocID="{CFDEF675-6332-4FCD-B4BB-477BE7626CC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7D11633-CDBE-4471-8409-0A2413EEDDF1}" type="pres">
      <dgm:prSet presAssocID="{77DF25F7-6EE5-4899-9668-8DE1B9C08218}" presName="spacer" presStyleCnt="0"/>
      <dgm:spPr/>
    </dgm:pt>
    <dgm:pt modelId="{EB4861DA-CA7B-4AAE-B1E7-6DFD54E457EE}" type="pres">
      <dgm:prSet presAssocID="{1BB5F01F-E1E4-4117-ACBF-0D3275EF8A7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E8F063B-0C52-43AD-ACC1-D992D25D9746}" type="pres">
      <dgm:prSet presAssocID="{86DAE11C-C93E-41EA-8B44-331B06C6A710}" presName="spacer" presStyleCnt="0"/>
      <dgm:spPr/>
    </dgm:pt>
    <dgm:pt modelId="{8F2FECCB-626E-4F5B-85DE-45CD91003242}" type="pres">
      <dgm:prSet presAssocID="{3FC3F229-1F7A-4997-8E48-4FA75BFF32B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958B30D-801D-4847-85CD-6CA26ED30072}" srcId="{86D7F54F-4CDA-42D4-8354-69E7134DF80B}" destId="{CFDEF675-6332-4FCD-B4BB-477BE7626CC4}" srcOrd="1" destOrd="0" parTransId="{EC633343-8EEE-4E25-83EF-646A4AB6111B}" sibTransId="{77DF25F7-6EE5-4899-9668-8DE1B9C08218}"/>
    <dgm:cxn modelId="{E1EE2821-3998-4659-BCEB-426BF7C41718}" srcId="{86D7F54F-4CDA-42D4-8354-69E7134DF80B}" destId="{99041F58-848A-4EF3-AA83-398C734C4B1C}" srcOrd="0" destOrd="0" parTransId="{C1733818-0E5C-40DA-9A2E-68F8B3349CD5}" sibTransId="{7B0A2AC3-84DE-4F0B-8A94-4AAAE307C372}"/>
    <dgm:cxn modelId="{53ED383D-A3DD-4642-A158-0B40864BA5C2}" type="presOf" srcId="{99041F58-848A-4EF3-AA83-398C734C4B1C}" destId="{94517364-D60A-4775-9261-5DDB4B7A3B80}" srcOrd="0" destOrd="0" presId="urn:microsoft.com/office/officeart/2005/8/layout/vList2"/>
    <dgm:cxn modelId="{BE1AA36F-1FAF-4007-BBB9-3A1D992CB9E0}" type="presOf" srcId="{CFDEF675-6332-4FCD-B4BB-477BE7626CC4}" destId="{1DAD9A6A-69A9-45F9-86E5-BDF7ADB58763}" srcOrd="0" destOrd="0" presId="urn:microsoft.com/office/officeart/2005/8/layout/vList2"/>
    <dgm:cxn modelId="{61ECBA7B-0F9C-484D-ACFD-31C2CD3680B2}" type="presOf" srcId="{3FC3F229-1F7A-4997-8E48-4FA75BFF32B8}" destId="{8F2FECCB-626E-4F5B-85DE-45CD91003242}" srcOrd="0" destOrd="0" presId="urn:microsoft.com/office/officeart/2005/8/layout/vList2"/>
    <dgm:cxn modelId="{D356CB9C-31E5-46B4-8EF2-24736C852BC9}" type="presOf" srcId="{86D7F54F-4CDA-42D4-8354-69E7134DF80B}" destId="{7671965F-07D2-4F08-A101-6DACA3A27059}" srcOrd="0" destOrd="0" presId="urn:microsoft.com/office/officeart/2005/8/layout/vList2"/>
    <dgm:cxn modelId="{598C5CA0-9B88-47B1-8B4C-FD80016CB472}" srcId="{86D7F54F-4CDA-42D4-8354-69E7134DF80B}" destId="{1BB5F01F-E1E4-4117-ACBF-0D3275EF8A75}" srcOrd="2" destOrd="0" parTransId="{AE09F1DC-4749-487F-845E-13ACD312CE7D}" sibTransId="{86DAE11C-C93E-41EA-8B44-331B06C6A710}"/>
    <dgm:cxn modelId="{535A22A5-7352-43DF-9A8A-3C3CC9AF7AA7}" srcId="{86D7F54F-4CDA-42D4-8354-69E7134DF80B}" destId="{3FC3F229-1F7A-4997-8E48-4FA75BFF32B8}" srcOrd="3" destOrd="0" parTransId="{7C1ECC0E-0240-451A-9894-60458ED5B20D}" sibTransId="{0878FC72-4B56-470C-BD41-39831A8A0286}"/>
    <dgm:cxn modelId="{C48489B8-4B4D-4E57-88CE-CE3519030F3B}" type="presOf" srcId="{1BB5F01F-E1E4-4117-ACBF-0D3275EF8A75}" destId="{EB4861DA-CA7B-4AAE-B1E7-6DFD54E457EE}" srcOrd="0" destOrd="0" presId="urn:microsoft.com/office/officeart/2005/8/layout/vList2"/>
    <dgm:cxn modelId="{D9266A55-EE9A-45B2-BAD3-86C5B800DFDA}" type="presParOf" srcId="{7671965F-07D2-4F08-A101-6DACA3A27059}" destId="{94517364-D60A-4775-9261-5DDB4B7A3B80}" srcOrd="0" destOrd="0" presId="urn:microsoft.com/office/officeart/2005/8/layout/vList2"/>
    <dgm:cxn modelId="{31A38981-1CCA-4C96-A2C4-F223E388B5B6}" type="presParOf" srcId="{7671965F-07D2-4F08-A101-6DACA3A27059}" destId="{76F356C2-8311-4E96-B571-DB15B40C9B31}" srcOrd="1" destOrd="0" presId="urn:microsoft.com/office/officeart/2005/8/layout/vList2"/>
    <dgm:cxn modelId="{5D9732A1-F77C-4BDB-B561-CC37B113FF5F}" type="presParOf" srcId="{7671965F-07D2-4F08-A101-6DACA3A27059}" destId="{1DAD9A6A-69A9-45F9-86E5-BDF7ADB58763}" srcOrd="2" destOrd="0" presId="urn:microsoft.com/office/officeart/2005/8/layout/vList2"/>
    <dgm:cxn modelId="{FA15A760-921E-4CEA-A2BE-A59F2ECB1F65}" type="presParOf" srcId="{7671965F-07D2-4F08-A101-6DACA3A27059}" destId="{57D11633-CDBE-4471-8409-0A2413EEDDF1}" srcOrd="3" destOrd="0" presId="urn:microsoft.com/office/officeart/2005/8/layout/vList2"/>
    <dgm:cxn modelId="{D5148D0B-E073-4F77-8BC3-D41225038F53}" type="presParOf" srcId="{7671965F-07D2-4F08-A101-6DACA3A27059}" destId="{EB4861DA-CA7B-4AAE-B1E7-6DFD54E457EE}" srcOrd="4" destOrd="0" presId="urn:microsoft.com/office/officeart/2005/8/layout/vList2"/>
    <dgm:cxn modelId="{F9ABFCA5-7244-41B7-ABD5-407E5F7D2AC1}" type="presParOf" srcId="{7671965F-07D2-4F08-A101-6DACA3A27059}" destId="{0E8F063B-0C52-43AD-ACC1-D992D25D9746}" srcOrd="5" destOrd="0" presId="urn:microsoft.com/office/officeart/2005/8/layout/vList2"/>
    <dgm:cxn modelId="{91A9EC23-C854-4669-887E-26E3115C70A1}" type="presParOf" srcId="{7671965F-07D2-4F08-A101-6DACA3A27059}" destId="{8F2FECCB-626E-4F5B-85DE-45CD9100324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1B971266-2749-43FB-95D2-AAEBDFA94F5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5EFED55-A73B-4AE6-8770-85D7A16030C0}">
      <dgm:prSet/>
      <dgm:spPr/>
      <dgm:t>
        <a:bodyPr/>
        <a:lstStyle/>
        <a:p>
          <a:r>
            <a:rPr lang="uk-UA" b="0" i="1" dirty="0"/>
            <a:t>«… великий государ наш гетьмана Б. Хмельницького пожалує, свої грамоти царські на ваші вольності велить дати … і щоб Війська Запорозького було 60000 …»</a:t>
          </a:r>
          <a:endParaRPr lang="uk-UA" dirty="0"/>
        </a:p>
      </dgm:t>
    </dgm:pt>
    <dgm:pt modelId="{3F0F427C-8FFC-4117-93C6-904090658CB9}" type="parTrans" cxnId="{59A8EC8A-65A8-43ED-B2E9-20037BFC2154}">
      <dgm:prSet/>
      <dgm:spPr/>
      <dgm:t>
        <a:bodyPr/>
        <a:lstStyle/>
        <a:p>
          <a:endParaRPr lang="uk-UA"/>
        </a:p>
      </dgm:t>
    </dgm:pt>
    <dgm:pt modelId="{BE98559D-FC9E-4CB2-AB8F-72795982A975}" type="sibTrans" cxnId="{59A8EC8A-65A8-43ED-B2E9-20037BFC2154}">
      <dgm:prSet/>
      <dgm:spPr/>
      <dgm:t>
        <a:bodyPr/>
        <a:lstStyle/>
        <a:p>
          <a:endParaRPr lang="uk-UA"/>
        </a:p>
      </dgm:t>
    </dgm:pt>
    <dgm:pt modelId="{097EE530-B8C6-412D-AFB8-39DE445D312C}">
      <dgm:prSet/>
      <dgm:spPr/>
      <dgm:t>
        <a:bodyPr/>
        <a:lstStyle/>
        <a:p>
          <a:r>
            <a:rPr lang="uk-UA" b="0" i="1" dirty="0"/>
            <a:t>«… Козаки можуть проживати лише в Київському воєводстві, та й то лише на королівських землях. Ні Брацлавське, ні Чернігівське воєводства козаки не матимуть…»</a:t>
          </a:r>
          <a:endParaRPr lang="uk-UA" dirty="0"/>
        </a:p>
      </dgm:t>
    </dgm:pt>
    <dgm:pt modelId="{C1310BE0-E4B0-413E-A361-7CB21723D19E}" type="parTrans" cxnId="{571E0743-9471-4A3B-AF5B-1D56BE89C349}">
      <dgm:prSet/>
      <dgm:spPr/>
      <dgm:t>
        <a:bodyPr/>
        <a:lstStyle/>
        <a:p>
          <a:endParaRPr lang="uk-UA"/>
        </a:p>
      </dgm:t>
    </dgm:pt>
    <dgm:pt modelId="{DA696FDB-1499-4E1C-B700-03EDBB8987C3}" type="sibTrans" cxnId="{571E0743-9471-4A3B-AF5B-1D56BE89C349}">
      <dgm:prSet/>
      <dgm:spPr/>
      <dgm:t>
        <a:bodyPr/>
        <a:lstStyle/>
        <a:p>
          <a:endParaRPr lang="uk-UA"/>
        </a:p>
      </dgm:t>
    </dgm:pt>
    <dgm:pt modelId="{B74CE45D-B83E-42D8-B680-9C3C98EEA750}" type="pres">
      <dgm:prSet presAssocID="{1B971266-2749-43FB-95D2-AAEBDFA94F5C}" presName="linear" presStyleCnt="0">
        <dgm:presLayoutVars>
          <dgm:animLvl val="lvl"/>
          <dgm:resizeHandles val="exact"/>
        </dgm:presLayoutVars>
      </dgm:prSet>
      <dgm:spPr/>
    </dgm:pt>
    <dgm:pt modelId="{CA54F339-C932-462A-A532-449AA3DCAC96}" type="pres">
      <dgm:prSet presAssocID="{F5EFED55-A73B-4AE6-8770-85D7A16030C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C9247AE-DCA8-4119-BEF8-0E76C61F9FF2}" type="pres">
      <dgm:prSet presAssocID="{BE98559D-FC9E-4CB2-AB8F-72795982A975}" presName="spacer" presStyleCnt="0"/>
      <dgm:spPr/>
    </dgm:pt>
    <dgm:pt modelId="{9167313B-64C2-4146-B9E1-12B6D9338D57}" type="pres">
      <dgm:prSet presAssocID="{097EE530-B8C6-412D-AFB8-39DE445D312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71E0743-9471-4A3B-AF5B-1D56BE89C349}" srcId="{1B971266-2749-43FB-95D2-AAEBDFA94F5C}" destId="{097EE530-B8C6-412D-AFB8-39DE445D312C}" srcOrd="1" destOrd="0" parTransId="{C1310BE0-E4B0-413E-A361-7CB21723D19E}" sibTransId="{DA696FDB-1499-4E1C-B700-03EDBB8987C3}"/>
    <dgm:cxn modelId="{4DBFC277-4D61-4D32-AA88-5E08C0122CFE}" type="presOf" srcId="{F5EFED55-A73B-4AE6-8770-85D7A16030C0}" destId="{CA54F339-C932-462A-A532-449AA3DCAC96}" srcOrd="0" destOrd="0" presId="urn:microsoft.com/office/officeart/2005/8/layout/vList2"/>
    <dgm:cxn modelId="{59A8EC8A-65A8-43ED-B2E9-20037BFC2154}" srcId="{1B971266-2749-43FB-95D2-AAEBDFA94F5C}" destId="{F5EFED55-A73B-4AE6-8770-85D7A16030C0}" srcOrd="0" destOrd="0" parTransId="{3F0F427C-8FFC-4117-93C6-904090658CB9}" sibTransId="{BE98559D-FC9E-4CB2-AB8F-72795982A975}"/>
    <dgm:cxn modelId="{9AAA04D7-E529-46EC-AE97-F8E9FBF48060}" type="presOf" srcId="{097EE530-B8C6-412D-AFB8-39DE445D312C}" destId="{9167313B-64C2-4146-B9E1-12B6D9338D57}" srcOrd="0" destOrd="0" presId="urn:microsoft.com/office/officeart/2005/8/layout/vList2"/>
    <dgm:cxn modelId="{32776AEB-1F37-412A-BD62-9B81609CD979}" type="presOf" srcId="{1B971266-2749-43FB-95D2-AAEBDFA94F5C}" destId="{B74CE45D-B83E-42D8-B680-9C3C98EEA750}" srcOrd="0" destOrd="0" presId="urn:microsoft.com/office/officeart/2005/8/layout/vList2"/>
    <dgm:cxn modelId="{6C5F400D-4AAA-410A-9D09-53420F63B73F}" type="presParOf" srcId="{B74CE45D-B83E-42D8-B680-9C3C98EEA750}" destId="{CA54F339-C932-462A-A532-449AA3DCAC96}" srcOrd="0" destOrd="0" presId="urn:microsoft.com/office/officeart/2005/8/layout/vList2"/>
    <dgm:cxn modelId="{D721E766-1A3D-48AB-9826-9359DE37CE38}" type="presParOf" srcId="{B74CE45D-B83E-42D8-B680-9C3C98EEA750}" destId="{9C9247AE-DCA8-4119-BEF8-0E76C61F9FF2}" srcOrd="1" destOrd="0" presId="urn:microsoft.com/office/officeart/2005/8/layout/vList2"/>
    <dgm:cxn modelId="{59EA5526-792F-407F-A3B1-71D4E9959D82}" type="presParOf" srcId="{B74CE45D-B83E-42D8-B680-9C3C98EEA750}" destId="{9167313B-64C2-4146-B9E1-12B6D9338D5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852F3B0E-ED85-4CA3-9468-F06B5DE0285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68E0BDF-0120-43A6-8C86-F16AABFCF339}">
      <dgm:prSet/>
      <dgm:spPr/>
      <dgm:t>
        <a:bodyPr/>
        <a:lstStyle/>
        <a:p>
          <a:r>
            <a:rPr lang="uk-UA" b="0" i="1" dirty="0"/>
            <a:t>«Найясніший королю Швеції… ми підняли зброю проти поляків на захист віри і вольності. …ми з’єднані з вашою величністю зв’язком, яким ми зобов’язані обом воєводам Молдавії та князеві Трансільванії…»</a:t>
          </a:r>
          <a:endParaRPr lang="uk-UA" dirty="0"/>
        </a:p>
      </dgm:t>
    </dgm:pt>
    <dgm:pt modelId="{0CD92EC1-66A9-40E7-A257-54F40BCB760C}" type="parTrans" cxnId="{909F0A8E-3B24-43B2-881A-F168369013C7}">
      <dgm:prSet/>
      <dgm:spPr/>
      <dgm:t>
        <a:bodyPr/>
        <a:lstStyle/>
        <a:p>
          <a:endParaRPr lang="uk-UA"/>
        </a:p>
      </dgm:t>
    </dgm:pt>
    <dgm:pt modelId="{6AFE0307-32E3-4F4D-A181-8CC3F2B4719A}" type="sibTrans" cxnId="{909F0A8E-3B24-43B2-881A-F168369013C7}">
      <dgm:prSet/>
      <dgm:spPr/>
      <dgm:t>
        <a:bodyPr/>
        <a:lstStyle/>
        <a:p>
          <a:endParaRPr lang="uk-UA"/>
        </a:p>
      </dgm:t>
    </dgm:pt>
    <dgm:pt modelId="{C9CD8EBC-3335-427A-8E00-E62C23484673}">
      <dgm:prSet/>
      <dgm:spPr/>
      <dgm:t>
        <a:bodyPr/>
        <a:lstStyle/>
        <a:p>
          <a:r>
            <a:rPr lang="uk-UA" b="0" i="1" dirty="0"/>
            <a:t>«Його королівська величність буде і далі жалувати посади громадянам шляхетського стану в Київському, Брацлавському та Чернігівському воєводствах. Чигирин має назавжди лишитися при булаві Війська Запорозького…»</a:t>
          </a:r>
          <a:endParaRPr lang="uk-UA" dirty="0"/>
        </a:p>
      </dgm:t>
    </dgm:pt>
    <dgm:pt modelId="{9F74AD3F-DB07-4CB4-9A7A-D0FC73E3E764}" type="parTrans" cxnId="{50FAA6E2-0A30-4B65-9AF0-A216EFB4FCE5}">
      <dgm:prSet/>
      <dgm:spPr/>
      <dgm:t>
        <a:bodyPr/>
        <a:lstStyle/>
        <a:p>
          <a:endParaRPr lang="uk-UA"/>
        </a:p>
      </dgm:t>
    </dgm:pt>
    <dgm:pt modelId="{986FC91E-CFFC-48E4-BDCB-F2717EE6FA6A}" type="sibTrans" cxnId="{50FAA6E2-0A30-4B65-9AF0-A216EFB4FCE5}">
      <dgm:prSet/>
      <dgm:spPr/>
      <dgm:t>
        <a:bodyPr/>
        <a:lstStyle/>
        <a:p>
          <a:endParaRPr lang="uk-UA"/>
        </a:p>
      </dgm:t>
    </dgm:pt>
    <dgm:pt modelId="{CBC2811C-5839-44CF-A843-69B26658027C}" type="pres">
      <dgm:prSet presAssocID="{852F3B0E-ED85-4CA3-9468-F06B5DE02850}" presName="linear" presStyleCnt="0">
        <dgm:presLayoutVars>
          <dgm:animLvl val="lvl"/>
          <dgm:resizeHandles val="exact"/>
        </dgm:presLayoutVars>
      </dgm:prSet>
      <dgm:spPr/>
    </dgm:pt>
    <dgm:pt modelId="{1CC06D8D-F113-4796-BC5A-854F23FD469D}" type="pres">
      <dgm:prSet presAssocID="{868E0BDF-0120-43A6-8C86-F16AABFCF33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08D7458-A8FD-4297-9CDC-3468BDEE1DC0}" type="pres">
      <dgm:prSet presAssocID="{6AFE0307-32E3-4F4D-A181-8CC3F2B4719A}" presName="spacer" presStyleCnt="0"/>
      <dgm:spPr/>
    </dgm:pt>
    <dgm:pt modelId="{5D9CB283-3227-42D0-B5A9-A292144D2BA3}" type="pres">
      <dgm:prSet presAssocID="{C9CD8EBC-3335-427A-8E00-E62C2348467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3788C82-25C4-48AA-9F0F-0C48B0AF1EF3}" type="presOf" srcId="{852F3B0E-ED85-4CA3-9468-F06B5DE02850}" destId="{CBC2811C-5839-44CF-A843-69B26658027C}" srcOrd="0" destOrd="0" presId="urn:microsoft.com/office/officeart/2005/8/layout/vList2"/>
    <dgm:cxn modelId="{909F0A8E-3B24-43B2-881A-F168369013C7}" srcId="{852F3B0E-ED85-4CA3-9468-F06B5DE02850}" destId="{868E0BDF-0120-43A6-8C86-F16AABFCF339}" srcOrd="0" destOrd="0" parTransId="{0CD92EC1-66A9-40E7-A257-54F40BCB760C}" sibTransId="{6AFE0307-32E3-4F4D-A181-8CC3F2B4719A}"/>
    <dgm:cxn modelId="{CE9C1B91-88A8-48BE-BED3-FC648F9EE40D}" type="presOf" srcId="{C9CD8EBC-3335-427A-8E00-E62C23484673}" destId="{5D9CB283-3227-42D0-B5A9-A292144D2BA3}" srcOrd="0" destOrd="0" presId="urn:microsoft.com/office/officeart/2005/8/layout/vList2"/>
    <dgm:cxn modelId="{C2E8DFD3-9453-44F2-8EE6-D63737C7003D}" type="presOf" srcId="{868E0BDF-0120-43A6-8C86-F16AABFCF339}" destId="{1CC06D8D-F113-4796-BC5A-854F23FD469D}" srcOrd="0" destOrd="0" presId="urn:microsoft.com/office/officeart/2005/8/layout/vList2"/>
    <dgm:cxn modelId="{50FAA6E2-0A30-4B65-9AF0-A216EFB4FCE5}" srcId="{852F3B0E-ED85-4CA3-9468-F06B5DE02850}" destId="{C9CD8EBC-3335-427A-8E00-E62C23484673}" srcOrd="1" destOrd="0" parTransId="{9F74AD3F-DB07-4CB4-9A7A-D0FC73E3E764}" sibTransId="{986FC91E-CFFC-48E4-BDCB-F2717EE6FA6A}"/>
    <dgm:cxn modelId="{43C177C6-7B03-4CBD-8145-DE4E24E366F1}" type="presParOf" srcId="{CBC2811C-5839-44CF-A843-69B26658027C}" destId="{1CC06D8D-F113-4796-BC5A-854F23FD469D}" srcOrd="0" destOrd="0" presId="urn:microsoft.com/office/officeart/2005/8/layout/vList2"/>
    <dgm:cxn modelId="{759BF7AE-2CEA-476D-A63B-0751A306AA7F}" type="presParOf" srcId="{CBC2811C-5839-44CF-A843-69B26658027C}" destId="{008D7458-A8FD-4297-9CDC-3468BDEE1DC0}" srcOrd="1" destOrd="0" presId="urn:microsoft.com/office/officeart/2005/8/layout/vList2"/>
    <dgm:cxn modelId="{387DAAD7-9B20-4EC2-BDF9-7E63C4045ED4}" type="presParOf" srcId="{CBC2811C-5839-44CF-A843-69B26658027C}" destId="{5D9CB283-3227-42D0-B5A9-A292144D2BA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32E7AE2A-1703-4110-8F75-8FD6735E24D7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80FCD9C-9CFE-4381-A3AF-182EF4C95E13}">
      <dgm:prSet/>
      <dgm:spPr/>
      <dgm:t>
        <a:bodyPr/>
        <a:lstStyle/>
        <a:p>
          <a:r>
            <a:rPr lang="ru-RU" b="0" i="0"/>
            <a:t>1648 р.</a:t>
          </a:r>
          <a:endParaRPr lang="uk-UA"/>
        </a:p>
      </dgm:t>
    </dgm:pt>
    <dgm:pt modelId="{FDAC7725-9982-4E73-BB2F-ED8BA91983CE}" type="parTrans" cxnId="{E663EE3E-2CE8-4A9A-BB85-DE08E8372F44}">
      <dgm:prSet/>
      <dgm:spPr/>
      <dgm:t>
        <a:bodyPr/>
        <a:lstStyle/>
        <a:p>
          <a:endParaRPr lang="uk-UA"/>
        </a:p>
      </dgm:t>
    </dgm:pt>
    <dgm:pt modelId="{C4BE02EC-E05B-456C-81BD-F650CF74BA64}" type="sibTrans" cxnId="{E663EE3E-2CE8-4A9A-BB85-DE08E8372F44}">
      <dgm:prSet/>
      <dgm:spPr/>
      <dgm:t>
        <a:bodyPr/>
        <a:lstStyle/>
        <a:p>
          <a:endParaRPr lang="uk-UA"/>
        </a:p>
      </dgm:t>
    </dgm:pt>
    <dgm:pt modelId="{9370F803-BC0F-41A9-9685-C292793EA604}">
      <dgm:prSet/>
      <dgm:spPr/>
      <dgm:t>
        <a:bodyPr/>
        <a:lstStyle/>
        <a:p>
          <a:r>
            <a:rPr lang="ru-RU" b="0" i="0"/>
            <a:t>1649 р.</a:t>
          </a:r>
          <a:endParaRPr lang="uk-UA"/>
        </a:p>
      </dgm:t>
    </dgm:pt>
    <dgm:pt modelId="{4DB7813E-4CDA-493D-870E-0841E9A9BE30}" type="parTrans" cxnId="{6D6DC5CC-1B1B-41E0-9072-164C50EE1470}">
      <dgm:prSet/>
      <dgm:spPr/>
      <dgm:t>
        <a:bodyPr/>
        <a:lstStyle/>
        <a:p>
          <a:endParaRPr lang="uk-UA"/>
        </a:p>
      </dgm:t>
    </dgm:pt>
    <dgm:pt modelId="{AC267C1E-6A17-440C-B2D9-0A421F7AFE95}" type="sibTrans" cxnId="{6D6DC5CC-1B1B-41E0-9072-164C50EE1470}">
      <dgm:prSet/>
      <dgm:spPr/>
      <dgm:t>
        <a:bodyPr/>
        <a:lstStyle/>
        <a:p>
          <a:endParaRPr lang="uk-UA"/>
        </a:p>
      </dgm:t>
    </dgm:pt>
    <dgm:pt modelId="{522B6E85-A01F-4B0C-B8FA-CADE769AD6A0}">
      <dgm:prSet/>
      <dgm:spPr/>
      <dgm:t>
        <a:bodyPr/>
        <a:lstStyle/>
        <a:p>
          <a:r>
            <a:rPr lang="ru-RU" b="0" i="0"/>
            <a:t>1651 р.</a:t>
          </a:r>
          <a:endParaRPr lang="uk-UA"/>
        </a:p>
      </dgm:t>
    </dgm:pt>
    <dgm:pt modelId="{CFFE31C7-285A-465C-90B3-F6A9526D26E1}" type="parTrans" cxnId="{65415E26-8A5E-498C-B166-A1681AB02311}">
      <dgm:prSet/>
      <dgm:spPr/>
      <dgm:t>
        <a:bodyPr/>
        <a:lstStyle/>
        <a:p>
          <a:endParaRPr lang="uk-UA"/>
        </a:p>
      </dgm:t>
    </dgm:pt>
    <dgm:pt modelId="{47186006-9D9B-4410-85D9-838F433B5DC1}" type="sibTrans" cxnId="{65415E26-8A5E-498C-B166-A1681AB02311}">
      <dgm:prSet/>
      <dgm:spPr/>
      <dgm:t>
        <a:bodyPr/>
        <a:lstStyle/>
        <a:p>
          <a:endParaRPr lang="uk-UA"/>
        </a:p>
      </dgm:t>
    </dgm:pt>
    <dgm:pt modelId="{1493D87F-75D9-404A-AE08-DA7ECB5073F1}">
      <dgm:prSet/>
      <dgm:spPr/>
      <dgm:t>
        <a:bodyPr/>
        <a:lstStyle/>
        <a:p>
          <a:r>
            <a:rPr lang="ru-RU" b="0" i="0"/>
            <a:t>1654 р</a:t>
          </a:r>
          <a:endParaRPr lang="uk-UA"/>
        </a:p>
      </dgm:t>
    </dgm:pt>
    <dgm:pt modelId="{04A1E2A7-E099-4DC9-9A25-E2F70A6C4144}" type="parTrans" cxnId="{D7AEA97C-948C-4354-9731-D71FAE59E438}">
      <dgm:prSet/>
      <dgm:spPr/>
      <dgm:t>
        <a:bodyPr/>
        <a:lstStyle/>
        <a:p>
          <a:endParaRPr lang="uk-UA"/>
        </a:p>
      </dgm:t>
    </dgm:pt>
    <dgm:pt modelId="{99DBF1F4-7829-41F8-9E08-5AC4D5CEC683}" type="sibTrans" cxnId="{D7AEA97C-948C-4354-9731-D71FAE59E438}">
      <dgm:prSet/>
      <dgm:spPr/>
      <dgm:t>
        <a:bodyPr/>
        <a:lstStyle/>
        <a:p>
          <a:endParaRPr lang="uk-UA"/>
        </a:p>
      </dgm:t>
    </dgm:pt>
    <dgm:pt modelId="{1798C484-C6DE-4753-9824-A2E919EBC744}">
      <dgm:prSet/>
      <dgm:spPr/>
      <dgm:t>
        <a:bodyPr/>
        <a:lstStyle/>
        <a:p>
          <a:r>
            <a:rPr lang="ru-RU" b="0" i="0" dirty="0"/>
            <a:t>1656 р.</a:t>
          </a:r>
          <a:endParaRPr lang="uk-UA" dirty="0"/>
        </a:p>
      </dgm:t>
    </dgm:pt>
    <dgm:pt modelId="{7BCC1C47-40EE-4FCB-A0EC-C1E54391D580}" type="parTrans" cxnId="{C4C272B7-326E-46D1-BC11-FB577E790AD7}">
      <dgm:prSet/>
      <dgm:spPr/>
      <dgm:t>
        <a:bodyPr/>
        <a:lstStyle/>
        <a:p>
          <a:endParaRPr lang="uk-UA"/>
        </a:p>
      </dgm:t>
    </dgm:pt>
    <dgm:pt modelId="{C7561B65-9349-42AF-B1A1-486D75ECCB78}" type="sibTrans" cxnId="{C4C272B7-326E-46D1-BC11-FB577E790AD7}">
      <dgm:prSet/>
      <dgm:spPr/>
      <dgm:t>
        <a:bodyPr/>
        <a:lstStyle/>
        <a:p>
          <a:endParaRPr lang="uk-UA"/>
        </a:p>
      </dgm:t>
    </dgm:pt>
    <dgm:pt modelId="{C24DAC23-D2C7-406C-A4CC-46240E4DED72}" type="pres">
      <dgm:prSet presAssocID="{32E7AE2A-1703-4110-8F75-8FD6735E24D7}" presName="Name0" presStyleCnt="0">
        <dgm:presLayoutVars>
          <dgm:chMax val="7"/>
          <dgm:chPref val="7"/>
          <dgm:dir/>
        </dgm:presLayoutVars>
      </dgm:prSet>
      <dgm:spPr/>
    </dgm:pt>
    <dgm:pt modelId="{1717FB3B-B9A6-4E2A-95D6-C27700696C81}" type="pres">
      <dgm:prSet presAssocID="{32E7AE2A-1703-4110-8F75-8FD6735E24D7}" presName="Name1" presStyleCnt="0"/>
      <dgm:spPr/>
    </dgm:pt>
    <dgm:pt modelId="{44DDAE29-1925-4787-94B4-0C896EF3E921}" type="pres">
      <dgm:prSet presAssocID="{32E7AE2A-1703-4110-8F75-8FD6735E24D7}" presName="cycle" presStyleCnt="0"/>
      <dgm:spPr/>
    </dgm:pt>
    <dgm:pt modelId="{57915BA8-BF50-4113-A2C6-2975CB3FBCFD}" type="pres">
      <dgm:prSet presAssocID="{32E7AE2A-1703-4110-8F75-8FD6735E24D7}" presName="srcNode" presStyleLbl="node1" presStyleIdx="0" presStyleCnt="5"/>
      <dgm:spPr/>
    </dgm:pt>
    <dgm:pt modelId="{3A5E4D2F-2FE3-4B16-A752-0F875C43A7CF}" type="pres">
      <dgm:prSet presAssocID="{32E7AE2A-1703-4110-8F75-8FD6735E24D7}" presName="conn" presStyleLbl="parChTrans1D2" presStyleIdx="0" presStyleCnt="1"/>
      <dgm:spPr/>
    </dgm:pt>
    <dgm:pt modelId="{58D023CC-0651-433B-8C1C-CA068317E9E4}" type="pres">
      <dgm:prSet presAssocID="{32E7AE2A-1703-4110-8F75-8FD6735E24D7}" presName="extraNode" presStyleLbl="node1" presStyleIdx="0" presStyleCnt="5"/>
      <dgm:spPr/>
    </dgm:pt>
    <dgm:pt modelId="{D8243295-63CD-4814-9F7D-B12A8C7C7A59}" type="pres">
      <dgm:prSet presAssocID="{32E7AE2A-1703-4110-8F75-8FD6735E24D7}" presName="dstNode" presStyleLbl="node1" presStyleIdx="0" presStyleCnt="5"/>
      <dgm:spPr/>
    </dgm:pt>
    <dgm:pt modelId="{F40140F6-0345-4844-9B5F-394FD759E733}" type="pres">
      <dgm:prSet presAssocID="{C80FCD9C-9CFE-4381-A3AF-182EF4C95E13}" presName="text_1" presStyleLbl="node1" presStyleIdx="0" presStyleCnt="5">
        <dgm:presLayoutVars>
          <dgm:bulletEnabled val="1"/>
        </dgm:presLayoutVars>
      </dgm:prSet>
      <dgm:spPr/>
    </dgm:pt>
    <dgm:pt modelId="{406B1552-82C5-42DD-B596-885236EC5494}" type="pres">
      <dgm:prSet presAssocID="{C80FCD9C-9CFE-4381-A3AF-182EF4C95E13}" presName="accent_1" presStyleCnt="0"/>
      <dgm:spPr/>
    </dgm:pt>
    <dgm:pt modelId="{E82EC445-ADEB-4645-9AF6-2F65356498CD}" type="pres">
      <dgm:prSet presAssocID="{C80FCD9C-9CFE-4381-A3AF-182EF4C95E13}" presName="accentRepeatNode" presStyleLbl="solidFgAcc1" presStyleIdx="0" presStyleCnt="5"/>
      <dgm:spPr/>
    </dgm:pt>
    <dgm:pt modelId="{3A70DD57-5E62-47C2-B9FB-F8361381E64E}" type="pres">
      <dgm:prSet presAssocID="{9370F803-BC0F-41A9-9685-C292793EA604}" presName="text_2" presStyleLbl="node1" presStyleIdx="1" presStyleCnt="5">
        <dgm:presLayoutVars>
          <dgm:bulletEnabled val="1"/>
        </dgm:presLayoutVars>
      </dgm:prSet>
      <dgm:spPr/>
    </dgm:pt>
    <dgm:pt modelId="{58AB929B-2C10-4AF8-89D2-9E0C6F82F770}" type="pres">
      <dgm:prSet presAssocID="{9370F803-BC0F-41A9-9685-C292793EA604}" presName="accent_2" presStyleCnt="0"/>
      <dgm:spPr/>
    </dgm:pt>
    <dgm:pt modelId="{593E935E-D43A-4F6D-AE2F-F3B09D3ECF9E}" type="pres">
      <dgm:prSet presAssocID="{9370F803-BC0F-41A9-9685-C292793EA604}" presName="accentRepeatNode" presStyleLbl="solidFgAcc1" presStyleIdx="1" presStyleCnt="5"/>
      <dgm:spPr/>
    </dgm:pt>
    <dgm:pt modelId="{FF57020C-243F-4570-B3C0-6D5D36430D60}" type="pres">
      <dgm:prSet presAssocID="{522B6E85-A01F-4B0C-B8FA-CADE769AD6A0}" presName="text_3" presStyleLbl="node1" presStyleIdx="2" presStyleCnt="5">
        <dgm:presLayoutVars>
          <dgm:bulletEnabled val="1"/>
        </dgm:presLayoutVars>
      </dgm:prSet>
      <dgm:spPr/>
    </dgm:pt>
    <dgm:pt modelId="{C9BE191A-0185-47B9-9A87-54751E16D568}" type="pres">
      <dgm:prSet presAssocID="{522B6E85-A01F-4B0C-B8FA-CADE769AD6A0}" presName="accent_3" presStyleCnt="0"/>
      <dgm:spPr/>
    </dgm:pt>
    <dgm:pt modelId="{C4A44034-CEA3-4E3A-845B-5447D5E20C25}" type="pres">
      <dgm:prSet presAssocID="{522B6E85-A01F-4B0C-B8FA-CADE769AD6A0}" presName="accentRepeatNode" presStyleLbl="solidFgAcc1" presStyleIdx="2" presStyleCnt="5"/>
      <dgm:spPr/>
    </dgm:pt>
    <dgm:pt modelId="{32D6AE2D-6AC2-4B82-9901-8577DA0F7F0B}" type="pres">
      <dgm:prSet presAssocID="{1493D87F-75D9-404A-AE08-DA7ECB5073F1}" presName="text_4" presStyleLbl="node1" presStyleIdx="3" presStyleCnt="5">
        <dgm:presLayoutVars>
          <dgm:bulletEnabled val="1"/>
        </dgm:presLayoutVars>
      </dgm:prSet>
      <dgm:spPr/>
    </dgm:pt>
    <dgm:pt modelId="{A547ECFC-816C-4BE1-8FF4-472EED6A726B}" type="pres">
      <dgm:prSet presAssocID="{1493D87F-75D9-404A-AE08-DA7ECB5073F1}" presName="accent_4" presStyleCnt="0"/>
      <dgm:spPr/>
    </dgm:pt>
    <dgm:pt modelId="{6259E67D-AC0D-4B4F-9C9B-15C990D0422D}" type="pres">
      <dgm:prSet presAssocID="{1493D87F-75D9-404A-AE08-DA7ECB5073F1}" presName="accentRepeatNode" presStyleLbl="solidFgAcc1" presStyleIdx="3" presStyleCnt="5"/>
      <dgm:spPr/>
    </dgm:pt>
    <dgm:pt modelId="{AEDACD9A-13D5-4C9B-8053-2CF34989D3B9}" type="pres">
      <dgm:prSet presAssocID="{1798C484-C6DE-4753-9824-A2E919EBC744}" presName="text_5" presStyleLbl="node1" presStyleIdx="4" presStyleCnt="5">
        <dgm:presLayoutVars>
          <dgm:bulletEnabled val="1"/>
        </dgm:presLayoutVars>
      </dgm:prSet>
      <dgm:spPr/>
    </dgm:pt>
    <dgm:pt modelId="{FCF00220-D084-4153-84E9-4DF347607DBC}" type="pres">
      <dgm:prSet presAssocID="{1798C484-C6DE-4753-9824-A2E919EBC744}" presName="accent_5" presStyleCnt="0"/>
      <dgm:spPr/>
    </dgm:pt>
    <dgm:pt modelId="{EEB3501F-70C1-445B-9FEC-68B76013EDE2}" type="pres">
      <dgm:prSet presAssocID="{1798C484-C6DE-4753-9824-A2E919EBC744}" presName="accentRepeatNode" presStyleLbl="solidFgAcc1" presStyleIdx="4" presStyleCnt="5"/>
      <dgm:spPr/>
    </dgm:pt>
  </dgm:ptLst>
  <dgm:cxnLst>
    <dgm:cxn modelId="{65415E26-8A5E-498C-B166-A1681AB02311}" srcId="{32E7AE2A-1703-4110-8F75-8FD6735E24D7}" destId="{522B6E85-A01F-4B0C-B8FA-CADE769AD6A0}" srcOrd="2" destOrd="0" parTransId="{CFFE31C7-285A-465C-90B3-F6A9526D26E1}" sibTransId="{47186006-9D9B-4410-85D9-838F433B5DC1}"/>
    <dgm:cxn modelId="{E663EE3E-2CE8-4A9A-BB85-DE08E8372F44}" srcId="{32E7AE2A-1703-4110-8F75-8FD6735E24D7}" destId="{C80FCD9C-9CFE-4381-A3AF-182EF4C95E13}" srcOrd="0" destOrd="0" parTransId="{FDAC7725-9982-4E73-BB2F-ED8BA91983CE}" sibTransId="{C4BE02EC-E05B-456C-81BD-F650CF74BA64}"/>
    <dgm:cxn modelId="{1A1EFE6E-53D1-48FA-9E9C-511B645EF47A}" type="presOf" srcId="{32E7AE2A-1703-4110-8F75-8FD6735E24D7}" destId="{C24DAC23-D2C7-406C-A4CC-46240E4DED72}" srcOrd="0" destOrd="0" presId="urn:microsoft.com/office/officeart/2008/layout/VerticalCurvedList"/>
    <dgm:cxn modelId="{23283352-92E8-40A1-B96A-8965CA823A47}" type="presOf" srcId="{C4BE02EC-E05B-456C-81BD-F650CF74BA64}" destId="{3A5E4D2F-2FE3-4B16-A752-0F875C43A7CF}" srcOrd="0" destOrd="0" presId="urn:microsoft.com/office/officeart/2008/layout/VerticalCurvedList"/>
    <dgm:cxn modelId="{B256DE73-A213-4D1F-A9DD-90CCBEB45A07}" type="presOf" srcId="{C80FCD9C-9CFE-4381-A3AF-182EF4C95E13}" destId="{F40140F6-0345-4844-9B5F-394FD759E733}" srcOrd="0" destOrd="0" presId="urn:microsoft.com/office/officeart/2008/layout/VerticalCurvedList"/>
    <dgm:cxn modelId="{D7AEA97C-948C-4354-9731-D71FAE59E438}" srcId="{32E7AE2A-1703-4110-8F75-8FD6735E24D7}" destId="{1493D87F-75D9-404A-AE08-DA7ECB5073F1}" srcOrd="3" destOrd="0" parTransId="{04A1E2A7-E099-4DC9-9A25-E2F70A6C4144}" sibTransId="{99DBF1F4-7829-41F8-9E08-5AC4D5CEC683}"/>
    <dgm:cxn modelId="{FEC7698A-72CC-41D6-8722-9065A5EE5DF4}" type="presOf" srcId="{522B6E85-A01F-4B0C-B8FA-CADE769AD6A0}" destId="{FF57020C-243F-4570-B3C0-6D5D36430D60}" srcOrd="0" destOrd="0" presId="urn:microsoft.com/office/officeart/2008/layout/VerticalCurvedList"/>
    <dgm:cxn modelId="{8A575598-36E3-436F-AC0E-F724598DE2B6}" type="presOf" srcId="{9370F803-BC0F-41A9-9685-C292793EA604}" destId="{3A70DD57-5E62-47C2-B9FB-F8361381E64E}" srcOrd="0" destOrd="0" presId="urn:microsoft.com/office/officeart/2008/layout/VerticalCurvedList"/>
    <dgm:cxn modelId="{C4C272B7-326E-46D1-BC11-FB577E790AD7}" srcId="{32E7AE2A-1703-4110-8F75-8FD6735E24D7}" destId="{1798C484-C6DE-4753-9824-A2E919EBC744}" srcOrd="4" destOrd="0" parTransId="{7BCC1C47-40EE-4FCB-A0EC-C1E54391D580}" sibTransId="{C7561B65-9349-42AF-B1A1-486D75ECCB78}"/>
    <dgm:cxn modelId="{8E995ABF-04D6-4524-809F-C8161949EF1A}" type="presOf" srcId="{1798C484-C6DE-4753-9824-A2E919EBC744}" destId="{AEDACD9A-13D5-4C9B-8053-2CF34989D3B9}" srcOrd="0" destOrd="0" presId="urn:microsoft.com/office/officeart/2008/layout/VerticalCurvedList"/>
    <dgm:cxn modelId="{6D6DC5CC-1B1B-41E0-9072-164C50EE1470}" srcId="{32E7AE2A-1703-4110-8F75-8FD6735E24D7}" destId="{9370F803-BC0F-41A9-9685-C292793EA604}" srcOrd="1" destOrd="0" parTransId="{4DB7813E-4CDA-493D-870E-0841E9A9BE30}" sibTransId="{AC267C1E-6A17-440C-B2D9-0A421F7AFE95}"/>
    <dgm:cxn modelId="{BDC27DD5-59CA-4C88-8253-EA7FC48DE96A}" type="presOf" srcId="{1493D87F-75D9-404A-AE08-DA7ECB5073F1}" destId="{32D6AE2D-6AC2-4B82-9901-8577DA0F7F0B}" srcOrd="0" destOrd="0" presId="urn:microsoft.com/office/officeart/2008/layout/VerticalCurvedList"/>
    <dgm:cxn modelId="{034E09BD-BB92-4247-B9BA-23A7740086EC}" type="presParOf" srcId="{C24DAC23-D2C7-406C-A4CC-46240E4DED72}" destId="{1717FB3B-B9A6-4E2A-95D6-C27700696C81}" srcOrd="0" destOrd="0" presId="urn:microsoft.com/office/officeart/2008/layout/VerticalCurvedList"/>
    <dgm:cxn modelId="{B71918DF-6765-4FAB-BFAC-A896BD8B191A}" type="presParOf" srcId="{1717FB3B-B9A6-4E2A-95D6-C27700696C81}" destId="{44DDAE29-1925-4787-94B4-0C896EF3E921}" srcOrd="0" destOrd="0" presId="urn:microsoft.com/office/officeart/2008/layout/VerticalCurvedList"/>
    <dgm:cxn modelId="{4BDDBD24-5043-46AE-BEC1-66D4DE0D92A2}" type="presParOf" srcId="{44DDAE29-1925-4787-94B4-0C896EF3E921}" destId="{57915BA8-BF50-4113-A2C6-2975CB3FBCFD}" srcOrd="0" destOrd="0" presId="urn:microsoft.com/office/officeart/2008/layout/VerticalCurvedList"/>
    <dgm:cxn modelId="{621FF5C2-6CE0-4B1A-8071-73D9EB711977}" type="presParOf" srcId="{44DDAE29-1925-4787-94B4-0C896EF3E921}" destId="{3A5E4D2F-2FE3-4B16-A752-0F875C43A7CF}" srcOrd="1" destOrd="0" presId="urn:microsoft.com/office/officeart/2008/layout/VerticalCurvedList"/>
    <dgm:cxn modelId="{8A8584B0-E8F7-4987-833E-D53199B4FA52}" type="presParOf" srcId="{44DDAE29-1925-4787-94B4-0C896EF3E921}" destId="{58D023CC-0651-433B-8C1C-CA068317E9E4}" srcOrd="2" destOrd="0" presId="urn:microsoft.com/office/officeart/2008/layout/VerticalCurvedList"/>
    <dgm:cxn modelId="{073AE8C3-67B5-41BA-8867-B159A1991EF1}" type="presParOf" srcId="{44DDAE29-1925-4787-94B4-0C896EF3E921}" destId="{D8243295-63CD-4814-9F7D-B12A8C7C7A59}" srcOrd="3" destOrd="0" presId="urn:microsoft.com/office/officeart/2008/layout/VerticalCurvedList"/>
    <dgm:cxn modelId="{73A324F3-DD28-474A-A763-74E82B8665DA}" type="presParOf" srcId="{1717FB3B-B9A6-4E2A-95D6-C27700696C81}" destId="{F40140F6-0345-4844-9B5F-394FD759E733}" srcOrd="1" destOrd="0" presId="urn:microsoft.com/office/officeart/2008/layout/VerticalCurvedList"/>
    <dgm:cxn modelId="{B3F725E0-2BC9-4105-B4EA-033E81B63B55}" type="presParOf" srcId="{1717FB3B-B9A6-4E2A-95D6-C27700696C81}" destId="{406B1552-82C5-42DD-B596-885236EC5494}" srcOrd="2" destOrd="0" presId="urn:microsoft.com/office/officeart/2008/layout/VerticalCurvedList"/>
    <dgm:cxn modelId="{2DC80656-011C-4E55-BF59-348EBBF3F396}" type="presParOf" srcId="{406B1552-82C5-42DD-B596-885236EC5494}" destId="{E82EC445-ADEB-4645-9AF6-2F65356498CD}" srcOrd="0" destOrd="0" presId="urn:microsoft.com/office/officeart/2008/layout/VerticalCurvedList"/>
    <dgm:cxn modelId="{0CB202BE-D317-4B9E-896B-0C6A09E0B5DB}" type="presParOf" srcId="{1717FB3B-B9A6-4E2A-95D6-C27700696C81}" destId="{3A70DD57-5E62-47C2-B9FB-F8361381E64E}" srcOrd="3" destOrd="0" presId="urn:microsoft.com/office/officeart/2008/layout/VerticalCurvedList"/>
    <dgm:cxn modelId="{79B2E977-68B8-469A-BA2D-30F10D1B1344}" type="presParOf" srcId="{1717FB3B-B9A6-4E2A-95D6-C27700696C81}" destId="{58AB929B-2C10-4AF8-89D2-9E0C6F82F770}" srcOrd="4" destOrd="0" presId="urn:microsoft.com/office/officeart/2008/layout/VerticalCurvedList"/>
    <dgm:cxn modelId="{5D2E40F0-F61C-44A3-811E-16690136D72A}" type="presParOf" srcId="{58AB929B-2C10-4AF8-89D2-9E0C6F82F770}" destId="{593E935E-D43A-4F6D-AE2F-F3B09D3ECF9E}" srcOrd="0" destOrd="0" presId="urn:microsoft.com/office/officeart/2008/layout/VerticalCurvedList"/>
    <dgm:cxn modelId="{F97322C8-BD22-4FD0-AF58-7CB3A2136D57}" type="presParOf" srcId="{1717FB3B-B9A6-4E2A-95D6-C27700696C81}" destId="{FF57020C-243F-4570-B3C0-6D5D36430D60}" srcOrd="5" destOrd="0" presId="urn:microsoft.com/office/officeart/2008/layout/VerticalCurvedList"/>
    <dgm:cxn modelId="{E5D54DD9-6081-4B38-B739-8182D128233D}" type="presParOf" srcId="{1717FB3B-B9A6-4E2A-95D6-C27700696C81}" destId="{C9BE191A-0185-47B9-9A87-54751E16D568}" srcOrd="6" destOrd="0" presId="urn:microsoft.com/office/officeart/2008/layout/VerticalCurvedList"/>
    <dgm:cxn modelId="{7C39FC24-5322-4032-B4B5-76D4C58D34F6}" type="presParOf" srcId="{C9BE191A-0185-47B9-9A87-54751E16D568}" destId="{C4A44034-CEA3-4E3A-845B-5447D5E20C25}" srcOrd="0" destOrd="0" presId="urn:microsoft.com/office/officeart/2008/layout/VerticalCurvedList"/>
    <dgm:cxn modelId="{CEADB1DE-703F-4E50-BE73-7378D7389CDF}" type="presParOf" srcId="{1717FB3B-B9A6-4E2A-95D6-C27700696C81}" destId="{32D6AE2D-6AC2-4B82-9901-8577DA0F7F0B}" srcOrd="7" destOrd="0" presId="urn:microsoft.com/office/officeart/2008/layout/VerticalCurvedList"/>
    <dgm:cxn modelId="{D06A2FAB-DD81-41CE-A1B6-3EE1338F73DB}" type="presParOf" srcId="{1717FB3B-B9A6-4E2A-95D6-C27700696C81}" destId="{A547ECFC-816C-4BE1-8FF4-472EED6A726B}" srcOrd="8" destOrd="0" presId="urn:microsoft.com/office/officeart/2008/layout/VerticalCurvedList"/>
    <dgm:cxn modelId="{0CE3B1F2-AF29-46D5-B16F-C1F9F9047524}" type="presParOf" srcId="{A547ECFC-816C-4BE1-8FF4-472EED6A726B}" destId="{6259E67D-AC0D-4B4F-9C9B-15C990D0422D}" srcOrd="0" destOrd="0" presId="urn:microsoft.com/office/officeart/2008/layout/VerticalCurvedList"/>
    <dgm:cxn modelId="{7A00C73C-6E9E-4120-9D63-014B7DB485F2}" type="presParOf" srcId="{1717FB3B-B9A6-4E2A-95D6-C27700696C81}" destId="{AEDACD9A-13D5-4C9B-8053-2CF34989D3B9}" srcOrd="9" destOrd="0" presId="urn:microsoft.com/office/officeart/2008/layout/VerticalCurvedList"/>
    <dgm:cxn modelId="{182B77B7-1C30-4465-8ECE-D3E69CA84AF9}" type="presParOf" srcId="{1717FB3B-B9A6-4E2A-95D6-C27700696C81}" destId="{FCF00220-D084-4153-84E9-4DF347607DBC}" srcOrd="10" destOrd="0" presId="urn:microsoft.com/office/officeart/2008/layout/VerticalCurvedList"/>
    <dgm:cxn modelId="{5DFDA1E8-2D1F-4322-B513-196AB45FA5BD}" type="presParOf" srcId="{FCF00220-D084-4153-84E9-4DF347607DBC}" destId="{EEB3501F-70C1-445B-9FEC-68B76013EDE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8F1DA22A-4363-4E42-A488-0BBA3F3FDC8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0149C92-B511-4727-92E6-19CF63BD8FE3}">
      <dgm:prSet/>
      <dgm:spPr/>
      <dgm:t>
        <a:bodyPr/>
        <a:lstStyle/>
        <a:p>
          <a:r>
            <a:rPr lang="uk-UA" b="0" i="0"/>
            <a:t>Андрусівського перемир’я, Московською державою, гетьмана П. Дорошенка, Османською імперією</a:t>
          </a:r>
          <a:endParaRPr lang="uk-UA"/>
        </a:p>
      </dgm:t>
    </dgm:pt>
    <dgm:pt modelId="{4C95565D-4CB3-41A8-A323-B9DF34F0DF5F}" type="parTrans" cxnId="{192508F4-60CE-4216-A21B-6B175432D6B2}">
      <dgm:prSet/>
      <dgm:spPr/>
      <dgm:t>
        <a:bodyPr/>
        <a:lstStyle/>
        <a:p>
          <a:endParaRPr lang="uk-UA"/>
        </a:p>
      </dgm:t>
    </dgm:pt>
    <dgm:pt modelId="{2012BD6F-F796-4FB1-8BDC-9A963D92C42C}" type="sibTrans" cxnId="{192508F4-60CE-4216-A21B-6B175432D6B2}">
      <dgm:prSet/>
      <dgm:spPr/>
      <dgm:t>
        <a:bodyPr/>
        <a:lstStyle/>
        <a:p>
          <a:endParaRPr lang="uk-UA"/>
        </a:p>
      </dgm:t>
    </dgm:pt>
    <dgm:pt modelId="{0E42C369-A845-4DCB-8DD9-2A02F22A3774}">
      <dgm:prSet/>
      <dgm:spPr/>
      <dgm:t>
        <a:bodyPr/>
        <a:lstStyle/>
        <a:p>
          <a:r>
            <a:rPr lang="uk-UA" b="0" i="0" dirty="0"/>
            <a:t>Гадяцького договору, Гетьманщиною, царя Олексія Михайловича, Кримським ханством</a:t>
          </a:r>
          <a:endParaRPr lang="uk-UA" dirty="0"/>
        </a:p>
      </dgm:t>
    </dgm:pt>
    <dgm:pt modelId="{3D4EFD61-3E1E-449C-9064-2BFB23713054}" type="parTrans" cxnId="{ECF688A2-7E56-4258-9CC9-888060BE4D9F}">
      <dgm:prSet/>
      <dgm:spPr/>
      <dgm:t>
        <a:bodyPr/>
        <a:lstStyle/>
        <a:p>
          <a:endParaRPr lang="uk-UA"/>
        </a:p>
      </dgm:t>
    </dgm:pt>
    <dgm:pt modelId="{2D41D1C1-94B9-450D-85C7-58074FB5B29A}" type="sibTrans" cxnId="{ECF688A2-7E56-4258-9CC9-888060BE4D9F}">
      <dgm:prSet/>
      <dgm:spPr/>
      <dgm:t>
        <a:bodyPr/>
        <a:lstStyle/>
        <a:p>
          <a:endParaRPr lang="uk-UA"/>
        </a:p>
      </dgm:t>
    </dgm:pt>
    <dgm:pt modelId="{54825821-F88F-4BDB-A97B-97E6952AB628}">
      <dgm:prSet/>
      <dgm:spPr/>
      <dgm:t>
        <a:bodyPr/>
        <a:lstStyle/>
        <a:p>
          <a:r>
            <a:rPr lang="uk-UA" b="0" i="0"/>
            <a:t>Віленського перемир’я, Московською державою, гетьмана Б. Хмельницького, Швецією</a:t>
          </a:r>
          <a:endParaRPr lang="uk-UA"/>
        </a:p>
      </dgm:t>
    </dgm:pt>
    <dgm:pt modelId="{B1EE2FC3-5362-40DA-9548-9481A1124827}" type="parTrans" cxnId="{E265CFC0-E523-471A-ACD5-B3F6C5D9A473}">
      <dgm:prSet/>
      <dgm:spPr/>
      <dgm:t>
        <a:bodyPr/>
        <a:lstStyle/>
        <a:p>
          <a:endParaRPr lang="uk-UA"/>
        </a:p>
      </dgm:t>
    </dgm:pt>
    <dgm:pt modelId="{4D3A8AB5-3E2D-4688-860D-07DD49AEECE1}" type="sibTrans" cxnId="{E265CFC0-E523-471A-ACD5-B3F6C5D9A473}">
      <dgm:prSet/>
      <dgm:spPr/>
      <dgm:t>
        <a:bodyPr/>
        <a:lstStyle/>
        <a:p>
          <a:endParaRPr lang="uk-UA"/>
        </a:p>
      </dgm:t>
    </dgm:pt>
    <dgm:pt modelId="{242B2A86-7A7E-4EF1-9637-416F63AAE302}">
      <dgm:prSet/>
      <dgm:spPr/>
      <dgm:t>
        <a:bodyPr/>
        <a:lstStyle/>
        <a:p>
          <a:r>
            <a:rPr lang="uk-UA" b="0" i="0" dirty="0"/>
            <a:t>«Вічного миру», Московською державою, султана Магомета </a:t>
          </a:r>
          <a:r>
            <a:rPr lang="en-US" b="0" i="0" dirty="0"/>
            <a:t>IV, </a:t>
          </a:r>
          <a:r>
            <a:rPr lang="uk-UA" b="0" i="0" dirty="0"/>
            <a:t>Гетьманщиною</a:t>
          </a:r>
          <a:endParaRPr lang="uk-UA" dirty="0"/>
        </a:p>
      </dgm:t>
    </dgm:pt>
    <dgm:pt modelId="{A4AABEE8-210E-49CC-8145-66A317FF8720}" type="parTrans" cxnId="{3E2A2AEB-67F9-44CD-8356-060E684B1893}">
      <dgm:prSet/>
      <dgm:spPr/>
      <dgm:t>
        <a:bodyPr/>
        <a:lstStyle/>
        <a:p>
          <a:endParaRPr lang="uk-UA"/>
        </a:p>
      </dgm:t>
    </dgm:pt>
    <dgm:pt modelId="{D417D4F4-9B78-4A1E-A74A-E07A020694DB}" type="sibTrans" cxnId="{3E2A2AEB-67F9-44CD-8356-060E684B1893}">
      <dgm:prSet/>
      <dgm:spPr/>
      <dgm:t>
        <a:bodyPr/>
        <a:lstStyle/>
        <a:p>
          <a:endParaRPr lang="uk-UA"/>
        </a:p>
      </dgm:t>
    </dgm:pt>
    <dgm:pt modelId="{39DFFEFB-1ECA-49BF-B433-06A9BA828B41}" type="pres">
      <dgm:prSet presAssocID="{8F1DA22A-4363-4E42-A488-0BBA3F3FDC8A}" presName="linear" presStyleCnt="0">
        <dgm:presLayoutVars>
          <dgm:animLvl val="lvl"/>
          <dgm:resizeHandles val="exact"/>
        </dgm:presLayoutVars>
      </dgm:prSet>
      <dgm:spPr/>
    </dgm:pt>
    <dgm:pt modelId="{6F1A8C7C-22E1-4014-8D75-C0FB5CFF2D1F}" type="pres">
      <dgm:prSet presAssocID="{30149C92-B511-4727-92E6-19CF63BD8FE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FB4A7CA-07F9-41C1-A518-FF0543FD88BB}" type="pres">
      <dgm:prSet presAssocID="{2012BD6F-F796-4FB1-8BDC-9A963D92C42C}" presName="spacer" presStyleCnt="0"/>
      <dgm:spPr/>
    </dgm:pt>
    <dgm:pt modelId="{3437ABD7-F93F-460D-B3DC-120028F82973}" type="pres">
      <dgm:prSet presAssocID="{0E42C369-A845-4DCB-8DD9-2A02F22A377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672E446-A5C6-4F12-B6DD-FB017F201216}" type="pres">
      <dgm:prSet presAssocID="{2D41D1C1-94B9-450D-85C7-58074FB5B29A}" presName="spacer" presStyleCnt="0"/>
      <dgm:spPr/>
    </dgm:pt>
    <dgm:pt modelId="{2E8BC814-F29A-4654-90F2-1ECF72494072}" type="pres">
      <dgm:prSet presAssocID="{54825821-F88F-4BDB-A97B-97E6952AB62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3A8A3AD-0828-439D-8BC2-690E59795998}" type="pres">
      <dgm:prSet presAssocID="{4D3A8AB5-3E2D-4688-860D-07DD49AEECE1}" presName="spacer" presStyleCnt="0"/>
      <dgm:spPr/>
    </dgm:pt>
    <dgm:pt modelId="{2B8532A0-034B-4A30-B8BE-A4CBE1A726B5}" type="pres">
      <dgm:prSet presAssocID="{242B2A86-7A7E-4EF1-9637-416F63AAE30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598460B-6F0D-42D7-8442-2664FA2B97B7}" type="presOf" srcId="{54825821-F88F-4BDB-A97B-97E6952AB628}" destId="{2E8BC814-F29A-4654-90F2-1ECF72494072}" srcOrd="0" destOrd="0" presId="urn:microsoft.com/office/officeart/2005/8/layout/vList2"/>
    <dgm:cxn modelId="{9DDC4440-F60D-4DEB-BA76-A72AEE13507A}" type="presOf" srcId="{242B2A86-7A7E-4EF1-9637-416F63AAE302}" destId="{2B8532A0-034B-4A30-B8BE-A4CBE1A726B5}" srcOrd="0" destOrd="0" presId="urn:microsoft.com/office/officeart/2005/8/layout/vList2"/>
    <dgm:cxn modelId="{ECF688A2-7E56-4258-9CC9-888060BE4D9F}" srcId="{8F1DA22A-4363-4E42-A488-0BBA3F3FDC8A}" destId="{0E42C369-A845-4DCB-8DD9-2A02F22A3774}" srcOrd="1" destOrd="0" parTransId="{3D4EFD61-3E1E-449C-9064-2BFB23713054}" sibTransId="{2D41D1C1-94B9-450D-85C7-58074FB5B29A}"/>
    <dgm:cxn modelId="{9A8A2BA6-A5FB-40FB-9138-F3A4430BEBCA}" type="presOf" srcId="{0E42C369-A845-4DCB-8DD9-2A02F22A3774}" destId="{3437ABD7-F93F-460D-B3DC-120028F82973}" srcOrd="0" destOrd="0" presId="urn:microsoft.com/office/officeart/2005/8/layout/vList2"/>
    <dgm:cxn modelId="{218C5DAA-8848-40E5-BE05-FCDEA09BECEE}" type="presOf" srcId="{30149C92-B511-4727-92E6-19CF63BD8FE3}" destId="{6F1A8C7C-22E1-4014-8D75-C0FB5CFF2D1F}" srcOrd="0" destOrd="0" presId="urn:microsoft.com/office/officeart/2005/8/layout/vList2"/>
    <dgm:cxn modelId="{E265CFC0-E523-471A-ACD5-B3F6C5D9A473}" srcId="{8F1DA22A-4363-4E42-A488-0BBA3F3FDC8A}" destId="{54825821-F88F-4BDB-A97B-97E6952AB628}" srcOrd="2" destOrd="0" parTransId="{B1EE2FC3-5362-40DA-9548-9481A1124827}" sibTransId="{4D3A8AB5-3E2D-4688-860D-07DD49AEECE1}"/>
    <dgm:cxn modelId="{C43A22DB-0FE5-45FF-9987-496B2EFA144E}" type="presOf" srcId="{8F1DA22A-4363-4E42-A488-0BBA3F3FDC8A}" destId="{39DFFEFB-1ECA-49BF-B433-06A9BA828B41}" srcOrd="0" destOrd="0" presId="urn:microsoft.com/office/officeart/2005/8/layout/vList2"/>
    <dgm:cxn modelId="{3E2A2AEB-67F9-44CD-8356-060E684B1893}" srcId="{8F1DA22A-4363-4E42-A488-0BBA3F3FDC8A}" destId="{242B2A86-7A7E-4EF1-9637-416F63AAE302}" srcOrd="3" destOrd="0" parTransId="{A4AABEE8-210E-49CC-8145-66A317FF8720}" sibTransId="{D417D4F4-9B78-4A1E-A74A-E07A020694DB}"/>
    <dgm:cxn modelId="{192508F4-60CE-4216-A21B-6B175432D6B2}" srcId="{8F1DA22A-4363-4E42-A488-0BBA3F3FDC8A}" destId="{30149C92-B511-4727-92E6-19CF63BD8FE3}" srcOrd="0" destOrd="0" parTransId="{4C95565D-4CB3-41A8-A323-B9DF34F0DF5F}" sibTransId="{2012BD6F-F796-4FB1-8BDC-9A963D92C42C}"/>
    <dgm:cxn modelId="{B2964AFF-DE89-4E09-B95D-AF998AE6A7AA}" type="presParOf" srcId="{39DFFEFB-1ECA-49BF-B433-06A9BA828B41}" destId="{6F1A8C7C-22E1-4014-8D75-C0FB5CFF2D1F}" srcOrd="0" destOrd="0" presId="urn:microsoft.com/office/officeart/2005/8/layout/vList2"/>
    <dgm:cxn modelId="{E336C562-9E14-494F-8DE4-705A619EA7A9}" type="presParOf" srcId="{39DFFEFB-1ECA-49BF-B433-06A9BA828B41}" destId="{8FB4A7CA-07F9-41C1-A518-FF0543FD88BB}" srcOrd="1" destOrd="0" presId="urn:microsoft.com/office/officeart/2005/8/layout/vList2"/>
    <dgm:cxn modelId="{686EF21F-4DEC-46C4-875C-5711226BE92D}" type="presParOf" srcId="{39DFFEFB-1ECA-49BF-B433-06A9BA828B41}" destId="{3437ABD7-F93F-460D-B3DC-120028F82973}" srcOrd="2" destOrd="0" presId="urn:microsoft.com/office/officeart/2005/8/layout/vList2"/>
    <dgm:cxn modelId="{1423CA1C-5425-48C4-919D-C9F9935ACCC0}" type="presParOf" srcId="{39DFFEFB-1ECA-49BF-B433-06A9BA828B41}" destId="{C672E446-A5C6-4F12-B6DD-FB017F201216}" srcOrd="3" destOrd="0" presId="urn:microsoft.com/office/officeart/2005/8/layout/vList2"/>
    <dgm:cxn modelId="{1A808C42-A9C3-4EEE-8FB6-752E5052E33C}" type="presParOf" srcId="{39DFFEFB-1ECA-49BF-B433-06A9BA828B41}" destId="{2E8BC814-F29A-4654-90F2-1ECF72494072}" srcOrd="4" destOrd="0" presId="urn:microsoft.com/office/officeart/2005/8/layout/vList2"/>
    <dgm:cxn modelId="{8BBBCFD8-C685-4C81-888D-78C8A0A1C54A}" type="presParOf" srcId="{39DFFEFB-1ECA-49BF-B433-06A9BA828B41}" destId="{F3A8A3AD-0828-439D-8BC2-690E59795998}" srcOrd="5" destOrd="0" presId="urn:microsoft.com/office/officeart/2005/8/layout/vList2"/>
    <dgm:cxn modelId="{48452725-6155-462A-91DD-D81A4A09C2B4}" type="presParOf" srcId="{39DFFEFB-1ECA-49BF-B433-06A9BA828B41}" destId="{2B8532A0-034B-4A30-B8BE-A4CBE1A726B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9D0C96C5-C608-4B0D-A9CD-D9F456803E4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DE1E9E8-505C-47FA-BED6-6D64D1EEDDD2}">
      <dgm:prSet/>
      <dgm:spPr/>
      <dgm:t>
        <a:bodyPr/>
        <a:lstStyle/>
        <a:p>
          <a:r>
            <a:rPr lang="uk-UA" b="0" i="0" dirty="0"/>
            <a:t>складання козацького реєстру королем Стефаном Баторієм.</a:t>
          </a:r>
          <a:endParaRPr lang="uk-UA" dirty="0"/>
        </a:p>
      </dgm:t>
    </dgm:pt>
    <dgm:pt modelId="{8295BBFF-140C-4B5C-94A8-7A189A3FB493}" type="parTrans" cxnId="{6632E6AD-8B1A-4AC8-BB15-00E845A7B059}">
      <dgm:prSet/>
      <dgm:spPr/>
      <dgm:t>
        <a:bodyPr/>
        <a:lstStyle/>
        <a:p>
          <a:endParaRPr lang="uk-UA"/>
        </a:p>
      </dgm:t>
    </dgm:pt>
    <dgm:pt modelId="{34A7EC7C-A22A-4901-BC88-49A76EA5E0D8}" type="sibTrans" cxnId="{6632E6AD-8B1A-4AC8-BB15-00E845A7B059}">
      <dgm:prSet/>
      <dgm:spPr/>
      <dgm:t>
        <a:bodyPr/>
        <a:lstStyle/>
        <a:p>
          <a:endParaRPr lang="uk-UA"/>
        </a:p>
      </dgm:t>
    </dgm:pt>
    <dgm:pt modelId="{EF1CA596-C080-44E2-B002-FB5CDFD8AA6E}">
      <dgm:prSet/>
      <dgm:spPr/>
      <dgm:t>
        <a:bodyPr/>
        <a:lstStyle/>
        <a:p>
          <a:r>
            <a:rPr lang="uk-UA" b="0" i="0"/>
            <a:t>активізації морських походів козаків проти Османської імперії.</a:t>
          </a:r>
          <a:endParaRPr lang="uk-UA"/>
        </a:p>
      </dgm:t>
    </dgm:pt>
    <dgm:pt modelId="{BFA3843D-72A8-4044-9FCF-7E9CEAC9C17E}" type="parTrans" cxnId="{974EE42D-10A2-4261-96D5-B7C82EF7C917}">
      <dgm:prSet/>
      <dgm:spPr/>
      <dgm:t>
        <a:bodyPr/>
        <a:lstStyle/>
        <a:p>
          <a:endParaRPr lang="uk-UA"/>
        </a:p>
      </dgm:t>
    </dgm:pt>
    <dgm:pt modelId="{C6C02647-6436-46A4-8537-A9C9F091A5F0}" type="sibTrans" cxnId="{974EE42D-10A2-4261-96D5-B7C82EF7C917}">
      <dgm:prSet/>
      <dgm:spPr/>
      <dgm:t>
        <a:bodyPr/>
        <a:lstStyle/>
        <a:p>
          <a:endParaRPr lang="uk-UA"/>
        </a:p>
      </dgm:t>
    </dgm:pt>
    <dgm:pt modelId="{4735904D-47D0-4A71-B31B-964E905CFD66}">
      <dgm:prSet/>
      <dgm:spPr/>
      <dgm:t>
        <a:bodyPr/>
        <a:lstStyle/>
        <a:p>
          <a:r>
            <a:rPr lang="uk-UA" b="0" i="0"/>
            <a:t>розгортання національно-визвольної війни під проводом Б. Хмельницького.</a:t>
          </a:r>
          <a:endParaRPr lang="uk-UA"/>
        </a:p>
      </dgm:t>
    </dgm:pt>
    <dgm:pt modelId="{5CA3EDE1-C5B0-455E-9D27-C851F59C7511}" type="parTrans" cxnId="{528CAF03-36A0-4607-9711-734EBE8013CE}">
      <dgm:prSet/>
      <dgm:spPr/>
      <dgm:t>
        <a:bodyPr/>
        <a:lstStyle/>
        <a:p>
          <a:endParaRPr lang="uk-UA"/>
        </a:p>
      </dgm:t>
    </dgm:pt>
    <dgm:pt modelId="{7B24FC20-3D54-4E78-8C16-1107ADCDEBE1}" type="sibTrans" cxnId="{528CAF03-36A0-4607-9711-734EBE8013CE}">
      <dgm:prSet/>
      <dgm:spPr/>
      <dgm:t>
        <a:bodyPr/>
        <a:lstStyle/>
        <a:p>
          <a:endParaRPr lang="uk-UA"/>
        </a:p>
      </dgm:t>
    </dgm:pt>
    <dgm:pt modelId="{BD8510A9-6344-45A8-908A-1211FB678BC5}">
      <dgm:prSet/>
      <dgm:spPr/>
      <dgm:t>
        <a:bodyPr/>
        <a:lstStyle/>
        <a:p>
          <a:r>
            <a:rPr lang="uk-UA" b="0" i="0" dirty="0"/>
            <a:t>установлення «десятиліття золотого спокою» в Речі Посполитій.</a:t>
          </a:r>
          <a:endParaRPr lang="uk-UA" dirty="0"/>
        </a:p>
      </dgm:t>
    </dgm:pt>
    <dgm:pt modelId="{90F7A220-66B3-476A-9800-5F46C09DE649}" type="parTrans" cxnId="{4DE5AC23-851E-4C93-9F83-CCCDB813F7F4}">
      <dgm:prSet/>
      <dgm:spPr/>
      <dgm:t>
        <a:bodyPr/>
        <a:lstStyle/>
        <a:p>
          <a:endParaRPr lang="uk-UA"/>
        </a:p>
      </dgm:t>
    </dgm:pt>
    <dgm:pt modelId="{64297CA0-BBD1-4DDC-B4C8-BC074B59C7B3}" type="sibTrans" cxnId="{4DE5AC23-851E-4C93-9F83-CCCDB813F7F4}">
      <dgm:prSet/>
      <dgm:spPr/>
      <dgm:t>
        <a:bodyPr/>
        <a:lstStyle/>
        <a:p>
          <a:endParaRPr lang="uk-UA"/>
        </a:p>
      </dgm:t>
    </dgm:pt>
    <dgm:pt modelId="{E220D61D-9940-47ED-A5CE-783635934FB2}" type="pres">
      <dgm:prSet presAssocID="{9D0C96C5-C608-4B0D-A9CD-D9F456803E4A}" presName="linearFlow" presStyleCnt="0">
        <dgm:presLayoutVars>
          <dgm:dir/>
          <dgm:resizeHandles val="exact"/>
        </dgm:presLayoutVars>
      </dgm:prSet>
      <dgm:spPr/>
    </dgm:pt>
    <dgm:pt modelId="{CECEE207-071D-48E1-A6E3-88A25FA7FB06}" type="pres">
      <dgm:prSet presAssocID="{3DE1E9E8-505C-47FA-BED6-6D64D1EEDDD2}" presName="composite" presStyleCnt="0"/>
      <dgm:spPr/>
    </dgm:pt>
    <dgm:pt modelId="{B85BC177-37D3-4680-BC0C-A6967E39A21E}" type="pres">
      <dgm:prSet presAssocID="{3DE1E9E8-505C-47FA-BED6-6D64D1EEDDD2}" presName="imgShp" presStyleLbl="fgImgPlace1" presStyleIdx="0" presStyleCnt="4"/>
      <dgm:spPr/>
    </dgm:pt>
    <dgm:pt modelId="{AC792086-718C-46EB-9D59-4EA6561EDC44}" type="pres">
      <dgm:prSet presAssocID="{3DE1E9E8-505C-47FA-BED6-6D64D1EEDDD2}" presName="txShp" presStyleLbl="node1" presStyleIdx="0" presStyleCnt="4">
        <dgm:presLayoutVars>
          <dgm:bulletEnabled val="1"/>
        </dgm:presLayoutVars>
      </dgm:prSet>
      <dgm:spPr/>
    </dgm:pt>
    <dgm:pt modelId="{1BBEC128-9C32-4071-8BBD-BA5D4CEBF66F}" type="pres">
      <dgm:prSet presAssocID="{34A7EC7C-A22A-4901-BC88-49A76EA5E0D8}" presName="spacing" presStyleCnt="0"/>
      <dgm:spPr/>
    </dgm:pt>
    <dgm:pt modelId="{4C5A4C92-B442-43A0-9392-FB2F601A364F}" type="pres">
      <dgm:prSet presAssocID="{EF1CA596-C080-44E2-B002-FB5CDFD8AA6E}" presName="composite" presStyleCnt="0"/>
      <dgm:spPr/>
    </dgm:pt>
    <dgm:pt modelId="{02549704-49F1-4E49-9F14-E2B6BE7C686D}" type="pres">
      <dgm:prSet presAssocID="{EF1CA596-C080-44E2-B002-FB5CDFD8AA6E}" presName="imgShp" presStyleLbl="fgImgPlace1" presStyleIdx="1" presStyleCnt="4"/>
      <dgm:spPr/>
    </dgm:pt>
    <dgm:pt modelId="{3A175690-60A4-4C1F-A10A-AB5093B1D815}" type="pres">
      <dgm:prSet presAssocID="{EF1CA596-C080-44E2-B002-FB5CDFD8AA6E}" presName="txShp" presStyleLbl="node1" presStyleIdx="1" presStyleCnt="4">
        <dgm:presLayoutVars>
          <dgm:bulletEnabled val="1"/>
        </dgm:presLayoutVars>
      </dgm:prSet>
      <dgm:spPr/>
    </dgm:pt>
    <dgm:pt modelId="{A2A0D986-0480-4C64-8FE9-1E61607487F4}" type="pres">
      <dgm:prSet presAssocID="{C6C02647-6436-46A4-8537-A9C9F091A5F0}" presName="spacing" presStyleCnt="0"/>
      <dgm:spPr/>
    </dgm:pt>
    <dgm:pt modelId="{128638C9-B88B-4105-A630-5D92530E0B10}" type="pres">
      <dgm:prSet presAssocID="{4735904D-47D0-4A71-B31B-964E905CFD66}" presName="composite" presStyleCnt="0"/>
      <dgm:spPr/>
    </dgm:pt>
    <dgm:pt modelId="{0C9B56A1-A9A3-4009-BE71-CB0AAC22A7D9}" type="pres">
      <dgm:prSet presAssocID="{4735904D-47D0-4A71-B31B-964E905CFD66}" presName="imgShp" presStyleLbl="fgImgPlace1" presStyleIdx="2" presStyleCnt="4"/>
      <dgm:spPr/>
    </dgm:pt>
    <dgm:pt modelId="{98AC8552-AA97-49F9-AF39-0D417D5DB523}" type="pres">
      <dgm:prSet presAssocID="{4735904D-47D0-4A71-B31B-964E905CFD66}" presName="txShp" presStyleLbl="node1" presStyleIdx="2" presStyleCnt="4">
        <dgm:presLayoutVars>
          <dgm:bulletEnabled val="1"/>
        </dgm:presLayoutVars>
      </dgm:prSet>
      <dgm:spPr/>
    </dgm:pt>
    <dgm:pt modelId="{43152582-E117-422E-9346-CFEDB14AE4C7}" type="pres">
      <dgm:prSet presAssocID="{7B24FC20-3D54-4E78-8C16-1107ADCDEBE1}" presName="spacing" presStyleCnt="0"/>
      <dgm:spPr/>
    </dgm:pt>
    <dgm:pt modelId="{F8610CD6-6D02-4B2F-92A7-186CCCDF10B0}" type="pres">
      <dgm:prSet presAssocID="{BD8510A9-6344-45A8-908A-1211FB678BC5}" presName="composite" presStyleCnt="0"/>
      <dgm:spPr/>
    </dgm:pt>
    <dgm:pt modelId="{0D15EB00-B924-4455-A744-5CDB77EC6F32}" type="pres">
      <dgm:prSet presAssocID="{BD8510A9-6344-45A8-908A-1211FB678BC5}" presName="imgShp" presStyleLbl="fgImgPlace1" presStyleIdx="3" presStyleCnt="4"/>
      <dgm:spPr/>
    </dgm:pt>
    <dgm:pt modelId="{ADCF26E5-AE3B-453E-9983-487E9EFC20B7}" type="pres">
      <dgm:prSet presAssocID="{BD8510A9-6344-45A8-908A-1211FB678BC5}" presName="txShp" presStyleLbl="node1" presStyleIdx="3" presStyleCnt="4">
        <dgm:presLayoutVars>
          <dgm:bulletEnabled val="1"/>
        </dgm:presLayoutVars>
      </dgm:prSet>
      <dgm:spPr/>
    </dgm:pt>
  </dgm:ptLst>
  <dgm:cxnLst>
    <dgm:cxn modelId="{FC0D1D01-E1C9-4BCB-89A8-F999D94E6937}" type="presOf" srcId="{3DE1E9E8-505C-47FA-BED6-6D64D1EEDDD2}" destId="{AC792086-718C-46EB-9D59-4EA6561EDC44}" srcOrd="0" destOrd="0" presId="urn:microsoft.com/office/officeart/2005/8/layout/vList3"/>
    <dgm:cxn modelId="{528CAF03-36A0-4607-9711-734EBE8013CE}" srcId="{9D0C96C5-C608-4B0D-A9CD-D9F456803E4A}" destId="{4735904D-47D0-4A71-B31B-964E905CFD66}" srcOrd="2" destOrd="0" parTransId="{5CA3EDE1-C5B0-455E-9D27-C851F59C7511}" sibTransId="{7B24FC20-3D54-4E78-8C16-1107ADCDEBE1}"/>
    <dgm:cxn modelId="{CE5C3310-1DBF-4BD2-A1EA-B830293C7C78}" type="presOf" srcId="{EF1CA596-C080-44E2-B002-FB5CDFD8AA6E}" destId="{3A175690-60A4-4C1F-A10A-AB5093B1D815}" srcOrd="0" destOrd="0" presId="urn:microsoft.com/office/officeart/2005/8/layout/vList3"/>
    <dgm:cxn modelId="{542B631D-A9D7-4AD7-9B32-E71DCD09AAA0}" type="presOf" srcId="{BD8510A9-6344-45A8-908A-1211FB678BC5}" destId="{ADCF26E5-AE3B-453E-9983-487E9EFC20B7}" srcOrd="0" destOrd="0" presId="urn:microsoft.com/office/officeart/2005/8/layout/vList3"/>
    <dgm:cxn modelId="{4DE5AC23-851E-4C93-9F83-CCCDB813F7F4}" srcId="{9D0C96C5-C608-4B0D-A9CD-D9F456803E4A}" destId="{BD8510A9-6344-45A8-908A-1211FB678BC5}" srcOrd="3" destOrd="0" parTransId="{90F7A220-66B3-476A-9800-5F46C09DE649}" sibTransId="{64297CA0-BBD1-4DDC-B4C8-BC074B59C7B3}"/>
    <dgm:cxn modelId="{974EE42D-10A2-4261-96D5-B7C82EF7C917}" srcId="{9D0C96C5-C608-4B0D-A9CD-D9F456803E4A}" destId="{EF1CA596-C080-44E2-B002-FB5CDFD8AA6E}" srcOrd="1" destOrd="0" parTransId="{BFA3843D-72A8-4044-9FCF-7E9CEAC9C17E}" sibTransId="{C6C02647-6436-46A4-8537-A9C9F091A5F0}"/>
    <dgm:cxn modelId="{35CC1E60-FBE2-4A89-8865-915B4C9865F0}" type="presOf" srcId="{4735904D-47D0-4A71-B31B-964E905CFD66}" destId="{98AC8552-AA97-49F9-AF39-0D417D5DB523}" srcOrd="0" destOrd="0" presId="urn:microsoft.com/office/officeart/2005/8/layout/vList3"/>
    <dgm:cxn modelId="{EF7D676D-AC92-4DCF-B56F-E212BE18D4E4}" type="presOf" srcId="{9D0C96C5-C608-4B0D-A9CD-D9F456803E4A}" destId="{E220D61D-9940-47ED-A5CE-783635934FB2}" srcOrd="0" destOrd="0" presId="urn:microsoft.com/office/officeart/2005/8/layout/vList3"/>
    <dgm:cxn modelId="{6632E6AD-8B1A-4AC8-BB15-00E845A7B059}" srcId="{9D0C96C5-C608-4B0D-A9CD-D9F456803E4A}" destId="{3DE1E9E8-505C-47FA-BED6-6D64D1EEDDD2}" srcOrd="0" destOrd="0" parTransId="{8295BBFF-140C-4B5C-94A8-7A189A3FB493}" sibTransId="{34A7EC7C-A22A-4901-BC88-49A76EA5E0D8}"/>
    <dgm:cxn modelId="{9C573962-8D03-4F55-B91E-42D29B9F2453}" type="presParOf" srcId="{E220D61D-9940-47ED-A5CE-783635934FB2}" destId="{CECEE207-071D-48E1-A6E3-88A25FA7FB06}" srcOrd="0" destOrd="0" presId="urn:microsoft.com/office/officeart/2005/8/layout/vList3"/>
    <dgm:cxn modelId="{9E6D1689-7A0F-4792-A09F-22433EB12EFE}" type="presParOf" srcId="{CECEE207-071D-48E1-A6E3-88A25FA7FB06}" destId="{B85BC177-37D3-4680-BC0C-A6967E39A21E}" srcOrd="0" destOrd="0" presId="urn:microsoft.com/office/officeart/2005/8/layout/vList3"/>
    <dgm:cxn modelId="{515E6E30-788C-4CFA-A216-33A77BB2E097}" type="presParOf" srcId="{CECEE207-071D-48E1-A6E3-88A25FA7FB06}" destId="{AC792086-718C-46EB-9D59-4EA6561EDC44}" srcOrd="1" destOrd="0" presId="urn:microsoft.com/office/officeart/2005/8/layout/vList3"/>
    <dgm:cxn modelId="{76294820-7F1A-48AA-BA46-193ABE7DD089}" type="presParOf" srcId="{E220D61D-9940-47ED-A5CE-783635934FB2}" destId="{1BBEC128-9C32-4071-8BBD-BA5D4CEBF66F}" srcOrd="1" destOrd="0" presId="urn:microsoft.com/office/officeart/2005/8/layout/vList3"/>
    <dgm:cxn modelId="{58F4C9CB-3C36-4FEF-A9C1-C832E14116D8}" type="presParOf" srcId="{E220D61D-9940-47ED-A5CE-783635934FB2}" destId="{4C5A4C92-B442-43A0-9392-FB2F601A364F}" srcOrd="2" destOrd="0" presId="urn:microsoft.com/office/officeart/2005/8/layout/vList3"/>
    <dgm:cxn modelId="{0DBFD39E-8D28-4398-8EAB-9137774CBE6A}" type="presParOf" srcId="{4C5A4C92-B442-43A0-9392-FB2F601A364F}" destId="{02549704-49F1-4E49-9F14-E2B6BE7C686D}" srcOrd="0" destOrd="0" presId="urn:microsoft.com/office/officeart/2005/8/layout/vList3"/>
    <dgm:cxn modelId="{9EB16CEA-F76C-4DF2-A71B-9C1AEE780996}" type="presParOf" srcId="{4C5A4C92-B442-43A0-9392-FB2F601A364F}" destId="{3A175690-60A4-4C1F-A10A-AB5093B1D815}" srcOrd="1" destOrd="0" presId="urn:microsoft.com/office/officeart/2005/8/layout/vList3"/>
    <dgm:cxn modelId="{AD1AB085-B9F8-4CDD-AC49-2CF4ACB3ABA5}" type="presParOf" srcId="{E220D61D-9940-47ED-A5CE-783635934FB2}" destId="{A2A0D986-0480-4C64-8FE9-1E61607487F4}" srcOrd="3" destOrd="0" presId="urn:microsoft.com/office/officeart/2005/8/layout/vList3"/>
    <dgm:cxn modelId="{283A2FA9-C622-4EE7-BC57-D4A117898874}" type="presParOf" srcId="{E220D61D-9940-47ED-A5CE-783635934FB2}" destId="{128638C9-B88B-4105-A630-5D92530E0B10}" srcOrd="4" destOrd="0" presId="urn:microsoft.com/office/officeart/2005/8/layout/vList3"/>
    <dgm:cxn modelId="{25EAA237-B3BC-4F24-9DCB-D0A6F3330488}" type="presParOf" srcId="{128638C9-B88B-4105-A630-5D92530E0B10}" destId="{0C9B56A1-A9A3-4009-BE71-CB0AAC22A7D9}" srcOrd="0" destOrd="0" presId="urn:microsoft.com/office/officeart/2005/8/layout/vList3"/>
    <dgm:cxn modelId="{1BBD5F10-3602-49E9-9B2D-58AA33C85C48}" type="presParOf" srcId="{128638C9-B88B-4105-A630-5D92530E0B10}" destId="{98AC8552-AA97-49F9-AF39-0D417D5DB523}" srcOrd="1" destOrd="0" presId="urn:microsoft.com/office/officeart/2005/8/layout/vList3"/>
    <dgm:cxn modelId="{1DCF181A-A1DC-47C4-8048-5AC98A1863F0}" type="presParOf" srcId="{E220D61D-9940-47ED-A5CE-783635934FB2}" destId="{43152582-E117-422E-9346-CFEDB14AE4C7}" srcOrd="5" destOrd="0" presId="urn:microsoft.com/office/officeart/2005/8/layout/vList3"/>
    <dgm:cxn modelId="{57E34931-C2AD-4C8F-AF92-53D5EA48EDFB}" type="presParOf" srcId="{E220D61D-9940-47ED-A5CE-783635934FB2}" destId="{F8610CD6-6D02-4B2F-92A7-186CCCDF10B0}" srcOrd="6" destOrd="0" presId="urn:microsoft.com/office/officeart/2005/8/layout/vList3"/>
    <dgm:cxn modelId="{CAE74037-25C2-4809-A4A2-954551088C10}" type="presParOf" srcId="{F8610CD6-6D02-4B2F-92A7-186CCCDF10B0}" destId="{0D15EB00-B924-4455-A744-5CDB77EC6F32}" srcOrd="0" destOrd="0" presId="urn:microsoft.com/office/officeart/2005/8/layout/vList3"/>
    <dgm:cxn modelId="{311F983A-7DAC-469C-9EC5-AEEB88AB1B5B}" type="presParOf" srcId="{F8610CD6-6D02-4B2F-92A7-186CCCDF10B0}" destId="{ADCF26E5-AE3B-453E-9983-487E9EFC20B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86D7F54F-4CDA-42D4-8354-69E7134DF80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9041F58-848A-4EF3-AA83-398C734C4B1C}">
      <dgm:prSet/>
      <dgm:spPr/>
      <dgm:t>
        <a:bodyPr/>
        <a:lstStyle/>
        <a:p>
          <a:r>
            <a:rPr lang="ru-RU" b="0" i="0"/>
            <a:t>фактична ліквідація особистої залежності селян</a:t>
          </a:r>
          <a:endParaRPr lang="uk-UA"/>
        </a:p>
      </dgm:t>
    </dgm:pt>
    <dgm:pt modelId="{C1733818-0E5C-40DA-9A2E-68F8B3349CD5}" type="parTrans" cxnId="{E1EE2821-3998-4659-BCEB-426BF7C41718}">
      <dgm:prSet/>
      <dgm:spPr/>
      <dgm:t>
        <a:bodyPr/>
        <a:lstStyle/>
        <a:p>
          <a:endParaRPr lang="uk-UA"/>
        </a:p>
      </dgm:t>
    </dgm:pt>
    <dgm:pt modelId="{7B0A2AC3-84DE-4F0B-8A94-4AAAE307C372}" type="sibTrans" cxnId="{E1EE2821-3998-4659-BCEB-426BF7C41718}">
      <dgm:prSet/>
      <dgm:spPr/>
      <dgm:t>
        <a:bodyPr/>
        <a:lstStyle/>
        <a:p>
          <a:endParaRPr lang="uk-UA"/>
        </a:p>
      </dgm:t>
    </dgm:pt>
    <dgm:pt modelId="{CFDEF675-6332-4FCD-B4BB-477BE7626CC4}">
      <dgm:prSet/>
      <dgm:spPr/>
      <dgm:t>
        <a:bodyPr/>
        <a:lstStyle/>
        <a:p>
          <a:r>
            <a:rPr lang="ru-RU" b="0" i="0" dirty="0" err="1"/>
            <a:t>зрівняння</a:t>
          </a:r>
          <a:r>
            <a:rPr lang="ru-RU" b="0" i="0" dirty="0"/>
            <a:t> в правах </a:t>
          </a:r>
          <a:r>
            <a:rPr lang="ru-RU" b="0" i="0" dirty="0" err="1"/>
            <a:t>селянського</a:t>
          </a:r>
          <a:r>
            <a:rPr lang="ru-RU" b="0" i="0" dirty="0"/>
            <a:t> та </a:t>
          </a:r>
          <a:r>
            <a:rPr lang="ru-RU" b="0" i="0" dirty="0" err="1"/>
            <a:t>козацького</a:t>
          </a:r>
          <a:r>
            <a:rPr lang="ru-RU" b="0" i="0" dirty="0"/>
            <a:t> </a:t>
          </a:r>
          <a:r>
            <a:rPr lang="ru-RU" b="0" i="0" dirty="0" err="1"/>
            <a:t>станів</a:t>
          </a:r>
          <a:endParaRPr lang="uk-UA" dirty="0"/>
        </a:p>
      </dgm:t>
    </dgm:pt>
    <dgm:pt modelId="{EC633343-8EEE-4E25-83EF-646A4AB6111B}" type="parTrans" cxnId="{F958B30D-801D-4847-85CD-6CA26ED30072}">
      <dgm:prSet/>
      <dgm:spPr/>
      <dgm:t>
        <a:bodyPr/>
        <a:lstStyle/>
        <a:p>
          <a:endParaRPr lang="uk-UA"/>
        </a:p>
      </dgm:t>
    </dgm:pt>
    <dgm:pt modelId="{77DF25F7-6EE5-4899-9668-8DE1B9C08218}" type="sibTrans" cxnId="{F958B30D-801D-4847-85CD-6CA26ED30072}">
      <dgm:prSet/>
      <dgm:spPr/>
      <dgm:t>
        <a:bodyPr/>
        <a:lstStyle/>
        <a:p>
          <a:endParaRPr lang="uk-UA"/>
        </a:p>
      </dgm:t>
    </dgm:pt>
    <dgm:pt modelId="{1BB5F01F-E1E4-4117-ACBF-0D3275EF8A75}">
      <dgm:prSet/>
      <dgm:spPr/>
      <dgm:t>
        <a:bodyPr/>
        <a:lstStyle/>
        <a:p>
          <a:r>
            <a:rPr lang="ru-RU" b="0" i="0"/>
            <a:t>поява фільваркового господарства</a:t>
          </a:r>
          <a:endParaRPr lang="uk-UA"/>
        </a:p>
      </dgm:t>
    </dgm:pt>
    <dgm:pt modelId="{AE09F1DC-4749-487F-845E-13ACD312CE7D}" type="parTrans" cxnId="{598C5CA0-9B88-47B1-8B4C-FD80016CB472}">
      <dgm:prSet/>
      <dgm:spPr/>
      <dgm:t>
        <a:bodyPr/>
        <a:lstStyle/>
        <a:p>
          <a:endParaRPr lang="uk-UA"/>
        </a:p>
      </dgm:t>
    </dgm:pt>
    <dgm:pt modelId="{86DAE11C-C93E-41EA-8B44-331B06C6A710}" type="sibTrans" cxnId="{598C5CA0-9B88-47B1-8B4C-FD80016CB472}">
      <dgm:prSet/>
      <dgm:spPr/>
      <dgm:t>
        <a:bodyPr/>
        <a:lstStyle/>
        <a:p>
          <a:endParaRPr lang="uk-UA"/>
        </a:p>
      </dgm:t>
    </dgm:pt>
    <dgm:pt modelId="{3FC3F229-1F7A-4997-8E48-4FA75BFF32B8}">
      <dgm:prSet/>
      <dgm:spPr/>
      <dgm:t>
        <a:bodyPr/>
        <a:lstStyle/>
        <a:p>
          <a:r>
            <a:rPr lang="ru-RU" b="0" i="0" dirty="0" err="1"/>
            <a:t>запровадження</a:t>
          </a:r>
          <a:r>
            <a:rPr lang="ru-RU" b="0" i="0" dirty="0"/>
            <a:t> </a:t>
          </a:r>
          <a:r>
            <a:rPr lang="ru-RU" b="0" i="0" dirty="0" err="1"/>
            <a:t>магдебурзького</a:t>
          </a:r>
          <a:r>
            <a:rPr lang="ru-RU" b="0" i="0" dirty="0"/>
            <a:t> права</a:t>
          </a:r>
          <a:br>
            <a:rPr lang="ru-RU" dirty="0"/>
          </a:br>
          <a:endParaRPr lang="uk-UA" dirty="0"/>
        </a:p>
      </dgm:t>
    </dgm:pt>
    <dgm:pt modelId="{7C1ECC0E-0240-451A-9894-60458ED5B20D}" type="parTrans" cxnId="{535A22A5-7352-43DF-9A8A-3C3CC9AF7AA7}">
      <dgm:prSet/>
      <dgm:spPr/>
      <dgm:t>
        <a:bodyPr/>
        <a:lstStyle/>
        <a:p>
          <a:endParaRPr lang="uk-UA"/>
        </a:p>
      </dgm:t>
    </dgm:pt>
    <dgm:pt modelId="{0878FC72-4B56-470C-BD41-39831A8A0286}" type="sibTrans" cxnId="{535A22A5-7352-43DF-9A8A-3C3CC9AF7AA7}">
      <dgm:prSet/>
      <dgm:spPr/>
      <dgm:t>
        <a:bodyPr/>
        <a:lstStyle/>
        <a:p>
          <a:endParaRPr lang="uk-UA"/>
        </a:p>
      </dgm:t>
    </dgm:pt>
    <dgm:pt modelId="{7671965F-07D2-4F08-A101-6DACA3A27059}" type="pres">
      <dgm:prSet presAssocID="{86D7F54F-4CDA-42D4-8354-69E7134DF80B}" presName="linear" presStyleCnt="0">
        <dgm:presLayoutVars>
          <dgm:animLvl val="lvl"/>
          <dgm:resizeHandles val="exact"/>
        </dgm:presLayoutVars>
      </dgm:prSet>
      <dgm:spPr/>
    </dgm:pt>
    <dgm:pt modelId="{94517364-D60A-4775-9261-5DDB4B7A3B80}" type="pres">
      <dgm:prSet presAssocID="{99041F58-848A-4EF3-AA83-398C734C4B1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6F356C2-8311-4E96-B571-DB15B40C9B31}" type="pres">
      <dgm:prSet presAssocID="{7B0A2AC3-84DE-4F0B-8A94-4AAAE307C372}" presName="spacer" presStyleCnt="0"/>
      <dgm:spPr/>
    </dgm:pt>
    <dgm:pt modelId="{1DAD9A6A-69A9-45F9-86E5-BDF7ADB58763}" type="pres">
      <dgm:prSet presAssocID="{CFDEF675-6332-4FCD-B4BB-477BE7626CC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7D11633-CDBE-4471-8409-0A2413EEDDF1}" type="pres">
      <dgm:prSet presAssocID="{77DF25F7-6EE5-4899-9668-8DE1B9C08218}" presName="spacer" presStyleCnt="0"/>
      <dgm:spPr/>
    </dgm:pt>
    <dgm:pt modelId="{EB4861DA-CA7B-4AAE-B1E7-6DFD54E457EE}" type="pres">
      <dgm:prSet presAssocID="{1BB5F01F-E1E4-4117-ACBF-0D3275EF8A7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E8F063B-0C52-43AD-ACC1-D992D25D9746}" type="pres">
      <dgm:prSet presAssocID="{86DAE11C-C93E-41EA-8B44-331B06C6A710}" presName="spacer" presStyleCnt="0"/>
      <dgm:spPr/>
    </dgm:pt>
    <dgm:pt modelId="{8F2FECCB-626E-4F5B-85DE-45CD91003242}" type="pres">
      <dgm:prSet presAssocID="{3FC3F229-1F7A-4997-8E48-4FA75BFF32B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958B30D-801D-4847-85CD-6CA26ED30072}" srcId="{86D7F54F-4CDA-42D4-8354-69E7134DF80B}" destId="{CFDEF675-6332-4FCD-B4BB-477BE7626CC4}" srcOrd="1" destOrd="0" parTransId="{EC633343-8EEE-4E25-83EF-646A4AB6111B}" sibTransId="{77DF25F7-6EE5-4899-9668-8DE1B9C08218}"/>
    <dgm:cxn modelId="{E1EE2821-3998-4659-BCEB-426BF7C41718}" srcId="{86D7F54F-4CDA-42D4-8354-69E7134DF80B}" destId="{99041F58-848A-4EF3-AA83-398C734C4B1C}" srcOrd="0" destOrd="0" parTransId="{C1733818-0E5C-40DA-9A2E-68F8B3349CD5}" sibTransId="{7B0A2AC3-84DE-4F0B-8A94-4AAAE307C372}"/>
    <dgm:cxn modelId="{53ED383D-A3DD-4642-A158-0B40864BA5C2}" type="presOf" srcId="{99041F58-848A-4EF3-AA83-398C734C4B1C}" destId="{94517364-D60A-4775-9261-5DDB4B7A3B80}" srcOrd="0" destOrd="0" presId="urn:microsoft.com/office/officeart/2005/8/layout/vList2"/>
    <dgm:cxn modelId="{BE1AA36F-1FAF-4007-BBB9-3A1D992CB9E0}" type="presOf" srcId="{CFDEF675-6332-4FCD-B4BB-477BE7626CC4}" destId="{1DAD9A6A-69A9-45F9-86E5-BDF7ADB58763}" srcOrd="0" destOrd="0" presId="urn:microsoft.com/office/officeart/2005/8/layout/vList2"/>
    <dgm:cxn modelId="{61ECBA7B-0F9C-484D-ACFD-31C2CD3680B2}" type="presOf" srcId="{3FC3F229-1F7A-4997-8E48-4FA75BFF32B8}" destId="{8F2FECCB-626E-4F5B-85DE-45CD91003242}" srcOrd="0" destOrd="0" presId="urn:microsoft.com/office/officeart/2005/8/layout/vList2"/>
    <dgm:cxn modelId="{D356CB9C-31E5-46B4-8EF2-24736C852BC9}" type="presOf" srcId="{86D7F54F-4CDA-42D4-8354-69E7134DF80B}" destId="{7671965F-07D2-4F08-A101-6DACA3A27059}" srcOrd="0" destOrd="0" presId="urn:microsoft.com/office/officeart/2005/8/layout/vList2"/>
    <dgm:cxn modelId="{598C5CA0-9B88-47B1-8B4C-FD80016CB472}" srcId="{86D7F54F-4CDA-42D4-8354-69E7134DF80B}" destId="{1BB5F01F-E1E4-4117-ACBF-0D3275EF8A75}" srcOrd="2" destOrd="0" parTransId="{AE09F1DC-4749-487F-845E-13ACD312CE7D}" sibTransId="{86DAE11C-C93E-41EA-8B44-331B06C6A710}"/>
    <dgm:cxn modelId="{535A22A5-7352-43DF-9A8A-3C3CC9AF7AA7}" srcId="{86D7F54F-4CDA-42D4-8354-69E7134DF80B}" destId="{3FC3F229-1F7A-4997-8E48-4FA75BFF32B8}" srcOrd="3" destOrd="0" parTransId="{7C1ECC0E-0240-451A-9894-60458ED5B20D}" sibTransId="{0878FC72-4B56-470C-BD41-39831A8A0286}"/>
    <dgm:cxn modelId="{C48489B8-4B4D-4E57-88CE-CE3519030F3B}" type="presOf" srcId="{1BB5F01F-E1E4-4117-ACBF-0D3275EF8A75}" destId="{EB4861DA-CA7B-4AAE-B1E7-6DFD54E457EE}" srcOrd="0" destOrd="0" presId="urn:microsoft.com/office/officeart/2005/8/layout/vList2"/>
    <dgm:cxn modelId="{D9266A55-EE9A-45B2-BAD3-86C5B800DFDA}" type="presParOf" srcId="{7671965F-07D2-4F08-A101-6DACA3A27059}" destId="{94517364-D60A-4775-9261-5DDB4B7A3B80}" srcOrd="0" destOrd="0" presId="urn:microsoft.com/office/officeart/2005/8/layout/vList2"/>
    <dgm:cxn modelId="{31A38981-1CCA-4C96-A2C4-F223E388B5B6}" type="presParOf" srcId="{7671965F-07D2-4F08-A101-6DACA3A27059}" destId="{76F356C2-8311-4E96-B571-DB15B40C9B31}" srcOrd="1" destOrd="0" presId="urn:microsoft.com/office/officeart/2005/8/layout/vList2"/>
    <dgm:cxn modelId="{5D9732A1-F77C-4BDB-B561-CC37B113FF5F}" type="presParOf" srcId="{7671965F-07D2-4F08-A101-6DACA3A27059}" destId="{1DAD9A6A-69A9-45F9-86E5-BDF7ADB58763}" srcOrd="2" destOrd="0" presId="urn:microsoft.com/office/officeart/2005/8/layout/vList2"/>
    <dgm:cxn modelId="{FA15A760-921E-4CEA-A2BE-A59F2ECB1F65}" type="presParOf" srcId="{7671965F-07D2-4F08-A101-6DACA3A27059}" destId="{57D11633-CDBE-4471-8409-0A2413EEDDF1}" srcOrd="3" destOrd="0" presId="urn:microsoft.com/office/officeart/2005/8/layout/vList2"/>
    <dgm:cxn modelId="{D5148D0B-E073-4F77-8BC3-D41225038F53}" type="presParOf" srcId="{7671965F-07D2-4F08-A101-6DACA3A27059}" destId="{EB4861DA-CA7B-4AAE-B1E7-6DFD54E457EE}" srcOrd="4" destOrd="0" presId="urn:microsoft.com/office/officeart/2005/8/layout/vList2"/>
    <dgm:cxn modelId="{F9ABFCA5-7244-41B7-ABD5-407E5F7D2AC1}" type="presParOf" srcId="{7671965F-07D2-4F08-A101-6DACA3A27059}" destId="{0E8F063B-0C52-43AD-ACC1-D992D25D9746}" srcOrd="5" destOrd="0" presId="urn:microsoft.com/office/officeart/2005/8/layout/vList2"/>
    <dgm:cxn modelId="{91A9EC23-C854-4669-887E-26E3115C70A1}" type="presParOf" srcId="{7671965F-07D2-4F08-A101-6DACA3A27059}" destId="{8F2FECCB-626E-4F5B-85DE-45CD9100324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1B971266-2749-43FB-95D2-AAEBDFA94F5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5EFED55-A73B-4AE6-8770-85D7A16030C0}">
      <dgm:prSet/>
      <dgm:spPr/>
      <dgm:t>
        <a:bodyPr/>
        <a:lstStyle/>
        <a:p>
          <a:r>
            <a:rPr lang="uk-UA" b="0" i="1" dirty="0"/>
            <a:t>«… великий государ наш гетьмана Б. Хмельницького пожалує, свої грамоти царські на ваші вольності велить дати … і щоб Війська Запорозького було 60000 …»</a:t>
          </a:r>
          <a:endParaRPr lang="uk-UA" dirty="0"/>
        </a:p>
      </dgm:t>
    </dgm:pt>
    <dgm:pt modelId="{3F0F427C-8FFC-4117-93C6-904090658CB9}" type="parTrans" cxnId="{59A8EC8A-65A8-43ED-B2E9-20037BFC2154}">
      <dgm:prSet/>
      <dgm:spPr/>
      <dgm:t>
        <a:bodyPr/>
        <a:lstStyle/>
        <a:p>
          <a:endParaRPr lang="uk-UA"/>
        </a:p>
      </dgm:t>
    </dgm:pt>
    <dgm:pt modelId="{BE98559D-FC9E-4CB2-AB8F-72795982A975}" type="sibTrans" cxnId="{59A8EC8A-65A8-43ED-B2E9-20037BFC2154}">
      <dgm:prSet/>
      <dgm:spPr/>
      <dgm:t>
        <a:bodyPr/>
        <a:lstStyle/>
        <a:p>
          <a:endParaRPr lang="uk-UA"/>
        </a:p>
      </dgm:t>
    </dgm:pt>
    <dgm:pt modelId="{097EE530-B8C6-412D-AFB8-39DE445D312C}">
      <dgm:prSet/>
      <dgm:spPr/>
      <dgm:t>
        <a:bodyPr/>
        <a:lstStyle/>
        <a:p>
          <a:r>
            <a:rPr lang="uk-UA" b="0" i="1" dirty="0"/>
            <a:t>«… Козаки можуть проживати лише в Київському воєводстві, та й то лише на королівських землях. Ні Брацлавське, ні Чернігівське воєводства козаки не матимуть…»</a:t>
          </a:r>
          <a:endParaRPr lang="uk-UA" dirty="0"/>
        </a:p>
      </dgm:t>
    </dgm:pt>
    <dgm:pt modelId="{C1310BE0-E4B0-413E-A361-7CB21723D19E}" type="parTrans" cxnId="{571E0743-9471-4A3B-AF5B-1D56BE89C349}">
      <dgm:prSet/>
      <dgm:spPr/>
      <dgm:t>
        <a:bodyPr/>
        <a:lstStyle/>
        <a:p>
          <a:endParaRPr lang="uk-UA"/>
        </a:p>
      </dgm:t>
    </dgm:pt>
    <dgm:pt modelId="{DA696FDB-1499-4E1C-B700-03EDBB8987C3}" type="sibTrans" cxnId="{571E0743-9471-4A3B-AF5B-1D56BE89C349}">
      <dgm:prSet/>
      <dgm:spPr/>
      <dgm:t>
        <a:bodyPr/>
        <a:lstStyle/>
        <a:p>
          <a:endParaRPr lang="uk-UA"/>
        </a:p>
      </dgm:t>
    </dgm:pt>
    <dgm:pt modelId="{B74CE45D-B83E-42D8-B680-9C3C98EEA750}" type="pres">
      <dgm:prSet presAssocID="{1B971266-2749-43FB-95D2-AAEBDFA94F5C}" presName="linear" presStyleCnt="0">
        <dgm:presLayoutVars>
          <dgm:animLvl val="lvl"/>
          <dgm:resizeHandles val="exact"/>
        </dgm:presLayoutVars>
      </dgm:prSet>
      <dgm:spPr/>
    </dgm:pt>
    <dgm:pt modelId="{CA54F339-C932-462A-A532-449AA3DCAC96}" type="pres">
      <dgm:prSet presAssocID="{F5EFED55-A73B-4AE6-8770-85D7A16030C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C9247AE-DCA8-4119-BEF8-0E76C61F9FF2}" type="pres">
      <dgm:prSet presAssocID="{BE98559D-FC9E-4CB2-AB8F-72795982A975}" presName="spacer" presStyleCnt="0"/>
      <dgm:spPr/>
    </dgm:pt>
    <dgm:pt modelId="{9167313B-64C2-4146-B9E1-12B6D9338D57}" type="pres">
      <dgm:prSet presAssocID="{097EE530-B8C6-412D-AFB8-39DE445D312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71E0743-9471-4A3B-AF5B-1D56BE89C349}" srcId="{1B971266-2749-43FB-95D2-AAEBDFA94F5C}" destId="{097EE530-B8C6-412D-AFB8-39DE445D312C}" srcOrd="1" destOrd="0" parTransId="{C1310BE0-E4B0-413E-A361-7CB21723D19E}" sibTransId="{DA696FDB-1499-4E1C-B700-03EDBB8987C3}"/>
    <dgm:cxn modelId="{4DBFC277-4D61-4D32-AA88-5E08C0122CFE}" type="presOf" srcId="{F5EFED55-A73B-4AE6-8770-85D7A16030C0}" destId="{CA54F339-C932-462A-A532-449AA3DCAC96}" srcOrd="0" destOrd="0" presId="urn:microsoft.com/office/officeart/2005/8/layout/vList2"/>
    <dgm:cxn modelId="{59A8EC8A-65A8-43ED-B2E9-20037BFC2154}" srcId="{1B971266-2749-43FB-95D2-AAEBDFA94F5C}" destId="{F5EFED55-A73B-4AE6-8770-85D7A16030C0}" srcOrd="0" destOrd="0" parTransId="{3F0F427C-8FFC-4117-93C6-904090658CB9}" sibTransId="{BE98559D-FC9E-4CB2-AB8F-72795982A975}"/>
    <dgm:cxn modelId="{9AAA04D7-E529-46EC-AE97-F8E9FBF48060}" type="presOf" srcId="{097EE530-B8C6-412D-AFB8-39DE445D312C}" destId="{9167313B-64C2-4146-B9E1-12B6D9338D57}" srcOrd="0" destOrd="0" presId="urn:microsoft.com/office/officeart/2005/8/layout/vList2"/>
    <dgm:cxn modelId="{32776AEB-1F37-412A-BD62-9B81609CD979}" type="presOf" srcId="{1B971266-2749-43FB-95D2-AAEBDFA94F5C}" destId="{B74CE45D-B83E-42D8-B680-9C3C98EEA750}" srcOrd="0" destOrd="0" presId="urn:microsoft.com/office/officeart/2005/8/layout/vList2"/>
    <dgm:cxn modelId="{6C5F400D-4AAA-410A-9D09-53420F63B73F}" type="presParOf" srcId="{B74CE45D-B83E-42D8-B680-9C3C98EEA750}" destId="{CA54F339-C932-462A-A532-449AA3DCAC96}" srcOrd="0" destOrd="0" presId="urn:microsoft.com/office/officeart/2005/8/layout/vList2"/>
    <dgm:cxn modelId="{D721E766-1A3D-48AB-9826-9359DE37CE38}" type="presParOf" srcId="{B74CE45D-B83E-42D8-B680-9C3C98EEA750}" destId="{9C9247AE-DCA8-4119-BEF8-0E76C61F9FF2}" srcOrd="1" destOrd="0" presId="urn:microsoft.com/office/officeart/2005/8/layout/vList2"/>
    <dgm:cxn modelId="{59EA5526-792F-407F-A3B1-71D4E9959D82}" type="presParOf" srcId="{B74CE45D-B83E-42D8-B680-9C3C98EEA750}" destId="{9167313B-64C2-4146-B9E1-12B6D9338D5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852F3B0E-ED85-4CA3-9468-F06B5DE0285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68E0BDF-0120-43A6-8C86-F16AABFCF339}">
      <dgm:prSet/>
      <dgm:spPr/>
      <dgm:t>
        <a:bodyPr/>
        <a:lstStyle/>
        <a:p>
          <a:r>
            <a:rPr lang="uk-UA" b="0" i="1" dirty="0"/>
            <a:t>«Найясніший королю Швеції… ми підняли зброю проти поляків на захист віри і вольності. …ми з’єднані з вашою величністю зв’язком, яким ми зобов’язані обом воєводам Молдавії та князеві Трансільванії…»</a:t>
          </a:r>
          <a:endParaRPr lang="uk-UA" dirty="0"/>
        </a:p>
      </dgm:t>
    </dgm:pt>
    <dgm:pt modelId="{0CD92EC1-66A9-40E7-A257-54F40BCB760C}" type="parTrans" cxnId="{909F0A8E-3B24-43B2-881A-F168369013C7}">
      <dgm:prSet/>
      <dgm:spPr/>
      <dgm:t>
        <a:bodyPr/>
        <a:lstStyle/>
        <a:p>
          <a:endParaRPr lang="uk-UA"/>
        </a:p>
      </dgm:t>
    </dgm:pt>
    <dgm:pt modelId="{6AFE0307-32E3-4F4D-A181-8CC3F2B4719A}" type="sibTrans" cxnId="{909F0A8E-3B24-43B2-881A-F168369013C7}">
      <dgm:prSet/>
      <dgm:spPr/>
      <dgm:t>
        <a:bodyPr/>
        <a:lstStyle/>
        <a:p>
          <a:endParaRPr lang="uk-UA"/>
        </a:p>
      </dgm:t>
    </dgm:pt>
    <dgm:pt modelId="{C9CD8EBC-3335-427A-8E00-E62C23484673}">
      <dgm:prSet/>
      <dgm:spPr/>
      <dgm:t>
        <a:bodyPr/>
        <a:lstStyle/>
        <a:p>
          <a:r>
            <a:rPr lang="uk-UA" b="0" i="1" dirty="0"/>
            <a:t>«Його королівська величність буде і далі жалувати посади громадянам шляхетського стану в Київському, Брацлавському та Чернігівському воєводствах. Чигирин має назавжди лишитися при булаві Війська Запорозького…»</a:t>
          </a:r>
          <a:endParaRPr lang="uk-UA" dirty="0"/>
        </a:p>
      </dgm:t>
    </dgm:pt>
    <dgm:pt modelId="{9F74AD3F-DB07-4CB4-9A7A-D0FC73E3E764}" type="parTrans" cxnId="{50FAA6E2-0A30-4B65-9AF0-A216EFB4FCE5}">
      <dgm:prSet/>
      <dgm:spPr/>
      <dgm:t>
        <a:bodyPr/>
        <a:lstStyle/>
        <a:p>
          <a:endParaRPr lang="uk-UA"/>
        </a:p>
      </dgm:t>
    </dgm:pt>
    <dgm:pt modelId="{986FC91E-CFFC-48E4-BDCB-F2717EE6FA6A}" type="sibTrans" cxnId="{50FAA6E2-0A30-4B65-9AF0-A216EFB4FCE5}">
      <dgm:prSet/>
      <dgm:spPr/>
      <dgm:t>
        <a:bodyPr/>
        <a:lstStyle/>
        <a:p>
          <a:endParaRPr lang="uk-UA"/>
        </a:p>
      </dgm:t>
    </dgm:pt>
    <dgm:pt modelId="{CBC2811C-5839-44CF-A843-69B26658027C}" type="pres">
      <dgm:prSet presAssocID="{852F3B0E-ED85-4CA3-9468-F06B5DE02850}" presName="linear" presStyleCnt="0">
        <dgm:presLayoutVars>
          <dgm:animLvl val="lvl"/>
          <dgm:resizeHandles val="exact"/>
        </dgm:presLayoutVars>
      </dgm:prSet>
      <dgm:spPr/>
    </dgm:pt>
    <dgm:pt modelId="{1CC06D8D-F113-4796-BC5A-854F23FD469D}" type="pres">
      <dgm:prSet presAssocID="{868E0BDF-0120-43A6-8C86-F16AABFCF33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08D7458-A8FD-4297-9CDC-3468BDEE1DC0}" type="pres">
      <dgm:prSet presAssocID="{6AFE0307-32E3-4F4D-A181-8CC3F2B4719A}" presName="spacer" presStyleCnt="0"/>
      <dgm:spPr/>
    </dgm:pt>
    <dgm:pt modelId="{5D9CB283-3227-42D0-B5A9-A292144D2BA3}" type="pres">
      <dgm:prSet presAssocID="{C9CD8EBC-3335-427A-8E00-E62C2348467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3788C82-25C4-48AA-9F0F-0C48B0AF1EF3}" type="presOf" srcId="{852F3B0E-ED85-4CA3-9468-F06B5DE02850}" destId="{CBC2811C-5839-44CF-A843-69B26658027C}" srcOrd="0" destOrd="0" presId="urn:microsoft.com/office/officeart/2005/8/layout/vList2"/>
    <dgm:cxn modelId="{909F0A8E-3B24-43B2-881A-F168369013C7}" srcId="{852F3B0E-ED85-4CA3-9468-F06B5DE02850}" destId="{868E0BDF-0120-43A6-8C86-F16AABFCF339}" srcOrd="0" destOrd="0" parTransId="{0CD92EC1-66A9-40E7-A257-54F40BCB760C}" sibTransId="{6AFE0307-32E3-4F4D-A181-8CC3F2B4719A}"/>
    <dgm:cxn modelId="{CE9C1B91-88A8-48BE-BED3-FC648F9EE40D}" type="presOf" srcId="{C9CD8EBC-3335-427A-8E00-E62C23484673}" destId="{5D9CB283-3227-42D0-B5A9-A292144D2BA3}" srcOrd="0" destOrd="0" presId="urn:microsoft.com/office/officeart/2005/8/layout/vList2"/>
    <dgm:cxn modelId="{C2E8DFD3-9453-44F2-8EE6-D63737C7003D}" type="presOf" srcId="{868E0BDF-0120-43A6-8C86-F16AABFCF339}" destId="{1CC06D8D-F113-4796-BC5A-854F23FD469D}" srcOrd="0" destOrd="0" presId="urn:microsoft.com/office/officeart/2005/8/layout/vList2"/>
    <dgm:cxn modelId="{50FAA6E2-0A30-4B65-9AF0-A216EFB4FCE5}" srcId="{852F3B0E-ED85-4CA3-9468-F06B5DE02850}" destId="{C9CD8EBC-3335-427A-8E00-E62C23484673}" srcOrd="1" destOrd="0" parTransId="{9F74AD3F-DB07-4CB4-9A7A-D0FC73E3E764}" sibTransId="{986FC91E-CFFC-48E4-BDCB-F2717EE6FA6A}"/>
    <dgm:cxn modelId="{43C177C6-7B03-4CBD-8145-DE4E24E366F1}" type="presParOf" srcId="{CBC2811C-5839-44CF-A843-69B26658027C}" destId="{1CC06D8D-F113-4796-BC5A-854F23FD469D}" srcOrd="0" destOrd="0" presId="urn:microsoft.com/office/officeart/2005/8/layout/vList2"/>
    <dgm:cxn modelId="{759BF7AE-2CEA-476D-A63B-0751A306AA7F}" type="presParOf" srcId="{CBC2811C-5839-44CF-A843-69B26658027C}" destId="{008D7458-A8FD-4297-9CDC-3468BDEE1DC0}" srcOrd="1" destOrd="0" presId="urn:microsoft.com/office/officeart/2005/8/layout/vList2"/>
    <dgm:cxn modelId="{387DAAD7-9B20-4EC2-BDF9-7E63C4045ED4}" type="presParOf" srcId="{CBC2811C-5839-44CF-A843-69B26658027C}" destId="{5D9CB283-3227-42D0-B5A9-A292144D2BA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32E7AE2A-1703-4110-8F75-8FD6735E24D7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80FCD9C-9CFE-4381-A3AF-182EF4C95E13}">
      <dgm:prSet/>
      <dgm:spPr/>
      <dgm:t>
        <a:bodyPr/>
        <a:lstStyle/>
        <a:p>
          <a:r>
            <a:rPr lang="ru-RU" b="0" i="0"/>
            <a:t>1648 р.</a:t>
          </a:r>
          <a:endParaRPr lang="uk-UA"/>
        </a:p>
      </dgm:t>
    </dgm:pt>
    <dgm:pt modelId="{FDAC7725-9982-4E73-BB2F-ED8BA91983CE}" type="parTrans" cxnId="{E663EE3E-2CE8-4A9A-BB85-DE08E8372F44}">
      <dgm:prSet/>
      <dgm:spPr/>
      <dgm:t>
        <a:bodyPr/>
        <a:lstStyle/>
        <a:p>
          <a:endParaRPr lang="uk-UA"/>
        </a:p>
      </dgm:t>
    </dgm:pt>
    <dgm:pt modelId="{C4BE02EC-E05B-456C-81BD-F650CF74BA64}" type="sibTrans" cxnId="{E663EE3E-2CE8-4A9A-BB85-DE08E8372F44}">
      <dgm:prSet/>
      <dgm:spPr/>
      <dgm:t>
        <a:bodyPr/>
        <a:lstStyle/>
        <a:p>
          <a:endParaRPr lang="uk-UA"/>
        </a:p>
      </dgm:t>
    </dgm:pt>
    <dgm:pt modelId="{9370F803-BC0F-41A9-9685-C292793EA604}">
      <dgm:prSet/>
      <dgm:spPr/>
      <dgm:t>
        <a:bodyPr/>
        <a:lstStyle/>
        <a:p>
          <a:r>
            <a:rPr lang="ru-RU" b="0" i="0"/>
            <a:t>1649 р.</a:t>
          </a:r>
          <a:endParaRPr lang="uk-UA"/>
        </a:p>
      </dgm:t>
    </dgm:pt>
    <dgm:pt modelId="{4DB7813E-4CDA-493D-870E-0841E9A9BE30}" type="parTrans" cxnId="{6D6DC5CC-1B1B-41E0-9072-164C50EE1470}">
      <dgm:prSet/>
      <dgm:spPr/>
      <dgm:t>
        <a:bodyPr/>
        <a:lstStyle/>
        <a:p>
          <a:endParaRPr lang="uk-UA"/>
        </a:p>
      </dgm:t>
    </dgm:pt>
    <dgm:pt modelId="{AC267C1E-6A17-440C-B2D9-0A421F7AFE95}" type="sibTrans" cxnId="{6D6DC5CC-1B1B-41E0-9072-164C50EE1470}">
      <dgm:prSet/>
      <dgm:spPr/>
      <dgm:t>
        <a:bodyPr/>
        <a:lstStyle/>
        <a:p>
          <a:endParaRPr lang="uk-UA"/>
        </a:p>
      </dgm:t>
    </dgm:pt>
    <dgm:pt modelId="{522B6E85-A01F-4B0C-B8FA-CADE769AD6A0}">
      <dgm:prSet/>
      <dgm:spPr/>
      <dgm:t>
        <a:bodyPr/>
        <a:lstStyle/>
        <a:p>
          <a:r>
            <a:rPr lang="ru-RU" b="0" i="0"/>
            <a:t>1651 р.</a:t>
          </a:r>
          <a:endParaRPr lang="uk-UA"/>
        </a:p>
      </dgm:t>
    </dgm:pt>
    <dgm:pt modelId="{CFFE31C7-285A-465C-90B3-F6A9526D26E1}" type="parTrans" cxnId="{65415E26-8A5E-498C-B166-A1681AB02311}">
      <dgm:prSet/>
      <dgm:spPr/>
      <dgm:t>
        <a:bodyPr/>
        <a:lstStyle/>
        <a:p>
          <a:endParaRPr lang="uk-UA"/>
        </a:p>
      </dgm:t>
    </dgm:pt>
    <dgm:pt modelId="{47186006-9D9B-4410-85D9-838F433B5DC1}" type="sibTrans" cxnId="{65415E26-8A5E-498C-B166-A1681AB02311}">
      <dgm:prSet/>
      <dgm:spPr/>
      <dgm:t>
        <a:bodyPr/>
        <a:lstStyle/>
        <a:p>
          <a:endParaRPr lang="uk-UA"/>
        </a:p>
      </dgm:t>
    </dgm:pt>
    <dgm:pt modelId="{1493D87F-75D9-404A-AE08-DA7ECB5073F1}">
      <dgm:prSet/>
      <dgm:spPr/>
      <dgm:t>
        <a:bodyPr/>
        <a:lstStyle/>
        <a:p>
          <a:r>
            <a:rPr lang="ru-RU" b="0" i="0"/>
            <a:t>1654 р</a:t>
          </a:r>
          <a:endParaRPr lang="uk-UA"/>
        </a:p>
      </dgm:t>
    </dgm:pt>
    <dgm:pt modelId="{04A1E2A7-E099-4DC9-9A25-E2F70A6C4144}" type="parTrans" cxnId="{D7AEA97C-948C-4354-9731-D71FAE59E438}">
      <dgm:prSet/>
      <dgm:spPr/>
      <dgm:t>
        <a:bodyPr/>
        <a:lstStyle/>
        <a:p>
          <a:endParaRPr lang="uk-UA"/>
        </a:p>
      </dgm:t>
    </dgm:pt>
    <dgm:pt modelId="{99DBF1F4-7829-41F8-9E08-5AC4D5CEC683}" type="sibTrans" cxnId="{D7AEA97C-948C-4354-9731-D71FAE59E438}">
      <dgm:prSet/>
      <dgm:spPr/>
      <dgm:t>
        <a:bodyPr/>
        <a:lstStyle/>
        <a:p>
          <a:endParaRPr lang="uk-UA"/>
        </a:p>
      </dgm:t>
    </dgm:pt>
    <dgm:pt modelId="{1798C484-C6DE-4753-9824-A2E919EBC744}">
      <dgm:prSet/>
      <dgm:spPr/>
      <dgm:t>
        <a:bodyPr/>
        <a:lstStyle/>
        <a:p>
          <a:r>
            <a:rPr lang="ru-RU" b="0" i="0" dirty="0"/>
            <a:t>1656 р.</a:t>
          </a:r>
          <a:endParaRPr lang="uk-UA" dirty="0"/>
        </a:p>
      </dgm:t>
    </dgm:pt>
    <dgm:pt modelId="{7BCC1C47-40EE-4FCB-A0EC-C1E54391D580}" type="parTrans" cxnId="{C4C272B7-326E-46D1-BC11-FB577E790AD7}">
      <dgm:prSet/>
      <dgm:spPr/>
      <dgm:t>
        <a:bodyPr/>
        <a:lstStyle/>
        <a:p>
          <a:endParaRPr lang="uk-UA"/>
        </a:p>
      </dgm:t>
    </dgm:pt>
    <dgm:pt modelId="{C7561B65-9349-42AF-B1A1-486D75ECCB78}" type="sibTrans" cxnId="{C4C272B7-326E-46D1-BC11-FB577E790AD7}">
      <dgm:prSet/>
      <dgm:spPr/>
      <dgm:t>
        <a:bodyPr/>
        <a:lstStyle/>
        <a:p>
          <a:endParaRPr lang="uk-UA"/>
        </a:p>
      </dgm:t>
    </dgm:pt>
    <dgm:pt modelId="{C24DAC23-D2C7-406C-A4CC-46240E4DED72}" type="pres">
      <dgm:prSet presAssocID="{32E7AE2A-1703-4110-8F75-8FD6735E24D7}" presName="Name0" presStyleCnt="0">
        <dgm:presLayoutVars>
          <dgm:chMax val="7"/>
          <dgm:chPref val="7"/>
          <dgm:dir/>
        </dgm:presLayoutVars>
      </dgm:prSet>
      <dgm:spPr/>
    </dgm:pt>
    <dgm:pt modelId="{1717FB3B-B9A6-4E2A-95D6-C27700696C81}" type="pres">
      <dgm:prSet presAssocID="{32E7AE2A-1703-4110-8F75-8FD6735E24D7}" presName="Name1" presStyleCnt="0"/>
      <dgm:spPr/>
    </dgm:pt>
    <dgm:pt modelId="{44DDAE29-1925-4787-94B4-0C896EF3E921}" type="pres">
      <dgm:prSet presAssocID="{32E7AE2A-1703-4110-8F75-8FD6735E24D7}" presName="cycle" presStyleCnt="0"/>
      <dgm:spPr/>
    </dgm:pt>
    <dgm:pt modelId="{57915BA8-BF50-4113-A2C6-2975CB3FBCFD}" type="pres">
      <dgm:prSet presAssocID="{32E7AE2A-1703-4110-8F75-8FD6735E24D7}" presName="srcNode" presStyleLbl="node1" presStyleIdx="0" presStyleCnt="5"/>
      <dgm:spPr/>
    </dgm:pt>
    <dgm:pt modelId="{3A5E4D2F-2FE3-4B16-A752-0F875C43A7CF}" type="pres">
      <dgm:prSet presAssocID="{32E7AE2A-1703-4110-8F75-8FD6735E24D7}" presName="conn" presStyleLbl="parChTrans1D2" presStyleIdx="0" presStyleCnt="1"/>
      <dgm:spPr/>
    </dgm:pt>
    <dgm:pt modelId="{58D023CC-0651-433B-8C1C-CA068317E9E4}" type="pres">
      <dgm:prSet presAssocID="{32E7AE2A-1703-4110-8F75-8FD6735E24D7}" presName="extraNode" presStyleLbl="node1" presStyleIdx="0" presStyleCnt="5"/>
      <dgm:spPr/>
    </dgm:pt>
    <dgm:pt modelId="{D8243295-63CD-4814-9F7D-B12A8C7C7A59}" type="pres">
      <dgm:prSet presAssocID="{32E7AE2A-1703-4110-8F75-8FD6735E24D7}" presName="dstNode" presStyleLbl="node1" presStyleIdx="0" presStyleCnt="5"/>
      <dgm:spPr/>
    </dgm:pt>
    <dgm:pt modelId="{F40140F6-0345-4844-9B5F-394FD759E733}" type="pres">
      <dgm:prSet presAssocID="{C80FCD9C-9CFE-4381-A3AF-182EF4C95E13}" presName="text_1" presStyleLbl="node1" presStyleIdx="0" presStyleCnt="5">
        <dgm:presLayoutVars>
          <dgm:bulletEnabled val="1"/>
        </dgm:presLayoutVars>
      </dgm:prSet>
      <dgm:spPr/>
    </dgm:pt>
    <dgm:pt modelId="{406B1552-82C5-42DD-B596-885236EC5494}" type="pres">
      <dgm:prSet presAssocID="{C80FCD9C-9CFE-4381-A3AF-182EF4C95E13}" presName="accent_1" presStyleCnt="0"/>
      <dgm:spPr/>
    </dgm:pt>
    <dgm:pt modelId="{E82EC445-ADEB-4645-9AF6-2F65356498CD}" type="pres">
      <dgm:prSet presAssocID="{C80FCD9C-9CFE-4381-A3AF-182EF4C95E13}" presName="accentRepeatNode" presStyleLbl="solidFgAcc1" presStyleIdx="0" presStyleCnt="5"/>
      <dgm:spPr/>
    </dgm:pt>
    <dgm:pt modelId="{3A70DD57-5E62-47C2-B9FB-F8361381E64E}" type="pres">
      <dgm:prSet presAssocID="{9370F803-BC0F-41A9-9685-C292793EA604}" presName="text_2" presStyleLbl="node1" presStyleIdx="1" presStyleCnt="5">
        <dgm:presLayoutVars>
          <dgm:bulletEnabled val="1"/>
        </dgm:presLayoutVars>
      </dgm:prSet>
      <dgm:spPr/>
    </dgm:pt>
    <dgm:pt modelId="{58AB929B-2C10-4AF8-89D2-9E0C6F82F770}" type="pres">
      <dgm:prSet presAssocID="{9370F803-BC0F-41A9-9685-C292793EA604}" presName="accent_2" presStyleCnt="0"/>
      <dgm:spPr/>
    </dgm:pt>
    <dgm:pt modelId="{593E935E-D43A-4F6D-AE2F-F3B09D3ECF9E}" type="pres">
      <dgm:prSet presAssocID="{9370F803-BC0F-41A9-9685-C292793EA604}" presName="accentRepeatNode" presStyleLbl="solidFgAcc1" presStyleIdx="1" presStyleCnt="5"/>
      <dgm:spPr/>
    </dgm:pt>
    <dgm:pt modelId="{FF57020C-243F-4570-B3C0-6D5D36430D60}" type="pres">
      <dgm:prSet presAssocID="{522B6E85-A01F-4B0C-B8FA-CADE769AD6A0}" presName="text_3" presStyleLbl="node1" presStyleIdx="2" presStyleCnt="5">
        <dgm:presLayoutVars>
          <dgm:bulletEnabled val="1"/>
        </dgm:presLayoutVars>
      </dgm:prSet>
      <dgm:spPr/>
    </dgm:pt>
    <dgm:pt modelId="{C9BE191A-0185-47B9-9A87-54751E16D568}" type="pres">
      <dgm:prSet presAssocID="{522B6E85-A01F-4B0C-B8FA-CADE769AD6A0}" presName="accent_3" presStyleCnt="0"/>
      <dgm:spPr/>
    </dgm:pt>
    <dgm:pt modelId="{C4A44034-CEA3-4E3A-845B-5447D5E20C25}" type="pres">
      <dgm:prSet presAssocID="{522B6E85-A01F-4B0C-B8FA-CADE769AD6A0}" presName="accentRepeatNode" presStyleLbl="solidFgAcc1" presStyleIdx="2" presStyleCnt="5"/>
      <dgm:spPr/>
    </dgm:pt>
    <dgm:pt modelId="{32D6AE2D-6AC2-4B82-9901-8577DA0F7F0B}" type="pres">
      <dgm:prSet presAssocID="{1493D87F-75D9-404A-AE08-DA7ECB5073F1}" presName="text_4" presStyleLbl="node1" presStyleIdx="3" presStyleCnt="5">
        <dgm:presLayoutVars>
          <dgm:bulletEnabled val="1"/>
        </dgm:presLayoutVars>
      </dgm:prSet>
      <dgm:spPr/>
    </dgm:pt>
    <dgm:pt modelId="{A547ECFC-816C-4BE1-8FF4-472EED6A726B}" type="pres">
      <dgm:prSet presAssocID="{1493D87F-75D9-404A-AE08-DA7ECB5073F1}" presName="accent_4" presStyleCnt="0"/>
      <dgm:spPr/>
    </dgm:pt>
    <dgm:pt modelId="{6259E67D-AC0D-4B4F-9C9B-15C990D0422D}" type="pres">
      <dgm:prSet presAssocID="{1493D87F-75D9-404A-AE08-DA7ECB5073F1}" presName="accentRepeatNode" presStyleLbl="solidFgAcc1" presStyleIdx="3" presStyleCnt="5"/>
      <dgm:spPr/>
    </dgm:pt>
    <dgm:pt modelId="{AEDACD9A-13D5-4C9B-8053-2CF34989D3B9}" type="pres">
      <dgm:prSet presAssocID="{1798C484-C6DE-4753-9824-A2E919EBC744}" presName="text_5" presStyleLbl="node1" presStyleIdx="4" presStyleCnt="5">
        <dgm:presLayoutVars>
          <dgm:bulletEnabled val="1"/>
        </dgm:presLayoutVars>
      </dgm:prSet>
      <dgm:spPr/>
    </dgm:pt>
    <dgm:pt modelId="{FCF00220-D084-4153-84E9-4DF347607DBC}" type="pres">
      <dgm:prSet presAssocID="{1798C484-C6DE-4753-9824-A2E919EBC744}" presName="accent_5" presStyleCnt="0"/>
      <dgm:spPr/>
    </dgm:pt>
    <dgm:pt modelId="{EEB3501F-70C1-445B-9FEC-68B76013EDE2}" type="pres">
      <dgm:prSet presAssocID="{1798C484-C6DE-4753-9824-A2E919EBC744}" presName="accentRepeatNode" presStyleLbl="solidFgAcc1" presStyleIdx="4" presStyleCnt="5"/>
      <dgm:spPr/>
    </dgm:pt>
  </dgm:ptLst>
  <dgm:cxnLst>
    <dgm:cxn modelId="{65415E26-8A5E-498C-B166-A1681AB02311}" srcId="{32E7AE2A-1703-4110-8F75-8FD6735E24D7}" destId="{522B6E85-A01F-4B0C-B8FA-CADE769AD6A0}" srcOrd="2" destOrd="0" parTransId="{CFFE31C7-285A-465C-90B3-F6A9526D26E1}" sibTransId="{47186006-9D9B-4410-85D9-838F433B5DC1}"/>
    <dgm:cxn modelId="{E663EE3E-2CE8-4A9A-BB85-DE08E8372F44}" srcId="{32E7AE2A-1703-4110-8F75-8FD6735E24D7}" destId="{C80FCD9C-9CFE-4381-A3AF-182EF4C95E13}" srcOrd="0" destOrd="0" parTransId="{FDAC7725-9982-4E73-BB2F-ED8BA91983CE}" sibTransId="{C4BE02EC-E05B-456C-81BD-F650CF74BA64}"/>
    <dgm:cxn modelId="{1A1EFE6E-53D1-48FA-9E9C-511B645EF47A}" type="presOf" srcId="{32E7AE2A-1703-4110-8F75-8FD6735E24D7}" destId="{C24DAC23-D2C7-406C-A4CC-46240E4DED72}" srcOrd="0" destOrd="0" presId="urn:microsoft.com/office/officeart/2008/layout/VerticalCurvedList"/>
    <dgm:cxn modelId="{23283352-92E8-40A1-B96A-8965CA823A47}" type="presOf" srcId="{C4BE02EC-E05B-456C-81BD-F650CF74BA64}" destId="{3A5E4D2F-2FE3-4B16-A752-0F875C43A7CF}" srcOrd="0" destOrd="0" presId="urn:microsoft.com/office/officeart/2008/layout/VerticalCurvedList"/>
    <dgm:cxn modelId="{B256DE73-A213-4D1F-A9DD-90CCBEB45A07}" type="presOf" srcId="{C80FCD9C-9CFE-4381-A3AF-182EF4C95E13}" destId="{F40140F6-0345-4844-9B5F-394FD759E733}" srcOrd="0" destOrd="0" presId="urn:microsoft.com/office/officeart/2008/layout/VerticalCurvedList"/>
    <dgm:cxn modelId="{D7AEA97C-948C-4354-9731-D71FAE59E438}" srcId="{32E7AE2A-1703-4110-8F75-8FD6735E24D7}" destId="{1493D87F-75D9-404A-AE08-DA7ECB5073F1}" srcOrd="3" destOrd="0" parTransId="{04A1E2A7-E099-4DC9-9A25-E2F70A6C4144}" sibTransId="{99DBF1F4-7829-41F8-9E08-5AC4D5CEC683}"/>
    <dgm:cxn modelId="{FEC7698A-72CC-41D6-8722-9065A5EE5DF4}" type="presOf" srcId="{522B6E85-A01F-4B0C-B8FA-CADE769AD6A0}" destId="{FF57020C-243F-4570-B3C0-6D5D36430D60}" srcOrd="0" destOrd="0" presId="urn:microsoft.com/office/officeart/2008/layout/VerticalCurvedList"/>
    <dgm:cxn modelId="{8A575598-36E3-436F-AC0E-F724598DE2B6}" type="presOf" srcId="{9370F803-BC0F-41A9-9685-C292793EA604}" destId="{3A70DD57-5E62-47C2-B9FB-F8361381E64E}" srcOrd="0" destOrd="0" presId="urn:microsoft.com/office/officeart/2008/layout/VerticalCurvedList"/>
    <dgm:cxn modelId="{C4C272B7-326E-46D1-BC11-FB577E790AD7}" srcId="{32E7AE2A-1703-4110-8F75-8FD6735E24D7}" destId="{1798C484-C6DE-4753-9824-A2E919EBC744}" srcOrd="4" destOrd="0" parTransId="{7BCC1C47-40EE-4FCB-A0EC-C1E54391D580}" sibTransId="{C7561B65-9349-42AF-B1A1-486D75ECCB78}"/>
    <dgm:cxn modelId="{8E995ABF-04D6-4524-809F-C8161949EF1A}" type="presOf" srcId="{1798C484-C6DE-4753-9824-A2E919EBC744}" destId="{AEDACD9A-13D5-4C9B-8053-2CF34989D3B9}" srcOrd="0" destOrd="0" presId="urn:microsoft.com/office/officeart/2008/layout/VerticalCurvedList"/>
    <dgm:cxn modelId="{6D6DC5CC-1B1B-41E0-9072-164C50EE1470}" srcId="{32E7AE2A-1703-4110-8F75-8FD6735E24D7}" destId="{9370F803-BC0F-41A9-9685-C292793EA604}" srcOrd="1" destOrd="0" parTransId="{4DB7813E-4CDA-493D-870E-0841E9A9BE30}" sibTransId="{AC267C1E-6A17-440C-B2D9-0A421F7AFE95}"/>
    <dgm:cxn modelId="{BDC27DD5-59CA-4C88-8253-EA7FC48DE96A}" type="presOf" srcId="{1493D87F-75D9-404A-AE08-DA7ECB5073F1}" destId="{32D6AE2D-6AC2-4B82-9901-8577DA0F7F0B}" srcOrd="0" destOrd="0" presId="urn:microsoft.com/office/officeart/2008/layout/VerticalCurvedList"/>
    <dgm:cxn modelId="{034E09BD-BB92-4247-B9BA-23A7740086EC}" type="presParOf" srcId="{C24DAC23-D2C7-406C-A4CC-46240E4DED72}" destId="{1717FB3B-B9A6-4E2A-95D6-C27700696C81}" srcOrd="0" destOrd="0" presId="urn:microsoft.com/office/officeart/2008/layout/VerticalCurvedList"/>
    <dgm:cxn modelId="{B71918DF-6765-4FAB-BFAC-A896BD8B191A}" type="presParOf" srcId="{1717FB3B-B9A6-4E2A-95D6-C27700696C81}" destId="{44DDAE29-1925-4787-94B4-0C896EF3E921}" srcOrd="0" destOrd="0" presId="urn:microsoft.com/office/officeart/2008/layout/VerticalCurvedList"/>
    <dgm:cxn modelId="{4BDDBD24-5043-46AE-BEC1-66D4DE0D92A2}" type="presParOf" srcId="{44DDAE29-1925-4787-94B4-0C896EF3E921}" destId="{57915BA8-BF50-4113-A2C6-2975CB3FBCFD}" srcOrd="0" destOrd="0" presId="urn:microsoft.com/office/officeart/2008/layout/VerticalCurvedList"/>
    <dgm:cxn modelId="{621FF5C2-6CE0-4B1A-8071-73D9EB711977}" type="presParOf" srcId="{44DDAE29-1925-4787-94B4-0C896EF3E921}" destId="{3A5E4D2F-2FE3-4B16-A752-0F875C43A7CF}" srcOrd="1" destOrd="0" presId="urn:microsoft.com/office/officeart/2008/layout/VerticalCurvedList"/>
    <dgm:cxn modelId="{8A8584B0-E8F7-4987-833E-D53199B4FA52}" type="presParOf" srcId="{44DDAE29-1925-4787-94B4-0C896EF3E921}" destId="{58D023CC-0651-433B-8C1C-CA068317E9E4}" srcOrd="2" destOrd="0" presId="urn:microsoft.com/office/officeart/2008/layout/VerticalCurvedList"/>
    <dgm:cxn modelId="{073AE8C3-67B5-41BA-8867-B159A1991EF1}" type="presParOf" srcId="{44DDAE29-1925-4787-94B4-0C896EF3E921}" destId="{D8243295-63CD-4814-9F7D-B12A8C7C7A59}" srcOrd="3" destOrd="0" presId="urn:microsoft.com/office/officeart/2008/layout/VerticalCurvedList"/>
    <dgm:cxn modelId="{73A324F3-DD28-474A-A763-74E82B8665DA}" type="presParOf" srcId="{1717FB3B-B9A6-4E2A-95D6-C27700696C81}" destId="{F40140F6-0345-4844-9B5F-394FD759E733}" srcOrd="1" destOrd="0" presId="urn:microsoft.com/office/officeart/2008/layout/VerticalCurvedList"/>
    <dgm:cxn modelId="{B3F725E0-2BC9-4105-B4EA-033E81B63B55}" type="presParOf" srcId="{1717FB3B-B9A6-4E2A-95D6-C27700696C81}" destId="{406B1552-82C5-42DD-B596-885236EC5494}" srcOrd="2" destOrd="0" presId="urn:microsoft.com/office/officeart/2008/layout/VerticalCurvedList"/>
    <dgm:cxn modelId="{2DC80656-011C-4E55-BF59-348EBBF3F396}" type="presParOf" srcId="{406B1552-82C5-42DD-B596-885236EC5494}" destId="{E82EC445-ADEB-4645-9AF6-2F65356498CD}" srcOrd="0" destOrd="0" presId="urn:microsoft.com/office/officeart/2008/layout/VerticalCurvedList"/>
    <dgm:cxn modelId="{0CB202BE-D317-4B9E-896B-0C6A09E0B5DB}" type="presParOf" srcId="{1717FB3B-B9A6-4E2A-95D6-C27700696C81}" destId="{3A70DD57-5E62-47C2-B9FB-F8361381E64E}" srcOrd="3" destOrd="0" presId="urn:microsoft.com/office/officeart/2008/layout/VerticalCurvedList"/>
    <dgm:cxn modelId="{79B2E977-68B8-469A-BA2D-30F10D1B1344}" type="presParOf" srcId="{1717FB3B-B9A6-4E2A-95D6-C27700696C81}" destId="{58AB929B-2C10-4AF8-89D2-9E0C6F82F770}" srcOrd="4" destOrd="0" presId="urn:microsoft.com/office/officeart/2008/layout/VerticalCurvedList"/>
    <dgm:cxn modelId="{5D2E40F0-F61C-44A3-811E-16690136D72A}" type="presParOf" srcId="{58AB929B-2C10-4AF8-89D2-9E0C6F82F770}" destId="{593E935E-D43A-4F6D-AE2F-F3B09D3ECF9E}" srcOrd="0" destOrd="0" presId="urn:microsoft.com/office/officeart/2008/layout/VerticalCurvedList"/>
    <dgm:cxn modelId="{F97322C8-BD22-4FD0-AF58-7CB3A2136D57}" type="presParOf" srcId="{1717FB3B-B9A6-4E2A-95D6-C27700696C81}" destId="{FF57020C-243F-4570-B3C0-6D5D36430D60}" srcOrd="5" destOrd="0" presId="urn:microsoft.com/office/officeart/2008/layout/VerticalCurvedList"/>
    <dgm:cxn modelId="{E5D54DD9-6081-4B38-B739-8182D128233D}" type="presParOf" srcId="{1717FB3B-B9A6-4E2A-95D6-C27700696C81}" destId="{C9BE191A-0185-47B9-9A87-54751E16D568}" srcOrd="6" destOrd="0" presId="urn:microsoft.com/office/officeart/2008/layout/VerticalCurvedList"/>
    <dgm:cxn modelId="{7C39FC24-5322-4032-B4B5-76D4C58D34F6}" type="presParOf" srcId="{C9BE191A-0185-47B9-9A87-54751E16D568}" destId="{C4A44034-CEA3-4E3A-845B-5447D5E20C25}" srcOrd="0" destOrd="0" presId="urn:microsoft.com/office/officeart/2008/layout/VerticalCurvedList"/>
    <dgm:cxn modelId="{CEADB1DE-703F-4E50-BE73-7378D7389CDF}" type="presParOf" srcId="{1717FB3B-B9A6-4E2A-95D6-C27700696C81}" destId="{32D6AE2D-6AC2-4B82-9901-8577DA0F7F0B}" srcOrd="7" destOrd="0" presId="urn:microsoft.com/office/officeart/2008/layout/VerticalCurvedList"/>
    <dgm:cxn modelId="{D06A2FAB-DD81-41CE-A1B6-3EE1338F73DB}" type="presParOf" srcId="{1717FB3B-B9A6-4E2A-95D6-C27700696C81}" destId="{A547ECFC-816C-4BE1-8FF4-472EED6A726B}" srcOrd="8" destOrd="0" presId="urn:microsoft.com/office/officeart/2008/layout/VerticalCurvedList"/>
    <dgm:cxn modelId="{0CE3B1F2-AF29-46D5-B16F-C1F9F9047524}" type="presParOf" srcId="{A547ECFC-816C-4BE1-8FF4-472EED6A726B}" destId="{6259E67D-AC0D-4B4F-9C9B-15C990D0422D}" srcOrd="0" destOrd="0" presId="urn:microsoft.com/office/officeart/2008/layout/VerticalCurvedList"/>
    <dgm:cxn modelId="{7A00C73C-6E9E-4120-9D63-014B7DB485F2}" type="presParOf" srcId="{1717FB3B-B9A6-4E2A-95D6-C27700696C81}" destId="{AEDACD9A-13D5-4C9B-8053-2CF34989D3B9}" srcOrd="9" destOrd="0" presId="urn:microsoft.com/office/officeart/2008/layout/VerticalCurvedList"/>
    <dgm:cxn modelId="{182B77B7-1C30-4465-8ECE-D3E69CA84AF9}" type="presParOf" srcId="{1717FB3B-B9A6-4E2A-95D6-C27700696C81}" destId="{FCF00220-D084-4153-84E9-4DF347607DBC}" srcOrd="10" destOrd="0" presId="urn:microsoft.com/office/officeart/2008/layout/VerticalCurvedList"/>
    <dgm:cxn modelId="{5DFDA1E8-2D1F-4322-B513-196AB45FA5BD}" type="presParOf" srcId="{FCF00220-D084-4153-84E9-4DF347607DBC}" destId="{EEB3501F-70C1-445B-9FEC-68B76013EDE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2C9CFA24-1CC2-494B-B8F5-E0566F4ACCBD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0FB3155-95C5-485E-A669-E60FA86DB6F5}">
      <dgm:prSet/>
      <dgm:spPr/>
      <dgm:t>
        <a:bodyPr/>
        <a:lstStyle/>
        <a:p>
          <a:r>
            <a:rPr lang="ru-RU" b="0" i="0"/>
            <a:t>1648–1649 рр.</a:t>
          </a:r>
          <a:endParaRPr lang="uk-UA"/>
        </a:p>
      </dgm:t>
    </dgm:pt>
    <dgm:pt modelId="{C59FE61D-9266-4181-AAFB-C0600BA00CC9}" type="parTrans" cxnId="{3F170C5A-0647-436F-8B00-27A0F5E9CE2F}">
      <dgm:prSet/>
      <dgm:spPr/>
      <dgm:t>
        <a:bodyPr/>
        <a:lstStyle/>
        <a:p>
          <a:endParaRPr lang="uk-UA"/>
        </a:p>
      </dgm:t>
    </dgm:pt>
    <dgm:pt modelId="{B10C88E6-3005-49C4-B2DA-91D178C092D6}" type="sibTrans" cxnId="{3F170C5A-0647-436F-8B00-27A0F5E9CE2F}">
      <dgm:prSet/>
      <dgm:spPr/>
      <dgm:t>
        <a:bodyPr/>
        <a:lstStyle/>
        <a:p>
          <a:endParaRPr lang="uk-UA"/>
        </a:p>
      </dgm:t>
    </dgm:pt>
    <dgm:pt modelId="{CE6D2B55-1EE8-409A-8F10-9F774CA91935}">
      <dgm:prSet/>
      <dgm:spPr/>
      <dgm:t>
        <a:bodyPr/>
        <a:lstStyle/>
        <a:p>
          <a:r>
            <a:rPr lang="ru-RU" b="0" i="0"/>
            <a:t>1650–1651 рр.</a:t>
          </a:r>
          <a:endParaRPr lang="uk-UA"/>
        </a:p>
      </dgm:t>
    </dgm:pt>
    <dgm:pt modelId="{A8510085-A3DE-4D09-BF14-F2B623695A3B}" type="parTrans" cxnId="{D19FAF8C-B88E-428E-9E8C-DCB6F8BDCB30}">
      <dgm:prSet/>
      <dgm:spPr/>
      <dgm:t>
        <a:bodyPr/>
        <a:lstStyle/>
        <a:p>
          <a:endParaRPr lang="uk-UA"/>
        </a:p>
      </dgm:t>
    </dgm:pt>
    <dgm:pt modelId="{6CB34B87-1C97-4147-97DC-4E53CD55B2AA}" type="sibTrans" cxnId="{D19FAF8C-B88E-428E-9E8C-DCB6F8BDCB30}">
      <dgm:prSet/>
      <dgm:spPr/>
      <dgm:t>
        <a:bodyPr/>
        <a:lstStyle/>
        <a:p>
          <a:endParaRPr lang="uk-UA"/>
        </a:p>
      </dgm:t>
    </dgm:pt>
    <dgm:pt modelId="{D2277959-15DA-4B72-898D-A22EF11839F1}">
      <dgm:prSet/>
      <dgm:spPr/>
      <dgm:t>
        <a:bodyPr/>
        <a:lstStyle/>
        <a:p>
          <a:r>
            <a:rPr lang="ru-RU" b="0" i="0"/>
            <a:t>1652–1654 рр.</a:t>
          </a:r>
          <a:endParaRPr lang="uk-UA"/>
        </a:p>
      </dgm:t>
    </dgm:pt>
    <dgm:pt modelId="{CFFDB6FE-0DFF-4F88-A6BC-8B8A157198E0}" type="parTrans" cxnId="{17BC1349-0A19-4D12-8361-598926A50DC9}">
      <dgm:prSet/>
      <dgm:spPr/>
      <dgm:t>
        <a:bodyPr/>
        <a:lstStyle/>
        <a:p>
          <a:endParaRPr lang="uk-UA"/>
        </a:p>
      </dgm:t>
    </dgm:pt>
    <dgm:pt modelId="{F7355D80-55E0-4179-B6B2-09DB851C5266}" type="sibTrans" cxnId="{17BC1349-0A19-4D12-8361-598926A50DC9}">
      <dgm:prSet/>
      <dgm:spPr/>
      <dgm:t>
        <a:bodyPr/>
        <a:lstStyle/>
        <a:p>
          <a:endParaRPr lang="uk-UA"/>
        </a:p>
      </dgm:t>
    </dgm:pt>
    <dgm:pt modelId="{47A837C9-767F-425C-B8E5-2927C9F95E85}">
      <dgm:prSet/>
      <dgm:spPr/>
      <dgm:t>
        <a:bodyPr/>
        <a:lstStyle/>
        <a:p>
          <a:r>
            <a:rPr lang="ru-RU" b="0" i="0"/>
            <a:t>1655–1657 рр.</a:t>
          </a:r>
          <a:endParaRPr lang="uk-UA"/>
        </a:p>
      </dgm:t>
    </dgm:pt>
    <dgm:pt modelId="{4A72FB3F-8235-47F3-AF69-510992FB08BA}" type="parTrans" cxnId="{38F63C1D-CABF-40E4-9AB3-0F67160CA3FB}">
      <dgm:prSet/>
      <dgm:spPr/>
      <dgm:t>
        <a:bodyPr/>
        <a:lstStyle/>
        <a:p>
          <a:endParaRPr lang="uk-UA"/>
        </a:p>
      </dgm:t>
    </dgm:pt>
    <dgm:pt modelId="{A0998165-1BB1-42CA-A449-12A82504EA87}" type="sibTrans" cxnId="{38F63C1D-CABF-40E4-9AB3-0F67160CA3FB}">
      <dgm:prSet/>
      <dgm:spPr/>
      <dgm:t>
        <a:bodyPr/>
        <a:lstStyle/>
        <a:p>
          <a:endParaRPr lang="uk-UA"/>
        </a:p>
      </dgm:t>
    </dgm:pt>
    <dgm:pt modelId="{0994A2DB-10CD-48B6-98D2-E1E7757AAA21}" type="pres">
      <dgm:prSet presAssocID="{2C9CFA24-1CC2-494B-B8F5-E0566F4ACCBD}" presName="matrix" presStyleCnt="0">
        <dgm:presLayoutVars>
          <dgm:chMax val="1"/>
          <dgm:dir/>
          <dgm:resizeHandles val="exact"/>
        </dgm:presLayoutVars>
      </dgm:prSet>
      <dgm:spPr/>
    </dgm:pt>
    <dgm:pt modelId="{7FEECAD1-EF4D-4F38-87D2-CB68F9701D33}" type="pres">
      <dgm:prSet presAssocID="{2C9CFA24-1CC2-494B-B8F5-E0566F4ACCBD}" presName="diamond" presStyleLbl="bgShp" presStyleIdx="0" presStyleCnt="1"/>
      <dgm:spPr/>
    </dgm:pt>
    <dgm:pt modelId="{0C9C335C-9A74-461F-A915-559C2365B266}" type="pres">
      <dgm:prSet presAssocID="{2C9CFA24-1CC2-494B-B8F5-E0566F4ACCBD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B2F8ACC-181F-4780-8550-7321CAFF7362}" type="pres">
      <dgm:prSet presAssocID="{2C9CFA24-1CC2-494B-B8F5-E0566F4ACCBD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031CEC9-35E2-4024-B15E-CCCC21BDA009}" type="pres">
      <dgm:prSet presAssocID="{2C9CFA24-1CC2-494B-B8F5-E0566F4ACCBD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D6B80C5-AA25-415C-975E-3D1086718275}" type="pres">
      <dgm:prSet presAssocID="{2C9CFA24-1CC2-494B-B8F5-E0566F4ACCBD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8F63C1D-CABF-40E4-9AB3-0F67160CA3FB}" srcId="{2C9CFA24-1CC2-494B-B8F5-E0566F4ACCBD}" destId="{47A837C9-767F-425C-B8E5-2927C9F95E85}" srcOrd="3" destOrd="0" parTransId="{4A72FB3F-8235-47F3-AF69-510992FB08BA}" sibTransId="{A0998165-1BB1-42CA-A449-12A82504EA87}"/>
    <dgm:cxn modelId="{48809B43-49BE-4D92-8708-C53372AA720A}" type="presOf" srcId="{A0FB3155-95C5-485E-A669-E60FA86DB6F5}" destId="{0C9C335C-9A74-461F-A915-559C2365B266}" srcOrd="0" destOrd="0" presId="urn:microsoft.com/office/officeart/2005/8/layout/matrix3"/>
    <dgm:cxn modelId="{17BC1349-0A19-4D12-8361-598926A50DC9}" srcId="{2C9CFA24-1CC2-494B-B8F5-E0566F4ACCBD}" destId="{D2277959-15DA-4B72-898D-A22EF11839F1}" srcOrd="2" destOrd="0" parTransId="{CFFDB6FE-0DFF-4F88-A6BC-8B8A157198E0}" sibTransId="{F7355D80-55E0-4179-B6B2-09DB851C5266}"/>
    <dgm:cxn modelId="{2CB20571-26D0-4636-A5AB-A3B9545472A3}" type="presOf" srcId="{CE6D2B55-1EE8-409A-8F10-9F774CA91935}" destId="{5B2F8ACC-181F-4780-8550-7321CAFF7362}" srcOrd="0" destOrd="0" presId="urn:microsoft.com/office/officeart/2005/8/layout/matrix3"/>
    <dgm:cxn modelId="{3F170C5A-0647-436F-8B00-27A0F5E9CE2F}" srcId="{2C9CFA24-1CC2-494B-B8F5-E0566F4ACCBD}" destId="{A0FB3155-95C5-485E-A669-E60FA86DB6F5}" srcOrd="0" destOrd="0" parTransId="{C59FE61D-9266-4181-AAFB-C0600BA00CC9}" sibTransId="{B10C88E6-3005-49C4-B2DA-91D178C092D6}"/>
    <dgm:cxn modelId="{D19FAF8C-B88E-428E-9E8C-DCB6F8BDCB30}" srcId="{2C9CFA24-1CC2-494B-B8F5-E0566F4ACCBD}" destId="{CE6D2B55-1EE8-409A-8F10-9F774CA91935}" srcOrd="1" destOrd="0" parTransId="{A8510085-A3DE-4D09-BF14-F2B623695A3B}" sibTransId="{6CB34B87-1C97-4147-97DC-4E53CD55B2AA}"/>
    <dgm:cxn modelId="{077C14A8-8708-469F-AC66-73BFCACD286F}" type="presOf" srcId="{2C9CFA24-1CC2-494B-B8F5-E0566F4ACCBD}" destId="{0994A2DB-10CD-48B6-98D2-E1E7757AAA21}" srcOrd="0" destOrd="0" presId="urn:microsoft.com/office/officeart/2005/8/layout/matrix3"/>
    <dgm:cxn modelId="{6BA063DD-018D-4C0C-A019-A07C85FE3B6A}" type="presOf" srcId="{47A837C9-767F-425C-B8E5-2927C9F95E85}" destId="{4D6B80C5-AA25-415C-975E-3D1086718275}" srcOrd="0" destOrd="0" presId="urn:microsoft.com/office/officeart/2005/8/layout/matrix3"/>
    <dgm:cxn modelId="{6A0E82F0-0F4A-4D23-95F3-8994DD907DDC}" type="presOf" srcId="{D2277959-15DA-4B72-898D-A22EF11839F1}" destId="{6031CEC9-35E2-4024-B15E-CCCC21BDA009}" srcOrd="0" destOrd="0" presId="urn:microsoft.com/office/officeart/2005/8/layout/matrix3"/>
    <dgm:cxn modelId="{EAFDE934-E1EF-4A7F-B779-B4BF19992204}" type="presParOf" srcId="{0994A2DB-10CD-48B6-98D2-E1E7757AAA21}" destId="{7FEECAD1-EF4D-4F38-87D2-CB68F9701D33}" srcOrd="0" destOrd="0" presId="urn:microsoft.com/office/officeart/2005/8/layout/matrix3"/>
    <dgm:cxn modelId="{4BD536B5-FBB4-469F-BFEC-3554318AEC47}" type="presParOf" srcId="{0994A2DB-10CD-48B6-98D2-E1E7757AAA21}" destId="{0C9C335C-9A74-461F-A915-559C2365B266}" srcOrd="1" destOrd="0" presId="urn:microsoft.com/office/officeart/2005/8/layout/matrix3"/>
    <dgm:cxn modelId="{04A889E7-418F-4BBF-AECE-347F23BFB1C6}" type="presParOf" srcId="{0994A2DB-10CD-48B6-98D2-E1E7757AAA21}" destId="{5B2F8ACC-181F-4780-8550-7321CAFF7362}" srcOrd="2" destOrd="0" presId="urn:microsoft.com/office/officeart/2005/8/layout/matrix3"/>
    <dgm:cxn modelId="{CB241656-3FEE-477E-BA40-6AAE1453B3A7}" type="presParOf" srcId="{0994A2DB-10CD-48B6-98D2-E1E7757AAA21}" destId="{6031CEC9-35E2-4024-B15E-CCCC21BDA009}" srcOrd="3" destOrd="0" presId="urn:microsoft.com/office/officeart/2005/8/layout/matrix3"/>
    <dgm:cxn modelId="{FAAD4E02-BD3E-48FA-8043-A818F50DEBFE}" type="presParOf" srcId="{0994A2DB-10CD-48B6-98D2-E1E7757AAA21}" destId="{4D6B80C5-AA25-415C-975E-3D108671827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7CA61D3E-F2AA-43E1-B566-6E7C9E787477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0178F6D-F618-461F-A5B1-340003A21C37}">
      <dgm:prSet/>
      <dgm:spPr/>
      <dgm:t>
        <a:bodyPr/>
        <a:lstStyle/>
        <a:p>
          <a:r>
            <a:rPr lang="ru-RU" b="0" i="0"/>
            <a:t>1648 р.</a:t>
          </a:r>
          <a:endParaRPr lang="uk-UA"/>
        </a:p>
      </dgm:t>
    </dgm:pt>
    <dgm:pt modelId="{7A1F2031-B06B-4000-B3A2-62C1BE718CD5}" type="parTrans" cxnId="{C5B8B420-4112-4F2C-BFBF-D9AF0864AD29}">
      <dgm:prSet/>
      <dgm:spPr/>
      <dgm:t>
        <a:bodyPr/>
        <a:lstStyle/>
        <a:p>
          <a:endParaRPr lang="uk-UA"/>
        </a:p>
      </dgm:t>
    </dgm:pt>
    <dgm:pt modelId="{4475474A-9391-428F-9B10-EC516AD1C456}" type="sibTrans" cxnId="{C5B8B420-4112-4F2C-BFBF-D9AF0864AD29}">
      <dgm:prSet/>
      <dgm:spPr/>
      <dgm:t>
        <a:bodyPr/>
        <a:lstStyle/>
        <a:p>
          <a:endParaRPr lang="uk-UA"/>
        </a:p>
      </dgm:t>
    </dgm:pt>
    <dgm:pt modelId="{CB08E8F9-4D8E-4BF5-8EC1-6FCE2D8DC74B}">
      <dgm:prSet/>
      <dgm:spPr/>
      <dgm:t>
        <a:bodyPr/>
        <a:lstStyle/>
        <a:p>
          <a:r>
            <a:rPr lang="ru-RU" b="0" i="0"/>
            <a:t>1649 р.</a:t>
          </a:r>
          <a:endParaRPr lang="uk-UA"/>
        </a:p>
      </dgm:t>
    </dgm:pt>
    <dgm:pt modelId="{FE95E728-2C54-423C-B28A-C58DAB843554}" type="parTrans" cxnId="{CC713D8B-5CC0-4B11-8F45-CC7AF6F142B5}">
      <dgm:prSet/>
      <dgm:spPr/>
      <dgm:t>
        <a:bodyPr/>
        <a:lstStyle/>
        <a:p>
          <a:endParaRPr lang="uk-UA"/>
        </a:p>
      </dgm:t>
    </dgm:pt>
    <dgm:pt modelId="{38A88862-7982-45C9-BF05-EA83B58D830D}" type="sibTrans" cxnId="{CC713D8B-5CC0-4B11-8F45-CC7AF6F142B5}">
      <dgm:prSet/>
      <dgm:spPr/>
      <dgm:t>
        <a:bodyPr/>
        <a:lstStyle/>
        <a:p>
          <a:endParaRPr lang="uk-UA"/>
        </a:p>
      </dgm:t>
    </dgm:pt>
    <dgm:pt modelId="{EFCDE2FE-BCE4-43C0-9A0E-511F277F9710}">
      <dgm:prSet/>
      <dgm:spPr/>
      <dgm:t>
        <a:bodyPr/>
        <a:lstStyle/>
        <a:p>
          <a:r>
            <a:rPr lang="ru-RU" b="0" i="0"/>
            <a:t>1651 р.</a:t>
          </a:r>
          <a:endParaRPr lang="uk-UA"/>
        </a:p>
      </dgm:t>
    </dgm:pt>
    <dgm:pt modelId="{4DC9EBE8-2C1F-467E-8E85-1B2E091200BA}" type="parTrans" cxnId="{9F1048B3-4978-436F-BD57-9375B8E09C8C}">
      <dgm:prSet/>
      <dgm:spPr/>
      <dgm:t>
        <a:bodyPr/>
        <a:lstStyle/>
        <a:p>
          <a:endParaRPr lang="uk-UA"/>
        </a:p>
      </dgm:t>
    </dgm:pt>
    <dgm:pt modelId="{C67BF938-4969-4BD8-A95E-79379F6F34EC}" type="sibTrans" cxnId="{9F1048B3-4978-436F-BD57-9375B8E09C8C}">
      <dgm:prSet/>
      <dgm:spPr/>
      <dgm:t>
        <a:bodyPr/>
        <a:lstStyle/>
        <a:p>
          <a:endParaRPr lang="uk-UA"/>
        </a:p>
      </dgm:t>
    </dgm:pt>
    <dgm:pt modelId="{2E274D96-43A3-4DC1-AC58-9793C5F637A6}">
      <dgm:prSet/>
      <dgm:spPr/>
      <dgm:t>
        <a:bodyPr/>
        <a:lstStyle/>
        <a:p>
          <a:r>
            <a:rPr lang="ru-RU" b="0" i="0" dirty="0"/>
            <a:t>1652 р.</a:t>
          </a:r>
          <a:endParaRPr lang="uk-UA" dirty="0"/>
        </a:p>
      </dgm:t>
    </dgm:pt>
    <dgm:pt modelId="{B26FA587-3090-4140-940F-A4C103B38FAA}" type="parTrans" cxnId="{246E45DE-0213-4448-AE04-1CB2478D4F65}">
      <dgm:prSet/>
      <dgm:spPr/>
      <dgm:t>
        <a:bodyPr/>
        <a:lstStyle/>
        <a:p>
          <a:endParaRPr lang="uk-UA"/>
        </a:p>
      </dgm:t>
    </dgm:pt>
    <dgm:pt modelId="{33E30B5E-91B0-4974-96F1-9FC700210A13}" type="sibTrans" cxnId="{246E45DE-0213-4448-AE04-1CB2478D4F65}">
      <dgm:prSet/>
      <dgm:spPr/>
      <dgm:t>
        <a:bodyPr/>
        <a:lstStyle/>
        <a:p>
          <a:endParaRPr lang="uk-UA"/>
        </a:p>
      </dgm:t>
    </dgm:pt>
    <dgm:pt modelId="{CB54C075-5224-4542-926F-2A1E1EC4C546}" type="pres">
      <dgm:prSet presAssocID="{7CA61D3E-F2AA-43E1-B566-6E7C9E787477}" presName="matrix" presStyleCnt="0">
        <dgm:presLayoutVars>
          <dgm:chMax val="1"/>
          <dgm:dir/>
          <dgm:resizeHandles val="exact"/>
        </dgm:presLayoutVars>
      </dgm:prSet>
      <dgm:spPr/>
    </dgm:pt>
    <dgm:pt modelId="{4118D258-B84E-488C-AC65-8A8FA5A4CB5F}" type="pres">
      <dgm:prSet presAssocID="{7CA61D3E-F2AA-43E1-B566-6E7C9E787477}" presName="diamond" presStyleLbl="bgShp" presStyleIdx="0" presStyleCnt="1"/>
      <dgm:spPr/>
    </dgm:pt>
    <dgm:pt modelId="{BCBF789E-03A0-4793-8F43-B1D8C1D57730}" type="pres">
      <dgm:prSet presAssocID="{7CA61D3E-F2AA-43E1-B566-6E7C9E78747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9A518C3-341A-40E6-A9DA-F882C1D3F116}" type="pres">
      <dgm:prSet presAssocID="{7CA61D3E-F2AA-43E1-B566-6E7C9E78747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B0F0214-CBEE-42C1-9468-1837ABB1105C}" type="pres">
      <dgm:prSet presAssocID="{7CA61D3E-F2AA-43E1-B566-6E7C9E78747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6163467-B38D-42C9-97EC-F8787471AC92}" type="pres">
      <dgm:prSet presAssocID="{7CA61D3E-F2AA-43E1-B566-6E7C9E78747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0E5880F-176D-4D0E-9F27-3F62CE01B8A3}" type="presOf" srcId="{EFCDE2FE-BCE4-43C0-9A0E-511F277F9710}" destId="{6B0F0214-CBEE-42C1-9468-1837ABB1105C}" srcOrd="0" destOrd="0" presId="urn:microsoft.com/office/officeart/2005/8/layout/matrix3"/>
    <dgm:cxn modelId="{C5B8B420-4112-4F2C-BFBF-D9AF0864AD29}" srcId="{7CA61D3E-F2AA-43E1-B566-6E7C9E787477}" destId="{20178F6D-F618-461F-A5B1-340003A21C37}" srcOrd="0" destOrd="0" parTransId="{7A1F2031-B06B-4000-B3A2-62C1BE718CD5}" sibTransId="{4475474A-9391-428F-9B10-EC516AD1C456}"/>
    <dgm:cxn modelId="{6763364E-C082-4379-98A7-F413EF24FBAE}" type="presOf" srcId="{7CA61D3E-F2AA-43E1-B566-6E7C9E787477}" destId="{CB54C075-5224-4542-926F-2A1E1EC4C546}" srcOrd="0" destOrd="0" presId="urn:microsoft.com/office/officeart/2005/8/layout/matrix3"/>
    <dgm:cxn modelId="{24ECB680-40BB-41CC-8E70-635F6FA971C7}" type="presOf" srcId="{20178F6D-F618-461F-A5B1-340003A21C37}" destId="{BCBF789E-03A0-4793-8F43-B1D8C1D57730}" srcOrd="0" destOrd="0" presId="urn:microsoft.com/office/officeart/2005/8/layout/matrix3"/>
    <dgm:cxn modelId="{CC713D8B-5CC0-4B11-8F45-CC7AF6F142B5}" srcId="{7CA61D3E-F2AA-43E1-B566-6E7C9E787477}" destId="{CB08E8F9-4D8E-4BF5-8EC1-6FCE2D8DC74B}" srcOrd="1" destOrd="0" parTransId="{FE95E728-2C54-423C-B28A-C58DAB843554}" sibTransId="{38A88862-7982-45C9-BF05-EA83B58D830D}"/>
    <dgm:cxn modelId="{9F1048B3-4978-436F-BD57-9375B8E09C8C}" srcId="{7CA61D3E-F2AA-43E1-B566-6E7C9E787477}" destId="{EFCDE2FE-BCE4-43C0-9A0E-511F277F9710}" srcOrd="2" destOrd="0" parTransId="{4DC9EBE8-2C1F-467E-8E85-1B2E091200BA}" sibTransId="{C67BF938-4969-4BD8-A95E-79379F6F34EC}"/>
    <dgm:cxn modelId="{014C05CF-28D4-446F-9802-8D7E2738F420}" type="presOf" srcId="{CB08E8F9-4D8E-4BF5-8EC1-6FCE2D8DC74B}" destId="{99A518C3-341A-40E6-A9DA-F882C1D3F116}" srcOrd="0" destOrd="0" presId="urn:microsoft.com/office/officeart/2005/8/layout/matrix3"/>
    <dgm:cxn modelId="{246E45DE-0213-4448-AE04-1CB2478D4F65}" srcId="{7CA61D3E-F2AA-43E1-B566-6E7C9E787477}" destId="{2E274D96-43A3-4DC1-AC58-9793C5F637A6}" srcOrd="3" destOrd="0" parTransId="{B26FA587-3090-4140-940F-A4C103B38FAA}" sibTransId="{33E30B5E-91B0-4974-96F1-9FC700210A13}"/>
    <dgm:cxn modelId="{063591F3-63B5-45A3-9824-3F38CDD6769D}" type="presOf" srcId="{2E274D96-43A3-4DC1-AC58-9793C5F637A6}" destId="{66163467-B38D-42C9-97EC-F8787471AC92}" srcOrd="0" destOrd="0" presId="urn:microsoft.com/office/officeart/2005/8/layout/matrix3"/>
    <dgm:cxn modelId="{703FA0EF-89D5-40AC-97B8-074D1E0E8503}" type="presParOf" srcId="{CB54C075-5224-4542-926F-2A1E1EC4C546}" destId="{4118D258-B84E-488C-AC65-8A8FA5A4CB5F}" srcOrd="0" destOrd="0" presId="urn:microsoft.com/office/officeart/2005/8/layout/matrix3"/>
    <dgm:cxn modelId="{ADD0BFA2-7E6F-4D8F-80C2-A8D9354FD9B5}" type="presParOf" srcId="{CB54C075-5224-4542-926F-2A1E1EC4C546}" destId="{BCBF789E-03A0-4793-8F43-B1D8C1D57730}" srcOrd="1" destOrd="0" presId="urn:microsoft.com/office/officeart/2005/8/layout/matrix3"/>
    <dgm:cxn modelId="{4E7ED12F-57CA-4EDB-9F89-F7CDF1BBCA2A}" type="presParOf" srcId="{CB54C075-5224-4542-926F-2A1E1EC4C546}" destId="{99A518C3-341A-40E6-A9DA-F882C1D3F116}" srcOrd="2" destOrd="0" presId="urn:microsoft.com/office/officeart/2005/8/layout/matrix3"/>
    <dgm:cxn modelId="{A95C9A15-AB25-44F0-8A8C-8708A3801E03}" type="presParOf" srcId="{CB54C075-5224-4542-926F-2A1E1EC4C546}" destId="{6B0F0214-CBEE-42C1-9468-1837ABB1105C}" srcOrd="3" destOrd="0" presId="urn:microsoft.com/office/officeart/2005/8/layout/matrix3"/>
    <dgm:cxn modelId="{89F665C1-DE08-4D9D-B3A5-FCCC597A3953}" type="presParOf" srcId="{CB54C075-5224-4542-926F-2A1E1EC4C546}" destId="{66163467-B38D-42C9-97EC-F8787471AC9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9.xml><?xml version="1.0" encoding="utf-8"?>
<dgm:dataModel xmlns:dgm="http://schemas.openxmlformats.org/drawingml/2006/diagram" xmlns:a="http://schemas.openxmlformats.org/drawingml/2006/main">
  <dgm:ptLst>
    <dgm:pt modelId="{F1622F2A-4D1A-477F-88F8-1A3709DEC14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1908F04-0A6F-43E7-8A14-721A6B392F40}">
      <dgm:prSet/>
      <dgm:spPr/>
      <dgm:t>
        <a:bodyPr/>
        <a:lstStyle/>
        <a:p>
          <a:r>
            <a:rPr lang="uk-UA" b="0" i="0"/>
            <a:t>прийняття «Ординації Війська Запорозького…».</a:t>
          </a:r>
          <a:endParaRPr lang="uk-UA"/>
        </a:p>
      </dgm:t>
    </dgm:pt>
    <dgm:pt modelId="{FCD56269-517C-4EE2-840F-91DAACD8C494}" type="parTrans" cxnId="{A68F5C3C-7FE8-455C-AF3F-58668E86CBDE}">
      <dgm:prSet/>
      <dgm:spPr/>
      <dgm:t>
        <a:bodyPr/>
        <a:lstStyle/>
        <a:p>
          <a:endParaRPr lang="uk-UA"/>
        </a:p>
      </dgm:t>
    </dgm:pt>
    <dgm:pt modelId="{995B21BD-7468-479F-9165-E383205E851F}" type="sibTrans" cxnId="{A68F5C3C-7FE8-455C-AF3F-58668E86CBDE}">
      <dgm:prSet/>
      <dgm:spPr/>
      <dgm:t>
        <a:bodyPr/>
        <a:lstStyle/>
        <a:p>
          <a:endParaRPr lang="uk-UA"/>
        </a:p>
      </dgm:t>
    </dgm:pt>
    <dgm:pt modelId="{D63B752A-FB84-4B62-A6B5-972209369FF2}">
      <dgm:prSet/>
      <dgm:spPr/>
      <dgm:t>
        <a:bodyPr/>
        <a:lstStyle/>
        <a:p>
          <a:r>
            <a:rPr lang="uk-UA" b="0" i="0"/>
            <a:t>підписання мирної угоди з Московською державою.</a:t>
          </a:r>
          <a:endParaRPr lang="uk-UA"/>
        </a:p>
      </dgm:t>
    </dgm:pt>
    <dgm:pt modelId="{286F6BCA-34F6-4F12-B84D-F8F45B867DEF}" type="parTrans" cxnId="{E5961E23-EE49-4AF4-8648-06DDE77D50DC}">
      <dgm:prSet/>
      <dgm:spPr/>
      <dgm:t>
        <a:bodyPr/>
        <a:lstStyle/>
        <a:p>
          <a:endParaRPr lang="uk-UA"/>
        </a:p>
      </dgm:t>
    </dgm:pt>
    <dgm:pt modelId="{E807D86D-E70B-4351-AADE-813EF17CD8ED}" type="sibTrans" cxnId="{E5961E23-EE49-4AF4-8648-06DDE77D50DC}">
      <dgm:prSet/>
      <dgm:spPr/>
      <dgm:t>
        <a:bodyPr/>
        <a:lstStyle/>
        <a:p>
          <a:endParaRPr lang="uk-UA"/>
        </a:p>
      </dgm:t>
    </dgm:pt>
    <dgm:pt modelId="{2937337C-5635-47E3-AC00-78DF0B21F3A4}">
      <dgm:prSet/>
      <dgm:spPr/>
      <dgm:t>
        <a:bodyPr/>
        <a:lstStyle/>
        <a:p>
          <a:r>
            <a:rPr lang="uk-UA" b="0" i="0" dirty="0"/>
            <a:t>заборони козацьким загонам перебувати на Запорозькій Січі.</a:t>
          </a:r>
          <a:endParaRPr lang="uk-UA" dirty="0"/>
        </a:p>
      </dgm:t>
    </dgm:pt>
    <dgm:pt modelId="{9F079609-B9EE-47F2-A850-DFEC915E2FEE}" type="parTrans" cxnId="{B69D53D4-D248-4914-ADE7-B2257FE0A018}">
      <dgm:prSet/>
      <dgm:spPr/>
      <dgm:t>
        <a:bodyPr/>
        <a:lstStyle/>
        <a:p>
          <a:endParaRPr lang="uk-UA"/>
        </a:p>
      </dgm:t>
    </dgm:pt>
    <dgm:pt modelId="{C9A510AA-E13C-4CD2-9C6B-340520088119}" type="sibTrans" cxnId="{B69D53D4-D248-4914-ADE7-B2257FE0A018}">
      <dgm:prSet/>
      <dgm:spPr/>
      <dgm:t>
        <a:bodyPr/>
        <a:lstStyle/>
        <a:p>
          <a:endParaRPr lang="uk-UA"/>
        </a:p>
      </dgm:t>
    </dgm:pt>
    <dgm:pt modelId="{3E601894-1966-4609-B24E-A82A3873C8E7}">
      <dgm:prSet/>
      <dgm:spPr/>
      <dgm:t>
        <a:bodyPr/>
        <a:lstStyle/>
        <a:p>
          <a:r>
            <a:rPr lang="uk-UA" b="0" i="0" dirty="0"/>
            <a:t>початку звільнення українських земель від польського панування.</a:t>
          </a:r>
          <a:endParaRPr lang="uk-UA" dirty="0"/>
        </a:p>
      </dgm:t>
    </dgm:pt>
    <dgm:pt modelId="{F18F63DC-BD11-4B72-A4FE-A114E24472EB}" type="parTrans" cxnId="{F2DBD240-E766-45D5-B43F-43DF59D60C7B}">
      <dgm:prSet/>
      <dgm:spPr/>
      <dgm:t>
        <a:bodyPr/>
        <a:lstStyle/>
        <a:p>
          <a:endParaRPr lang="uk-UA"/>
        </a:p>
      </dgm:t>
    </dgm:pt>
    <dgm:pt modelId="{3B9E785F-9CEF-4DCF-9AD9-0041DBA5AD74}" type="sibTrans" cxnId="{F2DBD240-E766-45D5-B43F-43DF59D60C7B}">
      <dgm:prSet/>
      <dgm:spPr/>
      <dgm:t>
        <a:bodyPr/>
        <a:lstStyle/>
        <a:p>
          <a:endParaRPr lang="uk-UA"/>
        </a:p>
      </dgm:t>
    </dgm:pt>
    <dgm:pt modelId="{251EF54A-7AC1-4F5F-9539-E97C76E404AB}" type="pres">
      <dgm:prSet presAssocID="{F1622F2A-4D1A-477F-88F8-1A3709DEC14A}" presName="linear" presStyleCnt="0">
        <dgm:presLayoutVars>
          <dgm:animLvl val="lvl"/>
          <dgm:resizeHandles val="exact"/>
        </dgm:presLayoutVars>
      </dgm:prSet>
      <dgm:spPr/>
    </dgm:pt>
    <dgm:pt modelId="{4D4118A0-711F-40FF-BFAD-2BAAD1E432C8}" type="pres">
      <dgm:prSet presAssocID="{C1908F04-0A6F-43E7-8A14-721A6B392F4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2271FDC-1520-4633-994F-58B22FB47119}" type="pres">
      <dgm:prSet presAssocID="{995B21BD-7468-479F-9165-E383205E851F}" presName="spacer" presStyleCnt="0"/>
      <dgm:spPr/>
    </dgm:pt>
    <dgm:pt modelId="{D8537355-98ED-4239-B074-9AA9CC614174}" type="pres">
      <dgm:prSet presAssocID="{D63B752A-FB84-4B62-A6B5-972209369FF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C5F8BFF-2351-436C-85E5-CD3FDA252BCC}" type="pres">
      <dgm:prSet presAssocID="{E807D86D-E70B-4351-AADE-813EF17CD8ED}" presName="spacer" presStyleCnt="0"/>
      <dgm:spPr/>
    </dgm:pt>
    <dgm:pt modelId="{E72EBBE6-756D-4131-A954-CCEBB61333D5}" type="pres">
      <dgm:prSet presAssocID="{2937337C-5635-47E3-AC00-78DF0B21F3A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B4AD632-A5A5-4430-8C59-B46BDF6EB681}" type="pres">
      <dgm:prSet presAssocID="{C9A510AA-E13C-4CD2-9C6B-340520088119}" presName="spacer" presStyleCnt="0"/>
      <dgm:spPr/>
    </dgm:pt>
    <dgm:pt modelId="{824713A3-E497-4D9B-8ADE-C8C9D0235310}" type="pres">
      <dgm:prSet presAssocID="{3E601894-1966-4609-B24E-A82A3873C8E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CE3FD04-30B1-4B39-A5F2-15159031F0F3}" type="presOf" srcId="{F1622F2A-4D1A-477F-88F8-1A3709DEC14A}" destId="{251EF54A-7AC1-4F5F-9539-E97C76E404AB}" srcOrd="0" destOrd="0" presId="urn:microsoft.com/office/officeart/2005/8/layout/vList2"/>
    <dgm:cxn modelId="{E5961E23-EE49-4AF4-8648-06DDE77D50DC}" srcId="{F1622F2A-4D1A-477F-88F8-1A3709DEC14A}" destId="{D63B752A-FB84-4B62-A6B5-972209369FF2}" srcOrd="1" destOrd="0" parTransId="{286F6BCA-34F6-4F12-B84D-F8F45B867DEF}" sibTransId="{E807D86D-E70B-4351-AADE-813EF17CD8ED}"/>
    <dgm:cxn modelId="{5A9F3925-4570-443C-B3FB-A0DC3D2FE097}" type="presOf" srcId="{C1908F04-0A6F-43E7-8A14-721A6B392F40}" destId="{4D4118A0-711F-40FF-BFAD-2BAAD1E432C8}" srcOrd="0" destOrd="0" presId="urn:microsoft.com/office/officeart/2005/8/layout/vList2"/>
    <dgm:cxn modelId="{A68F5C3C-7FE8-455C-AF3F-58668E86CBDE}" srcId="{F1622F2A-4D1A-477F-88F8-1A3709DEC14A}" destId="{C1908F04-0A6F-43E7-8A14-721A6B392F40}" srcOrd="0" destOrd="0" parTransId="{FCD56269-517C-4EE2-840F-91DAACD8C494}" sibTransId="{995B21BD-7468-479F-9165-E383205E851F}"/>
    <dgm:cxn modelId="{F2DBD240-E766-45D5-B43F-43DF59D60C7B}" srcId="{F1622F2A-4D1A-477F-88F8-1A3709DEC14A}" destId="{3E601894-1966-4609-B24E-A82A3873C8E7}" srcOrd="3" destOrd="0" parTransId="{F18F63DC-BD11-4B72-A4FE-A114E24472EB}" sibTransId="{3B9E785F-9CEF-4DCF-9AD9-0041DBA5AD74}"/>
    <dgm:cxn modelId="{F3C54461-B8BE-4F0E-AF77-5FE83661FF2D}" type="presOf" srcId="{3E601894-1966-4609-B24E-A82A3873C8E7}" destId="{824713A3-E497-4D9B-8ADE-C8C9D0235310}" srcOrd="0" destOrd="0" presId="urn:microsoft.com/office/officeart/2005/8/layout/vList2"/>
    <dgm:cxn modelId="{2BBD467C-B799-45E6-8A46-DE6E41B1FDD5}" type="presOf" srcId="{2937337C-5635-47E3-AC00-78DF0B21F3A4}" destId="{E72EBBE6-756D-4131-A954-CCEBB61333D5}" srcOrd="0" destOrd="0" presId="urn:microsoft.com/office/officeart/2005/8/layout/vList2"/>
    <dgm:cxn modelId="{B69D53D4-D248-4914-ADE7-B2257FE0A018}" srcId="{F1622F2A-4D1A-477F-88F8-1A3709DEC14A}" destId="{2937337C-5635-47E3-AC00-78DF0B21F3A4}" srcOrd="2" destOrd="0" parTransId="{9F079609-B9EE-47F2-A850-DFEC915E2FEE}" sibTransId="{C9A510AA-E13C-4CD2-9C6B-340520088119}"/>
    <dgm:cxn modelId="{36B93CF4-91DA-493D-863A-F9E959D1CC08}" type="presOf" srcId="{D63B752A-FB84-4B62-A6B5-972209369FF2}" destId="{D8537355-98ED-4239-B074-9AA9CC614174}" srcOrd="0" destOrd="0" presId="urn:microsoft.com/office/officeart/2005/8/layout/vList2"/>
    <dgm:cxn modelId="{A7FAFB1C-DD1A-4E4E-A68E-75C03B2C8032}" type="presParOf" srcId="{251EF54A-7AC1-4F5F-9539-E97C76E404AB}" destId="{4D4118A0-711F-40FF-BFAD-2BAAD1E432C8}" srcOrd="0" destOrd="0" presId="urn:microsoft.com/office/officeart/2005/8/layout/vList2"/>
    <dgm:cxn modelId="{71190AF0-A8B6-47F6-A720-D13AFA43B0F1}" type="presParOf" srcId="{251EF54A-7AC1-4F5F-9539-E97C76E404AB}" destId="{A2271FDC-1520-4633-994F-58B22FB47119}" srcOrd="1" destOrd="0" presId="urn:microsoft.com/office/officeart/2005/8/layout/vList2"/>
    <dgm:cxn modelId="{B9861D2C-BB2C-453D-ACD5-F6F52CE31679}" type="presParOf" srcId="{251EF54A-7AC1-4F5F-9539-E97C76E404AB}" destId="{D8537355-98ED-4239-B074-9AA9CC614174}" srcOrd="2" destOrd="0" presId="urn:microsoft.com/office/officeart/2005/8/layout/vList2"/>
    <dgm:cxn modelId="{C966AE72-1C15-42E9-8657-99EA7A6B0BB1}" type="presParOf" srcId="{251EF54A-7AC1-4F5F-9539-E97C76E404AB}" destId="{6C5F8BFF-2351-436C-85E5-CD3FDA252BCC}" srcOrd="3" destOrd="0" presId="urn:microsoft.com/office/officeart/2005/8/layout/vList2"/>
    <dgm:cxn modelId="{61915FA9-7157-4076-AD98-5D9217C40DF6}" type="presParOf" srcId="{251EF54A-7AC1-4F5F-9539-E97C76E404AB}" destId="{E72EBBE6-756D-4131-A954-CCEBB61333D5}" srcOrd="4" destOrd="0" presId="urn:microsoft.com/office/officeart/2005/8/layout/vList2"/>
    <dgm:cxn modelId="{08CA3B5C-4AA4-42E2-9BF8-1D5D66D0F975}" type="presParOf" srcId="{251EF54A-7AC1-4F5F-9539-E97C76E404AB}" destId="{9B4AD632-A5A5-4430-8C59-B46BDF6EB681}" srcOrd="5" destOrd="0" presId="urn:microsoft.com/office/officeart/2005/8/layout/vList2"/>
    <dgm:cxn modelId="{9458B362-75C1-4857-B65E-8C015EC375BB}" type="presParOf" srcId="{251EF54A-7AC1-4F5F-9539-E97C76E404AB}" destId="{824713A3-E497-4D9B-8ADE-C8C9D023531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0.xml><?xml version="1.0" encoding="utf-8"?>
<dgm:dataModel xmlns:dgm="http://schemas.openxmlformats.org/drawingml/2006/diagram" xmlns:a="http://schemas.openxmlformats.org/drawingml/2006/main">
  <dgm:ptLst>
    <dgm:pt modelId="{944527A2-3CD5-4939-A88F-AE3BD464970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8918534-7ABA-4B59-B62C-2C37F0BBE97B}">
      <dgm:prSet/>
      <dgm:spPr/>
      <dgm:t>
        <a:bodyPr/>
        <a:lstStyle/>
        <a:p>
          <a:r>
            <a:rPr lang="uk-UA" b="0" i="0"/>
            <a:t>наданням Московським царством військової допомоги Україні, що сприяло успішному завершенню літньої кампанії та укладенню мирного договору.</a:t>
          </a:r>
          <a:endParaRPr lang="uk-UA"/>
        </a:p>
      </dgm:t>
    </dgm:pt>
    <dgm:pt modelId="{E819A308-E11F-4E6C-A68B-2CA5CF673696}" type="parTrans" cxnId="{C9D3F714-8FA4-4475-B513-4031AB736DA9}">
      <dgm:prSet/>
      <dgm:spPr/>
      <dgm:t>
        <a:bodyPr/>
        <a:lstStyle/>
        <a:p>
          <a:endParaRPr lang="uk-UA"/>
        </a:p>
      </dgm:t>
    </dgm:pt>
    <dgm:pt modelId="{F6ADB4D0-D9A6-49BE-92F3-295656C9B25C}" type="sibTrans" cxnId="{C9D3F714-8FA4-4475-B513-4031AB736DA9}">
      <dgm:prSet/>
      <dgm:spPr/>
      <dgm:t>
        <a:bodyPr/>
        <a:lstStyle/>
        <a:p>
          <a:endParaRPr lang="uk-UA"/>
        </a:p>
      </dgm:t>
    </dgm:pt>
    <dgm:pt modelId="{3907F577-96F0-4E0E-80A1-D3AEA5CCEBDA}">
      <dgm:prSet/>
      <dgm:spPr/>
      <dgm:t>
        <a:bodyPr/>
        <a:lstStyle/>
        <a:p>
          <a:r>
            <a:rPr lang="uk-UA" b="0" i="0" dirty="0"/>
            <a:t>тривалою й виснажливою боротьбою між козацькими та польськими військами, що не принесла жодного воєнного успіху українцям.</a:t>
          </a:r>
          <a:endParaRPr lang="uk-UA" dirty="0"/>
        </a:p>
      </dgm:t>
    </dgm:pt>
    <dgm:pt modelId="{E51E5A55-C67C-467A-9260-2C5F7046467B}" type="parTrans" cxnId="{FCE82A5F-0D5A-48E5-84A4-BC66AC3B9C8E}">
      <dgm:prSet/>
      <dgm:spPr/>
      <dgm:t>
        <a:bodyPr/>
        <a:lstStyle/>
        <a:p>
          <a:endParaRPr lang="uk-UA"/>
        </a:p>
      </dgm:t>
    </dgm:pt>
    <dgm:pt modelId="{1A2D29A7-BED0-435A-8C69-C6A4BBDE237F}" type="sibTrans" cxnId="{FCE82A5F-0D5A-48E5-84A4-BC66AC3B9C8E}">
      <dgm:prSet/>
      <dgm:spPr/>
      <dgm:t>
        <a:bodyPr/>
        <a:lstStyle/>
        <a:p>
          <a:endParaRPr lang="uk-UA"/>
        </a:p>
      </dgm:t>
    </dgm:pt>
    <dgm:pt modelId="{5B096EA9-B646-4E6A-B485-A7CB3BFF5AA1}">
      <dgm:prSet/>
      <dgm:spPr/>
      <dgm:t>
        <a:bodyPr/>
        <a:lstStyle/>
        <a:p>
          <a:r>
            <a:rPr lang="uk-UA" b="0" i="0" dirty="0"/>
            <a:t>низкою </a:t>
          </a:r>
          <a:r>
            <a:rPr lang="uk-UA" b="0" i="0" dirty="0" err="1"/>
            <a:t>перемог</a:t>
          </a:r>
          <a:r>
            <a:rPr lang="uk-UA" b="0" i="0" dirty="0"/>
            <a:t> Війська Запорозького, які забезпечили автономію частині українських земель — трьом воєводствам у складі Речі Посполитої.</a:t>
          </a:r>
          <a:endParaRPr lang="uk-UA" dirty="0"/>
        </a:p>
      </dgm:t>
    </dgm:pt>
    <dgm:pt modelId="{82E64044-2220-486B-9EEB-6550D7CFE758}" type="parTrans" cxnId="{25760D35-6D20-4470-8117-7D4C090E3CC4}">
      <dgm:prSet/>
      <dgm:spPr/>
      <dgm:t>
        <a:bodyPr/>
        <a:lstStyle/>
        <a:p>
          <a:endParaRPr lang="uk-UA"/>
        </a:p>
      </dgm:t>
    </dgm:pt>
    <dgm:pt modelId="{6D1DC733-6C31-4C35-9D92-A41424F7EECF}" type="sibTrans" cxnId="{25760D35-6D20-4470-8117-7D4C090E3CC4}">
      <dgm:prSet/>
      <dgm:spPr/>
      <dgm:t>
        <a:bodyPr/>
        <a:lstStyle/>
        <a:p>
          <a:endParaRPr lang="uk-UA"/>
        </a:p>
      </dgm:t>
    </dgm:pt>
    <dgm:pt modelId="{20024DCA-F1D8-4DBC-A3BE-6966A3A3496D}">
      <dgm:prSet/>
      <dgm:spPr/>
      <dgm:t>
        <a:bodyPr/>
        <a:lstStyle/>
        <a:p>
          <a:r>
            <a:rPr lang="uk-UA" b="0" i="0" dirty="0"/>
            <a:t>підписанням Україною військового союзу зі Швецією та Трансільванією, успішними спільними діями союзних військ на території Польщі.</a:t>
          </a:r>
          <a:endParaRPr lang="uk-UA" dirty="0"/>
        </a:p>
      </dgm:t>
    </dgm:pt>
    <dgm:pt modelId="{E0F62BB4-367D-4427-B27E-2F1E6E7647B8}" type="parTrans" cxnId="{61F2D80D-1AE5-4D05-B47E-F32023FC44E8}">
      <dgm:prSet/>
      <dgm:spPr/>
      <dgm:t>
        <a:bodyPr/>
        <a:lstStyle/>
        <a:p>
          <a:endParaRPr lang="uk-UA"/>
        </a:p>
      </dgm:t>
    </dgm:pt>
    <dgm:pt modelId="{7A526695-DD65-4D49-A6D2-574D05308D79}" type="sibTrans" cxnId="{61F2D80D-1AE5-4D05-B47E-F32023FC44E8}">
      <dgm:prSet/>
      <dgm:spPr/>
      <dgm:t>
        <a:bodyPr/>
        <a:lstStyle/>
        <a:p>
          <a:endParaRPr lang="uk-UA"/>
        </a:p>
      </dgm:t>
    </dgm:pt>
    <dgm:pt modelId="{16077165-C9A2-43DB-B0D4-8E85C59C3147}" type="pres">
      <dgm:prSet presAssocID="{944527A2-3CD5-4939-A88F-AE3BD4649706}" presName="Name0" presStyleCnt="0">
        <dgm:presLayoutVars>
          <dgm:chMax val="7"/>
          <dgm:chPref val="7"/>
          <dgm:dir/>
        </dgm:presLayoutVars>
      </dgm:prSet>
      <dgm:spPr/>
    </dgm:pt>
    <dgm:pt modelId="{52F54F37-6A70-41FF-B272-571A719D6D91}" type="pres">
      <dgm:prSet presAssocID="{944527A2-3CD5-4939-A88F-AE3BD4649706}" presName="Name1" presStyleCnt="0"/>
      <dgm:spPr/>
    </dgm:pt>
    <dgm:pt modelId="{A59FD263-EA4C-45E5-986A-45A3741BA2B5}" type="pres">
      <dgm:prSet presAssocID="{944527A2-3CD5-4939-A88F-AE3BD4649706}" presName="cycle" presStyleCnt="0"/>
      <dgm:spPr/>
    </dgm:pt>
    <dgm:pt modelId="{5C98A029-7667-481F-A256-61F34B370B08}" type="pres">
      <dgm:prSet presAssocID="{944527A2-3CD5-4939-A88F-AE3BD4649706}" presName="srcNode" presStyleLbl="node1" presStyleIdx="0" presStyleCnt="4"/>
      <dgm:spPr/>
    </dgm:pt>
    <dgm:pt modelId="{AE320D29-C443-417E-A11E-9BB6B08D509C}" type="pres">
      <dgm:prSet presAssocID="{944527A2-3CD5-4939-A88F-AE3BD4649706}" presName="conn" presStyleLbl="parChTrans1D2" presStyleIdx="0" presStyleCnt="1"/>
      <dgm:spPr/>
    </dgm:pt>
    <dgm:pt modelId="{19D57491-59C1-4779-87AE-DEC549A69ECC}" type="pres">
      <dgm:prSet presAssocID="{944527A2-3CD5-4939-A88F-AE3BD4649706}" presName="extraNode" presStyleLbl="node1" presStyleIdx="0" presStyleCnt="4"/>
      <dgm:spPr/>
    </dgm:pt>
    <dgm:pt modelId="{0AB6C067-6490-4883-912F-1A628518EA59}" type="pres">
      <dgm:prSet presAssocID="{944527A2-3CD5-4939-A88F-AE3BD4649706}" presName="dstNode" presStyleLbl="node1" presStyleIdx="0" presStyleCnt="4"/>
      <dgm:spPr/>
    </dgm:pt>
    <dgm:pt modelId="{3F4E45EC-64DA-4EC9-859F-47800E2E8C92}" type="pres">
      <dgm:prSet presAssocID="{28918534-7ABA-4B59-B62C-2C37F0BBE97B}" presName="text_1" presStyleLbl="node1" presStyleIdx="0" presStyleCnt="4">
        <dgm:presLayoutVars>
          <dgm:bulletEnabled val="1"/>
        </dgm:presLayoutVars>
      </dgm:prSet>
      <dgm:spPr/>
    </dgm:pt>
    <dgm:pt modelId="{D820A37D-E91C-4B11-B706-3F10B4BA7268}" type="pres">
      <dgm:prSet presAssocID="{28918534-7ABA-4B59-B62C-2C37F0BBE97B}" presName="accent_1" presStyleCnt="0"/>
      <dgm:spPr/>
    </dgm:pt>
    <dgm:pt modelId="{3C786F6B-2483-40D7-9937-22A84DDF570F}" type="pres">
      <dgm:prSet presAssocID="{28918534-7ABA-4B59-B62C-2C37F0BBE97B}" presName="accentRepeatNode" presStyleLbl="solidFgAcc1" presStyleIdx="0" presStyleCnt="4"/>
      <dgm:spPr/>
    </dgm:pt>
    <dgm:pt modelId="{A0AEAC33-78A2-414E-AEE0-EDB9739D0001}" type="pres">
      <dgm:prSet presAssocID="{3907F577-96F0-4E0E-80A1-D3AEA5CCEBDA}" presName="text_2" presStyleLbl="node1" presStyleIdx="1" presStyleCnt="4">
        <dgm:presLayoutVars>
          <dgm:bulletEnabled val="1"/>
        </dgm:presLayoutVars>
      </dgm:prSet>
      <dgm:spPr/>
    </dgm:pt>
    <dgm:pt modelId="{22E98CA7-A356-49AB-8F91-46A9C99DFAEF}" type="pres">
      <dgm:prSet presAssocID="{3907F577-96F0-4E0E-80A1-D3AEA5CCEBDA}" presName="accent_2" presStyleCnt="0"/>
      <dgm:spPr/>
    </dgm:pt>
    <dgm:pt modelId="{D386E2D0-2542-4128-AC3D-1B3C5493BA44}" type="pres">
      <dgm:prSet presAssocID="{3907F577-96F0-4E0E-80A1-D3AEA5CCEBDA}" presName="accentRepeatNode" presStyleLbl="solidFgAcc1" presStyleIdx="1" presStyleCnt="4"/>
      <dgm:spPr/>
    </dgm:pt>
    <dgm:pt modelId="{398E89EC-C88E-4F79-8E19-3AA1424854B7}" type="pres">
      <dgm:prSet presAssocID="{5B096EA9-B646-4E6A-B485-A7CB3BFF5AA1}" presName="text_3" presStyleLbl="node1" presStyleIdx="2" presStyleCnt="4">
        <dgm:presLayoutVars>
          <dgm:bulletEnabled val="1"/>
        </dgm:presLayoutVars>
      </dgm:prSet>
      <dgm:spPr/>
    </dgm:pt>
    <dgm:pt modelId="{8BE8ECD9-8FA0-4136-8455-0D5885FD3F66}" type="pres">
      <dgm:prSet presAssocID="{5B096EA9-B646-4E6A-B485-A7CB3BFF5AA1}" presName="accent_3" presStyleCnt="0"/>
      <dgm:spPr/>
    </dgm:pt>
    <dgm:pt modelId="{7367A362-3D12-4058-8960-FA275FC33053}" type="pres">
      <dgm:prSet presAssocID="{5B096EA9-B646-4E6A-B485-A7CB3BFF5AA1}" presName="accentRepeatNode" presStyleLbl="solidFgAcc1" presStyleIdx="2" presStyleCnt="4"/>
      <dgm:spPr/>
    </dgm:pt>
    <dgm:pt modelId="{F2B6C698-4035-41BD-93DF-3F410116F4DF}" type="pres">
      <dgm:prSet presAssocID="{20024DCA-F1D8-4DBC-A3BE-6966A3A3496D}" presName="text_4" presStyleLbl="node1" presStyleIdx="3" presStyleCnt="4">
        <dgm:presLayoutVars>
          <dgm:bulletEnabled val="1"/>
        </dgm:presLayoutVars>
      </dgm:prSet>
      <dgm:spPr/>
    </dgm:pt>
    <dgm:pt modelId="{1A353E0F-17FF-4F60-ABBA-9EDB8484FC3B}" type="pres">
      <dgm:prSet presAssocID="{20024DCA-F1D8-4DBC-A3BE-6966A3A3496D}" presName="accent_4" presStyleCnt="0"/>
      <dgm:spPr/>
    </dgm:pt>
    <dgm:pt modelId="{C293E831-A838-46DF-AB4C-BAFA01357D4B}" type="pres">
      <dgm:prSet presAssocID="{20024DCA-F1D8-4DBC-A3BE-6966A3A3496D}" presName="accentRepeatNode" presStyleLbl="solidFgAcc1" presStyleIdx="3" presStyleCnt="4"/>
      <dgm:spPr/>
    </dgm:pt>
  </dgm:ptLst>
  <dgm:cxnLst>
    <dgm:cxn modelId="{C29DA50C-E07A-403F-8831-6B376DF87697}" type="presOf" srcId="{28918534-7ABA-4B59-B62C-2C37F0BBE97B}" destId="{3F4E45EC-64DA-4EC9-859F-47800E2E8C92}" srcOrd="0" destOrd="0" presId="urn:microsoft.com/office/officeart/2008/layout/VerticalCurvedList"/>
    <dgm:cxn modelId="{61F2D80D-1AE5-4D05-B47E-F32023FC44E8}" srcId="{944527A2-3CD5-4939-A88F-AE3BD4649706}" destId="{20024DCA-F1D8-4DBC-A3BE-6966A3A3496D}" srcOrd="3" destOrd="0" parTransId="{E0F62BB4-367D-4427-B27E-2F1E6E7647B8}" sibTransId="{7A526695-DD65-4D49-A6D2-574D05308D79}"/>
    <dgm:cxn modelId="{C9D3F714-8FA4-4475-B513-4031AB736DA9}" srcId="{944527A2-3CD5-4939-A88F-AE3BD4649706}" destId="{28918534-7ABA-4B59-B62C-2C37F0BBE97B}" srcOrd="0" destOrd="0" parTransId="{E819A308-E11F-4E6C-A68B-2CA5CF673696}" sibTransId="{F6ADB4D0-D9A6-49BE-92F3-295656C9B25C}"/>
    <dgm:cxn modelId="{9A42FF1A-218A-42E1-9360-3468994D57E5}" type="presOf" srcId="{3907F577-96F0-4E0E-80A1-D3AEA5CCEBDA}" destId="{A0AEAC33-78A2-414E-AEE0-EDB9739D0001}" srcOrd="0" destOrd="0" presId="urn:microsoft.com/office/officeart/2008/layout/VerticalCurvedList"/>
    <dgm:cxn modelId="{048A2429-34EB-4BBB-869E-7C60E79335D1}" type="presOf" srcId="{5B096EA9-B646-4E6A-B485-A7CB3BFF5AA1}" destId="{398E89EC-C88E-4F79-8E19-3AA1424854B7}" srcOrd="0" destOrd="0" presId="urn:microsoft.com/office/officeart/2008/layout/VerticalCurvedList"/>
    <dgm:cxn modelId="{25760D35-6D20-4470-8117-7D4C090E3CC4}" srcId="{944527A2-3CD5-4939-A88F-AE3BD4649706}" destId="{5B096EA9-B646-4E6A-B485-A7CB3BFF5AA1}" srcOrd="2" destOrd="0" parTransId="{82E64044-2220-486B-9EEB-6550D7CFE758}" sibTransId="{6D1DC733-6C31-4C35-9D92-A41424F7EECF}"/>
    <dgm:cxn modelId="{FCE82A5F-0D5A-48E5-84A4-BC66AC3B9C8E}" srcId="{944527A2-3CD5-4939-A88F-AE3BD4649706}" destId="{3907F577-96F0-4E0E-80A1-D3AEA5CCEBDA}" srcOrd="1" destOrd="0" parTransId="{E51E5A55-C67C-467A-9260-2C5F7046467B}" sibTransId="{1A2D29A7-BED0-435A-8C69-C6A4BBDE237F}"/>
    <dgm:cxn modelId="{2ED6D499-C3A9-4B70-A36E-89A19BF49108}" type="presOf" srcId="{20024DCA-F1D8-4DBC-A3BE-6966A3A3496D}" destId="{F2B6C698-4035-41BD-93DF-3F410116F4DF}" srcOrd="0" destOrd="0" presId="urn:microsoft.com/office/officeart/2008/layout/VerticalCurvedList"/>
    <dgm:cxn modelId="{C3A054A1-982D-45EE-BAA0-234E8818AA48}" type="presOf" srcId="{944527A2-3CD5-4939-A88F-AE3BD4649706}" destId="{16077165-C9A2-43DB-B0D4-8E85C59C3147}" srcOrd="0" destOrd="0" presId="urn:microsoft.com/office/officeart/2008/layout/VerticalCurvedList"/>
    <dgm:cxn modelId="{41EF95B0-89E8-4E38-9B9C-90C7CB89B5F2}" type="presOf" srcId="{F6ADB4D0-D9A6-49BE-92F3-295656C9B25C}" destId="{AE320D29-C443-417E-A11E-9BB6B08D509C}" srcOrd="0" destOrd="0" presId="urn:microsoft.com/office/officeart/2008/layout/VerticalCurvedList"/>
    <dgm:cxn modelId="{EE244AD0-3D88-483D-B672-E41307262524}" type="presParOf" srcId="{16077165-C9A2-43DB-B0D4-8E85C59C3147}" destId="{52F54F37-6A70-41FF-B272-571A719D6D91}" srcOrd="0" destOrd="0" presId="urn:microsoft.com/office/officeart/2008/layout/VerticalCurvedList"/>
    <dgm:cxn modelId="{1B6DDB52-310B-4F17-BF0C-9575A7228656}" type="presParOf" srcId="{52F54F37-6A70-41FF-B272-571A719D6D91}" destId="{A59FD263-EA4C-45E5-986A-45A3741BA2B5}" srcOrd="0" destOrd="0" presId="urn:microsoft.com/office/officeart/2008/layout/VerticalCurvedList"/>
    <dgm:cxn modelId="{6E56C2B0-1C6C-4D77-8AA5-C16C12F6BA1D}" type="presParOf" srcId="{A59FD263-EA4C-45E5-986A-45A3741BA2B5}" destId="{5C98A029-7667-481F-A256-61F34B370B08}" srcOrd="0" destOrd="0" presId="urn:microsoft.com/office/officeart/2008/layout/VerticalCurvedList"/>
    <dgm:cxn modelId="{7F5B2924-0E67-417C-9FF2-8281A9FC3826}" type="presParOf" srcId="{A59FD263-EA4C-45E5-986A-45A3741BA2B5}" destId="{AE320D29-C443-417E-A11E-9BB6B08D509C}" srcOrd="1" destOrd="0" presId="urn:microsoft.com/office/officeart/2008/layout/VerticalCurvedList"/>
    <dgm:cxn modelId="{BB033B92-570B-4E0D-849A-BBDB8F9C4109}" type="presParOf" srcId="{A59FD263-EA4C-45E5-986A-45A3741BA2B5}" destId="{19D57491-59C1-4779-87AE-DEC549A69ECC}" srcOrd="2" destOrd="0" presId="urn:microsoft.com/office/officeart/2008/layout/VerticalCurvedList"/>
    <dgm:cxn modelId="{4E71AE3B-D3F9-4998-B47E-2C6A0DC6FC31}" type="presParOf" srcId="{A59FD263-EA4C-45E5-986A-45A3741BA2B5}" destId="{0AB6C067-6490-4883-912F-1A628518EA59}" srcOrd="3" destOrd="0" presId="urn:microsoft.com/office/officeart/2008/layout/VerticalCurvedList"/>
    <dgm:cxn modelId="{851001F5-2301-4952-AC61-C9ABA9BDC632}" type="presParOf" srcId="{52F54F37-6A70-41FF-B272-571A719D6D91}" destId="{3F4E45EC-64DA-4EC9-859F-47800E2E8C92}" srcOrd="1" destOrd="0" presId="urn:microsoft.com/office/officeart/2008/layout/VerticalCurvedList"/>
    <dgm:cxn modelId="{B8A92F92-09C9-4AAB-AC05-7650A43AD5C2}" type="presParOf" srcId="{52F54F37-6A70-41FF-B272-571A719D6D91}" destId="{D820A37D-E91C-4B11-B706-3F10B4BA7268}" srcOrd="2" destOrd="0" presId="urn:microsoft.com/office/officeart/2008/layout/VerticalCurvedList"/>
    <dgm:cxn modelId="{1C0CDEEE-B603-4240-9BB6-F9D2481CCA03}" type="presParOf" srcId="{D820A37D-E91C-4B11-B706-3F10B4BA7268}" destId="{3C786F6B-2483-40D7-9937-22A84DDF570F}" srcOrd="0" destOrd="0" presId="urn:microsoft.com/office/officeart/2008/layout/VerticalCurvedList"/>
    <dgm:cxn modelId="{14636F40-FD8F-49D9-99B0-3FB4EAEA933C}" type="presParOf" srcId="{52F54F37-6A70-41FF-B272-571A719D6D91}" destId="{A0AEAC33-78A2-414E-AEE0-EDB9739D0001}" srcOrd="3" destOrd="0" presId="urn:microsoft.com/office/officeart/2008/layout/VerticalCurvedList"/>
    <dgm:cxn modelId="{384EAF7C-C930-421A-976B-18A0135E7047}" type="presParOf" srcId="{52F54F37-6A70-41FF-B272-571A719D6D91}" destId="{22E98CA7-A356-49AB-8F91-46A9C99DFAEF}" srcOrd="4" destOrd="0" presId="urn:microsoft.com/office/officeart/2008/layout/VerticalCurvedList"/>
    <dgm:cxn modelId="{82DA3506-A9DA-48DB-B37C-55FFC1DA0D61}" type="presParOf" srcId="{22E98CA7-A356-49AB-8F91-46A9C99DFAEF}" destId="{D386E2D0-2542-4128-AC3D-1B3C5493BA44}" srcOrd="0" destOrd="0" presId="urn:microsoft.com/office/officeart/2008/layout/VerticalCurvedList"/>
    <dgm:cxn modelId="{BAFC9296-D3A1-4DBC-A1AB-7BBDAA1B76B6}" type="presParOf" srcId="{52F54F37-6A70-41FF-B272-571A719D6D91}" destId="{398E89EC-C88E-4F79-8E19-3AA1424854B7}" srcOrd="5" destOrd="0" presId="urn:microsoft.com/office/officeart/2008/layout/VerticalCurvedList"/>
    <dgm:cxn modelId="{35588AC3-037F-457B-A271-0F5C8D9CF297}" type="presParOf" srcId="{52F54F37-6A70-41FF-B272-571A719D6D91}" destId="{8BE8ECD9-8FA0-4136-8455-0D5885FD3F66}" srcOrd="6" destOrd="0" presId="urn:microsoft.com/office/officeart/2008/layout/VerticalCurvedList"/>
    <dgm:cxn modelId="{929C2AA3-4C42-41A8-9199-4DF0CB8601E2}" type="presParOf" srcId="{8BE8ECD9-8FA0-4136-8455-0D5885FD3F66}" destId="{7367A362-3D12-4058-8960-FA275FC33053}" srcOrd="0" destOrd="0" presId="urn:microsoft.com/office/officeart/2008/layout/VerticalCurvedList"/>
    <dgm:cxn modelId="{CA856C1E-2B19-41D9-875C-2FAD71FADDCD}" type="presParOf" srcId="{52F54F37-6A70-41FF-B272-571A719D6D91}" destId="{F2B6C698-4035-41BD-93DF-3F410116F4DF}" srcOrd="7" destOrd="0" presId="urn:microsoft.com/office/officeart/2008/layout/VerticalCurvedList"/>
    <dgm:cxn modelId="{A4F7B73C-BF6F-46B0-9F60-C71A3B69A300}" type="presParOf" srcId="{52F54F37-6A70-41FF-B272-571A719D6D91}" destId="{1A353E0F-17FF-4F60-ABBA-9EDB8484FC3B}" srcOrd="8" destOrd="0" presId="urn:microsoft.com/office/officeart/2008/layout/VerticalCurvedList"/>
    <dgm:cxn modelId="{9A8F3874-37A6-4861-8EB7-578897897F4C}" type="presParOf" srcId="{1A353E0F-17FF-4F60-ABBA-9EDB8484FC3B}" destId="{C293E831-A838-46DF-AB4C-BAFA01357D4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1.xml><?xml version="1.0" encoding="utf-8"?>
<dgm:dataModel xmlns:dgm="http://schemas.openxmlformats.org/drawingml/2006/diagram" xmlns:a="http://schemas.openxmlformats.org/drawingml/2006/main">
  <dgm:ptLst>
    <dgm:pt modelId="{944527A2-3CD5-4939-A88F-AE3BD464970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28918534-7ABA-4B59-B62C-2C37F0BBE97B}">
      <dgm:prSet/>
      <dgm:spPr/>
      <dgm:t>
        <a:bodyPr/>
        <a:lstStyle/>
        <a:p>
          <a:r>
            <a:rPr lang="uk-UA" b="0" i="0"/>
            <a:t>наданням Московським царством військової допомоги Україні, що сприяло успішному завершенню літньої кампанії та укладенню мирного договору.</a:t>
          </a:r>
          <a:endParaRPr lang="uk-UA"/>
        </a:p>
      </dgm:t>
    </dgm:pt>
    <dgm:pt modelId="{E819A308-E11F-4E6C-A68B-2CA5CF673696}" type="parTrans" cxnId="{C9D3F714-8FA4-4475-B513-4031AB736DA9}">
      <dgm:prSet/>
      <dgm:spPr/>
      <dgm:t>
        <a:bodyPr/>
        <a:lstStyle/>
        <a:p>
          <a:endParaRPr lang="uk-UA"/>
        </a:p>
      </dgm:t>
    </dgm:pt>
    <dgm:pt modelId="{F6ADB4D0-D9A6-49BE-92F3-295656C9B25C}" type="sibTrans" cxnId="{C9D3F714-8FA4-4475-B513-4031AB736DA9}">
      <dgm:prSet/>
      <dgm:spPr/>
      <dgm:t>
        <a:bodyPr/>
        <a:lstStyle/>
        <a:p>
          <a:endParaRPr lang="uk-UA"/>
        </a:p>
      </dgm:t>
    </dgm:pt>
    <dgm:pt modelId="{3907F577-96F0-4E0E-80A1-D3AEA5CCEBDA}">
      <dgm:prSet/>
      <dgm:spPr/>
      <dgm:t>
        <a:bodyPr/>
        <a:lstStyle/>
        <a:p>
          <a:r>
            <a:rPr lang="uk-UA" b="0" i="0"/>
            <a:t>тривалою й виснажливою боротьбою між козацькими та польськими військами, що не принесла жодного воєнного успіху українцям.</a:t>
          </a:r>
          <a:endParaRPr lang="uk-UA"/>
        </a:p>
      </dgm:t>
    </dgm:pt>
    <dgm:pt modelId="{E51E5A55-C67C-467A-9260-2C5F7046467B}" type="parTrans" cxnId="{FCE82A5F-0D5A-48E5-84A4-BC66AC3B9C8E}">
      <dgm:prSet/>
      <dgm:spPr/>
      <dgm:t>
        <a:bodyPr/>
        <a:lstStyle/>
        <a:p>
          <a:endParaRPr lang="uk-UA"/>
        </a:p>
      </dgm:t>
    </dgm:pt>
    <dgm:pt modelId="{1A2D29A7-BED0-435A-8C69-C6A4BBDE237F}" type="sibTrans" cxnId="{FCE82A5F-0D5A-48E5-84A4-BC66AC3B9C8E}">
      <dgm:prSet/>
      <dgm:spPr/>
      <dgm:t>
        <a:bodyPr/>
        <a:lstStyle/>
        <a:p>
          <a:endParaRPr lang="uk-UA"/>
        </a:p>
      </dgm:t>
    </dgm:pt>
    <dgm:pt modelId="{5B096EA9-B646-4E6A-B485-A7CB3BFF5AA1}">
      <dgm:prSet/>
      <dgm:spPr>
        <a:solidFill>
          <a:srgbClr val="0070C0"/>
        </a:solidFill>
      </dgm:spPr>
      <dgm:t>
        <a:bodyPr/>
        <a:lstStyle/>
        <a:p>
          <a:r>
            <a:rPr lang="uk-UA" b="0" i="0" dirty="0"/>
            <a:t>низкою </a:t>
          </a:r>
          <a:r>
            <a:rPr lang="uk-UA" b="0" i="0" dirty="0" err="1"/>
            <a:t>перемог</a:t>
          </a:r>
          <a:r>
            <a:rPr lang="uk-UA" b="0" i="0" dirty="0"/>
            <a:t> Війська Запорозького, які забезпечили автономію частині українських земель — трьом воєводствам у складі Речі Посполитої.</a:t>
          </a:r>
          <a:endParaRPr lang="uk-UA" dirty="0"/>
        </a:p>
      </dgm:t>
    </dgm:pt>
    <dgm:pt modelId="{82E64044-2220-486B-9EEB-6550D7CFE758}" type="parTrans" cxnId="{25760D35-6D20-4470-8117-7D4C090E3CC4}">
      <dgm:prSet/>
      <dgm:spPr/>
      <dgm:t>
        <a:bodyPr/>
        <a:lstStyle/>
        <a:p>
          <a:endParaRPr lang="uk-UA"/>
        </a:p>
      </dgm:t>
    </dgm:pt>
    <dgm:pt modelId="{6D1DC733-6C31-4C35-9D92-A41424F7EECF}" type="sibTrans" cxnId="{25760D35-6D20-4470-8117-7D4C090E3CC4}">
      <dgm:prSet/>
      <dgm:spPr/>
      <dgm:t>
        <a:bodyPr/>
        <a:lstStyle/>
        <a:p>
          <a:endParaRPr lang="uk-UA"/>
        </a:p>
      </dgm:t>
    </dgm:pt>
    <dgm:pt modelId="{20024DCA-F1D8-4DBC-A3BE-6966A3A3496D}">
      <dgm:prSet/>
      <dgm:spPr/>
      <dgm:t>
        <a:bodyPr/>
        <a:lstStyle/>
        <a:p>
          <a:r>
            <a:rPr lang="uk-UA" b="0" i="0" dirty="0"/>
            <a:t>підписанням Україною військового союзу зі Швецією та Трансільванією, успішними спільними діями союзних військ на території Польщі.</a:t>
          </a:r>
          <a:endParaRPr lang="uk-UA" dirty="0"/>
        </a:p>
      </dgm:t>
    </dgm:pt>
    <dgm:pt modelId="{E0F62BB4-367D-4427-B27E-2F1E6E7647B8}" type="parTrans" cxnId="{61F2D80D-1AE5-4D05-B47E-F32023FC44E8}">
      <dgm:prSet/>
      <dgm:spPr/>
      <dgm:t>
        <a:bodyPr/>
        <a:lstStyle/>
        <a:p>
          <a:endParaRPr lang="uk-UA"/>
        </a:p>
      </dgm:t>
    </dgm:pt>
    <dgm:pt modelId="{7A526695-DD65-4D49-A6D2-574D05308D79}" type="sibTrans" cxnId="{61F2D80D-1AE5-4D05-B47E-F32023FC44E8}">
      <dgm:prSet/>
      <dgm:spPr/>
      <dgm:t>
        <a:bodyPr/>
        <a:lstStyle/>
        <a:p>
          <a:endParaRPr lang="uk-UA"/>
        </a:p>
      </dgm:t>
    </dgm:pt>
    <dgm:pt modelId="{16077165-C9A2-43DB-B0D4-8E85C59C3147}" type="pres">
      <dgm:prSet presAssocID="{944527A2-3CD5-4939-A88F-AE3BD4649706}" presName="Name0" presStyleCnt="0">
        <dgm:presLayoutVars>
          <dgm:chMax val="7"/>
          <dgm:chPref val="7"/>
          <dgm:dir/>
        </dgm:presLayoutVars>
      </dgm:prSet>
      <dgm:spPr/>
    </dgm:pt>
    <dgm:pt modelId="{52F54F37-6A70-41FF-B272-571A719D6D91}" type="pres">
      <dgm:prSet presAssocID="{944527A2-3CD5-4939-A88F-AE3BD4649706}" presName="Name1" presStyleCnt="0"/>
      <dgm:spPr/>
    </dgm:pt>
    <dgm:pt modelId="{A59FD263-EA4C-45E5-986A-45A3741BA2B5}" type="pres">
      <dgm:prSet presAssocID="{944527A2-3CD5-4939-A88F-AE3BD4649706}" presName="cycle" presStyleCnt="0"/>
      <dgm:spPr/>
    </dgm:pt>
    <dgm:pt modelId="{5C98A029-7667-481F-A256-61F34B370B08}" type="pres">
      <dgm:prSet presAssocID="{944527A2-3CD5-4939-A88F-AE3BD4649706}" presName="srcNode" presStyleLbl="node1" presStyleIdx="0" presStyleCnt="4"/>
      <dgm:spPr/>
    </dgm:pt>
    <dgm:pt modelId="{AE320D29-C443-417E-A11E-9BB6B08D509C}" type="pres">
      <dgm:prSet presAssocID="{944527A2-3CD5-4939-A88F-AE3BD4649706}" presName="conn" presStyleLbl="parChTrans1D2" presStyleIdx="0" presStyleCnt="1"/>
      <dgm:spPr/>
    </dgm:pt>
    <dgm:pt modelId="{19D57491-59C1-4779-87AE-DEC549A69ECC}" type="pres">
      <dgm:prSet presAssocID="{944527A2-3CD5-4939-A88F-AE3BD4649706}" presName="extraNode" presStyleLbl="node1" presStyleIdx="0" presStyleCnt="4"/>
      <dgm:spPr/>
    </dgm:pt>
    <dgm:pt modelId="{0AB6C067-6490-4883-912F-1A628518EA59}" type="pres">
      <dgm:prSet presAssocID="{944527A2-3CD5-4939-A88F-AE3BD4649706}" presName="dstNode" presStyleLbl="node1" presStyleIdx="0" presStyleCnt="4"/>
      <dgm:spPr/>
    </dgm:pt>
    <dgm:pt modelId="{3F4E45EC-64DA-4EC9-859F-47800E2E8C92}" type="pres">
      <dgm:prSet presAssocID="{28918534-7ABA-4B59-B62C-2C37F0BBE97B}" presName="text_1" presStyleLbl="node1" presStyleIdx="0" presStyleCnt="4">
        <dgm:presLayoutVars>
          <dgm:bulletEnabled val="1"/>
        </dgm:presLayoutVars>
      </dgm:prSet>
      <dgm:spPr/>
    </dgm:pt>
    <dgm:pt modelId="{D820A37D-E91C-4B11-B706-3F10B4BA7268}" type="pres">
      <dgm:prSet presAssocID="{28918534-7ABA-4B59-B62C-2C37F0BBE97B}" presName="accent_1" presStyleCnt="0"/>
      <dgm:spPr/>
    </dgm:pt>
    <dgm:pt modelId="{3C786F6B-2483-40D7-9937-22A84DDF570F}" type="pres">
      <dgm:prSet presAssocID="{28918534-7ABA-4B59-B62C-2C37F0BBE97B}" presName="accentRepeatNode" presStyleLbl="solidFgAcc1" presStyleIdx="0" presStyleCnt="4"/>
      <dgm:spPr/>
    </dgm:pt>
    <dgm:pt modelId="{A0AEAC33-78A2-414E-AEE0-EDB9739D0001}" type="pres">
      <dgm:prSet presAssocID="{3907F577-96F0-4E0E-80A1-D3AEA5CCEBDA}" presName="text_2" presStyleLbl="node1" presStyleIdx="1" presStyleCnt="4">
        <dgm:presLayoutVars>
          <dgm:bulletEnabled val="1"/>
        </dgm:presLayoutVars>
      </dgm:prSet>
      <dgm:spPr/>
    </dgm:pt>
    <dgm:pt modelId="{22E98CA7-A356-49AB-8F91-46A9C99DFAEF}" type="pres">
      <dgm:prSet presAssocID="{3907F577-96F0-4E0E-80A1-D3AEA5CCEBDA}" presName="accent_2" presStyleCnt="0"/>
      <dgm:spPr/>
    </dgm:pt>
    <dgm:pt modelId="{D386E2D0-2542-4128-AC3D-1B3C5493BA44}" type="pres">
      <dgm:prSet presAssocID="{3907F577-96F0-4E0E-80A1-D3AEA5CCEBDA}" presName="accentRepeatNode" presStyleLbl="solidFgAcc1" presStyleIdx="1" presStyleCnt="4"/>
      <dgm:spPr/>
    </dgm:pt>
    <dgm:pt modelId="{398E89EC-C88E-4F79-8E19-3AA1424854B7}" type="pres">
      <dgm:prSet presAssocID="{5B096EA9-B646-4E6A-B485-A7CB3BFF5AA1}" presName="text_3" presStyleLbl="node1" presStyleIdx="2" presStyleCnt="4">
        <dgm:presLayoutVars>
          <dgm:bulletEnabled val="1"/>
        </dgm:presLayoutVars>
      </dgm:prSet>
      <dgm:spPr/>
    </dgm:pt>
    <dgm:pt modelId="{8BE8ECD9-8FA0-4136-8455-0D5885FD3F66}" type="pres">
      <dgm:prSet presAssocID="{5B096EA9-B646-4E6A-B485-A7CB3BFF5AA1}" presName="accent_3" presStyleCnt="0"/>
      <dgm:spPr/>
    </dgm:pt>
    <dgm:pt modelId="{7367A362-3D12-4058-8960-FA275FC33053}" type="pres">
      <dgm:prSet presAssocID="{5B096EA9-B646-4E6A-B485-A7CB3BFF5AA1}" presName="accentRepeatNode" presStyleLbl="solidFgAcc1" presStyleIdx="2" presStyleCnt="4"/>
      <dgm:spPr/>
    </dgm:pt>
    <dgm:pt modelId="{F2B6C698-4035-41BD-93DF-3F410116F4DF}" type="pres">
      <dgm:prSet presAssocID="{20024DCA-F1D8-4DBC-A3BE-6966A3A3496D}" presName="text_4" presStyleLbl="node1" presStyleIdx="3" presStyleCnt="4">
        <dgm:presLayoutVars>
          <dgm:bulletEnabled val="1"/>
        </dgm:presLayoutVars>
      </dgm:prSet>
      <dgm:spPr/>
    </dgm:pt>
    <dgm:pt modelId="{1A353E0F-17FF-4F60-ABBA-9EDB8484FC3B}" type="pres">
      <dgm:prSet presAssocID="{20024DCA-F1D8-4DBC-A3BE-6966A3A3496D}" presName="accent_4" presStyleCnt="0"/>
      <dgm:spPr/>
    </dgm:pt>
    <dgm:pt modelId="{C293E831-A838-46DF-AB4C-BAFA01357D4B}" type="pres">
      <dgm:prSet presAssocID="{20024DCA-F1D8-4DBC-A3BE-6966A3A3496D}" presName="accentRepeatNode" presStyleLbl="solidFgAcc1" presStyleIdx="3" presStyleCnt="4"/>
      <dgm:spPr/>
    </dgm:pt>
  </dgm:ptLst>
  <dgm:cxnLst>
    <dgm:cxn modelId="{C29DA50C-E07A-403F-8831-6B376DF87697}" type="presOf" srcId="{28918534-7ABA-4B59-B62C-2C37F0BBE97B}" destId="{3F4E45EC-64DA-4EC9-859F-47800E2E8C92}" srcOrd="0" destOrd="0" presId="urn:microsoft.com/office/officeart/2008/layout/VerticalCurvedList"/>
    <dgm:cxn modelId="{61F2D80D-1AE5-4D05-B47E-F32023FC44E8}" srcId="{944527A2-3CD5-4939-A88F-AE3BD4649706}" destId="{20024DCA-F1D8-4DBC-A3BE-6966A3A3496D}" srcOrd="3" destOrd="0" parTransId="{E0F62BB4-367D-4427-B27E-2F1E6E7647B8}" sibTransId="{7A526695-DD65-4D49-A6D2-574D05308D79}"/>
    <dgm:cxn modelId="{C9D3F714-8FA4-4475-B513-4031AB736DA9}" srcId="{944527A2-3CD5-4939-A88F-AE3BD4649706}" destId="{28918534-7ABA-4B59-B62C-2C37F0BBE97B}" srcOrd="0" destOrd="0" parTransId="{E819A308-E11F-4E6C-A68B-2CA5CF673696}" sibTransId="{F6ADB4D0-D9A6-49BE-92F3-295656C9B25C}"/>
    <dgm:cxn modelId="{9A42FF1A-218A-42E1-9360-3468994D57E5}" type="presOf" srcId="{3907F577-96F0-4E0E-80A1-D3AEA5CCEBDA}" destId="{A0AEAC33-78A2-414E-AEE0-EDB9739D0001}" srcOrd="0" destOrd="0" presId="urn:microsoft.com/office/officeart/2008/layout/VerticalCurvedList"/>
    <dgm:cxn modelId="{048A2429-34EB-4BBB-869E-7C60E79335D1}" type="presOf" srcId="{5B096EA9-B646-4E6A-B485-A7CB3BFF5AA1}" destId="{398E89EC-C88E-4F79-8E19-3AA1424854B7}" srcOrd="0" destOrd="0" presId="urn:microsoft.com/office/officeart/2008/layout/VerticalCurvedList"/>
    <dgm:cxn modelId="{25760D35-6D20-4470-8117-7D4C090E3CC4}" srcId="{944527A2-3CD5-4939-A88F-AE3BD4649706}" destId="{5B096EA9-B646-4E6A-B485-A7CB3BFF5AA1}" srcOrd="2" destOrd="0" parTransId="{82E64044-2220-486B-9EEB-6550D7CFE758}" sibTransId="{6D1DC733-6C31-4C35-9D92-A41424F7EECF}"/>
    <dgm:cxn modelId="{FCE82A5F-0D5A-48E5-84A4-BC66AC3B9C8E}" srcId="{944527A2-3CD5-4939-A88F-AE3BD4649706}" destId="{3907F577-96F0-4E0E-80A1-D3AEA5CCEBDA}" srcOrd="1" destOrd="0" parTransId="{E51E5A55-C67C-467A-9260-2C5F7046467B}" sibTransId="{1A2D29A7-BED0-435A-8C69-C6A4BBDE237F}"/>
    <dgm:cxn modelId="{2ED6D499-C3A9-4B70-A36E-89A19BF49108}" type="presOf" srcId="{20024DCA-F1D8-4DBC-A3BE-6966A3A3496D}" destId="{F2B6C698-4035-41BD-93DF-3F410116F4DF}" srcOrd="0" destOrd="0" presId="urn:microsoft.com/office/officeart/2008/layout/VerticalCurvedList"/>
    <dgm:cxn modelId="{C3A054A1-982D-45EE-BAA0-234E8818AA48}" type="presOf" srcId="{944527A2-3CD5-4939-A88F-AE3BD4649706}" destId="{16077165-C9A2-43DB-B0D4-8E85C59C3147}" srcOrd="0" destOrd="0" presId="urn:microsoft.com/office/officeart/2008/layout/VerticalCurvedList"/>
    <dgm:cxn modelId="{41EF95B0-89E8-4E38-9B9C-90C7CB89B5F2}" type="presOf" srcId="{F6ADB4D0-D9A6-49BE-92F3-295656C9B25C}" destId="{AE320D29-C443-417E-A11E-9BB6B08D509C}" srcOrd="0" destOrd="0" presId="urn:microsoft.com/office/officeart/2008/layout/VerticalCurvedList"/>
    <dgm:cxn modelId="{EE244AD0-3D88-483D-B672-E41307262524}" type="presParOf" srcId="{16077165-C9A2-43DB-B0D4-8E85C59C3147}" destId="{52F54F37-6A70-41FF-B272-571A719D6D91}" srcOrd="0" destOrd="0" presId="urn:microsoft.com/office/officeart/2008/layout/VerticalCurvedList"/>
    <dgm:cxn modelId="{1B6DDB52-310B-4F17-BF0C-9575A7228656}" type="presParOf" srcId="{52F54F37-6A70-41FF-B272-571A719D6D91}" destId="{A59FD263-EA4C-45E5-986A-45A3741BA2B5}" srcOrd="0" destOrd="0" presId="urn:microsoft.com/office/officeart/2008/layout/VerticalCurvedList"/>
    <dgm:cxn modelId="{6E56C2B0-1C6C-4D77-8AA5-C16C12F6BA1D}" type="presParOf" srcId="{A59FD263-EA4C-45E5-986A-45A3741BA2B5}" destId="{5C98A029-7667-481F-A256-61F34B370B08}" srcOrd="0" destOrd="0" presId="urn:microsoft.com/office/officeart/2008/layout/VerticalCurvedList"/>
    <dgm:cxn modelId="{7F5B2924-0E67-417C-9FF2-8281A9FC3826}" type="presParOf" srcId="{A59FD263-EA4C-45E5-986A-45A3741BA2B5}" destId="{AE320D29-C443-417E-A11E-9BB6B08D509C}" srcOrd="1" destOrd="0" presId="urn:microsoft.com/office/officeart/2008/layout/VerticalCurvedList"/>
    <dgm:cxn modelId="{BB033B92-570B-4E0D-849A-BBDB8F9C4109}" type="presParOf" srcId="{A59FD263-EA4C-45E5-986A-45A3741BA2B5}" destId="{19D57491-59C1-4779-87AE-DEC549A69ECC}" srcOrd="2" destOrd="0" presId="urn:microsoft.com/office/officeart/2008/layout/VerticalCurvedList"/>
    <dgm:cxn modelId="{4E71AE3B-D3F9-4998-B47E-2C6A0DC6FC31}" type="presParOf" srcId="{A59FD263-EA4C-45E5-986A-45A3741BA2B5}" destId="{0AB6C067-6490-4883-912F-1A628518EA59}" srcOrd="3" destOrd="0" presId="urn:microsoft.com/office/officeart/2008/layout/VerticalCurvedList"/>
    <dgm:cxn modelId="{851001F5-2301-4952-AC61-C9ABA9BDC632}" type="presParOf" srcId="{52F54F37-6A70-41FF-B272-571A719D6D91}" destId="{3F4E45EC-64DA-4EC9-859F-47800E2E8C92}" srcOrd="1" destOrd="0" presId="urn:microsoft.com/office/officeart/2008/layout/VerticalCurvedList"/>
    <dgm:cxn modelId="{B8A92F92-09C9-4AAB-AC05-7650A43AD5C2}" type="presParOf" srcId="{52F54F37-6A70-41FF-B272-571A719D6D91}" destId="{D820A37D-E91C-4B11-B706-3F10B4BA7268}" srcOrd="2" destOrd="0" presId="urn:microsoft.com/office/officeart/2008/layout/VerticalCurvedList"/>
    <dgm:cxn modelId="{1C0CDEEE-B603-4240-9BB6-F9D2481CCA03}" type="presParOf" srcId="{D820A37D-E91C-4B11-B706-3F10B4BA7268}" destId="{3C786F6B-2483-40D7-9937-22A84DDF570F}" srcOrd="0" destOrd="0" presId="urn:microsoft.com/office/officeart/2008/layout/VerticalCurvedList"/>
    <dgm:cxn modelId="{14636F40-FD8F-49D9-99B0-3FB4EAEA933C}" type="presParOf" srcId="{52F54F37-6A70-41FF-B272-571A719D6D91}" destId="{A0AEAC33-78A2-414E-AEE0-EDB9739D0001}" srcOrd="3" destOrd="0" presId="urn:microsoft.com/office/officeart/2008/layout/VerticalCurvedList"/>
    <dgm:cxn modelId="{384EAF7C-C930-421A-976B-18A0135E7047}" type="presParOf" srcId="{52F54F37-6A70-41FF-B272-571A719D6D91}" destId="{22E98CA7-A356-49AB-8F91-46A9C99DFAEF}" srcOrd="4" destOrd="0" presId="urn:microsoft.com/office/officeart/2008/layout/VerticalCurvedList"/>
    <dgm:cxn modelId="{82DA3506-A9DA-48DB-B37C-55FFC1DA0D61}" type="presParOf" srcId="{22E98CA7-A356-49AB-8F91-46A9C99DFAEF}" destId="{D386E2D0-2542-4128-AC3D-1B3C5493BA44}" srcOrd="0" destOrd="0" presId="urn:microsoft.com/office/officeart/2008/layout/VerticalCurvedList"/>
    <dgm:cxn modelId="{BAFC9296-D3A1-4DBC-A1AB-7BBDAA1B76B6}" type="presParOf" srcId="{52F54F37-6A70-41FF-B272-571A719D6D91}" destId="{398E89EC-C88E-4F79-8E19-3AA1424854B7}" srcOrd="5" destOrd="0" presId="urn:microsoft.com/office/officeart/2008/layout/VerticalCurvedList"/>
    <dgm:cxn modelId="{35588AC3-037F-457B-A271-0F5C8D9CF297}" type="presParOf" srcId="{52F54F37-6A70-41FF-B272-571A719D6D91}" destId="{8BE8ECD9-8FA0-4136-8455-0D5885FD3F66}" srcOrd="6" destOrd="0" presId="urn:microsoft.com/office/officeart/2008/layout/VerticalCurvedList"/>
    <dgm:cxn modelId="{929C2AA3-4C42-41A8-9199-4DF0CB8601E2}" type="presParOf" srcId="{8BE8ECD9-8FA0-4136-8455-0D5885FD3F66}" destId="{7367A362-3D12-4058-8960-FA275FC33053}" srcOrd="0" destOrd="0" presId="urn:microsoft.com/office/officeart/2008/layout/VerticalCurvedList"/>
    <dgm:cxn modelId="{CA856C1E-2B19-41D9-875C-2FAD71FADDCD}" type="presParOf" srcId="{52F54F37-6A70-41FF-B272-571A719D6D91}" destId="{F2B6C698-4035-41BD-93DF-3F410116F4DF}" srcOrd="7" destOrd="0" presId="urn:microsoft.com/office/officeart/2008/layout/VerticalCurvedList"/>
    <dgm:cxn modelId="{A4F7B73C-BF6F-46B0-9F60-C71A3B69A300}" type="presParOf" srcId="{52F54F37-6A70-41FF-B272-571A719D6D91}" destId="{1A353E0F-17FF-4F60-ABBA-9EDB8484FC3B}" srcOrd="8" destOrd="0" presId="urn:microsoft.com/office/officeart/2008/layout/VerticalCurvedList"/>
    <dgm:cxn modelId="{9A8F3874-37A6-4861-8EB7-578897897F4C}" type="presParOf" srcId="{1A353E0F-17FF-4F60-ABBA-9EDB8484FC3B}" destId="{C293E831-A838-46DF-AB4C-BAFA01357D4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2.xml><?xml version="1.0" encoding="utf-8"?>
<dgm:dataModel xmlns:dgm="http://schemas.openxmlformats.org/drawingml/2006/diagram" xmlns:a="http://schemas.openxmlformats.org/drawingml/2006/main">
  <dgm:ptLst>
    <dgm:pt modelId="{84D01C62-6452-4413-AF13-98CE51C794A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72DC912-7E0F-4164-A545-0ECDD5B1B48A}">
      <dgm:prSet/>
      <dgm:spPr/>
      <dgm:t>
        <a:bodyPr/>
        <a:lstStyle/>
        <a:p>
          <a:r>
            <a:rPr lang="ru-RU" b="0" i="0"/>
            <a:t>на Жовтих Водах</a:t>
          </a:r>
          <a:endParaRPr lang="uk-UA"/>
        </a:p>
      </dgm:t>
    </dgm:pt>
    <dgm:pt modelId="{6E8D54B2-FB6D-4865-B8C5-AE56F50E126B}" type="parTrans" cxnId="{DDEAE220-EEC9-4F98-9D29-3C567A114D6B}">
      <dgm:prSet/>
      <dgm:spPr/>
      <dgm:t>
        <a:bodyPr/>
        <a:lstStyle/>
        <a:p>
          <a:endParaRPr lang="uk-UA"/>
        </a:p>
      </dgm:t>
    </dgm:pt>
    <dgm:pt modelId="{8C80EA8B-9111-4CCF-AD9B-B426E7D78B91}" type="sibTrans" cxnId="{DDEAE220-EEC9-4F98-9D29-3C567A114D6B}">
      <dgm:prSet/>
      <dgm:spPr/>
      <dgm:t>
        <a:bodyPr/>
        <a:lstStyle/>
        <a:p>
          <a:endParaRPr lang="uk-UA"/>
        </a:p>
      </dgm:t>
    </dgm:pt>
    <dgm:pt modelId="{9392FD5C-67D5-4828-8B7A-EFB7B34E2CD5}">
      <dgm:prSet/>
      <dgm:spPr/>
      <dgm:t>
        <a:bodyPr/>
        <a:lstStyle/>
        <a:p>
          <a:r>
            <a:rPr lang="ru-RU" b="0" i="0"/>
            <a:t>під Корсунем</a:t>
          </a:r>
          <a:endParaRPr lang="uk-UA"/>
        </a:p>
      </dgm:t>
    </dgm:pt>
    <dgm:pt modelId="{87CF6298-1E94-4165-AB68-248012146E9E}" type="parTrans" cxnId="{FA9D765B-4004-4DF3-9C5F-D4AFD4CFA699}">
      <dgm:prSet/>
      <dgm:spPr/>
      <dgm:t>
        <a:bodyPr/>
        <a:lstStyle/>
        <a:p>
          <a:endParaRPr lang="uk-UA"/>
        </a:p>
      </dgm:t>
    </dgm:pt>
    <dgm:pt modelId="{541A78F8-7A46-4A3F-A4FB-46317BEBE199}" type="sibTrans" cxnId="{FA9D765B-4004-4DF3-9C5F-D4AFD4CFA699}">
      <dgm:prSet/>
      <dgm:spPr/>
      <dgm:t>
        <a:bodyPr/>
        <a:lstStyle/>
        <a:p>
          <a:endParaRPr lang="uk-UA"/>
        </a:p>
      </dgm:t>
    </dgm:pt>
    <dgm:pt modelId="{5723E4A7-A4C2-4E92-9F50-044EB8C2B937}">
      <dgm:prSet/>
      <dgm:spPr/>
      <dgm:t>
        <a:bodyPr/>
        <a:lstStyle/>
        <a:p>
          <a:r>
            <a:rPr lang="ru-RU" b="0" i="0"/>
            <a:t>під Пилявцями</a:t>
          </a:r>
          <a:endParaRPr lang="uk-UA"/>
        </a:p>
      </dgm:t>
    </dgm:pt>
    <dgm:pt modelId="{0AEB98A1-3CE3-4AED-AD48-052175D9F65B}" type="parTrans" cxnId="{6714CAA2-64CB-49BB-9D8F-DFCDBD3D08FF}">
      <dgm:prSet/>
      <dgm:spPr/>
      <dgm:t>
        <a:bodyPr/>
        <a:lstStyle/>
        <a:p>
          <a:endParaRPr lang="uk-UA"/>
        </a:p>
      </dgm:t>
    </dgm:pt>
    <dgm:pt modelId="{27B86A2B-4880-43B0-A2F2-44F455D9274D}" type="sibTrans" cxnId="{6714CAA2-64CB-49BB-9D8F-DFCDBD3D08FF}">
      <dgm:prSet/>
      <dgm:spPr/>
      <dgm:t>
        <a:bodyPr/>
        <a:lstStyle/>
        <a:p>
          <a:endParaRPr lang="uk-UA"/>
        </a:p>
      </dgm:t>
    </dgm:pt>
    <dgm:pt modelId="{EEEFC1A0-B36D-4B49-8D57-633DB4E2C29C}">
      <dgm:prSet/>
      <dgm:spPr/>
      <dgm:t>
        <a:bodyPr/>
        <a:lstStyle/>
        <a:p>
          <a:r>
            <a:rPr lang="ru-RU" b="0" i="0" dirty="0" err="1"/>
            <a:t>під</a:t>
          </a:r>
          <a:r>
            <a:rPr lang="ru-RU" b="0" i="0" dirty="0"/>
            <a:t> </a:t>
          </a:r>
          <a:r>
            <a:rPr lang="ru-RU" b="0" i="0" dirty="0" err="1"/>
            <a:t>Зборовим</a:t>
          </a:r>
          <a:endParaRPr lang="uk-UA" dirty="0"/>
        </a:p>
      </dgm:t>
    </dgm:pt>
    <dgm:pt modelId="{64781C61-2DF1-4448-9C30-10C49FF8A1A1}" type="parTrans" cxnId="{0484D4B1-EC7B-49A1-8308-E59A2554C36B}">
      <dgm:prSet/>
      <dgm:spPr/>
      <dgm:t>
        <a:bodyPr/>
        <a:lstStyle/>
        <a:p>
          <a:endParaRPr lang="uk-UA"/>
        </a:p>
      </dgm:t>
    </dgm:pt>
    <dgm:pt modelId="{96F67BAA-085A-4BB5-B889-AD2FFCF16ECC}" type="sibTrans" cxnId="{0484D4B1-EC7B-49A1-8308-E59A2554C36B}">
      <dgm:prSet/>
      <dgm:spPr/>
      <dgm:t>
        <a:bodyPr/>
        <a:lstStyle/>
        <a:p>
          <a:endParaRPr lang="uk-UA"/>
        </a:p>
      </dgm:t>
    </dgm:pt>
    <dgm:pt modelId="{92385730-4EA7-4456-B4EA-272AF48A7C50}" type="pres">
      <dgm:prSet presAssocID="{84D01C62-6452-4413-AF13-98CE51C794A9}" presName="matrix" presStyleCnt="0">
        <dgm:presLayoutVars>
          <dgm:chMax val="1"/>
          <dgm:dir/>
          <dgm:resizeHandles val="exact"/>
        </dgm:presLayoutVars>
      </dgm:prSet>
      <dgm:spPr/>
    </dgm:pt>
    <dgm:pt modelId="{25170E36-17B0-473C-9284-C1BF4C520064}" type="pres">
      <dgm:prSet presAssocID="{84D01C62-6452-4413-AF13-98CE51C794A9}" presName="diamond" presStyleLbl="bgShp" presStyleIdx="0" presStyleCnt="1"/>
      <dgm:spPr/>
    </dgm:pt>
    <dgm:pt modelId="{46505CB4-129B-4354-AF7A-982CF7D0DCB6}" type="pres">
      <dgm:prSet presAssocID="{84D01C62-6452-4413-AF13-98CE51C794A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365B95E-F5A8-47C7-ACA7-0EAD593CBC5C}" type="pres">
      <dgm:prSet presAssocID="{84D01C62-6452-4413-AF13-98CE51C794A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98AB90C-1BC6-4117-B68F-639D1F017505}" type="pres">
      <dgm:prSet presAssocID="{84D01C62-6452-4413-AF13-98CE51C794A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9701FA0-EC61-43E3-9AEA-D20AF5D989E4}" type="pres">
      <dgm:prSet presAssocID="{84D01C62-6452-4413-AF13-98CE51C794A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89EE10F-D608-430F-A111-635969C001FB}" type="presOf" srcId="{84D01C62-6452-4413-AF13-98CE51C794A9}" destId="{92385730-4EA7-4456-B4EA-272AF48A7C50}" srcOrd="0" destOrd="0" presId="urn:microsoft.com/office/officeart/2005/8/layout/matrix3"/>
    <dgm:cxn modelId="{DDEAE220-EEC9-4F98-9D29-3C567A114D6B}" srcId="{84D01C62-6452-4413-AF13-98CE51C794A9}" destId="{372DC912-7E0F-4164-A545-0ECDD5B1B48A}" srcOrd="0" destOrd="0" parTransId="{6E8D54B2-FB6D-4865-B8C5-AE56F50E126B}" sibTransId="{8C80EA8B-9111-4CCF-AD9B-B426E7D78B91}"/>
    <dgm:cxn modelId="{1E40F03F-EEC5-46DA-A261-A8C972E7E6F9}" type="presOf" srcId="{5723E4A7-A4C2-4E92-9F50-044EB8C2B937}" destId="{498AB90C-1BC6-4117-B68F-639D1F017505}" srcOrd="0" destOrd="0" presId="urn:microsoft.com/office/officeart/2005/8/layout/matrix3"/>
    <dgm:cxn modelId="{FA9D765B-4004-4DF3-9C5F-D4AFD4CFA699}" srcId="{84D01C62-6452-4413-AF13-98CE51C794A9}" destId="{9392FD5C-67D5-4828-8B7A-EFB7B34E2CD5}" srcOrd="1" destOrd="0" parTransId="{87CF6298-1E94-4165-AB68-248012146E9E}" sibTransId="{541A78F8-7A46-4A3F-A4FB-46317BEBE199}"/>
    <dgm:cxn modelId="{529B4862-1667-4EC2-872E-DD4040CEEA52}" type="presOf" srcId="{9392FD5C-67D5-4828-8B7A-EFB7B34E2CD5}" destId="{C365B95E-F5A8-47C7-ACA7-0EAD593CBC5C}" srcOrd="0" destOrd="0" presId="urn:microsoft.com/office/officeart/2005/8/layout/matrix3"/>
    <dgm:cxn modelId="{6714CAA2-64CB-49BB-9D8F-DFCDBD3D08FF}" srcId="{84D01C62-6452-4413-AF13-98CE51C794A9}" destId="{5723E4A7-A4C2-4E92-9F50-044EB8C2B937}" srcOrd="2" destOrd="0" parTransId="{0AEB98A1-3CE3-4AED-AD48-052175D9F65B}" sibTransId="{27B86A2B-4880-43B0-A2F2-44F455D9274D}"/>
    <dgm:cxn modelId="{0484D4B1-EC7B-49A1-8308-E59A2554C36B}" srcId="{84D01C62-6452-4413-AF13-98CE51C794A9}" destId="{EEEFC1A0-B36D-4B49-8D57-633DB4E2C29C}" srcOrd="3" destOrd="0" parTransId="{64781C61-2DF1-4448-9C30-10C49FF8A1A1}" sibTransId="{96F67BAA-085A-4BB5-B889-AD2FFCF16ECC}"/>
    <dgm:cxn modelId="{F58C7EB6-F8A0-4857-95C0-E7477E7E625A}" type="presOf" srcId="{EEEFC1A0-B36D-4B49-8D57-633DB4E2C29C}" destId="{49701FA0-EC61-43E3-9AEA-D20AF5D989E4}" srcOrd="0" destOrd="0" presId="urn:microsoft.com/office/officeart/2005/8/layout/matrix3"/>
    <dgm:cxn modelId="{941D62EB-5A11-462D-B949-3CDFB0D4D650}" type="presOf" srcId="{372DC912-7E0F-4164-A545-0ECDD5B1B48A}" destId="{46505CB4-129B-4354-AF7A-982CF7D0DCB6}" srcOrd="0" destOrd="0" presId="urn:microsoft.com/office/officeart/2005/8/layout/matrix3"/>
    <dgm:cxn modelId="{CD0E9847-0044-4DA2-8937-1F3EA3B6A21B}" type="presParOf" srcId="{92385730-4EA7-4456-B4EA-272AF48A7C50}" destId="{25170E36-17B0-473C-9284-C1BF4C520064}" srcOrd="0" destOrd="0" presId="urn:microsoft.com/office/officeart/2005/8/layout/matrix3"/>
    <dgm:cxn modelId="{A67B8EAB-39FB-47FB-A8A8-531212E3BEEC}" type="presParOf" srcId="{92385730-4EA7-4456-B4EA-272AF48A7C50}" destId="{46505CB4-129B-4354-AF7A-982CF7D0DCB6}" srcOrd="1" destOrd="0" presId="urn:microsoft.com/office/officeart/2005/8/layout/matrix3"/>
    <dgm:cxn modelId="{26A0FAE3-561C-4A11-961F-38B94BA642CF}" type="presParOf" srcId="{92385730-4EA7-4456-B4EA-272AF48A7C50}" destId="{C365B95E-F5A8-47C7-ACA7-0EAD593CBC5C}" srcOrd="2" destOrd="0" presId="urn:microsoft.com/office/officeart/2005/8/layout/matrix3"/>
    <dgm:cxn modelId="{A2A88255-4CCC-4BC3-B6BE-1B10A3CF673C}" type="presParOf" srcId="{92385730-4EA7-4456-B4EA-272AF48A7C50}" destId="{498AB90C-1BC6-4117-B68F-639D1F017505}" srcOrd="3" destOrd="0" presId="urn:microsoft.com/office/officeart/2005/8/layout/matrix3"/>
    <dgm:cxn modelId="{FB00648E-B5AD-48B6-8F29-2A077B8541ED}" type="presParOf" srcId="{92385730-4EA7-4456-B4EA-272AF48A7C50}" destId="{49701FA0-EC61-43E3-9AEA-D20AF5D989E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3.xml><?xml version="1.0" encoding="utf-8"?>
<dgm:dataModel xmlns:dgm="http://schemas.openxmlformats.org/drawingml/2006/diagram" xmlns:a="http://schemas.openxmlformats.org/drawingml/2006/main">
  <dgm:ptLst>
    <dgm:pt modelId="{84D01C62-6452-4413-AF13-98CE51C794A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372DC912-7E0F-4164-A545-0ECDD5B1B48A}">
      <dgm:prSet/>
      <dgm:spPr>
        <a:solidFill>
          <a:srgbClr val="0070C0"/>
        </a:solidFill>
      </dgm:spPr>
      <dgm:t>
        <a:bodyPr/>
        <a:lstStyle/>
        <a:p>
          <a:r>
            <a:rPr lang="ru-RU" b="0" i="0"/>
            <a:t>на Жовтих Водах</a:t>
          </a:r>
          <a:endParaRPr lang="uk-UA"/>
        </a:p>
      </dgm:t>
    </dgm:pt>
    <dgm:pt modelId="{6E8D54B2-FB6D-4865-B8C5-AE56F50E126B}" type="parTrans" cxnId="{DDEAE220-EEC9-4F98-9D29-3C567A114D6B}">
      <dgm:prSet/>
      <dgm:spPr/>
      <dgm:t>
        <a:bodyPr/>
        <a:lstStyle/>
        <a:p>
          <a:endParaRPr lang="uk-UA"/>
        </a:p>
      </dgm:t>
    </dgm:pt>
    <dgm:pt modelId="{8C80EA8B-9111-4CCF-AD9B-B426E7D78B91}" type="sibTrans" cxnId="{DDEAE220-EEC9-4F98-9D29-3C567A114D6B}">
      <dgm:prSet/>
      <dgm:spPr/>
      <dgm:t>
        <a:bodyPr/>
        <a:lstStyle/>
        <a:p>
          <a:endParaRPr lang="uk-UA"/>
        </a:p>
      </dgm:t>
    </dgm:pt>
    <dgm:pt modelId="{9392FD5C-67D5-4828-8B7A-EFB7B34E2CD5}">
      <dgm:prSet/>
      <dgm:spPr/>
      <dgm:t>
        <a:bodyPr/>
        <a:lstStyle/>
        <a:p>
          <a:r>
            <a:rPr lang="ru-RU" b="0" i="0"/>
            <a:t>під Корсунем</a:t>
          </a:r>
          <a:endParaRPr lang="uk-UA"/>
        </a:p>
      </dgm:t>
    </dgm:pt>
    <dgm:pt modelId="{87CF6298-1E94-4165-AB68-248012146E9E}" type="parTrans" cxnId="{FA9D765B-4004-4DF3-9C5F-D4AFD4CFA699}">
      <dgm:prSet/>
      <dgm:spPr/>
      <dgm:t>
        <a:bodyPr/>
        <a:lstStyle/>
        <a:p>
          <a:endParaRPr lang="uk-UA"/>
        </a:p>
      </dgm:t>
    </dgm:pt>
    <dgm:pt modelId="{541A78F8-7A46-4A3F-A4FB-46317BEBE199}" type="sibTrans" cxnId="{FA9D765B-4004-4DF3-9C5F-D4AFD4CFA699}">
      <dgm:prSet/>
      <dgm:spPr/>
      <dgm:t>
        <a:bodyPr/>
        <a:lstStyle/>
        <a:p>
          <a:endParaRPr lang="uk-UA"/>
        </a:p>
      </dgm:t>
    </dgm:pt>
    <dgm:pt modelId="{5723E4A7-A4C2-4E92-9F50-044EB8C2B937}">
      <dgm:prSet/>
      <dgm:spPr/>
      <dgm:t>
        <a:bodyPr/>
        <a:lstStyle/>
        <a:p>
          <a:r>
            <a:rPr lang="ru-RU" b="0" i="0"/>
            <a:t>під Пилявцями</a:t>
          </a:r>
          <a:endParaRPr lang="uk-UA"/>
        </a:p>
      </dgm:t>
    </dgm:pt>
    <dgm:pt modelId="{0AEB98A1-3CE3-4AED-AD48-052175D9F65B}" type="parTrans" cxnId="{6714CAA2-64CB-49BB-9D8F-DFCDBD3D08FF}">
      <dgm:prSet/>
      <dgm:spPr/>
      <dgm:t>
        <a:bodyPr/>
        <a:lstStyle/>
        <a:p>
          <a:endParaRPr lang="uk-UA"/>
        </a:p>
      </dgm:t>
    </dgm:pt>
    <dgm:pt modelId="{27B86A2B-4880-43B0-A2F2-44F455D9274D}" type="sibTrans" cxnId="{6714CAA2-64CB-49BB-9D8F-DFCDBD3D08FF}">
      <dgm:prSet/>
      <dgm:spPr/>
      <dgm:t>
        <a:bodyPr/>
        <a:lstStyle/>
        <a:p>
          <a:endParaRPr lang="uk-UA"/>
        </a:p>
      </dgm:t>
    </dgm:pt>
    <dgm:pt modelId="{EEEFC1A0-B36D-4B49-8D57-633DB4E2C29C}">
      <dgm:prSet/>
      <dgm:spPr/>
      <dgm:t>
        <a:bodyPr/>
        <a:lstStyle/>
        <a:p>
          <a:r>
            <a:rPr lang="ru-RU" b="0" i="0" dirty="0" err="1"/>
            <a:t>під</a:t>
          </a:r>
          <a:r>
            <a:rPr lang="ru-RU" b="0" i="0" dirty="0"/>
            <a:t> </a:t>
          </a:r>
          <a:r>
            <a:rPr lang="ru-RU" b="0" i="0" dirty="0" err="1"/>
            <a:t>Зборовим</a:t>
          </a:r>
          <a:endParaRPr lang="uk-UA" dirty="0"/>
        </a:p>
      </dgm:t>
    </dgm:pt>
    <dgm:pt modelId="{64781C61-2DF1-4448-9C30-10C49FF8A1A1}" type="parTrans" cxnId="{0484D4B1-EC7B-49A1-8308-E59A2554C36B}">
      <dgm:prSet/>
      <dgm:spPr/>
      <dgm:t>
        <a:bodyPr/>
        <a:lstStyle/>
        <a:p>
          <a:endParaRPr lang="uk-UA"/>
        </a:p>
      </dgm:t>
    </dgm:pt>
    <dgm:pt modelId="{96F67BAA-085A-4BB5-B889-AD2FFCF16ECC}" type="sibTrans" cxnId="{0484D4B1-EC7B-49A1-8308-E59A2554C36B}">
      <dgm:prSet/>
      <dgm:spPr/>
      <dgm:t>
        <a:bodyPr/>
        <a:lstStyle/>
        <a:p>
          <a:endParaRPr lang="uk-UA"/>
        </a:p>
      </dgm:t>
    </dgm:pt>
    <dgm:pt modelId="{92385730-4EA7-4456-B4EA-272AF48A7C50}" type="pres">
      <dgm:prSet presAssocID="{84D01C62-6452-4413-AF13-98CE51C794A9}" presName="matrix" presStyleCnt="0">
        <dgm:presLayoutVars>
          <dgm:chMax val="1"/>
          <dgm:dir/>
          <dgm:resizeHandles val="exact"/>
        </dgm:presLayoutVars>
      </dgm:prSet>
      <dgm:spPr/>
    </dgm:pt>
    <dgm:pt modelId="{25170E36-17B0-473C-9284-C1BF4C520064}" type="pres">
      <dgm:prSet presAssocID="{84D01C62-6452-4413-AF13-98CE51C794A9}" presName="diamond" presStyleLbl="bgShp" presStyleIdx="0" presStyleCnt="1"/>
      <dgm:spPr/>
    </dgm:pt>
    <dgm:pt modelId="{46505CB4-129B-4354-AF7A-982CF7D0DCB6}" type="pres">
      <dgm:prSet presAssocID="{84D01C62-6452-4413-AF13-98CE51C794A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365B95E-F5A8-47C7-ACA7-0EAD593CBC5C}" type="pres">
      <dgm:prSet presAssocID="{84D01C62-6452-4413-AF13-98CE51C794A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98AB90C-1BC6-4117-B68F-639D1F017505}" type="pres">
      <dgm:prSet presAssocID="{84D01C62-6452-4413-AF13-98CE51C794A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9701FA0-EC61-43E3-9AEA-D20AF5D989E4}" type="pres">
      <dgm:prSet presAssocID="{84D01C62-6452-4413-AF13-98CE51C794A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89EE10F-D608-430F-A111-635969C001FB}" type="presOf" srcId="{84D01C62-6452-4413-AF13-98CE51C794A9}" destId="{92385730-4EA7-4456-B4EA-272AF48A7C50}" srcOrd="0" destOrd="0" presId="urn:microsoft.com/office/officeart/2005/8/layout/matrix3"/>
    <dgm:cxn modelId="{DDEAE220-EEC9-4F98-9D29-3C567A114D6B}" srcId="{84D01C62-6452-4413-AF13-98CE51C794A9}" destId="{372DC912-7E0F-4164-A545-0ECDD5B1B48A}" srcOrd="0" destOrd="0" parTransId="{6E8D54B2-FB6D-4865-B8C5-AE56F50E126B}" sibTransId="{8C80EA8B-9111-4CCF-AD9B-B426E7D78B91}"/>
    <dgm:cxn modelId="{1E40F03F-EEC5-46DA-A261-A8C972E7E6F9}" type="presOf" srcId="{5723E4A7-A4C2-4E92-9F50-044EB8C2B937}" destId="{498AB90C-1BC6-4117-B68F-639D1F017505}" srcOrd="0" destOrd="0" presId="urn:microsoft.com/office/officeart/2005/8/layout/matrix3"/>
    <dgm:cxn modelId="{FA9D765B-4004-4DF3-9C5F-D4AFD4CFA699}" srcId="{84D01C62-6452-4413-AF13-98CE51C794A9}" destId="{9392FD5C-67D5-4828-8B7A-EFB7B34E2CD5}" srcOrd="1" destOrd="0" parTransId="{87CF6298-1E94-4165-AB68-248012146E9E}" sibTransId="{541A78F8-7A46-4A3F-A4FB-46317BEBE199}"/>
    <dgm:cxn modelId="{529B4862-1667-4EC2-872E-DD4040CEEA52}" type="presOf" srcId="{9392FD5C-67D5-4828-8B7A-EFB7B34E2CD5}" destId="{C365B95E-F5A8-47C7-ACA7-0EAD593CBC5C}" srcOrd="0" destOrd="0" presId="urn:microsoft.com/office/officeart/2005/8/layout/matrix3"/>
    <dgm:cxn modelId="{6714CAA2-64CB-49BB-9D8F-DFCDBD3D08FF}" srcId="{84D01C62-6452-4413-AF13-98CE51C794A9}" destId="{5723E4A7-A4C2-4E92-9F50-044EB8C2B937}" srcOrd="2" destOrd="0" parTransId="{0AEB98A1-3CE3-4AED-AD48-052175D9F65B}" sibTransId="{27B86A2B-4880-43B0-A2F2-44F455D9274D}"/>
    <dgm:cxn modelId="{0484D4B1-EC7B-49A1-8308-E59A2554C36B}" srcId="{84D01C62-6452-4413-AF13-98CE51C794A9}" destId="{EEEFC1A0-B36D-4B49-8D57-633DB4E2C29C}" srcOrd="3" destOrd="0" parTransId="{64781C61-2DF1-4448-9C30-10C49FF8A1A1}" sibTransId="{96F67BAA-085A-4BB5-B889-AD2FFCF16ECC}"/>
    <dgm:cxn modelId="{F58C7EB6-F8A0-4857-95C0-E7477E7E625A}" type="presOf" srcId="{EEEFC1A0-B36D-4B49-8D57-633DB4E2C29C}" destId="{49701FA0-EC61-43E3-9AEA-D20AF5D989E4}" srcOrd="0" destOrd="0" presId="urn:microsoft.com/office/officeart/2005/8/layout/matrix3"/>
    <dgm:cxn modelId="{941D62EB-5A11-462D-B949-3CDFB0D4D650}" type="presOf" srcId="{372DC912-7E0F-4164-A545-0ECDD5B1B48A}" destId="{46505CB4-129B-4354-AF7A-982CF7D0DCB6}" srcOrd="0" destOrd="0" presId="urn:microsoft.com/office/officeart/2005/8/layout/matrix3"/>
    <dgm:cxn modelId="{CD0E9847-0044-4DA2-8937-1F3EA3B6A21B}" type="presParOf" srcId="{92385730-4EA7-4456-B4EA-272AF48A7C50}" destId="{25170E36-17B0-473C-9284-C1BF4C520064}" srcOrd="0" destOrd="0" presId="urn:microsoft.com/office/officeart/2005/8/layout/matrix3"/>
    <dgm:cxn modelId="{A67B8EAB-39FB-47FB-A8A8-531212E3BEEC}" type="presParOf" srcId="{92385730-4EA7-4456-B4EA-272AF48A7C50}" destId="{46505CB4-129B-4354-AF7A-982CF7D0DCB6}" srcOrd="1" destOrd="0" presId="urn:microsoft.com/office/officeart/2005/8/layout/matrix3"/>
    <dgm:cxn modelId="{26A0FAE3-561C-4A11-961F-38B94BA642CF}" type="presParOf" srcId="{92385730-4EA7-4456-B4EA-272AF48A7C50}" destId="{C365B95E-F5A8-47C7-ACA7-0EAD593CBC5C}" srcOrd="2" destOrd="0" presId="urn:microsoft.com/office/officeart/2005/8/layout/matrix3"/>
    <dgm:cxn modelId="{A2A88255-4CCC-4BC3-B6BE-1B10A3CF673C}" type="presParOf" srcId="{92385730-4EA7-4456-B4EA-272AF48A7C50}" destId="{498AB90C-1BC6-4117-B68F-639D1F017505}" srcOrd="3" destOrd="0" presId="urn:microsoft.com/office/officeart/2005/8/layout/matrix3"/>
    <dgm:cxn modelId="{FB00648E-B5AD-48B6-8F29-2A077B8541ED}" type="presParOf" srcId="{92385730-4EA7-4456-B4EA-272AF48A7C50}" destId="{49701FA0-EC61-43E3-9AEA-D20AF5D989E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64.xml><?xml version="1.0" encoding="utf-8"?>
<dgm:dataModel xmlns:dgm="http://schemas.openxmlformats.org/drawingml/2006/diagram" xmlns:a="http://schemas.openxmlformats.org/drawingml/2006/main">
  <dgm:ptLst>
    <dgm:pt modelId="{C671EA25-4489-4AC6-ACD4-6D5E14EAF900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7637587-0722-4C98-BDFA-0013F195B7C0}">
      <dgm:prSet/>
      <dgm:spPr/>
      <dgm:t>
        <a:bodyPr/>
        <a:lstStyle/>
        <a:p>
          <a:r>
            <a:rPr lang="ru-RU" b="0" i="0"/>
            <a:t>Батогом.</a:t>
          </a:r>
          <a:endParaRPr lang="uk-UA"/>
        </a:p>
      </dgm:t>
    </dgm:pt>
    <dgm:pt modelId="{52325F1F-3670-41F3-87E7-6D65718DAB41}" type="parTrans" cxnId="{3CA40F04-A9B0-42B9-AE8E-F8357CA2BC07}">
      <dgm:prSet/>
      <dgm:spPr/>
      <dgm:t>
        <a:bodyPr/>
        <a:lstStyle/>
        <a:p>
          <a:endParaRPr lang="uk-UA"/>
        </a:p>
      </dgm:t>
    </dgm:pt>
    <dgm:pt modelId="{71E08F64-0D00-438C-954D-C295F42B8D8D}" type="sibTrans" cxnId="{3CA40F04-A9B0-42B9-AE8E-F8357CA2BC07}">
      <dgm:prSet/>
      <dgm:spPr/>
      <dgm:t>
        <a:bodyPr/>
        <a:lstStyle/>
        <a:p>
          <a:endParaRPr lang="uk-UA"/>
        </a:p>
      </dgm:t>
    </dgm:pt>
    <dgm:pt modelId="{DBA8FDAB-88E0-4257-BAEB-68F1E51444A2}">
      <dgm:prSet/>
      <dgm:spPr/>
      <dgm:t>
        <a:bodyPr/>
        <a:lstStyle/>
        <a:p>
          <a:r>
            <a:rPr lang="ru-RU" b="0" i="0" dirty="0"/>
            <a:t>Корсунем.</a:t>
          </a:r>
          <a:endParaRPr lang="uk-UA" dirty="0"/>
        </a:p>
      </dgm:t>
    </dgm:pt>
    <dgm:pt modelId="{FCBC12F5-622A-43C9-B6A1-DE63D364153B}" type="parTrans" cxnId="{E364DA1D-5750-4AE1-A96C-41F800A2FADA}">
      <dgm:prSet/>
      <dgm:spPr/>
      <dgm:t>
        <a:bodyPr/>
        <a:lstStyle/>
        <a:p>
          <a:endParaRPr lang="uk-UA"/>
        </a:p>
      </dgm:t>
    </dgm:pt>
    <dgm:pt modelId="{86264B2C-AC6D-4BD9-A63D-D63FD75478DF}" type="sibTrans" cxnId="{E364DA1D-5750-4AE1-A96C-41F800A2FADA}">
      <dgm:prSet/>
      <dgm:spPr/>
      <dgm:t>
        <a:bodyPr/>
        <a:lstStyle/>
        <a:p>
          <a:endParaRPr lang="uk-UA"/>
        </a:p>
      </dgm:t>
    </dgm:pt>
    <dgm:pt modelId="{925F802D-DD12-4A1A-8763-80A45C38C59E}">
      <dgm:prSet/>
      <dgm:spPr/>
      <dgm:t>
        <a:bodyPr/>
        <a:lstStyle/>
        <a:p>
          <a:r>
            <a:rPr lang="ru-RU" b="0" i="0"/>
            <a:t>Пилявцями.</a:t>
          </a:r>
          <a:endParaRPr lang="uk-UA"/>
        </a:p>
      </dgm:t>
    </dgm:pt>
    <dgm:pt modelId="{9B530761-3F7C-4A1E-9334-4B233FC12796}" type="parTrans" cxnId="{44040834-4A73-49DD-9EF9-D3CAB578F7E0}">
      <dgm:prSet/>
      <dgm:spPr/>
      <dgm:t>
        <a:bodyPr/>
        <a:lstStyle/>
        <a:p>
          <a:endParaRPr lang="uk-UA"/>
        </a:p>
      </dgm:t>
    </dgm:pt>
    <dgm:pt modelId="{68B787D2-D33A-4839-9F33-6FCF9B75490A}" type="sibTrans" cxnId="{44040834-4A73-49DD-9EF9-D3CAB578F7E0}">
      <dgm:prSet/>
      <dgm:spPr/>
      <dgm:t>
        <a:bodyPr/>
        <a:lstStyle/>
        <a:p>
          <a:endParaRPr lang="uk-UA"/>
        </a:p>
      </dgm:t>
    </dgm:pt>
    <dgm:pt modelId="{D0C95AC3-B29C-4A65-A6B6-4404775716D7}">
      <dgm:prSet/>
      <dgm:spPr/>
      <dgm:t>
        <a:bodyPr/>
        <a:lstStyle/>
        <a:p>
          <a:r>
            <a:rPr lang="ru-RU" b="0" i="0"/>
            <a:t>Жовтими Водами.</a:t>
          </a:r>
          <a:endParaRPr lang="uk-UA"/>
        </a:p>
      </dgm:t>
    </dgm:pt>
    <dgm:pt modelId="{DF96E5F0-061D-4DA6-995E-959E5CCB6BCA}" type="parTrans" cxnId="{204EB4A3-07FB-4E5B-A8F9-DD511D2852F4}">
      <dgm:prSet/>
      <dgm:spPr/>
      <dgm:t>
        <a:bodyPr/>
        <a:lstStyle/>
        <a:p>
          <a:endParaRPr lang="uk-UA"/>
        </a:p>
      </dgm:t>
    </dgm:pt>
    <dgm:pt modelId="{389F3788-A4E7-4CD7-82AE-45B109AE3F2C}" type="sibTrans" cxnId="{204EB4A3-07FB-4E5B-A8F9-DD511D2852F4}">
      <dgm:prSet/>
      <dgm:spPr/>
      <dgm:t>
        <a:bodyPr/>
        <a:lstStyle/>
        <a:p>
          <a:endParaRPr lang="uk-UA"/>
        </a:p>
      </dgm:t>
    </dgm:pt>
    <dgm:pt modelId="{7D1F3D77-C781-4899-BF83-580E2CB3E8E9}" type="pres">
      <dgm:prSet presAssocID="{C671EA25-4489-4AC6-ACD4-6D5E14EAF900}" presName="linearFlow" presStyleCnt="0">
        <dgm:presLayoutVars>
          <dgm:dir/>
          <dgm:resizeHandles val="exact"/>
        </dgm:presLayoutVars>
      </dgm:prSet>
      <dgm:spPr/>
    </dgm:pt>
    <dgm:pt modelId="{7D94BE33-A6B8-4376-B997-6FF5EC92B45B}" type="pres">
      <dgm:prSet presAssocID="{17637587-0722-4C98-BDFA-0013F195B7C0}" presName="composite" presStyleCnt="0"/>
      <dgm:spPr/>
    </dgm:pt>
    <dgm:pt modelId="{96E76604-05F1-45E4-A1A7-2CC06BDBFAEB}" type="pres">
      <dgm:prSet presAssocID="{17637587-0722-4C98-BDFA-0013F195B7C0}" presName="imgShp" presStyleLbl="fgImgPlace1" presStyleIdx="0" presStyleCnt="4"/>
      <dgm:spPr/>
    </dgm:pt>
    <dgm:pt modelId="{834E6EFF-4BAA-4EE2-8D55-AE13223D9F4A}" type="pres">
      <dgm:prSet presAssocID="{17637587-0722-4C98-BDFA-0013F195B7C0}" presName="txShp" presStyleLbl="node1" presStyleIdx="0" presStyleCnt="4">
        <dgm:presLayoutVars>
          <dgm:bulletEnabled val="1"/>
        </dgm:presLayoutVars>
      </dgm:prSet>
      <dgm:spPr/>
    </dgm:pt>
    <dgm:pt modelId="{26889235-67E0-4D7A-B590-678665DDB947}" type="pres">
      <dgm:prSet presAssocID="{71E08F64-0D00-438C-954D-C295F42B8D8D}" presName="spacing" presStyleCnt="0"/>
      <dgm:spPr/>
    </dgm:pt>
    <dgm:pt modelId="{E73E021A-FA7D-4A63-AC5F-3692379BBB41}" type="pres">
      <dgm:prSet presAssocID="{DBA8FDAB-88E0-4257-BAEB-68F1E51444A2}" presName="composite" presStyleCnt="0"/>
      <dgm:spPr/>
    </dgm:pt>
    <dgm:pt modelId="{4ED4FDD7-3D63-435C-8400-D0454608E729}" type="pres">
      <dgm:prSet presAssocID="{DBA8FDAB-88E0-4257-BAEB-68F1E51444A2}" presName="imgShp" presStyleLbl="fgImgPlace1" presStyleIdx="1" presStyleCnt="4"/>
      <dgm:spPr/>
    </dgm:pt>
    <dgm:pt modelId="{AE24B3CB-7295-40E6-A63E-F13740A26167}" type="pres">
      <dgm:prSet presAssocID="{DBA8FDAB-88E0-4257-BAEB-68F1E51444A2}" presName="txShp" presStyleLbl="node1" presStyleIdx="1" presStyleCnt="4">
        <dgm:presLayoutVars>
          <dgm:bulletEnabled val="1"/>
        </dgm:presLayoutVars>
      </dgm:prSet>
      <dgm:spPr/>
    </dgm:pt>
    <dgm:pt modelId="{435D511E-66F3-478D-8AF1-E0E6EB1F85DD}" type="pres">
      <dgm:prSet presAssocID="{86264B2C-AC6D-4BD9-A63D-D63FD75478DF}" presName="spacing" presStyleCnt="0"/>
      <dgm:spPr/>
    </dgm:pt>
    <dgm:pt modelId="{1E991CBD-6441-472B-9680-516E9C3FBDDB}" type="pres">
      <dgm:prSet presAssocID="{925F802D-DD12-4A1A-8763-80A45C38C59E}" presName="composite" presStyleCnt="0"/>
      <dgm:spPr/>
    </dgm:pt>
    <dgm:pt modelId="{4D9EC3F2-2C0C-4CF0-B1E9-AAC054B72C0B}" type="pres">
      <dgm:prSet presAssocID="{925F802D-DD12-4A1A-8763-80A45C38C59E}" presName="imgShp" presStyleLbl="fgImgPlace1" presStyleIdx="2" presStyleCnt="4"/>
      <dgm:spPr/>
    </dgm:pt>
    <dgm:pt modelId="{22F69E91-B1AE-42CC-B8D3-81520253F0BE}" type="pres">
      <dgm:prSet presAssocID="{925F802D-DD12-4A1A-8763-80A45C38C59E}" presName="txShp" presStyleLbl="node1" presStyleIdx="2" presStyleCnt="4">
        <dgm:presLayoutVars>
          <dgm:bulletEnabled val="1"/>
        </dgm:presLayoutVars>
      </dgm:prSet>
      <dgm:spPr/>
    </dgm:pt>
    <dgm:pt modelId="{6BD876F1-E554-4BBA-89F8-E185F65EAFD6}" type="pres">
      <dgm:prSet presAssocID="{68B787D2-D33A-4839-9F33-6FCF9B75490A}" presName="spacing" presStyleCnt="0"/>
      <dgm:spPr/>
    </dgm:pt>
    <dgm:pt modelId="{270FE52A-23DB-4589-8C5B-8EEB83DF0FFD}" type="pres">
      <dgm:prSet presAssocID="{D0C95AC3-B29C-4A65-A6B6-4404775716D7}" presName="composite" presStyleCnt="0"/>
      <dgm:spPr/>
    </dgm:pt>
    <dgm:pt modelId="{F83CA989-1069-4F3B-B949-587CB5E5FEFA}" type="pres">
      <dgm:prSet presAssocID="{D0C95AC3-B29C-4A65-A6B6-4404775716D7}" presName="imgShp" presStyleLbl="fgImgPlace1" presStyleIdx="3" presStyleCnt="4"/>
      <dgm:spPr/>
    </dgm:pt>
    <dgm:pt modelId="{6E4D49C9-EA2B-47AA-94F8-423A85FD7653}" type="pres">
      <dgm:prSet presAssocID="{D0C95AC3-B29C-4A65-A6B6-4404775716D7}" presName="txShp" presStyleLbl="node1" presStyleIdx="3" presStyleCnt="4">
        <dgm:presLayoutVars>
          <dgm:bulletEnabled val="1"/>
        </dgm:presLayoutVars>
      </dgm:prSet>
      <dgm:spPr/>
    </dgm:pt>
  </dgm:ptLst>
  <dgm:cxnLst>
    <dgm:cxn modelId="{3CA40F04-A9B0-42B9-AE8E-F8357CA2BC07}" srcId="{C671EA25-4489-4AC6-ACD4-6D5E14EAF900}" destId="{17637587-0722-4C98-BDFA-0013F195B7C0}" srcOrd="0" destOrd="0" parTransId="{52325F1F-3670-41F3-87E7-6D65718DAB41}" sibTransId="{71E08F64-0D00-438C-954D-C295F42B8D8D}"/>
    <dgm:cxn modelId="{20E2C10C-A041-4925-8080-03157136CFA6}" type="presOf" srcId="{D0C95AC3-B29C-4A65-A6B6-4404775716D7}" destId="{6E4D49C9-EA2B-47AA-94F8-423A85FD7653}" srcOrd="0" destOrd="0" presId="urn:microsoft.com/office/officeart/2005/8/layout/vList3"/>
    <dgm:cxn modelId="{E364DA1D-5750-4AE1-A96C-41F800A2FADA}" srcId="{C671EA25-4489-4AC6-ACD4-6D5E14EAF900}" destId="{DBA8FDAB-88E0-4257-BAEB-68F1E51444A2}" srcOrd="1" destOrd="0" parTransId="{FCBC12F5-622A-43C9-B6A1-DE63D364153B}" sibTransId="{86264B2C-AC6D-4BD9-A63D-D63FD75478DF}"/>
    <dgm:cxn modelId="{87E10B27-24FE-4E57-A22A-74F49314A6BF}" type="presOf" srcId="{925F802D-DD12-4A1A-8763-80A45C38C59E}" destId="{22F69E91-B1AE-42CC-B8D3-81520253F0BE}" srcOrd="0" destOrd="0" presId="urn:microsoft.com/office/officeart/2005/8/layout/vList3"/>
    <dgm:cxn modelId="{44040834-4A73-49DD-9EF9-D3CAB578F7E0}" srcId="{C671EA25-4489-4AC6-ACD4-6D5E14EAF900}" destId="{925F802D-DD12-4A1A-8763-80A45C38C59E}" srcOrd="2" destOrd="0" parTransId="{9B530761-3F7C-4A1E-9334-4B233FC12796}" sibTransId="{68B787D2-D33A-4839-9F33-6FCF9B75490A}"/>
    <dgm:cxn modelId="{20EBC594-797A-4611-822C-E0BCBC2C32EE}" type="presOf" srcId="{17637587-0722-4C98-BDFA-0013F195B7C0}" destId="{834E6EFF-4BAA-4EE2-8D55-AE13223D9F4A}" srcOrd="0" destOrd="0" presId="urn:microsoft.com/office/officeart/2005/8/layout/vList3"/>
    <dgm:cxn modelId="{204EB4A3-07FB-4E5B-A8F9-DD511D2852F4}" srcId="{C671EA25-4489-4AC6-ACD4-6D5E14EAF900}" destId="{D0C95AC3-B29C-4A65-A6B6-4404775716D7}" srcOrd="3" destOrd="0" parTransId="{DF96E5F0-061D-4DA6-995E-959E5CCB6BCA}" sibTransId="{389F3788-A4E7-4CD7-82AE-45B109AE3F2C}"/>
    <dgm:cxn modelId="{F1AED2D7-FD68-4D4E-AA1E-2A516A8264B4}" type="presOf" srcId="{DBA8FDAB-88E0-4257-BAEB-68F1E51444A2}" destId="{AE24B3CB-7295-40E6-A63E-F13740A26167}" srcOrd="0" destOrd="0" presId="urn:microsoft.com/office/officeart/2005/8/layout/vList3"/>
    <dgm:cxn modelId="{BA73E4F6-8E8F-436D-A039-DD5C86DDBDF1}" type="presOf" srcId="{C671EA25-4489-4AC6-ACD4-6D5E14EAF900}" destId="{7D1F3D77-C781-4899-BF83-580E2CB3E8E9}" srcOrd="0" destOrd="0" presId="urn:microsoft.com/office/officeart/2005/8/layout/vList3"/>
    <dgm:cxn modelId="{D8E3C6F5-C59B-4879-9060-2E6E22E5739D}" type="presParOf" srcId="{7D1F3D77-C781-4899-BF83-580E2CB3E8E9}" destId="{7D94BE33-A6B8-4376-B997-6FF5EC92B45B}" srcOrd="0" destOrd="0" presId="urn:microsoft.com/office/officeart/2005/8/layout/vList3"/>
    <dgm:cxn modelId="{AB4935CE-9373-450A-A098-1B8E0F80FDDC}" type="presParOf" srcId="{7D94BE33-A6B8-4376-B997-6FF5EC92B45B}" destId="{96E76604-05F1-45E4-A1A7-2CC06BDBFAEB}" srcOrd="0" destOrd="0" presId="urn:microsoft.com/office/officeart/2005/8/layout/vList3"/>
    <dgm:cxn modelId="{AC8B0812-6539-47C4-BBA5-2339143CAE40}" type="presParOf" srcId="{7D94BE33-A6B8-4376-B997-6FF5EC92B45B}" destId="{834E6EFF-4BAA-4EE2-8D55-AE13223D9F4A}" srcOrd="1" destOrd="0" presId="urn:microsoft.com/office/officeart/2005/8/layout/vList3"/>
    <dgm:cxn modelId="{EB093BAA-8F18-4358-BBC8-7FDF93A1A744}" type="presParOf" srcId="{7D1F3D77-C781-4899-BF83-580E2CB3E8E9}" destId="{26889235-67E0-4D7A-B590-678665DDB947}" srcOrd="1" destOrd="0" presId="urn:microsoft.com/office/officeart/2005/8/layout/vList3"/>
    <dgm:cxn modelId="{0FBE134A-798E-4DBF-AFBF-F80E70747B2A}" type="presParOf" srcId="{7D1F3D77-C781-4899-BF83-580E2CB3E8E9}" destId="{E73E021A-FA7D-4A63-AC5F-3692379BBB41}" srcOrd="2" destOrd="0" presId="urn:microsoft.com/office/officeart/2005/8/layout/vList3"/>
    <dgm:cxn modelId="{9D0F791C-4B5F-4FD0-8975-A828E80422A1}" type="presParOf" srcId="{E73E021A-FA7D-4A63-AC5F-3692379BBB41}" destId="{4ED4FDD7-3D63-435C-8400-D0454608E729}" srcOrd="0" destOrd="0" presId="urn:microsoft.com/office/officeart/2005/8/layout/vList3"/>
    <dgm:cxn modelId="{530BBEDA-E5FD-4C7D-B397-3136AF5F79AE}" type="presParOf" srcId="{E73E021A-FA7D-4A63-AC5F-3692379BBB41}" destId="{AE24B3CB-7295-40E6-A63E-F13740A26167}" srcOrd="1" destOrd="0" presId="urn:microsoft.com/office/officeart/2005/8/layout/vList3"/>
    <dgm:cxn modelId="{6E5272D2-4FB2-46BA-A649-FD75FE78D3F5}" type="presParOf" srcId="{7D1F3D77-C781-4899-BF83-580E2CB3E8E9}" destId="{435D511E-66F3-478D-8AF1-E0E6EB1F85DD}" srcOrd="3" destOrd="0" presId="urn:microsoft.com/office/officeart/2005/8/layout/vList3"/>
    <dgm:cxn modelId="{F6435376-3E57-4184-894A-CCF61093A53A}" type="presParOf" srcId="{7D1F3D77-C781-4899-BF83-580E2CB3E8E9}" destId="{1E991CBD-6441-472B-9680-516E9C3FBDDB}" srcOrd="4" destOrd="0" presId="urn:microsoft.com/office/officeart/2005/8/layout/vList3"/>
    <dgm:cxn modelId="{C1B0E7D5-CC2B-4097-A96B-A35DE2E4AFD6}" type="presParOf" srcId="{1E991CBD-6441-472B-9680-516E9C3FBDDB}" destId="{4D9EC3F2-2C0C-4CF0-B1E9-AAC054B72C0B}" srcOrd="0" destOrd="0" presId="urn:microsoft.com/office/officeart/2005/8/layout/vList3"/>
    <dgm:cxn modelId="{13E5B623-C856-40FA-8A0F-AFA6531992B3}" type="presParOf" srcId="{1E991CBD-6441-472B-9680-516E9C3FBDDB}" destId="{22F69E91-B1AE-42CC-B8D3-81520253F0BE}" srcOrd="1" destOrd="0" presId="urn:microsoft.com/office/officeart/2005/8/layout/vList3"/>
    <dgm:cxn modelId="{26820893-A710-4035-86A7-564F57A3DD42}" type="presParOf" srcId="{7D1F3D77-C781-4899-BF83-580E2CB3E8E9}" destId="{6BD876F1-E554-4BBA-89F8-E185F65EAFD6}" srcOrd="5" destOrd="0" presId="urn:microsoft.com/office/officeart/2005/8/layout/vList3"/>
    <dgm:cxn modelId="{63B9C5C3-6B07-427D-B53C-58DD96829E32}" type="presParOf" srcId="{7D1F3D77-C781-4899-BF83-580E2CB3E8E9}" destId="{270FE52A-23DB-4589-8C5B-8EEB83DF0FFD}" srcOrd="6" destOrd="0" presId="urn:microsoft.com/office/officeart/2005/8/layout/vList3"/>
    <dgm:cxn modelId="{17CF29AF-1C68-4E23-9937-3A4EBC5FB7FA}" type="presParOf" srcId="{270FE52A-23DB-4589-8C5B-8EEB83DF0FFD}" destId="{F83CA989-1069-4F3B-B949-587CB5E5FEFA}" srcOrd="0" destOrd="0" presId="urn:microsoft.com/office/officeart/2005/8/layout/vList3"/>
    <dgm:cxn modelId="{9E1A7C16-43B4-4E32-9AF8-878F75B1B3AB}" type="presParOf" srcId="{270FE52A-23DB-4589-8C5B-8EEB83DF0FFD}" destId="{6E4D49C9-EA2B-47AA-94F8-423A85FD765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5.xml><?xml version="1.0" encoding="utf-8"?>
<dgm:dataModel xmlns:dgm="http://schemas.openxmlformats.org/drawingml/2006/diagram" xmlns:a="http://schemas.openxmlformats.org/drawingml/2006/main">
  <dgm:ptLst>
    <dgm:pt modelId="{A3C934C0-AF93-4C83-A5F1-32F2069ED5DF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75E1E25-D5D9-4236-9B64-5D415F740DA8}">
      <dgm:prSet/>
      <dgm:spPr/>
      <dgm:t>
        <a:bodyPr/>
        <a:lstStyle/>
        <a:p>
          <a:r>
            <a:rPr lang="ru-RU" b="0" i="0"/>
            <a:t>Велике князівство Литовське</a:t>
          </a:r>
          <a:endParaRPr lang="uk-UA"/>
        </a:p>
      </dgm:t>
    </dgm:pt>
    <dgm:pt modelId="{C3E39751-694B-41B8-8C22-3DD7162CB8D8}" type="parTrans" cxnId="{F932986E-4BC7-4924-A2BB-AF770B66A0BB}">
      <dgm:prSet/>
      <dgm:spPr/>
      <dgm:t>
        <a:bodyPr/>
        <a:lstStyle/>
        <a:p>
          <a:endParaRPr lang="uk-UA"/>
        </a:p>
      </dgm:t>
    </dgm:pt>
    <dgm:pt modelId="{29286677-7984-4BA1-AE75-36C2AAF8B781}" type="sibTrans" cxnId="{F932986E-4BC7-4924-A2BB-AF770B66A0BB}">
      <dgm:prSet/>
      <dgm:spPr/>
      <dgm:t>
        <a:bodyPr/>
        <a:lstStyle/>
        <a:p>
          <a:endParaRPr lang="uk-UA"/>
        </a:p>
      </dgm:t>
    </dgm:pt>
    <dgm:pt modelId="{D462603B-E7D2-4EE5-ABEE-C04EAF94F032}">
      <dgm:prSet/>
      <dgm:spPr/>
      <dgm:t>
        <a:bodyPr/>
        <a:lstStyle/>
        <a:p>
          <a:r>
            <a:rPr lang="ru-RU" b="0" i="0"/>
            <a:t>Московське царство</a:t>
          </a:r>
          <a:endParaRPr lang="uk-UA"/>
        </a:p>
      </dgm:t>
    </dgm:pt>
    <dgm:pt modelId="{3FB97315-9674-44C8-B2C1-EE6FD9FA8490}" type="parTrans" cxnId="{B04867B3-E429-4B10-B7E2-DAAEEAEFA5CD}">
      <dgm:prSet/>
      <dgm:spPr/>
      <dgm:t>
        <a:bodyPr/>
        <a:lstStyle/>
        <a:p>
          <a:endParaRPr lang="uk-UA"/>
        </a:p>
      </dgm:t>
    </dgm:pt>
    <dgm:pt modelId="{0BF094B5-C836-49FA-8F92-31F9AB0F6138}" type="sibTrans" cxnId="{B04867B3-E429-4B10-B7E2-DAAEEAEFA5CD}">
      <dgm:prSet/>
      <dgm:spPr/>
      <dgm:t>
        <a:bodyPr/>
        <a:lstStyle/>
        <a:p>
          <a:endParaRPr lang="uk-UA"/>
        </a:p>
      </dgm:t>
    </dgm:pt>
    <dgm:pt modelId="{C268154E-ECB3-4B93-AEED-1C325576677C}">
      <dgm:prSet/>
      <dgm:spPr/>
      <dgm:t>
        <a:bodyPr/>
        <a:lstStyle/>
        <a:p>
          <a:r>
            <a:rPr lang="ru-RU" b="0" i="0"/>
            <a:t>Кримське ханство</a:t>
          </a:r>
          <a:endParaRPr lang="uk-UA"/>
        </a:p>
      </dgm:t>
    </dgm:pt>
    <dgm:pt modelId="{F2EE021D-4467-4C21-BB08-984A4AC3FC0A}" type="parTrans" cxnId="{B02AC2D0-9C82-4821-872F-968B3E8A1B34}">
      <dgm:prSet/>
      <dgm:spPr/>
      <dgm:t>
        <a:bodyPr/>
        <a:lstStyle/>
        <a:p>
          <a:endParaRPr lang="uk-UA"/>
        </a:p>
      </dgm:t>
    </dgm:pt>
    <dgm:pt modelId="{799D0744-6C97-476D-927D-23EB8B798965}" type="sibTrans" cxnId="{B02AC2D0-9C82-4821-872F-968B3E8A1B34}">
      <dgm:prSet/>
      <dgm:spPr/>
      <dgm:t>
        <a:bodyPr/>
        <a:lstStyle/>
        <a:p>
          <a:endParaRPr lang="uk-UA"/>
        </a:p>
      </dgm:t>
    </dgm:pt>
    <dgm:pt modelId="{5A1E7FAB-979D-4F76-B388-5B298B8BE178}">
      <dgm:prSet/>
      <dgm:spPr/>
      <dgm:t>
        <a:bodyPr/>
        <a:lstStyle/>
        <a:p>
          <a:r>
            <a:rPr lang="ru-RU" b="0" i="0"/>
            <a:t>Трансільванське князівство</a:t>
          </a:r>
          <a:endParaRPr lang="uk-UA"/>
        </a:p>
      </dgm:t>
    </dgm:pt>
    <dgm:pt modelId="{D21AB38D-A9E2-4692-B188-BE901002F455}" type="parTrans" cxnId="{7CBA7E9B-88E0-46DC-8264-804DC5AAE452}">
      <dgm:prSet/>
      <dgm:spPr/>
      <dgm:t>
        <a:bodyPr/>
        <a:lstStyle/>
        <a:p>
          <a:endParaRPr lang="uk-UA"/>
        </a:p>
      </dgm:t>
    </dgm:pt>
    <dgm:pt modelId="{0F4D0AA9-FFFA-4FAE-AE30-4A1620EA9BF1}" type="sibTrans" cxnId="{7CBA7E9B-88E0-46DC-8264-804DC5AAE452}">
      <dgm:prSet/>
      <dgm:spPr/>
      <dgm:t>
        <a:bodyPr/>
        <a:lstStyle/>
        <a:p>
          <a:endParaRPr lang="uk-UA"/>
        </a:p>
      </dgm:t>
    </dgm:pt>
    <dgm:pt modelId="{0775E332-54D5-4C3F-BF8F-766F669934E7}" type="pres">
      <dgm:prSet presAssocID="{A3C934C0-AF93-4C83-A5F1-32F2069ED5DF}" presName="Name0" presStyleCnt="0">
        <dgm:presLayoutVars>
          <dgm:chMax val="7"/>
          <dgm:chPref val="7"/>
          <dgm:dir/>
        </dgm:presLayoutVars>
      </dgm:prSet>
      <dgm:spPr/>
    </dgm:pt>
    <dgm:pt modelId="{52DAF239-2EF9-4837-9D46-A09F8ACDF5C1}" type="pres">
      <dgm:prSet presAssocID="{A3C934C0-AF93-4C83-A5F1-32F2069ED5DF}" presName="Name1" presStyleCnt="0"/>
      <dgm:spPr/>
    </dgm:pt>
    <dgm:pt modelId="{01DE4283-A6AD-4F2E-8E61-47E049AF71DD}" type="pres">
      <dgm:prSet presAssocID="{A3C934C0-AF93-4C83-A5F1-32F2069ED5DF}" presName="cycle" presStyleCnt="0"/>
      <dgm:spPr/>
    </dgm:pt>
    <dgm:pt modelId="{45E3D0D4-B8FC-4263-A68A-F55D3D007AE4}" type="pres">
      <dgm:prSet presAssocID="{A3C934C0-AF93-4C83-A5F1-32F2069ED5DF}" presName="srcNode" presStyleLbl="node1" presStyleIdx="0" presStyleCnt="4"/>
      <dgm:spPr/>
    </dgm:pt>
    <dgm:pt modelId="{2EE4A4A7-C9D5-444D-8F22-C11991BFE9A3}" type="pres">
      <dgm:prSet presAssocID="{A3C934C0-AF93-4C83-A5F1-32F2069ED5DF}" presName="conn" presStyleLbl="parChTrans1D2" presStyleIdx="0" presStyleCnt="1"/>
      <dgm:spPr/>
    </dgm:pt>
    <dgm:pt modelId="{115F30D1-E277-4688-8335-4D2465645B54}" type="pres">
      <dgm:prSet presAssocID="{A3C934C0-AF93-4C83-A5F1-32F2069ED5DF}" presName="extraNode" presStyleLbl="node1" presStyleIdx="0" presStyleCnt="4"/>
      <dgm:spPr/>
    </dgm:pt>
    <dgm:pt modelId="{33860A79-58D4-4DEE-826F-E35781F67098}" type="pres">
      <dgm:prSet presAssocID="{A3C934C0-AF93-4C83-A5F1-32F2069ED5DF}" presName="dstNode" presStyleLbl="node1" presStyleIdx="0" presStyleCnt="4"/>
      <dgm:spPr/>
    </dgm:pt>
    <dgm:pt modelId="{EBEEA4D2-983E-418D-8187-F7F80D11EFBE}" type="pres">
      <dgm:prSet presAssocID="{975E1E25-D5D9-4236-9B64-5D415F740DA8}" presName="text_1" presStyleLbl="node1" presStyleIdx="0" presStyleCnt="4">
        <dgm:presLayoutVars>
          <dgm:bulletEnabled val="1"/>
        </dgm:presLayoutVars>
      </dgm:prSet>
      <dgm:spPr/>
    </dgm:pt>
    <dgm:pt modelId="{C330B1CB-6726-4DAF-BB4F-29A9AE8B7815}" type="pres">
      <dgm:prSet presAssocID="{975E1E25-D5D9-4236-9B64-5D415F740DA8}" presName="accent_1" presStyleCnt="0"/>
      <dgm:spPr/>
    </dgm:pt>
    <dgm:pt modelId="{C7A61C35-17A9-4970-BB89-259D9A5DB167}" type="pres">
      <dgm:prSet presAssocID="{975E1E25-D5D9-4236-9B64-5D415F740DA8}" presName="accentRepeatNode" presStyleLbl="solidFgAcc1" presStyleIdx="0" presStyleCnt="4"/>
      <dgm:spPr/>
    </dgm:pt>
    <dgm:pt modelId="{6043C39B-86F0-4344-BBC5-6E17EACEF303}" type="pres">
      <dgm:prSet presAssocID="{D462603B-E7D2-4EE5-ABEE-C04EAF94F032}" presName="text_2" presStyleLbl="node1" presStyleIdx="1" presStyleCnt="4">
        <dgm:presLayoutVars>
          <dgm:bulletEnabled val="1"/>
        </dgm:presLayoutVars>
      </dgm:prSet>
      <dgm:spPr/>
    </dgm:pt>
    <dgm:pt modelId="{9D9EFCB4-2489-4934-A01F-03962D9D6879}" type="pres">
      <dgm:prSet presAssocID="{D462603B-E7D2-4EE5-ABEE-C04EAF94F032}" presName="accent_2" presStyleCnt="0"/>
      <dgm:spPr/>
    </dgm:pt>
    <dgm:pt modelId="{B310D805-B743-4628-B201-0BB8C3CF7DDF}" type="pres">
      <dgm:prSet presAssocID="{D462603B-E7D2-4EE5-ABEE-C04EAF94F032}" presName="accentRepeatNode" presStyleLbl="solidFgAcc1" presStyleIdx="1" presStyleCnt="4"/>
      <dgm:spPr/>
    </dgm:pt>
    <dgm:pt modelId="{29AC2F70-AABC-4176-8CFF-88A2CD13C60C}" type="pres">
      <dgm:prSet presAssocID="{C268154E-ECB3-4B93-AEED-1C325576677C}" presName="text_3" presStyleLbl="node1" presStyleIdx="2" presStyleCnt="4">
        <dgm:presLayoutVars>
          <dgm:bulletEnabled val="1"/>
        </dgm:presLayoutVars>
      </dgm:prSet>
      <dgm:spPr/>
    </dgm:pt>
    <dgm:pt modelId="{F4F51EFD-1A5D-4545-868D-9339163C12A0}" type="pres">
      <dgm:prSet presAssocID="{C268154E-ECB3-4B93-AEED-1C325576677C}" presName="accent_3" presStyleCnt="0"/>
      <dgm:spPr/>
    </dgm:pt>
    <dgm:pt modelId="{2C54A4C5-66B6-4D72-9725-25D5A8FD6FFE}" type="pres">
      <dgm:prSet presAssocID="{C268154E-ECB3-4B93-AEED-1C325576677C}" presName="accentRepeatNode" presStyleLbl="solidFgAcc1" presStyleIdx="2" presStyleCnt="4"/>
      <dgm:spPr/>
    </dgm:pt>
    <dgm:pt modelId="{E9FCEFC4-E5E5-4163-A5B1-C97987F3DC0A}" type="pres">
      <dgm:prSet presAssocID="{5A1E7FAB-979D-4F76-B388-5B298B8BE178}" presName="text_4" presStyleLbl="node1" presStyleIdx="3" presStyleCnt="4">
        <dgm:presLayoutVars>
          <dgm:bulletEnabled val="1"/>
        </dgm:presLayoutVars>
      </dgm:prSet>
      <dgm:spPr/>
    </dgm:pt>
    <dgm:pt modelId="{50B3A382-9A72-4C3D-988D-77151DFC4027}" type="pres">
      <dgm:prSet presAssocID="{5A1E7FAB-979D-4F76-B388-5B298B8BE178}" presName="accent_4" presStyleCnt="0"/>
      <dgm:spPr/>
    </dgm:pt>
    <dgm:pt modelId="{0776140E-5576-40A1-A1E4-DA3D8C8E174A}" type="pres">
      <dgm:prSet presAssocID="{5A1E7FAB-979D-4F76-B388-5B298B8BE178}" presName="accentRepeatNode" presStyleLbl="solidFgAcc1" presStyleIdx="3" presStyleCnt="4"/>
      <dgm:spPr/>
    </dgm:pt>
  </dgm:ptLst>
  <dgm:cxnLst>
    <dgm:cxn modelId="{2A0C4D45-0E26-4E0C-BD73-63C9526CF040}" type="presOf" srcId="{A3C934C0-AF93-4C83-A5F1-32F2069ED5DF}" destId="{0775E332-54D5-4C3F-BF8F-766F669934E7}" srcOrd="0" destOrd="0" presId="urn:microsoft.com/office/officeart/2008/layout/VerticalCurvedList"/>
    <dgm:cxn modelId="{764F276D-7782-423C-8FF3-AA2C6E4781EA}" type="presOf" srcId="{29286677-7984-4BA1-AE75-36C2AAF8B781}" destId="{2EE4A4A7-C9D5-444D-8F22-C11991BFE9A3}" srcOrd="0" destOrd="0" presId="urn:microsoft.com/office/officeart/2008/layout/VerticalCurvedList"/>
    <dgm:cxn modelId="{F932986E-4BC7-4924-A2BB-AF770B66A0BB}" srcId="{A3C934C0-AF93-4C83-A5F1-32F2069ED5DF}" destId="{975E1E25-D5D9-4236-9B64-5D415F740DA8}" srcOrd="0" destOrd="0" parTransId="{C3E39751-694B-41B8-8C22-3DD7162CB8D8}" sibTransId="{29286677-7984-4BA1-AE75-36C2AAF8B781}"/>
    <dgm:cxn modelId="{11ED2876-FF3A-4754-BEF1-8612177DE712}" type="presOf" srcId="{975E1E25-D5D9-4236-9B64-5D415F740DA8}" destId="{EBEEA4D2-983E-418D-8187-F7F80D11EFBE}" srcOrd="0" destOrd="0" presId="urn:microsoft.com/office/officeart/2008/layout/VerticalCurvedList"/>
    <dgm:cxn modelId="{C460C88B-0511-4420-ABC5-63C90CBCFE96}" type="presOf" srcId="{5A1E7FAB-979D-4F76-B388-5B298B8BE178}" destId="{E9FCEFC4-E5E5-4163-A5B1-C97987F3DC0A}" srcOrd="0" destOrd="0" presId="urn:microsoft.com/office/officeart/2008/layout/VerticalCurvedList"/>
    <dgm:cxn modelId="{3F38918E-30F9-4144-8E9C-3AA899AC9672}" type="presOf" srcId="{C268154E-ECB3-4B93-AEED-1C325576677C}" destId="{29AC2F70-AABC-4176-8CFF-88A2CD13C60C}" srcOrd="0" destOrd="0" presId="urn:microsoft.com/office/officeart/2008/layout/VerticalCurvedList"/>
    <dgm:cxn modelId="{7CBA7E9B-88E0-46DC-8264-804DC5AAE452}" srcId="{A3C934C0-AF93-4C83-A5F1-32F2069ED5DF}" destId="{5A1E7FAB-979D-4F76-B388-5B298B8BE178}" srcOrd="3" destOrd="0" parTransId="{D21AB38D-A9E2-4692-B188-BE901002F455}" sibTransId="{0F4D0AA9-FFFA-4FAE-AE30-4A1620EA9BF1}"/>
    <dgm:cxn modelId="{B04867B3-E429-4B10-B7E2-DAAEEAEFA5CD}" srcId="{A3C934C0-AF93-4C83-A5F1-32F2069ED5DF}" destId="{D462603B-E7D2-4EE5-ABEE-C04EAF94F032}" srcOrd="1" destOrd="0" parTransId="{3FB97315-9674-44C8-B2C1-EE6FD9FA8490}" sibTransId="{0BF094B5-C836-49FA-8F92-31F9AB0F6138}"/>
    <dgm:cxn modelId="{B56650C5-7E84-44FB-93E1-6BFE1C8218EC}" type="presOf" srcId="{D462603B-E7D2-4EE5-ABEE-C04EAF94F032}" destId="{6043C39B-86F0-4344-BBC5-6E17EACEF303}" srcOrd="0" destOrd="0" presId="urn:microsoft.com/office/officeart/2008/layout/VerticalCurvedList"/>
    <dgm:cxn modelId="{B02AC2D0-9C82-4821-872F-968B3E8A1B34}" srcId="{A3C934C0-AF93-4C83-A5F1-32F2069ED5DF}" destId="{C268154E-ECB3-4B93-AEED-1C325576677C}" srcOrd="2" destOrd="0" parTransId="{F2EE021D-4467-4C21-BB08-984A4AC3FC0A}" sibTransId="{799D0744-6C97-476D-927D-23EB8B798965}"/>
    <dgm:cxn modelId="{0F965918-A12B-48CB-AC5F-7B0684065886}" type="presParOf" srcId="{0775E332-54D5-4C3F-BF8F-766F669934E7}" destId="{52DAF239-2EF9-4837-9D46-A09F8ACDF5C1}" srcOrd="0" destOrd="0" presId="urn:microsoft.com/office/officeart/2008/layout/VerticalCurvedList"/>
    <dgm:cxn modelId="{1653934F-1E43-44BE-AC91-8CFA5ED48A78}" type="presParOf" srcId="{52DAF239-2EF9-4837-9D46-A09F8ACDF5C1}" destId="{01DE4283-A6AD-4F2E-8E61-47E049AF71DD}" srcOrd="0" destOrd="0" presId="urn:microsoft.com/office/officeart/2008/layout/VerticalCurvedList"/>
    <dgm:cxn modelId="{A154B34F-21C4-49C9-9477-853E08A58E04}" type="presParOf" srcId="{01DE4283-A6AD-4F2E-8E61-47E049AF71DD}" destId="{45E3D0D4-B8FC-4263-A68A-F55D3D007AE4}" srcOrd="0" destOrd="0" presId="urn:microsoft.com/office/officeart/2008/layout/VerticalCurvedList"/>
    <dgm:cxn modelId="{396963E4-78BA-4037-B5B7-F15D54D0797B}" type="presParOf" srcId="{01DE4283-A6AD-4F2E-8E61-47E049AF71DD}" destId="{2EE4A4A7-C9D5-444D-8F22-C11991BFE9A3}" srcOrd="1" destOrd="0" presId="urn:microsoft.com/office/officeart/2008/layout/VerticalCurvedList"/>
    <dgm:cxn modelId="{97D9CC30-6198-4C3D-993D-9ABF8E46EB45}" type="presParOf" srcId="{01DE4283-A6AD-4F2E-8E61-47E049AF71DD}" destId="{115F30D1-E277-4688-8335-4D2465645B54}" srcOrd="2" destOrd="0" presId="urn:microsoft.com/office/officeart/2008/layout/VerticalCurvedList"/>
    <dgm:cxn modelId="{61BA612F-8362-49DF-B0BE-D1F90A1B6D28}" type="presParOf" srcId="{01DE4283-A6AD-4F2E-8E61-47E049AF71DD}" destId="{33860A79-58D4-4DEE-826F-E35781F67098}" srcOrd="3" destOrd="0" presId="urn:microsoft.com/office/officeart/2008/layout/VerticalCurvedList"/>
    <dgm:cxn modelId="{4328702F-690F-4CBD-8B18-D8C7EE5EE04D}" type="presParOf" srcId="{52DAF239-2EF9-4837-9D46-A09F8ACDF5C1}" destId="{EBEEA4D2-983E-418D-8187-F7F80D11EFBE}" srcOrd="1" destOrd="0" presId="urn:microsoft.com/office/officeart/2008/layout/VerticalCurvedList"/>
    <dgm:cxn modelId="{2A6B4B22-9DB0-4EAC-87D3-ABC59D79A0CC}" type="presParOf" srcId="{52DAF239-2EF9-4837-9D46-A09F8ACDF5C1}" destId="{C330B1CB-6726-4DAF-BB4F-29A9AE8B7815}" srcOrd="2" destOrd="0" presId="urn:microsoft.com/office/officeart/2008/layout/VerticalCurvedList"/>
    <dgm:cxn modelId="{5CBFBE45-BDEA-46E5-977D-E4F195842B48}" type="presParOf" srcId="{C330B1CB-6726-4DAF-BB4F-29A9AE8B7815}" destId="{C7A61C35-17A9-4970-BB89-259D9A5DB167}" srcOrd="0" destOrd="0" presId="urn:microsoft.com/office/officeart/2008/layout/VerticalCurvedList"/>
    <dgm:cxn modelId="{95CB18C2-7357-4A2E-ADBF-89A75F0BB522}" type="presParOf" srcId="{52DAF239-2EF9-4837-9D46-A09F8ACDF5C1}" destId="{6043C39B-86F0-4344-BBC5-6E17EACEF303}" srcOrd="3" destOrd="0" presId="urn:microsoft.com/office/officeart/2008/layout/VerticalCurvedList"/>
    <dgm:cxn modelId="{43342B46-DFD9-4D2A-8761-84838CC6CAFD}" type="presParOf" srcId="{52DAF239-2EF9-4837-9D46-A09F8ACDF5C1}" destId="{9D9EFCB4-2489-4934-A01F-03962D9D6879}" srcOrd="4" destOrd="0" presId="urn:microsoft.com/office/officeart/2008/layout/VerticalCurvedList"/>
    <dgm:cxn modelId="{9CD19BD3-7E06-4A09-B7B3-17576451DC5E}" type="presParOf" srcId="{9D9EFCB4-2489-4934-A01F-03962D9D6879}" destId="{B310D805-B743-4628-B201-0BB8C3CF7DDF}" srcOrd="0" destOrd="0" presId="urn:microsoft.com/office/officeart/2008/layout/VerticalCurvedList"/>
    <dgm:cxn modelId="{2E05A69D-26DF-4457-B337-C7E7D4514B9D}" type="presParOf" srcId="{52DAF239-2EF9-4837-9D46-A09F8ACDF5C1}" destId="{29AC2F70-AABC-4176-8CFF-88A2CD13C60C}" srcOrd="5" destOrd="0" presId="urn:microsoft.com/office/officeart/2008/layout/VerticalCurvedList"/>
    <dgm:cxn modelId="{6A93B347-A866-4EF1-9C1A-FC4B77F30AA7}" type="presParOf" srcId="{52DAF239-2EF9-4837-9D46-A09F8ACDF5C1}" destId="{F4F51EFD-1A5D-4545-868D-9339163C12A0}" srcOrd="6" destOrd="0" presId="urn:microsoft.com/office/officeart/2008/layout/VerticalCurvedList"/>
    <dgm:cxn modelId="{9BEE27A8-6F73-47FE-8221-0938FABEEDAE}" type="presParOf" srcId="{F4F51EFD-1A5D-4545-868D-9339163C12A0}" destId="{2C54A4C5-66B6-4D72-9725-25D5A8FD6FFE}" srcOrd="0" destOrd="0" presId="urn:microsoft.com/office/officeart/2008/layout/VerticalCurvedList"/>
    <dgm:cxn modelId="{8AA3947C-7B49-4D4A-AD3E-A6E184EBB0A1}" type="presParOf" srcId="{52DAF239-2EF9-4837-9D46-A09F8ACDF5C1}" destId="{E9FCEFC4-E5E5-4163-A5B1-C97987F3DC0A}" srcOrd="7" destOrd="0" presId="urn:microsoft.com/office/officeart/2008/layout/VerticalCurvedList"/>
    <dgm:cxn modelId="{DD31336A-5AD0-47E7-9B97-97AF03BEE0A5}" type="presParOf" srcId="{52DAF239-2EF9-4837-9D46-A09F8ACDF5C1}" destId="{50B3A382-9A72-4C3D-988D-77151DFC4027}" srcOrd="8" destOrd="0" presId="urn:microsoft.com/office/officeart/2008/layout/VerticalCurvedList"/>
    <dgm:cxn modelId="{51E8262C-E73B-4775-86E7-0BFB162C913B}" type="presParOf" srcId="{50B3A382-9A72-4C3D-988D-77151DFC4027}" destId="{0776140E-5576-40A1-A1E4-DA3D8C8E174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6.xml><?xml version="1.0" encoding="utf-8"?>
<dgm:dataModel xmlns:dgm="http://schemas.openxmlformats.org/drawingml/2006/diagram" xmlns:a="http://schemas.openxmlformats.org/drawingml/2006/main">
  <dgm:ptLst>
    <dgm:pt modelId="{B24ACA43-BC51-4602-BB70-4886C52A77E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D1CAAEB-3CB6-452E-A360-7767AD2D5A0E}">
      <dgm:prSet/>
      <dgm:spPr/>
      <dgm:t>
        <a:bodyPr/>
        <a:lstStyle/>
        <a:p>
          <a:r>
            <a:rPr lang="ru-RU" b="0" i="0"/>
            <a:t>Кримське ханство.</a:t>
          </a:r>
          <a:endParaRPr lang="uk-UA"/>
        </a:p>
      </dgm:t>
    </dgm:pt>
    <dgm:pt modelId="{42FEA128-38F8-494E-AB5B-13298FF1C699}" type="parTrans" cxnId="{840FBD51-6634-4BFA-802A-E8F32F4714B3}">
      <dgm:prSet/>
      <dgm:spPr/>
      <dgm:t>
        <a:bodyPr/>
        <a:lstStyle/>
        <a:p>
          <a:endParaRPr lang="uk-UA"/>
        </a:p>
      </dgm:t>
    </dgm:pt>
    <dgm:pt modelId="{0596D5DD-074F-41D6-9EEA-0ED775C718C2}" type="sibTrans" cxnId="{840FBD51-6634-4BFA-802A-E8F32F4714B3}">
      <dgm:prSet/>
      <dgm:spPr/>
      <dgm:t>
        <a:bodyPr/>
        <a:lstStyle/>
        <a:p>
          <a:endParaRPr lang="uk-UA"/>
        </a:p>
      </dgm:t>
    </dgm:pt>
    <dgm:pt modelId="{F759448E-8D0B-4AC9-9F5B-D539635C4A31}">
      <dgm:prSet/>
      <dgm:spPr/>
      <dgm:t>
        <a:bodyPr/>
        <a:lstStyle/>
        <a:p>
          <a:r>
            <a:rPr lang="ru-RU" b="0" i="0"/>
            <a:t>Московське царство.</a:t>
          </a:r>
          <a:endParaRPr lang="uk-UA"/>
        </a:p>
      </dgm:t>
    </dgm:pt>
    <dgm:pt modelId="{46FD3113-6E0F-4491-B6F3-BCCB8B4E8F93}" type="parTrans" cxnId="{456D2EB1-2C7E-4C6D-BE37-20BB36A3E3AA}">
      <dgm:prSet/>
      <dgm:spPr/>
      <dgm:t>
        <a:bodyPr/>
        <a:lstStyle/>
        <a:p>
          <a:endParaRPr lang="uk-UA"/>
        </a:p>
      </dgm:t>
    </dgm:pt>
    <dgm:pt modelId="{03195A6A-9A73-4723-8F01-9B1EB77922C5}" type="sibTrans" cxnId="{456D2EB1-2C7E-4C6D-BE37-20BB36A3E3AA}">
      <dgm:prSet/>
      <dgm:spPr/>
      <dgm:t>
        <a:bodyPr/>
        <a:lstStyle/>
        <a:p>
          <a:endParaRPr lang="uk-UA"/>
        </a:p>
      </dgm:t>
    </dgm:pt>
    <dgm:pt modelId="{7477CE40-ED65-4D64-A21C-2BBA4BD283C5}">
      <dgm:prSet/>
      <dgm:spPr/>
      <dgm:t>
        <a:bodyPr/>
        <a:lstStyle/>
        <a:p>
          <a:r>
            <a:rPr lang="ru-RU" b="0" i="0"/>
            <a:t>Шведське королівство.</a:t>
          </a:r>
          <a:endParaRPr lang="uk-UA"/>
        </a:p>
      </dgm:t>
    </dgm:pt>
    <dgm:pt modelId="{D5A5AD9E-5762-4FB6-B07B-8CB1495EE49C}" type="parTrans" cxnId="{5C4BFE52-C11B-4FF5-B62C-573CC13B1D99}">
      <dgm:prSet/>
      <dgm:spPr/>
      <dgm:t>
        <a:bodyPr/>
        <a:lstStyle/>
        <a:p>
          <a:endParaRPr lang="uk-UA"/>
        </a:p>
      </dgm:t>
    </dgm:pt>
    <dgm:pt modelId="{58CB3402-3EC8-45D4-BAC7-185A770CD44E}" type="sibTrans" cxnId="{5C4BFE52-C11B-4FF5-B62C-573CC13B1D99}">
      <dgm:prSet/>
      <dgm:spPr/>
      <dgm:t>
        <a:bodyPr/>
        <a:lstStyle/>
        <a:p>
          <a:endParaRPr lang="uk-UA"/>
        </a:p>
      </dgm:t>
    </dgm:pt>
    <dgm:pt modelId="{07066394-478A-4D79-BB37-27C8980954BA}">
      <dgm:prSet/>
      <dgm:spPr/>
      <dgm:t>
        <a:bodyPr/>
        <a:lstStyle/>
        <a:p>
          <a:r>
            <a:rPr lang="ru-RU" b="0" i="0"/>
            <a:t>Молдавське князівство</a:t>
          </a:r>
          <a:endParaRPr lang="uk-UA"/>
        </a:p>
      </dgm:t>
    </dgm:pt>
    <dgm:pt modelId="{D1FF7B53-B91E-44AB-9C5E-3B83E25054CE}" type="parTrans" cxnId="{AC3A8364-87FD-49D2-9BDF-A15EDB326BE7}">
      <dgm:prSet/>
      <dgm:spPr/>
      <dgm:t>
        <a:bodyPr/>
        <a:lstStyle/>
        <a:p>
          <a:endParaRPr lang="uk-UA"/>
        </a:p>
      </dgm:t>
    </dgm:pt>
    <dgm:pt modelId="{DBECAFAA-653B-40CE-886F-D4CC9505118E}" type="sibTrans" cxnId="{AC3A8364-87FD-49D2-9BDF-A15EDB326BE7}">
      <dgm:prSet/>
      <dgm:spPr/>
      <dgm:t>
        <a:bodyPr/>
        <a:lstStyle/>
        <a:p>
          <a:endParaRPr lang="uk-UA"/>
        </a:p>
      </dgm:t>
    </dgm:pt>
    <dgm:pt modelId="{40F52064-58F1-4362-BC88-F4765A850259}" type="pres">
      <dgm:prSet presAssocID="{B24ACA43-BC51-4602-BB70-4886C52A77E8}" presName="linear" presStyleCnt="0">
        <dgm:presLayoutVars>
          <dgm:animLvl val="lvl"/>
          <dgm:resizeHandles val="exact"/>
        </dgm:presLayoutVars>
      </dgm:prSet>
      <dgm:spPr/>
    </dgm:pt>
    <dgm:pt modelId="{3EFAAD0E-38EF-4446-8B88-C4EF312B60DB}" type="pres">
      <dgm:prSet presAssocID="{ED1CAAEB-3CB6-452E-A360-7767AD2D5A0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4102346-15C7-4142-A470-66FD99AD2DBE}" type="pres">
      <dgm:prSet presAssocID="{0596D5DD-074F-41D6-9EEA-0ED775C718C2}" presName="spacer" presStyleCnt="0"/>
      <dgm:spPr/>
    </dgm:pt>
    <dgm:pt modelId="{E7C7B074-90EC-491B-8006-850ACCC2E05B}" type="pres">
      <dgm:prSet presAssocID="{F759448E-8D0B-4AC9-9F5B-D539635C4A3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1A0E921-AB18-4582-B306-AC80AD14B6B6}" type="pres">
      <dgm:prSet presAssocID="{03195A6A-9A73-4723-8F01-9B1EB77922C5}" presName="spacer" presStyleCnt="0"/>
      <dgm:spPr/>
    </dgm:pt>
    <dgm:pt modelId="{5BA47CF5-BB5F-4256-8B74-98E9BCFA030E}" type="pres">
      <dgm:prSet presAssocID="{7477CE40-ED65-4D64-A21C-2BBA4BD283C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A146A24-A74D-4CF0-B0A7-00E44C6A0486}" type="pres">
      <dgm:prSet presAssocID="{58CB3402-3EC8-45D4-BAC7-185A770CD44E}" presName="spacer" presStyleCnt="0"/>
      <dgm:spPr/>
    </dgm:pt>
    <dgm:pt modelId="{81F0D298-C2C7-43BD-9EA0-0E6659519D33}" type="pres">
      <dgm:prSet presAssocID="{07066394-478A-4D79-BB37-27C8980954B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7733C2A-6FCC-4CDE-A533-679B077A16AD}" type="presOf" srcId="{B24ACA43-BC51-4602-BB70-4886C52A77E8}" destId="{40F52064-58F1-4362-BC88-F4765A850259}" srcOrd="0" destOrd="0" presId="urn:microsoft.com/office/officeart/2005/8/layout/vList2"/>
    <dgm:cxn modelId="{AC3A8364-87FD-49D2-9BDF-A15EDB326BE7}" srcId="{B24ACA43-BC51-4602-BB70-4886C52A77E8}" destId="{07066394-478A-4D79-BB37-27C8980954BA}" srcOrd="3" destOrd="0" parTransId="{D1FF7B53-B91E-44AB-9C5E-3B83E25054CE}" sibTransId="{DBECAFAA-653B-40CE-886F-D4CC9505118E}"/>
    <dgm:cxn modelId="{840FBD51-6634-4BFA-802A-E8F32F4714B3}" srcId="{B24ACA43-BC51-4602-BB70-4886C52A77E8}" destId="{ED1CAAEB-3CB6-452E-A360-7767AD2D5A0E}" srcOrd="0" destOrd="0" parTransId="{42FEA128-38F8-494E-AB5B-13298FF1C699}" sibTransId="{0596D5DD-074F-41D6-9EEA-0ED775C718C2}"/>
    <dgm:cxn modelId="{5C4BFE52-C11B-4FF5-B62C-573CC13B1D99}" srcId="{B24ACA43-BC51-4602-BB70-4886C52A77E8}" destId="{7477CE40-ED65-4D64-A21C-2BBA4BD283C5}" srcOrd="2" destOrd="0" parTransId="{D5A5AD9E-5762-4FB6-B07B-8CB1495EE49C}" sibTransId="{58CB3402-3EC8-45D4-BAC7-185A770CD44E}"/>
    <dgm:cxn modelId="{70D95C91-64B1-4041-A691-463AD78E85BD}" type="presOf" srcId="{7477CE40-ED65-4D64-A21C-2BBA4BD283C5}" destId="{5BA47CF5-BB5F-4256-8B74-98E9BCFA030E}" srcOrd="0" destOrd="0" presId="urn:microsoft.com/office/officeart/2005/8/layout/vList2"/>
    <dgm:cxn modelId="{CE434FA6-D1CC-4F03-98A5-B7C1F9DDEA50}" type="presOf" srcId="{F759448E-8D0B-4AC9-9F5B-D539635C4A31}" destId="{E7C7B074-90EC-491B-8006-850ACCC2E05B}" srcOrd="0" destOrd="0" presId="urn:microsoft.com/office/officeart/2005/8/layout/vList2"/>
    <dgm:cxn modelId="{456D2EB1-2C7E-4C6D-BE37-20BB36A3E3AA}" srcId="{B24ACA43-BC51-4602-BB70-4886C52A77E8}" destId="{F759448E-8D0B-4AC9-9F5B-D539635C4A31}" srcOrd="1" destOrd="0" parTransId="{46FD3113-6E0F-4491-B6F3-BCCB8B4E8F93}" sibTransId="{03195A6A-9A73-4723-8F01-9B1EB77922C5}"/>
    <dgm:cxn modelId="{87F309C6-E6F1-4EC7-ACD6-864D609C0D6B}" type="presOf" srcId="{07066394-478A-4D79-BB37-27C8980954BA}" destId="{81F0D298-C2C7-43BD-9EA0-0E6659519D33}" srcOrd="0" destOrd="0" presId="urn:microsoft.com/office/officeart/2005/8/layout/vList2"/>
    <dgm:cxn modelId="{B40CC3EE-E0FC-484E-81FC-202F922F0F5D}" type="presOf" srcId="{ED1CAAEB-3CB6-452E-A360-7767AD2D5A0E}" destId="{3EFAAD0E-38EF-4446-8B88-C4EF312B60DB}" srcOrd="0" destOrd="0" presId="urn:microsoft.com/office/officeart/2005/8/layout/vList2"/>
    <dgm:cxn modelId="{7FF51447-D624-414D-A19D-0CF396DF19A1}" type="presParOf" srcId="{40F52064-58F1-4362-BC88-F4765A850259}" destId="{3EFAAD0E-38EF-4446-8B88-C4EF312B60DB}" srcOrd="0" destOrd="0" presId="urn:microsoft.com/office/officeart/2005/8/layout/vList2"/>
    <dgm:cxn modelId="{A1B75529-C0A1-48E9-B0B3-8882EE18CAC9}" type="presParOf" srcId="{40F52064-58F1-4362-BC88-F4765A850259}" destId="{44102346-15C7-4142-A470-66FD99AD2DBE}" srcOrd="1" destOrd="0" presId="urn:microsoft.com/office/officeart/2005/8/layout/vList2"/>
    <dgm:cxn modelId="{46D00002-438F-4541-89D5-9406D8072829}" type="presParOf" srcId="{40F52064-58F1-4362-BC88-F4765A850259}" destId="{E7C7B074-90EC-491B-8006-850ACCC2E05B}" srcOrd="2" destOrd="0" presId="urn:microsoft.com/office/officeart/2005/8/layout/vList2"/>
    <dgm:cxn modelId="{16DD2C74-DA87-40E2-A082-FA3BFBEDC59A}" type="presParOf" srcId="{40F52064-58F1-4362-BC88-F4765A850259}" destId="{41A0E921-AB18-4582-B306-AC80AD14B6B6}" srcOrd="3" destOrd="0" presId="urn:microsoft.com/office/officeart/2005/8/layout/vList2"/>
    <dgm:cxn modelId="{5948C0DD-0447-4F1C-ACD9-E8965DF4042A}" type="presParOf" srcId="{40F52064-58F1-4362-BC88-F4765A850259}" destId="{5BA47CF5-BB5F-4256-8B74-98E9BCFA030E}" srcOrd="4" destOrd="0" presId="urn:microsoft.com/office/officeart/2005/8/layout/vList2"/>
    <dgm:cxn modelId="{0D4EA6EE-FC51-4F45-BDC1-CDC02938899F}" type="presParOf" srcId="{40F52064-58F1-4362-BC88-F4765A850259}" destId="{1A146A24-A74D-4CF0-B0A7-00E44C6A0486}" srcOrd="5" destOrd="0" presId="urn:microsoft.com/office/officeart/2005/8/layout/vList2"/>
    <dgm:cxn modelId="{3EED610D-B247-4F18-9370-07182CDB4AF9}" type="presParOf" srcId="{40F52064-58F1-4362-BC88-F4765A850259}" destId="{81F0D298-C2C7-43BD-9EA0-0E6659519D3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7.xml><?xml version="1.0" encoding="utf-8"?>
<dgm:dataModel xmlns:dgm="http://schemas.openxmlformats.org/drawingml/2006/diagram" xmlns:a="http://schemas.openxmlformats.org/drawingml/2006/main">
  <dgm:ptLst>
    <dgm:pt modelId="{8F5C7734-880C-4DA5-B68F-F18525D3D64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1DDD6CC-C54C-4B0A-8413-3A0A261275D8}">
      <dgm:prSet/>
      <dgm:spPr/>
      <dgm:t>
        <a:bodyPr/>
        <a:lstStyle/>
        <a:p>
          <a:r>
            <a:rPr lang="uk-UA" b="0" i="0"/>
            <a:t>1648 р.</a:t>
          </a:r>
          <a:endParaRPr lang="uk-UA"/>
        </a:p>
      </dgm:t>
    </dgm:pt>
    <dgm:pt modelId="{4B58601F-BA20-411C-A562-421AC46066C3}" type="parTrans" cxnId="{A4749C30-6483-4C50-A380-04730812BCB9}">
      <dgm:prSet/>
      <dgm:spPr/>
      <dgm:t>
        <a:bodyPr/>
        <a:lstStyle/>
        <a:p>
          <a:endParaRPr lang="uk-UA"/>
        </a:p>
      </dgm:t>
    </dgm:pt>
    <dgm:pt modelId="{228A4255-6B78-46DA-9E4C-6DE7B2A434C8}" type="sibTrans" cxnId="{A4749C30-6483-4C50-A380-04730812BCB9}">
      <dgm:prSet/>
      <dgm:spPr/>
      <dgm:t>
        <a:bodyPr/>
        <a:lstStyle/>
        <a:p>
          <a:endParaRPr lang="uk-UA"/>
        </a:p>
      </dgm:t>
    </dgm:pt>
    <dgm:pt modelId="{783A96ED-8BD5-4A09-AB0E-615C0E50870B}">
      <dgm:prSet/>
      <dgm:spPr/>
      <dgm:t>
        <a:bodyPr/>
        <a:lstStyle/>
        <a:p>
          <a:r>
            <a:rPr lang="uk-UA" b="0" i="0"/>
            <a:t>1649 р.</a:t>
          </a:r>
          <a:endParaRPr lang="uk-UA"/>
        </a:p>
      </dgm:t>
    </dgm:pt>
    <dgm:pt modelId="{4A2C4ADF-CB7B-4E21-B9CE-870C5B639B59}" type="parTrans" cxnId="{D62BC0A4-B10F-429C-95F9-3691167E88E9}">
      <dgm:prSet/>
      <dgm:spPr/>
      <dgm:t>
        <a:bodyPr/>
        <a:lstStyle/>
        <a:p>
          <a:endParaRPr lang="uk-UA"/>
        </a:p>
      </dgm:t>
    </dgm:pt>
    <dgm:pt modelId="{6AB6BF8F-B9C4-4D1D-99C5-F36F9299DD62}" type="sibTrans" cxnId="{D62BC0A4-B10F-429C-95F9-3691167E88E9}">
      <dgm:prSet/>
      <dgm:spPr/>
      <dgm:t>
        <a:bodyPr/>
        <a:lstStyle/>
        <a:p>
          <a:endParaRPr lang="uk-UA"/>
        </a:p>
      </dgm:t>
    </dgm:pt>
    <dgm:pt modelId="{A3C25AE8-6C9E-40E7-B369-1D0C57F5D4F0}">
      <dgm:prSet/>
      <dgm:spPr/>
      <dgm:t>
        <a:bodyPr/>
        <a:lstStyle/>
        <a:p>
          <a:r>
            <a:rPr lang="uk-UA" b="0" i="0"/>
            <a:t>1651 р.</a:t>
          </a:r>
          <a:endParaRPr lang="uk-UA"/>
        </a:p>
      </dgm:t>
    </dgm:pt>
    <dgm:pt modelId="{933EA303-B426-4823-A278-798DEE6E4CAD}" type="parTrans" cxnId="{C6E16425-0ADD-4866-A51C-4411FD73BE2C}">
      <dgm:prSet/>
      <dgm:spPr/>
      <dgm:t>
        <a:bodyPr/>
        <a:lstStyle/>
        <a:p>
          <a:endParaRPr lang="uk-UA"/>
        </a:p>
      </dgm:t>
    </dgm:pt>
    <dgm:pt modelId="{1DDD25AE-5288-418C-883D-ACE445E89DC0}" type="sibTrans" cxnId="{C6E16425-0ADD-4866-A51C-4411FD73BE2C}">
      <dgm:prSet/>
      <dgm:spPr/>
      <dgm:t>
        <a:bodyPr/>
        <a:lstStyle/>
        <a:p>
          <a:endParaRPr lang="uk-UA"/>
        </a:p>
      </dgm:t>
    </dgm:pt>
    <dgm:pt modelId="{742D6104-AD87-4A62-88ED-2F88B65E83EF}">
      <dgm:prSet/>
      <dgm:spPr/>
      <dgm:t>
        <a:bodyPr/>
        <a:lstStyle/>
        <a:p>
          <a:r>
            <a:rPr lang="uk-UA" b="0" i="0"/>
            <a:t>1654 р.</a:t>
          </a:r>
          <a:endParaRPr lang="uk-UA"/>
        </a:p>
      </dgm:t>
    </dgm:pt>
    <dgm:pt modelId="{0F79E04A-BA13-42F8-B1D0-A6935680546B}" type="parTrans" cxnId="{6232CEB4-C0C3-4FCC-A2F7-6B857A6C90A0}">
      <dgm:prSet/>
      <dgm:spPr/>
      <dgm:t>
        <a:bodyPr/>
        <a:lstStyle/>
        <a:p>
          <a:endParaRPr lang="uk-UA"/>
        </a:p>
      </dgm:t>
    </dgm:pt>
    <dgm:pt modelId="{3ADDC890-371B-4B58-B22F-10F55175380A}" type="sibTrans" cxnId="{6232CEB4-C0C3-4FCC-A2F7-6B857A6C90A0}">
      <dgm:prSet/>
      <dgm:spPr/>
      <dgm:t>
        <a:bodyPr/>
        <a:lstStyle/>
        <a:p>
          <a:endParaRPr lang="uk-UA"/>
        </a:p>
      </dgm:t>
    </dgm:pt>
    <dgm:pt modelId="{EAC48BE2-51E4-4C6D-987E-C391F7D36018}" type="pres">
      <dgm:prSet presAssocID="{8F5C7734-880C-4DA5-B68F-F18525D3D642}" presName="linear" presStyleCnt="0">
        <dgm:presLayoutVars>
          <dgm:animLvl val="lvl"/>
          <dgm:resizeHandles val="exact"/>
        </dgm:presLayoutVars>
      </dgm:prSet>
      <dgm:spPr/>
    </dgm:pt>
    <dgm:pt modelId="{40CABC8F-AB80-4B82-861A-F66565401336}" type="pres">
      <dgm:prSet presAssocID="{41DDD6CC-C54C-4B0A-8413-3A0A261275D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83563C2-39F9-4016-AF3C-F981E54C3DED}" type="pres">
      <dgm:prSet presAssocID="{228A4255-6B78-46DA-9E4C-6DE7B2A434C8}" presName="spacer" presStyleCnt="0"/>
      <dgm:spPr/>
    </dgm:pt>
    <dgm:pt modelId="{4A52AED0-C67F-49F3-9269-58955023BBD9}" type="pres">
      <dgm:prSet presAssocID="{783A96ED-8BD5-4A09-AB0E-615C0E50870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5678FF6-7F6A-4F74-B90A-C05AA7656010}" type="pres">
      <dgm:prSet presAssocID="{6AB6BF8F-B9C4-4D1D-99C5-F36F9299DD62}" presName="spacer" presStyleCnt="0"/>
      <dgm:spPr/>
    </dgm:pt>
    <dgm:pt modelId="{9F95DBE5-1A8C-4EE3-A9B0-81E7469FB734}" type="pres">
      <dgm:prSet presAssocID="{A3C25AE8-6C9E-40E7-B369-1D0C57F5D4F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F62274B-9DA8-4C98-B37F-066A7F0D2F14}" type="pres">
      <dgm:prSet presAssocID="{1DDD25AE-5288-418C-883D-ACE445E89DC0}" presName="spacer" presStyleCnt="0"/>
      <dgm:spPr/>
    </dgm:pt>
    <dgm:pt modelId="{A9062651-5051-4408-B911-81A0CD090C76}" type="pres">
      <dgm:prSet presAssocID="{742D6104-AD87-4A62-88ED-2F88B65E83E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176F800-39C3-462F-BE45-6B88FB83074C}" type="presOf" srcId="{41DDD6CC-C54C-4B0A-8413-3A0A261275D8}" destId="{40CABC8F-AB80-4B82-861A-F66565401336}" srcOrd="0" destOrd="0" presId="urn:microsoft.com/office/officeart/2005/8/layout/vList2"/>
    <dgm:cxn modelId="{C6E16425-0ADD-4866-A51C-4411FD73BE2C}" srcId="{8F5C7734-880C-4DA5-B68F-F18525D3D642}" destId="{A3C25AE8-6C9E-40E7-B369-1D0C57F5D4F0}" srcOrd="2" destOrd="0" parTransId="{933EA303-B426-4823-A278-798DEE6E4CAD}" sibTransId="{1DDD25AE-5288-418C-883D-ACE445E89DC0}"/>
    <dgm:cxn modelId="{A4749C30-6483-4C50-A380-04730812BCB9}" srcId="{8F5C7734-880C-4DA5-B68F-F18525D3D642}" destId="{41DDD6CC-C54C-4B0A-8413-3A0A261275D8}" srcOrd="0" destOrd="0" parTransId="{4B58601F-BA20-411C-A562-421AC46066C3}" sibTransId="{228A4255-6B78-46DA-9E4C-6DE7B2A434C8}"/>
    <dgm:cxn modelId="{0938023C-18A3-44C3-990E-0D0A29EF676D}" type="presOf" srcId="{783A96ED-8BD5-4A09-AB0E-615C0E50870B}" destId="{4A52AED0-C67F-49F3-9269-58955023BBD9}" srcOrd="0" destOrd="0" presId="urn:microsoft.com/office/officeart/2005/8/layout/vList2"/>
    <dgm:cxn modelId="{D62BC0A4-B10F-429C-95F9-3691167E88E9}" srcId="{8F5C7734-880C-4DA5-B68F-F18525D3D642}" destId="{783A96ED-8BD5-4A09-AB0E-615C0E50870B}" srcOrd="1" destOrd="0" parTransId="{4A2C4ADF-CB7B-4E21-B9CE-870C5B639B59}" sibTransId="{6AB6BF8F-B9C4-4D1D-99C5-F36F9299DD62}"/>
    <dgm:cxn modelId="{D18F5BA5-A9ED-4833-BB82-2CAB583C6CD6}" type="presOf" srcId="{8F5C7734-880C-4DA5-B68F-F18525D3D642}" destId="{EAC48BE2-51E4-4C6D-987E-C391F7D36018}" srcOrd="0" destOrd="0" presId="urn:microsoft.com/office/officeart/2005/8/layout/vList2"/>
    <dgm:cxn modelId="{6232CEB4-C0C3-4FCC-A2F7-6B857A6C90A0}" srcId="{8F5C7734-880C-4DA5-B68F-F18525D3D642}" destId="{742D6104-AD87-4A62-88ED-2F88B65E83EF}" srcOrd="3" destOrd="0" parTransId="{0F79E04A-BA13-42F8-B1D0-A6935680546B}" sibTransId="{3ADDC890-371B-4B58-B22F-10F55175380A}"/>
    <dgm:cxn modelId="{91CF32CB-7C78-46DF-8D40-C51B793A486C}" type="presOf" srcId="{A3C25AE8-6C9E-40E7-B369-1D0C57F5D4F0}" destId="{9F95DBE5-1A8C-4EE3-A9B0-81E7469FB734}" srcOrd="0" destOrd="0" presId="urn:microsoft.com/office/officeart/2005/8/layout/vList2"/>
    <dgm:cxn modelId="{F900F5EB-B126-4F96-BBE2-0398651C5354}" type="presOf" srcId="{742D6104-AD87-4A62-88ED-2F88B65E83EF}" destId="{A9062651-5051-4408-B911-81A0CD090C76}" srcOrd="0" destOrd="0" presId="urn:microsoft.com/office/officeart/2005/8/layout/vList2"/>
    <dgm:cxn modelId="{605155F2-8409-4511-B5DF-B90CF587658B}" type="presParOf" srcId="{EAC48BE2-51E4-4C6D-987E-C391F7D36018}" destId="{40CABC8F-AB80-4B82-861A-F66565401336}" srcOrd="0" destOrd="0" presId="urn:microsoft.com/office/officeart/2005/8/layout/vList2"/>
    <dgm:cxn modelId="{9E56093F-B03C-4756-87B8-72525BC0DC03}" type="presParOf" srcId="{EAC48BE2-51E4-4C6D-987E-C391F7D36018}" destId="{183563C2-39F9-4016-AF3C-F981E54C3DED}" srcOrd="1" destOrd="0" presId="urn:microsoft.com/office/officeart/2005/8/layout/vList2"/>
    <dgm:cxn modelId="{FF581806-00C1-4A29-ADB3-A7AC2D5F6CC9}" type="presParOf" srcId="{EAC48BE2-51E4-4C6D-987E-C391F7D36018}" destId="{4A52AED0-C67F-49F3-9269-58955023BBD9}" srcOrd="2" destOrd="0" presId="urn:microsoft.com/office/officeart/2005/8/layout/vList2"/>
    <dgm:cxn modelId="{FE2CC282-A307-49F9-94CD-2C8B6D5EF9C2}" type="presParOf" srcId="{EAC48BE2-51E4-4C6D-987E-C391F7D36018}" destId="{25678FF6-7F6A-4F74-B90A-C05AA7656010}" srcOrd="3" destOrd="0" presId="urn:microsoft.com/office/officeart/2005/8/layout/vList2"/>
    <dgm:cxn modelId="{BFF25F36-DAD1-44A3-9B19-EF1C164142C2}" type="presParOf" srcId="{EAC48BE2-51E4-4C6D-987E-C391F7D36018}" destId="{9F95DBE5-1A8C-4EE3-A9B0-81E7469FB734}" srcOrd="4" destOrd="0" presId="urn:microsoft.com/office/officeart/2005/8/layout/vList2"/>
    <dgm:cxn modelId="{A852D305-4A9E-4AF1-80B5-80AE4B785AD2}" type="presParOf" srcId="{EAC48BE2-51E4-4C6D-987E-C391F7D36018}" destId="{4F62274B-9DA8-4C98-B37F-066A7F0D2F14}" srcOrd="5" destOrd="0" presId="urn:microsoft.com/office/officeart/2005/8/layout/vList2"/>
    <dgm:cxn modelId="{F17DF5DF-5561-47F5-B13D-15FD79E4E20C}" type="presParOf" srcId="{EAC48BE2-51E4-4C6D-987E-C391F7D36018}" destId="{A9062651-5051-4408-B911-81A0CD090C7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8.xml><?xml version="1.0" encoding="utf-8"?>
<dgm:dataModel xmlns:dgm="http://schemas.openxmlformats.org/drawingml/2006/diagram" xmlns:a="http://schemas.openxmlformats.org/drawingml/2006/main">
  <dgm:ptLst>
    <dgm:pt modelId="{E77960D3-8FD1-4ACD-AA63-8A11EB6931C7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D70DD87-4FB7-44C0-9A62-7494B0C962BF}">
      <dgm:prSet/>
      <dgm:spPr/>
      <dgm:t>
        <a:bodyPr/>
        <a:lstStyle/>
        <a:p>
          <a:r>
            <a:rPr lang="uk-UA" b="0" i="0" dirty="0"/>
            <a:t>Від початку </a:t>
          </a:r>
          <a:r>
            <a:rPr lang="uk-UA" b="0" i="0" dirty="0" err="1"/>
            <a:t>збройного</a:t>
          </a:r>
          <a:r>
            <a:rPr lang="uk-UA" b="0" i="0" dirty="0"/>
            <a:t> виступу до Зборівського договору.</a:t>
          </a:r>
          <a:endParaRPr lang="uk-UA" dirty="0"/>
        </a:p>
      </dgm:t>
    </dgm:pt>
    <dgm:pt modelId="{24EE8C5D-53A1-4C17-966F-5C64CB6A08BF}" type="parTrans" cxnId="{013E5B0E-A45C-4836-A63D-E01B5E3DD999}">
      <dgm:prSet/>
      <dgm:spPr/>
      <dgm:t>
        <a:bodyPr/>
        <a:lstStyle/>
        <a:p>
          <a:endParaRPr lang="uk-UA"/>
        </a:p>
      </dgm:t>
    </dgm:pt>
    <dgm:pt modelId="{1A3ECEC0-8525-4286-B810-7FD023E29868}" type="sibTrans" cxnId="{013E5B0E-A45C-4836-A63D-E01B5E3DD999}">
      <dgm:prSet/>
      <dgm:spPr/>
      <dgm:t>
        <a:bodyPr/>
        <a:lstStyle/>
        <a:p>
          <a:endParaRPr lang="uk-UA"/>
        </a:p>
      </dgm:t>
    </dgm:pt>
    <dgm:pt modelId="{7F87E427-9F83-44ED-8E36-E93248363C3C}">
      <dgm:prSet/>
      <dgm:spPr/>
      <dgm:t>
        <a:bodyPr/>
        <a:lstStyle/>
        <a:p>
          <a:r>
            <a:rPr lang="uk-UA" b="0" i="0"/>
            <a:t>Від Зборівського до Білоцерківського договору.</a:t>
          </a:r>
          <a:endParaRPr lang="uk-UA"/>
        </a:p>
      </dgm:t>
    </dgm:pt>
    <dgm:pt modelId="{78841BFC-B682-488A-B121-020F6A3F3397}" type="parTrans" cxnId="{6B99AF3B-5478-465E-9F69-3C8998B2FDB7}">
      <dgm:prSet/>
      <dgm:spPr/>
      <dgm:t>
        <a:bodyPr/>
        <a:lstStyle/>
        <a:p>
          <a:endParaRPr lang="uk-UA"/>
        </a:p>
      </dgm:t>
    </dgm:pt>
    <dgm:pt modelId="{EAD807AE-3DD6-4751-96A3-4B4C495D9E03}" type="sibTrans" cxnId="{6B99AF3B-5478-465E-9F69-3C8998B2FDB7}">
      <dgm:prSet/>
      <dgm:spPr/>
      <dgm:t>
        <a:bodyPr/>
        <a:lstStyle/>
        <a:p>
          <a:endParaRPr lang="uk-UA"/>
        </a:p>
      </dgm:t>
    </dgm:pt>
    <dgm:pt modelId="{D2C7139F-0635-4A5D-9E56-6A4DFE78702A}">
      <dgm:prSet/>
      <dgm:spPr/>
      <dgm:t>
        <a:bodyPr/>
        <a:lstStyle/>
        <a:p>
          <a:r>
            <a:rPr lang="uk-UA" b="0" i="0"/>
            <a:t>Від Білоцерківського договору до Переяславської ради.</a:t>
          </a:r>
          <a:endParaRPr lang="uk-UA"/>
        </a:p>
      </dgm:t>
    </dgm:pt>
    <dgm:pt modelId="{7A85DFF6-1862-427D-A652-275E3ED6D9F4}" type="parTrans" cxnId="{1E56D391-13C8-4A7F-8F58-AB6DB9F47B28}">
      <dgm:prSet/>
      <dgm:spPr/>
      <dgm:t>
        <a:bodyPr/>
        <a:lstStyle/>
        <a:p>
          <a:endParaRPr lang="uk-UA"/>
        </a:p>
      </dgm:t>
    </dgm:pt>
    <dgm:pt modelId="{FC9C5674-92C1-43A3-9F50-2DD3C04E753D}" type="sibTrans" cxnId="{1E56D391-13C8-4A7F-8F58-AB6DB9F47B28}">
      <dgm:prSet/>
      <dgm:spPr/>
      <dgm:t>
        <a:bodyPr/>
        <a:lstStyle/>
        <a:p>
          <a:endParaRPr lang="uk-UA"/>
        </a:p>
      </dgm:t>
    </dgm:pt>
    <dgm:pt modelId="{E8757074-00A3-461F-B232-90378A5F9466}">
      <dgm:prSet/>
      <dgm:spPr/>
      <dgm:t>
        <a:bodyPr/>
        <a:lstStyle/>
        <a:p>
          <a:r>
            <a:rPr lang="uk-UA" b="0" i="0"/>
            <a:t>Від Переяславської ради до Віленського перемир’я.</a:t>
          </a:r>
          <a:endParaRPr lang="uk-UA"/>
        </a:p>
      </dgm:t>
    </dgm:pt>
    <dgm:pt modelId="{A06D16D2-CA7E-4911-969A-15F41CEC3FC6}" type="parTrans" cxnId="{E901AD80-07E5-40D6-A462-A7060FD18BE4}">
      <dgm:prSet/>
      <dgm:spPr/>
      <dgm:t>
        <a:bodyPr/>
        <a:lstStyle/>
        <a:p>
          <a:endParaRPr lang="uk-UA"/>
        </a:p>
      </dgm:t>
    </dgm:pt>
    <dgm:pt modelId="{782FBFBC-361D-48AC-A81C-B908C066742A}" type="sibTrans" cxnId="{E901AD80-07E5-40D6-A462-A7060FD18BE4}">
      <dgm:prSet/>
      <dgm:spPr/>
      <dgm:t>
        <a:bodyPr/>
        <a:lstStyle/>
        <a:p>
          <a:endParaRPr lang="uk-UA"/>
        </a:p>
      </dgm:t>
    </dgm:pt>
    <dgm:pt modelId="{C59DBAD0-3526-4A5A-95E9-FCDF32AB2873}" type="pres">
      <dgm:prSet presAssocID="{E77960D3-8FD1-4ACD-AA63-8A11EB6931C7}" presName="linearFlow" presStyleCnt="0">
        <dgm:presLayoutVars>
          <dgm:dir/>
          <dgm:resizeHandles val="exact"/>
        </dgm:presLayoutVars>
      </dgm:prSet>
      <dgm:spPr/>
    </dgm:pt>
    <dgm:pt modelId="{00B7F865-6949-4043-87B5-052558F302AE}" type="pres">
      <dgm:prSet presAssocID="{9D70DD87-4FB7-44C0-9A62-7494B0C962BF}" presName="composite" presStyleCnt="0"/>
      <dgm:spPr/>
    </dgm:pt>
    <dgm:pt modelId="{1EFDF617-6DCD-4680-B292-6475797530C0}" type="pres">
      <dgm:prSet presAssocID="{9D70DD87-4FB7-44C0-9A62-7494B0C962BF}" presName="imgShp" presStyleLbl="fgImgPlace1" presStyleIdx="0" presStyleCnt="4"/>
      <dgm:spPr/>
    </dgm:pt>
    <dgm:pt modelId="{41EA3C29-6963-4D48-A093-2C8B4DD5906A}" type="pres">
      <dgm:prSet presAssocID="{9D70DD87-4FB7-44C0-9A62-7494B0C962BF}" presName="txShp" presStyleLbl="node1" presStyleIdx="0" presStyleCnt="4">
        <dgm:presLayoutVars>
          <dgm:bulletEnabled val="1"/>
        </dgm:presLayoutVars>
      </dgm:prSet>
      <dgm:spPr/>
    </dgm:pt>
    <dgm:pt modelId="{4103FA38-A12B-4DF0-9B6F-A15C831A50A7}" type="pres">
      <dgm:prSet presAssocID="{1A3ECEC0-8525-4286-B810-7FD023E29868}" presName="spacing" presStyleCnt="0"/>
      <dgm:spPr/>
    </dgm:pt>
    <dgm:pt modelId="{485396CB-3D58-4E41-9BAC-FB8DE9F3BC99}" type="pres">
      <dgm:prSet presAssocID="{7F87E427-9F83-44ED-8E36-E93248363C3C}" presName="composite" presStyleCnt="0"/>
      <dgm:spPr/>
    </dgm:pt>
    <dgm:pt modelId="{E49AB48D-07AC-405C-9F35-06BA9EFF3544}" type="pres">
      <dgm:prSet presAssocID="{7F87E427-9F83-44ED-8E36-E93248363C3C}" presName="imgShp" presStyleLbl="fgImgPlace1" presStyleIdx="1" presStyleCnt="4"/>
      <dgm:spPr/>
    </dgm:pt>
    <dgm:pt modelId="{A1042F6D-8E65-44B2-90A2-5C387376DDA0}" type="pres">
      <dgm:prSet presAssocID="{7F87E427-9F83-44ED-8E36-E93248363C3C}" presName="txShp" presStyleLbl="node1" presStyleIdx="1" presStyleCnt="4">
        <dgm:presLayoutVars>
          <dgm:bulletEnabled val="1"/>
        </dgm:presLayoutVars>
      </dgm:prSet>
      <dgm:spPr/>
    </dgm:pt>
    <dgm:pt modelId="{10D9E791-6151-4C30-83F3-2A864F39F30D}" type="pres">
      <dgm:prSet presAssocID="{EAD807AE-3DD6-4751-96A3-4B4C495D9E03}" presName="spacing" presStyleCnt="0"/>
      <dgm:spPr/>
    </dgm:pt>
    <dgm:pt modelId="{DB4F7C66-4682-499B-B769-BDC3F49490B0}" type="pres">
      <dgm:prSet presAssocID="{D2C7139F-0635-4A5D-9E56-6A4DFE78702A}" presName="composite" presStyleCnt="0"/>
      <dgm:spPr/>
    </dgm:pt>
    <dgm:pt modelId="{F6CFB05B-EF96-4447-B226-1875DC3AED02}" type="pres">
      <dgm:prSet presAssocID="{D2C7139F-0635-4A5D-9E56-6A4DFE78702A}" presName="imgShp" presStyleLbl="fgImgPlace1" presStyleIdx="2" presStyleCnt="4"/>
      <dgm:spPr/>
    </dgm:pt>
    <dgm:pt modelId="{60312578-EC2B-46A6-A1CA-B3CE2D5F2A37}" type="pres">
      <dgm:prSet presAssocID="{D2C7139F-0635-4A5D-9E56-6A4DFE78702A}" presName="txShp" presStyleLbl="node1" presStyleIdx="2" presStyleCnt="4">
        <dgm:presLayoutVars>
          <dgm:bulletEnabled val="1"/>
        </dgm:presLayoutVars>
      </dgm:prSet>
      <dgm:spPr/>
    </dgm:pt>
    <dgm:pt modelId="{AE4C647F-81C4-433E-A9F7-1F876DA99B3B}" type="pres">
      <dgm:prSet presAssocID="{FC9C5674-92C1-43A3-9F50-2DD3C04E753D}" presName="spacing" presStyleCnt="0"/>
      <dgm:spPr/>
    </dgm:pt>
    <dgm:pt modelId="{D91CA57C-8DE5-451A-AA03-B88CEE2CFA39}" type="pres">
      <dgm:prSet presAssocID="{E8757074-00A3-461F-B232-90378A5F9466}" presName="composite" presStyleCnt="0"/>
      <dgm:spPr/>
    </dgm:pt>
    <dgm:pt modelId="{ADF60D70-EE0E-4AB8-973B-5423F7D8138C}" type="pres">
      <dgm:prSet presAssocID="{E8757074-00A3-461F-B232-90378A5F9466}" presName="imgShp" presStyleLbl="fgImgPlace1" presStyleIdx="3" presStyleCnt="4"/>
      <dgm:spPr/>
    </dgm:pt>
    <dgm:pt modelId="{667738CA-39E7-4B4F-A661-8967A8ECE6B7}" type="pres">
      <dgm:prSet presAssocID="{E8757074-00A3-461F-B232-90378A5F9466}" presName="txShp" presStyleLbl="node1" presStyleIdx="3" presStyleCnt="4">
        <dgm:presLayoutVars>
          <dgm:bulletEnabled val="1"/>
        </dgm:presLayoutVars>
      </dgm:prSet>
      <dgm:spPr/>
    </dgm:pt>
  </dgm:ptLst>
  <dgm:cxnLst>
    <dgm:cxn modelId="{013E5B0E-A45C-4836-A63D-E01B5E3DD999}" srcId="{E77960D3-8FD1-4ACD-AA63-8A11EB6931C7}" destId="{9D70DD87-4FB7-44C0-9A62-7494B0C962BF}" srcOrd="0" destOrd="0" parTransId="{24EE8C5D-53A1-4C17-966F-5C64CB6A08BF}" sibTransId="{1A3ECEC0-8525-4286-B810-7FD023E29868}"/>
    <dgm:cxn modelId="{6B99AF3B-5478-465E-9F69-3C8998B2FDB7}" srcId="{E77960D3-8FD1-4ACD-AA63-8A11EB6931C7}" destId="{7F87E427-9F83-44ED-8E36-E93248363C3C}" srcOrd="1" destOrd="0" parTransId="{78841BFC-B682-488A-B121-020F6A3F3397}" sibTransId="{EAD807AE-3DD6-4751-96A3-4B4C495D9E03}"/>
    <dgm:cxn modelId="{E901AD80-07E5-40D6-A462-A7060FD18BE4}" srcId="{E77960D3-8FD1-4ACD-AA63-8A11EB6931C7}" destId="{E8757074-00A3-461F-B232-90378A5F9466}" srcOrd="3" destOrd="0" parTransId="{A06D16D2-CA7E-4911-969A-15F41CEC3FC6}" sibTransId="{782FBFBC-361D-48AC-A81C-B908C066742A}"/>
    <dgm:cxn modelId="{73C4DE84-32D1-4135-8329-37E6BD7F88A9}" type="presOf" srcId="{9D70DD87-4FB7-44C0-9A62-7494B0C962BF}" destId="{41EA3C29-6963-4D48-A093-2C8B4DD5906A}" srcOrd="0" destOrd="0" presId="urn:microsoft.com/office/officeart/2005/8/layout/vList3"/>
    <dgm:cxn modelId="{A4D46C8D-20B0-4F6A-BE4E-5A076C480E50}" type="presOf" srcId="{D2C7139F-0635-4A5D-9E56-6A4DFE78702A}" destId="{60312578-EC2B-46A6-A1CA-B3CE2D5F2A37}" srcOrd="0" destOrd="0" presId="urn:microsoft.com/office/officeart/2005/8/layout/vList3"/>
    <dgm:cxn modelId="{1E56D391-13C8-4A7F-8F58-AB6DB9F47B28}" srcId="{E77960D3-8FD1-4ACD-AA63-8A11EB6931C7}" destId="{D2C7139F-0635-4A5D-9E56-6A4DFE78702A}" srcOrd="2" destOrd="0" parTransId="{7A85DFF6-1862-427D-A652-275E3ED6D9F4}" sibTransId="{FC9C5674-92C1-43A3-9F50-2DD3C04E753D}"/>
    <dgm:cxn modelId="{4691DC9F-6F48-4A49-98DA-968C4805D996}" type="presOf" srcId="{E77960D3-8FD1-4ACD-AA63-8A11EB6931C7}" destId="{C59DBAD0-3526-4A5A-95E9-FCDF32AB2873}" srcOrd="0" destOrd="0" presId="urn:microsoft.com/office/officeart/2005/8/layout/vList3"/>
    <dgm:cxn modelId="{0CB011BC-D4F4-49FB-9282-A7AA6B9020D4}" type="presOf" srcId="{7F87E427-9F83-44ED-8E36-E93248363C3C}" destId="{A1042F6D-8E65-44B2-90A2-5C387376DDA0}" srcOrd="0" destOrd="0" presId="urn:microsoft.com/office/officeart/2005/8/layout/vList3"/>
    <dgm:cxn modelId="{625DB9C5-B56F-4524-97A2-A777F6345B9C}" type="presOf" srcId="{E8757074-00A3-461F-B232-90378A5F9466}" destId="{667738CA-39E7-4B4F-A661-8967A8ECE6B7}" srcOrd="0" destOrd="0" presId="urn:microsoft.com/office/officeart/2005/8/layout/vList3"/>
    <dgm:cxn modelId="{EA36BC92-29BB-4151-916C-FEE4CFB5CFE7}" type="presParOf" srcId="{C59DBAD0-3526-4A5A-95E9-FCDF32AB2873}" destId="{00B7F865-6949-4043-87B5-052558F302AE}" srcOrd="0" destOrd="0" presId="urn:microsoft.com/office/officeart/2005/8/layout/vList3"/>
    <dgm:cxn modelId="{9D79FD8D-DC22-4CB7-83D5-77F4BEC9DD0D}" type="presParOf" srcId="{00B7F865-6949-4043-87B5-052558F302AE}" destId="{1EFDF617-6DCD-4680-B292-6475797530C0}" srcOrd="0" destOrd="0" presId="urn:microsoft.com/office/officeart/2005/8/layout/vList3"/>
    <dgm:cxn modelId="{33FF4086-083C-4223-8990-9FD4807672A2}" type="presParOf" srcId="{00B7F865-6949-4043-87B5-052558F302AE}" destId="{41EA3C29-6963-4D48-A093-2C8B4DD5906A}" srcOrd="1" destOrd="0" presId="urn:microsoft.com/office/officeart/2005/8/layout/vList3"/>
    <dgm:cxn modelId="{B43829BD-2D4E-4D6F-AD3A-69F4DF00C420}" type="presParOf" srcId="{C59DBAD0-3526-4A5A-95E9-FCDF32AB2873}" destId="{4103FA38-A12B-4DF0-9B6F-A15C831A50A7}" srcOrd="1" destOrd="0" presId="urn:microsoft.com/office/officeart/2005/8/layout/vList3"/>
    <dgm:cxn modelId="{DBD14F80-936A-49F9-A417-24CD90EA32C3}" type="presParOf" srcId="{C59DBAD0-3526-4A5A-95E9-FCDF32AB2873}" destId="{485396CB-3D58-4E41-9BAC-FB8DE9F3BC99}" srcOrd="2" destOrd="0" presId="urn:microsoft.com/office/officeart/2005/8/layout/vList3"/>
    <dgm:cxn modelId="{8899EDE9-2C6C-4B7E-B011-BCD65613381D}" type="presParOf" srcId="{485396CB-3D58-4E41-9BAC-FB8DE9F3BC99}" destId="{E49AB48D-07AC-405C-9F35-06BA9EFF3544}" srcOrd="0" destOrd="0" presId="urn:microsoft.com/office/officeart/2005/8/layout/vList3"/>
    <dgm:cxn modelId="{911DD26B-1039-4DEC-9DF0-0F2D648AD961}" type="presParOf" srcId="{485396CB-3D58-4E41-9BAC-FB8DE9F3BC99}" destId="{A1042F6D-8E65-44B2-90A2-5C387376DDA0}" srcOrd="1" destOrd="0" presId="urn:microsoft.com/office/officeart/2005/8/layout/vList3"/>
    <dgm:cxn modelId="{2E91F264-1F11-4332-BA7A-ED34BD74BE75}" type="presParOf" srcId="{C59DBAD0-3526-4A5A-95E9-FCDF32AB2873}" destId="{10D9E791-6151-4C30-83F3-2A864F39F30D}" srcOrd="3" destOrd="0" presId="urn:microsoft.com/office/officeart/2005/8/layout/vList3"/>
    <dgm:cxn modelId="{DE1C05F9-22CE-4341-BE5B-CE8977FA4F36}" type="presParOf" srcId="{C59DBAD0-3526-4A5A-95E9-FCDF32AB2873}" destId="{DB4F7C66-4682-499B-B769-BDC3F49490B0}" srcOrd="4" destOrd="0" presId="urn:microsoft.com/office/officeart/2005/8/layout/vList3"/>
    <dgm:cxn modelId="{7D9DDC14-3E98-4EB3-B48D-187C5E5A267A}" type="presParOf" srcId="{DB4F7C66-4682-499B-B769-BDC3F49490B0}" destId="{F6CFB05B-EF96-4447-B226-1875DC3AED02}" srcOrd="0" destOrd="0" presId="urn:microsoft.com/office/officeart/2005/8/layout/vList3"/>
    <dgm:cxn modelId="{F7353C82-A2C2-4F54-A2D0-312F23211CA6}" type="presParOf" srcId="{DB4F7C66-4682-499B-B769-BDC3F49490B0}" destId="{60312578-EC2B-46A6-A1CA-B3CE2D5F2A37}" srcOrd="1" destOrd="0" presId="urn:microsoft.com/office/officeart/2005/8/layout/vList3"/>
    <dgm:cxn modelId="{30D5097A-6149-44A5-9B50-5C73E9058CC5}" type="presParOf" srcId="{C59DBAD0-3526-4A5A-95E9-FCDF32AB2873}" destId="{AE4C647F-81C4-433E-A9F7-1F876DA99B3B}" srcOrd="5" destOrd="0" presId="urn:microsoft.com/office/officeart/2005/8/layout/vList3"/>
    <dgm:cxn modelId="{5C11671A-C932-4D46-8818-C30E19ECEE3E}" type="presParOf" srcId="{C59DBAD0-3526-4A5A-95E9-FCDF32AB2873}" destId="{D91CA57C-8DE5-451A-AA03-B88CEE2CFA39}" srcOrd="6" destOrd="0" presId="urn:microsoft.com/office/officeart/2005/8/layout/vList3"/>
    <dgm:cxn modelId="{0DCB8C20-8C60-4CAD-9AAA-6F7B87A29F87}" type="presParOf" srcId="{D91CA57C-8DE5-451A-AA03-B88CEE2CFA39}" destId="{ADF60D70-EE0E-4AB8-973B-5423F7D8138C}" srcOrd="0" destOrd="0" presId="urn:microsoft.com/office/officeart/2005/8/layout/vList3"/>
    <dgm:cxn modelId="{DB54B829-79B1-44B2-B6CE-750381F8E356}" type="presParOf" srcId="{D91CA57C-8DE5-451A-AA03-B88CEE2CFA39}" destId="{667738CA-39E7-4B4F-A661-8967A8ECE6B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9.xml><?xml version="1.0" encoding="utf-8"?>
<dgm:dataModel xmlns:dgm="http://schemas.openxmlformats.org/drawingml/2006/diagram" xmlns:a="http://schemas.openxmlformats.org/drawingml/2006/main">
  <dgm:ptLst>
    <dgm:pt modelId="{E77960D3-8FD1-4ACD-AA63-8A11EB6931C7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9D70DD87-4FB7-44C0-9A62-7494B0C962BF}">
      <dgm:prSet/>
      <dgm:spPr>
        <a:solidFill>
          <a:srgbClr val="0070C0"/>
        </a:solidFill>
      </dgm:spPr>
      <dgm:t>
        <a:bodyPr/>
        <a:lstStyle/>
        <a:p>
          <a:r>
            <a:rPr lang="uk-UA" b="0" i="0" dirty="0"/>
            <a:t>Від початку </a:t>
          </a:r>
          <a:r>
            <a:rPr lang="uk-UA" b="0" i="0" dirty="0" err="1"/>
            <a:t>збройного</a:t>
          </a:r>
          <a:r>
            <a:rPr lang="uk-UA" b="0" i="0"/>
            <a:t> виступу до Зборівського договору.</a:t>
          </a:r>
          <a:endParaRPr lang="uk-UA"/>
        </a:p>
      </dgm:t>
    </dgm:pt>
    <dgm:pt modelId="{24EE8C5D-53A1-4C17-966F-5C64CB6A08BF}" type="parTrans" cxnId="{013E5B0E-A45C-4836-A63D-E01B5E3DD999}">
      <dgm:prSet/>
      <dgm:spPr/>
      <dgm:t>
        <a:bodyPr/>
        <a:lstStyle/>
        <a:p>
          <a:endParaRPr lang="uk-UA"/>
        </a:p>
      </dgm:t>
    </dgm:pt>
    <dgm:pt modelId="{1A3ECEC0-8525-4286-B810-7FD023E29868}" type="sibTrans" cxnId="{013E5B0E-A45C-4836-A63D-E01B5E3DD999}">
      <dgm:prSet/>
      <dgm:spPr/>
      <dgm:t>
        <a:bodyPr/>
        <a:lstStyle/>
        <a:p>
          <a:endParaRPr lang="uk-UA"/>
        </a:p>
      </dgm:t>
    </dgm:pt>
    <dgm:pt modelId="{7F87E427-9F83-44ED-8E36-E93248363C3C}">
      <dgm:prSet/>
      <dgm:spPr/>
      <dgm:t>
        <a:bodyPr/>
        <a:lstStyle/>
        <a:p>
          <a:r>
            <a:rPr lang="uk-UA" b="0" i="0"/>
            <a:t>Від Зборівського до Білоцерківського договору.</a:t>
          </a:r>
          <a:endParaRPr lang="uk-UA"/>
        </a:p>
      </dgm:t>
    </dgm:pt>
    <dgm:pt modelId="{78841BFC-B682-488A-B121-020F6A3F3397}" type="parTrans" cxnId="{6B99AF3B-5478-465E-9F69-3C8998B2FDB7}">
      <dgm:prSet/>
      <dgm:spPr/>
      <dgm:t>
        <a:bodyPr/>
        <a:lstStyle/>
        <a:p>
          <a:endParaRPr lang="uk-UA"/>
        </a:p>
      </dgm:t>
    </dgm:pt>
    <dgm:pt modelId="{EAD807AE-3DD6-4751-96A3-4B4C495D9E03}" type="sibTrans" cxnId="{6B99AF3B-5478-465E-9F69-3C8998B2FDB7}">
      <dgm:prSet/>
      <dgm:spPr/>
      <dgm:t>
        <a:bodyPr/>
        <a:lstStyle/>
        <a:p>
          <a:endParaRPr lang="uk-UA"/>
        </a:p>
      </dgm:t>
    </dgm:pt>
    <dgm:pt modelId="{D2C7139F-0635-4A5D-9E56-6A4DFE78702A}">
      <dgm:prSet/>
      <dgm:spPr/>
      <dgm:t>
        <a:bodyPr/>
        <a:lstStyle/>
        <a:p>
          <a:r>
            <a:rPr lang="uk-UA" b="0" i="0"/>
            <a:t>Від Білоцерківського договору до Переяславської ради.</a:t>
          </a:r>
          <a:endParaRPr lang="uk-UA"/>
        </a:p>
      </dgm:t>
    </dgm:pt>
    <dgm:pt modelId="{7A85DFF6-1862-427D-A652-275E3ED6D9F4}" type="parTrans" cxnId="{1E56D391-13C8-4A7F-8F58-AB6DB9F47B28}">
      <dgm:prSet/>
      <dgm:spPr/>
      <dgm:t>
        <a:bodyPr/>
        <a:lstStyle/>
        <a:p>
          <a:endParaRPr lang="uk-UA"/>
        </a:p>
      </dgm:t>
    </dgm:pt>
    <dgm:pt modelId="{FC9C5674-92C1-43A3-9F50-2DD3C04E753D}" type="sibTrans" cxnId="{1E56D391-13C8-4A7F-8F58-AB6DB9F47B28}">
      <dgm:prSet/>
      <dgm:spPr/>
      <dgm:t>
        <a:bodyPr/>
        <a:lstStyle/>
        <a:p>
          <a:endParaRPr lang="uk-UA"/>
        </a:p>
      </dgm:t>
    </dgm:pt>
    <dgm:pt modelId="{E8757074-00A3-461F-B232-90378A5F9466}">
      <dgm:prSet/>
      <dgm:spPr/>
      <dgm:t>
        <a:bodyPr/>
        <a:lstStyle/>
        <a:p>
          <a:r>
            <a:rPr lang="uk-UA" b="0" i="0"/>
            <a:t>Від Переяславської ради до Віленського перемир’я.</a:t>
          </a:r>
          <a:endParaRPr lang="uk-UA"/>
        </a:p>
      </dgm:t>
    </dgm:pt>
    <dgm:pt modelId="{A06D16D2-CA7E-4911-969A-15F41CEC3FC6}" type="parTrans" cxnId="{E901AD80-07E5-40D6-A462-A7060FD18BE4}">
      <dgm:prSet/>
      <dgm:spPr/>
      <dgm:t>
        <a:bodyPr/>
        <a:lstStyle/>
        <a:p>
          <a:endParaRPr lang="uk-UA"/>
        </a:p>
      </dgm:t>
    </dgm:pt>
    <dgm:pt modelId="{782FBFBC-361D-48AC-A81C-B908C066742A}" type="sibTrans" cxnId="{E901AD80-07E5-40D6-A462-A7060FD18BE4}">
      <dgm:prSet/>
      <dgm:spPr/>
      <dgm:t>
        <a:bodyPr/>
        <a:lstStyle/>
        <a:p>
          <a:endParaRPr lang="uk-UA"/>
        </a:p>
      </dgm:t>
    </dgm:pt>
    <dgm:pt modelId="{C59DBAD0-3526-4A5A-95E9-FCDF32AB2873}" type="pres">
      <dgm:prSet presAssocID="{E77960D3-8FD1-4ACD-AA63-8A11EB6931C7}" presName="linearFlow" presStyleCnt="0">
        <dgm:presLayoutVars>
          <dgm:dir/>
          <dgm:resizeHandles val="exact"/>
        </dgm:presLayoutVars>
      </dgm:prSet>
      <dgm:spPr/>
    </dgm:pt>
    <dgm:pt modelId="{00B7F865-6949-4043-87B5-052558F302AE}" type="pres">
      <dgm:prSet presAssocID="{9D70DD87-4FB7-44C0-9A62-7494B0C962BF}" presName="composite" presStyleCnt="0"/>
      <dgm:spPr/>
    </dgm:pt>
    <dgm:pt modelId="{1EFDF617-6DCD-4680-B292-6475797530C0}" type="pres">
      <dgm:prSet presAssocID="{9D70DD87-4FB7-44C0-9A62-7494B0C962BF}" presName="imgShp" presStyleLbl="fgImgPlace1" presStyleIdx="0" presStyleCnt="4"/>
      <dgm:spPr/>
    </dgm:pt>
    <dgm:pt modelId="{41EA3C29-6963-4D48-A093-2C8B4DD5906A}" type="pres">
      <dgm:prSet presAssocID="{9D70DD87-4FB7-44C0-9A62-7494B0C962BF}" presName="txShp" presStyleLbl="node1" presStyleIdx="0" presStyleCnt="4">
        <dgm:presLayoutVars>
          <dgm:bulletEnabled val="1"/>
        </dgm:presLayoutVars>
      </dgm:prSet>
      <dgm:spPr/>
    </dgm:pt>
    <dgm:pt modelId="{4103FA38-A12B-4DF0-9B6F-A15C831A50A7}" type="pres">
      <dgm:prSet presAssocID="{1A3ECEC0-8525-4286-B810-7FD023E29868}" presName="spacing" presStyleCnt="0"/>
      <dgm:spPr/>
    </dgm:pt>
    <dgm:pt modelId="{485396CB-3D58-4E41-9BAC-FB8DE9F3BC99}" type="pres">
      <dgm:prSet presAssocID="{7F87E427-9F83-44ED-8E36-E93248363C3C}" presName="composite" presStyleCnt="0"/>
      <dgm:spPr/>
    </dgm:pt>
    <dgm:pt modelId="{E49AB48D-07AC-405C-9F35-06BA9EFF3544}" type="pres">
      <dgm:prSet presAssocID="{7F87E427-9F83-44ED-8E36-E93248363C3C}" presName="imgShp" presStyleLbl="fgImgPlace1" presStyleIdx="1" presStyleCnt="4"/>
      <dgm:spPr/>
    </dgm:pt>
    <dgm:pt modelId="{A1042F6D-8E65-44B2-90A2-5C387376DDA0}" type="pres">
      <dgm:prSet presAssocID="{7F87E427-9F83-44ED-8E36-E93248363C3C}" presName="txShp" presStyleLbl="node1" presStyleIdx="1" presStyleCnt="4">
        <dgm:presLayoutVars>
          <dgm:bulletEnabled val="1"/>
        </dgm:presLayoutVars>
      </dgm:prSet>
      <dgm:spPr/>
    </dgm:pt>
    <dgm:pt modelId="{10D9E791-6151-4C30-83F3-2A864F39F30D}" type="pres">
      <dgm:prSet presAssocID="{EAD807AE-3DD6-4751-96A3-4B4C495D9E03}" presName="spacing" presStyleCnt="0"/>
      <dgm:spPr/>
    </dgm:pt>
    <dgm:pt modelId="{DB4F7C66-4682-499B-B769-BDC3F49490B0}" type="pres">
      <dgm:prSet presAssocID="{D2C7139F-0635-4A5D-9E56-6A4DFE78702A}" presName="composite" presStyleCnt="0"/>
      <dgm:spPr/>
    </dgm:pt>
    <dgm:pt modelId="{F6CFB05B-EF96-4447-B226-1875DC3AED02}" type="pres">
      <dgm:prSet presAssocID="{D2C7139F-0635-4A5D-9E56-6A4DFE78702A}" presName="imgShp" presStyleLbl="fgImgPlace1" presStyleIdx="2" presStyleCnt="4"/>
      <dgm:spPr/>
    </dgm:pt>
    <dgm:pt modelId="{60312578-EC2B-46A6-A1CA-B3CE2D5F2A37}" type="pres">
      <dgm:prSet presAssocID="{D2C7139F-0635-4A5D-9E56-6A4DFE78702A}" presName="txShp" presStyleLbl="node1" presStyleIdx="2" presStyleCnt="4">
        <dgm:presLayoutVars>
          <dgm:bulletEnabled val="1"/>
        </dgm:presLayoutVars>
      </dgm:prSet>
      <dgm:spPr/>
    </dgm:pt>
    <dgm:pt modelId="{AE4C647F-81C4-433E-A9F7-1F876DA99B3B}" type="pres">
      <dgm:prSet presAssocID="{FC9C5674-92C1-43A3-9F50-2DD3C04E753D}" presName="spacing" presStyleCnt="0"/>
      <dgm:spPr/>
    </dgm:pt>
    <dgm:pt modelId="{D91CA57C-8DE5-451A-AA03-B88CEE2CFA39}" type="pres">
      <dgm:prSet presAssocID="{E8757074-00A3-461F-B232-90378A5F9466}" presName="composite" presStyleCnt="0"/>
      <dgm:spPr/>
    </dgm:pt>
    <dgm:pt modelId="{ADF60D70-EE0E-4AB8-973B-5423F7D8138C}" type="pres">
      <dgm:prSet presAssocID="{E8757074-00A3-461F-B232-90378A5F9466}" presName="imgShp" presStyleLbl="fgImgPlace1" presStyleIdx="3" presStyleCnt="4"/>
      <dgm:spPr/>
    </dgm:pt>
    <dgm:pt modelId="{667738CA-39E7-4B4F-A661-8967A8ECE6B7}" type="pres">
      <dgm:prSet presAssocID="{E8757074-00A3-461F-B232-90378A5F9466}" presName="txShp" presStyleLbl="node1" presStyleIdx="3" presStyleCnt="4">
        <dgm:presLayoutVars>
          <dgm:bulletEnabled val="1"/>
        </dgm:presLayoutVars>
      </dgm:prSet>
      <dgm:spPr/>
    </dgm:pt>
  </dgm:ptLst>
  <dgm:cxnLst>
    <dgm:cxn modelId="{013E5B0E-A45C-4836-A63D-E01B5E3DD999}" srcId="{E77960D3-8FD1-4ACD-AA63-8A11EB6931C7}" destId="{9D70DD87-4FB7-44C0-9A62-7494B0C962BF}" srcOrd="0" destOrd="0" parTransId="{24EE8C5D-53A1-4C17-966F-5C64CB6A08BF}" sibTransId="{1A3ECEC0-8525-4286-B810-7FD023E29868}"/>
    <dgm:cxn modelId="{6B99AF3B-5478-465E-9F69-3C8998B2FDB7}" srcId="{E77960D3-8FD1-4ACD-AA63-8A11EB6931C7}" destId="{7F87E427-9F83-44ED-8E36-E93248363C3C}" srcOrd="1" destOrd="0" parTransId="{78841BFC-B682-488A-B121-020F6A3F3397}" sibTransId="{EAD807AE-3DD6-4751-96A3-4B4C495D9E03}"/>
    <dgm:cxn modelId="{E901AD80-07E5-40D6-A462-A7060FD18BE4}" srcId="{E77960D3-8FD1-4ACD-AA63-8A11EB6931C7}" destId="{E8757074-00A3-461F-B232-90378A5F9466}" srcOrd="3" destOrd="0" parTransId="{A06D16D2-CA7E-4911-969A-15F41CEC3FC6}" sibTransId="{782FBFBC-361D-48AC-A81C-B908C066742A}"/>
    <dgm:cxn modelId="{73C4DE84-32D1-4135-8329-37E6BD7F88A9}" type="presOf" srcId="{9D70DD87-4FB7-44C0-9A62-7494B0C962BF}" destId="{41EA3C29-6963-4D48-A093-2C8B4DD5906A}" srcOrd="0" destOrd="0" presId="urn:microsoft.com/office/officeart/2005/8/layout/vList3"/>
    <dgm:cxn modelId="{A4D46C8D-20B0-4F6A-BE4E-5A076C480E50}" type="presOf" srcId="{D2C7139F-0635-4A5D-9E56-6A4DFE78702A}" destId="{60312578-EC2B-46A6-A1CA-B3CE2D5F2A37}" srcOrd="0" destOrd="0" presId="urn:microsoft.com/office/officeart/2005/8/layout/vList3"/>
    <dgm:cxn modelId="{1E56D391-13C8-4A7F-8F58-AB6DB9F47B28}" srcId="{E77960D3-8FD1-4ACD-AA63-8A11EB6931C7}" destId="{D2C7139F-0635-4A5D-9E56-6A4DFE78702A}" srcOrd="2" destOrd="0" parTransId="{7A85DFF6-1862-427D-A652-275E3ED6D9F4}" sibTransId="{FC9C5674-92C1-43A3-9F50-2DD3C04E753D}"/>
    <dgm:cxn modelId="{4691DC9F-6F48-4A49-98DA-968C4805D996}" type="presOf" srcId="{E77960D3-8FD1-4ACD-AA63-8A11EB6931C7}" destId="{C59DBAD0-3526-4A5A-95E9-FCDF32AB2873}" srcOrd="0" destOrd="0" presId="urn:microsoft.com/office/officeart/2005/8/layout/vList3"/>
    <dgm:cxn modelId="{0CB011BC-D4F4-49FB-9282-A7AA6B9020D4}" type="presOf" srcId="{7F87E427-9F83-44ED-8E36-E93248363C3C}" destId="{A1042F6D-8E65-44B2-90A2-5C387376DDA0}" srcOrd="0" destOrd="0" presId="urn:microsoft.com/office/officeart/2005/8/layout/vList3"/>
    <dgm:cxn modelId="{625DB9C5-B56F-4524-97A2-A777F6345B9C}" type="presOf" srcId="{E8757074-00A3-461F-B232-90378A5F9466}" destId="{667738CA-39E7-4B4F-A661-8967A8ECE6B7}" srcOrd="0" destOrd="0" presId="urn:microsoft.com/office/officeart/2005/8/layout/vList3"/>
    <dgm:cxn modelId="{EA36BC92-29BB-4151-916C-FEE4CFB5CFE7}" type="presParOf" srcId="{C59DBAD0-3526-4A5A-95E9-FCDF32AB2873}" destId="{00B7F865-6949-4043-87B5-052558F302AE}" srcOrd="0" destOrd="0" presId="urn:microsoft.com/office/officeart/2005/8/layout/vList3"/>
    <dgm:cxn modelId="{9D79FD8D-DC22-4CB7-83D5-77F4BEC9DD0D}" type="presParOf" srcId="{00B7F865-6949-4043-87B5-052558F302AE}" destId="{1EFDF617-6DCD-4680-B292-6475797530C0}" srcOrd="0" destOrd="0" presId="urn:microsoft.com/office/officeart/2005/8/layout/vList3"/>
    <dgm:cxn modelId="{33FF4086-083C-4223-8990-9FD4807672A2}" type="presParOf" srcId="{00B7F865-6949-4043-87B5-052558F302AE}" destId="{41EA3C29-6963-4D48-A093-2C8B4DD5906A}" srcOrd="1" destOrd="0" presId="urn:microsoft.com/office/officeart/2005/8/layout/vList3"/>
    <dgm:cxn modelId="{B43829BD-2D4E-4D6F-AD3A-69F4DF00C420}" type="presParOf" srcId="{C59DBAD0-3526-4A5A-95E9-FCDF32AB2873}" destId="{4103FA38-A12B-4DF0-9B6F-A15C831A50A7}" srcOrd="1" destOrd="0" presId="urn:microsoft.com/office/officeart/2005/8/layout/vList3"/>
    <dgm:cxn modelId="{DBD14F80-936A-49F9-A417-24CD90EA32C3}" type="presParOf" srcId="{C59DBAD0-3526-4A5A-95E9-FCDF32AB2873}" destId="{485396CB-3D58-4E41-9BAC-FB8DE9F3BC99}" srcOrd="2" destOrd="0" presId="urn:microsoft.com/office/officeart/2005/8/layout/vList3"/>
    <dgm:cxn modelId="{8899EDE9-2C6C-4B7E-B011-BCD65613381D}" type="presParOf" srcId="{485396CB-3D58-4E41-9BAC-FB8DE9F3BC99}" destId="{E49AB48D-07AC-405C-9F35-06BA9EFF3544}" srcOrd="0" destOrd="0" presId="urn:microsoft.com/office/officeart/2005/8/layout/vList3"/>
    <dgm:cxn modelId="{911DD26B-1039-4DEC-9DF0-0F2D648AD961}" type="presParOf" srcId="{485396CB-3D58-4E41-9BAC-FB8DE9F3BC99}" destId="{A1042F6D-8E65-44B2-90A2-5C387376DDA0}" srcOrd="1" destOrd="0" presId="urn:microsoft.com/office/officeart/2005/8/layout/vList3"/>
    <dgm:cxn modelId="{2E91F264-1F11-4332-BA7A-ED34BD74BE75}" type="presParOf" srcId="{C59DBAD0-3526-4A5A-95E9-FCDF32AB2873}" destId="{10D9E791-6151-4C30-83F3-2A864F39F30D}" srcOrd="3" destOrd="0" presId="urn:microsoft.com/office/officeart/2005/8/layout/vList3"/>
    <dgm:cxn modelId="{DE1C05F9-22CE-4341-BE5B-CE8977FA4F36}" type="presParOf" srcId="{C59DBAD0-3526-4A5A-95E9-FCDF32AB2873}" destId="{DB4F7C66-4682-499B-B769-BDC3F49490B0}" srcOrd="4" destOrd="0" presId="urn:microsoft.com/office/officeart/2005/8/layout/vList3"/>
    <dgm:cxn modelId="{7D9DDC14-3E98-4EB3-B48D-187C5E5A267A}" type="presParOf" srcId="{DB4F7C66-4682-499B-B769-BDC3F49490B0}" destId="{F6CFB05B-EF96-4447-B226-1875DC3AED02}" srcOrd="0" destOrd="0" presId="urn:microsoft.com/office/officeart/2005/8/layout/vList3"/>
    <dgm:cxn modelId="{F7353C82-A2C2-4F54-A2D0-312F23211CA6}" type="presParOf" srcId="{DB4F7C66-4682-499B-B769-BDC3F49490B0}" destId="{60312578-EC2B-46A6-A1CA-B3CE2D5F2A37}" srcOrd="1" destOrd="0" presId="urn:microsoft.com/office/officeart/2005/8/layout/vList3"/>
    <dgm:cxn modelId="{30D5097A-6149-44A5-9B50-5C73E9058CC5}" type="presParOf" srcId="{C59DBAD0-3526-4A5A-95E9-FCDF32AB2873}" destId="{AE4C647F-81C4-433E-A9F7-1F876DA99B3B}" srcOrd="5" destOrd="0" presId="urn:microsoft.com/office/officeart/2005/8/layout/vList3"/>
    <dgm:cxn modelId="{5C11671A-C932-4D46-8818-C30E19ECEE3E}" type="presParOf" srcId="{C59DBAD0-3526-4A5A-95E9-FCDF32AB2873}" destId="{D91CA57C-8DE5-451A-AA03-B88CEE2CFA39}" srcOrd="6" destOrd="0" presId="urn:microsoft.com/office/officeart/2005/8/layout/vList3"/>
    <dgm:cxn modelId="{0DCB8C20-8C60-4CAD-9AAA-6F7B87A29F87}" type="presParOf" srcId="{D91CA57C-8DE5-451A-AA03-B88CEE2CFA39}" destId="{ADF60D70-EE0E-4AB8-973B-5423F7D8138C}" srcOrd="0" destOrd="0" presId="urn:microsoft.com/office/officeart/2005/8/layout/vList3"/>
    <dgm:cxn modelId="{DB54B829-79B1-44B2-B6CE-750381F8E356}" type="presParOf" srcId="{D91CA57C-8DE5-451A-AA03-B88CEE2CFA39}" destId="{667738CA-39E7-4B4F-A661-8967A8ECE6B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0.xml><?xml version="1.0" encoding="utf-8"?>
<dgm:dataModel xmlns:dgm="http://schemas.openxmlformats.org/drawingml/2006/diagram" xmlns:a="http://schemas.openxmlformats.org/drawingml/2006/main">
  <dgm:ptLst>
    <dgm:pt modelId="{EC372A50-AD4A-4525-84F6-DBEA571578B0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E4757A4-978A-410A-B3CD-E12BCE510735}">
      <dgm:prSet/>
      <dgm:spPr/>
      <dgm:t>
        <a:bodyPr/>
        <a:lstStyle/>
        <a:p>
          <a:r>
            <a:rPr lang="ru-RU" b="0" i="0"/>
            <a:t>І. Богун</a:t>
          </a:r>
          <a:endParaRPr lang="uk-UA"/>
        </a:p>
      </dgm:t>
    </dgm:pt>
    <dgm:pt modelId="{08896721-B940-41BF-A41B-B1CD54F5A4D8}" type="parTrans" cxnId="{CE0E8117-8079-4E37-87B4-EDB62F2A8AA7}">
      <dgm:prSet/>
      <dgm:spPr/>
      <dgm:t>
        <a:bodyPr/>
        <a:lstStyle/>
        <a:p>
          <a:endParaRPr lang="uk-UA"/>
        </a:p>
      </dgm:t>
    </dgm:pt>
    <dgm:pt modelId="{63D90538-81BB-40DF-AF05-4EBE32701819}" type="sibTrans" cxnId="{CE0E8117-8079-4E37-87B4-EDB62F2A8AA7}">
      <dgm:prSet/>
      <dgm:spPr/>
      <dgm:t>
        <a:bodyPr/>
        <a:lstStyle/>
        <a:p>
          <a:endParaRPr lang="uk-UA"/>
        </a:p>
      </dgm:t>
    </dgm:pt>
    <dgm:pt modelId="{C3841066-6733-4C38-84B3-3D7C9FCF3F17}">
      <dgm:prSet/>
      <dgm:spPr/>
      <dgm:t>
        <a:bodyPr/>
        <a:lstStyle/>
        <a:p>
          <a:r>
            <a:rPr lang="ru-RU" b="0" i="0"/>
            <a:t>К. Гордієнко</a:t>
          </a:r>
          <a:endParaRPr lang="uk-UA"/>
        </a:p>
      </dgm:t>
    </dgm:pt>
    <dgm:pt modelId="{919246FD-BB2A-4CF1-9AC2-52B534AAB4A2}" type="parTrans" cxnId="{6CB781FE-CC59-4244-B1DC-7CB332F92202}">
      <dgm:prSet/>
      <dgm:spPr/>
      <dgm:t>
        <a:bodyPr/>
        <a:lstStyle/>
        <a:p>
          <a:endParaRPr lang="uk-UA"/>
        </a:p>
      </dgm:t>
    </dgm:pt>
    <dgm:pt modelId="{01126903-7532-4B5E-B89E-D600357DCB85}" type="sibTrans" cxnId="{6CB781FE-CC59-4244-B1DC-7CB332F92202}">
      <dgm:prSet/>
      <dgm:spPr/>
      <dgm:t>
        <a:bodyPr/>
        <a:lstStyle/>
        <a:p>
          <a:endParaRPr lang="uk-UA"/>
        </a:p>
      </dgm:t>
    </dgm:pt>
    <dgm:pt modelId="{55EED7A3-F670-4D78-9749-283AB2A42E13}">
      <dgm:prSet/>
      <dgm:spPr/>
      <dgm:t>
        <a:bodyPr/>
        <a:lstStyle/>
        <a:p>
          <a:r>
            <a:rPr lang="ru-RU" b="0" i="0"/>
            <a:t>Т. Хмельницький</a:t>
          </a:r>
          <a:endParaRPr lang="uk-UA"/>
        </a:p>
      </dgm:t>
    </dgm:pt>
    <dgm:pt modelId="{FDC756BA-977F-48F4-BFD8-CA6D9D169F9C}" type="parTrans" cxnId="{26615E9F-3F48-4805-958B-66F90EE6A665}">
      <dgm:prSet/>
      <dgm:spPr/>
      <dgm:t>
        <a:bodyPr/>
        <a:lstStyle/>
        <a:p>
          <a:endParaRPr lang="uk-UA"/>
        </a:p>
      </dgm:t>
    </dgm:pt>
    <dgm:pt modelId="{E0089C1F-17E2-49B9-B1B5-9337C0CE5064}" type="sibTrans" cxnId="{26615E9F-3F48-4805-958B-66F90EE6A665}">
      <dgm:prSet/>
      <dgm:spPr/>
      <dgm:t>
        <a:bodyPr/>
        <a:lstStyle/>
        <a:p>
          <a:endParaRPr lang="uk-UA"/>
        </a:p>
      </dgm:t>
    </dgm:pt>
    <dgm:pt modelId="{1DC32323-09E1-4A9C-ABE6-D80E1D1664AB}">
      <dgm:prSet/>
      <dgm:spPr/>
      <dgm:t>
        <a:bodyPr/>
        <a:lstStyle/>
        <a:p>
          <a:r>
            <a:rPr lang="ru-RU" b="0" i="0"/>
            <a:t>П. Конашевич-Сагайдачний</a:t>
          </a:r>
          <a:endParaRPr lang="uk-UA"/>
        </a:p>
      </dgm:t>
    </dgm:pt>
    <dgm:pt modelId="{CBF68F79-B885-4E24-90CB-B476E4F5D570}" type="parTrans" cxnId="{A6E6F321-4C7C-4215-8087-E8897CA45A6A}">
      <dgm:prSet/>
      <dgm:spPr/>
      <dgm:t>
        <a:bodyPr/>
        <a:lstStyle/>
        <a:p>
          <a:endParaRPr lang="uk-UA"/>
        </a:p>
      </dgm:t>
    </dgm:pt>
    <dgm:pt modelId="{849D18CA-F3E2-45E1-BBEE-E20CBC5A7944}" type="sibTrans" cxnId="{A6E6F321-4C7C-4215-8087-E8897CA45A6A}">
      <dgm:prSet/>
      <dgm:spPr/>
      <dgm:t>
        <a:bodyPr/>
        <a:lstStyle/>
        <a:p>
          <a:endParaRPr lang="uk-UA"/>
        </a:p>
      </dgm:t>
    </dgm:pt>
    <dgm:pt modelId="{9D5D5481-F05D-40EB-A2AB-590F130F3F5E}" type="pres">
      <dgm:prSet presAssocID="{EC372A50-AD4A-4525-84F6-DBEA571578B0}" presName="linearFlow" presStyleCnt="0">
        <dgm:presLayoutVars>
          <dgm:dir/>
          <dgm:resizeHandles val="exact"/>
        </dgm:presLayoutVars>
      </dgm:prSet>
      <dgm:spPr/>
    </dgm:pt>
    <dgm:pt modelId="{335E310C-DE3D-4E30-B879-6FD23C77D4E5}" type="pres">
      <dgm:prSet presAssocID="{EE4757A4-978A-410A-B3CD-E12BCE510735}" presName="composite" presStyleCnt="0"/>
      <dgm:spPr/>
    </dgm:pt>
    <dgm:pt modelId="{79B92910-7FB9-4DDB-9C78-E2480805FCEF}" type="pres">
      <dgm:prSet presAssocID="{EE4757A4-978A-410A-B3CD-E12BCE510735}" presName="imgShp" presStyleLbl="fgImgPlace1" presStyleIdx="0" presStyleCnt="4"/>
      <dgm:spPr/>
    </dgm:pt>
    <dgm:pt modelId="{13B6BF3E-E2A6-4E26-98C7-5EDD3CE23F30}" type="pres">
      <dgm:prSet presAssocID="{EE4757A4-978A-410A-B3CD-E12BCE510735}" presName="txShp" presStyleLbl="node1" presStyleIdx="0" presStyleCnt="4">
        <dgm:presLayoutVars>
          <dgm:bulletEnabled val="1"/>
        </dgm:presLayoutVars>
      </dgm:prSet>
      <dgm:spPr/>
    </dgm:pt>
    <dgm:pt modelId="{7D5861F0-8BBF-4A19-A5AA-D1276B2FCF78}" type="pres">
      <dgm:prSet presAssocID="{63D90538-81BB-40DF-AF05-4EBE32701819}" presName="spacing" presStyleCnt="0"/>
      <dgm:spPr/>
    </dgm:pt>
    <dgm:pt modelId="{BE030927-A980-42D4-AD21-A237BC5A7AD8}" type="pres">
      <dgm:prSet presAssocID="{C3841066-6733-4C38-84B3-3D7C9FCF3F17}" presName="composite" presStyleCnt="0"/>
      <dgm:spPr/>
    </dgm:pt>
    <dgm:pt modelId="{F22AC6FD-B1C8-445B-8C3F-CE7133ED054D}" type="pres">
      <dgm:prSet presAssocID="{C3841066-6733-4C38-84B3-3D7C9FCF3F17}" presName="imgShp" presStyleLbl="fgImgPlace1" presStyleIdx="1" presStyleCnt="4"/>
      <dgm:spPr/>
    </dgm:pt>
    <dgm:pt modelId="{6B634687-3F53-4DF1-A0A9-D1AA4860BE5A}" type="pres">
      <dgm:prSet presAssocID="{C3841066-6733-4C38-84B3-3D7C9FCF3F17}" presName="txShp" presStyleLbl="node1" presStyleIdx="1" presStyleCnt="4">
        <dgm:presLayoutVars>
          <dgm:bulletEnabled val="1"/>
        </dgm:presLayoutVars>
      </dgm:prSet>
      <dgm:spPr/>
    </dgm:pt>
    <dgm:pt modelId="{8F5A2905-6A99-402F-A15A-8279F0DB08D8}" type="pres">
      <dgm:prSet presAssocID="{01126903-7532-4B5E-B89E-D600357DCB85}" presName="spacing" presStyleCnt="0"/>
      <dgm:spPr/>
    </dgm:pt>
    <dgm:pt modelId="{A8722E1C-BC6E-4340-B0D6-5BCA37B9F0DF}" type="pres">
      <dgm:prSet presAssocID="{55EED7A3-F670-4D78-9749-283AB2A42E13}" presName="composite" presStyleCnt="0"/>
      <dgm:spPr/>
    </dgm:pt>
    <dgm:pt modelId="{3DC119A5-0D9F-4F99-BB2C-5132193B5D97}" type="pres">
      <dgm:prSet presAssocID="{55EED7A3-F670-4D78-9749-283AB2A42E13}" presName="imgShp" presStyleLbl="fgImgPlace1" presStyleIdx="2" presStyleCnt="4"/>
      <dgm:spPr/>
    </dgm:pt>
    <dgm:pt modelId="{CA97C92F-78A7-4674-86B0-88B1E4B79B88}" type="pres">
      <dgm:prSet presAssocID="{55EED7A3-F670-4D78-9749-283AB2A42E13}" presName="txShp" presStyleLbl="node1" presStyleIdx="2" presStyleCnt="4">
        <dgm:presLayoutVars>
          <dgm:bulletEnabled val="1"/>
        </dgm:presLayoutVars>
      </dgm:prSet>
      <dgm:spPr/>
    </dgm:pt>
    <dgm:pt modelId="{85F910F9-1F84-4E98-976D-9095ABBDAAA7}" type="pres">
      <dgm:prSet presAssocID="{E0089C1F-17E2-49B9-B1B5-9337C0CE5064}" presName="spacing" presStyleCnt="0"/>
      <dgm:spPr/>
    </dgm:pt>
    <dgm:pt modelId="{43A59825-3647-40F7-9B6F-229641F08D3E}" type="pres">
      <dgm:prSet presAssocID="{1DC32323-09E1-4A9C-ABE6-D80E1D1664AB}" presName="composite" presStyleCnt="0"/>
      <dgm:spPr/>
    </dgm:pt>
    <dgm:pt modelId="{49A6E188-08F8-4CDE-B69D-8E8B9985B478}" type="pres">
      <dgm:prSet presAssocID="{1DC32323-09E1-4A9C-ABE6-D80E1D1664AB}" presName="imgShp" presStyleLbl="fgImgPlace1" presStyleIdx="3" presStyleCnt="4"/>
      <dgm:spPr/>
    </dgm:pt>
    <dgm:pt modelId="{C32FD20E-7382-4E6C-B684-709E7D8632B2}" type="pres">
      <dgm:prSet presAssocID="{1DC32323-09E1-4A9C-ABE6-D80E1D1664AB}" presName="txShp" presStyleLbl="node1" presStyleIdx="3" presStyleCnt="4">
        <dgm:presLayoutVars>
          <dgm:bulletEnabled val="1"/>
        </dgm:presLayoutVars>
      </dgm:prSet>
      <dgm:spPr/>
    </dgm:pt>
  </dgm:ptLst>
  <dgm:cxnLst>
    <dgm:cxn modelId="{CE0E8117-8079-4E37-87B4-EDB62F2A8AA7}" srcId="{EC372A50-AD4A-4525-84F6-DBEA571578B0}" destId="{EE4757A4-978A-410A-B3CD-E12BCE510735}" srcOrd="0" destOrd="0" parTransId="{08896721-B940-41BF-A41B-B1CD54F5A4D8}" sibTransId="{63D90538-81BB-40DF-AF05-4EBE32701819}"/>
    <dgm:cxn modelId="{A6E6F321-4C7C-4215-8087-E8897CA45A6A}" srcId="{EC372A50-AD4A-4525-84F6-DBEA571578B0}" destId="{1DC32323-09E1-4A9C-ABE6-D80E1D1664AB}" srcOrd="3" destOrd="0" parTransId="{CBF68F79-B885-4E24-90CB-B476E4F5D570}" sibTransId="{849D18CA-F3E2-45E1-BBEE-E20CBC5A7944}"/>
    <dgm:cxn modelId="{4DC0353A-4A70-46B1-A005-C0434BBB0CA8}" type="presOf" srcId="{1DC32323-09E1-4A9C-ABE6-D80E1D1664AB}" destId="{C32FD20E-7382-4E6C-B684-709E7D8632B2}" srcOrd="0" destOrd="0" presId="urn:microsoft.com/office/officeart/2005/8/layout/vList3"/>
    <dgm:cxn modelId="{43C08241-6C43-4050-A233-F662EE95D48A}" type="presOf" srcId="{C3841066-6733-4C38-84B3-3D7C9FCF3F17}" destId="{6B634687-3F53-4DF1-A0A9-D1AA4860BE5A}" srcOrd="0" destOrd="0" presId="urn:microsoft.com/office/officeart/2005/8/layout/vList3"/>
    <dgm:cxn modelId="{26615E9F-3F48-4805-958B-66F90EE6A665}" srcId="{EC372A50-AD4A-4525-84F6-DBEA571578B0}" destId="{55EED7A3-F670-4D78-9749-283AB2A42E13}" srcOrd="2" destOrd="0" parTransId="{FDC756BA-977F-48F4-BFD8-CA6D9D169F9C}" sibTransId="{E0089C1F-17E2-49B9-B1B5-9337C0CE5064}"/>
    <dgm:cxn modelId="{F26495C1-B3AA-4DE9-A03C-061636CA12D2}" type="presOf" srcId="{EE4757A4-978A-410A-B3CD-E12BCE510735}" destId="{13B6BF3E-E2A6-4E26-98C7-5EDD3CE23F30}" srcOrd="0" destOrd="0" presId="urn:microsoft.com/office/officeart/2005/8/layout/vList3"/>
    <dgm:cxn modelId="{024960EA-2935-4E1C-B696-30AE09BF27F8}" type="presOf" srcId="{55EED7A3-F670-4D78-9749-283AB2A42E13}" destId="{CA97C92F-78A7-4674-86B0-88B1E4B79B88}" srcOrd="0" destOrd="0" presId="urn:microsoft.com/office/officeart/2005/8/layout/vList3"/>
    <dgm:cxn modelId="{4657FAF4-23F4-4F51-BB30-F37F7F28C80B}" type="presOf" srcId="{EC372A50-AD4A-4525-84F6-DBEA571578B0}" destId="{9D5D5481-F05D-40EB-A2AB-590F130F3F5E}" srcOrd="0" destOrd="0" presId="urn:microsoft.com/office/officeart/2005/8/layout/vList3"/>
    <dgm:cxn modelId="{6CB781FE-CC59-4244-B1DC-7CB332F92202}" srcId="{EC372A50-AD4A-4525-84F6-DBEA571578B0}" destId="{C3841066-6733-4C38-84B3-3D7C9FCF3F17}" srcOrd="1" destOrd="0" parTransId="{919246FD-BB2A-4CF1-9AC2-52B534AAB4A2}" sibTransId="{01126903-7532-4B5E-B89E-D600357DCB85}"/>
    <dgm:cxn modelId="{97E51590-4650-40CF-A5C4-4DF1A80A3B71}" type="presParOf" srcId="{9D5D5481-F05D-40EB-A2AB-590F130F3F5E}" destId="{335E310C-DE3D-4E30-B879-6FD23C77D4E5}" srcOrd="0" destOrd="0" presId="urn:microsoft.com/office/officeart/2005/8/layout/vList3"/>
    <dgm:cxn modelId="{4A765C2B-7CD8-4436-9C28-F7DED3962C34}" type="presParOf" srcId="{335E310C-DE3D-4E30-B879-6FD23C77D4E5}" destId="{79B92910-7FB9-4DDB-9C78-E2480805FCEF}" srcOrd="0" destOrd="0" presId="urn:microsoft.com/office/officeart/2005/8/layout/vList3"/>
    <dgm:cxn modelId="{59FC649F-51CB-4318-8437-CA5774278E3B}" type="presParOf" srcId="{335E310C-DE3D-4E30-B879-6FD23C77D4E5}" destId="{13B6BF3E-E2A6-4E26-98C7-5EDD3CE23F30}" srcOrd="1" destOrd="0" presId="urn:microsoft.com/office/officeart/2005/8/layout/vList3"/>
    <dgm:cxn modelId="{5208D496-CEFD-419A-AC8A-37B54AAFDC7D}" type="presParOf" srcId="{9D5D5481-F05D-40EB-A2AB-590F130F3F5E}" destId="{7D5861F0-8BBF-4A19-A5AA-D1276B2FCF78}" srcOrd="1" destOrd="0" presId="urn:microsoft.com/office/officeart/2005/8/layout/vList3"/>
    <dgm:cxn modelId="{E6C3A474-337D-4A09-AD83-B17661CAEBC7}" type="presParOf" srcId="{9D5D5481-F05D-40EB-A2AB-590F130F3F5E}" destId="{BE030927-A980-42D4-AD21-A237BC5A7AD8}" srcOrd="2" destOrd="0" presId="urn:microsoft.com/office/officeart/2005/8/layout/vList3"/>
    <dgm:cxn modelId="{283F4ABE-0EAD-4BA7-BA98-2F01547C25F8}" type="presParOf" srcId="{BE030927-A980-42D4-AD21-A237BC5A7AD8}" destId="{F22AC6FD-B1C8-445B-8C3F-CE7133ED054D}" srcOrd="0" destOrd="0" presId="urn:microsoft.com/office/officeart/2005/8/layout/vList3"/>
    <dgm:cxn modelId="{6EE0C5D1-AF59-499E-BC7A-74246586220B}" type="presParOf" srcId="{BE030927-A980-42D4-AD21-A237BC5A7AD8}" destId="{6B634687-3F53-4DF1-A0A9-D1AA4860BE5A}" srcOrd="1" destOrd="0" presId="urn:microsoft.com/office/officeart/2005/8/layout/vList3"/>
    <dgm:cxn modelId="{C9CF9EB0-0F3C-4D9B-B0AC-7E225BE72541}" type="presParOf" srcId="{9D5D5481-F05D-40EB-A2AB-590F130F3F5E}" destId="{8F5A2905-6A99-402F-A15A-8279F0DB08D8}" srcOrd="3" destOrd="0" presId="urn:microsoft.com/office/officeart/2005/8/layout/vList3"/>
    <dgm:cxn modelId="{4545C403-FCA1-4833-A7D6-6D7806EFD9C5}" type="presParOf" srcId="{9D5D5481-F05D-40EB-A2AB-590F130F3F5E}" destId="{A8722E1C-BC6E-4340-B0D6-5BCA37B9F0DF}" srcOrd="4" destOrd="0" presId="urn:microsoft.com/office/officeart/2005/8/layout/vList3"/>
    <dgm:cxn modelId="{17341706-C1B1-4FA8-AA91-7AC0ADCFBB6E}" type="presParOf" srcId="{A8722E1C-BC6E-4340-B0D6-5BCA37B9F0DF}" destId="{3DC119A5-0D9F-4F99-BB2C-5132193B5D97}" srcOrd="0" destOrd="0" presId="urn:microsoft.com/office/officeart/2005/8/layout/vList3"/>
    <dgm:cxn modelId="{DFAB70C6-FCE1-48AF-A0F4-71DA83292A64}" type="presParOf" srcId="{A8722E1C-BC6E-4340-B0D6-5BCA37B9F0DF}" destId="{CA97C92F-78A7-4674-86B0-88B1E4B79B88}" srcOrd="1" destOrd="0" presId="urn:microsoft.com/office/officeart/2005/8/layout/vList3"/>
    <dgm:cxn modelId="{C0BEC7E0-4EE6-45B1-8EA2-74E1E13DB154}" type="presParOf" srcId="{9D5D5481-F05D-40EB-A2AB-590F130F3F5E}" destId="{85F910F9-1F84-4E98-976D-9095ABBDAAA7}" srcOrd="5" destOrd="0" presId="urn:microsoft.com/office/officeart/2005/8/layout/vList3"/>
    <dgm:cxn modelId="{9647AC98-8195-4252-B6F2-12E5561DE5B1}" type="presParOf" srcId="{9D5D5481-F05D-40EB-A2AB-590F130F3F5E}" destId="{43A59825-3647-40F7-9B6F-229641F08D3E}" srcOrd="6" destOrd="0" presId="urn:microsoft.com/office/officeart/2005/8/layout/vList3"/>
    <dgm:cxn modelId="{D3A745A8-8172-4A21-A231-3B89ACE0917B}" type="presParOf" srcId="{43A59825-3647-40F7-9B6F-229641F08D3E}" destId="{49A6E188-08F8-4CDE-B69D-8E8B9985B478}" srcOrd="0" destOrd="0" presId="urn:microsoft.com/office/officeart/2005/8/layout/vList3"/>
    <dgm:cxn modelId="{43E374AB-B092-43ED-A412-E6D27C20B2BC}" type="presParOf" srcId="{43A59825-3647-40F7-9B6F-229641F08D3E}" destId="{C32FD20E-7382-4E6C-B684-709E7D8632B2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1.xml><?xml version="1.0" encoding="utf-8"?>
<dgm:dataModel xmlns:dgm="http://schemas.openxmlformats.org/drawingml/2006/diagram" xmlns:a="http://schemas.openxmlformats.org/drawingml/2006/main">
  <dgm:ptLst>
    <dgm:pt modelId="{EC372A50-AD4A-4525-84F6-DBEA571578B0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EE4757A4-978A-410A-B3CD-E12BCE510735}">
      <dgm:prSet/>
      <dgm:spPr>
        <a:solidFill>
          <a:srgbClr val="0070C0"/>
        </a:solidFill>
      </dgm:spPr>
      <dgm:t>
        <a:bodyPr/>
        <a:lstStyle/>
        <a:p>
          <a:r>
            <a:rPr lang="ru-RU" b="0" i="0"/>
            <a:t>І. Богун</a:t>
          </a:r>
          <a:endParaRPr lang="uk-UA"/>
        </a:p>
      </dgm:t>
    </dgm:pt>
    <dgm:pt modelId="{08896721-B940-41BF-A41B-B1CD54F5A4D8}" type="parTrans" cxnId="{CE0E8117-8079-4E37-87B4-EDB62F2A8AA7}">
      <dgm:prSet/>
      <dgm:spPr/>
      <dgm:t>
        <a:bodyPr/>
        <a:lstStyle/>
        <a:p>
          <a:endParaRPr lang="uk-UA"/>
        </a:p>
      </dgm:t>
    </dgm:pt>
    <dgm:pt modelId="{63D90538-81BB-40DF-AF05-4EBE32701819}" type="sibTrans" cxnId="{CE0E8117-8079-4E37-87B4-EDB62F2A8AA7}">
      <dgm:prSet/>
      <dgm:spPr/>
      <dgm:t>
        <a:bodyPr/>
        <a:lstStyle/>
        <a:p>
          <a:endParaRPr lang="uk-UA"/>
        </a:p>
      </dgm:t>
    </dgm:pt>
    <dgm:pt modelId="{C3841066-6733-4C38-84B3-3D7C9FCF3F17}">
      <dgm:prSet/>
      <dgm:spPr/>
      <dgm:t>
        <a:bodyPr/>
        <a:lstStyle/>
        <a:p>
          <a:r>
            <a:rPr lang="ru-RU" b="0" i="0"/>
            <a:t>К. Гордієнко</a:t>
          </a:r>
          <a:endParaRPr lang="uk-UA"/>
        </a:p>
      </dgm:t>
    </dgm:pt>
    <dgm:pt modelId="{919246FD-BB2A-4CF1-9AC2-52B534AAB4A2}" type="parTrans" cxnId="{6CB781FE-CC59-4244-B1DC-7CB332F92202}">
      <dgm:prSet/>
      <dgm:spPr/>
      <dgm:t>
        <a:bodyPr/>
        <a:lstStyle/>
        <a:p>
          <a:endParaRPr lang="uk-UA"/>
        </a:p>
      </dgm:t>
    </dgm:pt>
    <dgm:pt modelId="{01126903-7532-4B5E-B89E-D600357DCB85}" type="sibTrans" cxnId="{6CB781FE-CC59-4244-B1DC-7CB332F92202}">
      <dgm:prSet/>
      <dgm:spPr/>
      <dgm:t>
        <a:bodyPr/>
        <a:lstStyle/>
        <a:p>
          <a:endParaRPr lang="uk-UA"/>
        </a:p>
      </dgm:t>
    </dgm:pt>
    <dgm:pt modelId="{55EED7A3-F670-4D78-9749-283AB2A42E13}">
      <dgm:prSet/>
      <dgm:spPr/>
      <dgm:t>
        <a:bodyPr/>
        <a:lstStyle/>
        <a:p>
          <a:r>
            <a:rPr lang="ru-RU" b="0" i="0"/>
            <a:t>Т. Хмельницький</a:t>
          </a:r>
          <a:endParaRPr lang="uk-UA"/>
        </a:p>
      </dgm:t>
    </dgm:pt>
    <dgm:pt modelId="{FDC756BA-977F-48F4-BFD8-CA6D9D169F9C}" type="parTrans" cxnId="{26615E9F-3F48-4805-958B-66F90EE6A665}">
      <dgm:prSet/>
      <dgm:spPr/>
      <dgm:t>
        <a:bodyPr/>
        <a:lstStyle/>
        <a:p>
          <a:endParaRPr lang="uk-UA"/>
        </a:p>
      </dgm:t>
    </dgm:pt>
    <dgm:pt modelId="{E0089C1F-17E2-49B9-B1B5-9337C0CE5064}" type="sibTrans" cxnId="{26615E9F-3F48-4805-958B-66F90EE6A665}">
      <dgm:prSet/>
      <dgm:spPr/>
      <dgm:t>
        <a:bodyPr/>
        <a:lstStyle/>
        <a:p>
          <a:endParaRPr lang="uk-UA"/>
        </a:p>
      </dgm:t>
    </dgm:pt>
    <dgm:pt modelId="{1DC32323-09E1-4A9C-ABE6-D80E1D1664AB}">
      <dgm:prSet/>
      <dgm:spPr/>
      <dgm:t>
        <a:bodyPr/>
        <a:lstStyle/>
        <a:p>
          <a:r>
            <a:rPr lang="ru-RU" b="0" i="0"/>
            <a:t>П. Конашевич-Сагайдачний</a:t>
          </a:r>
          <a:endParaRPr lang="uk-UA"/>
        </a:p>
      </dgm:t>
    </dgm:pt>
    <dgm:pt modelId="{CBF68F79-B885-4E24-90CB-B476E4F5D570}" type="parTrans" cxnId="{A6E6F321-4C7C-4215-8087-E8897CA45A6A}">
      <dgm:prSet/>
      <dgm:spPr/>
      <dgm:t>
        <a:bodyPr/>
        <a:lstStyle/>
        <a:p>
          <a:endParaRPr lang="uk-UA"/>
        </a:p>
      </dgm:t>
    </dgm:pt>
    <dgm:pt modelId="{849D18CA-F3E2-45E1-BBEE-E20CBC5A7944}" type="sibTrans" cxnId="{A6E6F321-4C7C-4215-8087-E8897CA45A6A}">
      <dgm:prSet/>
      <dgm:spPr/>
      <dgm:t>
        <a:bodyPr/>
        <a:lstStyle/>
        <a:p>
          <a:endParaRPr lang="uk-UA"/>
        </a:p>
      </dgm:t>
    </dgm:pt>
    <dgm:pt modelId="{9D5D5481-F05D-40EB-A2AB-590F130F3F5E}" type="pres">
      <dgm:prSet presAssocID="{EC372A50-AD4A-4525-84F6-DBEA571578B0}" presName="linearFlow" presStyleCnt="0">
        <dgm:presLayoutVars>
          <dgm:dir/>
          <dgm:resizeHandles val="exact"/>
        </dgm:presLayoutVars>
      </dgm:prSet>
      <dgm:spPr/>
    </dgm:pt>
    <dgm:pt modelId="{335E310C-DE3D-4E30-B879-6FD23C77D4E5}" type="pres">
      <dgm:prSet presAssocID="{EE4757A4-978A-410A-B3CD-E12BCE510735}" presName="composite" presStyleCnt="0"/>
      <dgm:spPr/>
    </dgm:pt>
    <dgm:pt modelId="{79B92910-7FB9-4DDB-9C78-E2480805FCEF}" type="pres">
      <dgm:prSet presAssocID="{EE4757A4-978A-410A-B3CD-E12BCE510735}" presName="imgShp" presStyleLbl="fgImgPlace1" presStyleIdx="0" presStyleCnt="4"/>
      <dgm:spPr/>
    </dgm:pt>
    <dgm:pt modelId="{13B6BF3E-E2A6-4E26-98C7-5EDD3CE23F30}" type="pres">
      <dgm:prSet presAssocID="{EE4757A4-978A-410A-B3CD-E12BCE510735}" presName="txShp" presStyleLbl="node1" presStyleIdx="0" presStyleCnt="4">
        <dgm:presLayoutVars>
          <dgm:bulletEnabled val="1"/>
        </dgm:presLayoutVars>
      </dgm:prSet>
      <dgm:spPr/>
    </dgm:pt>
    <dgm:pt modelId="{7D5861F0-8BBF-4A19-A5AA-D1276B2FCF78}" type="pres">
      <dgm:prSet presAssocID="{63D90538-81BB-40DF-AF05-4EBE32701819}" presName="spacing" presStyleCnt="0"/>
      <dgm:spPr/>
    </dgm:pt>
    <dgm:pt modelId="{BE030927-A980-42D4-AD21-A237BC5A7AD8}" type="pres">
      <dgm:prSet presAssocID="{C3841066-6733-4C38-84B3-3D7C9FCF3F17}" presName="composite" presStyleCnt="0"/>
      <dgm:spPr/>
    </dgm:pt>
    <dgm:pt modelId="{F22AC6FD-B1C8-445B-8C3F-CE7133ED054D}" type="pres">
      <dgm:prSet presAssocID="{C3841066-6733-4C38-84B3-3D7C9FCF3F17}" presName="imgShp" presStyleLbl="fgImgPlace1" presStyleIdx="1" presStyleCnt="4"/>
      <dgm:spPr/>
    </dgm:pt>
    <dgm:pt modelId="{6B634687-3F53-4DF1-A0A9-D1AA4860BE5A}" type="pres">
      <dgm:prSet presAssocID="{C3841066-6733-4C38-84B3-3D7C9FCF3F17}" presName="txShp" presStyleLbl="node1" presStyleIdx="1" presStyleCnt="4">
        <dgm:presLayoutVars>
          <dgm:bulletEnabled val="1"/>
        </dgm:presLayoutVars>
      </dgm:prSet>
      <dgm:spPr/>
    </dgm:pt>
    <dgm:pt modelId="{8F5A2905-6A99-402F-A15A-8279F0DB08D8}" type="pres">
      <dgm:prSet presAssocID="{01126903-7532-4B5E-B89E-D600357DCB85}" presName="spacing" presStyleCnt="0"/>
      <dgm:spPr/>
    </dgm:pt>
    <dgm:pt modelId="{A8722E1C-BC6E-4340-B0D6-5BCA37B9F0DF}" type="pres">
      <dgm:prSet presAssocID="{55EED7A3-F670-4D78-9749-283AB2A42E13}" presName="composite" presStyleCnt="0"/>
      <dgm:spPr/>
    </dgm:pt>
    <dgm:pt modelId="{3DC119A5-0D9F-4F99-BB2C-5132193B5D97}" type="pres">
      <dgm:prSet presAssocID="{55EED7A3-F670-4D78-9749-283AB2A42E13}" presName="imgShp" presStyleLbl="fgImgPlace1" presStyleIdx="2" presStyleCnt="4"/>
      <dgm:spPr/>
    </dgm:pt>
    <dgm:pt modelId="{CA97C92F-78A7-4674-86B0-88B1E4B79B88}" type="pres">
      <dgm:prSet presAssocID="{55EED7A3-F670-4D78-9749-283AB2A42E13}" presName="txShp" presStyleLbl="node1" presStyleIdx="2" presStyleCnt="4">
        <dgm:presLayoutVars>
          <dgm:bulletEnabled val="1"/>
        </dgm:presLayoutVars>
      </dgm:prSet>
      <dgm:spPr/>
    </dgm:pt>
    <dgm:pt modelId="{85F910F9-1F84-4E98-976D-9095ABBDAAA7}" type="pres">
      <dgm:prSet presAssocID="{E0089C1F-17E2-49B9-B1B5-9337C0CE5064}" presName="spacing" presStyleCnt="0"/>
      <dgm:spPr/>
    </dgm:pt>
    <dgm:pt modelId="{43A59825-3647-40F7-9B6F-229641F08D3E}" type="pres">
      <dgm:prSet presAssocID="{1DC32323-09E1-4A9C-ABE6-D80E1D1664AB}" presName="composite" presStyleCnt="0"/>
      <dgm:spPr/>
    </dgm:pt>
    <dgm:pt modelId="{49A6E188-08F8-4CDE-B69D-8E8B9985B478}" type="pres">
      <dgm:prSet presAssocID="{1DC32323-09E1-4A9C-ABE6-D80E1D1664AB}" presName="imgShp" presStyleLbl="fgImgPlace1" presStyleIdx="3" presStyleCnt="4"/>
      <dgm:spPr/>
    </dgm:pt>
    <dgm:pt modelId="{C32FD20E-7382-4E6C-B684-709E7D8632B2}" type="pres">
      <dgm:prSet presAssocID="{1DC32323-09E1-4A9C-ABE6-D80E1D1664AB}" presName="txShp" presStyleLbl="node1" presStyleIdx="3" presStyleCnt="4">
        <dgm:presLayoutVars>
          <dgm:bulletEnabled val="1"/>
        </dgm:presLayoutVars>
      </dgm:prSet>
      <dgm:spPr/>
    </dgm:pt>
  </dgm:ptLst>
  <dgm:cxnLst>
    <dgm:cxn modelId="{CE0E8117-8079-4E37-87B4-EDB62F2A8AA7}" srcId="{EC372A50-AD4A-4525-84F6-DBEA571578B0}" destId="{EE4757A4-978A-410A-B3CD-E12BCE510735}" srcOrd="0" destOrd="0" parTransId="{08896721-B940-41BF-A41B-B1CD54F5A4D8}" sibTransId="{63D90538-81BB-40DF-AF05-4EBE32701819}"/>
    <dgm:cxn modelId="{A6E6F321-4C7C-4215-8087-E8897CA45A6A}" srcId="{EC372A50-AD4A-4525-84F6-DBEA571578B0}" destId="{1DC32323-09E1-4A9C-ABE6-D80E1D1664AB}" srcOrd="3" destOrd="0" parTransId="{CBF68F79-B885-4E24-90CB-B476E4F5D570}" sibTransId="{849D18CA-F3E2-45E1-BBEE-E20CBC5A7944}"/>
    <dgm:cxn modelId="{4DC0353A-4A70-46B1-A005-C0434BBB0CA8}" type="presOf" srcId="{1DC32323-09E1-4A9C-ABE6-D80E1D1664AB}" destId="{C32FD20E-7382-4E6C-B684-709E7D8632B2}" srcOrd="0" destOrd="0" presId="urn:microsoft.com/office/officeart/2005/8/layout/vList3"/>
    <dgm:cxn modelId="{43C08241-6C43-4050-A233-F662EE95D48A}" type="presOf" srcId="{C3841066-6733-4C38-84B3-3D7C9FCF3F17}" destId="{6B634687-3F53-4DF1-A0A9-D1AA4860BE5A}" srcOrd="0" destOrd="0" presId="urn:microsoft.com/office/officeart/2005/8/layout/vList3"/>
    <dgm:cxn modelId="{26615E9F-3F48-4805-958B-66F90EE6A665}" srcId="{EC372A50-AD4A-4525-84F6-DBEA571578B0}" destId="{55EED7A3-F670-4D78-9749-283AB2A42E13}" srcOrd="2" destOrd="0" parTransId="{FDC756BA-977F-48F4-BFD8-CA6D9D169F9C}" sibTransId="{E0089C1F-17E2-49B9-B1B5-9337C0CE5064}"/>
    <dgm:cxn modelId="{F26495C1-B3AA-4DE9-A03C-061636CA12D2}" type="presOf" srcId="{EE4757A4-978A-410A-B3CD-E12BCE510735}" destId="{13B6BF3E-E2A6-4E26-98C7-5EDD3CE23F30}" srcOrd="0" destOrd="0" presId="urn:microsoft.com/office/officeart/2005/8/layout/vList3"/>
    <dgm:cxn modelId="{024960EA-2935-4E1C-B696-30AE09BF27F8}" type="presOf" srcId="{55EED7A3-F670-4D78-9749-283AB2A42E13}" destId="{CA97C92F-78A7-4674-86B0-88B1E4B79B88}" srcOrd="0" destOrd="0" presId="urn:microsoft.com/office/officeart/2005/8/layout/vList3"/>
    <dgm:cxn modelId="{4657FAF4-23F4-4F51-BB30-F37F7F28C80B}" type="presOf" srcId="{EC372A50-AD4A-4525-84F6-DBEA571578B0}" destId="{9D5D5481-F05D-40EB-A2AB-590F130F3F5E}" srcOrd="0" destOrd="0" presId="urn:microsoft.com/office/officeart/2005/8/layout/vList3"/>
    <dgm:cxn modelId="{6CB781FE-CC59-4244-B1DC-7CB332F92202}" srcId="{EC372A50-AD4A-4525-84F6-DBEA571578B0}" destId="{C3841066-6733-4C38-84B3-3D7C9FCF3F17}" srcOrd="1" destOrd="0" parTransId="{919246FD-BB2A-4CF1-9AC2-52B534AAB4A2}" sibTransId="{01126903-7532-4B5E-B89E-D600357DCB85}"/>
    <dgm:cxn modelId="{97E51590-4650-40CF-A5C4-4DF1A80A3B71}" type="presParOf" srcId="{9D5D5481-F05D-40EB-A2AB-590F130F3F5E}" destId="{335E310C-DE3D-4E30-B879-6FD23C77D4E5}" srcOrd="0" destOrd="0" presId="urn:microsoft.com/office/officeart/2005/8/layout/vList3"/>
    <dgm:cxn modelId="{4A765C2B-7CD8-4436-9C28-F7DED3962C34}" type="presParOf" srcId="{335E310C-DE3D-4E30-B879-6FD23C77D4E5}" destId="{79B92910-7FB9-4DDB-9C78-E2480805FCEF}" srcOrd="0" destOrd="0" presId="urn:microsoft.com/office/officeart/2005/8/layout/vList3"/>
    <dgm:cxn modelId="{59FC649F-51CB-4318-8437-CA5774278E3B}" type="presParOf" srcId="{335E310C-DE3D-4E30-B879-6FD23C77D4E5}" destId="{13B6BF3E-E2A6-4E26-98C7-5EDD3CE23F30}" srcOrd="1" destOrd="0" presId="urn:microsoft.com/office/officeart/2005/8/layout/vList3"/>
    <dgm:cxn modelId="{5208D496-CEFD-419A-AC8A-37B54AAFDC7D}" type="presParOf" srcId="{9D5D5481-F05D-40EB-A2AB-590F130F3F5E}" destId="{7D5861F0-8BBF-4A19-A5AA-D1276B2FCF78}" srcOrd="1" destOrd="0" presId="urn:microsoft.com/office/officeart/2005/8/layout/vList3"/>
    <dgm:cxn modelId="{E6C3A474-337D-4A09-AD83-B17661CAEBC7}" type="presParOf" srcId="{9D5D5481-F05D-40EB-A2AB-590F130F3F5E}" destId="{BE030927-A980-42D4-AD21-A237BC5A7AD8}" srcOrd="2" destOrd="0" presId="urn:microsoft.com/office/officeart/2005/8/layout/vList3"/>
    <dgm:cxn modelId="{283F4ABE-0EAD-4BA7-BA98-2F01547C25F8}" type="presParOf" srcId="{BE030927-A980-42D4-AD21-A237BC5A7AD8}" destId="{F22AC6FD-B1C8-445B-8C3F-CE7133ED054D}" srcOrd="0" destOrd="0" presId="urn:microsoft.com/office/officeart/2005/8/layout/vList3"/>
    <dgm:cxn modelId="{6EE0C5D1-AF59-499E-BC7A-74246586220B}" type="presParOf" srcId="{BE030927-A980-42D4-AD21-A237BC5A7AD8}" destId="{6B634687-3F53-4DF1-A0A9-D1AA4860BE5A}" srcOrd="1" destOrd="0" presId="urn:microsoft.com/office/officeart/2005/8/layout/vList3"/>
    <dgm:cxn modelId="{C9CF9EB0-0F3C-4D9B-B0AC-7E225BE72541}" type="presParOf" srcId="{9D5D5481-F05D-40EB-A2AB-590F130F3F5E}" destId="{8F5A2905-6A99-402F-A15A-8279F0DB08D8}" srcOrd="3" destOrd="0" presId="urn:microsoft.com/office/officeart/2005/8/layout/vList3"/>
    <dgm:cxn modelId="{4545C403-FCA1-4833-A7D6-6D7806EFD9C5}" type="presParOf" srcId="{9D5D5481-F05D-40EB-A2AB-590F130F3F5E}" destId="{A8722E1C-BC6E-4340-B0D6-5BCA37B9F0DF}" srcOrd="4" destOrd="0" presId="urn:microsoft.com/office/officeart/2005/8/layout/vList3"/>
    <dgm:cxn modelId="{17341706-C1B1-4FA8-AA91-7AC0ADCFBB6E}" type="presParOf" srcId="{A8722E1C-BC6E-4340-B0D6-5BCA37B9F0DF}" destId="{3DC119A5-0D9F-4F99-BB2C-5132193B5D97}" srcOrd="0" destOrd="0" presId="urn:microsoft.com/office/officeart/2005/8/layout/vList3"/>
    <dgm:cxn modelId="{DFAB70C6-FCE1-48AF-A0F4-71DA83292A64}" type="presParOf" srcId="{A8722E1C-BC6E-4340-B0D6-5BCA37B9F0DF}" destId="{CA97C92F-78A7-4674-86B0-88B1E4B79B88}" srcOrd="1" destOrd="0" presId="urn:microsoft.com/office/officeart/2005/8/layout/vList3"/>
    <dgm:cxn modelId="{C0BEC7E0-4EE6-45B1-8EA2-74E1E13DB154}" type="presParOf" srcId="{9D5D5481-F05D-40EB-A2AB-590F130F3F5E}" destId="{85F910F9-1F84-4E98-976D-9095ABBDAAA7}" srcOrd="5" destOrd="0" presId="urn:microsoft.com/office/officeart/2005/8/layout/vList3"/>
    <dgm:cxn modelId="{9647AC98-8195-4252-B6F2-12E5561DE5B1}" type="presParOf" srcId="{9D5D5481-F05D-40EB-A2AB-590F130F3F5E}" destId="{43A59825-3647-40F7-9B6F-229641F08D3E}" srcOrd="6" destOrd="0" presId="urn:microsoft.com/office/officeart/2005/8/layout/vList3"/>
    <dgm:cxn modelId="{D3A745A8-8172-4A21-A231-3B89ACE0917B}" type="presParOf" srcId="{43A59825-3647-40F7-9B6F-229641F08D3E}" destId="{49A6E188-08F8-4CDE-B69D-8E8B9985B478}" srcOrd="0" destOrd="0" presId="urn:microsoft.com/office/officeart/2005/8/layout/vList3"/>
    <dgm:cxn modelId="{43E374AB-B092-43ED-A412-E6D27C20B2BC}" type="presParOf" srcId="{43A59825-3647-40F7-9B6F-229641F08D3E}" destId="{C32FD20E-7382-4E6C-B684-709E7D8632B2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2.xml><?xml version="1.0" encoding="utf-8"?>
<dgm:dataModel xmlns:dgm="http://schemas.openxmlformats.org/drawingml/2006/diagram" xmlns:a="http://schemas.openxmlformats.org/drawingml/2006/main">
  <dgm:ptLst>
    <dgm:pt modelId="{36460C1D-9DCF-4108-961E-2D388196CB2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452369C-9A3C-4B64-82DE-E4B09FE44906}">
      <dgm:prSet/>
      <dgm:spPr/>
      <dgm:t>
        <a:bodyPr/>
        <a:lstStyle/>
        <a:p>
          <a:r>
            <a:rPr lang="uk-UA" b="0" i="0"/>
            <a:t>військ Речі Посполитої.</a:t>
          </a:r>
          <a:endParaRPr lang="uk-UA"/>
        </a:p>
      </dgm:t>
    </dgm:pt>
    <dgm:pt modelId="{E717F238-3B97-435E-BE4E-083F0E90F6DB}" type="parTrans" cxnId="{BA04EA91-AFAB-437E-A4AE-44E5A04B2BB9}">
      <dgm:prSet/>
      <dgm:spPr/>
      <dgm:t>
        <a:bodyPr/>
        <a:lstStyle/>
        <a:p>
          <a:endParaRPr lang="uk-UA"/>
        </a:p>
      </dgm:t>
    </dgm:pt>
    <dgm:pt modelId="{CC62D4A9-D4C2-422C-8E69-E3DD38E2FCE7}" type="sibTrans" cxnId="{BA04EA91-AFAB-437E-A4AE-44E5A04B2BB9}">
      <dgm:prSet/>
      <dgm:spPr/>
      <dgm:t>
        <a:bodyPr/>
        <a:lstStyle/>
        <a:p>
          <a:endParaRPr lang="uk-UA"/>
        </a:p>
      </dgm:t>
    </dgm:pt>
    <dgm:pt modelId="{4FDF8192-623A-47B9-999D-4D04D1639190}">
      <dgm:prSet/>
      <dgm:spPr/>
      <dgm:t>
        <a:bodyPr/>
        <a:lstStyle/>
        <a:p>
          <a:r>
            <a:rPr lang="uk-UA" b="0" i="0"/>
            <a:t>армії Османської імперії.</a:t>
          </a:r>
          <a:endParaRPr lang="uk-UA"/>
        </a:p>
      </dgm:t>
    </dgm:pt>
    <dgm:pt modelId="{4FC625F3-6DCB-4CC4-BF86-2F3E24879CDB}" type="parTrans" cxnId="{8E4038B8-B91E-47E2-9725-E74A8D82CECC}">
      <dgm:prSet/>
      <dgm:spPr/>
      <dgm:t>
        <a:bodyPr/>
        <a:lstStyle/>
        <a:p>
          <a:endParaRPr lang="uk-UA"/>
        </a:p>
      </dgm:t>
    </dgm:pt>
    <dgm:pt modelId="{9131D344-3D9F-488F-954B-0E51E758CF72}" type="sibTrans" cxnId="{8E4038B8-B91E-47E2-9725-E74A8D82CECC}">
      <dgm:prSet/>
      <dgm:spPr/>
      <dgm:t>
        <a:bodyPr/>
        <a:lstStyle/>
        <a:p>
          <a:endParaRPr lang="uk-UA"/>
        </a:p>
      </dgm:t>
    </dgm:pt>
    <dgm:pt modelId="{6AADF560-5EA1-475E-89DC-75F71ED8FF6F}">
      <dgm:prSet/>
      <dgm:spPr/>
      <dgm:t>
        <a:bodyPr/>
        <a:lstStyle/>
        <a:p>
          <a:r>
            <a:rPr lang="uk-UA" b="0" i="0"/>
            <a:t>загонів Кримського ханства.</a:t>
          </a:r>
          <a:endParaRPr lang="uk-UA"/>
        </a:p>
      </dgm:t>
    </dgm:pt>
    <dgm:pt modelId="{ACAED63C-519C-418A-89AC-5AF5CF9A124B}" type="parTrans" cxnId="{5333E44E-37BD-40AC-8DB5-C6A9CA51C9CA}">
      <dgm:prSet/>
      <dgm:spPr/>
      <dgm:t>
        <a:bodyPr/>
        <a:lstStyle/>
        <a:p>
          <a:endParaRPr lang="uk-UA"/>
        </a:p>
      </dgm:t>
    </dgm:pt>
    <dgm:pt modelId="{EAD41995-C823-424A-B6AF-5AB5EAB69B28}" type="sibTrans" cxnId="{5333E44E-37BD-40AC-8DB5-C6A9CA51C9CA}">
      <dgm:prSet/>
      <dgm:spPr/>
      <dgm:t>
        <a:bodyPr/>
        <a:lstStyle/>
        <a:p>
          <a:endParaRPr lang="uk-UA"/>
        </a:p>
      </dgm:t>
    </dgm:pt>
    <dgm:pt modelId="{9269A948-5ADF-4D5C-B348-E40F365D0734}">
      <dgm:prSet/>
      <dgm:spPr/>
      <dgm:t>
        <a:bodyPr/>
        <a:lstStyle/>
        <a:p>
          <a:r>
            <a:rPr lang="uk-UA" b="0" i="0"/>
            <a:t>полків Московського царства.</a:t>
          </a:r>
          <a:endParaRPr lang="uk-UA"/>
        </a:p>
      </dgm:t>
    </dgm:pt>
    <dgm:pt modelId="{73F18B6E-197D-4694-8204-0280C9C3C2DD}" type="parTrans" cxnId="{5687AA0C-E647-42B1-8091-DFF6C64AD904}">
      <dgm:prSet/>
      <dgm:spPr/>
      <dgm:t>
        <a:bodyPr/>
        <a:lstStyle/>
        <a:p>
          <a:endParaRPr lang="uk-UA"/>
        </a:p>
      </dgm:t>
    </dgm:pt>
    <dgm:pt modelId="{4AD84CE0-AC21-400E-B997-0280E97B20F6}" type="sibTrans" cxnId="{5687AA0C-E647-42B1-8091-DFF6C64AD904}">
      <dgm:prSet/>
      <dgm:spPr/>
      <dgm:t>
        <a:bodyPr/>
        <a:lstStyle/>
        <a:p>
          <a:endParaRPr lang="uk-UA"/>
        </a:p>
      </dgm:t>
    </dgm:pt>
    <dgm:pt modelId="{DB1A9B91-89DC-435E-9C8F-35F9B776934E}" type="pres">
      <dgm:prSet presAssocID="{36460C1D-9DCF-4108-961E-2D388196CB22}" presName="linear" presStyleCnt="0">
        <dgm:presLayoutVars>
          <dgm:animLvl val="lvl"/>
          <dgm:resizeHandles val="exact"/>
        </dgm:presLayoutVars>
      </dgm:prSet>
      <dgm:spPr/>
    </dgm:pt>
    <dgm:pt modelId="{7CAF4C47-1A51-4BFB-AB0F-F4ECB3BC92C4}" type="pres">
      <dgm:prSet presAssocID="{6452369C-9A3C-4B64-82DE-E4B09FE4490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F805937-4A95-416E-85E6-8658B8618AB6}" type="pres">
      <dgm:prSet presAssocID="{CC62D4A9-D4C2-422C-8E69-E3DD38E2FCE7}" presName="spacer" presStyleCnt="0"/>
      <dgm:spPr/>
    </dgm:pt>
    <dgm:pt modelId="{86418949-FF53-4CD4-AABD-453A0479930A}" type="pres">
      <dgm:prSet presAssocID="{4FDF8192-623A-47B9-999D-4D04D163919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C361E8D-A745-4BE5-907F-F59713E236F4}" type="pres">
      <dgm:prSet presAssocID="{9131D344-3D9F-488F-954B-0E51E758CF72}" presName="spacer" presStyleCnt="0"/>
      <dgm:spPr/>
    </dgm:pt>
    <dgm:pt modelId="{3B027D79-3CFF-4260-8F7E-031C1A201700}" type="pres">
      <dgm:prSet presAssocID="{6AADF560-5EA1-475E-89DC-75F71ED8FF6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755D0E5-0164-4D20-B079-F9F7AC785DDA}" type="pres">
      <dgm:prSet presAssocID="{EAD41995-C823-424A-B6AF-5AB5EAB69B28}" presName="spacer" presStyleCnt="0"/>
      <dgm:spPr/>
    </dgm:pt>
    <dgm:pt modelId="{776D20CA-9AAC-4B6A-A184-A438A1282DE3}" type="pres">
      <dgm:prSet presAssocID="{9269A948-5ADF-4D5C-B348-E40F365D073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687AA0C-E647-42B1-8091-DFF6C64AD904}" srcId="{36460C1D-9DCF-4108-961E-2D388196CB22}" destId="{9269A948-5ADF-4D5C-B348-E40F365D0734}" srcOrd="3" destOrd="0" parTransId="{73F18B6E-197D-4694-8204-0280C9C3C2DD}" sibTransId="{4AD84CE0-AC21-400E-B997-0280E97B20F6}"/>
    <dgm:cxn modelId="{49573A44-8E95-4ABD-ADE2-E5CB0F7BDB87}" type="presOf" srcId="{36460C1D-9DCF-4108-961E-2D388196CB22}" destId="{DB1A9B91-89DC-435E-9C8F-35F9B776934E}" srcOrd="0" destOrd="0" presId="urn:microsoft.com/office/officeart/2005/8/layout/vList2"/>
    <dgm:cxn modelId="{5333E44E-37BD-40AC-8DB5-C6A9CA51C9CA}" srcId="{36460C1D-9DCF-4108-961E-2D388196CB22}" destId="{6AADF560-5EA1-475E-89DC-75F71ED8FF6F}" srcOrd="2" destOrd="0" parTransId="{ACAED63C-519C-418A-89AC-5AF5CF9A124B}" sibTransId="{EAD41995-C823-424A-B6AF-5AB5EAB69B28}"/>
    <dgm:cxn modelId="{9EEF6975-5007-47C3-8F1B-7541B2C1F0E7}" type="presOf" srcId="{4FDF8192-623A-47B9-999D-4D04D1639190}" destId="{86418949-FF53-4CD4-AABD-453A0479930A}" srcOrd="0" destOrd="0" presId="urn:microsoft.com/office/officeart/2005/8/layout/vList2"/>
    <dgm:cxn modelId="{BA04EA91-AFAB-437E-A4AE-44E5A04B2BB9}" srcId="{36460C1D-9DCF-4108-961E-2D388196CB22}" destId="{6452369C-9A3C-4B64-82DE-E4B09FE44906}" srcOrd="0" destOrd="0" parTransId="{E717F238-3B97-435E-BE4E-083F0E90F6DB}" sibTransId="{CC62D4A9-D4C2-422C-8E69-E3DD38E2FCE7}"/>
    <dgm:cxn modelId="{B08ACD92-6D9C-44C7-97F1-51AF24989A3A}" type="presOf" srcId="{9269A948-5ADF-4D5C-B348-E40F365D0734}" destId="{776D20CA-9AAC-4B6A-A184-A438A1282DE3}" srcOrd="0" destOrd="0" presId="urn:microsoft.com/office/officeart/2005/8/layout/vList2"/>
    <dgm:cxn modelId="{ECBD96A3-1DC6-4DE4-82E3-D119D3278B7A}" type="presOf" srcId="{6452369C-9A3C-4B64-82DE-E4B09FE44906}" destId="{7CAF4C47-1A51-4BFB-AB0F-F4ECB3BC92C4}" srcOrd="0" destOrd="0" presId="urn:microsoft.com/office/officeart/2005/8/layout/vList2"/>
    <dgm:cxn modelId="{8E4038B8-B91E-47E2-9725-E74A8D82CECC}" srcId="{36460C1D-9DCF-4108-961E-2D388196CB22}" destId="{4FDF8192-623A-47B9-999D-4D04D1639190}" srcOrd="1" destOrd="0" parTransId="{4FC625F3-6DCB-4CC4-BF86-2F3E24879CDB}" sibTransId="{9131D344-3D9F-488F-954B-0E51E758CF72}"/>
    <dgm:cxn modelId="{A37C55E3-26DD-45D2-A208-8F1896BC1280}" type="presOf" srcId="{6AADF560-5EA1-475E-89DC-75F71ED8FF6F}" destId="{3B027D79-3CFF-4260-8F7E-031C1A201700}" srcOrd="0" destOrd="0" presId="urn:microsoft.com/office/officeart/2005/8/layout/vList2"/>
    <dgm:cxn modelId="{AFBA8BCB-12F8-448C-AFB3-A4C1A1D4EDA0}" type="presParOf" srcId="{DB1A9B91-89DC-435E-9C8F-35F9B776934E}" destId="{7CAF4C47-1A51-4BFB-AB0F-F4ECB3BC92C4}" srcOrd="0" destOrd="0" presId="urn:microsoft.com/office/officeart/2005/8/layout/vList2"/>
    <dgm:cxn modelId="{F74AB5E4-ACAB-4DDF-AFC9-73C3FE0F61F4}" type="presParOf" srcId="{DB1A9B91-89DC-435E-9C8F-35F9B776934E}" destId="{4F805937-4A95-416E-85E6-8658B8618AB6}" srcOrd="1" destOrd="0" presId="urn:microsoft.com/office/officeart/2005/8/layout/vList2"/>
    <dgm:cxn modelId="{4CB9FBC5-65EF-4DFC-9A6C-CACACB198B38}" type="presParOf" srcId="{DB1A9B91-89DC-435E-9C8F-35F9B776934E}" destId="{86418949-FF53-4CD4-AABD-453A0479930A}" srcOrd="2" destOrd="0" presId="urn:microsoft.com/office/officeart/2005/8/layout/vList2"/>
    <dgm:cxn modelId="{669C12B3-39F3-4916-95E7-5913272861C6}" type="presParOf" srcId="{DB1A9B91-89DC-435E-9C8F-35F9B776934E}" destId="{9C361E8D-A745-4BE5-907F-F59713E236F4}" srcOrd="3" destOrd="0" presId="urn:microsoft.com/office/officeart/2005/8/layout/vList2"/>
    <dgm:cxn modelId="{0825CF4B-AEDB-4036-927E-46776C728962}" type="presParOf" srcId="{DB1A9B91-89DC-435E-9C8F-35F9B776934E}" destId="{3B027D79-3CFF-4260-8F7E-031C1A201700}" srcOrd="4" destOrd="0" presId="urn:microsoft.com/office/officeart/2005/8/layout/vList2"/>
    <dgm:cxn modelId="{D8724D74-968E-4D37-8733-655D21E4640D}" type="presParOf" srcId="{DB1A9B91-89DC-435E-9C8F-35F9B776934E}" destId="{B755D0E5-0164-4D20-B079-F9F7AC785DDA}" srcOrd="5" destOrd="0" presId="urn:microsoft.com/office/officeart/2005/8/layout/vList2"/>
    <dgm:cxn modelId="{A8B88961-12FD-49CD-96DB-B8CEE910DC55}" type="presParOf" srcId="{DB1A9B91-89DC-435E-9C8F-35F9B776934E}" destId="{776D20CA-9AAC-4B6A-A184-A438A1282DE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3.xml><?xml version="1.0" encoding="utf-8"?>
<dgm:dataModel xmlns:dgm="http://schemas.openxmlformats.org/drawingml/2006/diagram" xmlns:a="http://schemas.openxmlformats.org/drawingml/2006/main">
  <dgm:ptLst>
    <dgm:pt modelId="{E77960D3-8FD1-4ACD-AA63-8A11EB6931C7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D70DD87-4FB7-44C0-9A62-7494B0C962BF}">
      <dgm:prSet/>
      <dgm:spPr/>
      <dgm:t>
        <a:bodyPr/>
        <a:lstStyle/>
        <a:p>
          <a:r>
            <a:rPr lang="uk-UA" b="0" i="0" dirty="0"/>
            <a:t>Від початку </a:t>
          </a:r>
          <a:r>
            <a:rPr lang="uk-UA" b="0" i="0" dirty="0" err="1"/>
            <a:t>збройного</a:t>
          </a:r>
          <a:r>
            <a:rPr lang="uk-UA" b="0" i="0" dirty="0"/>
            <a:t> виступу до Зборівського договору.</a:t>
          </a:r>
          <a:endParaRPr lang="uk-UA" dirty="0"/>
        </a:p>
      </dgm:t>
    </dgm:pt>
    <dgm:pt modelId="{24EE8C5D-53A1-4C17-966F-5C64CB6A08BF}" type="parTrans" cxnId="{013E5B0E-A45C-4836-A63D-E01B5E3DD999}">
      <dgm:prSet/>
      <dgm:spPr/>
      <dgm:t>
        <a:bodyPr/>
        <a:lstStyle/>
        <a:p>
          <a:endParaRPr lang="uk-UA"/>
        </a:p>
      </dgm:t>
    </dgm:pt>
    <dgm:pt modelId="{1A3ECEC0-8525-4286-B810-7FD023E29868}" type="sibTrans" cxnId="{013E5B0E-A45C-4836-A63D-E01B5E3DD999}">
      <dgm:prSet/>
      <dgm:spPr/>
      <dgm:t>
        <a:bodyPr/>
        <a:lstStyle/>
        <a:p>
          <a:endParaRPr lang="uk-UA"/>
        </a:p>
      </dgm:t>
    </dgm:pt>
    <dgm:pt modelId="{7F87E427-9F83-44ED-8E36-E93248363C3C}">
      <dgm:prSet/>
      <dgm:spPr/>
      <dgm:t>
        <a:bodyPr/>
        <a:lstStyle/>
        <a:p>
          <a:r>
            <a:rPr lang="uk-UA" b="0" i="0"/>
            <a:t>Від Зборівського до Білоцерківського договору.</a:t>
          </a:r>
          <a:endParaRPr lang="uk-UA"/>
        </a:p>
      </dgm:t>
    </dgm:pt>
    <dgm:pt modelId="{78841BFC-B682-488A-B121-020F6A3F3397}" type="parTrans" cxnId="{6B99AF3B-5478-465E-9F69-3C8998B2FDB7}">
      <dgm:prSet/>
      <dgm:spPr/>
      <dgm:t>
        <a:bodyPr/>
        <a:lstStyle/>
        <a:p>
          <a:endParaRPr lang="uk-UA"/>
        </a:p>
      </dgm:t>
    </dgm:pt>
    <dgm:pt modelId="{EAD807AE-3DD6-4751-96A3-4B4C495D9E03}" type="sibTrans" cxnId="{6B99AF3B-5478-465E-9F69-3C8998B2FDB7}">
      <dgm:prSet/>
      <dgm:spPr/>
      <dgm:t>
        <a:bodyPr/>
        <a:lstStyle/>
        <a:p>
          <a:endParaRPr lang="uk-UA"/>
        </a:p>
      </dgm:t>
    </dgm:pt>
    <dgm:pt modelId="{D2C7139F-0635-4A5D-9E56-6A4DFE78702A}">
      <dgm:prSet/>
      <dgm:spPr/>
      <dgm:t>
        <a:bodyPr/>
        <a:lstStyle/>
        <a:p>
          <a:r>
            <a:rPr lang="uk-UA" b="0" i="0"/>
            <a:t>Від Білоцерківського договору до Переяславської ради.</a:t>
          </a:r>
          <a:endParaRPr lang="uk-UA"/>
        </a:p>
      </dgm:t>
    </dgm:pt>
    <dgm:pt modelId="{7A85DFF6-1862-427D-A652-275E3ED6D9F4}" type="parTrans" cxnId="{1E56D391-13C8-4A7F-8F58-AB6DB9F47B28}">
      <dgm:prSet/>
      <dgm:spPr/>
      <dgm:t>
        <a:bodyPr/>
        <a:lstStyle/>
        <a:p>
          <a:endParaRPr lang="uk-UA"/>
        </a:p>
      </dgm:t>
    </dgm:pt>
    <dgm:pt modelId="{FC9C5674-92C1-43A3-9F50-2DD3C04E753D}" type="sibTrans" cxnId="{1E56D391-13C8-4A7F-8F58-AB6DB9F47B28}">
      <dgm:prSet/>
      <dgm:spPr/>
      <dgm:t>
        <a:bodyPr/>
        <a:lstStyle/>
        <a:p>
          <a:endParaRPr lang="uk-UA"/>
        </a:p>
      </dgm:t>
    </dgm:pt>
    <dgm:pt modelId="{E8757074-00A3-461F-B232-90378A5F9466}">
      <dgm:prSet/>
      <dgm:spPr/>
      <dgm:t>
        <a:bodyPr/>
        <a:lstStyle/>
        <a:p>
          <a:r>
            <a:rPr lang="uk-UA" b="0" i="0"/>
            <a:t>Від Переяславської ради до Віленського перемир’я.</a:t>
          </a:r>
          <a:endParaRPr lang="uk-UA"/>
        </a:p>
      </dgm:t>
    </dgm:pt>
    <dgm:pt modelId="{A06D16D2-CA7E-4911-969A-15F41CEC3FC6}" type="parTrans" cxnId="{E901AD80-07E5-40D6-A462-A7060FD18BE4}">
      <dgm:prSet/>
      <dgm:spPr/>
      <dgm:t>
        <a:bodyPr/>
        <a:lstStyle/>
        <a:p>
          <a:endParaRPr lang="uk-UA"/>
        </a:p>
      </dgm:t>
    </dgm:pt>
    <dgm:pt modelId="{782FBFBC-361D-48AC-A81C-B908C066742A}" type="sibTrans" cxnId="{E901AD80-07E5-40D6-A462-A7060FD18BE4}">
      <dgm:prSet/>
      <dgm:spPr/>
      <dgm:t>
        <a:bodyPr/>
        <a:lstStyle/>
        <a:p>
          <a:endParaRPr lang="uk-UA"/>
        </a:p>
      </dgm:t>
    </dgm:pt>
    <dgm:pt modelId="{C59DBAD0-3526-4A5A-95E9-FCDF32AB2873}" type="pres">
      <dgm:prSet presAssocID="{E77960D3-8FD1-4ACD-AA63-8A11EB6931C7}" presName="linearFlow" presStyleCnt="0">
        <dgm:presLayoutVars>
          <dgm:dir/>
          <dgm:resizeHandles val="exact"/>
        </dgm:presLayoutVars>
      </dgm:prSet>
      <dgm:spPr/>
    </dgm:pt>
    <dgm:pt modelId="{00B7F865-6949-4043-87B5-052558F302AE}" type="pres">
      <dgm:prSet presAssocID="{9D70DD87-4FB7-44C0-9A62-7494B0C962BF}" presName="composite" presStyleCnt="0"/>
      <dgm:spPr/>
    </dgm:pt>
    <dgm:pt modelId="{1EFDF617-6DCD-4680-B292-6475797530C0}" type="pres">
      <dgm:prSet presAssocID="{9D70DD87-4FB7-44C0-9A62-7494B0C962BF}" presName="imgShp" presStyleLbl="fgImgPlace1" presStyleIdx="0" presStyleCnt="4"/>
      <dgm:spPr/>
    </dgm:pt>
    <dgm:pt modelId="{41EA3C29-6963-4D48-A093-2C8B4DD5906A}" type="pres">
      <dgm:prSet presAssocID="{9D70DD87-4FB7-44C0-9A62-7494B0C962BF}" presName="txShp" presStyleLbl="node1" presStyleIdx="0" presStyleCnt="4">
        <dgm:presLayoutVars>
          <dgm:bulletEnabled val="1"/>
        </dgm:presLayoutVars>
      </dgm:prSet>
      <dgm:spPr/>
    </dgm:pt>
    <dgm:pt modelId="{4103FA38-A12B-4DF0-9B6F-A15C831A50A7}" type="pres">
      <dgm:prSet presAssocID="{1A3ECEC0-8525-4286-B810-7FD023E29868}" presName="spacing" presStyleCnt="0"/>
      <dgm:spPr/>
    </dgm:pt>
    <dgm:pt modelId="{485396CB-3D58-4E41-9BAC-FB8DE9F3BC99}" type="pres">
      <dgm:prSet presAssocID="{7F87E427-9F83-44ED-8E36-E93248363C3C}" presName="composite" presStyleCnt="0"/>
      <dgm:spPr/>
    </dgm:pt>
    <dgm:pt modelId="{E49AB48D-07AC-405C-9F35-06BA9EFF3544}" type="pres">
      <dgm:prSet presAssocID="{7F87E427-9F83-44ED-8E36-E93248363C3C}" presName="imgShp" presStyleLbl="fgImgPlace1" presStyleIdx="1" presStyleCnt="4"/>
      <dgm:spPr/>
    </dgm:pt>
    <dgm:pt modelId="{A1042F6D-8E65-44B2-90A2-5C387376DDA0}" type="pres">
      <dgm:prSet presAssocID="{7F87E427-9F83-44ED-8E36-E93248363C3C}" presName="txShp" presStyleLbl="node1" presStyleIdx="1" presStyleCnt="4">
        <dgm:presLayoutVars>
          <dgm:bulletEnabled val="1"/>
        </dgm:presLayoutVars>
      </dgm:prSet>
      <dgm:spPr/>
    </dgm:pt>
    <dgm:pt modelId="{10D9E791-6151-4C30-83F3-2A864F39F30D}" type="pres">
      <dgm:prSet presAssocID="{EAD807AE-3DD6-4751-96A3-4B4C495D9E03}" presName="spacing" presStyleCnt="0"/>
      <dgm:spPr/>
    </dgm:pt>
    <dgm:pt modelId="{DB4F7C66-4682-499B-B769-BDC3F49490B0}" type="pres">
      <dgm:prSet presAssocID="{D2C7139F-0635-4A5D-9E56-6A4DFE78702A}" presName="composite" presStyleCnt="0"/>
      <dgm:spPr/>
    </dgm:pt>
    <dgm:pt modelId="{F6CFB05B-EF96-4447-B226-1875DC3AED02}" type="pres">
      <dgm:prSet presAssocID="{D2C7139F-0635-4A5D-9E56-6A4DFE78702A}" presName="imgShp" presStyleLbl="fgImgPlace1" presStyleIdx="2" presStyleCnt="4"/>
      <dgm:spPr/>
    </dgm:pt>
    <dgm:pt modelId="{60312578-EC2B-46A6-A1CA-B3CE2D5F2A37}" type="pres">
      <dgm:prSet presAssocID="{D2C7139F-0635-4A5D-9E56-6A4DFE78702A}" presName="txShp" presStyleLbl="node1" presStyleIdx="2" presStyleCnt="4">
        <dgm:presLayoutVars>
          <dgm:bulletEnabled val="1"/>
        </dgm:presLayoutVars>
      </dgm:prSet>
      <dgm:spPr/>
    </dgm:pt>
    <dgm:pt modelId="{AE4C647F-81C4-433E-A9F7-1F876DA99B3B}" type="pres">
      <dgm:prSet presAssocID="{FC9C5674-92C1-43A3-9F50-2DD3C04E753D}" presName="spacing" presStyleCnt="0"/>
      <dgm:spPr/>
    </dgm:pt>
    <dgm:pt modelId="{D91CA57C-8DE5-451A-AA03-B88CEE2CFA39}" type="pres">
      <dgm:prSet presAssocID="{E8757074-00A3-461F-B232-90378A5F9466}" presName="composite" presStyleCnt="0"/>
      <dgm:spPr/>
    </dgm:pt>
    <dgm:pt modelId="{ADF60D70-EE0E-4AB8-973B-5423F7D8138C}" type="pres">
      <dgm:prSet presAssocID="{E8757074-00A3-461F-B232-90378A5F9466}" presName="imgShp" presStyleLbl="fgImgPlace1" presStyleIdx="3" presStyleCnt="4"/>
      <dgm:spPr/>
    </dgm:pt>
    <dgm:pt modelId="{667738CA-39E7-4B4F-A661-8967A8ECE6B7}" type="pres">
      <dgm:prSet presAssocID="{E8757074-00A3-461F-B232-90378A5F9466}" presName="txShp" presStyleLbl="node1" presStyleIdx="3" presStyleCnt="4">
        <dgm:presLayoutVars>
          <dgm:bulletEnabled val="1"/>
        </dgm:presLayoutVars>
      </dgm:prSet>
      <dgm:spPr/>
    </dgm:pt>
  </dgm:ptLst>
  <dgm:cxnLst>
    <dgm:cxn modelId="{013E5B0E-A45C-4836-A63D-E01B5E3DD999}" srcId="{E77960D3-8FD1-4ACD-AA63-8A11EB6931C7}" destId="{9D70DD87-4FB7-44C0-9A62-7494B0C962BF}" srcOrd="0" destOrd="0" parTransId="{24EE8C5D-53A1-4C17-966F-5C64CB6A08BF}" sibTransId="{1A3ECEC0-8525-4286-B810-7FD023E29868}"/>
    <dgm:cxn modelId="{6B99AF3B-5478-465E-9F69-3C8998B2FDB7}" srcId="{E77960D3-8FD1-4ACD-AA63-8A11EB6931C7}" destId="{7F87E427-9F83-44ED-8E36-E93248363C3C}" srcOrd="1" destOrd="0" parTransId="{78841BFC-B682-488A-B121-020F6A3F3397}" sibTransId="{EAD807AE-3DD6-4751-96A3-4B4C495D9E03}"/>
    <dgm:cxn modelId="{E901AD80-07E5-40D6-A462-A7060FD18BE4}" srcId="{E77960D3-8FD1-4ACD-AA63-8A11EB6931C7}" destId="{E8757074-00A3-461F-B232-90378A5F9466}" srcOrd="3" destOrd="0" parTransId="{A06D16D2-CA7E-4911-969A-15F41CEC3FC6}" sibTransId="{782FBFBC-361D-48AC-A81C-B908C066742A}"/>
    <dgm:cxn modelId="{73C4DE84-32D1-4135-8329-37E6BD7F88A9}" type="presOf" srcId="{9D70DD87-4FB7-44C0-9A62-7494B0C962BF}" destId="{41EA3C29-6963-4D48-A093-2C8B4DD5906A}" srcOrd="0" destOrd="0" presId="urn:microsoft.com/office/officeart/2005/8/layout/vList3"/>
    <dgm:cxn modelId="{A4D46C8D-20B0-4F6A-BE4E-5A076C480E50}" type="presOf" srcId="{D2C7139F-0635-4A5D-9E56-6A4DFE78702A}" destId="{60312578-EC2B-46A6-A1CA-B3CE2D5F2A37}" srcOrd="0" destOrd="0" presId="urn:microsoft.com/office/officeart/2005/8/layout/vList3"/>
    <dgm:cxn modelId="{1E56D391-13C8-4A7F-8F58-AB6DB9F47B28}" srcId="{E77960D3-8FD1-4ACD-AA63-8A11EB6931C7}" destId="{D2C7139F-0635-4A5D-9E56-6A4DFE78702A}" srcOrd="2" destOrd="0" parTransId="{7A85DFF6-1862-427D-A652-275E3ED6D9F4}" sibTransId="{FC9C5674-92C1-43A3-9F50-2DD3C04E753D}"/>
    <dgm:cxn modelId="{4691DC9F-6F48-4A49-98DA-968C4805D996}" type="presOf" srcId="{E77960D3-8FD1-4ACD-AA63-8A11EB6931C7}" destId="{C59DBAD0-3526-4A5A-95E9-FCDF32AB2873}" srcOrd="0" destOrd="0" presId="urn:microsoft.com/office/officeart/2005/8/layout/vList3"/>
    <dgm:cxn modelId="{0CB011BC-D4F4-49FB-9282-A7AA6B9020D4}" type="presOf" srcId="{7F87E427-9F83-44ED-8E36-E93248363C3C}" destId="{A1042F6D-8E65-44B2-90A2-5C387376DDA0}" srcOrd="0" destOrd="0" presId="urn:microsoft.com/office/officeart/2005/8/layout/vList3"/>
    <dgm:cxn modelId="{625DB9C5-B56F-4524-97A2-A777F6345B9C}" type="presOf" srcId="{E8757074-00A3-461F-B232-90378A5F9466}" destId="{667738CA-39E7-4B4F-A661-8967A8ECE6B7}" srcOrd="0" destOrd="0" presId="urn:microsoft.com/office/officeart/2005/8/layout/vList3"/>
    <dgm:cxn modelId="{EA36BC92-29BB-4151-916C-FEE4CFB5CFE7}" type="presParOf" srcId="{C59DBAD0-3526-4A5A-95E9-FCDF32AB2873}" destId="{00B7F865-6949-4043-87B5-052558F302AE}" srcOrd="0" destOrd="0" presId="urn:microsoft.com/office/officeart/2005/8/layout/vList3"/>
    <dgm:cxn modelId="{9D79FD8D-DC22-4CB7-83D5-77F4BEC9DD0D}" type="presParOf" srcId="{00B7F865-6949-4043-87B5-052558F302AE}" destId="{1EFDF617-6DCD-4680-B292-6475797530C0}" srcOrd="0" destOrd="0" presId="urn:microsoft.com/office/officeart/2005/8/layout/vList3"/>
    <dgm:cxn modelId="{33FF4086-083C-4223-8990-9FD4807672A2}" type="presParOf" srcId="{00B7F865-6949-4043-87B5-052558F302AE}" destId="{41EA3C29-6963-4D48-A093-2C8B4DD5906A}" srcOrd="1" destOrd="0" presId="urn:microsoft.com/office/officeart/2005/8/layout/vList3"/>
    <dgm:cxn modelId="{B43829BD-2D4E-4D6F-AD3A-69F4DF00C420}" type="presParOf" srcId="{C59DBAD0-3526-4A5A-95E9-FCDF32AB2873}" destId="{4103FA38-A12B-4DF0-9B6F-A15C831A50A7}" srcOrd="1" destOrd="0" presId="urn:microsoft.com/office/officeart/2005/8/layout/vList3"/>
    <dgm:cxn modelId="{DBD14F80-936A-49F9-A417-24CD90EA32C3}" type="presParOf" srcId="{C59DBAD0-3526-4A5A-95E9-FCDF32AB2873}" destId="{485396CB-3D58-4E41-9BAC-FB8DE9F3BC99}" srcOrd="2" destOrd="0" presId="urn:microsoft.com/office/officeart/2005/8/layout/vList3"/>
    <dgm:cxn modelId="{8899EDE9-2C6C-4B7E-B011-BCD65613381D}" type="presParOf" srcId="{485396CB-3D58-4E41-9BAC-FB8DE9F3BC99}" destId="{E49AB48D-07AC-405C-9F35-06BA9EFF3544}" srcOrd="0" destOrd="0" presId="urn:microsoft.com/office/officeart/2005/8/layout/vList3"/>
    <dgm:cxn modelId="{911DD26B-1039-4DEC-9DF0-0F2D648AD961}" type="presParOf" srcId="{485396CB-3D58-4E41-9BAC-FB8DE9F3BC99}" destId="{A1042F6D-8E65-44B2-90A2-5C387376DDA0}" srcOrd="1" destOrd="0" presId="urn:microsoft.com/office/officeart/2005/8/layout/vList3"/>
    <dgm:cxn modelId="{2E91F264-1F11-4332-BA7A-ED34BD74BE75}" type="presParOf" srcId="{C59DBAD0-3526-4A5A-95E9-FCDF32AB2873}" destId="{10D9E791-6151-4C30-83F3-2A864F39F30D}" srcOrd="3" destOrd="0" presId="urn:microsoft.com/office/officeart/2005/8/layout/vList3"/>
    <dgm:cxn modelId="{DE1C05F9-22CE-4341-BE5B-CE8977FA4F36}" type="presParOf" srcId="{C59DBAD0-3526-4A5A-95E9-FCDF32AB2873}" destId="{DB4F7C66-4682-499B-B769-BDC3F49490B0}" srcOrd="4" destOrd="0" presId="urn:microsoft.com/office/officeart/2005/8/layout/vList3"/>
    <dgm:cxn modelId="{7D9DDC14-3E98-4EB3-B48D-187C5E5A267A}" type="presParOf" srcId="{DB4F7C66-4682-499B-B769-BDC3F49490B0}" destId="{F6CFB05B-EF96-4447-B226-1875DC3AED02}" srcOrd="0" destOrd="0" presId="urn:microsoft.com/office/officeart/2005/8/layout/vList3"/>
    <dgm:cxn modelId="{F7353C82-A2C2-4F54-A2D0-312F23211CA6}" type="presParOf" srcId="{DB4F7C66-4682-499B-B769-BDC3F49490B0}" destId="{60312578-EC2B-46A6-A1CA-B3CE2D5F2A37}" srcOrd="1" destOrd="0" presId="urn:microsoft.com/office/officeart/2005/8/layout/vList3"/>
    <dgm:cxn modelId="{30D5097A-6149-44A5-9B50-5C73E9058CC5}" type="presParOf" srcId="{C59DBAD0-3526-4A5A-95E9-FCDF32AB2873}" destId="{AE4C647F-81C4-433E-A9F7-1F876DA99B3B}" srcOrd="5" destOrd="0" presId="urn:microsoft.com/office/officeart/2005/8/layout/vList3"/>
    <dgm:cxn modelId="{5C11671A-C932-4D46-8818-C30E19ECEE3E}" type="presParOf" srcId="{C59DBAD0-3526-4A5A-95E9-FCDF32AB2873}" destId="{D91CA57C-8DE5-451A-AA03-B88CEE2CFA39}" srcOrd="6" destOrd="0" presId="urn:microsoft.com/office/officeart/2005/8/layout/vList3"/>
    <dgm:cxn modelId="{0DCB8C20-8C60-4CAD-9AAA-6F7B87A29F87}" type="presParOf" srcId="{D91CA57C-8DE5-451A-AA03-B88CEE2CFA39}" destId="{ADF60D70-EE0E-4AB8-973B-5423F7D8138C}" srcOrd="0" destOrd="0" presId="urn:microsoft.com/office/officeart/2005/8/layout/vList3"/>
    <dgm:cxn modelId="{DB54B829-79B1-44B2-B6CE-750381F8E356}" type="presParOf" srcId="{D91CA57C-8DE5-451A-AA03-B88CEE2CFA39}" destId="{667738CA-39E7-4B4F-A661-8967A8ECE6B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4.xml><?xml version="1.0" encoding="utf-8"?>
<dgm:dataModel xmlns:dgm="http://schemas.openxmlformats.org/drawingml/2006/diagram" xmlns:a="http://schemas.openxmlformats.org/drawingml/2006/main">
  <dgm:ptLst>
    <dgm:pt modelId="{E77960D3-8FD1-4ACD-AA63-8A11EB6931C7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9D70DD87-4FB7-44C0-9A62-7494B0C962BF}">
      <dgm:prSet/>
      <dgm:spPr>
        <a:solidFill>
          <a:srgbClr val="0070C0"/>
        </a:solidFill>
      </dgm:spPr>
      <dgm:t>
        <a:bodyPr/>
        <a:lstStyle/>
        <a:p>
          <a:r>
            <a:rPr lang="uk-UA" b="0" i="0" dirty="0"/>
            <a:t>Від початку </a:t>
          </a:r>
          <a:r>
            <a:rPr lang="uk-UA" b="0" i="0" dirty="0" err="1"/>
            <a:t>збройного</a:t>
          </a:r>
          <a:r>
            <a:rPr lang="uk-UA" b="0" i="0"/>
            <a:t> виступу до Зборівського договору.</a:t>
          </a:r>
          <a:endParaRPr lang="uk-UA"/>
        </a:p>
      </dgm:t>
    </dgm:pt>
    <dgm:pt modelId="{24EE8C5D-53A1-4C17-966F-5C64CB6A08BF}" type="parTrans" cxnId="{013E5B0E-A45C-4836-A63D-E01B5E3DD999}">
      <dgm:prSet/>
      <dgm:spPr/>
      <dgm:t>
        <a:bodyPr/>
        <a:lstStyle/>
        <a:p>
          <a:endParaRPr lang="uk-UA"/>
        </a:p>
      </dgm:t>
    </dgm:pt>
    <dgm:pt modelId="{1A3ECEC0-8525-4286-B810-7FD023E29868}" type="sibTrans" cxnId="{013E5B0E-A45C-4836-A63D-E01B5E3DD999}">
      <dgm:prSet/>
      <dgm:spPr/>
      <dgm:t>
        <a:bodyPr/>
        <a:lstStyle/>
        <a:p>
          <a:endParaRPr lang="uk-UA"/>
        </a:p>
      </dgm:t>
    </dgm:pt>
    <dgm:pt modelId="{7F87E427-9F83-44ED-8E36-E93248363C3C}">
      <dgm:prSet/>
      <dgm:spPr/>
      <dgm:t>
        <a:bodyPr/>
        <a:lstStyle/>
        <a:p>
          <a:r>
            <a:rPr lang="uk-UA" b="0" i="0"/>
            <a:t>Від Зборівського до Білоцерківського договору.</a:t>
          </a:r>
          <a:endParaRPr lang="uk-UA"/>
        </a:p>
      </dgm:t>
    </dgm:pt>
    <dgm:pt modelId="{78841BFC-B682-488A-B121-020F6A3F3397}" type="parTrans" cxnId="{6B99AF3B-5478-465E-9F69-3C8998B2FDB7}">
      <dgm:prSet/>
      <dgm:spPr/>
      <dgm:t>
        <a:bodyPr/>
        <a:lstStyle/>
        <a:p>
          <a:endParaRPr lang="uk-UA"/>
        </a:p>
      </dgm:t>
    </dgm:pt>
    <dgm:pt modelId="{EAD807AE-3DD6-4751-96A3-4B4C495D9E03}" type="sibTrans" cxnId="{6B99AF3B-5478-465E-9F69-3C8998B2FDB7}">
      <dgm:prSet/>
      <dgm:spPr/>
      <dgm:t>
        <a:bodyPr/>
        <a:lstStyle/>
        <a:p>
          <a:endParaRPr lang="uk-UA"/>
        </a:p>
      </dgm:t>
    </dgm:pt>
    <dgm:pt modelId="{D2C7139F-0635-4A5D-9E56-6A4DFE78702A}">
      <dgm:prSet/>
      <dgm:spPr/>
      <dgm:t>
        <a:bodyPr/>
        <a:lstStyle/>
        <a:p>
          <a:r>
            <a:rPr lang="uk-UA" b="0" i="0"/>
            <a:t>Від Білоцерківського договору до Переяславської ради.</a:t>
          </a:r>
          <a:endParaRPr lang="uk-UA"/>
        </a:p>
      </dgm:t>
    </dgm:pt>
    <dgm:pt modelId="{7A85DFF6-1862-427D-A652-275E3ED6D9F4}" type="parTrans" cxnId="{1E56D391-13C8-4A7F-8F58-AB6DB9F47B28}">
      <dgm:prSet/>
      <dgm:spPr/>
      <dgm:t>
        <a:bodyPr/>
        <a:lstStyle/>
        <a:p>
          <a:endParaRPr lang="uk-UA"/>
        </a:p>
      </dgm:t>
    </dgm:pt>
    <dgm:pt modelId="{FC9C5674-92C1-43A3-9F50-2DD3C04E753D}" type="sibTrans" cxnId="{1E56D391-13C8-4A7F-8F58-AB6DB9F47B28}">
      <dgm:prSet/>
      <dgm:spPr/>
      <dgm:t>
        <a:bodyPr/>
        <a:lstStyle/>
        <a:p>
          <a:endParaRPr lang="uk-UA"/>
        </a:p>
      </dgm:t>
    </dgm:pt>
    <dgm:pt modelId="{E8757074-00A3-461F-B232-90378A5F9466}">
      <dgm:prSet/>
      <dgm:spPr/>
      <dgm:t>
        <a:bodyPr/>
        <a:lstStyle/>
        <a:p>
          <a:r>
            <a:rPr lang="uk-UA" b="0" i="0"/>
            <a:t>Від Переяславської ради до Віленського перемир’я.</a:t>
          </a:r>
          <a:endParaRPr lang="uk-UA"/>
        </a:p>
      </dgm:t>
    </dgm:pt>
    <dgm:pt modelId="{A06D16D2-CA7E-4911-969A-15F41CEC3FC6}" type="parTrans" cxnId="{E901AD80-07E5-40D6-A462-A7060FD18BE4}">
      <dgm:prSet/>
      <dgm:spPr/>
      <dgm:t>
        <a:bodyPr/>
        <a:lstStyle/>
        <a:p>
          <a:endParaRPr lang="uk-UA"/>
        </a:p>
      </dgm:t>
    </dgm:pt>
    <dgm:pt modelId="{782FBFBC-361D-48AC-A81C-B908C066742A}" type="sibTrans" cxnId="{E901AD80-07E5-40D6-A462-A7060FD18BE4}">
      <dgm:prSet/>
      <dgm:spPr/>
      <dgm:t>
        <a:bodyPr/>
        <a:lstStyle/>
        <a:p>
          <a:endParaRPr lang="uk-UA"/>
        </a:p>
      </dgm:t>
    </dgm:pt>
    <dgm:pt modelId="{C59DBAD0-3526-4A5A-95E9-FCDF32AB2873}" type="pres">
      <dgm:prSet presAssocID="{E77960D3-8FD1-4ACD-AA63-8A11EB6931C7}" presName="linearFlow" presStyleCnt="0">
        <dgm:presLayoutVars>
          <dgm:dir/>
          <dgm:resizeHandles val="exact"/>
        </dgm:presLayoutVars>
      </dgm:prSet>
      <dgm:spPr/>
    </dgm:pt>
    <dgm:pt modelId="{00B7F865-6949-4043-87B5-052558F302AE}" type="pres">
      <dgm:prSet presAssocID="{9D70DD87-4FB7-44C0-9A62-7494B0C962BF}" presName="composite" presStyleCnt="0"/>
      <dgm:spPr/>
    </dgm:pt>
    <dgm:pt modelId="{1EFDF617-6DCD-4680-B292-6475797530C0}" type="pres">
      <dgm:prSet presAssocID="{9D70DD87-4FB7-44C0-9A62-7494B0C962BF}" presName="imgShp" presStyleLbl="fgImgPlace1" presStyleIdx="0" presStyleCnt="4"/>
      <dgm:spPr/>
    </dgm:pt>
    <dgm:pt modelId="{41EA3C29-6963-4D48-A093-2C8B4DD5906A}" type="pres">
      <dgm:prSet presAssocID="{9D70DD87-4FB7-44C0-9A62-7494B0C962BF}" presName="txShp" presStyleLbl="node1" presStyleIdx="0" presStyleCnt="4">
        <dgm:presLayoutVars>
          <dgm:bulletEnabled val="1"/>
        </dgm:presLayoutVars>
      </dgm:prSet>
      <dgm:spPr/>
    </dgm:pt>
    <dgm:pt modelId="{4103FA38-A12B-4DF0-9B6F-A15C831A50A7}" type="pres">
      <dgm:prSet presAssocID="{1A3ECEC0-8525-4286-B810-7FD023E29868}" presName="spacing" presStyleCnt="0"/>
      <dgm:spPr/>
    </dgm:pt>
    <dgm:pt modelId="{485396CB-3D58-4E41-9BAC-FB8DE9F3BC99}" type="pres">
      <dgm:prSet presAssocID="{7F87E427-9F83-44ED-8E36-E93248363C3C}" presName="composite" presStyleCnt="0"/>
      <dgm:spPr/>
    </dgm:pt>
    <dgm:pt modelId="{E49AB48D-07AC-405C-9F35-06BA9EFF3544}" type="pres">
      <dgm:prSet presAssocID="{7F87E427-9F83-44ED-8E36-E93248363C3C}" presName="imgShp" presStyleLbl="fgImgPlace1" presStyleIdx="1" presStyleCnt="4"/>
      <dgm:spPr/>
    </dgm:pt>
    <dgm:pt modelId="{A1042F6D-8E65-44B2-90A2-5C387376DDA0}" type="pres">
      <dgm:prSet presAssocID="{7F87E427-9F83-44ED-8E36-E93248363C3C}" presName="txShp" presStyleLbl="node1" presStyleIdx="1" presStyleCnt="4">
        <dgm:presLayoutVars>
          <dgm:bulletEnabled val="1"/>
        </dgm:presLayoutVars>
      </dgm:prSet>
      <dgm:spPr/>
    </dgm:pt>
    <dgm:pt modelId="{10D9E791-6151-4C30-83F3-2A864F39F30D}" type="pres">
      <dgm:prSet presAssocID="{EAD807AE-3DD6-4751-96A3-4B4C495D9E03}" presName="spacing" presStyleCnt="0"/>
      <dgm:spPr/>
    </dgm:pt>
    <dgm:pt modelId="{DB4F7C66-4682-499B-B769-BDC3F49490B0}" type="pres">
      <dgm:prSet presAssocID="{D2C7139F-0635-4A5D-9E56-6A4DFE78702A}" presName="composite" presStyleCnt="0"/>
      <dgm:spPr/>
    </dgm:pt>
    <dgm:pt modelId="{F6CFB05B-EF96-4447-B226-1875DC3AED02}" type="pres">
      <dgm:prSet presAssocID="{D2C7139F-0635-4A5D-9E56-6A4DFE78702A}" presName="imgShp" presStyleLbl="fgImgPlace1" presStyleIdx="2" presStyleCnt="4"/>
      <dgm:spPr/>
    </dgm:pt>
    <dgm:pt modelId="{60312578-EC2B-46A6-A1CA-B3CE2D5F2A37}" type="pres">
      <dgm:prSet presAssocID="{D2C7139F-0635-4A5D-9E56-6A4DFE78702A}" presName="txShp" presStyleLbl="node1" presStyleIdx="2" presStyleCnt="4">
        <dgm:presLayoutVars>
          <dgm:bulletEnabled val="1"/>
        </dgm:presLayoutVars>
      </dgm:prSet>
      <dgm:spPr/>
    </dgm:pt>
    <dgm:pt modelId="{AE4C647F-81C4-433E-A9F7-1F876DA99B3B}" type="pres">
      <dgm:prSet presAssocID="{FC9C5674-92C1-43A3-9F50-2DD3C04E753D}" presName="spacing" presStyleCnt="0"/>
      <dgm:spPr/>
    </dgm:pt>
    <dgm:pt modelId="{D91CA57C-8DE5-451A-AA03-B88CEE2CFA39}" type="pres">
      <dgm:prSet presAssocID="{E8757074-00A3-461F-B232-90378A5F9466}" presName="composite" presStyleCnt="0"/>
      <dgm:spPr/>
    </dgm:pt>
    <dgm:pt modelId="{ADF60D70-EE0E-4AB8-973B-5423F7D8138C}" type="pres">
      <dgm:prSet presAssocID="{E8757074-00A3-461F-B232-90378A5F9466}" presName="imgShp" presStyleLbl="fgImgPlace1" presStyleIdx="3" presStyleCnt="4"/>
      <dgm:spPr/>
    </dgm:pt>
    <dgm:pt modelId="{667738CA-39E7-4B4F-A661-8967A8ECE6B7}" type="pres">
      <dgm:prSet presAssocID="{E8757074-00A3-461F-B232-90378A5F9466}" presName="txShp" presStyleLbl="node1" presStyleIdx="3" presStyleCnt="4">
        <dgm:presLayoutVars>
          <dgm:bulletEnabled val="1"/>
        </dgm:presLayoutVars>
      </dgm:prSet>
      <dgm:spPr/>
    </dgm:pt>
  </dgm:ptLst>
  <dgm:cxnLst>
    <dgm:cxn modelId="{013E5B0E-A45C-4836-A63D-E01B5E3DD999}" srcId="{E77960D3-8FD1-4ACD-AA63-8A11EB6931C7}" destId="{9D70DD87-4FB7-44C0-9A62-7494B0C962BF}" srcOrd="0" destOrd="0" parTransId="{24EE8C5D-53A1-4C17-966F-5C64CB6A08BF}" sibTransId="{1A3ECEC0-8525-4286-B810-7FD023E29868}"/>
    <dgm:cxn modelId="{6B99AF3B-5478-465E-9F69-3C8998B2FDB7}" srcId="{E77960D3-8FD1-4ACD-AA63-8A11EB6931C7}" destId="{7F87E427-9F83-44ED-8E36-E93248363C3C}" srcOrd="1" destOrd="0" parTransId="{78841BFC-B682-488A-B121-020F6A3F3397}" sibTransId="{EAD807AE-3DD6-4751-96A3-4B4C495D9E03}"/>
    <dgm:cxn modelId="{E901AD80-07E5-40D6-A462-A7060FD18BE4}" srcId="{E77960D3-8FD1-4ACD-AA63-8A11EB6931C7}" destId="{E8757074-00A3-461F-B232-90378A5F9466}" srcOrd="3" destOrd="0" parTransId="{A06D16D2-CA7E-4911-969A-15F41CEC3FC6}" sibTransId="{782FBFBC-361D-48AC-A81C-B908C066742A}"/>
    <dgm:cxn modelId="{73C4DE84-32D1-4135-8329-37E6BD7F88A9}" type="presOf" srcId="{9D70DD87-4FB7-44C0-9A62-7494B0C962BF}" destId="{41EA3C29-6963-4D48-A093-2C8B4DD5906A}" srcOrd="0" destOrd="0" presId="urn:microsoft.com/office/officeart/2005/8/layout/vList3"/>
    <dgm:cxn modelId="{A4D46C8D-20B0-4F6A-BE4E-5A076C480E50}" type="presOf" srcId="{D2C7139F-0635-4A5D-9E56-6A4DFE78702A}" destId="{60312578-EC2B-46A6-A1CA-B3CE2D5F2A37}" srcOrd="0" destOrd="0" presId="urn:microsoft.com/office/officeart/2005/8/layout/vList3"/>
    <dgm:cxn modelId="{1E56D391-13C8-4A7F-8F58-AB6DB9F47B28}" srcId="{E77960D3-8FD1-4ACD-AA63-8A11EB6931C7}" destId="{D2C7139F-0635-4A5D-9E56-6A4DFE78702A}" srcOrd="2" destOrd="0" parTransId="{7A85DFF6-1862-427D-A652-275E3ED6D9F4}" sibTransId="{FC9C5674-92C1-43A3-9F50-2DD3C04E753D}"/>
    <dgm:cxn modelId="{4691DC9F-6F48-4A49-98DA-968C4805D996}" type="presOf" srcId="{E77960D3-8FD1-4ACD-AA63-8A11EB6931C7}" destId="{C59DBAD0-3526-4A5A-95E9-FCDF32AB2873}" srcOrd="0" destOrd="0" presId="urn:microsoft.com/office/officeart/2005/8/layout/vList3"/>
    <dgm:cxn modelId="{0CB011BC-D4F4-49FB-9282-A7AA6B9020D4}" type="presOf" srcId="{7F87E427-9F83-44ED-8E36-E93248363C3C}" destId="{A1042F6D-8E65-44B2-90A2-5C387376DDA0}" srcOrd="0" destOrd="0" presId="urn:microsoft.com/office/officeart/2005/8/layout/vList3"/>
    <dgm:cxn modelId="{625DB9C5-B56F-4524-97A2-A777F6345B9C}" type="presOf" srcId="{E8757074-00A3-461F-B232-90378A5F9466}" destId="{667738CA-39E7-4B4F-A661-8967A8ECE6B7}" srcOrd="0" destOrd="0" presId="urn:microsoft.com/office/officeart/2005/8/layout/vList3"/>
    <dgm:cxn modelId="{EA36BC92-29BB-4151-916C-FEE4CFB5CFE7}" type="presParOf" srcId="{C59DBAD0-3526-4A5A-95E9-FCDF32AB2873}" destId="{00B7F865-6949-4043-87B5-052558F302AE}" srcOrd="0" destOrd="0" presId="urn:microsoft.com/office/officeart/2005/8/layout/vList3"/>
    <dgm:cxn modelId="{9D79FD8D-DC22-4CB7-83D5-77F4BEC9DD0D}" type="presParOf" srcId="{00B7F865-6949-4043-87B5-052558F302AE}" destId="{1EFDF617-6DCD-4680-B292-6475797530C0}" srcOrd="0" destOrd="0" presId="urn:microsoft.com/office/officeart/2005/8/layout/vList3"/>
    <dgm:cxn modelId="{33FF4086-083C-4223-8990-9FD4807672A2}" type="presParOf" srcId="{00B7F865-6949-4043-87B5-052558F302AE}" destId="{41EA3C29-6963-4D48-A093-2C8B4DD5906A}" srcOrd="1" destOrd="0" presId="urn:microsoft.com/office/officeart/2005/8/layout/vList3"/>
    <dgm:cxn modelId="{B43829BD-2D4E-4D6F-AD3A-69F4DF00C420}" type="presParOf" srcId="{C59DBAD0-3526-4A5A-95E9-FCDF32AB2873}" destId="{4103FA38-A12B-4DF0-9B6F-A15C831A50A7}" srcOrd="1" destOrd="0" presId="urn:microsoft.com/office/officeart/2005/8/layout/vList3"/>
    <dgm:cxn modelId="{DBD14F80-936A-49F9-A417-24CD90EA32C3}" type="presParOf" srcId="{C59DBAD0-3526-4A5A-95E9-FCDF32AB2873}" destId="{485396CB-3D58-4E41-9BAC-FB8DE9F3BC99}" srcOrd="2" destOrd="0" presId="urn:microsoft.com/office/officeart/2005/8/layout/vList3"/>
    <dgm:cxn modelId="{8899EDE9-2C6C-4B7E-B011-BCD65613381D}" type="presParOf" srcId="{485396CB-3D58-4E41-9BAC-FB8DE9F3BC99}" destId="{E49AB48D-07AC-405C-9F35-06BA9EFF3544}" srcOrd="0" destOrd="0" presId="urn:microsoft.com/office/officeart/2005/8/layout/vList3"/>
    <dgm:cxn modelId="{911DD26B-1039-4DEC-9DF0-0F2D648AD961}" type="presParOf" srcId="{485396CB-3D58-4E41-9BAC-FB8DE9F3BC99}" destId="{A1042F6D-8E65-44B2-90A2-5C387376DDA0}" srcOrd="1" destOrd="0" presId="urn:microsoft.com/office/officeart/2005/8/layout/vList3"/>
    <dgm:cxn modelId="{2E91F264-1F11-4332-BA7A-ED34BD74BE75}" type="presParOf" srcId="{C59DBAD0-3526-4A5A-95E9-FCDF32AB2873}" destId="{10D9E791-6151-4C30-83F3-2A864F39F30D}" srcOrd="3" destOrd="0" presId="urn:microsoft.com/office/officeart/2005/8/layout/vList3"/>
    <dgm:cxn modelId="{DE1C05F9-22CE-4341-BE5B-CE8977FA4F36}" type="presParOf" srcId="{C59DBAD0-3526-4A5A-95E9-FCDF32AB2873}" destId="{DB4F7C66-4682-499B-B769-BDC3F49490B0}" srcOrd="4" destOrd="0" presId="urn:microsoft.com/office/officeart/2005/8/layout/vList3"/>
    <dgm:cxn modelId="{7D9DDC14-3E98-4EB3-B48D-187C5E5A267A}" type="presParOf" srcId="{DB4F7C66-4682-499B-B769-BDC3F49490B0}" destId="{F6CFB05B-EF96-4447-B226-1875DC3AED02}" srcOrd="0" destOrd="0" presId="urn:microsoft.com/office/officeart/2005/8/layout/vList3"/>
    <dgm:cxn modelId="{F7353C82-A2C2-4F54-A2D0-312F23211CA6}" type="presParOf" srcId="{DB4F7C66-4682-499B-B769-BDC3F49490B0}" destId="{60312578-EC2B-46A6-A1CA-B3CE2D5F2A37}" srcOrd="1" destOrd="0" presId="urn:microsoft.com/office/officeart/2005/8/layout/vList3"/>
    <dgm:cxn modelId="{30D5097A-6149-44A5-9B50-5C73E9058CC5}" type="presParOf" srcId="{C59DBAD0-3526-4A5A-95E9-FCDF32AB2873}" destId="{AE4C647F-81C4-433E-A9F7-1F876DA99B3B}" srcOrd="5" destOrd="0" presId="urn:microsoft.com/office/officeart/2005/8/layout/vList3"/>
    <dgm:cxn modelId="{5C11671A-C932-4D46-8818-C30E19ECEE3E}" type="presParOf" srcId="{C59DBAD0-3526-4A5A-95E9-FCDF32AB2873}" destId="{D91CA57C-8DE5-451A-AA03-B88CEE2CFA39}" srcOrd="6" destOrd="0" presId="urn:microsoft.com/office/officeart/2005/8/layout/vList3"/>
    <dgm:cxn modelId="{0DCB8C20-8C60-4CAD-9AAA-6F7B87A29F87}" type="presParOf" srcId="{D91CA57C-8DE5-451A-AA03-B88CEE2CFA39}" destId="{ADF60D70-EE0E-4AB8-973B-5423F7D8138C}" srcOrd="0" destOrd="0" presId="urn:microsoft.com/office/officeart/2005/8/layout/vList3"/>
    <dgm:cxn modelId="{DB54B829-79B1-44B2-B6CE-750381F8E356}" type="presParOf" srcId="{D91CA57C-8DE5-451A-AA03-B88CEE2CFA39}" destId="{667738CA-39E7-4B4F-A661-8967A8ECE6B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5.xml><?xml version="1.0" encoding="utf-8"?>
<dgm:dataModel xmlns:dgm="http://schemas.openxmlformats.org/drawingml/2006/diagram" xmlns:a="http://schemas.openxmlformats.org/drawingml/2006/main">
  <dgm:ptLst>
    <dgm:pt modelId="{EC372A50-AD4A-4525-84F6-DBEA571578B0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E4757A4-978A-410A-B3CD-E12BCE510735}">
      <dgm:prSet/>
      <dgm:spPr/>
      <dgm:t>
        <a:bodyPr/>
        <a:lstStyle/>
        <a:p>
          <a:r>
            <a:rPr lang="ru-RU" b="0" i="0"/>
            <a:t>І. Богун</a:t>
          </a:r>
          <a:endParaRPr lang="uk-UA"/>
        </a:p>
      </dgm:t>
    </dgm:pt>
    <dgm:pt modelId="{08896721-B940-41BF-A41B-B1CD54F5A4D8}" type="parTrans" cxnId="{CE0E8117-8079-4E37-87B4-EDB62F2A8AA7}">
      <dgm:prSet/>
      <dgm:spPr/>
      <dgm:t>
        <a:bodyPr/>
        <a:lstStyle/>
        <a:p>
          <a:endParaRPr lang="uk-UA"/>
        </a:p>
      </dgm:t>
    </dgm:pt>
    <dgm:pt modelId="{63D90538-81BB-40DF-AF05-4EBE32701819}" type="sibTrans" cxnId="{CE0E8117-8079-4E37-87B4-EDB62F2A8AA7}">
      <dgm:prSet/>
      <dgm:spPr/>
      <dgm:t>
        <a:bodyPr/>
        <a:lstStyle/>
        <a:p>
          <a:endParaRPr lang="uk-UA"/>
        </a:p>
      </dgm:t>
    </dgm:pt>
    <dgm:pt modelId="{C3841066-6733-4C38-84B3-3D7C9FCF3F17}">
      <dgm:prSet/>
      <dgm:spPr/>
      <dgm:t>
        <a:bodyPr/>
        <a:lstStyle/>
        <a:p>
          <a:r>
            <a:rPr lang="ru-RU" b="0" i="0"/>
            <a:t>К. Гордієнко</a:t>
          </a:r>
          <a:endParaRPr lang="uk-UA"/>
        </a:p>
      </dgm:t>
    </dgm:pt>
    <dgm:pt modelId="{919246FD-BB2A-4CF1-9AC2-52B534AAB4A2}" type="parTrans" cxnId="{6CB781FE-CC59-4244-B1DC-7CB332F92202}">
      <dgm:prSet/>
      <dgm:spPr/>
      <dgm:t>
        <a:bodyPr/>
        <a:lstStyle/>
        <a:p>
          <a:endParaRPr lang="uk-UA"/>
        </a:p>
      </dgm:t>
    </dgm:pt>
    <dgm:pt modelId="{01126903-7532-4B5E-B89E-D600357DCB85}" type="sibTrans" cxnId="{6CB781FE-CC59-4244-B1DC-7CB332F92202}">
      <dgm:prSet/>
      <dgm:spPr/>
      <dgm:t>
        <a:bodyPr/>
        <a:lstStyle/>
        <a:p>
          <a:endParaRPr lang="uk-UA"/>
        </a:p>
      </dgm:t>
    </dgm:pt>
    <dgm:pt modelId="{55EED7A3-F670-4D78-9749-283AB2A42E13}">
      <dgm:prSet/>
      <dgm:spPr/>
      <dgm:t>
        <a:bodyPr/>
        <a:lstStyle/>
        <a:p>
          <a:r>
            <a:rPr lang="ru-RU" b="0" i="0"/>
            <a:t>Т. Хмельницький</a:t>
          </a:r>
          <a:endParaRPr lang="uk-UA"/>
        </a:p>
      </dgm:t>
    </dgm:pt>
    <dgm:pt modelId="{FDC756BA-977F-48F4-BFD8-CA6D9D169F9C}" type="parTrans" cxnId="{26615E9F-3F48-4805-958B-66F90EE6A665}">
      <dgm:prSet/>
      <dgm:spPr/>
      <dgm:t>
        <a:bodyPr/>
        <a:lstStyle/>
        <a:p>
          <a:endParaRPr lang="uk-UA"/>
        </a:p>
      </dgm:t>
    </dgm:pt>
    <dgm:pt modelId="{E0089C1F-17E2-49B9-B1B5-9337C0CE5064}" type="sibTrans" cxnId="{26615E9F-3F48-4805-958B-66F90EE6A665}">
      <dgm:prSet/>
      <dgm:spPr/>
      <dgm:t>
        <a:bodyPr/>
        <a:lstStyle/>
        <a:p>
          <a:endParaRPr lang="uk-UA"/>
        </a:p>
      </dgm:t>
    </dgm:pt>
    <dgm:pt modelId="{1DC32323-09E1-4A9C-ABE6-D80E1D1664AB}">
      <dgm:prSet/>
      <dgm:spPr/>
      <dgm:t>
        <a:bodyPr/>
        <a:lstStyle/>
        <a:p>
          <a:r>
            <a:rPr lang="ru-RU" b="0" i="0"/>
            <a:t>П. Конашевич-Сагайдачний</a:t>
          </a:r>
          <a:endParaRPr lang="uk-UA"/>
        </a:p>
      </dgm:t>
    </dgm:pt>
    <dgm:pt modelId="{CBF68F79-B885-4E24-90CB-B476E4F5D570}" type="parTrans" cxnId="{A6E6F321-4C7C-4215-8087-E8897CA45A6A}">
      <dgm:prSet/>
      <dgm:spPr/>
      <dgm:t>
        <a:bodyPr/>
        <a:lstStyle/>
        <a:p>
          <a:endParaRPr lang="uk-UA"/>
        </a:p>
      </dgm:t>
    </dgm:pt>
    <dgm:pt modelId="{849D18CA-F3E2-45E1-BBEE-E20CBC5A7944}" type="sibTrans" cxnId="{A6E6F321-4C7C-4215-8087-E8897CA45A6A}">
      <dgm:prSet/>
      <dgm:spPr/>
      <dgm:t>
        <a:bodyPr/>
        <a:lstStyle/>
        <a:p>
          <a:endParaRPr lang="uk-UA"/>
        </a:p>
      </dgm:t>
    </dgm:pt>
    <dgm:pt modelId="{9D5D5481-F05D-40EB-A2AB-590F130F3F5E}" type="pres">
      <dgm:prSet presAssocID="{EC372A50-AD4A-4525-84F6-DBEA571578B0}" presName="linearFlow" presStyleCnt="0">
        <dgm:presLayoutVars>
          <dgm:dir/>
          <dgm:resizeHandles val="exact"/>
        </dgm:presLayoutVars>
      </dgm:prSet>
      <dgm:spPr/>
    </dgm:pt>
    <dgm:pt modelId="{335E310C-DE3D-4E30-B879-6FD23C77D4E5}" type="pres">
      <dgm:prSet presAssocID="{EE4757A4-978A-410A-B3CD-E12BCE510735}" presName="composite" presStyleCnt="0"/>
      <dgm:spPr/>
    </dgm:pt>
    <dgm:pt modelId="{79B92910-7FB9-4DDB-9C78-E2480805FCEF}" type="pres">
      <dgm:prSet presAssocID="{EE4757A4-978A-410A-B3CD-E12BCE510735}" presName="imgShp" presStyleLbl="fgImgPlace1" presStyleIdx="0" presStyleCnt="4"/>
      <dgm:spPr/>
    </dgm:pt>
    <dgm:pt modelId="{13B6BF3E-E2A6-4E26-98C7-5EDD3CE23F30}" type="pres">
      <dgm:prSet presAssocID="{EE4757A4-978A-410A-B3CD-E12BCE510735}" presName="txShp" presStyleLbl="node1" presStyleIdx="0" presStyleCnt="4">
        <dgm:presLayoutVars>
          <dgm:bulletEnabled val="1"/>
        </dgm:presLayoutVars>
      </dgm:prSet>
      <dgm:spPr/>
    </dgm:pt>
    <dgm:pt modelId="{7D5861F0-8BBF-4A19-A5AA-D1276B2FCF78}" type="pres">
      <dgm:prSet presAssocID="{63D90538-81BB-40DF-AF05-4EBE32701819}" presName="spacing" presStyleCnt="0"/>
      <dgm:spPr/>
    </dgm:pt>
    <dgm:pt modelId="{BE030927-A980-42D4-AD21-A237BC5A7AD8}" type="pres">
      <dgm:prSet presAssocID="{C3841066-6733-4C38-84B3-3D7C9FCF3F17}" presName="composite" presStyleCnt="0"/>
      <dgm:spPr/>
    </dgm:pt>
    <dgm:pt modelId="{F22AC6FD-B1C8-445B-8C3F-CE7133ED054D}" type="pres">
      <dgm:prSet presAssocID="{C3841066-6733-4C38-84B3-3D7C9FCF3F17}" presName="imgShp" presStyleLbl="fgImgPlace1" presStyleIdx="1" presStyleCnt="4"/>
      <dgm:spPr/>
    </dgm:pt>
    <dgm:pt modelId="{6B634687-3F53-4DF1-A0A9-D1AA4860BE5A}" type="pres">
      <dgm:prSet presAssocID="{C3841066-6733-4C38-84B3-3D7C9FCF3F17}" presName="txShp" presStyleLbl="node1" presStyleIdx="1" presStyleCnt="4">
        <dgm:presLayoutVars>
          <dgm:bulletEnabled val="1"/>
        </dgm:presLayoutVars>
      </dgm:prSet>
      <dgm:spPr/>
    </dgm:pt>
    <dgm:pt modelId="{8F5A2905-6A99-402F-A15A-8279F0DB08D8}" type="pres">
      <dgm:prSet presAssocID="{01126903-7532-4B5E-B89E-D600357DCB85}" presName="spacing" presStyleCnt="0"/>
      <dgm:spPr/>
    </dgm:pt>
    <dgm:pt modelId="{A8722E1C-BC6E-4340-B0D6-5BCA37B9F0DF}" type="pres">
      <dgm:prSet presAssocID="{55EED7A3-F670-4D78-9749-283AB2A42E13}" presName="composite" presStyleCnt="0"/>
      <dgm:spPr/>
    </dgm:pt>
    <dgm:pt modelId="{3DC119A5-0D9F-4F99-BB2C-5132193B5D97}" type="pres">
      <dgm:prSet presAssocID="{55EED7A3-F670-4D78-9749-283AB2A42E13}" presName="imgShp" presStyleLbl="fgImgPlace1" presStyleIdx="2" presStyleCnt="4"/>
      <dgm:spPr/>
    </dgm:pt>
    <dgm:pt modelId="{CA97C92F-78A7-4674-86B0-88B1E4B79B88}" type="pres">
      <dgm:prSet presAssocID="{55EED7A3-F670-4D78-9749-283AB2A42E13}" presName="txShp" presStyleLbl="node1" presStyleIdx="2" presStyleCnt="4">
        <dgm:presLayoutVars>
          <dgm:bulletEnabled val="1"/>
        </dgm:presLayoutVars>
      </dgm:prSet>
      <dgm:spPr/>
    </dgm:pt>
    <dgm:pt modelId="{85F910F9-1F84-4E98-976D-9095ABBDAAA7}" type="pres">
      <dgm:prSet presAssocID="{E0089C1F-17E2-49B9-B1B5-9337C0CE5064}" presName="spacing" presStyleCnt="0"/>
      <dgm:spPr/>
    </dgm:pt>
    <dgm:pt modelId="{43A59825-3647-40F7-9B6F-229641F08D3E}" type="pres">
      <dgm:prSet presAssocID="{1DC32323-09E1-4A9C-ABE6-D80E1D1664AB}" presName="composite" presStyleCnt="0"/>
      <dgm:spPr/>
    </dgm:pt>
    <dgm:pt modelId="{49A6E188-08F8-4CDE-B69D-8E8B9985B478}" type="pres">
      <dgm:prSet presAssocID="{1DC32323-09E1-4A9C-ABE6-D80E1D1664AB}" presName="imgShp" presStyleLbl="fgImgPlace1" presStyleIdx="3" presStyleCnt="4"/>
      <dgm:spPr/>
    </dgm:pt>
    <dgm:pt modelId="{C32FD20E-7382-4E6C-B684-709E7D8632B2}" type="pres">
      <dgm:prSet presAssocID="{1DC32323-09E1-4A9C-ABE6-D80E1D1664AB}" presName="txShp" presStyleLbl="node1" presStyleIdx="3" presStyleCnt="4">
        <dgm:presLayoutVars>
          <dgm:bulletEnabled val="1"/>
        </dgm:presLayoutVars>
      </dgm:prSet>
      <dgm:spPr/>
    </dgm:pt>
  </dgm:ptLst>
  <dgm:cxnLst>
    <dgm:cxn modelId="{CE0E8117-8079-4E37-87B4-EDB62F2A8AA7}" srcId="{EC372A50-AD4A-4525-84F6-DBEA571578B0}" destId="{EE4757A4-978A-410A-B3CD-E12BCE510735}" srcOrd="0" destOrd="0" parTransId="{08896721-B940-41BF-A41B-B1CD54F5A4D8}" sibTransId="{63D90538-81BB-40DF-AF05-4EBE32701819}"/>
    <dgm:cxn modelId="{A6E6F321-4C7C-4215-8087-E8897CA45A6A}" srcId="{EC372A50-AD4A-4525-84F6-DBEA571578B0}" destId="{1DC32323-09E1-4A9C-ABE6-D80E1D1664AB}" srcOrd="3" destOrd="0" parTransId="{CBF68F79-B885-4E24-90CB-B476E4F5D570}" sibTransId="{849D18CA-F3E2-45E1-BBEE-E20CBC5A7944}"/>
    <dgm:cxn modelId="{4DC0353A-4A70-46B1-A005-C0434BBB0CA8}" type="presOf" srcId="{1DC32323-09E1-4A9C-ABE6-D80E1D1664AB}" destId="{C32FD20E-7382-4E6C-B684-709E7D8632B2}" srcOrd="0" destOrd="0" presId="urn:microsoft.com/office/officeart/2005/8/layout/vList3"/>
    <dgm:cxn modelId="{43C08241-6C43-4050-A233-F662EE95D48A}" type="presOf" srcId="{C3841066-6733-4C38-84B3-3D7C9FCF3F17}" destId="{6B634687-3F53-4DF1-A0A9-D1AA4860BE5A}" srcOrd="0" destOrd="0" presId="urn:microsoft.com/office/officeart/2005/8/layout/vList3"/>
    <dgm:cxn modelId="{26615E9F-3F48-4805-958B-66F90EE6A665}" srcId="{EC372A50-AD4A-4525-84F6-DBEA571578B0}" destId="{55EED7A3-F670-4D78-9749-283AB2A42E13}" srcOrd="2" destOrd="0" parTransId="{FDC756BA-977F-48F4-BFD8-CA6D9D169F9C}" sibTransId="{E0089C1F-17E2-49B9-B1B5-9337C0CE5064}"/>
    <dgm:cxn modelId="{F26495C1-B3AA-4DE9-A03C-061636CA12D2}" type="presOf" srcId="{EE4757A4-978A-410A-B3CD-E12BCE510735}" destId="{13B6BF3E-E2A6-4E26-98C7-5EDD3CE23F30}" srcOrd="0" destOrd="0" presId="urn:microsoft.com/office/officeart/2005/8/layout/vList3"/>
    <dgm:cxn modelId="{024960EA-2935-4E1C-B696-30AE09BF27F8}" type="presOf" srcId="{55EED7A3-F670-4D78-9749-283AB2A42E13}" destId="{CA97C92F-78A7-4674-86B0-88B1E4B79B88}" srcOrd="0" destOrd="0" presId="urn:microsoft.com/office/officeart/2005/8/layout/vList3"/>
    <dgm:cxn modelId="{4657FAF4-23F4-4F51-BB30-F37F7F28C80B}" type="presOf" srcId="{EC372A50-AD4A-4525-84F6-DBEA571578B0}" destId="{9D5D5481-F05D-40EB-A2AB-590F130F3F5E}" srcOrd="0" destOrd="0" presId="urn:microsoft.com/office/officeart/2005/8/layout/vList3"/>
    <dgm:cxn modelId="{6CB781FE-CC59-4244-B1DC-7CB332F92202}" srcId="{EC372A50-AD4A-4525-84F6-DBEA571578B0}" destId="{C3841066-6733-4C38-84B3-3D7C9FCF3F17}" srcOrd="1" destOrd="0" parTransId="{919246FD-BB2A-4CF1-9AC2-52B534AAB4A2}" sibTransId="{01126903-7532-4B5E-B89E-D600357DCB85}"/>
    <dgm:cxn modelId="{97E51590-4650-40CF-A5C4-4DF1A80A3B71}" type="presParOf" srcId="{9D5D5481-F05D-40EB-A2AB-590F130F3F5E}" destId="{335E310C-DE3D-4E30-B879-6FD23C77D4E5}" srcOrd="0" destOrd="0" presId="urn:microsoft.com/office/officeart/2005/8/layout/vList3"/>
    <dgm:cxn modelId="{4A765C2B-7CD8-4436-9C28-F7DED3962C34}" type="presParOf" srcId="{335E310C-DE3D-4E30-B879-6FD23C77D4E5}" destId="{79B92910-7FB9-4DDB-9C78-E2480805FCEF}" srcOrd="0" destOrd="0" presId="urn:microsoft.com/office/officeart/2005/8/layout/vList3"/>
    <dgm:cxn modelId="{59FC649F-51CB-4318-8437-CA5774278E3B}" type="presParOf" srcId="{335E310C-DE3D-4E30-B879-6FD23C77D4E5}" destId="{13B6BF3E-E2A6-4E26-98C7-5EDD3CE23F30}" srcOrd="1" destOrd="0" presId="urn:microsoft.com/office/officeart/2005/8/layout/vList3"/>
    <dgm:cxn modelId="{5208D496-CEFD-419A-AC8A-37B54AAFDC7D}" type="presParOf" srcId="{9D5D5481-F05D-40EB-A2AB-590F130F3F5E}" destId="{7D5861F0-8BBF-4A19-A5AA-D1276B2FCF78}" srcOrd="1" destOrd="0" presId="urn:microsoft.com/office/officeart/2005/8/layout/vList3"/>
    <dgm:cxn modelId="{E6C3A474-337D-4A09-AD83-B17661CAEBC7}" type="presParOf" srcId="{9D5D5481-F05D-40EB-A2AB-590F130F3F5E}" destId="{BE030927-A980-42D4-AD21-A237BC5A7AD8}" srcOrd="2" destOrd="0" presId="urn:microsoft.com/office/officeart/2005/8/layout/vList3"/>
    <dgm:cxn modelId="{283F4ABE-0EAD-4BA7-BA98-2F01547C25F8}" type="presParOf" srcId="{BE030927-A980-42D4-AD21-A237BC5A7AD8}" destId="{F22AC6FD-B1C8-445B-8C3F-CE7133ED054D}" srcOrd="0" destOrd="0" presId="urn:microsoft.com/office/officeart/2005/8/layout/vList3"/>
    <dgm:cxn modelId="{6EE0C5D1-AF59-499E-BC7A-74246586220B}" type="presParOf" srcId="{BE030927-A980-42D4-AD21-A237BC5A7AD8}" destId="{6B634687-3F53-4DF1-A0A9-D1AA4860BE5A}" srcOrd="1" destOrd="0" presId="urn:microsoft.com/office/officeart/2005/8/layout/vList3"/>
    <dgm:cxn modelId="{C9CF9EB0-0F3C-4D9B-B0AC-7E225BE72541}" type="presParOf" srcId="{9D5D5481-F05D-40EB-A2AB-590F130F3F5E}" destId="{8F5A2905-6A99-402F-A15A-8279F0DB08D8}" srcOrd="3" destOrd="0" presId="urn:microsoft.com/office/officeart/2005/8/layout/vList3"/>
    <dgm:cxn modelId="{4545C403-FCA1-4833-A7D6-6D7806EFD9C5}" type="presParOf" srcId="{9D5D5481-F05D-40EB-A2AB-590F130F3F5E}" destId="{A8722E1C-BC6E-4340-B0D6-5BCA37B9F0DF}" srcOrd="4" destOrd="0" presId="urn:microsoft.com/office/officeart/2005/8/layout/vList3"/>
    <dgm:cxn modelId="{17341706-C1B1-4FA8-AA91-7AC0ADCFBB6E}" type="presParOf" srcId="{A8722E1C-BC6E-4340-B0D6-5BCA37B9F0DF}" destId="{3DC119A5-0D9F-4F99-BB2C-5132193B5D97}" srcOrd="0" destOrd="0" presId="urn:microsoft.com/office/officeart/2005/8/layout/vList3"/>
    <dgm:cxn modelId="{DFAB70C6-FCE1-48AF-A0F4-71DA83292A64}" type="presParOf" srcId="{A8722E1C-BC6E-4340-B0D6-5BCA37B9F0DF}" destId="{CA97C92F-78A7-4674-86B0-88B1E4B79B88}" srcOrd="1" destOrd="0" presId="urn:microsoft.com/office/officeart/2005/8/layout/vList3"/>
    <dgm:cxn modelId="{C0BEC7E0-4EE6-45B1-8EA2-74E1E13DB154}" type="presParOf" srcId="{9D5D5481-F05D-40EB-A2AB-590F130F3F5E}" destId="{85F910F9-1F84-4E98-976D-9095ABBDAAA7}" srcOrd="5" destOrd="0" presId="urn:microsoft.com/office/officeart/2005/8/layout/vList3"/>
    <dgm:cxn modelId="{9647AC98-8195-4252-B6F2-12E5561DE5B1}" type="presParOf" srcId="{9D5D5481-F05D-40EB-A2AB-590F130F3F5E}" destId="{43A59825-3647-40F7-9B6F-229641F08D3E}" srcOrd="6" destOrd="0" presId="urn:microsoft.com/office/officeart/2005/8/layout/vList3"/>
    <dgm:cxn modelId="{D3A745A8-8172-4A21-A231-3B89ACE0917B}" type="presParOf" srcId="{43A59825-3647-40F7-9B6F-229641F08D3E}" destId="{49A6E188-08F8-4CDE-B69D-8E8B9985B478}" srcOrd="0" destOrd="0" presId="urn:microsoft.com/office/officeart/2005/8/layout/vList3"/>
    <dgm:cxn modelId="{43E374AB-B092-43ED-A412-E6D27C20B2BC}" type="presParOf" srcId="{43A59825-3647-40F7-9B6F-229641F08D3E}" destId="{C32FD20E-7382-4E6C-B684-709E7D8632B2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6.xml><?xml version="1.0" encoding="utf-8"?>
<dgm:dataModel xmlns:dgm="http://schemas.openxmlformats.org/drawingml/2006/diagram" xmlns:a="http://schemas.openxmlformats.org/drawingml/2006/main">
  <dgm:ptLst>
    <dgm:pt modelId="{EC372A50-AD4A-4525-84F6-DBEA571578B0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EE4757A4-978A-410A-B3CD-E12BCE510735}">
      <dgm:prSet/>
      <dgm:spPr>
        <a:solidFill>
          <a:srgbClr val="0070C0"/>
        </a:solidFill>
      </dgm:spPr>
      <dgm:t>
        <a:bodyPr/>
        <a:lstStyle/>
        <a:p>
          <a:r>
            <a:rPr lang="ru-RU" b="0" i="0"/>
            <a:t>І. Богун</a:t>
          </a:r>
          <a:endParaRPr lang="uk-UA"/>
        </a:p>
      </dgm:t>
    </dgm:pt>
    <dgm:pt modelId="{08896721-B940-41BF-A41B-B1CD54F5A4D8}" type="parTrans" cxnId="{CE0E8117-8079-4E37-87B4-EDB62F2A8AA7}">
      <dgm:prSet/>
      <dgm:spPr/>
      <dgm:t>
        <a:bodyPr/>
        <a:lstStyle/>
        <a:p>
          <a:endParaRPr lang="uk-UA"/>
        </a:p>
      </dgm:t>
    </dgm:pt>
    <dgm:pt modelId="{63D90538-81BB-40DF-AF05-4EBE32701819}" type="sibTrans" cxnId="{CE0E8117-8079-4E37-87B4-EDB62F2A8AA7}">
      <dgm:prSet/>
      <dgm:spPr/>
      <dgm:t>
        <a:bodyPr/>
        <a:lstStyle/>
        <a:p>
          <a:endParaRPr lang="uk-UA"/>
        </a:p>
      </dgm:t>
    </dgm:pt>
    <dgm:pt modelId="{C3841066-6733-4C38-84B3-3D7C9FCF3F17}">
      <dgm:prSet/>
      <dgm:spPr/>
      <dgm:t>
        <a:bodyPr/>
        <a:lstStyle/>
        <a:p>
          <a:r>
            <a:rPr lang="ru-RU" b="0" i="0"/>
            <a:t>К. Гордієнко</a:t>
          </a:r>
          <a:endParaRPr lang="uk-UA"/>
        </a:p>
      </dgm:t>
    </dgm:pt>
    <dgm:pt modelId="{919246FD-BB2A-4CF1-9AC2-52B534AAB4A2}" type="parTrans" cxnId="{6CB781FE-CC59-4244-B1DC-7CB332F92202}">
      <dgm:prSet/>
      <dgm:spPr/>
      <dgm:t>
        <a:bodyPr/>
        <a:lstStyle/>
        <a:p>
          <a:endParaRPr lang="uk-UA"/>
        </a:p>
      </dgm:t>
    </dgm:pt>
    <dgm:pt modelId="{01126903-7532-4B5E-B89E-D600357DCB85}" type="sibTrans" cxnId="{6CB781FE-CC59-4244-B1DC-7CB332F92202}">
      <dgm:prSet/>
      <dgm:spPr/>
      <dgm:t>
        <a:bodyPr/>
        <a:lstStyle/>
        <a:p>
          <a:endParaRPr lang="uk-UA"/>
        </a:p>
      </dgm:t>
    </dgm:pt>
    <dgm:pt modelId="{55EED7A3-F670-4D78-9749-283AB2A42E13}">
      <dgm:prSet/>
      <dgm:spPr/>
      <dgm:t>
        <a:bodyPr/>
        <a:lstStyle/>
        <a:p>
          <a:r>
            <a:rPr lang="ru-RU" b="0" i="0"/>
            <a:t>Т. Хмельницький</a:t>
          </a:r>
          <a:endParaRPr lang="uk-UA"/>
        </a:p>
      </dgm:t>
    </dgm:pt>
    <dgm:pt modelId="{FDC756BA-977F-48F4-BFD8-CA6D9D169F9C}" type="parTrans" cxnId="{26615E9F-3F48-4805-958B-66F90EE6A665}">
      <dgm:prSet/>
      <dgm:spPr/>
      <dgm:t>
        <a:bodyPr/>
        <a:lstStyle/>
        <a:p>
          <a:endParaRPr lang="uk-UA"/>
        </a:p>
      </dgm:t>
    </dgm:pt>
    <dgm:pt modelId="{E0089C1F-17E2-49B9-B1B5-9337C0CE5064}" type="sibTrans" cxnId="{26615E9F-3F48-4805-958B-66F90EE6A665}">
      <dgm:prSet/>
      <dgm:spPr/>
      <dgm:t>
        <a:bodyPr/>
        <a:lstStyle/>
        <a:p>
          <a:endParaRPr lang="uk-UA"/>
        </a:p>
      </dgm:t>
    </dgm:pt>
    <dgm:pt modelId="{1DC32323-09E1-4A9C-ABE6-D80E1D1664AB}">
      <dgm:prSet/>
      <dgm:spPr/>
      <dgm:t>
        <a:bodyPr/>
        <a:lstStyle/>
        <a:p>
          <a:r>
            <a:rPr lang="ru-RU" b="0" i="0"/>
            <a:t>П. Конашевич-Сагайдачний</a:t>
          </a:r>
          <a:endParaRPr lang="uk-UA"/>
        </a:p>
      </dgm:t>
    </dgm:pt>
    <dgm:pt modelId="{CBF68F79-B885-4E24-90CB-B476E4F5D570}" type="parTrans" cxnId="{A6E6F321-4C7C-4215-8087-E8897CA45A6A}">
      <dgm:prSet/>
      <dgm:spPr/>
      <dgm:t>
        <a:bodyPr/>
        <a:lstStyle/>
        <a:p>
          <a:endParaRPr lang="uk-UA"/>
        </a:p>
      </dgm:t>
    </dgm:pt>
    <dgm:pt modelId="{849D18CA-F3E2-45E1-BBEE-E20CBC5A7944}" type="sibTrans" cxnId="{A6E6F321-4C7C-4215-8087-E8897CA45A6A}">
      <dgm:prSet/>
      <dgm:spPr/>
      <dgm:t>
        <a:bodyPr/>
        <a:lstStyle/>
        <a:p>
          <a:endParaRPr lang="uk-UA"/>
        </a:p>
      </dgm:t>
    </dgm:pt>
    <dgm:pt modelId="{9D5D5481-F05D-40EB-A2AB-590F130F3F5E}" type="pres">
      <dgm:prSet presAssocID="{EC372A50-AD4A-4525-84F6-DBEA571578B0}" presName="linearFlow" presStyleCnt="0">
        <dgm:presLayoutVars>
          <dgm:dir/>
          <dgm:resizeHandles val="exact"/>
        </dgm:presLayoutVars>
      </dgm:prSet>
      <dgm:spPr/>
    </dgm:pt>
    <dgm:pt modelId="{335E310C-DE3D-4E30-B879-6FD23C77D4E5}" type="pres">
      <dgm:prSet presAssocID="{EE4757A4-978A-410A-B3CD-E12BCE510735}" presName="composite" presStyleCnt="0"/>
      <dgm:spPr/>
    </dgm:pt>
    <dgm:pt modelId="{79B92910-7FB9-4DDB-9C78-E2480805FCEF}" type="pres">
      <dgm:prSet presAssocID="{EE4757A4-978A-410A-B3CD-E12BCE510735}" presName="imgShp" presStyleLbl="fgImgPlace1" presStyleIdx="0" presStyleCnt="4"/>
      <dgm:spPr/>
    </dgm:pt>
    <dgm:pt modelId="{13B6BF3E-E2A6-4E26-98C7-5EDD3CE23F30}" type="pres">
      <dgm:prSet presAssocID="{EE4757A4-978A-410A-B3CD-E12BCE510735}" presName="txShp" presStyleLbl="node1" presStyleIdx="0" presStyleCnt="4">
        <dgm:presLayoutVars>
          <dgm:bulletEnabled val="1"/>
        </dgm:presLayoutVars>
      </dgm:prSet>
      <dgm:spPr/>
    </dgm:pt>
    <dgm:pt modelId="{7D5861F0-8BBF-4A19-A5AA-D1276B2FCF78}" type="pres">
      <dgm:prSet presAssocID="{63D90538-81BB-40DF-AF05-4EBE32701819}" presName="spacing" presStyleCnt="0"/>
      <dgm:spPr/>
    </dgm:pt>
    <dgm:pt modelId="{BE030927-A980-42D4-AD21-A237BC5A7AD8}" type="pres">
      <dgm:prSet presAssocID="{C3841066-6733-4C38-84B3-3D7C9FCF3F17}" presName="composite" presStyleCnt="0"/>
      <dgm:spPr/>
    </dgm:pt>
    <dgm:pt modelId="{F22AC6FD-B1C8-445B-8C3F-CE7133ED054D}" type="pres">
      <dgm:prSet presAssocID="{C3841066-6733-4C38-84B3-3D7C9FCF3F17}" presName="imgShp" presStyleLbl="fgImgPlace1" presStyleIdx="1" presStyleCnt="4"/>
      <dgm:spPr/>
    </dgm:pt>
    <dgm:pt modelId="{6B634687-3F53-4DF1-A0A9-D1AA4860BE5A}" type="pres">
      <dgm:prSet presAssocID="{C3841066-6733-4C38-84B3-3D7C9FCF3F17}" presName="txShp" presStyleLbl="node1" presStyleIdx="1" presStyleCnt="4">
        <dgm:presLayoutVars>
          <dgm:bulletEnabled val="1"/>
        </dgm:presLayoutVars>
      </dgm:prSet>
      <dgm:spPr/>
    </dgm:pt>
    <dgm:pt modelId="{8F5A2905-6A99-402F-A15A-8279F0DB08D8}" type="pres">
      <dgm:prSet presAssocID="{01126903-7532-4B5E-B89E-D600357DCB85}" presName="spacing" presStyleCnt="0"/>
      <dgm:spPr/>
    </dgm:pt>
    <dgm:pt modelId="{A8722E1C-BC6E-4340-B0D6-5BCA37B9F0DF}" type="pres">
      <dgm:prSet presAssocID="{55EED7A3-F670-4D78-9749-283AB2A42E13}" presName="composite" presStyleCnt="0"/>
      <dgm:spPr/>
    </dgm:pt>
    <dgm:pt modelId="{3DC119A5-0D9F-4F99-BB2C-5132193B5D97}" type="pres">
      <dgm:prSet presAssocID="{55EED7A3-F670-4D78-9749-283AB2A42E13}" presName="imgShp" presStyleLbl="fgImgPlace1" presStyleIdx="2" presStyleCnt="4"/>
      <dgm:spPr/>
    </dgm:pt>
    <dgm:pt modelId="{CA97C92F-78A7-4674-86B0-88B1E4B79B88}" type="pres">
      <dgm:prSet presAssocID="{55EED7A3-F670-4D78-9749-283AB2A42E13}" presName="txShp" presStyleLbl="node1" presStyleIdx="2" presStyleCnt="4">
        <dgm:presLayoutVars>
          <dgm:bulletEnabled val="1"/>
        </dgm:presLayoutVars>
      </dgm:prSet>
      <dgm:spPr/>
    </dgm:pt>
    <dgm:pt modelId="{85F910F9-1F84-4E98-976D-9095ABBDAAA7}" type="pres">
      <dgm:prSet presAssocID="{E0089C1F-17E2-49B9-B1B5-9337C0CE5064}" presName="spacing" presStyleCnt="0"/>
      <dgm:spPr/>
    </dgm:pt>
    <dgm:pt modelId="{43A59825-3647-40F7-9B6F-229641F08D3E}" type="pres">
      <dgm:prSet presAssocID="{1DC32323-09E1-4A9C-ABE6-D80E1D1664AB}" presName="composite" presStyleCnt="0"/>
      <dgm:spPr/>
    </dgm:pt>
    <dgm:pt modelId="{49A6E188-08F8-4CDE-B69D-8E8B9985B478}" type="pres">
      <dgm:prSet presAssocID="{1DC32323-09E1-4A9C-ABE6-D80E1D1664AB}" presName="imgShp" presStyleLbl="fgImgPlace1" presStyleIdx="3" presStyleCnt="4"/>
      <dgm:spPr/>
    </dgm:pt>
    <dgm:pt modelId="{C32FD20E-7382-4E6C-B684-709E7D8632B2}" type="pres">
      <dgm:prSet presAssocID="{1DC32323-09E1-4A9C-ABE6-D80E1D1664AB}" presName="txShp" presStyleLbl="node1" presStyleIdx="3" presStyleCnt="4">
        <dgm:presLayoutVars>
          <dgm:bulletEnabled val="1"/>
        </dgm:presLayoutVars>
      </dgm:prSet>
      <dgm:spPr/>
    </dgm:pt>
  </dgm:ptLst>
  <dgm:cxnLst>
    <dgm:cxn modelId="{CE0E8117-8079-4E37-87B4-EDB62F2A8AA7}" srcId="{EC372A50-AD4A-4525-84F6-DBEA571578B0}" destId="{EE4757A4-978A-410A-B3CD-E12BCE510735}" srcOrd="0" destOrd="0" parTransId="{08896721-B940-41BF-A41B-B1CD54F5A4D8}" sibTransId="{63D90538-81BB-40DF-AF05-4EBE32701819}"/>
    <dgm:cxn modelId="{A6E6F321-4C7C-4215-8087-E8897CA45A6A}" srcId="{EC372A50-AD4A-4525-84F6-DBEA571578B0}" destId="{1DC32323-09E1-4A9C-ABE6-D80E1D1664AB}" srcOrd="3" destOrd="0" parTransId="{CBF68F79-B885-4E24-90CB-B476E4F5D570}" sibTransId="{849D18CA-F3E2-45E1-BBEE-E20CBC5A7944}"/>
    <dgm:cxn modelId="{4DC0353A-4A70-46B1-A005-C0434BBB0CA8}" type="presOf" srcId="{1DC32323-09E1-4A9C-ABE6-D80E1D1664AB}" destId="{C32FD20E-7382-4E6C-B684-709E7D8632B2}" srcOrd="0" destOrd="0" presId="urn:microsoft.com/office/officeart/2005/8/layout/vList3"/>
    <dgm:cxn modelId="{43C08241-6C43-4050-A233-F662EE95D48A}" type="presOf" srcId="{C3841066-6733-4C38-84B3-3D7C9FCF3F17}" destId="{6B634687-3F53-4DF1-A0A9-D1AA4860BE5A}" srcOrd="0" destOrd="0" presId="urn:microsoft.com/office/officeart/2005/8/layout/vList3"/>
    <dgm:cxn modelId="{26615E9F-3F48-4805-958B-66F90EE6A665}" srcId="{EC372A50-AD4A-4525-84F6-DBEA571578B0}" destId="{55EED7A3-F670-4D78-9749-283AB2A42E13}" srcOrd="2" destOrd="0" parTransId="{FDC756BA-977F-48F4-BFD8-CA6D9D169F9C}" sibTransId="{E0089C1F-17E2-49B9-B1B5-9337C0CE5064}"/>
    <dgm:cxn modelId="{F26495C1-B3AA-4DE9-A03C-061636CA12D2}" type="presOf" srcId="{EE4757A4-978A-410A-B3CD-E12BCE510735}" destId="{13B6BF3E-E2A6-4E26-98C7-5EDD3CE23F30}" srcOrd="0" destOrd="0" presId="urn:microsoft.com/office/officeart/2005/8/layout/vList3"/>
    <dgm:cxn modelId="{024960EA-2935-4E1C-B696-30AE09BF27F8}" type="presOf" srcId="{55EED7A3-F670-4D78-9749-283AB2A42E13}" destId="{CA97C92F-78A7-4674-86B0-88B1E4B79B88}" srcOrd="0" destOrd="0" presId="urn:microsoft.com/office/officeart/2005/8/layout/vList3"/>
    <dgm:cxn modelId="{4657FAF4-23F4-4F51-BB30-F37F7F28C80B}" type="presOf" srcId="{EC372A50-AD4A-4525-84F6-DBEA571578B0}" destId="{9D5D5481-F05D-40EB-A2AB-590F130F3F5E}" srcOrd="0" destOrd="0" presId="urn:microsoft.com/office/officeart/2005/8/layout/vList3"/>
    <dgm:cxn modelId="{6CB781FE-CC59-4244-B1DC-7CB332F92202}" srcId="{EC372A50-AD4A-4525-84F6-DBEA571578B0}" destId="{C3841066-6733-4C38-84B3-3D7C9FCF3F17}" srcOrd="1" destOrd="0" parTransId="{919246FD-BB2A-4CF1-9AC2-52B534AAB4A2}" sibTransId="{01126903-7532-4B5E-B89E-D600357DCB85}"/>
    <dgm:cxn modelId="{97E51590-4650-40CF-A5C4-4DF1A80A3B71}" type="presParOf" srcId="{9D5D5481-F05D-40EB-A2AB-590F130F3F5E}" destId="{335E310C-DE3D-4E30-B879-6FD23C77D4E5}" srcOrd="0" destOrd="0" presId="urn:microsoft.com/office/officeart/2005/8/layout/vList3"/>
    <dgm:cxn modelId="{4A765C2B-7CD8-4436-9C28-F7DED3962C34}" type="presParOf" srcId="{335E310C-DE3D-4E30-B879-6FD23C77D4E5}" destId="{79B92910-7FB9-4DDB-9C78-E2480805FCEF}" srcOrd="0" destOrd="0" presId="urn:microsoft.com/office/officeart/2005/8/layout/vList3"/>
    <dgm:cxn modelId="{59FC649F-51CB-4318-8437-CA5774278E3B}" type="presParOf" srcId="{335E310C-DE3D-4E30-B879-6FD23C77D4E5}" destId="{13B6BF3E-E2A6-4E26-98C7-5EDD3CE23F30}" srcOrd="1" destOrd="0" presId="urn:microsoft.com/office/officeart/2005/8/layout/vList3"/>
    <dgm:cxn modelId="{5208D496-CEFD-419A-AC8A-37B54AAFDC7D}" type="presParOf" srcId="{9D5D5481-F05D-40EB-A2AB-590F130F3F5E}" destId="{7D5861F0-8BBF-4A19-A5AA-D1276B2FCF78}" srcOrd="1" destOrd="0" presId="urn:microsoft.com/office/officeart/2005/8/layout/vList3"/>
    <dgm:cxn modelId="{E6C3A474-337D-4A09-AD83-B17661CAEBC7}" type="presParOf" srcId="{9D5D5481-F05D-40EB-A2AB-590F130F3F5E}" destId="{BE030927-A980-42D4-AD21-A237BC5A7AD8}" srcOrd="2" destOrd="0" presId="urn:microsoft.com/office/officeart/2005/8/layout/vList3"/>
    <dgm:cxn modelId="{283F4ABE-0EAD-4BA7-BA98-2F01547C25F8}" type="presParOf" srcId="{BE030927-A980-42D4-AD21-A237BC5A7AD8}" destId="{F22AC6FD-B1C8-445B-8C3F-CE7133ED054D}" srcOrd="0" destOrd="0" presId="urn:microsoft.com/office/officeart/2005/8/layout/vList3"/>
    <dgm:cxn modelId="{6EE0C5D1-AF59-499E-BC7A-74246586220B}" type="presParOf" srcId="{BE030927-A980-42D4-AD21-A237BC5A7AD8}" destId="{6B634687-3F53-4DF1-A0A9-D1AA4860BE5A}" srcOrd="1" destOrd="0" presId="urn:microsoft.com/office/officeart/2005/8/layout/vList3"/>
    <dgm:cxn modelId="{C9CF9EB0-0F3C-4D9B-B0AC-7E225BE72541}" type="presParOf" srcId="{9D5D5481-F05D-40EB-A2AB-590F130F3F5E}" destId="{8F5A2905-6A99-402F-A15A-8279F0DB08D8}" srcOrd="3" destOrd="0" presId="urn:microsoft.com/office/officeart/2005/8/layout/vList3"/>
    <dgm:cxn modelId="{4545C403-FCA1-4833-A7D6-6D7806EFD9C5}" type="presParOf" srcId="{9D5D5481-F05D-40EB-A2AB-590F130F3F5E}" destId="{A8722E1C-BC6E-4340-B0D6-5BCA37B9F0DF}" srcOrd="4" destOrd="0" presId="urn:microsoft.com/office/officeart/2005/8/layout/vList3"/>
    <dgm:cxn modelId="{17341706-C1B1-4FA8-AA91-7AC0ADCFBB6E}" type="presParOf" srcId="{A8722E1C-BC6E-4340-B0D6-5BCA37B9F0DF}" destId="{3DC119A5-0D9F-4F99-BB2C-5132193B5D97}" srcOrd="0" destOrd="0" presId="urn:microsoft.com/office/officeart/2005/8/layout/vList3"/>
    <dgm:cxn modelId="{DFAB70C6-FCE1-48AF-A0F4-71DA83292A64}" type="presParOf" srcId="{A8722E1C-BC6E-4340-B0D6-5BCA37B9F0DF}" destId="{CA97C92F-78A7-4674-86B0-88B1E4B79B88}" srcOrd="1" destOrd="0" presId="urn:microsoft.com/office/officeart/2005/8/layout/vList3"/>
    <dgm:cxn modelId="{C0BEC7E0-4EE6-45B1-8EA2-74E1E13DB154}" type="presParOf" srcId="{9D5D5481-F05D-40EB-A2AB-590F130F3F5E}" destId="{85F910F9-1F84-4E98-976D-9095ABBDAAA7}" srcOrd="5" destOrd="0" presId="urn:microsoft.com/office/officeart/2005/8/layout/vList3"/>
    <dgm:cxn modelId="{9647AC98-8195-4252-B6F2-12E5561DE5B1}" type="presParOf" srcId="{9D5D5481-F05D-40EB-A2AB-590F130F3F5E}" destId="{43A59825-3647-40F7-9B6F-229641F08D3E}" srcOrd="6" destOrd="0" presId="urn:microsoft.com/office/officeart/2005/8/layout/vList3"/>
    <dgm:cxn modelId="{D3A745A8-8172-4A21-A231-3B89ACE0917B}" type="presParOf" srcId="{43A59825-3647-40F7-9B6F-229641F08D3E}" destId="{49A6E188-08F8-4CDE-B69D-8E8B9985B478}" srcOrd="0" destOrd="0" presId="urn:microsoft.com/office/officeart/2005/8/layout/vList3"/>
    <dgm:cxn modelId="{43E374AB-B092-43ED-A412-E6D27C20B2BC}" type="presParOf" srcId="{43A59825-3647-40F7-9B6F-229641F08D3E}" destId="{C32FD20E-7382-4E6C-B684-709E7D8632B2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7.xml><?xml version="1.0" encoding="utf-8"?>
<dgm:dataModel xmlns:dgm="http://schemas.openxmlformats.org/drawingml/2006/diagram" xmlns:a="http://schemas.openxmlformats.org/drawingml/2006/main">
  <dgm:ptLst>
    <dgm:pt modelId="{36460C1D-9DCF-4108-961E-2D388196CB2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452369C-9A3C-4B64-82DE-E4B09FE44906}">
      <dgm:prSet/>
      <dgm:spPr/>
      <dgm:t>
        <a:bodyPr/>
        <a:lstStyle/>
        <a:p>
          <a:r>
            <a:rPr lang="uk-UA" b="0" i="0"/>
            <a:t>військ Речі Посполитої.</a:t>
          </a:r>
          <a:endParaRPr lang="uk-UA"/>
        </a:p>
      </dgm:t>
    </dgm:pt>
    <dgm:pt modelId="{E717F238-3B97-435E-BE4E-083F0E90F6DB}" type="parTrans" cxnId="{BA04EA91-AFAB-437E-A4AE-44E5A04B2BB9}">
      <dgm:prSet/>
      <dgm:spPr/>
      <dgm:t>
        <a:bodyPr/>
        <a:lstStyle/>
        <a:p>
          <a:endParaRPr lang="uk-UA"/>
        </a:p>
      </dgm:t>
    </dgm:pt>
    <dgm:pt modelId="{CC62D4A9-D4C2-422C-8E69-E3DD38E2FCE7}" type="sibTrans" cxnId="{BA04EA91-AFAB-437E-A4AE-44E5A04B2BB9}">
      <dgm:prSet/>
      <dgm:spPr/>
      <dgm:t>
        <a:bodyPr/>
        <a:lstStyle/>
        <a:p>
          <a:endParaRPr lang="uk-UA"/>
        </a:p>
      </dgm:t>
    </dgm:pt>
    <dgm:pt modelId="{4FDF8192-623A-47B9-999D-4D04D1639190}">
      <dgm:prSet/>
      <dgm:spPr/>
      <dgm:t>
        <a:bodyPr/>
        <a:lstStyle/>
        <a:p>
          <a:r>
            <a:rPr lang="uk-UA" b="0" i="0"/>
            <a:t>армії Османської імперії.</a:t>
          </a:r>
          <a:endParaRPr lang="uk-UA"/>
        </a:p>
      </dgm:t>
    </dgm:pt>
    <dgm:pt modelId="{4FC625F3-6DCB-4CC4-BF86-2F3E24879CDB}" type="parTrans" cxnId="{8E4038B8-B91E-47E2-9725-E74A8D82CECC}">
      <dgm:prSet/>
      <dgm:spPr/>
      <dgm:t>
        <a:bodyPr/>
        <a:lstStyle/>
        <a:p>
          <a:endParaRPr lang="uk-UA"/>
        </a:p>
      </dgm:t>
    </dgm:pt>
    <dgm:pt modelId="{9131D344-3D9F-488F-954B-0E51E758CF72}" type="sibTrans" cxnId="{8E4038B8-B91E-47E2-9725-E74A8D82CECC}">
      <dgm:prSet/>
      <dgm:spPr/>
      <dgm:t>
        <a:bodyPr/>
        <a:lstStyle/>
        <a:p>
          <a:endParaRPr lang="uk-UA"/>
        </a:p>
      </dgm:t>
    </dgm:pt>
    <dgm:pt modelId="{6AADF560-5EA1-475E-89DC-75F71ED8FF6F}">
      <dgm:prSet/>
      <dgm:spPr/>
      <dgm:t>
        <a:bodyPr/>
        <a:lstStyle/>
        <a:p>
          <a:r>
            <a:rPr lang="uk-UA" b="0" i="0"/>
            <a:t>загонів Кримського ханства.</a:t>
          </a:r>
          <a:endParaRPr lang="uk-UA"/>
        </a:p>
      </dgm:t>
    </dgm:pt>
    <dgm:pt modelId="{ACAED63C-519C-418A-89AC-5AF5CF9A124B}" type="parTrans" cxnId="{5333E44E-37BD-40AC-8DB5-C6A9CA51C9CA}">
      <dgm:prSet/>
      <dgm:spPr/>
      <dgm:t>
        <a:bodyPr/>
        <a:lstStyle/>
        <a:p>
          <a:endParaRPr lang="uk-UA"/>
        </a:p>
      </dgm:t>
    </dgm:pt>
    <dgm:pt modelId="{EAD41995-C823-424A-B6AF-5AB5EAB69B28}" type="sibTrans" cxnId="{5333E44E-37BD-40AC-8DB5-C6A9CA51C9CA}">
      <dgm:prSet/>
      <dgm:spPr/>
      <dgm:t>
        <a:bodyPr/>
        <a:lstStyle/>
        <a:p>
          <a:endParaRPr lang="uk-UA"/>
        </a:p>
      </dgm:t>
    </dgm:pt>
    <dgm:pt modelId="{9269A948-5ADF-4D5C-B348-E40F365D0734}">
      <dgm:prSet/>
      <dgm:spPr/>
      <dgm:t>
        <a:bodyPr/>
        <a:lstStyle/>
        <a:p>
          <a:r>
            <a:rPr lang="uk-UA" b="0" i="0"/>
            <a:t>полків Московського царства.</a:t>
          </a:r>
          <a:endParaRPr lang="uk-UA"/>
        </a:p>
      </dgm:t>
    </dgm:pt>
    <dgm:pt modelId="{73F18B6E-197D-4694-8204-0280C9C3C2DD}" type="parTrans" cxnId="{5687AA0C-E647-42B1-8091-DFF6C64AD904}">
      <dgm:prSet/>
      <dgm:spPr/>
      <dgm:t>
        <a:bodyPr/>
        <a:lstStyle/>
        <a:p>
          <a:endParaRPr lang="uk-UA"/>
        </a:p>
      </dgm:t>
    </dgm:pt>
    <dgm:pt modelId="{4AD84CE0-AC21-400E-B997-0280E97B20F6}" type="sibTrans" cxnId="{5687AA0C-E647-42B1-8091-DFF6C64AD904}">
      <dgm:prSet/>
      <dgm:spPr/>
      <dgm:t>
        <a:bodyPr/>
        <a:lstStyle/>
        <a:p>
          <a:endParaRPr lang="uk-UA"/>
        </a:p>
      </dgm:t>
    </dgm:pt>
    <dgm:pt modelId="{DB1A9B91-89DC-435E-9C8F-35F9B776934E}" type="pres">
      <dgm:prSet presAssocID="{36460C1D-9DCF-4108-961E-2D388196CB22}" presName="linear" presStyleCnt="0">
        <dgm:presLayoutVars>
          <dgm:animLvl val="lvl"/>
          <dgm:resizeHandles val="exact"/>
        </dgm:presLayoutVars>
      </dgm:prSet>
      <dgm:spPr/>
    </dgm:pt>
    <dgm:pt modelId="{7CAF4C47-1A51-4BFB-AB0F-F4ECB3BC92C4}" type="pres">
      <dgm:prSet presAssocID="{6452369C-9A3C-4B64-82DE-E4B09FE4490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F805937-4A95-416E-85E6-8658B8618AB6}" type="pres">
      <dgm:prSet presAssocID="{CC62D4A9-D4C2-422C-8E69-E3DD38E2FCE7}" presName="spacer" presStyleCnt="0"/>
      <dgm:spPr/>
    </dgm:pt>
    <dgm:pt modelId="{86418949-FF53-4CD4-AABD-453A0479930A}" type="pres">
      <dgm:prSet presAssocID="{4FDF8192-623A-47B9-999D-4D04D163919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C361E8D-A745-4BE5-907F-F59713E236F4}" type="pres">
      <dgm:prSet presAssocID="{9131D344-3D9F-488F-954B-0E51E758CF72}" presName="spacer" presStyleCnt="0"/>
      <dgm:spPr/>
    </dgm:pt>
    <dgm:pt modelId="{3B027D79-3CFF-4260-8F7E-031C1A201700}" type="pres">
      <dgm:prSet presAssocID="{6AADF560-5EA1-475E-89DC-75F71ED8FF6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755D0E5-0164-4D20-B079-F9F7AC785DDA}" type="pres">
      <dgm:prSet presAssocID="{EAD41995-C823-424A-B6AF-5AB5EAB69B28}" presName="spacer" presStyleCnt="0"/>
      <dgm:spPr/>
    </dgm:pt>
    <dgm:pt modelId="{776D20CA-9AAC-4B6A-A184-A438A1282DE3}" type="pres">
      <dgm:prSet presAssocID="{9269A948-5ADF-4D5C-B348-E40F365D073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687AA0C-E647-42B1-8091-DFF6C64AD904}" srcId="{36460C1D-9DCF-4108-961E-2D388196CB22}" destId="{9269A948-5ADF-4D5C-B348-E40F365D0734}" srcOrd="3" destOrd="0" parTransId="{73F18B6E-197D-4694-8204-0280C9C3C2DD}" sibTransId="{4AD84CE0-AC21-400E-B997-0280E97B20F6}"/>
    <dgm:cxn modelId="{49573A44-8E95-4ABD-ADE2-E5CB0F7BDB87}" type="presOf" srcId="{36460C1D-9DCF-4108-961E-2D388196CB22}" destId="{DB1A9B91-89DC-435E-9C8F-35F9B776934E}" srcOrd="0" destOrd="0" presId="urn:microsoft.com/office/officeart/2005/8/layout/vList2"/>
    <dgm:cxn modelId="{5333E44E-37BD-40AC-8DB5-C6A9CA51C9CA}" srcId="{36460C1D-9DCF-4108-961E-2D388196CB22}" destId="{6AADF560-5EA1-475E-89DC-75F71ED8FF6F}" srcOrd="2" destOrd="0" parTransId="{ACAED63C-519C-418A-89AC-5AF5CF9A124B}" sibTransId="{EAD41995-C823-424A-B6AF-5AB5EAB69B28}"/>
    <dgm:cxn modelId="{9EEF6975-5007-47C3-8F1B-7541B2C1F0E7}" type="presOf" srcId="{4FDF8192-623A-47B9-999D-4D04D1639190}" destId="{86418949-FF53-4CD4-AABD-453A0479930A}" srcOrd="0" destOrd="0" presId="urn:microsoft.com/office/officeart/2005/8/layout/vList2"/>
    <dgm:cxn modelId="{BA04EA91-AFAB-437E-A4AE-44E5A04B2BB9}" srcId="{36460C1D-9DCF-4108-961E-2D388196CB22}" destId="{6452369C-9A3C-4B64-82DE-E4B09FE44906}" srcOrd="0" destOrd="0" parTransId="{E717F238-3B97-435E-BE4E-083F0E90F6DB}" sibTransId="{CC62D4A9-D4C2-422C-8E69-E3DD38E2FCE7}"/>
    <dgm:cxn modelId="{B08ACD92-6D9C-44C7-97F1-51AF24989A3A}" type="presOf" srcId="{9269A948-5ADF-4D5C-B348-E40F365D0734}" destId="{776D20CA-9AAC-4B6A-A184-A438A1282DE3}" srcOrd="0" destOrd="0" presId="urn:microsoft.com/office/officeart/2005/8/layout/vList2"/>
    <dgm:cxn modelId="{ECBD96A3-1DC6-4DE4-82E3-D119D3278B7A}" type="presOf" srcId="{6452369C-9A3C-4B64-82DE-E4B09FE44906}" destId="{7CAF4C47-1A51-4BFB-AB0F-F4ECB3BC92C4}" srcOrd="0" destOrd="0" presId="urn:microsoft.com/office/officeart/2005/8/layout/vList2"/>
    <dgm:cxn modelId="{8E4038B8-B91E-47E2-9725-E74A8D82CECC}" srcId="{36460C1D-9DCF-4108-961E-2D388196CB22}" destId="{4FDF8192-623A-47B9-999D-4D04D1639190}" srcOrd="1" destOrd="0" parTransId="{4FC625F3-6DCB-4CC4-BF86-2F3E24879CDB}" sibTransId="{9131D344-3D9F-488F-954B-0E51E758CF72}"/>
    <dgm:cxn modelId="{A37C55E3-26DD-45D2-A208-8F1896BC1280}" type="presOf" srcId="{6AADF560-5EA1-475E-89DC-75F71ED8FF6F}" destId="{3B027D79-3CFF-4260-8F7E-031C1A201700}" srcOrd="0" destOrd="0" presId="urn:microsoft.com/office/officeart/2005/8/layout/vList2"/>
    <dgm:cxn modelId="{AFBA8BCB-12F8-448C-AFB3-A4C1A1D4EDA0}" type="presParOf" srcId="{DB1A9B91-89DC-435E-9C8F-35F9B776934E}" destId="{7CAF4C47-1A51-4BFB-AB0F-F4ECB3BC92C4}" srcOrd="0" destOrd="0" presId="urn:microsoft.com/office/officeart/2005/8/layout/vList2"/>
    <dgm:cxn modelId="{F74AB5E4-ACAB-4DDF-AFC9-73C3FE0F61F4}" type="presParOf" srcId="{DB1A9B91-89DC-435E-9C8F-35F9B776934E}" destId="{4F805937-4A95-416E-85E6-8658B8618AB6}" srcOrd="1" destOrd="0" presId="urn:microsoft.com/office/officeart/2005/8/layout/vList2"/>
    <dgm:cxn modelId="{4CB9FBC5-65EF-4DFC-9A6C-CACACB198B38}" type="presParOf" srcId="{DB1A9B91-89DC-435E-9C8F-35F9B776934E}" destId="{86418949-FF53-4CD4-AABD-453A0479930A}" srcOrd="2" destOrd="0" presId="urn:microsoft.com/office/officeart/2005/8/layout/vList2"/>
    <dgm:cxn modelId="{669C12B3-39F3-4916-95E7-5913272861C6}" type="presParOf" srcId="{DB1A9B91-89DC-435E-9C8F-35F9B776934E}" destId="{9C361E8D-A745-4BE5-907F-F59713E236F4}" srcOrd="3" destOrd="0" presId="urn:microsoft.com/office/officeart/2005/8/layout/vList2"/>
    <dgm:cxn modelId="{0825CF4B-AEDB-4036-927E-46776C728962}" type="presParOf" srcId="{DB1A9B91-89DC-435E-9C8F-35F9B776934E}" destId="{3B027D79-3CFF-4260-8F7E-031C1A201700}" srcOrd="4" destOrd="0" presId="urn:microsoft.com/office/officeart/2005/8/layout/vList2"/>
    <dgm:cxn modelId="{D8724D74-968E-4D37-8733-655D21E4640D}" type="presParOf" srcId="{DB1A9B91-89DC-435E-9C8F-35F9B776934E}" destId="{B755D0E5-0164-4D20-B079-F9F7AC785DDA}" srcOrd="5" destOrd="0" presId="urn:microsoft.com/office/officeart/2005/8/layout/vList2"/>
    <dgm:cxn modelId="{A8B88961-12FD-49CD-96DB-B8CEE910DC55}" type="presParOf" srcId="{DB1A9B91-89DC-435E-9C8F-35F9B776934E}" destId="{776D20CA-9AAC-4B6A-A184-A438A1282DE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8.xml><?xml version="1.0" encoding="utf-8"?>
<dgm:dataModel xmlns:dgm="http://schemas.openxmlformats.org/drawingml/2006/diagram" xmlns:a="http://schemas.openxmlformats.org/drawingml/2006/main">
  <dgm:ptLst>
    <dgm:pt modelId="{1FA1BF4E-BF67-40DC-8B48-E79CD13B492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C5F7A8D-3227-4370-B88D-3890A88B6A95}">
      <dgm:prSet/>
      <dgm:spPr/>
      <dgm:t>
        <a:bodyPr/>
        <a:lstStyle/>
        <a:p>
          <a:r>
            <a:rPr lang="ru-RU" b="0" i="0"/>
            <a:t>доби «Руїни»</a:t>
          </a:r>
          <a:endParaRPr lang="uk-UA"/>
        </a:p>
      </dgm:t>
    </dgm:pt>
    <dgm:pt modelId="{EFE64E25-B5DC-4871-9EB2-0945062764C5}" type="parTrans" cxnId="{2810CCB5-D9BB-43E4-80D7-72E8E42B2BF8}">
      <dgm:prSet/>
      <dgm:spPr/>
      <dgm:t>
        <a:bodyPr/>
        <a:lstStyle/>
        <a:p>
          <a:endParaRPr lang="uk-UA"/>
        </a:p>
      </dgm:t>
    </dgm:pt>
    <dgm:pt modelId="{00DD5B92-CDFB-4184-9A12-BA230378F3FC}" type="sibTrans" cxnId="{2810CCB5-D9BB-43E4-80D7-72E8E42B2BF8}">
      <dgm:prSet/>
      <dgm:spPr/>
      <dgm:t>
        <a:bodyPr/>
        <a:lstStyle/>
        <a:p>
          <a:endParaRPr lang="uk-UA"/>
        </a:p>
      </dgm:t>
    </dgm:pt>
    <dgm:pt modelId="{6BDE6F5E-0A65-422F-96A7-7F9919253EE1}">
      <dgm:prSet/>
      <dgm:spPr/>
      <dgm:t>
        <a:bodyPr/>
        <a:lstStyle/>
        <a:p>
          <a:r>
            <a:rPr lang="ru-RU" b="0" i="0"/>
            <a:t>московсько-литовських війн</a:t>
          </a:r>
          <a:endParaRPr lang="uk-UA"/>
        </a:p>
      </dgm:t>
    </dgm:pt>
    <dgm:pt modelId="{A9D82671-73F5-4151-B07A-F17AAA07DDC3}" type="parTrans" cxnId="{36E6D1FD-6BCD-4D12-8852-BBC2A280FEC1}">
      <dgm:prSet/>
      <dgm:spPr/>
      <dgm:t>
        <a:bodyPr/>
        <a:lstStyle/>
        <a:p>
          <a:endParaRPr lang="uk-UA"/>
        </a:p>
      </dgm:t>
    </dgm:pt>
    <dgm:pt modelId="{6C3EE456-614B-4664-B0B3-514A302CA3DA}" type="sibTrans" cxnId="{36E6D1FD-6BCD-4D12-8852-BBC2A280FEC1}">
      <dgm:prSet/>
      <dgm:spPr/>
      <dgm:t>
        <a:bodyPr/>
        <a:lstStyle/>
        <a:p>
          <a:endParaRPr lang="uk-UA"/>
        </a:p>
      </dgm:t>
    </dgm:pt>
    <dgm:pt modelId="{7BE54C45-3678-4B67-B630-B1E8CCA9E46C}">
      <dgm:prSet/>
      <dgm:spPr/>
      <dgm:t>
        <a:bodyPr/>
        <a:lstStyle/>
        <a:p>
          <a:r>
            <a:rPr lang="ru-RU" b="0" i="0"/>
            <a:t>Національно-визвольної війни</a:t>
          </a:r>
          <a:endParaRPr lang="uk-UA"/>
        </a:p>
      </dgm:t>
    </dgm:pt>
    <dgm:pt modelId="{2452107A-9664-4EC3-9BE3-E8FD7ED44E1D}" type="parTrans" cxnId="{2C9CC3E8-696A-48A7-946B-83F411ED7A94}">
      <dgm:prSet/>
      <dgm:spPr/>
      <dgm:t>
        <a:bodyPr/>
        <a:lstStyle/>
        <a:p>
          <a:endParaRPr lang="uk-UA"/>
        </a:p>
      </dgm:t>
    </dgm:pt>
    <dgm:pt modelId="{7CA54E6C-A8FE-42E3-97DD-236F546586EE}" type="sibTrans" cxnId="{2C9CC3E8-696A-48A7-946B-83F411ED7A94}">
      <dgm:prSet/>
      <dgm:spPr/>
      <dgm:t>
        <a:bodyPr/>
        <a:lstStyle/>
        <a:p>
          <a:endParaRPr lang="uk-UA"/>
        </a:p>
      </dgm:t>
    </dgm:pt>
    <dgm:pt modelId="{2369E248-9FB7-4BF2-8130-E5D422822CD9}">
      <dgm:prSet/>
      <dgm:spPr/>
      <dgm:t>
        <a:bodyPr/>
        <a:lstStyle/>
        <a:p>
          <a:r>
            <a:rPr lang="ru-RU" b="0" i="0"/>
            <a:t>доби «героїчних походів» козацтва</a:t>
          </a:r>
          <a:endParaRPr lang="uk-UA"/>
        </a:p>
      </dgm:t>
    </dgm:pt>
    <dgm:pt modelId="{55C3DBA3-013D-4A59-9CAE-A7EFE20EF200}" type="parTrans" cxnId="{AE1901FC-6859-45A8-8247-8FF3799022DA}">
      <dgm:prSet/>
      <dgm:spPr/>
      <dgm:t>
        <a:bodyPr/>
        <a:lstStyle/>
        <a:p>
          <a:endParaRPr lang="uk-UA"/>
        </a:p>
      </dgm:t>
    </dgm:pt>
    <dgm:pt modelId="{D010D01F-DA0F-4463-9463-8A6DCCB85D83}" type="sibTrans" cxnId="{AE1901FC-6859-45A8-8247-8FF3799022DA}">
      <dgm:prSet/>
      <dgm:spPr/>
      <dgm:t>
        <a:bodyPr/>
        <a:lstStyle/>
        <a:p>
          <a:endParaRPr lang="uk-UA"/>
        </a:p>
      </dgm:t>
    </dgm:pt>
    <dgm:pt modelId="{3F8CB9F6-E23E-4C13-AC11-47E526C1933C}" type="pres">
      <dgm:prSet presAssocID="{1FA1BF4E-BF67-40DC-8B48-E79CD13B4928}" presName="linear" presStyleCnt="0">
        <dgm:presLayoutVars>
          <dgm:animLvl val="lvl"/>
          <dgm:resizeHandles val="exact"/>
        </dgm:presLayoutVars>
      </dgm:prSet>
      <dgm:spPr/>
    </dgm:pt>
    <dgm:pt modelId="{9D7946F2-0AB2-4A87-8CB3-12CEF2A36029}" type="pres">
      <dgm:prSet presAssocID="{6C5F7A8D-3227-4370-B88D-3890A88B6A9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6E701F3-445E-443A-A00D-E77A2A79554A}" type="pres">
      <dgm:prSet presAssocID="{00DD5B92-CDFB-4184-9A12-BA230378F3FC}" presName="spacer" presStyleCnt="0"/>
      <dgm:spPr/>
    </dgm:pt>
    <dgm:pt modelId="{B89AD7AD-0AB7-497F-AFA1-2666D81D39BD}" type="pres">
      <dgm:prSet presAssocID="{6BDE6F5E-0A65-422F-96A7-7F9919253EE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2C09929-28DE-4C6A-A626-00FCD08BDCC3}" type="pres">
      <dgm:prSet presAssocID="{6C3EE456-614B-4664-B0B3-514A302CA3DA}" presName="spacer" presStyleCnt="0"/>
      <dgm:spPr/>
    </dgm:pt>
    <dgm:pt modelId="{DEFC4944-7351-49BC-ABB9-146A4F124B79}" type="pres">
      <dgm:prSet presAssocID="{7BE54C45-3678-4B67-B630-B1E8CCA9E46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96E30CC-81E9-460F-BD4E-796C8F21A3D3}" type="pres">
      <dgm:prSet presAssocID="{7CA54E6C-A8FE-42E3-97DD-236F546586EE}" presName="spacer" presStyleCnt="0"/>
      <dgm:spPr/>
    </dgm:pt>
    <dgm:pt modelId="{C56AE522-F5FA-40F8-AF84-8EA597A684DD}" type="pres">
      <dgm:prSet presAssocID="{2369E248-9FB7-4BF2-8130-E5D422822CD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F26C608-6F7F-46C1-86E1-6CF6F1F2507F}" type="presOf" srcId="{2369E248-9FB7-4BF2-8130-E5D422822CD9}" destId="{C56AE522-F5FA-40F8-AF84-8EA597A684DD}" srcOrd="0" destOrd="0" presId="urn:microsoft.com/office/officeart/2005/8/layout/vList2"/>
    <dgm:cxn modelId="{51F7DD20-FDDE-40DE-9ACF-D3FA94A77452}" type="presOf" srcId="{6BDE6F5E-0A65-422F-96A7-7F9919253EE1}" destId="{B89AD7AD-0AB7-497F-AFA1-2666D81D39BD}" srcOrd="0" destOrd="0" presId="urn:microsoft.com/office/officeart/2005/8/layout/vList2"/>
    <dgm:cxn modelId="{5867CE7A-B0F7-4BC5-BE77-3B4DBC50C2B9}" type="presOf" srcId="{6C5F7A8D-3227-4370-B88D-3890A88B6A95}" destId="{9D7946F2-0AB2-4A87-8CB3-12CEF2A36029}" srcOrd="0" destOrd="0" presId="urn:microsoft.com/office/officeart/2005/8/layout/vList2"/>
    <dgm:cxn modelId="{B5D8138C-768C-4D7B-8021-28A842835A65}" type="presOf" srcId="{7BE54C45-3678-4B67-B630-B1E8CCA9E46C}" destId="{DEFC4944-7351-49BC-ABB9-146A4F124B79}" srcOrd="0" destOrd="0" presId="urn:microsoft.com/office/officeart/2005/8/layout/vList2"/>
    <dgm:cxn modelId="{2810CCB5-D9BB-43E4-80D7-72E8E42B2BF8}" srcId="{1FA1BF4E-BF67-40DC-8B48-E79CD13B4928}" destId="{6C5F7A8D-3227-4370-B88D-3890A88B6A95}" srcOrd="0" destOrd="0" parTransId="{EFE64E25-B5DC-4871-9EB2-0945062764C5}" sibTransId="{00DD5B92-CDFB-4184-9A12-BA230378F3FC}"/>
    <dgm:cxn modelId="{2C9CC3E8-696A-48A7-946B-83F411ED7A94}" srcId="{1FA1BF4E-BF67-40DC-8B48-E79CD13B4928}" destId="{7BE54C45-3678-4B67-B630-B1E8CCA9E46C}" srcOrd="2" destOrd="0" parTransId="{2452107A-9664-4EC3-9BE3-E8FD7ED44E1D}" sibTransId="{7CA54E6C-A8FE-42E3-97DD-236F546586EE}"/>
    <dgm:cxn modelId="{3CB2A2ED-F540-4329-A8B7-9762A8C14EA4}" type="presOf" srcId="{1FA1BF4E-BF67-40DC-8B48-E79CD13B4928}" destId="{3F8CB9F6-E23E-4C13-AC11-47E526C1933C}" srcOrd="0" destOrd="0" presId="urn:microsoft.com/office/officeart/2005/8/layout/vList2"/>
    <dgm:cxn modelId="{AE1901FC-6859-45A8-8247-8FF3799022DA}" srcId="{1FA1BF4E-BF67-40DC-8B48-E79CD13B4928}" destId="{2369E248-9FB7-4BF2-8130-E5D422822CD9}" srcOrd="3" destOrd="0" parTransId="{55C3DBA3-013D-4A59-9CAE-A7EFE20EF200}" sibTransId="{D010D01F-DA0F-4463-9463-8A6DCCB85D83}"/>
    <dgm:cxn modelId="{36E6D1FD-6BCD-4D12-8852-BBC2A280FEC1}" srcId="{1FA1BF4E-BF67-40DC-8B48-E79CD13B4928}" destId="{6BDE6F5E-0A65-422F-96A7-7F9919253EE1}" srcOrd="1" destOrd="0" parTransId="{A9D82671-73F5-4151-B07A-F17AAA07DDC3}" sibTransId="{6C3EE456-614B-4664-B0B3-514A302CA3DA}"/>
    <dgm:cxn modelId="{7AF79A08-590A-4763-A005-7981105B6CAA}" type="presParOf" srcId="{3F8CB9F6-E23E-4C13-AC11-47E526C1933C}" destId="{9D7946F2-0AB2-4A87-8CB3-12CEF2A36029}" srcOrd="0" destOrd="0" presId="urn:microsoft.com/office/officeart/2005/8/layout/vList2"/>
    <dgm:cxn modelId="{F8F33AAC-A63F-4F78-98E3-38726E02A1E3}" type="presParOf" srcId="{3F8CB9F6-E23E-4C13-AC11-47E526C1933C}" destId="{E6E701F3-445E-443A-A00D-E77A2A79554A}" srcOrd="1" destOrd="0" presId="urn:microsoft.com/office/officeart/2005/8/layout/vList2"/>
    <dgm:cxn modelId="{5B9BEA35-86A5-4792-A3E7-20D30424D62A}" type="presParOf" srcId="{3F8CB9F6-E23E-4C13-AC11-47E526C1933C}" destId="{B89AD7AD-0AB7-497F-AFA1-2666D81D39BD}" srcOrd="2" destOrd="0" presId="urn:microsoft.com/office/officeart/2005/8/layout/vList2"/>
    <dgm:cxn modelId="{5FCAA930-EFEB-4BA1-963F-7E4FB7D4AFCB}" type="presParOf" srcId="{3F8CB9F6-E23E-4C13-AC11-47E526C1933C}" destId="{72C09929-28DE-4C6A-A626-00FCD08BDCC3}" srcOrd="3" destOrd="0" presId="urn:microsoft.com/office/officeart/2005/8/layout/vList2"/>
    <dgm:cxn modelId="{30FFDE7D-A2CC-4D91-B988-8130F53DD1B9}" type="presParOf" srcId="{3F8CB9F6-E23E-4C13-AC11-47E526C1933C}" destId="{DEFC4944-7351-49BC-ABB9-146A4F124B79}" srcOrd="4" destOrd="0" presId="urn:microsoft.com/office/officeart/2005/8/layout/vList2"/>
    <dgm:cxn modelId="{40C2A95C-1AF8-4858-B65F-1CF456DCB98A}" type="presParOf" srcId="{3F8CB9F6-E23E-4C13-AC11-47E526C1933C}" destId="{796E30CC-81E9-460F-BD4E-796C8F21A3D3}" srcOrd="5" destOrd="0" presId="urn:microsoft.com/office/officeart/2005/8/layout/vList2"/>
    <dgm:cxn modelId="{3CB14767-8FC9-474C-88AF-69DF8C62DEBD}" type="presParOf" srcId="{3F8CB9F6-E23E-4C13-AC11-47E526C1933C}" destId="{C56AE522-F5FA-40F8-AF84-8EA597A684D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9.xml><?xml version="1.0" encoding="utf-8"?>
<dgm:dataModel xmlns:dgm="http://schemas.openxmlformats.org/drawingml/2006/diagram" xmlns:a="http://schemas.openxmlformats.org/drawingml/2006/main">
  <dgm:ptLst>
    <dgm:pt modelId="{A2BD91BA-E2EB-4579-B0B4-F05C6C0D8B7E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857FE83-82DC-42F2-A7F0-D900D3E5C714}">
      <dgm:prSet/>
      <dgm:spPr/>
      <dgm:t>
        <a:bodyPr/>
        <a:lstStyle/>
        <a:p>
          <a:r>
            <a:rPr lang="uk-UA" b="0" i="0"/>
            <a:t>Пилявецька</a:t>
          </a:r>
          <a:endParaRPr lang="uk-UA"/>
        </a:p>
      </dgm:t>
    </dgm:pt>
    <dgm:pt modelId="{6023926F-FE10-42F0-929A-F7BA7093CCD1}" type="parTrans" cxnId="{AFFE293F-2D6A-4C70-8010-DADEF008D43B}">
      <dgm:prSet/>
      <dgm:spPr/>
      <dgm:t>
        <a:bodyPr/>
        <a:lstStyle/>
        <a:p>
          <a:endParaRPr lang="uk-UA"/>
        </a:p>
      </dgm:t>
    </dgm:pt>
    <dgm:pt modelId="{BEE4774F-2C11-45B9-83E4-B7D1D3C0C464}" type="sibTrans" cxnId="{AFFE293F-2D6A-4C70-8010-DADEF008D43B}">
      <dgm:prSet/>
      <dgm:spPr/>
      <dgm:t>
        <a:bodyPr/>
        <a:lstStyle/>
        <a:p>
          <a:endParaRPr lang="uk-UA"/>
        </a:p>
      </dgm:t>
    </dgm:pt>
    <dgm:pt modelId="{A2B00B3A-B7F2-483D-B332-FD91B8D1F5A4}">
      <dgm:prSet/>
      <dgm:spPr/>
      <dgm:t>
        <a:bodyPr/>
        <a:lstStyle/>
        <a:p>
          <a:r>
            <a:rPr lang="uk-UA" b="0" i="0"/>
            <a:t>Зборівська</a:t>
          </a:r>
          <a:endParaRPr lang="uk-UA"/>
        </a:p>
      </dgm:t>
    </dgm:pt>
    <dgm:pt modelId="{9854A0E6-C89C-4E1B-8C15-7ED5245052D9}" type="parTrans" cxnId="{62741255-677E-4FDA-AD05-BE88BE2B1EB3}">
      <dgm:prSet/>
      <dgm:spPr/>
      <dgm:t>
        <a:bodyPr/>
        <a:lstStyle/>
        <a:p>
          <a:endParaRPr lang="uk-UA"/>
        </a:p>
      </dgm:t>
    </dgm:pt>
    <dgm:pt modelId="{95DA8400-0514-43F1-9D23-841E9953D5E7}" type="sibTrans" cxnId="{62741255-677E-4FDA-AD05-BE88BE2B1EB3}">
      <dgm:prSet/>
      <dgm:spPr/>
      <dgm:t>
        <a:bodyPr/>
        <a:lstStyle/>
        <a:p>
          <a:endParaRPr lang="uk-UA"/>
        </a:p>
      </dgm:t>
    </dgm:pt>
    <dgm:pt modelId="{355731DA-131A-4971-BAB3-127CBA7DE4DF}">
      <dgm:prSet/>
      <dgm:spPr/>
      <dgm:t>
        <a:bodyPr/>
        <a:lstStyle/>
        <a:p>
          <a:r>
            <a:rPr lang="uk-UA" b="0" i="0"/>
            <a:t>Берестецька</a:t>
          </a:r>
          <a:endParaRPr lang="uk-UA"/>
        </a:p>
      </dgm:t>
    </dgm:pt>
    <dgm:pt modelId="{96015ED0-1829-44C9-B2CD-743B53A9AA96}" type="parTrans" cxnId="{54B5EB9F-0442-4035-9890-0DAB84772B1B}">
      <dgm:prSet/>
      <dgm:spPr/>
      <dgm:t>
        <a:bodyPr/>
        <a:lstStyle/>
        <a:p>
          <a:endParaRPr lang="uk-UA"/>
        </a:p>
      </dgm:t>
    </dgm:pt>
    <dgm:pt modelId="{3E5F48FE-27F0-4EAC-A0F0-AF18B2AF650D}" type="sibTrans" cxnId="{54B5EB9F-0442-4035-9890-0DAB84772B1B}">
      <dgm:prSet/>
      <dgm:spPr/>
      <dgm:t>
        <a:bodyPr/>
        <a:lstStyle/>
        <a:p>
          <a:endParaRPr lang="uk-UA"/>
        </a:p>
      </dgm:t>
    </dgm:pt>
    <dgm:pt modelId="{371A8A14-5E83-45D7-91B6-114CFD7070BD}">
      <dgm:prSet/>
      <dgm:spPr/>
      <dgm:t>
        <a:bodyPr/>
        <a:lstStyle/>
        <a:p>
          <a:r>
            <a:rPr lang="uk-UA" b="0" i="0"/>
            <a:t>Батозька</a:t>
          </a:r>
          <a:endParaRPr lang="uk-UA"/>
        </a:p>
      </dgm:t>
    </dgm:pt>
    <dgm:pt modelId="{B20A6344-758D-48CF-9284-912490468918}" type="parTrans" cxnId="{FE7D5B32-70A6-455A-9B79-8B664548B825}">
      <dgm:prSet/>
      <dgm:spPr/>
      <dgm:t>
        <a:bodyPr/>
        <a:lstStyle/>
        <a:p>
          <a:endParaRPr lang="uk-UA"/>
        </a:p>
      </dgm:t>
    </dgm:pt>
    <dgm:pt modelId="{014D6EA1-BD4E-4C67-8FF7-29463B926772}" type="sibTrans" cxnId="{FE7D5B32-70A6-455A-9B79-8B664548B825}">
      <dgm:prSet/>
      <dgm:spPr/>
      <dgm:t>
        <a:bodyPr/>
        <a:lstStyle/>
        <a:p>
          <a:endParaRPr lang="uk-UA"/>
        </a:p>
      </dgm:t>
    </dgm:pt>
    <dgm:pt modelId="{5110808C-3161-4F4B-8203-F296661279F1}" type="pres">
      <dgm:prSet presAssocID="{A2BD91BA-E2EB-4579-B0B4-F05C6C0D8B7E}" presName="Name0" presStyleCnt="0">
        <dgm:presLayoutVars>
          <dgm:chMax val="7"/>
          <dgm:chPref val="7"/>
          <dgm:dir/>
        </dgm:presLayoutVars>
      </dgm:prSet>
      <dgm:spPr/>
    </dgm:pt>
    <dgm:pt modelId="{3E066D9A-954E-40E6-8BD1-BEA81204A48F}" type="pres">
      <dgm:prSet presAssocID="{A2BD91BA-E2EB-4579-B0B4-F05C6C0D8B7E}" presName="Name1" presStyleCnt="0"/>
      <dgm:spPr/>
    </dgm:pt>
    <dgm:pt modelId="{9543CC33-3D8A-4D16-9B58-DBB698897BEA}" type="pres">
      <dgm:prSet presAssocID="{A2BD91BA-E2EB-4579-B0B4-F05C6C0D8B7E}" presName="cycle" presStyleCnt="0"/>
      <dgm:spPr/>
    </dgm:pt>
    <dgm:pt modelId="{6C5C8922-9552-42F6-B0E0-E05E7442A8FD}" type="pres">
      <dgm:prSet presAssocID="{A2BD91BA-E2EB-4579-B0B4-F05C6C0D8B7E}" presName="srcNode" presStyleLbl="node1" presStyleIdx="0" presStyleCnt="4"/>
      <dgm:spPr/>
    </dgm:pt>
    <dgm:pt modelId="{67918F80-9D17-453F-A448-32E3DB0827A6}" type="pres">
      <dgm:prSet presAssocID="{A2BD91BA-E2EB-4579-B0B4-F05C6C0D8B7E}" presName="conn" presStyleLbl="parChTrans1D2" presStyleIdx="0" presStyleCnt="1"/>
      <dgm:spPr/>
    </dgm:pt>
    <dgm:pt modelId="{7296FE30-0512-4823-9695-E9B3B354160D}" type="pres">
      <dgm:prSet presAssocID="{A2BD91BA-E2EB-4579-B0B4-F05C6C0D8B7E}" presName="extraNode" presStyleLbl="node1" presStyleIdx="0" presStyleCnt="4"/>
      <dgm:spPr/>
    </dgm:pt>
    <dgm:pt modelId="{2DEE6C63-8A4C-4653-9E5D-40A059DD491C}" type="pres">
      <dgm:prSet presAssocID="{A2BD91BA-E2EB-4579-B0B4-F05C6C0D8B7E}" presName="dstNode" presStyleLbl="node1" presStyleIdx="0" presStyleCnt="4"/>
      <dgm:spPr/>
    </dgm:pt>
    <dgm:pt modelId="{E470C1E4-AFC6-4EBA-897B-07E5ED9DCB09}" type="pres">
      <dgm:prSet presAssocID="{0857FE83-82DC-42F2-A7F0-D900D3E5C714}" presName="text_1" presStyleLbl="node1" presStyleIdx="0" presStyleCnt="4">
        <dgm:presLayoutVars>
          <dgm:bulletEnabled val="1"/>
        </dgm:presLayoutVars>
      </dgm:prSet>
      <dgm:spPr/>
    </dgm:pt>
    <dgm:pt modelId="{6096F0BB-557D-4E7E-A5D5-86D999130CB4}" type="pres">
      <dgm:prSet presAssocID="{0857FE83-82DC-42F2-A7F0-D900D3E5C714}" presName="accent_1" presStyleCnt="0"/>
      <dgm:spPr/>
    </dgm:pt>
    <dgm:pt modelId="{16314D14-8425-483C-AA6C-2546FBBF38C4}" type="pres">
      <dgm:prSet presAssocID="{0857FE83-82DC-42F2-A7F0-D900D3E5C714}" presName="accentRepeatNode" presStyleLbl="solidFgAcc1" presStyleIdx="0" presStyleCnt="4"/>
      <dgm:spPr/>
    </dgm:pt>
    <dgm:pt modelId="{7F6AC5AE-73E3-4A82-9020-72023FED859F}" type="pres">
      <dgm:prSet presAssocID="{A2B00B3A-B7F2-483D-B332-FD91B8D1F5A4}" presName="text_2" presStyleLbl="node1" presStyleIdx="1" presStyleCnt="4">
        <dgm:presLayoutVars>
          <dgm:bulletEnabled val="1"/>
        </dgm:presLayoutVars>
      </dgm:prSet>
      <dgm:spPr/>
    </dgm:pt>
    <dgm:pt modelId="{C35B11B5-DB5B-43DF-9047-153F49E12EDD}" type="pres">
      <dgm:prSet presAssocID="{A2B00B3A-B7F2-483D-B332-FD91B8D1F5A4}" presName="accent_2" presStyleCnt="0"/>
      <dgm:spPr/>
    </dgm:pt>
    <dgm:pt modelId="{0760019E-3E2D-4FFC-B7AE-93820ED471E2}" type="pres">
      <dgm:prSet presAssocID="{A2B00B3A-B7F2-483D-B332-FD91B8D1F5A4}" presName="accentRepeatNode" presStyleLbl="solidFgAcc1" presStyleIdx="1" presStyleCnt="4"/>
      <dgm:spPr/>
    </dgm:pt>
    <dgm:pt modelId="{B5E35AE6-6529-4CD0-9DA8-B837643A1121}" type="pres">
      <dgm:prSet presAssocID="{355731DA-131A-4971-BAB3-127CBA7DE4DF}" presName="text_3" presStyleLbl="node1" presStyleIdx="2" presStyleCnt="4">
        <dgm:presLayoutVars>
          <dgm:bulletEnabled val="1"/>
        </dgm:presLayoutVars>
      </dgm:prSet>
      <dgm:spPr/>
    </dgm:pt>
    <dgm:pt modelId="{4FD72E68-16F4-46DA-9AB8-00C81B7656A4}" type="pres">
      <dgm:prSet presAssocID="{355731DA-131A-4971-BAB3-127CBA7DE4DF}" presName="accent_3" presStyleCnt="0"/>
      <dgm:spPr/>
    </dgm:pt>
    <dgm:pt modelId="{C9509F45-206D-4A25-B3B7-2588F049C8CA}" type="pres">
      <dgm:prSet presAssocID="{355731DA-131A-4971-BAB3-127CBA7DE4DF}" presName="accentRepeatNode" presStyleLbl="solidFgAcc1" presStyleIdx="2" presStyleCnt="4"/>
      <dgm:spPr/>
    </dgm:pt>
    <dgm:pt modelId="{CAEB8713-1C4B-4C3F-AD5B-A20AEB719A4E}" type="pres">
      <dgm:prSet presAssocID="{371A8A14-5E83-45D7-91B6-114CFD7070BD}" presName="text_4" presStyleLbl="node1" presStyleIdx="3" presStyleCnt="4">
        <dgm:presLayoutVars>
          <dgm:bulletEnabled val="1"/>
        </dgm:presLayoutVars>
      </dgm:prSet>
      <dgm:spPr/>
    </dgm:pt>
    <dgm:pt modelId="{ABD0E50A-ACF1-4AAD-BA7B-42F511AEB7E4}" type="pres">
      <dgm:prSet presAssocID="{371A8A14-5E83-45D7-91B6-114CFD7070BD}" presName="accent_4" presStyleCnt="0"/>
      <dgm:spPr/>
    </dgm:pt>
    <dgm:pt modelId="{C4D51E14-CE72-461A-8ECD-1BB153C10FE8}" type="pres">
      <dgm:prSet presAssocID="{371A8A14-5E83-45D7-91B6-114CFD7070BD}" presName="accentRepeatNode" presStyleLbl="solidFgAcc1" presStyleIdx="3" presStyleCnt="4"/>
      <dgm:spPr/>
    </dgm:pt>
  </dgm:ptLst>
  <dgm:cxnLst>
    <dgm:cxn modelId="{3DAA3C32-9442-425F-B297-38BD47504EF6}" type="presOf" srcId="{BEE4774F-2C11-45B9-83E4-B7D1D3C0C464}" destId="{67918F80-9D17-453F-A448-32E3DB0827A6}" srcOrd="0" destOrd="0" presId="urn:microsoft.com/office/officeart/2008/layout/VerticalCurvedList"/>
    <dgm:cxn modelId="{FE7D5B32-70A6-455A-9B79-8B664548B825}" srcId="{A2BD91BA-E2EB-4579-B0B4-F05C6C0D8B7E}" destId="{371A8A14-5E83-45D7-91B6-114CFD7070BD}" srcOrd="3" destOrd="0" parTransId="{B20A6344-758D-48CF-9284-912490468918}" sibTransId="{014D6EA1-BD4E-4C67-8FF7-29463B926772}"/>
    <dgm:cxn modelId="{AFFE293F-2D6A-4C70-8010-DADEF008D43B}" srcId="{A2BD91BA-E2EB-4579-B0B4-F05C6C0D8B7E}" destId="{0857FE83-82DC-42F2-A7F0-D900D3E5C714}" srcOrd="0" destOrd="0" parTransId="{6023926F-FE10-42F0-929A-F7BA7093CCD1}" sibTransId="{BEE4774F-2C11-45B9-83E4-B7D1D3C0C464}"/>
    <dgm:cxn modelId="{62741255-677E-4FDA-AD05-BE88BE2B1EB3}" srcId="{A2BD91BA-E2EB-4579-B0B4-F05C6C0D8B7E}" destId="{A2B00B3A-B7F2-483D-B332-FD91B8D1F5A4}" srcOrd="1" destOrd="0" parTransId="{9854A0E6-C89C-4E1B-8C15-7ED5245052D9}" sibTransId="{95DA8400-0514-43F1-9D23-841E9953D5E7}"/>
    <dgm:cxn modelId="{54B5EB9F-0442-4035-9890-0DAB84772B1B}" srcId="{A2BD91BA-E2EB-4579-B0B4-F05C6C0D8B7E}" destId="{355731DA-131A-4971-BAB3-127CBA7DE4DF}" srcOrd="2" destOrd="0" parTransId="{96015ED0-1829-44C9-B2CD-743B53A9AA96}" sibTransId="{3E5F48FE-27F0-4EAC-A0F0-AF18B2AF650D}"/>
    <dgm:cxn modelId="{487D49AD-4E87-4B19-A9AD-14904CC7AE32}" type="presOf" srcId="{A2B00B3A-B7F2-483D-B332-FD91B8D1F5A4}" destId="{7F6AC5AE-73E3-4A82-9020-72023FED859F}" srcOrd="0" destOrd="0" presId="urn:microsoft.com/office/officeart/2008/layout/VerticalCurvedList"/>
    <dgm:cxn modelId="{E49B29CD-C547-4B57-B60B-4CADCC9D39F8}" type="presOf" srcId="{A2BD91BA-E2EB-4579-B0B4-F05C6C0D8B7E}" destId="{5110808C-3161-4F4B-8203-F296661279F1}" srcOrd="0" destOrd="0" presId="urn:microsoft.com/office/officeart/2008/layout/VerticalCurvedList"/>
    <dgm:cxn modelId="{9FBC7FE5-A6C3-445E-A496-79187DFAAE81}" type="presOf" srcId="{355731DA-131A-4971-BAB3-127CBA7DE4DF}" destId="{B5E35AE6-6529-4CD0-9DA8-B837643A1121}" srcOrd="0" destOrd="0" presId="urn:microsoft.com/office/officeart/2008/layout/VerticalCurvedList"/>
    <dgm:cxn modelId="{838BEBEF-1C64-4DDC-9F10-D7986FFB1EB4}" type="presOf" srcId="{371A8A14-5E83-45D7-91B6-114CFD7070BD}" destId="{CAEB8713-1C4B-4C3F-AD5B-A20AEB719A4E}" srcOrd="0" destOrd="0" presId="urn:microsoft.com/office/officeart/2008/layout/VerticalCurvedList"/>
    <dgm:cxn modelId="{D9BB4BF1-25E2-44CB-AA6F-8FAE1C510E86}" type="presOf" srcId="{0857FE83-82DC-42F2-A7F0-D900D3E5C714}" destId="{E470C1E4-AFC6-4EBA-897B-07E5ED9DCB09}" srcOrd="0" destOrd="0" presId="urn:microsoft.com/office/officeart/2008/layout/VerticalCurvedList"/>
    <dgm:cxn modelId="{C2BBF55A-F922-4C57-A499-DE2690ADFDC0}" type="presParOf" srcId="{5110808C-3161-4F4B-8203-F296661279F1}" destId="{3E066D9A-954E-40E6-8BD1-BEA81204A48F}" srcOrd="0" destOrd="0" presId="urn:microsoft.com/office/officeart/2008/layout/VerticalCurvedList"/>
    <dgm:cxn modelId="{D468D76D-8650-4C1F-818C-A5337B4DF0F6}" type="presParOf" srcId="{3E066D9A-954E-40E6-8BD1-BEA81204A48F}" destId="{9543CC33-3D8A-4D16-9B58-DBB698897BEA}" srcOrd="0" destOrd="0" presId="urn:microsoft.com/office/officeart/2008/layout/VerticalCurvedList"/>
    <dgm:cxn modelId="{5F1F17BA-84FA-4297-9BE7-6431438923F5}" type="presParOf" srcId="{9543CC33-3D8A-4D16-9B58-DBB698897BEA}" destId="{6C5C8922-9552-42F6-B0E0-E05E7442A8FD}" srcOrd="0" destOrd="0" presId="urn:microsoft.com/office/officeart/2008/layout/VerticalCurvedList"/>
    <dgm:cxn modelId="{7B8DB555-E62C-4BAD-BBC1-AB7B779B709D}" type="presParOf" srcId="{9543CC33-3D8A-4D16-9B58-DBB698897BEA}" destId="{67918F80-9D17-453F-A448-32E3DB0827A6}" srcOrd="1" destOrd="0" presId="urn:microsoft.com/office/officeart/2008/layout/VerticalCurvedList"/>
    <dgm:cxn modelId="{6882A433-7868-433A-BA56-9838DE8195EF}" type="presParOf" srcId="{9543CC33-3D8A-4D16-9B58-DBB698897BEA}" destId="{7296FE30-0512-4823-9695-E9B3B354160D}" srcOrd="2" destOrd="0" presId="urn:microsoft.com/office/officeart/2008/layout/VerticalCurvedList"/>
    <dgm:cxn modelId="{2D2B1019-CCC3-4765-B620-637C3BAD57D3}" type="presParOf" srcId="{9543CC33-3D8A-4D16-9B58-DBB698897BEA}" destId="{2DEE6C63-8A4C-4653-9E5D-40A059DD491C}" srcOrd="3" destOrd="0" presId="urn:microsoft.com/office/officeart/2008/layout/VerticalCurvedList"/>
    <dgm:cxn modelId="{A37A0449-C17F-47F1-AB65-BB5DE782C245}" type="presParOf" srcId="{3E066D9A-954E-40E6-8BD1-BEA81204A48F}" destId="{E470C1E4-AFC6-4EBA-897B-07E5ED9DCB09}" srcOrd="1" destOrd="0" presId="urn:microsoft.com/office/officeart/2008/layout/VerticalCurvedList"/>
    <dgm:cxn modelId="{5B62FA16-B124-4B89-8F55-A34BD69CD27F}" type="presParOf" srcId="{3E066D9A-954E-40E6-8BD1-BEA81204A48F}" destId="{6096F0BB-557D-4E7E-A5D5-86D999130CB4}" srcOrd="2" destOrd="0" presId="urn:microsoft.com/office/officeart/2008/layout/VerticalCurvedList"/>
    <dgm:cxn modelId="{61A5CD7B-6F58-45EC-8158-76B77A79CD8F}" type="presParOf" srcId="{6096F0BB-557D-4E7E-A5D5-86D999130CB4}" destId="{16314D14-8425-483C-AA6C-2546FBBF38C4}" srcOrd="0" destOrd="0" presId="urn:microsoft.com/office/officeart/2008/layout/VerticalCurvedList"/>
    <dgm:cxn modelId="{C11E57DB-D35C-42C1-B018-D9382FC8FCBD}" type="presParOf" srcId="{3E066D9A-954E-40E6-8BD1-BEA81204A48F}" destId="{7F6AC5AE-73E3-4A82-9020-72023FED859F}" srcOrd="3" destOrd="0" presId="urn:microsoft.com/office/officeart/2008/layout/VerticalCurvedList"/>
    <dgm:cxn modelId="{7F7A235F-53E1-4770-B749-FB07FA4A67E4}" type="presParOf" srcId="{3E066D9A-954E-40E6-8BD1-BEA81204A48F}" destId="{C35B11B5-DB5B-43DF-9047-153F49E12EDD}" srcOrd="4" destOrd="0" presId="urn:microsoft.com/office/officeart/2008/layout/VerticalCurvedList"/>
    <dgm:cxn modelId="{3B1D3E6F-1CD0-42EC-B5BE-F5C5A60C1B44}" type="presParOf" srcId="{C35B11B5-DB5B-43DF-9047-153F49E12EDD}" destId="{0760019E-3E2D-4FFC-B7AE-93820ED471E2}" srcOrd="0" destOrd="0" presId="urn:microsoft.com/office/officeart/2008/layout/VerticalCurvedList"/>
    <dgm:cxn modelId="{44768A2E-86B3-41D6-9E3C-58EEB150ECB7}" type="presParOf" srcId="{3E066D9A-954E-40E6-8BD1-BEA81204A48F}" destId="{B5E35AE6-6529-4CD0-9DA8-B837643A1121}" srcOrd="5" destOrd="0" presId="urn:microsoft.com/office/officeart/2008/layout/VerticalCurvedList"/>
    <dgm:cxn modelId="{AFA3AE6F-249E-4106-A68E-2D3C5F34F91D}" type="presParOf" srcId="{3E066D9A-954E-40E6-8BD1-BEA81204A48F}" destId="{4FD72E68-16F4-46DA-9AB8-00C81B7656A4}" srcOrd="6" destOrd="0" presId="urn:microsoft.com/office/officeart/2008/layout/VerticalCurvedList"/>
    <dgm:cxn modelId="{6EAA7085-7DB5-4736-858A-298E8B9B2A6A}" type="presParOf" srcId="{4FD72E68-16F4-46DA-9AB8-00C81B7656A4}" destId="{C9509F45-206D-4A25-B3B7-2588F049C8CA}" srcOrd="0" destOrd="0" presId="urn:microsoft.com/office/officeart/2008/layout/VerticalCurvedList"/>
    <dgm:cxn modelId="{E54E7EF5-8BC7-495E-88D6-94BE0DAA6363}" type="presParOf" srcId="{3E066D9A-954E-40E6-8BD1-BEA81204A48F}" destId="{CAEB8713-1C4B-4C3F-AD5B-A20AEB719A4E}" srcOrd="7" destOrd="0" presId="urn:microsoft.com/office/officeart/2008/layout/VerticalCurvedList"/>
    <dgm:cxn modelId="{3F9B0AD2-B821-47CB-91A1-BB085CA5105C}" type="presParOf" srcId="{3E066D9A-954E-40E6-8BD1-BEA81204A48F}" destId="{ABD0E50A-ACF1-4AAD-BA7B-42F511AEB7E4}" srcOrd="8" destOrd="0" presId="urn:microsoft.com/office/officeart/2008/layout/VerticalCurvedList"/>
    <dgm:cxn modelId="{D32A8020-74E8-45EB-8C86-B3CEBA84B48F}" type="presParOf" srcId="{ABD0E50A-ACF1-4AAD-BA7B-42F511AEB7E4}" destId="{C4D51E14-CE72-461A-8ECD-1BB153C10FE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0.xml><?xml version="1.0" encoding="utf-8"?>
<dgm:dataModel xmlns:dgm="http://schemas.openxmlformats.org/drawingml/2006/diagram" xmlns:a="http://schemas.openxmlformats.org/drawingml/2006/main">
  <dgm:ptLst>
    <dgm:pt modelId="{79390E51-A75A-47B3-BC23-B87ADDA557BC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B285FA4-5577-476A-9950-42511E7BE5A9}">
      <dgm:prSet/>
      <dgm:spPr/>
      <dgm:t>
        <a:bodyPr/>
        <a:lstStyle/>
        <a:p>
          <a:r>
            <a:rPr lang="uk-UA" b="0" i="0"/>
            <a:t>обмеження території, підпорядкованої владі гетьмана, Київським воєводством, скорочення козацького реєстру до 20 тис. осіб</a:t>
          </a:r>
          <a:endParaRPr lang="uk-UA"/>
        </a:p>
      </dgm:t>
    </dgm:pt>
    <dgm:pt modelId="{79609F8A-4006-4061-A32E-9C7CCFCAF272}" type="parTrans" cxnId="{DCD8A622-D4EA-4FF8-BFA4-B070324363C4}">
      <dgm:prSet/>
      <dgm:spPr/>
      <dgm:t>
        <a:bodyPr/>
        <a:lstStyle/>
        <a:p>
          <a:endParaRPr lang="uk-UA"/>
        </a:p>
      </dgm:t>
    </dgm:pt>
    <dgm:pt modelId="{3656A071-D7E6-485A-BEAE-4D663AFA3E7D}" type="sibTrans" cxnId="{DCD8A622-D4EA-4FF8-BFA4-B070324363C4}">
      <dgm:prSet/>
      <dgm:spPr/>
      <dgm:t>
        <a:bodyPr/>
        <a:lstStyle/>
        <a:p>
          <a:endParaRPr lang="uk-UA"/>
        </a:p>
      </dgm:t>
    </dgm:pt>
    <dgm:pt modelId="{FF10DE5D-9399-49D6-B4C5-9664F3B4A8D5}">
      <dgm:prSet/>
      <dgm:spPr/>
      <dgm:t>
        <a:bodyPr/>
        <a:lstStyle/>
        <a:p>
          <a:r>
            <a:rPr lang="uk-UA" b="0" i="0"/>
            <a:t>укладення союзу з Трансільванією, спільні бойові дії козацького та трансільванського військ на території Польщі</a:t>
          </a:r>
          <a:endParaRPr lang="uk-UA"/>
        </a:p>
      </dgm:t>
    </dgm:pt>
    <dgm:pt modelId="{91D77401-61C1-4477-9E18-21944946A3C7}" type="parTrans" cxnId="{F5334E21-BB2C-4DCA-9A5A-BC15C341EDF0}">
      <dgm:prSet/>
      <dgm:spPr/>
      <dgm:t>
        <a:bodyPr/>
        <a:lstStyle/>
        <a:p>
          <a:endParaRPr lang="uk-UA"/>
        </a:p>
      </dgm:t>
    </dgm:pt>
    <dgm:pt modelId="{7EDB2DC7-56AF-4EE0-B1AE-82181C3890B9}" type="sibTrans" cxnId="{F5334E21-BB2C-4DCA-9A5A-BC15C341EDF0}">
      <dgm:prSet/>
      <dgm:spPr/>
      <dgm:t>
        <a:bodyPr/>
        <a:lstStyle/>
        <a:p>
          <a:endParaRPr lang="uk-UA"/>
        </a:p>
      </dgm:t>
    </dgm:pt>
    <dgm:pt modelId="{6D22BACE-CAFA-41B7-ABED-BBBBA48CB040}">
      <dgm:prSet/>
      <dgm:spPr/>
      <dgm:t>
        <a:bodyPr/>
        <a:lstStyle/>
        <a:p>
          <a:r>
            <a:rPr lang="uk-UA" b="0" i="0"/>
            <a:t>визнання польським королем влади гетьмана над Київським, Чернігівським і Брацлавським воєводствами</a:t>
          </a:r>
          <a:endParaRPr lang="uk-UA"/>
        </a:p>
      </dgm:t>
    </dgm:pt>
    <dgm:pt modelId="{0485BEBA-02FC-4CDA-8923-2793C4C35471}" type="parTrans" cxnId="{8519F732-0F52-4C97-AF45-9FF099040C04}">
      <dgm:prSet/>
      <dgm:spPr/>
      <dgm:t>
        <a:bodyPr/>
        <a:lstStyle/>
        <a:p>
          <a:endParaRPr lang="uk-UA"/>
        </a:p>
      </dgm:t>
    </dgm:pt>
    <dgm:pt modelId="{7CB48CCD-0F20-4F6C-BA98-7D0703CFB31D}" type="sibTrans" cxnId="{8519F732-0F52-4C97-AF45-9FF099040C04}">
      <dgm:prSet/>
      <dgm:spPr/>
      <dgm:t>
        <a:bodyPr/>
        <a:lstStyle/>
        <a:p>
          <a:endParaRPr lang="uk-UA"/>
        </a:p>
      </dgm:t>
    </dgm:pt>
    <dgm:pt modelId="{70941CBA-6600-4C57-97FD-70389D3BB315}">
      <dgm:prSet/>
      <dgm:spPr/>
      <dgm:t>
        <a:bodyPr/>
        <a:lstStyle/>
        <a:p>
          <a:r>
            <a:rPr lang="uk-UA" b="0" i="0"/>
            <a:t>звільнення козацькими військами Поділля та Волині, створення сприятливих умов для визволення західноукраїнських земель</a:t>
          </a:r>
          <a:endParaRPr lang="uk-UA"/>
        </a:p>
      </dgm:t>
    </dgm:pt>
    <dgm:pt modelId="{D03FFC29-C41F-49A6-8B1B-C96B345C3FB3}" type="parTrans" cxnId="{AAD7EFA4-7548-4020-A8E5-B9B7F3AC026F}">
      <dgm:prSet/>
      <dgm:spPr/>
      <dgm:t>
        <a:bodyPr/>
        <a:lstStyle/>
        <a:p>
          <a:endParaRPr lang="uk-UA"/>
        </a:p>
      </dgm:t>
    </dgm:pt>
    <dgm:pt modelId="{E4A3D3A9-8790-4464-863C-5817022A0C40}" type="sibTrans" cxnId="{AAD7EFA4-7548-4020-A8E5-B9B7F3AC026F}">
      <dgm:prSet/>
      <dgm:spPr/>
      <dgm:t>
        <a:bodyPr/>
        <a:lstStyle/>
        <a:p>
          <a:endParaRPr lang="uk-UA"/>
        </a:p>
      </dgm:t>
    </dgm:pt>
    <dgm:pt modelId="{AE8CF1DA-FC38-4428-B84A-E60EE9069679}">
      <dgm:prSet/>
      <dgm:spPr/>
      <dgm:t>
        <a:bodyPr/>
        <a:lstStyle/>
        <a:p>
          <a:r>
            <a:rPr lang="uk-UA" b="0" i="0" dirty="0"/>
            <a:t>відновлення українсько-молдавського союзу, укладення шлюбу Тимоша Хмельницького з </a:t>
          </a:r>
          <a:r>
            <a:rPr lang="uk-UA" b="0" i="0" dirty="0" err="1"/>
            <a:t>Розандою</a:t>
          </a:r>
          <a:r>
            <a:rPr lang="uk-UA" b="0" i="0" dirty="0"/>
            <a:t> Лупу</a:t>
          </a:r>
          <a:endParaRPr lang="uk-UA" dirty="0"/>
        </a:p>
      </dgm:t>
    </dgm:pt>
    <dgm:pt modelId="{F3140DA0-8700-4549-9E61-E6117CEF0F0E}" type="parTrans" cxnId="{D0D8C2DC-C8DA-4B22-8AD5-4F01B77BF7AA}">
      <dgm:prSet/>
      <dgm:spPr/>
      <dgm:t>
        <a:bodyPr/>
        <a:lstStyle/>
        <a:p>
          <a:endParaRPr lang="uk-UA"/>
        </a:p>
      </dgm:t>
    </dgm:pt>
    <dgm:pt modelId="{7D5E77CC-E488-4804-9A9F-48CF4DF83160}" type="sibTrans" cxnId="{D0D8C2DC-C8DA-4B22-8AD5-4F01B77BF7AA}">
      <dgm:prSet/>
      <dgm:spPr/>
      <dgm:t>
        <a:bodyPr/>
        <a:lstStyle/>
        <a:p>
          <a:endParaRPr lang="uk-UA"/>
        </a:p>
      </dgm:t>
    </dgm:pt>
    <dgm:pt modelId="{8E3700C5-D689-472D-894D-710B6AECB284}" type="pres">
      <dgm:prSet presAssocID="{79390E51-A75A-47B3-BC23-B87ADDA557BC}" presName="linearFlow" presStyleCnt="0">
        <dgm:presLayoutVars>
          <dgm:dir/>
          <dgm:resizeHandles val="exact"/>
        </dgm:presLayoutVars>
      </dgm:prSet>
      <dgm:spPr/>
    </dgm:pt>
    <dgm:pt modelId="{8412877F-0131-467A-9C7F-F8EF1B71394B}" type="pres">
      <dgm:prSet presAssocID="{AB285FA4-5577-476A-9950-42511E7BE5A9}" presName="composite" presStyleCnt="0"/>
      <dgm:spPr/>
    </dgm:pt>
    <dgm:pt modelId="{351291F2-8A2D-4C0F-B403-9736692024BB}" type="pres">
      <dgm:prSet presAssocID="{AB285FA4-5577-476A-9950-42511E7BE5A9}" presName="imgShp" presStyleLbl="fgImgPlace1" presStyleIdx="0" presStyleCnt="5"/>
      <dgm:spPr/>
    </dgm:pt>
    <dgm:pt modelId="{C2FE4E71-A7F0-4D43-BC5E-BA9462F286FA}" type="pres">
      <dgm:prSet presAssocID="{AB285FA4-5577-476A-9950-42511E7BE5A9}" presName="txShp" presStyleLbl="node1" presStyleIdx="0" presStyleCnt="5">
        <dgm:presLayoutVars>
          <dgm:bulletEnabled val="1"/>
        </dgm:presLayoutVars>
      </dgm:prSet>
      <dgm:spPr/>
    </dgm:pt>
    <dgm:pt modelId="{907408E2-9D08-4CE0-B3B8-4F70E26E4C8F}" type="pres">
      <dgm:prSet presAssocID="{3656A071-D7E6-485A-BEAE-4D663AFA3E7D}" presName="spacing" presStyleCnt="0"/>
      <dgm:spPr/>
    </dgm:pt>
    <dgm:pt modelId="{0647C227-CAC1-40DC-B530-191F1DC40726}" type="pres">
      <dgm:prSet presAssocID="{FF10DE5D-9399-49D6-B4C5-9664F3B4A8D5}" presName="composite" presStyleCnt="0"/>
      <dgm:spPr/>
    </dgm:pt>
    <dgm:pt modelId="{7DD2C001-88E9-4EBF-8686-5F059AA59CE8}" type="pres">
      <dgm:prSet presAssocID="{FF10DE5D-9399-49D6-B4C5-9664F3B4A8D5}" presName="imgShp" presStyleLbl="fgImgPlace1" presStyleIdx="1" presStyleCnt="5"/>
      <dgm:spPr/>
    </dgm:pt>
    <dgm:pt modelId="{6D63A7B5-0924-4BB0-8CAE-2D5A5574A1E2}" type="pres">
      <dgm:prSet presAssocID="{FF10DE5D-9399-49D6-B4C5-9664F3B4A8D5}" presName="txShp" presStyleLbl="node1" presStyleIdx="1" presStyleCnt="5">
        <dgm:presLayoutVars>
          <dgm:bulletEnabled val="1"/>
        </dgm:presLayoutVars>
      </dgm:prSet>
      <dgm:spPr/>
    </dgm:pt>
    <dgm:pt modelId="{A9E6C434-DEFF-4E45-AD77-8F867E74B465}" type="pres">
      <dgm:prSet presAssocID="{7EDB2DC7-56AF-4EE0-B1AE-82181C3890B9}" presName="spacing" presStyleCnt="0"/>
      <dgm:spPr/>
    </dgm:pt>
    <dgm:pt modelId="{8BFBF965-A709-44A8-A502-210DA0C7EFF1}" type="pres">
      <dgm:prSet presAssocID="{6D22BACE-CAFA-41B7-ABED-BBBBA48CB040}" presName="composite" presStyleCnt="0"/>
      <dgm:spPr/>
    </dgm:pt>
    <dgm:pt modelId="{98EA4E54-7D76-4BC9-ABB1-5736B40A36C5}" type="pres">
      <dgm:prSet presAssocID="{6D22BACE-CAFA-41B7-ABED-BBBBA48CB040}" presName="imgShp" presStyleLbl="fgImgPlace1" presStyleIdx="2" presStyleCnt="5"/>
      <dgm:spPr/>
    </dgm:pt>
    <dgm:pt modelId="{7BB6066E-CFA0-432B-9A31-8860C6CB1438}" type="pres">
      <dgm:prSet presAssocID="{6D22BACE-CAFA-41B7-ABED-BBBBA48CB040}" presName="txShp" presStyleLbl="node1" presStyleIdx="2" presStyleCnt="5">
        <dgm:presLayoutVars>
          <dgm:bulletEnabled val="1"/>
        </dgm:presLayoutVars>
      </dgm:prSet>
      <dgm:spPr/>
    </dgm:pt>
    <dgm:pt modelId="{233977F6-6EDE-413B-A4CF-06EBA15E5F0B}" type="pres">
      <dgm:prSet presAssocID="{7CB48CCD-0F20-4F6C-BA98-7D0703CFB31D}" presName="spacing" presStyleCnt="0"/>
      <dgm:spPr/>
    </dgm:pt>
    <dgm:pt modelId="{74B801B4-0D3B-48F2-BB72-E467EC43E5BD}" type="pres">
      <dgm:prSet presAssocID="{70941CBA-6600-4C57-97FD-70389D3BB315}" presName="composite" presStyleCnt="0"/>
      <dgm:spPr/>
    </dgm:pt>
    <dgm:pt modelId="{487F5088-45DE-4FC8-B526-796AF437BF62}" type="pres">
      <dgm:prSet presAssocID="{70941CBA-6600-4C57-97FD-70389D3BB315}" presName="imgShp" presStyleLbl="fgImgPlace1" presStyleIdx="3" presStyleCnt="5"/>
      <dgm:spPr/>
    </dgm:pt>
    <dgm:pt modelId="{78BA93BC-B660-43A0-801D-DBE5940102BA}" type="pres">
      <dgm:prSet presAssocID="{70941CBA-6600-4C57-97FD-70389D3BB315}" presName="txShp" presStyleLbl="node1" presStyleIdx="3" presStyleCnt="5">
        <dgm:presLayoutVars>
          <dgm:bulletEnabled val="1"/>
        </dgm:presLayoutVars>
      </dgm:prSet>
      <dgm:spPr/>
    </dgm:pt>
    <dgm:pt modelId="{6AA27408-8F29-4E37-BA08-896C36020A8F}" type="pres">
      <dgm:prSet presAssocID="{E4A3D3A9-8790-4464-863C-5817022A0C40}" presName="spacing" presStyleCnt="0"/>
      <dgm:spPr/>
    </dgm:pt>
    <dgm:pt modelId="{3613B08F-4DB4-417D-9891-153F2E4DBDFB}" type="pres">
      <dgm:prSet presAssocID="{AE8CF1DA-FC38-4428-B84A-E60EE9069679}" presName="composite" presStyleCnt="0"/>
      <dgm:spPr/>
    </dgm:pt>
    <dgm:pt modelId="{6F25585C-7720-4C91-A6B8-572C41A55A10}" type="pres">
      <dgm:prSet presAssocID="{AE8CF1DA-FC38-4428-B84A-E60EE9069679}" presName="imgShp" presStyleLbl="fgImgPlace1" presStyleIdx="4" presStyleCnt="5"/>
      <dgm:spPr/>
    </dgm:pt>
    <dgm:pt modelId="{6A8142C8-896A-4336-B839-82109B2AC7EC}" type="pres">
      <dgm:prSet presAssocID="{AE8CF1DA-FC38-4428-B84A-E60EE9069679}" presName="txShp" presStyleLbl="node1" presStyleIdx="4" presStyleCnt="5">
        <dgm:presLayoutVars>
          <dgm:bulletEnabled val="1"/>
        </dgm:presLayoutVars>
      </dgm:prSet>
      <dgm:spPr/>
    </dgm:pt>
  </dgm:ptLst>
  <dgm:cxnLst>
    <dgm:cxn modelId="{F5334E21-BB2C-4DCA-9A5A-BC15C341EDF0}" srcId="{79390E51-A75A-47B3-BC23-B87ADDA557BC}" destId="{FF10DE5D-9399-49D6-B4C5-9664F3B4A8D5}" srcOrd="1" destOrd="0" parTransId="{91D77401-61C1-4477-9E18-21944946A3C7}" sibTransId="{7EDB2DC7-56AF-4EE0-B1AE-82181C3890B9}"/>
    <dgm:cxn modelId="{DCD8A622-D4EA-4FF8-BFA4-B070324363C4}" srcId="{79390E51-A75A-47B3-BC23-B87ADDA557BC}" destId="{AB285FA4-5577-476A-9950-42511E7BE5A9}" srcOrd="0" destOrd="0" parTransId="{79609F8A-4006-4061-A32E-9C7CCFCAF272}" sibTransId="{3656A071-D7E6-485A-BEAE-4D663AFA3E7D}"/>
    <dgm:cxn modelId="{0C16B627-AE76-4D48-BE10-50E9268A42CC}" type="presOf" srcId="{AE8CF1DA-FC38-4428-B84A-E60EE9069679}" destId="{6A8142C8-896A-4336-B839-82109B2AC7EC}" srcOrd="0" destOrd="0" presId="urn:microsoft.com/office/officeart/2005/8/layout/vList3"/>
    <dgm:cxn modelId="{8519F732-0F52-4C97-AF45-9FF099040C04}" srcId="{79390E51-A75A-47B3-BC23-B87ADDA557BC}" destId="{6D22BACE-CAFA-41B7-ABED-BBBBA48CB040}" srcOrd="2" destOrd="0" parTransId="{0485BEBA-02FC-4CDA-8923-2793C4C35471}" sibTransId="{7CB48CCD-0F20-4F6C-BA98-7D0703CFB31D}"/>
    <dgm:cxn modelId="{4DEF9438-C9C6-47DE-A624-0240B2C0C18A}" type="presOf" srcId="{AB285FA4-5577-476A-9950-42511E7BE5A9}" destId="{C2FE4E71-A7F0-4D43-BC5E-BA9462F286FA}" srcOrd="0" destOrd="0" presId="urn:microsoft.com/office/officeart/2005/8/layout/vList3"/>
    <dgm:cxn modelId="{93018469-B4FD-424A-9EC0-8556C704ADBA}" type="presOf" srcId="{70941CBA-6600-4C57-97FD-70389D3BB315}" destId="{78BA93BC-B660-43A0-801D-DBE5940102BA}" srcOrd="0" destOrd="0" presId="urn:microsoft.com/office/officeart/2005/8/layout/vList3"/>
    <dgm:cxn modelId="{1B8C0D6E-BC70-4D6E-923D-9B9FB0CE7F88}" type="presOf" srcId="{79390E51-A75A-47B3-BC23-B87ADDA557BC}" destId="{8E3700C5-D689-472D-894D-710B6AECB284}" srcOrd="0" destOrd="0" presId="urn:microsoft.com/office/officeart/2005/8/layout/vList3"/>
    <dgm:cxn modelId="{AAD7EFA4-7548-4020-A8E5-B9B7F3AC026F}" srcId="{79390E51-A75A-47B3-BC23-B87ADDA557BC}" destId="{70941CBA-6600-4C57-97FD-70389D3BB315}" srcOrd="3" destOrd="0" parTransId="{D03FFC29-C41F-49A6-8B1B-C96B345C3FB3}" sibTransId="{E4A3D3A9-8790-4464-863C-5817022A0C40}"/>
    <dgm:cxn modelId="{E811D8C7-ACDB-4ABD-8418-E43E74A80056}" type="presOf" srcId="{6D22BACE-CAFA-41B7-ABED-BBBBA48CB040}" destId="{7BB6066E-CFA0-432B-9A31-8860C6CB1438}" srcOrd="0" destOrd="0" presId="urn:microsoft.com/office/officeart/2005/8/layout/vList3"/>
    <dgm:cxn modelId="{1B6A04DB-A1D9-467E-91E5-89EF435E6860}" type="presOf" srcId="{FF10DE5D-9399-49D6-B4C5-9664F3B4A8D5}" destId="{6D63A7B5-0924-4BB0-8CAE-2D5A5574A1E2}" srcOrd="0" destOrd="0" presId="urn:microsoft.com/office/officeart/2005/8/layout/vList3"/>
    <dgm:cxn modelId="{D0D8C2DC-C8DA-4B22-8AD5-4F01B77BF7AA}" srcId="{79390E51-A75A-47B3-BC23-B87ADDA557BC}" destId="{AE8CF1DA-FC38-4428-B84A-E60EE9069679}" srcOrd="4" destOrd="0" parTransId="{F3140DA0-8700-4549-9E61-E6117CEF0F0E}" sibTransId="{7D5E77CC-E488-4804-9A9F-48CF4DF83160}"/>
    <dgm:cxn modelId="{D822C653-2524-4744-8902-8BE1535A65FB}" type="presParOf" srcId="{8E3700C5-D689-472D-894D-710B6AECB284}" destId="{8412877F-0131-467A-9C7F-F8EF1B71394B}" srcOrd="0" destOrd="0" presId="urn:microsoft.com/office/officeart/2005/8/layout/vList3"/>
    <dgm:cxn modelId="{8EE88A40-6EE9-4C40-88CC-AD56E31E290E}" type="presParOf" srcId="{8412877F-0131-467A-9C7F-F8EF1B71394B}" destId="{351291F2-8A2D-4C0F-B403-9736692024BB}" srcOrd="0" destOrd="0" presId="urn:microsoft.com/office/officeart/2005/8/layout/vList3"/>
    <dgm:cxn modelId="{8E005411-DC84-4F9A-904C-ADF6F8DEBCB9}" type="presParOf" srcId="{8412877F-0131-467A-9C7F-F8EF1B71394B}" destId="{C2FE4E71-A7F0-4D43-BC5E-BA9462F286FA}" srcOrd="1" destOrd="0" presId="urn:microsoft.com/office/officeart/2005/8/layout/vList3"/>
    <dgm:cxn modelId="{8E84343B-6F30-450F-9B12-CEAD3FF45651}" type="presParOf" srcId="{8E3700C5-D689-472D-894D-710B6AECB284}" destId="{907408E2-9D08-4CE0-B3B8-4F70E26E4C8F}" srcOrd="1" destOrd="0" presId="urn:microsoft.com/office/officeart/2005/8/layout/vList3"/>
    <dgm:cxn modelId="{AC80D12B-D44E-41A5-9004-7BE44BA7E6E3}" type="presParOf" srcId="{8E3700C5-D689-472D-894D-710B6AECB284}" destId="{0647C227-CAC1-40DC-B530-191F1DC40726}" srcOrd="2" destOrd="0" presId="urn:microsoft.com/office/officeart/2005/8/layout/vList3"/>
    <dgm:cxn modelId="{9D91EAB8-6439-452B-953A-BFB759A583AF}" type="presParOf" srcId="{0647C227-CAC1-40DC-B530-191F1DC40726}" destId="{7DD2C001-88E9-4EBF-8686-5F059AA59CE8}" srcOrd="0" destOrd="0" presId="urn:microsoft.com/office/officeart/2005/8/layout/vList3"/>
    <dgm:cxn modelId="{ED8FCCF0-CAC2-4A87-9E94-8FAEE24F3009}" type="presParOf" srcId="{0647C227-CAC1-40DC-B530-191F1DC40726}" destId="{6D63A7B5-0924-4BB0-8CAE-2D5A5574A1E2}" srcOrd="1" destOrd="0" presId="urn:microsoft.com/office/officeart/2005/8/layout/vList3"/>
    <dgm:cxn modelId="{A84E9749-1A45-4898-8AE3-CB2BB08FAF55}" type="presParOf" srcId="{8E3700C5-D689-472D-894D-710B6AECB284}" destId="{A9E6C434-DEFF-4E45-AD77-8F867E74B465}" srcOrd="3" destOrd="0" presId="urn:microsoft.com/office/officeart/2005/8/layout/vList3"/>
    <dgm:cxn modelId="{B2BCFBED-CED0-4832-B0CE-7E2F2A92EB5D}" type="presParOf" srcId="{8E3700C5-D689-472D-894D-710B6AECB284}" destId="{8BFBF965-A709-44A8-A502-210DA0C7EFF1}" srcOrd="4" destOrd="0" presId="urn:microsoft.com/office/officeart/2005/8/layout/vList3"/>
    <dgm:cxn modelId="{34B69AB9-6C6C-4563-96CB-6067D26EA1B3}" type="presParOf" srcId="{8BFBF965-A709-44A8-A502-210DA0C7EFF1}" destId="{98EA4E54-7D76-4BC9-ABB1-5736B40A36C5}" srcOrd="0" destOrd="0" presId="urn:microsoft.com/office/officeart/2005/8/layout/vList3"/>
    <dgm:cxn modelId="{10FB2836-1DC3-49DC-9B52-5C1A03EDEF45}" type="presParOf" srcId="{8BFBF965-A709-44A8-A502-210DA0C7EFF1}" destId="{7BB6066E-CFA0-432B-9A31-8860C6CB1438}" srcOrd="1" destOrd="0" presId="urn:microsoft.com/office/officeart/2005/8/layout/vList3"/>
    <dgm:cxn modelId="{F31F7EA2-CB02-4A83-82E6-F9181FCCB1EB}" type="presParOf" srcId="{8E3700C5-D689-472D-894D-710B6AECB284}" destId="{233977F6-6EDE-413B-A4CF-06EBA15E5F0B}" srcOrd="5" destOrd="0" presId="urn:microsoft.com/office/officeart/2005/8/layout/vList3"/>
    <dgm:cxn modelId="{BEAC189E-7C78-44E5-AF26-6E7CCB314871}" type="presParOf" srcId="{8E3700C5-D689-472D-894D-710B6AECB284}" destId="{74B801B4-0D3B-48F2-BB72-E467EC43E5BD}" srcOrd="6" destOrd="0" presId="urn:microsoft.com/office/officeart/2005/8/layout/vList3"/>
    <dgm:cxn modelId="{1376A6A6-EA8E-4CD1-8140-CCD26EDCDED0}" type="presParOf" srcId="{74B801B4-0D3B-48F2-BB72-E467EC43E5BD}" destId="{487F5088-45DE-4FC8-B526-796AF437BF62}" srcOrd="0" destOrd="0" presId="urn:microsoft.com/office/officeart/2005/8/layout/vList3"/>
    <dgm:cxn modelId="{7350C530-0FA6-4149-834C-B68BE9B151CB}" type="presParOf" srcId="{74B801B4-0D3B-48F2-BB72-E467EC43E5BD}" destId="{78BA93BC-B660-43A0-801D-DBE5940102BA}" srcOrd="1" destOrd="0" presId="urn:microsoft.com/office/officeart/2005/8/layout/vList3"/>
    <dgm:cxn modelId="{B9829FF9-EB86-4831-A358-51C9EE33D40A}" type="presParOf" srcId="{8E3700C5-D689-472D-894D-710B6AECB284}" destId="{6AA27408-8F29-4E37-BA08-896C36020A8F}" srcOrd="7" destOrd="0" presId="urn:microsoft.com/office/officeart/2005/8/layout/vList3"/>
    <dgm:cxn modelId="{C43B3045-47FE-42A9-9622-0795A1C79C6B}" type="presParOf" srcId="{8E3700C5-D689-472D-894D-710B6AECB284}" destId="{3613B08F-4DB4-417D-9891-153F2E4DBDFB}" srcOrd="8" destOrd="0" presId="urn:microsoft.com/office/officeart/2005/8/layout/vList3"/>
    <dgm:cxn modelId="{D3FBC197-74EC-47A5-BF23-0D1758EBBE06}" type="presParOf" srcId="{3613B08F-4DB4-417D-9891-153F2E4DBDFB}" destId="{6F25585C-7720-4C91-A6B8-572C41A55A10}" srcOrd="0" destOrd="0" presId="urn:microsoft.com/office/officeart/2005/8/layout/vList3"/>
    <dgm:cxn modelId="{49BE9D40-AE60-4AD9-AA36-D1BFDCF5A228}" type="presParOf" srcId="{3613B08F-4DB4-417D-9891-153F2E4DBDFB}" destId="{6A8142C8-896A-4336-B839-82109B2AC7E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1.xml><?xml version="1.0" encoding="utf-8"?>
<dgm:dataModel xmlns:dgm="http://schemas.openxmlformats.org/drawingml/2006/diagram" xmlns:a="http://schemas.openxmlformats.org/drawingml/2006/main">
  <dgm:ptLst>
    <dgm:pt modelId="{05037C30-9A3E-480B-9CA7-26EA18727BBF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507002E-D5ED-401F-901F-AAC3C1BE6565}">
      <dgm:prSet/>
      <dgm:spPr/>
      <dgm:t>
        <a:bodyPr/>
        <a:lstStyle/>
        <a:p>
          <a:r>
            <a:rPr lang="uk-UA" b="0" i="0"/>
            <a:t>Зборівська</a:t>
          </a:r>
          <a:endParaRPr lang="uk-UA"/>
        </a:p>
      </dgm:t>
    </dgm:pt>
    <dgm:pt modelId="{0EF408E2-62F6-4549-846A-69BC36775ABD}" type="parTrans" cxnId="{9D2A273E-5414-43E0-80E0-33ECAE82283B}">
      <dgm:prSet/>
      <dgm:spPr/>
      <dgm:t>
        <a:bodyPr/>
        <a:lstStyle/>
        <a:p>
          <a:endParaRPr lang="uk-UA"/>
        </a:p>
      </dgm:t>
    </dgm:pt>
    <dgm:pt modelId="{F8BABCD3-B421-447F-BE70-5DA0794745E5}" type="sibTrans" cxnId="{9D2A273E-5414-43E0-80E0-33ECAE82283B}">
      <dgm:prSet/>
      <dgm:spPr/>
      <dgm:t>
        <a:bodyPr/>
        <a:lstStyle/>
        <a:p>
          <a:endParaRPr lang="uk-UA"/>
        </a:p>
      </dgm:t>
    </dgm:pt>
    <dgm:pt modelId="{292FEF6F-D751-49D5-A832-719755DA04AB}">
      <dgm:prSet/>
      <dgm:spPr/>
      <dgm:t>
        <a:bodyPr/>
        <a:lstStyle/>
        <a:p>
          <a:r>
            <a:rPr lang="uk-UA" b="0" i="0"/>
            <a:t>Берестецька</a:t>
          </a:r>
          <a:endParaRPr lang="uk-UA"/>
        </a:p>
      </dgm:t>
    </dgm:pt>
    <dgm:pt modelId="{59879A2E-AC23-4B4C-8346-08DB7863F334}" type="parTrans" cxnId="{95A4398C-E0E0-40BC-ABD5-FCEF21846B5D}">
      <dgm:prSet/>
      <dgm:spPr/>
      <dgm:t>
        <a:bodyPr/>
        <a:lstStyle/>
        <a:p>
          <a:endParaRPr lang="uk-UA"/>
        </a:p>
      </dgm:t>
    </dgm:pt>
    <dgm:pt modelId="{C9166640-F9CC-41A4-B2D0-591EC9A6A7AA}" type="sibTrans" cxnId="{95A4398C-E0E0-40BC-ABD5-FCEF21846B5D}">
      <dgm:prSet/>
      <dgm:spPr/>
      <dgm:t>
        <a:bodyPr/>
        <a:lstStyle/>
        <a:p>
          <a:endParaRPr lang="uk-UA"/>
        </a:p>
      </dgm:t>
    </dgm:pt>
    <dgm:pt modelId="{CD809F5B-8034-4928-B67A-52A988C1DCF7}">
      <dgm:prSet/>
      <dgm:spPr/>
      <dgm:t>
        <a:bodyPr/>
        <a:lstStyle/>
        <a:p>
          <a:r>
            <a:rPr lang="uk-UA" b="0" i="0"/>
            <a:t>Корсунська</a:t>
          </a:r>
          <a:endParaRPr lang="uk-UA"/>
        </a:p>
      </dgm:t>
    </dgm:pt>
    <dgm:pt modelId="{016AAF9B-C30E-44D0-BD0F-C95C7D3CA680}" type="parTrans" cxnId="{B5DC7389-6CF1-4624-B757-C7CD09E3F553}">
      <dgm:prSet/>
      <dgm:spPr/>
      <dgm:t>
        <a:bodyPr/>
        <a:lstStyle/>
        <a:p>
          <a:endParaRPr lang="uk-UA"/>
        </a:p>
      </dgm:t>
    </dgm:pt>
    <dgm:pt modelId="{E424BEE7-AADC-478C-A5F2-E3A9CA8A0160}" type="sibTrans" cxnId="{B5DC7389-6CF1-4624-B757-C7CD09E3F553}">
      <dgm:prSet/>
      <dgm:spPr/>
      <dgm:t>
        <a:bodyPr/>
        <a:lstStyle/>
        <a:p>
          <a:endParaRPr lang="uk-UA"/>
        </a:p>
      </dgm:t>
    </dgm:pt>
    <dgm:pt modelId="{603AC7BA-308E-4BB0-A0F9-439B366A1BA3}">
      <dgm:prSet/>
      <dgm:spPr/>
      <dgm:t>
        <a:bodyPr/>
        <a:lstStyle/>
        <a:p>
          <a:r>
            <a:rPr lang="uk-UA" b="0" i="0"/>
            <a:t>Батозька</a:t>
          </a:r>
          <a:endParaRPr lang="uk-UA"/>
        </a:p>
      </dgm:t>
    </dgm:pt>
    <dgm:pt modelId="{84D28416-2B30-4932-9EFC-4D25F9BE2A01}" type="parTrans" cxnId="{06785CBF-4423-4F52-B841-2DC486BA4756}">
      <dgm:prSet/>
      <dgm:spPr/>
      <dgm:t>
        <a:bodyPr/>
        <a:lstStyle/>
        <a:p>
          <a:endParaRPr lang="uk-UA"/>
        </a:p>
      </dgm:t>
    </dgm:pt>
    <dgm:pt modelId="{209AFFCD-E054-48D3-85AA-808F887017E6}" type="sibTrans" cxnId="{06785CBF-4423-4F52-B841-2DC486BA4756}">
      <dgm:prSet/>
      <dgm:spPr/>
      <dgm:t>
        <a:bodyPr/>
        <a:lstStyle/>
        <a:p>
          <a:endParaRPr lang="uk-UA"/>
        </a:p>
      </dgm:t>
    </dgm:pt>
    <dgm:pt modelId="{5E2C3E5F-1473-41C1-97AD-AEF06AFE0E3E}" type="pres">
      <dgm:prSet presAssocID="{05037C30-9A3E-480B-9CA7-26EA18727BBF}" presName="matrix" presStyleCnt="0">
        <dgm:presLayoutVars>
          <dgm:chMax val="1"/>
          <dgm:dir/>
          <dgm:resizeHandles val="exact"/>
        </dgm:presLayoutVars>
      </dgm:prSet>
      <dgm:spPr/>
    </dgm:pt>
    <dgm:pt modelId="{DC739C20-F184-4D72-B5FF-B2A1318E008C}" type="pres">
      <dgm:prSet presAssocID="{05037C30-9A3E-480B-9CA7-26EA18727BBF}" presName="diamond" presStyleLbl="bgShp" presStyleIdx="0" presStyleCnt="1"/>
      <dgm:spPr/>
    </dgm:pt>
    <dgm:pt modelId="{DC0C638F-4C85-47A3-BC3A-F58D25850102}" type="pres">
      <dgm:prSet presAssocID="{05037C30-9A3E-480B-9CA7-26EA18727BBF}" presName="quad1" presStyleLbl="node1" presStyleIdx="0" presStyleCnt="4" custLinFactNeighborX="1380" custLinFactNeighborY="1060">
        <dgm:presLayoutVars>
          <dgm:chMax val="0"/>
          <dgm:chPref val="0"/>
          <dgm:bulletEnabled val="1"/>
        </dgm:presLayoutVars>
      </dgm:prSet>
      <dgm:spPr/>
    </dgm:pt>
    <dgm:pt modelId="{1879AC1B-0221-4E94-B5C3-EE41E67DF5E5}" type="pres">
      <dgm:prSet presAssocID="{05037C30-9A3E-480B-9CA7-26EA18727BB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892BBC9-89B8-40EA-8164-79BA9BEA9ECD}" type="pres">
      <dgm:prSet presAssocID="{05037C30-9A3E-480B-9CA7-26EA18727BB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76890D3-19D1-4888-9DA8-0B761623B304}" type="pres">
      <dgm:prSet presAssocID="{05037C30-9A3E-480B-9CA7-26EA18727BB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C98552A-7635-4665-870A-D16CDD1631D4}" type="presOf" srcId="{05037C30-9A3E-480B-9CA7-26EA18727BBF}" destId="{5E2C3E5F-1473-41C1-97AD-AEF06AFE0E3E}" srcOrd="0" destOrd="0" presId="urn:microsoft.com/office/officeart/2005/8/layout/matrix3"/>
    <dgm:cxn modelId="{8D24F734-61E6-48C2-9C4E-E93244BD94B1}" type="presOf" srcId="{603AC7BA-308E-4BB0-A0F9-439B366A1BA3}" destId="{776890D3-19D1-4888-9DA8-0B761623B304}" srcOrd="0" destOrd="0" presId="urn:microsoft.com/office/officeart/2005/8/layout/matrix3"/>
    <dgm:cxn modelId="{9D2A273E-5414-43E0-80E0-33ECAE82283B}" srcId="{05037C30-9A3E-480B-9CA7-26EA18727BBF}" destId="{D507002E-D5ED-401F-901F-AAC3C1BE6565}" srcOrd="0" destOrd="0" parTransId="{0EF408E2-62F6-4549-846A-69BC36775ABD}" sibTransId="{F8BABCD3-B421-447F-BE70-5DA0794745E5}"/>
    <dgm:cxn modelId="{96D77D5B-097B-4E70-8889-C9CB8DA16D01}" type="presOf" srcId="{CD809F5B-8034-4928-B67A-52A988C1DCF7}" destId="{8892BBC9-89B8-40EA-8164-79BA9BEA9ECD}" srcOrd="0" destOrd="0" presId="urn:microsoft.com/office/officeart/2005/8/layout/matrix3"/>
    <dgm:cxn modelId="{1956D57F-3FAF-4026-A304-5C83E66C44FA}" type="presOf" srcId="{D507002E-D5ED-401F-901F-AAC3C1BE6565}" destId="{DC0C638F-4C85-47A3-BC3A-F58D25850102}" srcOrd="0" destOrd="0" presId="urn:microsoft.com/office/officeart/2005/8/layout/matrix3"/>
    <dgm:cxn modelId="{B5DC7389-6CF1-4624-B757-C7CD09E3F553}" srcId="{05037C30-9A3E-480B-9CA7-26EA18727BBF}" destId="{CD809F5B-8034-4928-B67A-52A988C1DCF7}" srcOrd="2" destOrd="0" parTransId="{016AAF9B-C30E-44D0-BD0F-C95C7D3CA680}" sibTransId="{E424BEE7-AADC-478C-A5F2-E3A9CA8A0160}"/>
    <dgm:cxn modelId="{95A4398C-E0E0-40BC-ABD5-FCEF21846B5D}" srcId="{05037C30-9A3E-480B-9CA7-26EA18727BBF}" destId="{292FEF6F-D751-49D5-A832-719755DA04AB}" srcOrd="1" destOrd="0" parTransId="{59879A2E-AC23-4B4C-8346-08DB7863F334}" sibTransId="{C9166640-F9CC-41A4-B2D0-591EC9A6A7AA}"/>
    <dgm:cxn modelId="{06785CBF-4423-4F52-B841-2DC486BA4756}" srcId="{05037C30-9A3E-480B-9CA7-26EA18727BBF}" destId="{603AC7BA-308E-4BB0-A0F9-439B366A1BA3}" srcOrd="3" destOrd="0" parTransId="{84D28416-2B30-4932-9EFC-4D25F9BE2A01}" sibTransId="{209AFFCD-E054-48D3-85AA-808F887017E6}"/>
    <dgm:cxn modelId="{4A538BE2-A265-48CA-B31B-6B1C965F1BF9}" type="presOf" srcId="{292FEF6F-D751-49D5-A832-719755DA04AB}" destId="{1879AC1B-0221-4E94-B5C3-EE41E67DF5E5}" srcOrd="0" destOrd="0" presId="urn:microsoft.com/office/officeart/2005/8/layout/matrix3"/>
    <dgm:cxn modelId="{5AFDE461-BF03-4132-A85E-E258A44465C9}" type="presParOf" srcId="{5E2C3E5F-1473-41C1-97AD-AEF06AFE0E3E}" destId="{DC739C20-F184-4D72-B5FF-B2A1318E008C}" srcOrd="0" destOrd="0" presId="urn:microsoft.com/office/officeart/2005/8/layout/matrix3"/>
    <dgm:cxn modelId="{84662C0E-FE55-4BC7-BC46-4949A81A1F2A}" type="presParOf" srcId="{5E2C3E5F-1473-41C1-97AD-AEF06AFE0E3E}" destId="{DC0C638F-4C85-47A3-BC3A-F58D25850102}" srcOrd="1" destOrd="0" presId="urn:microsoft.com/office/officeart/2005/8/layout/matrix3"/>
    <dgm:cxn modelId="{6138887B-4671-4DA7-8985-8F8C2082C9C3}" type="presParOf" srcId="{5E2C3E5F-1473-41C1-97AD-AEF06AFE0E3E}" destId="{1879AC1B-0221-4E94-B5C3-EE41E67DF5E5}" srcOrd="2" destOrd="0" presId="urn:microsoft.com/office/officeart/2005/8/layout/matrix3"/>
    <dgm:cxn modelId="{C21F9D86-C876-417A-B253-83B59C85AB25}" type="presParOf" srcId="{5E2C3E5F-1473-41C1-97AD-AEF06AFE0E3E}" destId="{8892BBC9-89B8-40EA-8164-79BA9BEA9ECD}" srcOrd="3" destOrd="0" presId="urn:microsoft.com/office/officeart/2005/8/layout/matrix3"/>
    <dgm:cxn modelId="{95780361-AD94-4DB5-A4A7-1C75B4E1CE92}" type="presParOf" srcId="{5E2C3E5F-1473-41C1-97AD-AEF06AFE0E3E}" destId="{776890D3-19D1-4888-9DA8-0B761623B30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2.xml><?xml version="1.0" encoding="utf-8"?>
<dgm:dataModel xmlns:dgm="http://schemas.openxmlformats.org/drawingml/2006/diagram" xmlns:a="http://schemas.openxmlformats.org/drawingml/2006/main">
  <dgm:ptLst>
    <dgm:pt modelId="{2001EFB1-E10D-4923-8935-22A0E888133C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570C5D2-A957-4EEB-910F-5CF4F202A90F}">
      <dgm:prSet/>
      <dgm:spPr/>
      <dgm:t>
        <a:bodyPr/>
        <a:lstStyle/>
        <a:p>
          <a:r>
            <a:rPr lang="ru-RU" b="0" i="0"/>
            <a:t>1648 р.</a:t>
          </a:r>
          <a:endParaRPr lang="uk-UA"/>
        </a:p>
      </dgm:t>
    </dgm:pt>
    <dgm:pt modelId="{1F70B891-5A6C-4EE2-9CFC-F4D97F8F18F9}" type="parTrans" cxnId="{348978E6-49FA-44B4-8B73-EE6E7D2AFFDD}">
      <dgm:prSet/>
      <dgm:spPr/>
      <dgm:t>
        <a:bodyPr/>
        <a:lstStyle/>
        <a:p>
          <a:endParaRPr lang="uk-UA"/>
        </a:p>
      </dgm:t>
    </dgm:pt>
    <dgm:pt modelId="{F37C7C52-14EC-4AA0-BBBB-E072A24D709B}" type="sibTrans" cxnId="{348978E6-49FA-44B4-8B73-EE6E7D2AFFDD}">
      <dgm:prSet/>
      <dgm:spPr/>
      <dgm:t>
        <a:bodyPr/>
        <a:lstStyle/>
        <a:p>
          <a:endParaRPr lang="uk-UA"/>
        </a:p>
      </dgm:t>
    </dgm:pt>
    <dgm:pt modelId="{948858A7-A4F8-46E8-9D06-714E775A3EF2}">
      <dgm:prSet/>
      <dgm:spPr/>
      <dgm:t>
        <a:bodyPr/>
        <a:lstStyle/>
        <a:p>
          <a:r>
            <a:rPr lang="ru-RU" b="0" i="0"/>
            <a:t>1649 р.</a:t>
          </a:r>
          <a:endParaRPr lang="uk-UA"/>
        </a:p>
      </dgm:t>
    </dgm:pt>
    <dgm:pt modelId="{A571A683-C699-4CB9-80E3-53F0AA4C00B7}" type="parTrans" cxnId="{FEB39131-F749-4A48-9383-0773D7750D1C}">
      <dgm:prSet/>
      <dgm:spPr/>
      <dgm:t>
        <a:bodyPr/>
        <a:lstStyle/>
        <a:p>
          <a:endParaRPr lang="uk-UA"/>
        </a:p>
      </dgm:t>
    </dgm:pt>
    <dgm:pt modelId="{74CA167C-3D5F-42DC-A482-16DEA118B45C}" type="sibTrans" cxnId="{FEB39131-F749-4A48-9383-0773D7750D1C}">
      <dgm:prSet/>
      <dgm:spPr/>
      <dgm:t>
        <a:bodyPr/>
        <a:lstStyle/>
        <a:p>
          <a:endParaRPr lang="uk-UA"/>
        </a:p>
      </dgm:t>
    </dgm:pt>
    <dgm:pt modelId="{5F88A1CB-F837-4473-B8F4-6C346BE7F6F0}">
      <dgm:prSet/>
      <dgm:spPr/>
      <dgm:t>
        <a:bodyPr/>
        <a:lstStyle/>
        <a:p>
          <a:r>
            <a:rPr lang="ru-RU" b="0" i="0"/>
            <a:t>1650 р.</a:t>
          </a:r>
          <a:endParaRPr lang="uk-UA"/>
        </a:p>
      </dgm:t>
    </dgm:pt>
    <dgm:pt modelId="{8DABC1E3-60FD-4F7F-A982-E85B747E28D6}" type="parTrans" cxnId="{78403BA6-D273-4937-98CF-19A185AE62BE}">
      <dgm:prSet/>
      <dgm:spPr/>
      <dgm:t>
        <a:bodyPr/>
        <a:lstStyle/>
        <a:p>
          <a:endParaRPr lang="uk-UA"/>
        </a:p>
      </dgm:t>
    </dgm:pt>
    <dgm:pt modelId="{908E216D-ED32-4C92-808B-29C3CA1C0CE3}" type="sibTrans" cxnId="{78403BA6-D273-4937-98CF-19A185AE62BE}">
      <dgm:prSet/>
      <dgm:spPr/>
      <dgm:t>
        <a:bodyPr/>
        <a:lstStyle/>
        <a:p>
          <a:endParaRPr lang="uk-UA"/>
        </a:p>
      </dgm:t>
    </dgm:pt>
    <dgm:pt modelId="{9D96BA92-606F-4F50-B2A1-76512267B93C}">
      <dgm:prSet/>
      <dgm:spPr/>
      <dgm:t>
        <a:bodyPr/>
        <a:lstStyle/>
        <a:p>
          <a:r>
            <a:rPr lang="ru-RU" b="0" i="0"/>
            <a:t>1651 р.</a:t>
          </a:r>
          <a:endParaRPr lang="uk-UA"/>
        </a:p>
      </dgm:t>
    </dgm:pt>
    <dgm:pt modelId="{F2A4D3BF-F6DB-4B68-8883-F2FD124075F7}" type="parTrans" cxnId="{2A387BF9-D795-422E-A5E1-A35672B7333F}">
      <dgm:prSet/>
      <dgm:spPr/>
      <dgm:t>
        <a:bodyPr/>
        <a:lstStyle/>
        <a:p>
          <a:endParaRPr lang="uk-UA"/>
        </a:p>
      </dgm:t>
    </dgm:pt>
    <dgm:pt modelId="{E0D9AB53-4B8F-423B-B4CE-B015AC1FDD57}" type="sibTrans" cxnId="{2A387BF9-D795-422E-A5E1-A35672B7333F}">
      <dgm:prSet/>
      <dgm:spPr/>
      <dgm:t>
        <a:bodyPr/>
        <a:lstStyle/>
        <a:p>
          <a:endParaRPr lang="uk-UA"/>
        </a:p>
      </dgm:t>
    </dgm:pt>
    <dgm:pt modelId="{840454D0-69A4-4132-B61A-DCA77E01EDF5}">
      <dgm:prSet/>
      <dgm:spPr/>
      <dgm:t>
        <a:bodyPr/>
        <a:lstStyle/>
        <a:p>
          <a:r>
            <a:rPr lang="ru-RU" b="0" i="0"/>
            <a:t>1652 р.</a:t>
          </a:r>
          <a:endParaRPr lang="uk-UA"/>
        </a:p>
      </dgm:t>
    </dgm:pt>
    <dgm:pt modelId="{2A996A44-3ABA-4263-AC7C-709F98771EAA}" type="parTrans" cxnId="{42C854FF-4882-46FA-A0A0-BD3336DE454D}">
      <dgm:prSet/>
      <dgm:spPr/>
      <dgm:t>
        <a:bodyPr/>
        <a:lstStyle/>
        <a:p>
          <a:endParaRPr lang="uk-UA"/>
        </a:p>
      </dgm:t>
    </dgm:pt>
    <dgm:pt modelId="{805E5330-9F2B-4829-922C-51ED23E61E19}" type="sibTrans" cxnId="{42C854FF-4882-46FA-A0A0-BD3336DE454D}">
      <dgm:prSet/>
      <dgm:spPr/>
      <dgm:t>
        <a:bodyPr/>
        <a:lstStyle/>
        <a:p>
          <a:endParaRPr lang="uk-UA"/>
        </a:p>
      </dgm:t>
    </dgm:pt>
    <dgm:pt modelId="{B3BC783D-3F30-47E0-A405-72E20925A55D}" type="pres">
      <dgm:prSet presAssocID="{2001EFB1-E10D-4923-8935-22A0E888133C}" presName="compositeShape" presStyleCnt="0">
        <dgm:presLayoutVars>
          <dgm:chMax val="7"/>
          <dgm:dir/>
          <dgm:resizeHandles val="exact"/>
        </dgm:presLayoutVars>
      </dgm:prSet>
      <dgm:spPr/>
    </dgm:pt>
    <dgm:pt modelId="{BB4C2B7D-1750-46DA-8503-91539DFB6ADE}" type="pres">
      <dgm:prSet presAssocID="{0570C5D2-A957-4EEB-910F-5CF4F202A90F}" presName="circ1" presStyleLbl="vennNode1" presStyleIdx="0" presStyleCnt="5"/>
      <dgm:spPr/>
    </dgm:pt>
    <dgm:pt modelId="{37364355-2473-4208-B9E2-3F07AFE95582}" type="pres">
      <dgm:prSet presAssocID="{0570C5D2-A957-4EEB-910F-5CF4F202A90F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FF554B5-B7A3-4800-AED9-2F8BEC315EB4}" type="pres">
      <dgm:prSet presAssocID="{948858A7-A4F8-46E8-9D06-714E775A3EF2}" presName="circ2" presStyleLbl="vennNode1" presStyleIdx="1" presStyleCnt="5"/>
      <dgm:spPr/>
    </dgm:pt>
    <dgm:pt modelId="{B66875B3-E638-43CC-BBE5-57B56F1665E3}" type="pres">
      <dgm:prSet presAssocID="{948858A7-A4F8-46E8-9D06-714E775A3EF2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BCF0B5F-F6BF-44B3-9BD9-6645C66FDB77}" type="pres">
      <dgm:prSet presAssocID="{5F88A1CB-F837-4473-B8F4-6C346BE7F6F0}" presName="circ3" presStyleLbl="vennNode1" presStyleIdx="2" presStyleCnt="5"/>
      <dgm:spPr/>
    </dgm:pt>
    <dgm:pt modelId="{AE5396C3-58D8-4039-A0FA-F2A3F81CAC22}" type="pres">
      <dgm:prSet presAssocID="{5F88A1CB-F837-4473-B8F4-6C346BE7F6F0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00E08AA-5EB7-41EC-93B5-6268CE0CD939}" type="pres">
      <dgm:prSet presAssocID="{9D96BA92-606F-4F50-B2A1-76512267B93C}" presName="circ4" presStyleLbl="vennNode1" presStyleIdx="3" presStyleCnt="5"/>
      <dgm:spPr/>
    </dgm:pt>
    <dgm:pt modelId="{7DD68173-A560-4640-BD2E-39380750D8BA}" type="pres">
      <dgm:prSet presAssocID="{9D96BA92-606F-4F50-B2A1-76512267B93C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F0F5FD2-1729-4E39-B72E-6F3191049765}" type="pres">
      <dgm:prSet presAssocID="{840454D0-69A4-4132-B61A-DCA77E01EDF5}" presName="circ5" presStyleLbl="vennNode1" presStyleIdx="4" presStyleCnt="5"/>
      <dgm:spPr/>
    </dgm:pt>
    <dgm:pt modelId="{84C8F3D0-F3A8-4F4C-B590-BDDF1C31AE13}" type="pres">
      <dgm:prSet presAssocID="{840454D0-69A4-4132-B61A-DCA77E01EDF5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5863AA30-000B-4DD4-8D54-217D2389C050}" type="presOf" srcId="{840454D0-69A4-4132-B61A-DCA77E01EDF5}" destId="{84C8F3D0-F3A8-4F4C-B590-BDDF1C31AE13}" srcOrd="0" destOrd="0" presId="urn:microsoft.com/office/officeart/2005/8/layout/venn1"/>
    <dgm:cxn modelId="{FEB39131-F749-4A48-9383-0773D7750D1C}" srcId="{2001EFB1-E10D-4923-8935-22A0E888133C}" destId="{948858A7-A4F8-46E8-9D06-714E775A3EF2}" srcOrd="1" destOrd="0" parTransId="{A571A683-C699-4CB9-80E3-53F0AA4C00B7}" sibTransId="{74CA167C-3D5F-42DC-A482-16DEA118B45C}"/>
    <dgm:cxn modelId="{86289959-453D-4AA7-BF75-88A55F1FD430}" type="presOf" srcId="{5F88A1CB-F837-4473-B8F4-6C346BE7F6F0}" destId="{AE5396C3-58D8-4039-A0FA-F2A3F81CAC22}" srcOrd="0" destOrd="0" presId="urn:microsoft.com/office/officeart/2005/8/layout/venn1"/>
    <dgm:cxn modelId="{E7ECCB84-8DA3-4938-87FB-094B48791F4F}" type="presOf" srcId="{948858A7-A4F8-46E8-9D06-714E775A3EF2}" destId="{B66875B3-E638-43CC-BBE5-57B56F1665E3}" srcOrd="0" destOrd="0" presId="urn:microsoft.com/office/officeart/2005/8/layout/venn1"/>
    <dgm:cxn modelId="{84D0F39B-3859-43D3-8134-7A9F96A0B661}" type="presOf" srcId="{9D96BA92-606F-4F50-B2A1-76512267B93C}" destId="{7DD68173-A560-4640-BD2E-39380750D8BA}" srcOrd="0" destOrd="0" presId="urn:microsoft.com/office/officeart/2005/8/layout/venn1"/>
    <dgm:cxn modelId="{78403BA6-D273-4937-98CF-19A185AE62BE}" srcId="{2001EFB1-E10D-4923-8935-22A0E888133C}" destId="{5F88A1CB-F837-4473-B8F4-6C346BE7F6F0}" srcOrd="2" destOrd="0" parTransId="{8DABC1E3-60FD-4F7F-A982-E85B747E28D6}" sibTransId="{908E216D-ED32-4C92-808B-29C3CA1C0CE3}"/>
    <dgm:cxn modelId="{D583E4B2-CE01-4F4C-B5F3-7D6EC0D92600}" type="presOf" srcId="{2001EFB1-E10D-4923-8935-22A0E888133C}" destId="{B3BC783D-3F30-47E0-A405-72E20925A55D}" srcOrd="0" destOrd="0" presId="urn:microsoft.com/office/officeart/2005/8/layout/venn1"/>
    <dgm:cxn modelId="{348978E6-49FA-44B4-8B73-EE6E7D2AFFDD}" srcId="{2001EFB1-E10D-4923-8935-22A0E888133C}" destId="{0570C5D2-A957-4EEB-910F-5CF4F202A90F}" srcOrd="0" destOrd="0" parTransId="{1F70B891-5A6C-4EE2-9CFC-F4D97F8F18F9}" sibTransId="{F37C7C52-14EC-4AA0-BBBB-E072A24D709B}"/>
    <dgm:cxn modelId="{2A387BF9-D795-422E-A5E1-A35672B7333F}" srcId="{2001EFB1-E10D-4923-8935-22A0E888133C}" destId="{9D96BA92-606F-4F50-B2A1-76512267B93C}" srcOrd="3" destOrd="0" parTransId="{F2A4D3BF-F6DB-4B68-8883-F2FD124075F7}" sibTransId="{E0D9AB53-4B8F-423B-B4CE-B015AC1FDD57}"/>
    <dgm:cxn modelId="{A0E591FB-7C4C-4389-A534-95F63CC1A159}" type="presOf" srcId="{0570C5D2-A957-4EEB-910F-5CF4F202A90F}" destId="{37364355-2473-4208-B9E2-3F07AFE95582}" srcOrd="0" destOrd="0" presId="urn:microsoft.com/office/officeart/2005/8/layout/venn1"/>
    <dgm:cxn modelId="{42C854FF-4882-46FA-A0A0-BD3336DE454D}" srcId="{2001EFB1-E10D-4923-8935-22A0E888133C}" destId="{840454D0-69A4-4132-B61A-DCA77E01EDF5}" srcOrd="4" destOrd="0" parTransId="{2A996A44-3ABA-4263-AC7C-709F98771EAA}" sibTransId="{805E5330-9F2B-4829-922C-51ED23E61E19}"/>
    <dgm:cxn modelId="{921AC83F-1AE4-483A-9744-EE49F941EB7E}" type="presParOf" srcId="{B3BC783D-3F30-47E0-A405-72E20925A55D}" destId="{BB4C2B7D-1750-46DA-8503-91539DFB6ADE}" srcOrd="0" destOrd="0" presId="urn:microsoft.com/office/officeart/2005/8/layout/venn1"/>
    <dgm:cxn modelId="{46AA6EA6-A0BB-4EA0-9405-2899BAB3A6A6}" type="presParOf" srcId="{B3BC783D-3F30-47E0-A405-72E20925A55D}" destId="{37364355-2473-4208-B9E2-3F07AFE95582}" srcOrd="1" destOrd="0" presId="urn:microsoft.com/office/officeart/2005/8/layout/venn1"/>
    <dgm:cxn modelId="{9651B1D9-2192-435B-ABE7-D6EA561472ED}" type="presParOf" srcId="{B3BC783D-3F30-47E0-A405-72E20925A55D}" destId="{CFF554B5-B7A3-4800-AED9-2F8BEC315EB4}" srcOrd="2" destOrd="0" presId="urn:microsoft.com/office/officeart/2005/8/layout/venn1"/>
    <dgm:cxn modelId="{A5102930-F8B2-4DDF-B0CD-A9554F53F784}" type="presParOf" srcId="{B3BC783D-3F30-47E0-A405-72E20925A55D}" destId="{B66875B3-E638-43CC-BBE5-57B56F1665E3}" srcOrd="3" destOrd="0" presId="urn:microsoft.com/office/officeart/2005/8/layout/venn1"/>
    <dgm:cxn modelId="{F46BC105-A728-43F0-B54C-9FC7B49C50E7}" type="presParOf" srcId="{B3BC783D-3F30-47E0-A405-72E20925A55D}" destId="{4BCF0B5F-F6BF-44B3-9BD9-6645C66FDB77}" srcOrd="4" destOrd="0" presId="urn:microsoft.com/office/officeart/2005/8/layout/venn1"/>
    <dgm:cxn modelId="{BC611CCD-245F-4755-BBFA-1DB82E5161E5}" type="presParOf" srcId="{B3BC783D-3F30-47E0-A405-72E20925A55D}" destId="{AE5396C3-58D8-4039-A0FA-F2A3F81CAC22}" srcOrd="5" destOrd="0" presId="urn:microsoft.com/office/officeart/2005/8/layout/venn1"/>
    <dgm:cxn modelId="{12E90C3E-0259-4841-BEBE-592322C04E3B}" type="presParOf" srcId="{B3BC783D-3F30-47E0-A405-72E20925A55D}" destId="{B00E08AA-5EB7-41EC-93B5-6268CE0CD939}" srcOrd="6" destOrd="0" presId="urn:microsoft.com/office/officeart/2005/8/layout/venn1"/>
    <dgm:cxn modelId="{C81708A1-BD3F-4308-BA04-29D4BFA3820F}" type="presParOf" srcId="{B3BC783D-3F30-47E0-A405-72E20925A55D}" destId="{7DD68173-A560-4640-BD2E-39380750D8BA}" srcOrd="7" destOrd="0" presId="urn:microsoft.com/office/officeart/2005/8/layout/venn1"/>
    <dgm:cxn modelId="{7B90D06C-3C60-45F1-912B-CDD20EB87547}" type="presParOf" srcId="{B3BC783D-3F30-47E0-A405-72E20925A55D}" destId="{BF0F5FD2-1729-4E39-B72E-6F3191049765}" srcOrd="8" destOrd="0" presId="urn:microsoft.com/office/officeart/2005/8/layout/venn1"/>
    <dgm:cxn modelId="{77648B43-2200-40F2-A87E-87DAF9D49E21}" type="presParOf" srcId="{B3BC783D-3F30-47E0-A405-72E20925A55D}" destId="{84C8F3D0-F3A8-4F4C-B590-BDDF1C31AE13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3.xml><?xml version="1.0" encoding="utf-8"?>
<dgm:dataModel xmlns:dgm="http://schemas.openxmlformats.org/drawingml/2006/diagram" xmlns:a="http://schemas.openxmlformats.org/drawingml/2006/main">
  <dgm:ptLst>
    <dgm:pt modelId="{95EBA008-2AA0-4D40-81A2-BD1DCB7BE15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29A694D-A36B-4536-99DC-A45DB07898C3}">
      <dgm:prSet/>
      <dgm:spPr/>
      <dgm:t>
        <a:bodyPr/>
        <a:lstStyle/>
        <a:p>
          <a:r>
            <a:rPr lang="uk-UA" b="0" i="0"/>
            <a:t>Берестецька</a:t>
          </a:r>
          <a:endParaRPr lang="uk-UA"/>
        </a:p>
      </dgm:t>
    </dgm:pt>
    <dgm:pt modelId="{EC4ED11E-C16B-4DCE-AB5E-C75568DBE2D0}" type="parTrans" cxnId="{C1007F54-04EB-4FD0-82E1-A6570F22E708}">
      <dgm:prSet/>
      <dgm:spPr/>
      <dgm:t>
        <a:bodyPr/>
        <a:lstStyle/>
        <a:p>
          <a:endParaRPr lang="uk-UA"/>
        </a:p>
      </dgm:t>
    </dgm:pt>
    <dgm:pt modelId="{1455BEC4-14A1-4C14-8315-BC9F16A4D6BB}" type="sibTrans" cxnId="{C1007F54-04EB-4FD0-82E1-A6570F22E708}">
      <dgm:prSet/>
      <dgm:spPr/>
      <dgm:t>
        <a:bodyPr/>
        <a:lstStyle/>
        <a:p>
          <a:endParaRPr lang="uk-UA"/>
        </a:p>
      </dgm:t>
    </dgm:pt>
    <dgm:pt modelId="{154655BC-2853-48A9-946A-B7E236DF0889}">
      <dgm:prSet/>
      <dgm:spPr/>
      <dgm:t>
        <a:bodyPr/>
        <a:lstStyle/>
        <a:p>
          <a:r>
            <a:rPr lang="uk-UA" b="0" i="0"/>
            <a:t>Зборівська</a:t>
          </a:r>
          <a:endParaRPr lang="uk-UA"/>
        </a:p>
      </dgm:t>
    </dgm:pt>
    <dgm:pt modelId="{39D8C237-06AC-466E-9A18-67642445A4B5}" type="parTrans" cxnId="{54543A08-B5A5-4919-BA8A-FA0009C0D42A}">
      <dgm:prSet/>
      <dgm:spPr/>
      <dgm:t>
        <a:bodyPr/>
        <a:lstStyle/>
        <a:p>
          <a:endParaRPr lang="uk-UA"/>
        </a:p>
      </dgm:t>
    </dgm:pt>
    <dgm:pt modelId="{92ACD73D-412D-47D7-AF53-99C82BB864B3}" type="sibTrans" cxnId="{54543A08-B5A5-4919-BA8A-FA0009C0D42A}">
      <dgm:prSet/>
      <dgm:spPr/>
      <dgm:t>
        <a:bodyPr/>
        <a:lstStyle/>
        <a:p>
          <a:endParaRPr lang="uk-UA"/>
        </a:p>
      </dgm:t>
    </dgm:pt>
    <dgm:pt modelId="{73B59BCE-214E-4D2D-B7B5-0D1AB62A8A06}">
      <dgm:prSet/>
      <dgm:spPr/>
      <dgm:t>
        <a:bodyPr/>
        <a:lstStyle/>
        <a:p>
          <a:r>
            <a:rPr lang="uk-UA" b="0" i="0"/>
            <a:t>Батозька</a:t>
          </a:r>
          <a:endParaRPr lang="uk-UA"/>
        </a:p>
      </dgm:t>
    </dgm:pt>
    <dgm:pt modelId="{6325C81A-D108-4001-BAC1-B9851288483F}" type="parTrans" cxnId="{B210C173-60F3-41CB-AC35-2390A0FB1437}">
      <dgm:prSet/>
      <dgm:spPr/>
      <dgm:t>
        <a:bodyPr/>
        <a:lstStyle/>
        <a:p>
          <a:endParaRPr lang="uk-UA"/>
        </a:p>
      </dgm:t>
    </dgm:pt>
    <dgm:pt modelId="{33806AC1-397F-4040-8393-E78F80D1A894}" type="sibTrans" cxnId="{B210C173-60F3-41CB-AC35-2390A0FB1437}">
      <dgm:prSet/>
      <dgm:spPr/>
      <dgm:t>
        <a:bodyPr/>
        <a:lstStyle/>
        <a:p>
          <a:endParaRPr lang="uk-UA"/>
        </a:p>
      </dgm:t>
    </dgm:pt>
    <dgm:pt modelId="{3CCBB907-A168-4EE6-B891-401CA5AFFD17}">
      <dgm:prSet/>
      <dgm:spPr/>
      <dgm:t>
        <a:bodyPr/>
        <a:lstStyle/>
        <a:p>
          <a:r>
            <a:rPr lang="uk-UA" b="0" i="0"/>
            <a:t>Пилявецька</a:t>
          </a:r>
          <a:endParaRPr lang="uk-UA"/>
        </a:p>
      </dgm:t>
    </dgm:pt>
    <dgm:pt modelId="{31CDEDE6-D7DF-48D3-B73C-9E584E87674C}" type="parTrans" cxnId="{41484452-F38E-41F4-A35C-9D0A5554C3B0}">
      <dgm:prSet/>
      <dgm:spPr/>
      <dgm:t>
        <a:bodyPr/>
        <a:lstStyle/>
        <a:p>
          <a:endParaRPr lang="uk-UA"/>
        </a:p>
      </dgm:t>
    </dgm:pt>
    <dgm:pt modelId="{67F586EB-714B-4345-878E-81547A1B6CA4}" type="sibTrans" cxnId="{41484452-F38E-41F4-A35C-9D0A5554C3B0}">
      <dgm:prSet/>
      <dgm:spPr/>
      <dgm:t>
        <a:bodyPr/>
        <a:lstStyle/>
        <a:p>
          <a:endParaRPr lang="uk-UA"/>
        </a:p>
      </dgm:t>
    </dgm:pt>
    <dgm:pt modelId="{663D7880-A043-4B43-903B-7BDF6020972F}" type="pres">
      <dgm:prSet presAssocID="{95EBA008-2AA0-4D40-81A2-BD1DCB7BE155}" presName="linear" presStyleCnt="0">
        <dgm:presLayoutVars>
          <dgm:animLvl val="lvl"/>
          <dgm:resizeHandles val="exact"/>
        </dgm:presLayoutVars>
      </dgm:prSet>
      <dgm:spPr/>
    </dgm:pt>
    <dgm:pt modelId="{AF3CC964-D6ED-40CF-AC12-098DFAA3EBEB}" type="pres">
      <dgm:prSet presAssocID="{529A694D-A36B-4536-99DC-A45DB07898C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B30D76D-1A8E-49E7-B300-375B11E4851C}" type="pres">
      <dgm:prSet presAssocID="{1455BEC4-14A1-4C14-8315-BC9F16A4D6BB}" presName="spacer" presStyleCnt="0"/>
      <dgm:spPr/>
    </dgm:pt>
    <dgm:pt modelId="{8FA7FF9D-1347-47EC-9158-4BD7FB97AC0E}" type="pres">
      <dgm:prSet presAssocID="{154655BC-2853-48A9-946A-B7E236DF088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D9DF9B8-E753-40C1-8988-36561509A057}" type="pres">
      <dgm:prSet presAssocID="{92ACD73D-412D-47D7-AF53-99C82BB864B3}" presName="spacer" presStyleCnt="0"/>
      <dgm:spPr/>
    </dgm:pt>
    <dgm:pt modelId="{CCF99C9F-01B6-4F84-B16C-9C0910DBA74A}" type="pres">
      <dgm:prSet presAssocID="{73B59BCE-214E-4D2D-B7B5-0D1AB62A8A0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99ABACF-EC43-4D9E-B5BC-65239639ABCD}" type="pres">
      <dgm:prSet presAssocID="{33806AC1-397F-4040-8393-E78F80D1A894}" presName="spacer" presStyleCnt="0"/>
      <dgm:spPr/>
    </dgm:pt>
    <dgm:pt modelId="{FA840DE8-1107-475A-B089-F9617F5ABC25}" type="pres">
      <dgm:prSet presAssocID="{3CCBB907-A168-4EE6-B891-401CA5AFFD1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4543A08-B5A5-4919-BA8A-FA0009C0D42A}" srcId="{95EBA008-2AA0-4D40-81A2-BD1DCB7BE155}" destId="{154655BC-2853-48A9-946A-B7E236DF0889}" srcOrd="1" destOrd="0" parTransId="{39D8C237-06AC-466E-9A18-67642445A4B5}" sibTransId="{92ACD73D-412D-47D7-AF53-99C82BB864B3}"/>
    <dgm:cxn modelId="{68937C18-4383-4CA2-8E46-404B495A0AF8}" type="presOf" srcId="{73B59BCE-214E-4D2D-B7B5-0D1AB62A8A06}" destId="{CCF99C9F-01B6-4F84-B16C-9C0910DBA74A}" srcOrd="0" destOrd="0" presId="urn:microsoft.com/office/officeart/2005/8/layout/vList2"/>
    <dgm:cxn modelId="{41484452-F38E-41F4-A35C-9D0A5554C3B0}" srcId="{95EBA008-2AA0-4D40-81A2-BD1DCB7BE155}" destId="{3CCBB907-A168-4EE6-B891-401CA5AFFD17}" srcOrd="3" destOrd="0" parTransId="{31CDEDE6-D7DF-48D3-B73C-9E584E87674C}" sibTransId="{67F586EB-714B-4345-878E-81547A1B6CA4}"/>
    <dgm:cxn modelId="{B210C173-60F3-41CB-AC35-2390A0FB1437}" srcId="{95EBA008-2AA0-4D40-81A2-BD1DCB7BE155}" destId="{73B59BCE-214E-4D2D-B7B5-0D1AB62A8A06}" srcOrd="2" destOrd="0" parTransId="{6325C81A-D108-4001-BAC1-B9851288483F}" sibTransId="{33806AC1-397F-4040-8393-E78F80D1A894}"/>
    <dgm:cxn modelId="{C1007F54-04EB-4FD0-82E1-A6570F22E708}" srcId="{95EBA008-2AA0-4D40-81A2-BD1DCB7BE155}" destId="{529A694D-A36B-4536-99DC-A45DB07898C3}" srcOrd="0" destOrd="0" parTransId="{EC4ED11E-C16B-4DCE-AB5E-C75568DBE2D0}" sibTransId="{1455BEC4-14A1-4C14-8315-BC9F16A4D6BB}"/>
    <dgm:cxn modelId="{E620A379-5A5E-4968-8098-45C163CE9A8A}" type="presOf" srcId="{95EBA008-2AA0-4D40-81A2-BD1DCB7BE155}" destId="{663D7880-A043-4B43-903B-7BDF6020972F}" srcOrd="0" destOrd="0" presId="urn:microsoft.com/office/officeart/2005/8/layout/vList2"/>
    <dgm:cxn modelId="{0EBCB78A-07FA-4CAE-9177-EFEF4A8FC3E5}" type="presOf" srcId="{154655BC-2853-48A9-946A-B7E236DF0889}" destId="{8FA7FF9D-1347-47EC-9158-4BD7FB97AC0E}" srcOrd="0" destOrd="0" presId="urn:microsoft.com/office/officeart/2005/8/layout/vList2"/>
    <dgm:cxn modelId="{35093CD8-AC79-42CE-B567-1FFEB716AB3B}" type="presOf" srcId="{3CCBB907-A168-4EE6-B891-401CA5AFFD17}" destId="{FA840DE8-1107-475A-B089-F9617F5ABC25}" srcOrd="0" destOrd="0" presId="urn:microsoft.com/office/officeart/2005/8/layout/vList2"/>
    <dgm:cxn modelId="{B2F982E1-E203-46BC-AA4D-6B57B4B1F272}" type="presOf" srcId="{529A694D-A36B-4536-99DC-A45DB07898C3}" destId="{AF3CC964-D6ED-40CF-AC12-098DFAA3EBEB}" srcOrd="0" destOrd="0" presId="urn:microsoft.com/office/officeart/2005/8/layout/vList2"/>
    <dgm:cxn modelId="{84939330-1B1A-4F00-A926-9F682ACFF491}" type="presParOf" srcId="{663D7880-A043-4B43-903B-7BDF6020972F}" destId="{AF3CC964-D6ED-40CF-AC12-098DFAA3EBEB}" srcOrd="0" destOrd="0" presId="urn:microsoft.com/office/officeart/2005/8/layout/vList2"/>
    <dgm:cxn modelId="{6FD16F90-9BDF-4BDB-9540-20B4DCF28A1B}" type="presParOf" srcId="{663D7880-A043-4B43-903B-7BDF6020972F}" destId="{AB30D76D-1A8E-49E7-B300-375B11E4851C}" srcOrd="1" destOrd="0" presId="urn:microsoft.com/office/officeart/2005/8/layout/vList2"/>
    <dgm:cxn modelId="{837AB64E-C030-4ED3-BBD1-052715898CE8}" type="presParOf" srcId="{663D7880-A043-4B43-903B-7BDF6020972F}" destId="{8FA7FF9D-1347-47EC-9158-4BD7FB97AC0E}" srcOrd="2" destOrd="0" presId="urn:microsoft.com/office/officeart/2005/8/layout/vList2"/>
    <dgm:cxn modelId="{0279B38A-46F8-4D60-BAD4-4EBB9775B6C1}" type="presParOf" srcId="{663D7880-A043-4B43-903B-7BDF6020972F}" destId="{ED9DF9B8-E753-40C1-8988-36561509A057}" srcOrd="3" destOrd="0" presId="urn:microsoft.com/office/officeart/2005/8/layout/vList2"/>
    <dgm:cxn modelId="{FB86C38E-81D1-4A4A-8210-6E026740C811}" type="presParOf" srcId="{663D7880-A043-4B43-903B-7BDF6020972F}" destId="{CCF99C9F-01B6-4F84-B16C-9C0910DBA74A}" srcOrd="4" destOrd="0" presId="urn:microsoft.com/office/officeart/2005/8/layout/vList2"/>
    <dgm:cxn modelId="{2A4D4829-C3CF-4740-8921-277A4B198C78}" type="presParOf" srcId="{663D7880-A043-4B43-903B-7BDF6020972F}" destId="{B99ABACF-EC43-4D9E-B5BC-65239639ABCD}" srcOrd="5" destOrd="0" presId="urn:microsoft.com/office/officeart/2005/8/layout/vList2"/>
    <dgm:cxn modelId="{EAC04E87-45F6-4C08-9E09-8B016ABC7AA4}" type="presParOf" srcId="{663D7880-A043-4B43-903B-7BDF6020972F}" destId="{FA840DE8-1107-475A-B089-F9617F5ABC2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4.xml><?xml version="1.0" encoding="utf-8"?>
<dgm:dataModel xmlns:dgm="http://schemas.openxmlformats.org/drawingml/2006/diagram" xmlns:a="http://schemas.openxmlformats.org/drawingml/2006/main">
  <dgm:ptLst>
    <dgm:pt modelId="{B388DD5F-0CBD-4811-8478-F495A6114380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EBACCF3-B3E3-4045-B0FB-37EC389767B2}">
      <dgm:prSet/>
      <dgm:spPr/>
      <dgm:t>
        <a:bodyPr/>
        <a:lstStyle/>
        <a:p>
          <a:r>
            <a:rPr lang="ru-RU" b="0" i="0"/>
            <a:t>Жванецька облога</a:t>
          </a:r>
          <a:endParaRPr lang="uk-UA"/>
        </a:p>
      </dgm:t>
    </dgm:pt>
    <dgm:pt modelId="{6A605478-C6B3-4E2B-A75B-99777F386C24}" type="parTrans" cxnId="{99CD2D32-FC7E-4C9F-9CF5-176C666405CD}">
      <dgm:prSet/>
      <dgm:spPr/>
      <dgm:t>
        <a:bodyPr/>
        <a:lstStyle/>
        <a:p>
          <a:endParaRPr lang="uk-UA"/>
        </a:p>
      </dgm:t>
    </dgm:pt>
    <dgm:pt modelId="{72FD9B35-F0FC-468D-9FDE-482AD46D16D7}" type="sibTrans" cxnId="{99CD2D32-FC7E-4C9F-9CF5-176C666405CD}">
      <dgm:prSet/>
      <dgm:spPr/>
      <dgm:t>
        <a:bodyPr/>
        <a:lstStyle/>
        <a:p>
          <a:endParaRPr lang="uk-UA"/>
        </a:p>
      </dgm:t>
    </dgm:pt>
    <dgm:pt modelId="{4E389155-6F35-471B-964E-4958F0A8BF72}">
      <dgm:prSet/>
      <dgm:spPr/>
      <dgm:t>
        <a:bodyPr/>
        <a:lstStyle/>
        <a:p>
          <a:r>
            <a:rPr lang="ru-RU" b="0" i="0"/>
            <a:t>Зборівська битва</a:t>
          </a:r>
          <a:endParaRPr lang="uk-UA"/>
        </a:p>
      </dgm:t>
    </dgm:pt>
    <dgm:pt modelId="{A6F37718-1AD5-4007-BB15-A6977A98CDA3}" type="parTrans" cxnId="{B2F30986-013F-4C8B-AF55-01670AD835FE}">
      <dgm:prSet/>
      <dgm:spPr/>
      <dgm:t>
        <a:bodyPr/>
        <a:lstStyle/>
        <a:p>
          <a:endParaRPr lang="uk-UA"/>
        </a:p>
      </dgm:t>
    </dgm:pt>
    <dgm:pt modelId="{5E210667-3E89-4EEE-AFB8-1D03ADB677D6}" type="sibTrans" cxnId="{B2F30986-013F-4C8B-AF55-01670AD835FE}">
      <dgm:prSet/>
      <dgm:spPr/>
      <dgm:t>
        <a:bodyPr/>
        <a:lstStyle/>
        <a:p>
          <a:endParaRPr lang="uk-UA"/>
        </a:p>
      </dgm:t>
    </dgm:pt>
    <dgm:pt modelId="{C7B9F268-F911-453C-9F9D-5FBF66AD87AB}">
      <dgm:prSet/>
      <dgm:spPr/>
      <dgm:t>
        <a:bodyPr/>
        <a:lstStyle/>
        <a:p>
          <a:r>
            <a:rPr lang="ru-RU" b="0" i="0"/>
            <a:t>Берестецька битва</a:t>
          </a:r>
          <a:endParaRPr lang="uk-UA"/>
        </a:p>
      </dgm:t>
    </dgm:pt>
    <dgm:pt modelId="{33D61FDF-F97D-4DF0-9DDE-8C2FE9D035FE}" type="parTrans" cxnId="{3904DE5D-D9EE-4CB8-9466-5ECB5A2461C1}">
      <dgm:prSet/>
      <dgm:spPr/>
      <dgm:t>
        <a:bodyPr/>
        <a:lstStyle/>
        <a:p>
          <a:endParaRPr lang="uk-UA"/>
        </a:p>
      </dgm:t>
    </dgm:pt>
    <dgm:pt modelId="{DB3AA80B-71F6-4467-A09D-14D7591FF93E}" type="sibTrans" cxnId="{3904DE5D-D9EE-4CB8-9466-5ECB5A2461C1}">
      <dgm:prSet/>
      <dgm:spPr/>
      <dgm:t>
        <a:bodyPr/>
        <a:lstStyle/>
        <a:p>
          <a:endParaRPr lang="uk-UA"/>
        </a:p>
      </dgm:t>
    </dgm:pt>
    <dgm:pt modelId="{0435E788-06C1-48DC-9C48-8FDEAF1A3012}">
      <dgm:prSet/>
      <dgm:spPr/>
      <dgm:t>
        <a:bodyPr/>
        <a:lstStyle/>
        <a:p>
          <a:r>
            <a:rPr lang="ru-RU" b="0" i="0"/>
            <a:t>Жовтоводська битва</a:t>
          </a:r>
          <a:endParaRPr lang="uk-UA"/>
        </a:p>
      </dgm:t>
    </dgm:pt>
    <dgm:pt modelId="{0F8492C6-BD62-4521-8764-DBD264BA5036}" type="parTrans" cxnId="{9B0049C3-3C07-4835-A832-4107EBAB79B8}">
      <dgm:prSet/>
      <dgm:spPr/>
      <dgm:t>
        <a:bodyPr/>
        <a:lstStyle/>
        <a:p>
          <a:endParaRPr lang="uk-UA"/>
        </a:p>
      </dgm:t>
    </dgm:pt>
    <dgm:pt modelId="{A79D17F8-887A-49B2-8D6E-F1C94112BDD1}" type="sibTrans" cxnId="{9B0049C3-3C07-4835-A832-4107EBAB79B8}">
      <dgm:prSet/>
      <dgm:spPr/>
      <dgm:t>
        <a:bodyPr/>
        <a:lstStyle/>
        <a:p>
          <a:endParaRPr lang="uk-UA"/>
        </a:p>
      </dgm:t>
    </dgm:pt>
    <dgm:pt modelId="{E5017DAA-CA1C-4033-9EDB-A97EACF859CE}" type="pres">
      <dgm:prSet presAssocID="{B388DD5F-0CBD-4811-8478-F495A6114380}" presName="matrix" presStyleCnt="0">
        <dgm:presLayoutVars>
          <dgm:chMax val="1"/>
          <dgm:dir/>
          <dgm:resizeHandles val="exact"/>
        </dgm:presLayoutVars>
      </dgm:prSet>
      <dgm:spPr/>
    </dgm:pt>
    <dgm:pt modelId="{3E4D72EA-90C7-4066-B045-49EDC549F8A7}" type="pres">
      <dgm:prSet presAssocID="{B388DD5F-0CBD-4811-8478-F495A6114380}" presName="diamond" presStyleLbl="bgShp" presStyleIdx="0" presStyleCnt="1"/>
      <dgm:spPr/>
    </dgm:pt>
    <dgm:pt modelId="{2266A223-39D1-4946-8246-160C482BD4ED}" type="pres">
      <dgm:prSet presAssocID="{B388DD5F-0CBD-4811-8478-F495A6114380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4E044C1-1DD2-4BF1-BF0A-309A8F1CAC4F}" type="pres">
      <dgm:prSet presAssocID="{B388DD5F-0CBD-4811-8478-F495A6114380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F1745C1-55D4-43F8-81E6-8D805C7A6FA7}" type="pres">
      <dgm:prSet presAssocID="{B388DD5F-0CBD-4811-8478-F495A6114380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43B3F0B-AE59-4CB5-A786-7ED73FF2F546}" type="pres">
      <dgm:prSet presAssocID="{B388DD5F-0CBD-4811-8478-F495A6114380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9CD2D32-FC7E-4C9F-9CF5-176C666405CD}" srcId="{B388DD5F-0CBD-4811-8478-F495A6114380}" destId="{FEBACCF3-B3E3-4045-B0FB-37EC389767B2}" srcOrd="0" destOrd="0" parTransId="{6A605478-C6B3-4E2B-A75B-99777F386C24}" sibTransId="{72FD9B35-F0FC-468D-9FDE-482AD46D16D7}"/>
    <dgm:cxn modelId="{1A6EA840-0D9A-4DDD-86D1-0490FC1C2CC5}" type="presOf" srcId="{4E389155-6F35-471B-964E-4958F0A8BF72}" destId="{C4E044C1-1DD2-4BF1-BF0A-309A8F1CAC4F}" srcOrd="0" destOrd="0" presId="urn:microsoft.com/office/officeart/2005/8/layout/matrix3"/>
    <dgm:cxn modelId="{3904DE5D-D9EE-4CB8-9466-5ECB5A2461C1}" srcId="{B388DD5F-0CBD-4811-8478-F495A6114380}" destId="{C7B9F268-F911-453C-9F9D-5FBF66AD87AB}" srcOrd="2" destOrd="0" parTransId="{33D61FDF-F97D-4DF0-9DDE-8C2FE9D035FE}" sibTransId="{DB3AA80B-71F6-4467-A09D-14D7591FF93E}"/>
    <dgm:cxn modelId="{2594DD64-BBD0-4FFA-8B47-9153A8D9C209}" type="presOf" srcId="{C7B9F268-F911-453C-9F9D-5FBF66AD87AB}" destId="{9F1745C1-55D4-43F8-81E6-8D805C7A6FA7}" srcOrd="0" destOrd="0" presId="urn:microsoft.com/office/officeart/2005/8/layout/matrix3"/>
    <dgm:cxn modelId="{6DD5D172-5FC2-47CB-98EB-7DFFE8BD519F}" type="presOf" srcId="{B388DD5F-0CBD-4811-8478-F495A6114380}" destId="{E5017DAA-CA1C-4033-9EDB-A97EACF859CE}" srcOrd="0" destOrd="0" presId="urn:microsoft.com/office/officeart/2005/8/layout/matrix3"/>
    <dgm:cxn modelId="{B2F30986-013F-4C8B-AF55-01670AD835FE}" srcId="{B388DD5F-0CBD-4811-8478-F495A6114380}" destId="{4E389155-6F35-471B-964E-4958F0A8BF72}" srcOrd="1" destOrd="0" parTransId="{A6F37718-1AD5-4007-BB15-A6977A98CDA3}" sibTransId="{5E210667-3E89-4EEE-AFB8-1D03ADB677D6}"/>
    <dgm:cxn modelId="{9B0049C3-3C07-4835-A832-4107EBAB79B8}" srcId="{B388DD5F-0CBD-4811-8478-F495A6114380}" destId="{0435E788-06C1-48DC-9C48-8FDEAF1A3012}" srcOrd="3" destOrd="0" parTransId="{0F8492C6-BD62-4521-8764-DBD264BA5036}" sibTransId="{A79D17F8-887A-49B2-8D6E-F1C94112BDD1}"/>
    <dgm:cxn modelId="{29E133E5-D2DC-4E27-9DDA-A6DFCC6E760F}" type="presOf" srcId="{0435E788-06C1-48DC-9C48-8FDEAF1A3012}" destId="{743B3F0B-AE59-4CB5-A786-7ED73FF2F546}" srcOrd="0" destOrd="0" presId="urn:microsoft.com/office/officeart/2005/8/layout/matrix3"/>
    <dgm:cxn modelId="{AC3053EA-B157-4F38-9609-ED0BA33635A1}" type="presOf" srcId="{FEBACCF3-B3E3-4045-B0FB-37EC389767B2}" destId="{2266A223-39D1-4946-8246-160C482BD4ED}" srcOrd="0" destOrd="0" presId="urn:microsoft.com/office/officeart/2005/8/layout/matrix3"/>
    <dgm:cxn modelId="{1C89D901-4925-4F11-91A1-675B51DEA43E}" type="presParOf" srcId="{E5017DAA-CA1C-4033-9EDB-A97EACF859CE}" destId="{3E4D72EA-90C7-4066-B045-49EDC549F8A7}" srcOrd="0" destOrd="0" presId="urn:microsoft.com/office/officeart/2005/8/layout/matrix3"/>
    <dgm:cxn modelId="{6899C13D-1539-48CB-8BFE-15BE68547B9A}" type="presParOf" srcId="{E5017DAA-CA1C-4033-9EDB-A97EACF859CE}" destId="{2266A223-39D1-4946-8246-160C482BD4ED}" srcOrd="1" destOrd="0" presId="urn:microsoft.com/office/officeart/2005/8/layout/matrix3"/>
    <dgm:cxn modelId="{A988CC2A-5E66-43DC-9498-FE2A341A6E70}" type="presParOf" srcId="{E5017DAA-CA1C-4033-9EDB-A97EACF859CE}" destId="{C4E044C1-1DD2-4BF1-BF0A-309A8F1CAC4F}" srcOrd="2" destOrd="0" presId="urn:microsoft.com/office/officeart/2005/8/layout/matrix3"/>
    <dgm:cxn modelId="{1C0D3426-DA8B-401C-AFBC-C75936D0DD42}" type="presParOf" srcId="{E5017DAA-CA1C-4033-9EDB-A97EACF859CE}" destId="{9F1745C1-55D4-43F8-81E6-8D805C7A6FA7}" srcOrd="3" destOrd="0" presId="urn:microsoft.com/office/officeart/2005/8/layout/matrix3"/>
    <dgm:cxn modelId="{E74A26FB-28D9-4136-91AB-C0D91EEE42E5}" type="presParOf" srcId="{E5017DAA-CA1C-4033-9EDB-A97EACF859CE}" destId="{743B3F0B-AE59-4CB5-A786-7ED73FF2F54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5.xml><?xml version="1.0" encoding="utf-8"?>
<dgm:dataModel xmlns:dgm="http://schemas.openxmlformats.org/drawingml/2006/diagram" xmlns:a="http://schemas.openxmlformats.org/drawingml/2006/main">
  <dgm:ptLst>
    <dgm:pt modelId="{160703FC-AEB5-49B6-8FEE-C8677D22CF39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64FD04E-A617-461D-BD4A-B5EE63DBFD2C}">
      <dgm:prSet/>
      <dgm:spPr/>
      <dgm:t>
        <a:bodyPr/>
        <a:lstStyle/>
        <a:p>
          <a:r>
            <a:rPr lang="ru-RU" b="0" i="0"/>
            <a:t>1648 р.</a:t>
          </a:r>
          <a:endParaRPr lang="uk-UA"/>
        </a:p>
      </dgm:t>
    </dgm:pt>
    <dgm:pt modelId="{7349B292-31FC-4DAA-8B1B-90112C88F7A1}" type="parTrans" cxnId="{D1B493C1-BD03-4815-9D01-369F8F5EDA29}">
      <dgm:prSet/>
      <dgm:spPr/>
      <dgm:t>
        <a:bodyPr/>
        <a:lstStyle/>
        <a:p>
          <a:endParaRPr lang="uk-UA"/>
        </a:p>
      </dgm:t>
    </dgm:pt>
    <dgm:pt modelId="{2006A648-6C31-417D-8976-FCDAD1A90E8B}" type="sibTrans" cxnId="{D1B493C1-BD03-4815-9D01-369F8F5EDA29}">
      <dgm:prSet/>
      <dgm:spPr/>
      <dgm:t>
        <a:bodyPr/>
        <a:lstStyle/>
        <a:p>
          <a:endParaRPr lang="uk-UA"/>
        </a:p>
      </dgm:t>
    </dgm:pt>
    <dgm:pt modelId="{161BBCFB-4326-43A7-A513-7FB905CA65BD}">
      <dgm:prSet/>
      <dgm:spPr/>
      <dgm:t>
        <a:bodyPr/>
        <a:lstStyle/>
        <a:p>
          <a:r>
            <a:rPr lang="ru-RU" b="0" i="0"/>
            <a:t>1649 р.</a:t>
          </a:r>
          <a:endParaRPr lang="uk-UA"/>
        </a:p>
      </dgm:t>
    </dgm:pt>
    <dgm:pt modelId="{14580B1C-B75E-4699-A0E3-60FA2D4A1A4F}" type="parTrans" cxnId="{73393B07-1549-4E92-9C34-6F19CAA89939}">
      <dgm:prSet/>
      <dgm:spPr/>
      <dgm:t>
        <a:bodyPr/>
        <a:lstStyle/>
        <a:p>
          <a:endParaRPr lang="uk-UA"/>
        </a:p>
      </dgm:t>
    </dgm:pt>
    <dgm:pt modelId="{9879D88B-134C-44F0-B83A-9C12EB2736AA}" type="sibTrans" cxnId="{73393B07-1549-4E92-9C34-6F19CAA89939}">
      <dgm:prSet/>
      <dgm:spPr/>
      <dgm:t>
        <a:bodyPr/>
        <a:lstStyle/>
        <a:p>
          <a:endParaRPr lang="uk-UA"/>
        </a:p>
      </dgm:t>
    </dgm:pt>
    <dgm:pt modelId="{D04986A2-F50C-417E-892B-271319BC5F2D}">
      <dgm:prSet/>
      <dgm:spPr/>
      <dgm:t>
        <a:bodyPr/>
        <a:lstStyle/>
        <a:p>
          <a:r>
            <a:rPr lang="ru-RU" b="0" i="0"/>
            <a:t>1651 р.</a:t>
          </a:r>
          <a:endParaRPr lang="uk-UA"/>
        </a:p>
      </dgm:t>
    </dgm:pt>
    <dgm:pt modelId="{8B0DE282-0DF2-42A8-87FD-FB498D75CCA3}" type="parTrans" cxnId="{29BDB4B7-AD83-41AD-9F27-D40D09CFFDAD}">
      <dgm:prSet/>
      <dgm:spPr/>
      <dgm:t>
        <a:bodyPr/>
        <a:lstStyle/>
        <a:p>
          <a:endParaRPr lang="uk-UA"/>
        </a:p>
      </dgm:t>
    </dgm:pt>
    <dgm:pt modelId="{2265C3F8-7689-4D94-8A8C-C453B79FB1A4}" type="sibTrans" cxnId="{29BDB4B7-AD83-41AD-9F27-D40D09CFFDAD}">
      <dgm:prSet/>
      <dgm:spPr/>
      <dgm:t>
        <a:bodyPr/>
        <a:lstStyle/>
        <a:p>
          <a:endParaRPr lang="uk-UA"/>
        </a:p>
      </dgm:t>
    </dgm:pt>
    <dgm:pt modelId="{244A7C91-DF4E-4DDD-ACBA-DA1B0B7408E2}">
      <dgm:prSet/>
      <dgm:spPr/>
      <dgm:t>
        <a:bodyPr/>
        <a:lstStyle/>
        <a:p>
          <a:r>
            <a:rPr lang="ru-RU" b="0" i="0"/>
            <a:t>1652 р.</a:t>
          </a:r>
          <a:endParaRPr lang="uk-UA"/>
        </a:p>
      </dgm:t>
    </dgm:pt>
    <dgm:pt modelId="{D763C70F-2B38-4AF3-B797-57834D5A11BC}" type="parTrans" cxnId="{625698DE-DF7A-40A3-85A8-5D36FFE2A62A}">
      <dgm:prSet/>
      <dgm:spPr/>
      <dgm:t>
        <a:bodyPr/>
        <a:lstStyle/>
        <a:p>
          <a:endParaRPr lang="uk-UA"/>
        </a:p>
      </dgm:t>
    </dgm:pt>
    <dgm:pt modelId="{D64BF5F9-30BE-457E-8907-ADB8C6740BC6}" type="sibTrans" cxnId="{625698DE-DF7A-40A3-85A8-5D36FFE2A62A}">
      <dgm:prSet/>
      <dgm:spPr/>
      <dgm:t>
        <a:bodyPr/>
        <a:lstStyle/>
        <a:p>
          <a:endParaRPr lang="uk-UA"/>
        </a:p>
      </dgm:t>
    </dgm:pt>
    <dgm:pt modelId="{81D7B7A1-242B-4F64-B039-AABD437800E7}">
      <dgm:prSet/>
      <dgm:spPr/>
      <dgm:t>
        <a:bodyPr/>
        <a:lstStyle/>
        <a:p>
          <a:r>
            <a:rPr lang="ru-RU" b="0" i="0"/>
            <a:t>1653 р.</a:t>
          </a:r>
          <a:endParaRPr lang="uk-UA"/>
        </a:p>
      </dgm:t>
    </dgm:pt>
    <dgm:pt modelId="{683B1CF0-C2FD-4905-A5F5-9BD4DCFB5E5A}" type="parTrans" cxnId="{A3CC0D8A-F505-4FAE-B151-F01A733EA6B6}">
      <dgm:prSet/>
      <dgm:spPr/>
      <dgm:t>
        <a:bodyPr/>
        <a:lstStyle/>
        <a:p>
          <a:endParaRPr lang="uk-UA"/>
        </a:p>
      </dgm:t>
    </dgm:pt>
    <dgm:pt modelId="{8A5D8A84-B71C-4421-86B8-3C356F256FF7}" type="sibTrans" cxnId="{A3CC0D8A-F505-4FAE-B151-F01A733EA6B6}">
      <dgm:prSet/>
      <dgm:spPr/>
      <dgm:t>
        <a:bodyPr/>
        <a:lstStyle/>
        <a:p>
          <a:endParaRPr lang="uk-UA"/>
        </a:p>
      </dgm:t>
    </dgm:pt>
    <dgm:pt modelId="{A24D650F-6CC4-42BC-8268-F3C678E82A6F}" type="pres">
      <dgm:prSet presAssocID="{160703FC-AEB5-49B6-8FEE-C8677D22CF39}" presName="compositeShape" presStyleCnt="0">
        <dgm:presLayoutVars>
          <dgm:chMax val="7"/>
          <dgm:dir/>
          <dgm:resizeHandles val="exact"/>
        </dgm:presLayoutVars>
      </dgm:prSet>
      <dgm:spPr/>
    </dgm:pt>
    <dgm:pt modelId="{B5F7ED6B-43E3-4209-932D-BCC32533C631}" type="pres">
      <dgm:prSet presAssocID="{E64FD04E-A617-461D-BD4A-B5EE63DBFD2C}" presName="circ1" presStyleLbl="vennNode1" presStyleIdx="0" presStyleCnt="5"/>
      <dgm:spPr/>
    </dgm:pt>
    <dgm:pt modelId="{B594047D-5BCB-43FC-91BC-77110AD055CA}" type="pres">
      <dgm:prSet presAssocID="{E64FD04E-A617-461D-BD4A-B5EE63DBFD2C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B366037-6B17-493B-94B2-FAA30BCC6C5A}" type="pres">
      <dgm:prSet presAssocID="{161BBCFB-4326-43A7-A513-7FB905CA65BD}" presName="circ2" presStyleLbl="vennNode1" presStyleIdx="1" presStyleCnt="5"/>
      <dgm:spPr/>
    </dgm:pt>
    <dgm:pt modelId="{27A6A3AA-0853-4F0F-B19A-D6EB46317481}" type="pres">
      <dgm:prSet presAssocID="{161BBCFB-4326-43A7-A513-7FB905CA65BD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9A6BBD0-6315-48FA-8793-C790839C8D30}" type="pres">
      <dgm:prSet presAssocID="{D04986A2-F50C-417E-892B-271319BC5F2D}" presName="circ3" presStyleLbl="vennNode1" presStyleIdx="2" presStyleCnt="5"/>
      <dgm:spPr/>
    </dgm:pt>
    <dgm:pt modelId="{45916C37-37B3-4F40-93CC-61B647020A10}" type="pres">
      <dgm:prSet presAssocID="{D04986A2-F50C-417E-892B-271319BC5F2D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6561152-593C-4C62-883F-9E9C1D63B178}" type="pres">
      <dgm:prSet presAssocID="{244A7C91-DF4E-4DDD-ACBA-DA1B0B7408E2}" presName="circ4" presStyleLbl="vennNode1" presStyleIdx="3" presStyleCnt="5"/>
      <dgm:spPr/>
    </dgm:pt>
    <dgm:pt modelId="{3A3E2DD7-ED5A-4213-8F0E-F3D781D5523E}" type="pres">
      <dgm:prSet presAssocID="{244A7C91-DF4E-4DDD-ACBA-DA1B0B7408E2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4FFC736-35A9-49CD-A06E-FC4C8B943204}" type="pres">
      <dgm:prSet presAssocID="{81D7B7A1-242B-4F64-B039-AABD437800E7}" presName="circ5" presStyleLbl="vennNode1" presStyleIdx="4" presStyleCnt="5"/>
      <dgm:spPr/>
    </dgm:pt>
    <dgm:pt modelId="{D1BFED68-82D9-4FFC-AC83-77C02F937B18}" type="pres">
      <dgm:prSet presAssocID="{81D7B7A1-242B-4F64-B039-AABD437800E7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73393B07-1549-4E92-9C34-6F19CAA89939}" srcId="{160703FC-AEB5-49B6-8FEE-C8677D22CF39}" destId="{161BBCFB-4326-43A7-A513-7FB905CA65BD}" srcOrd="1" destOrd="0" parTransId="{14580B1C-B75E-4699-A0E3-60FA2D4A1A4F}" sibTransId="{9879D88B-134C-44F0-B83A-9C12EB2736AA}"/>
    <dgm:cxn modelId="{A151711F-B112-4CC4-A529-2D0D73A79EDB}" type="presOf" srcId="{160703FC-AEB5-49B6-8FEE-C8677D22CF39}" destId="{A24D650F-6CC4-42BC-8268-F3C678E82A6F}" srcOrd="0" destOrd="0" presId="urn:microsoft.com/office/officeart/2005/8/layout/venn1"/>
    <dgm:cxn modelId="{B38B8E5C-E1AE-4456-B670-872C48BC8596}" type="presOf" srcId="{81D7B7A1-242B-4F64-B039-AABD437800E7}" destId="{D1BFED68-82D9-4FFC-AC83-77C02F937B18}" srcOrd="0" destOrd="0" presId="urn:microsoft.com/office/officeart/2005/8/layout/venn1"/>
    <dgm:cxn modelId="{07309B54-1991-409C-964D-506BE8EDD0B5}" type="presOf" srcId="{244A7C91-DF4E-4DDD-ACBA-DA1B0B7408E2}" destId="{3A3E2DD7-ED5A-4213-8F0E-F3D781D5523E}" srcOrd="0" destOrd="0" presId="urn:microsoft.com/office/officeart/2005/8/layout/venn1"/>
    <dgm:cxn modelId="{A3CC0D8A-F505-4FAE-B151-F01A733EA6B6}" srcId="{160703FC-AEB5-49B6-8FEE-C8677D22CF39}" destId="{81D7B7A1-242B-4F64-B039-AABD437800E7}" srcOrd="4" destOrd="0" parTransId="{683B1CF0-C2FD-4905-A5F5-9BD4DCFB5E5A}" sibTransId="{8A5D8A84-B71C-4421-86B8-3C356F256FF7}"/>
    <dgm:cxn modelId="{998D5AB4-A2E0-4DA7-99EA-9D4030D713BD}" type="presOf" srcId="{161BBCFB-4326-43A7-A513-7FB905CA65BD}" destId="{27A6A3AA-0853-4F0F-B19A-D6EB46317481}" srcOrd="0" destOrd="0" presId="urn:microsoft.com/office/officeart/2005/8/layout/venn1"/>
    <dgm:cxn modelId="{29BDB4B7-AD83-41AD-9F27-D40D09CFFDAD}" srcId="{160703FC-AEB5-49B6-8FEE-C8677D22CF39}" destId="{D04986A2-F50C-417E-892B-271319BC5F2D}" srcOrd="2" destOrd="0" parTransId="{8B0DE282-0DF2-42A8-87FD-FB498D75CCA3}" sibTransId="{2265C3F8-7689-4D94-8A8C-C453B79FB1A4}"/>
    <dgm:cxn modelId="{F3BB4FC0-2EC4-49DE-8BB0-CAC053F543A4}" type="presOf" srcId="{E64FD04E-A617-461D-BD4A-B5EE63DBFD2C}" destId="{B594047D-5BCB-43FC-91BC-77110AD055CA}" srcOrd="0" destOrd="0" presId="urn:microsoft.com/office/officeart/2005/8/layout/venn1"/>
    <dgm:cxn modelId="{D1B493C1-BD03-4815-9D01-369F8F5EDA29}" srcId="{160703FC-AEB5-49B6-8FEE-C8677D22CF39}" destId="{E64FD04E-A617-461D-BD4A-B5EE63DBFD2C}" srcOrd="0" destOrd="0" parTransId="{7349B292-31FC-4DAA-8B1B-90112C88F7A1}" sibTransId="{2006A648-6C31-417D-8976-FCDAD1A90E8B}"/>
    <dgm:cxn modelId="{625698DE-DF7A-40A3-85A8-5D36FFE2A62A}" srcId="{160703FC-AEB5-49B6-8FEE-C8677D22CF39}" destId="{244A7C91-DF4E-4DDD-ACBA-DA1B0B7408E2}" srcOrd="3" destOrd="0" parTransId="{D763C70F-2B38-4AF3-B797-57834D5A11BC}" sibTransId="{D64BF5F9-30BE-457E-8907-ADB8C6740BC6}"/>
    <dgm:cxn modelId="{826E16FE-4CF1-475C-BE67-2CF9DB3FCC54}" type="presOf" srcId="{D04986A2-F50C-417E-892B-271319BC5F2D}" destId="{45916C37-37B3-4F40-93CC-61B647020A10}" srcOrd="0" destOrd="0" presId="urn:microsoft.com/office/officeart/2005/8/layout/venn1"/>
    <dgm:cxn modelId="{8976FB37-96F9-4F9B-8ECB-E8B711812EB8}" type="presParOf" srcId="{A24D650F-6CC4-42BC-8268-F3C678E82A6F}" destId="{B5F7ED6B-43E3-4209-932D-BCC32533C631}" srcOrd="0" destOrd="0" presId="urn:microsoft.com/office/officeart/2005/8/layout/venn1"/>
    <dgm:cxn modelId="{2B922913-D3C9-4988-8691-EDF387D24EA9}" type="presParOf" srcId="{A24D650F-6CC4-42BC-8268-F3C678E82A6F}" destId="{B594047D-5BCB-43FC-91BC-77110AD055CA}" srcOrd="1" destOrd="0" presId="urn:microsoft.com/office/officeart/2005/8/layout/venn1"/>
    <dgm:cxn modelId="{C60FD777-FC95-4EF6-B310-14D6E50E66EA}" type="presParOf" srcId="{A24D650F-6CC4-42BC-8268-F3C678E82A6F}" destId="{FB366037-6B17-493B-94B2-FAA30BCC6C5A}" srcOrd="2" destOrd="0" presId="urn:microsoft.com/office/officeart/2005/8/layout/venn1"/>
    <dgm:cxn modelId="{942E2A21-7203-43AE-B674-89DE3351AA00}" type="presParOf" srcId="{A24D650F-6CC4-42BC-8268-F3C678E82A6F}" destId="{27A6A3AA-0853-4F0F-B19A-D6EB46317481}" srcOrd="3" destOrd="0" presId="urn:microsoft.com/office/officeart/2005/8/layout/venn1"/>
    <dgm:cxn modelId="{8E5A49B3-07C9-40E8-A6E4-99F50F1B76B9}" type="presParOf" srcId="{A24D650F-6CC4-42BC-8268-F3C678E82A6F}" destId="{19A6BBD0-6315-48FA-8793-C790839C8D30}" srcOrd="4" destOrd="0" presId="urn:microsoft.com/office/officeart/2005/8/layout/venn1"/>
    <dgm:cxn modelId="{1592BC26-5167-46BB-9CA4-DF1CF27B068B}" type="presParOf" srcId="{A24D650F-6CC4-42BC-8268-F3C678E82A6F}" destId="{45916C37-37B3-4F40-93CC-61B647020A10}" srcOrd="5" destOrd="0" presId="urn:microsoft.com/office/officeart/2005/8/layout/venn1"/>
    <dgm:cxn modelId="{82E82175-91BF-49B2-8EC1-222FCC0695DC}" type="presParOf" srcId="{A24D650F-6CC4-42BC-8268-F3C678E82A6F}" destId="{06561152-593C-4C62-883F-9E9C1D63B178}" srcOrd="6" destOrd="0" presId="urn:microsoft.com/office/officeart/2005/8/layout/venn1"/>
    <dgm:cxn modelId="{74118091-52EE-4BFE-A7D1-9C1A53680A43}" type="presParOf" srcId="{A24D650F-6CC4-42BC-8268-F3C678E82A6F}" destId="{3A3E2DD7-ED5A-4213-8F0E-F3D781D5523E}" srcOrd="7" destOrd="0" presId="urn:microsoft.com/office/officeart/2005/8/layout/venn1"/>
    <dgm:cxn modelId="{F42837F1-E3EF-44F9-BDFC-18B3630C55CD}" type="presParOf" srcId="{A24D650F-6CC4-42BC-8268-F3C678E82A6F}" destId="{44FFC736-35A9-49CD-A06E-FC4C8B943204}" srcOrd="8" destOrd="0" presId="urn:microsoft.com/office/officeart/2005/8/layout/venn1"/>
    <dgm:cxn modelId="{755232BA-CBE3-4A3F-A404-FD6AF053186F}" type="presParOf" srcId="{A24D650F-6CC4-42BC-8268-F3C678E82A6F}" destId="{D1BFED68-82D9-4FFC-AC83-77C02F937B18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6.xml><?xml version="1.0" encoding="utf-8"?>
<dgm:dataModel xmlns:dgm="http://schemas.openxmlformats.org/drawingml/2006/diagram" xmlns:a="http://schemas.openxmlformats.org/drawingml/2006/main">
  <dgm:ptLst>
    <dgm:pt modelId="{54242A1B-6741-4EC1-BB9C-D546071D15E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9B50A07-8EAF-498E-BDE5-41AD00A55606}">
      <dgm:prSet/>
      <dgm:spPr/>
      <dgm:t>
        <a:bodyPr/>
        <a:lstStyle/>
        <a:p>
          <a:r>
            <a:rPr lang="uk-UA" b="0" i="0"/>
            <a:t>утворення Української козацької держави – Війська Запорозького</a:t>
          </a:r>
          <a:endParaRPr lang="uk-UA"/>
        </a:p>
      </dgm:t>
    </dgm:pt>
    <dgm:pt modelId="{F65950FE-A696-4694-BF57-4608650D8FE8}" type="parTrans" cxnId="{48463611-90E7-4A9D-B124-1DC12686B712}">
      <dgm:prSet/>
      <dgm:spPr/>
      <dgm:t>
        <a:bodyPr/>
        <a:lstStyle/>
        <a:p>
          <a:endParaRPr lang="uk-UA"/>
        </a:p>
      </dgm:t>
    </dgm:pt>
    <dgm:pt modelId="{182D9527-8968-4282-89DC-3736309D6A41}" type="sibTrans" cxnId="{48463611-90E7-4A9D-B124-1DC12686B712}">
      <dgm:prSet/>
      <dgm:spPr/>
      <dgm:t>
        <a:bodyPr/>
        <a:lstStyle/>
        <a:p>
          <a:endParaRPr lang="uk-UA"/>
        </a:p>
      </dgm:t>
    </dgm:pt>
    <dgm:pt modelId="{1C9AEB1D-825B-4F37-99A9-AAD29FEC9E6E}">
      <dgm:prSet/>
      <dgm:spPr/>
      <dgm:t>
        <a:bodyPr/>
        <a:lstStyle/>
        <a:p>
          <a:r>
            <a:rPr lang="uk-UA" b="0" i="0"/>
            <a:t>закріплення розширення кордонів Московської держави</a:t>
          </a:r>
          <a:endParaRPr lang="uk-UA"/>
        </a:p>
      </dgm:t>
    </dgm:pt>
    <dgm:pt modelId="{BDD6FE61-8857-40EC-A4C4-6F2FFA78B22C}" type="parTrans" cxnId="{2D256AC5-2CE8-424D-9B91-1A403A9A5B87}">
      <dgm:prSet/>
      <dgm:spPr/>
      <dgm:t>
        <a:bodyPr/>
        <a:lstStyle/>
        <a:p>
          <a:endParaRPr lang="uk-UA"/>
        </a:p>
      </dgm:t>
    </dgm:pt>
    <dgm:pt modelId="{F627C750-3CEE-4064-92F4-77F09189D4F8}" type="sibTrans" cxnId="{2D256AC5-2CE8-424D-9B91-1A403A9A5B87}">
      <dgm:prSet/>
      <dgm:spPr/>
      <dgm:t>
        <a:bodyPr/>
        <a:lstStyle/>
        <a:p>
          <a:endParaRPr lang="uk-UA"/>
        </a:p>
      </dgm:t>
    </dgm:pt>
    <dgm:pt modelId="{81E64D37-D42D-4ED1-B3F7-82B6F1935434}">
      <dgm:prSet/>
      <dgm:spPr/>
      <dgm:t>
        <a:bodyPr/>
        <a:lstStyle/>
        <a:p>
          <a:r>
            <a:rPr lang="uk-UA" b="0" i="0"/>
            <a:t>перший поділ Речі Посполитої</a:t>
          </a:r>
          <a:endParaRPr lang="uk-UA"/>
        </a:p>
      </dgm:t>
    </dgm:pt>
    <dgm:pt modelId="{6D73D3D4-FBCD-44E5-9E99-48014333BD79}" type="parTrans" cxnId="{1B8541DC-71FA-4D64-98B5-FB6BB661E3D4}">
      <dgm:prSet/>
      <dgm:spPr/>
      <dgm:t>
        <a:bodyPr/>
        <a:lstStyle/>
        <a:p>
          <a:endParaRPr lang="uk-UA"/>
        </a:p>
      </dgm:t>
    </dgm:pt>
    <dgm:pt modelId="{BFC4DF91-702F-486A-8DDA-F4653405A96C}" type="sibTrans" cxnId="{1B8541DC-71FA-4D64-98B5-FB6BB661E3D4}">
      <dgm:prSet/>
      <dgm:spPr/>
      <dgm:t>
        <a:bodyPr/>
        <a:lstStyle/>
        <a:p>
          <a:endParaRPr lang="uk-UA"/>
        </a:p>
      </dgm:t>
    </dgm:pt>
    <dgm:pt modelId="{6D9586A2-329A-41E3-8A48-A658D103B6CC}">
      <dgm:prSet/>
      <dgm:spPr/>
      <dgm:t>
        <a:bodyPr/>
        <a:lstStyle/>
        <a:p>
          <a:r>
            <a:rPr lang="uk-UA" b="0" i="0"/>
            <a:t>укладення Білоцерківського мирного договору</a:t>
          </a:r>
          <a:endParaRPr lang="uk-UA"/>
        </a:p>
      </dgm:t>
    </dgm:pt>
    <dgm:pt modelId="{8B36AEC6-2650-4A77-B44A-94A2ABA31696}" type="parTrans" cxnId="{FFD1334B-A7D8-4D26-B992-3D34E252E6C8}">
      <dgm:prSet/>
      <dgm:spPr/>
      <dgm:t>
        <a:bodyPr/>
        <a:lstStyle/>
        <a:p>
          <a:endParaRPr lang="uk-UA"/>
        </a:p>
      </dgm:t>
    </dgm:pt>
    <dgm:pt modelId="{310B6CF1-C3EB-46E4-88F5-31CE5EC4A0E7}" type="sibTrans" cxnId="{FFD1334B-A7D8-4D26-B992-3D34E252E6C8}">
      <dgm:prSet/>
      <dgm:spPr/>
      <dgm:t>
        <a:bodyPr/>
        <a:lstStyle/>
        <a:p>
          <a:endParaRPr lang="uk-UA"/>
        </a:p>
      </dgm:t>
    </dgm:pt>
    <dgm:pt modelId="{F259DF8A-A5C2-4114-BFED-29EB0C1A0A8F}" type="pres">
      <dgm:prSet presAssocID="{54242A1B-6741-4EC1-BB9C-D546071D15E0}" presName="linear" presStyleCnt="0">
        <dgm:presLayoutVars>
          <dgm:animLvl val="lvl"/>
          <dgm:resizeHandles val="exact"/>
        </dgm:presLayoutVars>
      </dgm:prSet>
      <dgm:spPr/>
    </dgm:pt>
    <dgm:pt modelId="{2139FC48-6E23-454A-BDEA-0B91860599FB}" type="pres">
      <dgm:prSet presAssocID="{49B50A07-8EAF-498E-BDE5-41AD00A5560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84D1F75-8962-48BC-9A05-5A8E1C602A5D}" type="pres">
      <dgm:prSet presAssocID="{182D9527-8968-4282-89DC-3736309D6A41}" presName="spacer" presStyleCnt="0"/>
      <dgm:spPr/>
    </dgm:pt>
    <dgm:pt modelId="{B97CDC2B-3352-4E6D-A97F-21B361EAD7A6}" type="pres">
      <dgm:prSet presAssocID="{1C9AEB1D-825B-4F37-99A9-AAD29FEC9E6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406D471-A43C-4D71-AEE8-80146562CE28}" type="pres">
      <dgm:prSet presAssocID="{F627C750-3CEE-4064-92F4-77F09189D4F8}" presName="spacer" presStyleCnt="0"/>
      <dgm:spPr/>
    </dgm:pt>
    <dgm:pt modelId="{75E034EA-74AC-4EB5-862C-0B4F6BC3E2D9}" type="pres">
      <dgm:prSet presAssocID="{81E64D37-D42D-4ED1-B3F7-82B6F193543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D5B1C03-E825-4407-A19F-D5C5965C63D0}" type="pres">
      <dgm:prSet presAssocID="{BFC4DF91-702F-486A-8DDA-F4653405A96C}" presName="spacer" presStyleCnt="0"/>
      <dgm:spPr/>
    </dgm:pt>
    <dgm:pt modelId="{63C884FC-037E-4BFC-9A6B-A49668F2D3DF}" type="pres">
      <dgm:prSet presAssocID="{6D9586A2-329A-41E3-8A48-A658D103B6C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8463611-90E7-4A9D-B124-1DC12686B712}" srcId="{54242A1B-6741-4EC1-BB9C-D546071D15E0}" destId="{49B50A07-8EAF-498E-BDE5-41AD00A55606}" srcOrd="0" destOrd="0" parTransId="{F65950FE-A696-4694-BF57-4608650D8FE8}" sibTransId="{182D9527-8968-4282-89DC-3736309D6A41}"/>
    <dgm:cxn modelId="{2C6CB426-7F03-4921-A3F2-DA704E9425F9}" type="presOf" srcId="{1C9AEB1D-825B-4F37-99A9-AAD29FEC9E6E}" destId="{B97CDC2B-3352-4E6D-A97F-21B361EAD7A6}" srcOrd="0" destOrd="0" presId="urn:microsoft.com/office/officeart/2005/8/layout/vList2"/>
    <dgm:cxn modelId="{FFD1334B-A7D8-4D26-B992-3D34E252E6C8}" srcId="{54242A1B-6741-4EC1-BB9C-D546071D15E0}" destId="{6D9586A2-329A-41E3-8A48-A658D103B6CC}" srcOrd="3" destOrd="0" parTransId="{8B36AEC6-2650-4A77-B44A-94A2ABA31696}" sibTransId="{310B6CF1-C3EB-46E4-88F5-31CE5EC4A0E7}"/>
    <dgm:cxn modelId="{2196B953-6E8B-49AF-8A1F-F4049E9DF102}" type="presOf" srcId="{81E64D37-D42D-4ED1-B3F7-82B6F1935434}" destId="{75E034EA-74AC-4EB5-862C-0B4F6BC3E2D9}" srcOrd="0" destOrd="0" presId="urn:microsoft.com/office/officeart/2005/8/layout/vList2"/>
    <dgm:cxn modelId="{3688B487-8A12-4AD8-889B-E2409A9A1FB6}" type="presOf" srcId="{49B50A07-8EAF-498E-BDE5-41AD00A55606}" destId="{2139FC48-6E23-454A-BDEA-0B91860599FB}" srcOrd="0" destOrd="0" presId="urn:microsoft.com/office/officeart/2005/8/layout/vList2"/>
    <dgm:cxn modelId="{361CC3A5-1E41-4E0C-B9AF-70DE7E9CBDC5}" type="presOf" srcId="{54242A1B-6741-4EC1-BB9C-D546071D15E0}" destId="{F259DF8A-A5C2-4114-BFED-29EB0C1A0A8F}" srcOrd="0" destOrd="0" presId="urn:microsoft.com/office/officeart/2005/8/layout/vList2"/>
    <dgm:cxn modelId="{2D256AC5-2CE8-424D-9B91-1A403A9A5B87}" srcId="{54242A1B-6741-4EC1-BB9C-D546071D15E0}" destId="{1C9AEB1D-825B-4F37-99A9-AAD29FEC9E6E}" srcOrd="1" destOrd="0" parTransId="{BDD6FE61-8857-40EC-A4C4-6F2FFA78B22C}" sibTransId="{F627C750-3CEE-4064-92F4-77F09189D4F8}"/>
    <dgm:cxn modelId="{38DB82CE-3BA6-46DC-8B75-8D92F4202537}" type="presOf" srcId="{6D9586A2-329A-41E3-8A48-A658D103B6CC}" destId="{63C884FC-037E-4BFC-9A6B-A49668F2D3DF}" srcOrd="0" destOrd="0" presId="urn:microsoft.com/office/officeart/2005/8/layout/vList2"/>
    <dgm:cxn modelId="{1B8541DC-71FA-4D64-98B5-FB6BB661E3D4}" srcId="{54242A1B-6741-4EC1-BB9C-D546071D15E0}" destId="{81E64D37-D42D-4ED1-B3F7-82B6F1935434}" srcOrd="2" destOrd="0" parTransId="{6D73D3D4-FBCD-44E5-9E99-48014333BD79}" sibTransId="{BFC4DF91-702F-486A-8DDA-F4653405A96C}"/>
    <dgm:cxn modelId="{CD48276D-AC90-4E21-BE1A-3DB46A13C0FB}" type="presParOf" srcId="{F259DF8A-A5C2-4114-BFED-29EB0C1A0A8F}" destId="{2139FC48-6E23-454A-BDEA-0B91860599FB}" srcOrd="0" destOrd="0" presId="urn:microsoft.com/office/officeart/2005/8/layout/vList2"/>
    <dgm:cxn modelId="{8B117286-7DD4-41A5-B708-E19C22B14401}" type="presParOf" srcId="{F259DF8A-A5C2-4114-BFED-29EB0C1A0A8F}" destId="{484D1F75-8962-48BC-9A05-5A8E1C602A5D}" srcOrd="1" destOrd="0" presId="urn:microsoft.com/office/officeart/2005/8/layout/vList2"/>
    <dgm:cxn modelId="{BBCB8C2C-560A-483B-96E3-AADE904EF141}" type="presParOf" srcId="{F259DF8A-A5C2-4114-BFED-29EB0C1A0A8F}" destId="{B97CDC2B-3352-4E6D-A97F-21B361EAD7A6}" srcOrd="2" destOrd="0" presId="urn:microsoft.com/office/officeart/2005/8/layout/vList2"/>
    <dgm:cxn modelId="{76ADDA6D-6AA0-4141-887B-79A563BBF978}" type="presParOf" srcId="{F259DF8A-A5C2-4114-BFED-29EB0C1A0A8F}" destId="{7406D471-A43C-4D71-AEE8-80146562CE28}" srcOrd="3" destOrd="0" presId="urn:microsoft.com/office/officeart/2005/8/layout/vList2"/>
    <dgm:cxn modelId="{5B6D66F9-CAED-420C-AD7F-A985A777D4D3}" type="presParOf" srcId="{F259DF8A-A5C2-4114-BFED-29EB0C1A0A8F}" destId="{75E034EA-74AC-4EB5-862C-0B4F6BC3E2D9}" srcOrd="4" destOrd="0" presId="urn:microsoft.com/office/officeart/2005/8/layout/vList2"/>
    <dgm:cxn modelId="{CCAD9E6C-B3AF-4F2F-B109-8D4B460899A8}" type="presParOf" srcId="{F259DF8A-A5C2-4114-BFED-29EB0C1A0A8F}" destId="{5D5B1C03-E825-4407-A19F-D5C5965C63D0}" srcOrd="5" destOrd="0" presId="urn:microsoft.com/office/officeart/2005/8/layout/vList2"/>
    <dgm:cxn modelId="{7EF99242-E0D8-4BF3-97BA-A7EBF6352850}" type="presParOf" srcId="{F259DF8A-A5C2-4114-BFED-29EB0C1A0A8F}" destId="{63C884FC-037E-4BFC-9A6B-A49668F2D3D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7.xml><?xml version="1.0" encoding="utf-8"?>
<dgm:dataModel xmlns:dgm="http://schemas.openxmlformats.org/drawingml/2006/diagram" xmlns:a="http://schemas.openxmlformats.org/drawingml/2006/main">
  <dgm:ptLst>
    <dgm:pt modelId="{5E26EC90-CDD7-42DF-8F62-3233825AA58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D68A6A8-4B1F-411A-BAF7-A86AE24E1BAA}">
      <dgm:prSet/>
      <dgm:spPr/>
      <dgm:t>
        <a:bodyPr/>
        <a:lstStyle/>
        <a:p>
          <a:r>
            <a:rPr lang="uk-UA" b="0" i="0"/>
            <a:t>дозвіл короля на залучення ханом «для допомоги» Війська Запорозького</a:t>
          </a:r>
          <a:endParaRPr lang="uk-UA"/>
        </a:p>
      </dgm:t>
    </dgm:pt>
    <dgm:pt modelId="{6A34DDA1-87C9-49A5-9A4C-384A57755E89}" type="parTrans" cxnId="{BCDD82A6-1809-4111-9650-B59AC6160262}">
      <dgm:prSet/>
      <dgm:spPr/>
      <dgm:t>
        <a:bodyPr/>
        <a:lstStyle/>
        <a:p>
          <a:endParaRPr lang="uk-UA"/>
        </a:p>
      </dgm:t>
    </dgm:pt>
    <dgm:pt modelId="{ABC74D0D-0C2D-453A-8A1F-86CC12B19E60}" type="sibTrans" cxnId="{BCDD82A6-1809-4111-9650-B59AC6160262}">
      <dgm:prSet/>
      <dgm:spPr/>
      <dgm:t>
        <a:bodyPr/>
        <a:lstStyle/>
        <a:p>
          <a:endParaRPr lang="uk-UA"/>
        </a:p>
      </dgm:t>
    </dgm:pt>
    <dgm:pt modelId="{7AF36E9E-DA2A-42F4-B6C2-584CFD436EAB}">
      <dgm:prSet/>
      <dgm:spPr/>
      <dgm:t>
        <a:bodyPr/>
        <a:lstStyle/>
        <a:p>
          <a:r>
            <a:rPr lang="uk-UA" b="0" i="0"/>
            <a:t>отримання шляхтою дозволу повернутися до своїх маєтків, зокрема до розміщених на козацьких територіях</a:t>
          </a:r>
          <a:endParaRPr lang="uk-UA"/>
        </a:p>
      </dgm:t>
    </dgm:pt>
    <dgm:pt modelId="{17D36EB9-A012-40A0-B233-98041656BF2C}" type="parTrans" cxnId="{8DC1DF1F-A159-445C-AE69-B5554F46935B}">
      <dgm:prSet/>
      <dgm:spPr/>
      <dgm:t>
        <a:bodyPr/>
        <a:lstStyle/>
        <a:p>
          <a:endParaRPr lang="uk-UA"/>
        </a:p>
      </dgm:t>
    </dgm:pt>
    <dgm:pt modelId="{C6F461BE-E927-474E-8674-461679A81BB0}" type="sibTrans" cxnId="{8DC1DF1F-A159-445C-AE69-B5554F46935B}">
      <dgm:prSet/>
      <dgm:spPr/>
      <dgm:t>
        <a:bodyPr/>
        <a:lstStyle/>
        <a:p>
          <a:endParaRPr lang="uk-UA"/>
        </a:p>
      </dgm:t>
    </dgm:pt>
    <dgm:pt modelId="{797AE1D0-3E09-48D0-AD14-E883913B87E5}">
      <dgm:prSet/>
      <dgm:spPr/>
      <dgm:t>
        <a:bodyPr/>
        <a:lstStyle/>
        <a:p>
          <a:r>
            <a:rPr lang="uk-UA" b="0" i="0"/>
            <a:t>виплата Гетьманщиною певної суми коштів до московської скарбниці</a:t>
          </a:r>
          <a:endParaRPr lang="uk-UA"/>
        </a:p>
      </dgm:t>
    </dgm:pt>
    <dgm:pt modelId="{D72DCC39-3BB3-4393-83C7-C7C95A9B4243}" type="parTrans" cxnId="{8CBBF37A-5857-4B9B-A732-6F89EE070DAC}">
      <dgm:prSet/>
      <dgm:spPr/>
      <dgm:t>
        <a:bodyPr/>
        <a:lstStyle/>
        <a:p>
          <a:endParaRPr lang="uk-UA"/>
        </a:p>
      </dgm:t>
    </dgm:pt>
    <dgm:pt modelId="{20C831D8-959D-4B3D-8BA6-ED24223CFCEC}" type="sibTrans" cxnId="{8CBBF37A-5857-4B9B-A732-6F89EE070DAC}">
      <dgm:prSet/>
      <dgm:spPr/>
      <dgm:t>
        <a:bodyPr/>
        <a:lstStyle/>
        <a:p>
          <a:endParaRPr lang="uk-UA"/>
        </a:p>
      </dgm:t>
    </dgm:pt>
    <dgm:pt modelId="{DAABC39D-E2E5-457C-B716-2D42E55CC13C}">
      <dgm:prSet/>
      <dgm:spPr/>
      <dgm:t>
        <a:bodyPr/>
        <a:lstStyle/>
        <a:p>
          <a:r>
            <a:rPr lang="uk-UA" b="0" i="0"/>
            <a:t>обмеження чисельності козацького реєстрового війська 40 тис. осіб</a:t>
          </a:r>
          <a:endParaRPr lang="uk-UA"/>
        </a:p>
      </dgm:t>
    </dgm:pt>
    <dgm:pt modelId="{22A756FF-CFF8-4D6B-86AE-A3115C3DB55D}" type="parTrans" cxnId="{5CD4DEC1-91B4-44F2-8B63-CE39D53F8C95}">
      <dgm:prSet/>
      <dgm:spPr/>
      <dgm:t>
        <a:bodyPr/>
        <a:lstStyle/>
        <a:p>
          <a:endParaRPr lang="uk-UA"/>
        </a:p>
      </dgm:t>
    </dgm:pt>
    <dgm:pt modelId="{7890E2BF-EED2-4442-A9A6-D16A4A47D484}" type="sibTrans" cxnId="{5CD4DEC1-91B4-44F2-8B63-CE39D53F8C95}">
      <dgm:prSet/>
      <dgm:spPr/>
      <dgm:t>
        <a:bodyPr/>
        <a:lstStyle/>
        <a:p>
          <a:endParaRPr lang="uk-UA"/>
        </a:p>
      </dgm:t>
    </dgm:pt>
    <dgm:pt modelId="{2F158B8F-BFF4-4559-ABAC-5CB2B1BB72C2}" type="pres">
      <dgm:prSet presAssocID="{5E26EC90-CDD7-42DF-8F62-3233825AA588}" presName="linear" presStyleCnt="0">
        <dgm:presLayoutVars>
          <dgm:animLvl val="lvl"/>
          <dgm:resizeHandles val="exact"/>
        </dgm:presLayoutVars>
      </dgm:prSet>
      <dgm:spPr/>
    </dgm:pt>
    <dgm:pt modelId="{A8F474B9-015F-4086-8111-7E7915E5A108}" type="pres">
      <dgm:prSet presAssocID="{6D68A6A8-4B1F-411A-BAF7-A86AE24E1BA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F78EE11-9A43-4985-8A27-BC88DCE1E2A6}" type="pres">
      <dgm:prSet presAssocID="{ABC74D0D-0C2D-453A-8A1F-86CC12B19E60}" presName="spacer" presStyleCnt="0"/>
      <dgm:spPr/>
    </dgm:pt>
    <dgm:pt modelId="{1D77D6FB-F481-48F8-8A12-1E9C8A90F16C}" type="pres">
      <dgm:prSet presAssocID="{7AF36E9E-DA2A-42F4-B6C2-584CFD436EA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567DC3A-BB54-4349-8702-95F8B207C984}" type="pres">
      <dgm:prSet presAssocID="{C6F461BE-E927-474E-8674-461679A81BB0}" presName="spacer" presStyleCnt="0"/>
      <dgm:spPr/>
    </dgm:pt>
    <dgm:pt modelId="{0667D30E-78A4-44F9-986B-53A7F21BCD14}" type="pres">
      <dgm:prSet presAssocID="{797AE1D0-3E09-48D0-AD14-E883913B87E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31F87FA-182A-471E-854F-A8CC388C1291}" type="pres">
      <dgm:prSet presAssocID="{20C831D8-959D-4B3D-8BA6-ED24223CFCEC}" presName="spacer" presStyleCnt="0"/>
      <dgm:spPr/>
    </dgm:pt>
    <dgm:pt modelId="{4C14691D-F863-4750-82BC-C5804D2C13D8}" type="pres">
      <dgm:prSet presAssocID="{DAABC39D-E2E5-457C-B716-2D42E55CC13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DC1DF1F-A159-445C-AE69-B5554F46935B}" srcId="{5E26EC90-CDD7-42DF-8F62-3233825AA588}" destId="{7AF36E9E-DA2A-42F4-B6C2-584CFD436EAB}" srcOrd="1" destOrd="0" parTransId="{17D36EB9-A012-40A0-B233-98041656BF2C}" sibTransId="{C6F461BE-E927-474E-8674-461679A81BB0}"/>
    <dgm:cxn modelId="{5945223C-1240-4D97-B6F4-51471FBDF73F}" type="presOf" srcId="{5E26EC90-CDD7-42DF-8F62-3233825AA588}" destId="{2F158B8F-BFF4-4559-ABAC-5CB2B1BB72C2}" srcOrd="0" destOrd="0" presId="urn:microsoft.com/office/officeart/2005/8/layout/vList2"/>
    <dgm:cxn modelId="{EE54E052-BFDF-4B67-9BEB-185D7F807CF6}" type="presOf" srcId="{6D68A6A8-4B1F-411A-BAF7-A86AE24E1BAA}" destId="{A8F474B9-015F-4086-8111-7E7915E5A108}" srcOrd="0" destOrd="0" presId="urn:microsoft.com/office/officeart/2005/8/layout/vList2"/>
    <dgm:cxn modelId="{59A93655-F263-4D8B-AC6B-0606C58D9AFB}" type="presOf" srcId="{7AF36E9E-DA2A-42F4-B6C2-584CFD436EAB}" destId="{1D77D6FB-F481-48F8-8A12-1E9C8A90F16C}" srcOrd="0" destOrd="0" presId="urn:microsoft.com/office/officeart/2005/8/layout/vList2"/>
    <dgm:cxn modelId="{8CBBF37A-5857-4B9B-A732-6F89EE070DAC}" srcId="{5E26EC90-CDD7-42DF-8F62-3233825AA588}" destId="{797AE1D0-3E09-48D0-AD14-E883913B87E5}" srcOrd="2" destOrd="0" parTransId="{D72DCC39-3BB3-4393-83C7-C7C95A9B4243}" sibTransId="{20C831D8-959D-4B3D-8BA6-ED24223CFCEC}"/>
    <dgm:cxn modelId="{BCDD82A6-1809-4111-9650-B59AC6160262}" srcId="{5E26EC90-CDD7-42DF-8F62-3233825AA588}" destId="{6D68A6A8-4B1F-411A-BAF7-A86AE24E1BAA}" srcOrd="0" destOrd="0" parTransId="{6A34DDA1-87C9-49A5-9A4C-384A57755E89}" sibTransId="{ABC74D0D-0C2D-453A-8A1F-86CC12B19E60}"/>
    <dgm:cxn modelId="{5CD4DEC1-91B4-44F2-8B63-CE39D53F8C95}" srcId="{5E26EC90-CDD7-42DF-8F62-3233825AA588}" destId="{DAABC39D-E2E5-457C-B716-2D42E55CC13C}" srcOrd="3" destOrd="0" parTransId="{22A756FF-CFF8-4D6B-86AE-A3115C3DB55D}" sibTransId="{7890E2BF-EED2-4442-A9A6-D16A4A47D484}"/>
    <dgm:cxn modelId="{84FD86CB-C6BF-4873-AB0D-8FB36828F81D}" type="presOf" srcId="{DAABC39D-E2E5-457C-B716-2D42E55CC13C}" destId="{4C14691D-F863-4750-82BC-C5804D2C13D8}" srcOrd="0" destOrd="0" presId="urn:microsoft.com/office/officeart/2005/8/layout/vList2"/>
    <dgm:cxn modelId="{02B682E6-AF44-4027-B6C8-E55C033A9C36}" type="presOf" srcId="{797AE1D0-3E09-48D0-AD14-E883913B87E5}" destId="{0667D30E-78A4-44F9-986B-53A7F21BCD14}" srcOrd="0" destOrd="0" presId="urn:microsoft.com/office/officeart/2005/8/layout/vList2"/>
    <dgm:cxn modelId="{CF939C45-CA09-47A2-BD7F-1DAB313B0ECD}" type="presParOf" srcId="{2F158B8F-BFF4-4559-ABAC-5CB2B1BB72C2}" destId="{A8F474B9-015F-4086-8111-7E7915E5A108}" srcOrd="0" destOrd="0" presId="urn:microsoft.com/office/officeart/2005/8/layout/vList2"/>
    <dgm:cxn modelId="{D0B6B580-9147-4B21-AB95-F7594C65EC0E}" type="presParOf" srcId="{2F158B8F-BFF4-4559-ABAC-5CB2B1BB72C2}" destId="{0F78EE11-9A43-4985-8A27-BC88DCE1E2A6}" srcOrd="1" destOrd="0" presId="urn:microsoft.com/office/officeart/2005/8/layout/vList2"/>
    <dgm:cxn modelId="{5EDD5D26-1A99-4810-8372-12122B84BD85}" type="presParOf" srcId="{2F158B8F-BFF4-4559-ABAC-5CB2B1BB72C2}" destId="{1D77D6FB-F481-48F8-8A12-1E9C8A90F16C}" srcOrd="2" destOrd="0" presId="urn:microsoft.com/office/officeart/2005/8/layout/vList2"/>
    <dgm:cxn modelId="{EAED60FC-7938-461C-9513-13CB9ADC7592}" type="presParOf" srcId="{2F158B8F-BFF4-4559-ABAC-5CB2B1BB72C2}" destId="{6567DC3A-BB54-4349-8702-95F8B207C984}" srcOrd="3" destOrd="0" presId="urn:microsoft.com/office/officeart/2005/8/layout/vList2"/>
    <dgm:cxn modelId="{9A5B9084-80D3-49F5-BBBF-6D74BA0ECF6C}" type="presParOf" srcId="{2F158B8F-BFF4-4559-ABAC-5CB2B1BB72C2}" destId="{0667D30E-78A4-44F9-986B-53A7F21BCD14}" srcOrd="4" destOrd="0" presId="urn:microsoft.com/office/officeart/2005/8/layout/vList2"/>
    <dgm:cxn modelId="{4B1DA268-29C1-471A-990B-49AFB4713650}" type="presParOf" srcId="{2F158B8F-BFF4-4559-ABAC-5CB2B1BB72C2}" destId="{D31F87FA-182A-471E-854F-A8CC388C1291}" srcOrd="5" destOrd="0" presId="urn:microsoft.com/office/officeart/2005/8/layout/vList2"/>
    <dgm:cxn modelId="{90FA483A-4375-430D-BB9B-1CA2E9F06D31}" type="presParOf" srcId="{2F158B8F-BFF4-4559-ABAC-5CB2B1BB72C2}" destId="{4C14691D-F863-4750-82BC-C5804D2C13D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8.xml><?xml version="1.0" encoding="utf-8"?>
<dgm:dataModel xmlns:dgm="http://schemas.openxmlformats.org/drawingml/2006/diagram" xmlns:a="http://schemas.openxmlformats.org/drawingml/2006/main">
  <dgm:ptLst>
    <dgm:pt modelId="{251CA355-3F00-445D-B024-DD5116AC7B1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2B901CE-A61E-4E0B-9D68-28D19CF47279}">
      <dgm:prSet/>
      <dgm:spPr/>
      <dgm:t>
        <a:bodyPr/>
        <a:lstStyle/>
        <a:p>
          <a:r>
            <a:rPr lang="uk-UA" b="0" i="0"/>
            <a:t>визнання козацькими територіями лише земель Київського воєводства</a:t>
          </a:r>
          <a:endParaRPr lang="uk-UA"/>
        </a:p>
      </dgm:t>
    </dgm:pt>
    <dgm:pt modelId="{1DA0504D-F50A-46B6-BA49-85FD9133C7E9}" type="parTrans" cxnId="{33C96A5B-4F24-4C08-9C47-75F78B38A228}">
      <dgm:prSet/>
      <dgm:spPr/>
      <dgm:t>
        <a:bodyPr/>
        <a:lstStyle/>
        <a:p>
          <a:endParaRPr lang="uk-UA"/>
        </a:p>
      </dgm:t>
    </dgm:pt>
    <dgm:pt modelId="{802459C8-CC9A-4800-B954-1625099E7D35}" type="sibTrans" cxnId="{33C96A5B-4F24-4C08-9C47-75F78B38A228}">
      <dgm:prSet/>
      <dgm:spPr/>
      <dgm:t>
        <a:bodyPr/>
        <a:lstStyle/>
        <a:p>
          <a:endParaRPr lang="uk-UA"/>
        </a:p>
      </dgm:t>
    </dgm:pt>
    <dgm:pt modelId="{6D1F4E6C-F67D-41D7-BEA2-D7DE09327F6F}">
      <dgm:prSet/>
      <dgm:spPr/>
      <dgm:t>
        <a:bodyPr/>
        <a:lstStyle/>
        <a:p>
          <a:r>
            <a:rPr lang="uk-UA" b="0" i="0"/>
            <a:t>отримання Б. Хмельницьким підтвердження гетьманських повноважень і привілею на надання у володіння гетьману м. Чигирина</a:t>
          </a:r>
          <a:endParaRPr lang="uk-UA"/>
        </a:p>
      </dgm:t>
    </dgm:pt>
    <dgm:pt modelId="{92E3B449-0CE2-4B57-BE46-A3A5CE2E9500}" type="parTrans" cxnId="{525D8B94-44B6-458C-A2A1-18B96AEC8D24}">
      <dgm:prSet/>
      <dgm:spPr/>
      <dgm:t>
        <a:bodyPr/>
        <a:lstStyle/>
        <a:p>
          <a:endParaRPr lang="uk-UA"/>
        </a:p>
      </dgm:t>
    </dgm:pt>
    <dgm:pt modelId="{23B52523-4F38-4216-91EF-7BB6A6D94A3B}" type="sibTrans" cxnId="{525D8B94-44B6-458C-A2A1-18B96AEC8D24}">
      <dgm:prSet/>
      <dgm:spPr/>
      <dgm:t>
        <a:bodyPr/>
        <a:lstStyle/>
        <a:p>
          <a:endParaRPr lang="uk-UA"/>
        </a:p>
      </dgm:t>
    </dgm:pt>
    <dgm:pt modelId="{068FBCD2-3374-4476-8C83-438228903D5F}">
      <dgm:prSet/>
      <dgm:spPr/>
      <dgm:t>
        <a:bodyPr/>
        <a:lstStyle/>
        <a:p>
          <a:r>
            <a:rPr lang="uk-UA" b="0" i="0"/>
            <a:t>позбавлення гетьмана права дипломатичних зносин з іноземними державами</a:t>
          </a:r>
          <a:endParaRPr lang="uk-UA"/>
        </a:p>
      </dgm:t>
    </dgm:pt>
    <dgm:pt modelId="{00DE1984-6CF8-47D3-B31A-3D9954B91E2C}" type="parTrans" cxnId="{19785D34-6AA3-44D1-BC5B-CE88A04509C0}">
      <dgm:prSet/>
      <dgm:spPr/>
      <dgm:t>
        <a:bodyPr/>
        <a:lstStyle/>
        <a:p>
          <a:endParaRPr lang="uk-UA"/>
        </a:p>
      </dgm:t>
    </dgm:pt>
    <dgm:pt modelId="{814AE1BA-1DCB-4F5D-AA82-A09BF6015ACC}" type="sibTrans" cxnId="{19785D34-6AA3-44D1-BC5B-CE88A04509C0}">
      <dgm:prSet/>
      <dgm:spPr/>
      <dgm:t>
        <a:bodyPr/>
        <a:lstStyle/>
        <a:p>
          <a:endParaRPr lang="uk-UA"/>
        </a:p>
      </dgm:t>
    </dgm:pt>
    <dgm:pt modelId="{EBEB0807-6AFA-4080-AF38-45C2E0E0821A}" type="pres">
      <dgm:prSet presAssocID="{251CA355-3F00-445D-B024-DD5116AC7B1D}" presName="linear" presStyleCnt="0">
        <dgm:presLayoutVars>
          <dgm:animLvl val="lvl"/>
          <dgm:resizeHandles val="exact"/>
        </dgm:presLayoutVars>
      </dgm:prSet>
      <dgm:spPr/>
    </dgm:pt>
    <dgm:pt modelId="{607ECAA9-D8F3-482B-994B-F8D7BFF89489}" type="pres">
      <dgm:prSet presAssocID="{72B901CE-A61E-4E0B-9D68-28D19CF4727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99A6D46-4838-45C5-9541-A88C9390B114}" type="pres">
      <dgm:prSet presAssocID="{802459C8-CC9A-4800-B954-1625099E7D35}" presName="spacer" presStyleCnt="0"/>
      <dgm:spPr/>
    </dgm:pt>
    <dgm:pt modelId="{0AD7AC76-9B95-424B-998F-F80A3691847E}" type="pres">
      <dgm:prSet presAssocID="{6D1F4E6C-F67D-41D7-BEA2-D7DE09327F6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8E4F882-5F2A-46C0-BC2B-BB43F8216434}" type="pres">
      <dgm:prSet presAssocID="{23B52523-4F38-4216-91EF-7BB6A6D94A3B}" presName="spacer" presStyleCnt="0"/>
      <dgm:spPr/>
    </dgm:pt>
    <dgm:pt modelId="{8580CB24-BDCB-4A2F-812A-475EE1AF7096}" type="pres">
      <dgm:prSet presAssocID="{068FBCD2-3374-4476-8C83-438228903D5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E831B34-33AC-45E9-A496-66062CA7036C}" type="presOf" srcId="{72B901CE-A61E-4E0B-9D68-28D19CF47279}" destId="{607ECAA9-D8F3-482B-994B-F8D7BFF89489}" srcOrd="0" destOrd="0" presId="urn:microsoft.com/office/officeart/2005/8/layout/vList2"/>
    <dgm:cxn modelId="{19785D34-6AA3-44D1-BC5B-CE88A04509C0}" srcId="{251CA355-3F00-445D-B024-DD5116AC7B1D}" destId="{068FBCD2-3374-4476-8C83-438228903D5F}" srcOrd="2" destOrd="0" parTransId="{00DE1984-6CF8-47D3-B31A-3D9954B91E2C}" sibTransId="{814AE1BA-1DCB-4F5D-AA82-A09BF6015ACC}"/>
    <dgm:cxn modelId="{2019503A-65D6-4A26-991E-6DB694A60713}" type="presOf" srcId="{068FBCD2-3374-4476-8C83-438228903D5F}" destId="{8580CB24-BDCB-4A2F-812A-475EE1AF7096}" srcOrd="0" destOrd="0" presId="urn:microsoft.com/office/officeart/2005/8/layout/vList2"/>
    <dgm:cxn modelId="{33C96A5B-4F24-4C08-9C47-75F78B38A228}" srcId="{251CA355-3F00-445D-B024-DD5116AC7B1D}" destId="{72B901CE-A61E-4E0B-9D68-28D19CF47279}" srcOrd="0" destOrd="0" parTransId="{1DA0504D-F50A-46B6-BA49-85FD9133C7E9}" sibTransId="{802459C8-CC9A-4800-B954-1625099E7D35}"/>
    <dgm:cxn modelId="{78EF1F64-7100-4C0D-B307-F8ADFBBBA09E}" type="presOf" srcId="{6D1F4E6C-F67D-41D7-BEA2-D7DE09327F6F}" destId="{0AD7AC76-9B95-424B-998F-F80A3691847E}" srcOrd="0" destOrd="0" presId="urn:microsoft.com/office/officeart/2005/8/layout/vList2"/>
    <dgm:cxn modelId="{525D8B94-44B6-458C-A2A1-18B96AEC8D24}" srcId="{251CA355-3F00-445D-B024-DD5116AC7B1D}" destId="{6D1F4E6C-F67D-41D7-BEA2-D7DE09327F6F}" srcOrd="1" destOrd="0" parTransId="{92E3B449-0CE2-4B57-BE46-A3A5CE2E9500}" sibTransId="{23B52523-4F38-4216-91EF-7BB6A6D94A3B}"/>
    <dgm:cxn modelId="{70A239CE-585A-4077-B5BC-11EEC46D96B2}" type="presOf" srcId="{251CA355-3F00-445D-B024-DD5116AC7B1D}" destId="{EBEB0807-6AFA-4080-AF38-45C2E0E0821A}" srcOrd="0" destOrd="0" presId="urn:microsoft.com/office/officeart/2005/8/layout/vList2"/>
    <dgm:cxn modelId="{3C8ED54E-F6C9-4E0B-8B3D-412936B190E0}" type="presParOf" srcId="{EBEB0807-6AFA-4080-AF38-45C2E0E0821A}" destId="{607ECAA9-D8F3-482B-994B-F8D7BFF89489}" srcOrd="0" destOrd="0" presId="urn:microsoft.com/office/officeart/2005/8/layout/vList2"/>
    <dgm:cxn modelId="{6D0D2660-9564-4C38-9CB6-947B33869FF9}" type="presParOf" srcId="{EBEB0807-6AFA-4080-AF38-45C2E0E0821A}" destId="{B99A6D46-4838-45C5-9541-A88C9390B114}" srcOrd="1" destOrd="0" presId="urn:microsoft.com/office/officeart/2005/8/layout/vList2"/>
    <dgm:cxn modelId="{CAA66227-0A2A-40A4-8BA4-B9780B489BFE}" type="presParOf" srcId="{EBEB0807-6AFA-4080-AF38-45C2E0E0821A}" destId="{0AD7AC76-9B95-424B-998F-F80A3691847E}" srcOrd="2" destOrd="0" presId="urn:microsoft.com/office/officeart/2005/8/layout/vList2"/>
    <dgm:cxn modelId="{429ED641-44FB-4D1A-911D-491FFAD011A3}" type="presParOf" srcId="{EBEB0807-6AFA-4080-AF38-45C2E0E0821A}" destId="{38E4F882-5F2A-46C0-BC2B-BB43F8216434}" srcOrd="3" destOrd="0" presId="urn:microsoft.com/office/officeart/2005/8/layout/vList2"/>
    <dgm:cxn modelId="{727220C6-1859-4EB3-A6B1-A20350F48B97}" type="presParOf" srcId="{EBEB0807-6AFA-4080-AF38-45C2E0E0821A}" destId="{8580CB24-BDCB-4A2F-812A-475EE1AF709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9.xml><?xml version="1.0" encoding="utf-8"?>
<dgm:dataModel xmlns:dgm="http://schemas.openxmlformats.org/drawingml/2006/diagram" xmlns:a="http://schemas.openxmlformats.org/drawingml/2006/main">
  <dgm:ptLst>
    <dgm:pt modelId="{C47ED083-B105-4485-AF86-0FD307C1DA20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6282216-C182-4B83-968B-2E80B2AC34C7}">
      <dgm:prSet/>
      <dgm:spPr/>
      <dgm:t>
        <a:bodyPr/>
        <a:lstStyle/>
        <a:p>
          <a:r>
            <a:rPr lang="uk-UA" b="0" i="0"/>
            <a:t>Жовтоводська, Корсунська</a:t>
          </a:r>
          <a:endParaRPr lang="uk-UA"/>
        </a:p>
      </dgm:t>
    </dgm:pt>
    <dgm:pt modelId="{D869FE3D-1C73-46F2-ABB3-FC8CA8F418D4}" type="parTrans" cxnId="{3F9399FA-D4DB-433A-9AB8-16DAD2B0914A}">
      <dgm:prSet/>
      <dgm:spPr/>
      <dgm:t>
        <a:bodyPr/>
        <a:lstStyle/>
        <a:p>
          <a:endParaRPr lang="uk-UA"/>
        </a:p>
      </dgm:t>
    </dgm:pt>
    <dgm:pt modelId="{1177CA40-5B41-4B25-9434-30C5E4999351}" type="sibTrans" cxnId="{3F9399FA-D4DB-433A-9AB8-16DAD2B0914A}">
      <dgm:prSet/>
      <dgm:spPr/>
      <dgm:t>
        <a:bodyPr/>
        <a:lstStyle/>
        <a:p>
          <a:endParaRPr lang="uk-UA"/>
        </a:p>
      </dgm:t>
    </dgm:pt>
    <dgm:pt modelId="{C4BA687A-4124-456E-9A3B-2FBA666D9444}">
      <dgm:prSet/>
      <dgm:spPr/>
      <dgm:t>
        <a:bodyPr/>
        <a:lstStyle/>
        <a:p>
          <a:r>
            <a:rPr lang="uk-UA" b="0" i="0"/>
            <a:t>Корсунська, Пилявецька</a:t>
          </a:r>
          <a:endParaRPr lang="uk-UA"/>
        </a:p>
      </dgm:t>
    </dgm:pt>
    <dgm:pt modelId="{1BF19FDB-9D12-4574-B788-CD5DCE7DE162}" type="parTrans" cxnId="{9FF7D69B-FCDD-4B64-A5BC-ED3CEA05BE38}">
      <dgm:prSet/>
      <dgm:spPr/>
      <dgm:t>
        <a:bodyPr/>
        <a:lstStyle/>
        <a:p>
          <a:endParaRPr lang="uk-UA"/>
        </a:p>
      </dgm:t>
    </dgm:pt>
    <dgm:pt modelId="{8BD100AF-53FE-438D-B780-7D28934BC4CD}" type="sibTrans" cxnId="{9FF7D69B-FCDD-4B64-A5BC-ED3CEA05BE38}">
      <dgm:prSet/>
      <dgm:spPr/>
      <dgm:t>
        <a:bodyPr/>
        <a:lstStyle/>
        <a:p>
          <a:endParaRPr lang="uk-UA"/>
        </a:p>
      </dgm:t>
    </dgm:pt>
    <dgm:pt modelId="{4C2B2480-3298-4677-852E-7FD55A6A726B}">
      <dgm:prSet/>
      <dgm:spPr/>
      <dgm:t>
        <a:bodyPr/>
        <a:lstStyle/>
        <a:p>
          <a:r>
            <a:rPr lang="uk-UA" b="0" i="0"/>
            <a:t>Пилявецька, Зборівська</a:t>
          </a:r>
          <a:endParaRPr lang="uk-UA"/>
        </a:p>
      </dgm:t>
    </dgm:pt>
    <dgm:pt modelId="{6B9461EC-F8B0-4048-9F77-362C17B1CCD7}" type="parTrans" cxnId="{16C3150B-D43D-4B46-A82E-47656C505882}">
      <dgm:prSet/>
      <dgm:spPr/>
      <dgm:t>
        <a:bodyPr/>
        <a:lstStyle/>
        <a:p>
          <a:endParaRPr lang="uk-UA"/>
        </a:p>
      </dgm:t>
    </dgm:pt>
    <dgm:pt modelId="{D0FC0FDB-863A-444C-AB3D-F578B38F81D7}" type="sibTrans" cxnId="{16C3150B-D43D-4B46-A82E-47656C505882}">
      <dgm:prSet/>
      <dgm:spPr/>
      <dgm:t>
        <a:bodyPr/>
        <a:lstStyle/>
        <a:p>
          <a:endParaRPr lang="uk-UA"/>
        </a:p>
      </dgm:t>
    </dgm:pt>
    <dgm:pt modelId="{499971D1-724B-44B3-8DAA-B3BA4AF1AE68}">
      <dgm:prSet/>
      <dgm:spPr/>
      <dgm:t>
        <a:bodyPr/>
        <a:lstStyle/>
        <a:p>
          <a:r>
            <a:rPr lang="uk-UA" b="0" i="0"/>
            <a:t>Зборівська, Берестецька</a:t>
          </a:r>
          <a:endParaRPr lang="uk-UA"/>
        </a:p>
      </dgm:t>
    </dgm:pt>
    <dgm:pt modelId="{78A2259D-9BBF-46A5-8D98-23FDF1F62DEC}" type="parTrans" cxnId="{2367B1EE-0A85-48C4-A642-38CBF5EF6B78}">
      <dgm:prSet/>
      <dgm:spPr/>
      <dgm:t>
        <a:bodyPr/>
        <a:lstStyle/>
        <a:p>
          <a:endParaRPr lang="uk-UA"/>
        </a:p>
      </dgm:t>
    </dgm:pt>
    <dgm:pt modelId="{F01A5867-7F81-445C-86F5-499BF77B2D65}" type="sibTrans" cxnId="{2367B1EE-0A85-48C4-A642-38CBF5EF6B78}">
      <dgm:prSet/>
      <dgm:spPr/>
      <dgm:t>
        <a:bodyPr/>
        <a:lstStyle/>
        <a:p>
          <a:endParaRPr lang="uk-UA"/>
        </a:p>
      </dgm:t>
    </dgm:pt>
    <dgm:pt modelId="{FD444BCB-1D4E-44ED-A00F-7519C76CCACE}" type="pres">
      <dgm:prSet presAssocID="{C47ED083-B105-4485-AF86-0FD307C1DA20}" presName="linearFlow" presStyleCnt="0">
        <dgm:presLayoutVars>
          <dgm:dir/>
          <dgm:resizeHandles val="exact"/>
        </dgm:presLayoutVars>
      </dgm:prSet>
      <dgm:spPr/>
    </dgm:pt>
    <dgm:pt modelId="{427BBFD9-54F5-4499-B430-BEEEF01DC398}" type="pres">
      <dgm:prSet presAssocID="{26282216-C182-4B83-968B-2E80B2AC34C7}" presName="composite" presStyleCnt="0"/>
      <dgm:spPr/>
    </dgm:pt>
    <dgm:pt modelId="{0262AA4C-6E50-40D0-953C-2CEFC9F587E2}" type="pres">
      <dgm:prSet presAssocID="{26282216-C182-4B83-968B-2E80B2AC34C7}" presName="imgShp" presStyleLbl="fgImgPlace1" presStyleIdx="0" presStyleCnt="4"/>
      <dgm:spPr/>
    </dgm:pt>
    <dgm:pt modelId="{C1A32568-7F15-4331-BB19-13F8F357AEA0}" type="pres">
      <dgm:prSet presAssocID="{26282216-C182-4B83-968B-2E80B2AC34C7}" presName="txShp" presStyleLbl="node1" presStyleIdx="0" presStyleCnt="4">
        <dgm:presLayoutVars>
          <dgm:bulletEnabled val="1"/>
        </dgm:presLayoutVars>
      </dgm:prSet>
      <dgm:spPr/>
    </dgm:pt>
    <dgm:pt modelId="{DD1E71C9-6874-42FD-BE19-285D40EB76DD}" type="pres">
      <dgm:prSet presAssocID="{1177CA40-5B41-4B25-9434-30C5E4999351}" presName="spacing" presStyleCnt="0"/>
      <dgm:spPr/>
    </dgm:pt>
    <dgm:pt modelId="{FF45534E-0827-4F4E-8575-E44A0280C0CE}" type="pres">
      <dgm:prSet presAssocID="{C4BA687A-4124-456E-9A3B-2FBA666D9444}" presName="composite" presStyleCnt="0"/>
      <dgm:spPr/>
    </dgm:pt>
    <dgm:pt modelId="{84135A1A-BBA1-4788-932B-2558C1770FE1}" type="pres">
      <dgm:prSet presAssocID="{C4BA687A-4124-456E-9A3B-2FBA666D9444}" presName="imgShp" presStyleLbl="fgImgPlace1" presStyleIdx="1" presStyleCnt="4"/>
      <dgm:spPr/>
    </dgm:pt>
    <dgm:pt modelId="{01580EDF-5167-46FD-9EDE-F1114A8B7D91}" type="pres">
      <dgm:prSet presAssocID="{C4BA687A-4124-456E-9A3B-2FBA666D9444}" presName="txShp" presStyleLbl="node1" presStyleIdx="1" presStyleCnt="4">
        <dgm:presLayoutVars>
          <dgm:bulletEnabled val="1"/>
        </dgm:presLayoutVars>
      </dgm:prSet>
      <dgm:spPr/>
    </dgm:pt>
    <dgm:pt modelId="{8220D06E-E7A0-4E20-A0E5-C16D0DE7288F}" type="pres">
      <dgm:prSet presAssocID="{8BD100AF-53FE-438D-B780-7D28934BC4CD}" presName="spacing" presStyleCnt="0"/>
      <dgm:spPr/>
    </dgm:pt>
    <dgm:pt modelId="{EAE75799-8A9C-4A64-A573-2217881773F3}" type="pres">
      <dgm:prSet presAssocID="{4C2B2480-3298-4677-852E-7FD55A6A726B}" presName="composite" presStyleCnt="0"/>
      <dgm:spPr/>
    </dgm:pt>
    <dgm:pt modelId="{A834B558-1E36-4425-9F8C-E160C6822AA9}" type="pres">
      <dgm:prSet presAssocID="{4C2B2480-3298-4677-852E-7FD55A6A726B}" presName="imgShp" presStyleLbl="fgImgPlace1" presStyleIdx="2" presStyleCnt="4"/>
      <dgm:spPr/>
    </dgm:pt>
    <dgm:pt modelId="{EB26EE0D-1409-4F88-A7D4-49BD72C68F11}" type="pres">
      <dgm:prSet presAssocID="{4C2B2480-3298-4677-852E-7FD55A6A726B}" presName="txShp" presStyleLbl="node1" presStyleIdx="2" presStyleCnt="4">
        <dgm:presLayoutVars>
          <dgm:bulletEnabled val="1"/>
        </dgm:presLayoutVars>
      </dgm:prSet>
      <dgm:spPr/>
    </dgm:pt>
    <dgm:pt modelId="{8C599C77-6530-4D63-842E-B2145EA3ABA6}" type="pres">
      <dgm:prSet presAssocID="{D0FC0FDB-863A-444C-AB3D-F578B38F81D7}" presName="spacing" presStyleCnt="0"/>
      <dgm:spPr/>
    </dgm:pt>
    <dgm:pt modelId="{1178E7FF-5D70-4291-9211-735552C0F2FC}" type="pres">
      <dgm:prSet presAssocID="{499971D1-724B-44B3-8DAA-B3BA4AF1AE68}" presName="composite" presStyleCnt="0"/>
      <dgm:spPr/>
    </dgm:pt>
    <dgm:pt modelId="{10C82E17-0B33-44D6-8708-8A2210643A21}" type="pres">
      <dgm:prSet presAssocID="{499971D1-724B-44B3-8DAA-B3BA4AF1AE68}" presName="imgShp" presStyleLbl="fgImgPlace1" presStyleIdx="3" presStyleCnt="4"/>
      <dgm:spPr/>
    </dgm:pt>
    <dgm:pt modelId="{2672EBE2-06DA-4F21-B37F-A8865A7ADAA5}" type="pres">
      <dgm:prSet presAssocID="{499971D1-724B-44B3-8DAA-B3BA4AF1AE68}" presName="txShp" presStyleLbl="node1" presStyleIdx="3" presStyleCnt="4">
        <dgm:presLayoutVars>
          <dgm:bulletEnabled val="1"/>
        </dgm:presLayoutVars>
      </dgm:prSet>
      <dgm:spPr/>
    </dgm:pt>
  </dgm:ptLst>
  <dgm:cxnLst>
    <dgm:cxn modelId="{16C3150B-D43D-4B46-A82E-47656C505882}" srcId="{C47ED083-B105-4485-AF86-0FD307C1DA20}" destId="{4C2B2480-3298-4677-852E-7FD55A6A726B}" srcOrd="2" destOrd="0" parTransId="{6B9461EC-F8B0-4048-9F77-362C17B1CCD7}" sibTransId="{D0FC0FDB-863A-444C-AB3D-F578B38F81D7}"/>
    <dgm:cxn modelId="{B282873C-BEDF-46E5-9541-1F7ACD54D921}" type="presOf" srcId="{26282216-C182-4B83-968B-2E80B2AC34C7}" destId="{C1A32568-7F15-4331-BB19-13F8F357AEA0}" srcOrd="0" destOrd="0" presId="urn:microsoft.com/office/officeart/2005/8/layout/vList3"/>
    <dgm:cxn modelId="{96359491-4092-4827-8EC7-5FBCAFE71461}" type="presOf" srcId="{C4BA687A-4124-456E-9A3B-2FBA666D9444}" destId="{01580EDF-5167-46FD-9EDE-F1114A8B7D91}" srcOrd="0" destOrd="0" presId="urn:microsoft.com/office/officeart/2005/8/layout/vList3"/>
    <dgm:cxn modelId="{1CC7DD98-49C5-45B0-8A9F-D7D73B080B4F}" type="presOf" srcId="{C47ED083-B105-4485-AF86-0FD307C1DA20}" destId="{FD444BCB-1D4E-44ED-A00F-7519C76CCACE}" srcOrd="0" destOrd="0" presId="urn:microsoft.com/office/officeart/2005/8/layout/vList3"/>
    <dgm:cxn modelId="{9FF7D69B-FCDD-4B64-A5BC-ED3CEA05BE38}" srcId="{C47ED083-B105-4485-AF86-0FD307C1DA20}" destId="{C4BA687A-4124-456E-9A3B-2FBA666D9444}" srcOrd="1" destOrd="0" parTransId="{1BF19FDB-9D12-4574-B788-CD5DCE7DE162}" sibTransId="{8BD100AF-53FE-438D-B780-7D28934BC4CD}"/>
    <dgm:cxn modelId="{F54C4EC4-1132-49EA-92D0-7F0DCAD1979A}" type="presOf" srcId="{4C2B2480-3298-4677-852E-7FD55A6A726B}" destId="{EB26EE0D-1409-4F88-A7D4-49BD72C68F11}" srcOrd="0" destOrd="0" presId="urn:microsoft.com/office/officeart/2005/8/layout/vList3"/>
    <dgm:cxn modelId="{2367B1EE-0A85-48C4-A642-38CBF5EF6B78}" srcId="{C47ED083-B105-4485-AF86-0FD307C1DA20}" destId="{499971D1-724B-44B3-8DAA-B3BA4AF1AE68}" srcOrd="3" destOrd="0" parTransId="{78A2259D-9BBF-46A5-8D98-23FDF1F62DEC}" sibTransId="{F01A5867-7F81-445C-86F5-499BF77B2D65}"/>
    <dgm:cxn modelId="{28FC79F2-60E3-4BE5-A524-C3FFD148BFF4}" type="presOf" srcId="{499971D1-724B-44B3-8DAA-B3BA4AF1AE68}" destId="{2672EBE2-06DA-4F21-B37F-A8865A7ADAA5}" srcOrd="0" destOrd="0" presId="urn:microsoft.com/office/officeart/2005/8/layout/vList3"/>
    <dgm:cxn modelId="{3F9399FA-D4DB-433A-9AB8-16DAD2B0914A}" srcId="{C47ED083-B105-4485-AF86-0FD307C1DA20}" destId="{26282216-C182-4B83-968B-2E80B2AC34C7}" srcOrd="0" destOrd="0" parTransId="{D869FE3D-1C73-46F2-ABB3-FC8CA8F418D4}" sibTransId="{1177CA40-5B41-4B25-9434-30C5E4999351}"/>
    <dgm:cxn modelId="{1F0B6C8F-3E48-409A-B514-6C8124FCF805}" type="presParOf" srcId="{FD444BCB-1D4E-44ED-A00F-7519C76CCACE}" destId="{427BBFD9-54F5-4499-B430-BEEEF01DC398}" srcOrd="0" destOrd="0" presId="urn:microsoft.com/office/officeart/2005/8/layout/vList3"/>
    <dgm:cxn modelId="{3D8A5279-95DF-45AA-A2E9-58927AFF1A59}" type="presParOf" srcId="{427BBFD9-54F5-4499-B430-BEEEF01DC398}" destId="{0262AA4C-6E50-40D0-953C-2CEFC9F587E2}" srcOrd="0" destOrd="0" presId="urn:microsoft.com/office/officeart/2005/8/layout/vList3"/>
    <dgm:cxn modelId="{4A194C25-4841-4C43-82DB-0E10831EA91A}" type="presParOf" srcId="{427BBFD9-54F5-4499-B430-BEEEF01DC398}" destId="{C1A32568-7F15-4331-BB19-13F8F357AEA0}" srcOrd="1" destOrd="0" presId="urn:microsoft.com/office/officeart/2005/8/layout/vList3"/>
    <dgm:cxn modelId="{A56EB43A-3B42-49FC-B312-998C8FEF91EF}" type="presParOf" srcId="{FD444BCB-1D4E-44ED-A00F-7519C76CCACE}" destId="{DD1E71C9-6874-42FD-BE19-285D40EB76DD}" srcOrd="1" destOrd="0" presId="urn:microsoft.com/office/officeart/2005/8/layout/vList3"/>
    <dgm:cxn modelId="{4B160FF2-7B80-4B80-AAA6-34A119368014}" type="presParOf" srcId="{FD444BCB-1D4E-44ED-A00F-7519C76CCACE}" destId="{FF45534E-0827-4F4E-8575-E44A0280C0CE}" srcOrd="2" destOrd="0" presId="urn:microsoft.com/office/officeart/2005/8/layout/vList3"/>
    <dgm:cxn modelId="{3771EC76-5DEC-4A86-950D-776689210E85}" type="presParOf" srcId="{FF45534E-0827-4F4E-8575-E44A0280C0CE}" destId="{84135A1A-BBA1-4788-932B-2558C1770FE1}" srcOrd="0" destOrd="0" presId="urn:microsoft.com/office/officeart/2005/8/layout/vList3"/>
    <dgm:cxn modelId="{02681EF0-B8BF-42D4-A33B-2BBBB031552B}" type="presParOf" srcId="{FF45534E-0827-4F4E-8575-E44A0280C0CE}" destId="{01580EDF-5167-46FD-9EDE-F1114A8B7D91}" srcOrd="1" destOrd="0" presId="urn:microsoft.com/office/officeart/2005/8/layout/vList3"/>
    <dgm:cxn modelId="{582198DE-E744-4263-B713-6AC92C1BE7D9}" type="presParOf" srcId="{FD444BCB-1D4E-44ED-A00F-7519C76CCACE}" destId="{8220D06E-E7A0-4E20-A0E5-C16D0DE7288F}" srcOrd="3" destOrd="0" presId="urn:microsoft.com/office/officeart/2005/8/layout/vList3"/>
    <dgm:cxn modelId="{AA169070-89D4-489A-8CCE-54B7BE6F5619}" type="presParOf" srcId="{FD444BCB-1D4E-44ED-A00F-7519C76CCACE}" destId="{EAE75799-8A9C-4A64-A573-2217881773F3}" srcOrd="4" destOrd="0" presId="urn:microsoft.com/office/officeart/2005/8/layout/vList3"/>
    <dgm:cxn modelId="{3A9228C2-C99C-469D-BCB5-DE008DFFBD7C}" type="presParOf" srcId="{EAE75799-8A9C-4A64-A573-2217881773F3}" destId="{A834B558-1E36-4425-9F8C-E160C6822AA9}" srcOrd="0" destOrd="0" presId="urn:microsoft.com/office/officeart/2005/8/layout/vList3"/>
    <dgm:cxn modelId="{E79FB44B-07F0-48AB-A5B3-2199F0EB1980}" type="presParOf" srcId="{EAE75799-8A9C-4A64-A573-2217881773F3}" destId="{EB26EE0D-1409-4F88-A7D4-49BD72C68F11}" srcOrd="1" destOrd="0" presId="urn:microsoft.com/office/officeart/2005/8/layout/vList3"/>
    <dgm:cxn modelId="{2F319D26-A9E6-4613-800F-F28EE798BEF4}" type="presParOf" srcId="{FD444BCB-1D4E-44ED-A00F-7519C76CCACE}" destId="{8C599C77-6530-4D63-842E-B2145EA3ABA6}" srcOrd="5" destOrd="0" presId="urn:microsoft.com/office/officeart/2005/8/layout/vList3"/>
    <dgm:cxn modelId="{B9D40D20-DB05-4AAB-92A0-CBBA3BFA86E0}" type="presParOf" srcId="{FD444BCB-1D4E-44ED-A00F-7519C76CCACE}" destId="{1178E7FF-5D70-4291-9211-735552C0F2FC}" srcOrd="6" destOrd="0" presId="urn:microsoft.com/office/officeart/2005/8/layout/vList3"/>
    <dgm:cxn modelId="{E7FD7FEB-70FA-4C15-8766-415F3DA99558}" type="presParOf" srcId="{1178E7FF-5D70-4291-9211-735552C0F2FC}" destId="{10C82E17-0B33-44D6-8708-8A2210643A21}" srcOrd="0" destOrd="0" presId="urn:microsoft.com/office/officeart/2005/8/layout/vList3"/>
    <dgm:cxn modelId="{4B9AE46C-6EA2-4226-BB88-3EE2E2ABBB04}" type="presParOf" srcId="{1178E7FF-5D70-4291-9211-735552C0F2FC}" destId="{2672EBE2-06DA-4F21-B37F-A8865A7ADAA5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0.xml><?xml version="1.0" encoding="utf-8"?>
<dgm:dataModel xmlns:dgm="http://schemas.openxmlformats.org/drawingml/2006/diagram" xmlns:a="http://schemas.openxmlformats.org/drawingml/2006/main">
  <dgm:ptLst>
    <dgm:pt modelId="{35E04AA0-1996-47EA-AEC2-6268EECBC4F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1E4E065-D4EF-4880-8A92-8C0F7243A8ED}">
      <dgm:prSet/>
      <dgm:spPr/>
      <dgm:t>
        <a:bodyPr/>
        <a:lstStyle/>
        <a:p>
          <a:r>
            <a:rPr lang="uk-UA" b="0" i="0"/>
            <a:t>визначити шлях наступу козацького війська в 1648 р.</a:t>
          </a:r>
          <a:endParaRPr lang="uk-UA"/>
        </a:p>
      </dgm:t>
    </dgm:pt>
    <dgm:pt modelId="{681C1A41-4621-430C-AD6B-970A7E5B2060}" type="parTrans" cxnId="{8E353490-D59A-42CF-B27A-4A123EA89119}">
      <dgm:prSet/>
      <dgm:spPr/>
      <dgm:t>
        <a:bodyPr/>
        <a:lstStyle/>
        <a:p>
          <a:endParaRPr lang="uk-UA"/>
        </a:p>
      </dgm:t>
    </dgm:pt>
    <dgm:pt modelId="{69958FE0-0F46-4D5B-B694-99DD6AB0EB99}" type="sibTrans" cxnId="{8E353490-D59A-42CF-B27A-4A123EA89119}">
      <dgm:prSet/>
      <dgm:spPr/>
      <dgm:t>
        <a:bodyPr/>
        <a:lstStyle/>
        <a:p>
          <a:endParaRPr lang="uk-UA"/>
        </a:p>
      </dgm:t>
    </dgm:pt>
    <dgm:pt modelId="{D3B2E53B-2606-4AED-9280-5F341B0365A8}">
      <dgm:prSet/>
      <dgm:spPr/>
      <dgm:t>
        <a:bodyPr/>
        <a:lstStyle/>
        <a:p>
          <a:r>
            <a:rPr lang="uk-UA" b="0" i="0"/>
            <a:t>відслідкувати напрямок походу козаків у 1651 р.</a:t>
          </a:r>
          <a:endParaRPr lang="uk-UA"/>
        </a:p>
      </dgm:t>
    </dgm:pt>
    <dgm:pt modelId="{341FD226-E75F-4FA9-8EA4-485CC31BCF46}" type="parTrans" cxnId="{665FCF05-6AD4-4B9B-B396-3C53298FED07}">
      <dgm:prSet/>
      <dgm:spPr/>
      <dgm:t>
        <a:bodyPr/>
        <a:lstStyle/>
        <a:p>
          <a:endParaRPr lang="uk-UA"/>
        </a:p>
      </dgm:t>
    </dgm:pt>
    <dgm:pt modelId="{6665BA09-0B99-4D2F-9A62-44178B29D6DB}" type="sibTrans" cxnId="{665FCF05-6AD4-4B9B-B396-3C53298FED07}">
      <dgm:prSet/>
      <dgm:spPr/>
      <dgm:t>
        <a:bodyPr/>
        <a:lstStyle/>
        <a:p>
          <a:endParaRPr lang="uk-UA"/>
        </a:p>
      </dgm:t>
    </dgm:pt>
    <dgm:pt modelId="{F852F17C-4F95-46A9-9A09-C94EC203727E}">
      <dgm:prSet/>
      <dgm:spPr/>
      <dgm:t>
        <a:bodyPr/>
        <a:lstStyle/>
        <a:p>
          <a:r>
            <a:rPr lang="uk-UA" b="0" i="0"/>
            <a:t>окреслити територію Української козацької держави за Зборівським миром.</a:t>
          </a:r>
          <a:endParaRPr lang="uk-UA"/>
        </a:p>
      </dgm:t>
    </dgm:pt>
    <dgm:pt modelId="{5F209CC8-556C-484E-8AB2-3C1C4A5FE4DB}" type="parTrans" cxnId="{A7B7288D-A3F9-438F-B2C1-7DFAF0B537BF}">
      <dgm:prSet/>
      <dgm:spPr/>
      <dgm:t>
        <a:bodyPr/>
        <a:lstStyle/>
        <a:p>
          <a:endParaRPr lang="uk-UA"/>
        </a:p>
      </dgm:t>
    </dgm:pt>
    <dgm:pt modelId="{5033FFF0-099B-4FEA-83AA-51BB5843D11C}" type="sibTrans" cxnId="{A7B7288D-A3F9-438F-B2C1-7DFAF0B537BF}">
      <dgm:prSet/>
      <dgm:spPr/>
      <dgm:t>
        <a:bodyPr/>
        <a:lstStyle/>
        <a:p>
          <a:endParaRPr lang="uk-UA"/>
        </a:p>
      </dgm:t>
    </dgm:pt>
    <dgm:pt modelId="{24546F7F-50D9-4617-BB24-3EF01023E26E}">
      <dgm:prSet/>
      <dgm:spPr/>
      <dgm:t>
        <a:bodyPr/>
        <a:lstStyle/>
        <a:p>
          <a:r>
            <a:rPr lang="uk-UA" b="0" i="0"/>
            <a:t>простежити напрямки молдавського походу Б. Хмельницького в 1650 р.</a:t>
          </a:r>
          <a:endParaRPr lang="uk-UA"/>
        </a:p>
      </dgm:t>
    </dgm:pt>
    <dgm:pt modelId="{BE54E5DD-2298-429D-88CF-B09A85A02959}" type="parTrans" cxnId="{3606DCC4-B079-4594-9614-CDA80DDD9A9B}">
      <dgm:prSet/>
      <dgm:spPr/>
      <dgm:t>
        <a:bodyPr/>
        <a:lstStyle/>
        <a:p>
          <a:endParaRPr lang="uk-UA"/>
        </a:p>
      </dgm:t>
    </dgm:pt>
    <dgm:pt modelId="{D121C48E-62CF-4607-B880-53696401A3AF}" type="sibTrans" cxnId="{3606DCC4-B079-4594-9614-CDA80DDD9A9B}">
      <dgm:prSet/>
      <dgm:spPr/>
      <dgm:t>
        <a:bodyPr/>
        <a:lstStyle/>
        <a:p>
          <a:endParaRPr lang="uk-UA"/>
        </a:p>
      </dgm:t>
    </dgm:pt>
    <dgm:pt modelId="{47026A24-6798-4672-B276-16DA8F978040}">
      <dgm:prSet/>
      <dgm:spPr/>
      <dgm:t>
        <a:bodyPr/>
        <a:lstStyle/>
        <a:p>
          <a:r>
            <a:rPr lang="uk-UA" b="0" i="0"/>
            <a:t>показати місце битви, у якій козацьке військо зазнало поразки.</a:t>
          </a:r>
          <a:endParaRPr lang="uk-UA"/>
        </a:p>
      </dgm:t>
    </dgm:pt>
    <dgm:pt modelId="{22946341-837B-4098-B8EC-364C30B94571}" type="parTrans" cxnId="{DE5F7CD0-4105-428B-9A6F-17AC4A746E10}">
      <dgm:prSet/>
      <dgm:spPr/>
      <dgm:t>
        <a:bodyPr/>
        <a:lstStyle/>
        <a:p>
          <a:endParaRPr lang="uk-UA"/>
        </a:p>
      </dgm:t>
    </dgm:pt>
    <dgm:pt modelId="{444A9FC6-2C1B-4B74-AC1D-154E2529DA11}" type="sibTrans" cxnId="{DE5F7CD0-4105-428B-9A6F-17AC4A746E10}">
      <dgm:prSet/>
      <dgm:spPr/>
      <dgm:t>
        <a:bodyPr/>
        <a:lstStyle/>
        <a:p>
          <a:endParaRPr lang="uk-UA"/>
        </a:p>
      </dgm:t>
    </dgm:pt>
    <dgm:pt modelId="{47EB90BB-5588-4424-A98F-5B9DCFF5A49F}">
      <dgm:prSet/>
      <dgm:spPr/>
      <dgm:t>
        <a:bodyPr/>
        <a:lstStyle/>
        <a:p>
          <a:r>
            <a:rPr lang="uk-UA" b="0" i="0"/>
            <a:t>зазначити місце укладення договору, за яким територію Гетьманщини було обмежено Київським воєводством.</a:t>
          </a:r>
          <a:endParaRPr lang="uk-UA"/>
        </a:p>
      </dgm:t>
    </dgm:pt>
    <dgm:pt modelId="{698AEB4D-AFA1-4D0A-BE59-A8DCB122BCB6}" type="parTrans" cxnId="{0DEABC44-9EEE-4D06-B2E6-70D30AE758C2}">
      <dgm:prSet/>
      <dgm:spPr/>
      <dgm:t>
        <a:bodyPr/>
        <a:lstStyle/>
        <a:p>
          <a:endParaRPr lang="uk-UA"/>
        </a:p>
      </dgm:t>
    </dgm:pt>
    <dgm:pt modelId="{2138C31E-5965-4E14-99D0-BC8E905EDFB8}" type="sibTrans" cxnId="{0DEABC44-9EEE-4D06-B2E6-70D30AE758C2}">
      <dgm:prSet/>
      <dgm:spPr/>
      <dgm:t>
        <a:bodyPr/>
        <a:lstStyle/>
        <a:p>
          <a:endParaRPr lang="uk-UA"/>
        </a:p>
      </dgm:t>
    </dgm:pt>
    <dgm:pt modelId="{F0837815-B694-4523-AE10-9751A6D2D163}">
      <dgm:prSet/>
      <dgm:spPr/>
      <dgm:t>
        <a:bodyPr/>
        <a:lstStyle/>
        <a:p>
          <a:r>
            <a:rPr lang="uk-UA" b="0" i="0"/>
            <a:t>указати місце підписання перемир’я між Московською державою та Річчю Посполитою в 1656 р.</a:t>
          </a:r>
          <a:endParaRPr lang="uk-UA"/>
        </a:p>
      </dgm:t>
    </dgm:pt>
    <dgm:pt modelId="{08F04300-8D30-443D-875E-987ABB4C971A}" type="parTrans" cxnId="{FE66A10F-E048-45C1-9D54-5A102046F908}">
      <dgm:prSet/>
      <dgm:spPr/>
      <dgm:t>
        <a:bodyPr/>
        <a:lstStyle/>
        <a:p>
          <a:endParaRPr lang="uk-UA"/>
        </a:p>
      </dgm:t>
    </dgm:pt>
    <dgm:pt modelId="{ADDEB9F1-F13C-4979-B9FD-0D4553FBAB9A}" type="sibTrans" cxnId="{FE66A10F-E048-45C1-9D54-5A102046F908}">
      <dgm:prSet/>
      <dgm:spPr/>
      <dgm:t>
        <a:bodyPr/>
        <a:lstStyle/>
        <a:p>
          <a:endParaRPr lang="uk-UA"/>
        </a:p>
      </dgm:t>
    </dgm:pt>
    <dgm:pt modelId="{5665CC8E-5E74-4377-8996-76187C5B3FB2}" type="pres">
      <dgm:prSet presAssocID="{35E04AA0-1996-47EA-AEC2-6268EECBC4F4}" presName="linear" presStyleCnt="0">
        <dgm:presLayoutVars>
          <dgm:animLvl val="lvl"/>
          <dgm:resizeHandles val="exact"/>
        </dgm:presLayoutVars>
      </dgm:prSet>
      <dgm:spPr/>
    </dgm:pt>
    <dgm:pt modelId="{E2D528FC-0B38-4456-A523-62339C8A38F7}" type="pres">
      <dgm:prSet presAssocID="{A1E4E065-D4EF-4880-8A92-8C0F7243A8ED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69BE5B56-3095-4460-901F-660B8CBA605D}" type="pres">
      <dgm:prSet presAssocID="{69958FE0-0F46-4D5B-B694-99DD6AB0EB99}" presName="spacer" presStyleCnt="0"/>
      <dgm:spPr/>
    </dgm:pt>
    <dgm:pt modelId="{8081F3E6-CDFE-464B-BDEE-56FBCD0ABA8F}" type="pres">
      <dgm:prSet presAssocID="{D3B2E53B-2606-4AED-9280-5F341B0365A8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B7325983-D178-4BB1-843E-34FCA953CDD5}" type="pres">
      <dgm:prSet presAssocID="{6665BA09-0B99-4D2F-9A62-44178B29D6DB}" presName="spacer" presStyleCnt="0"/>
      <dgm:spPr/>
    </dgm:pt>
    <dgm:pt modelId="{6AFB4D4D-F584-4E1D-95FC-297CAC8AC095}" type="pres">
      <dgm:prSet presAssocID="{F852F17C-4F95-46A9-9A09-C94EC203727E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72BDE67D-4498-46FB-82AA-B1E9AABDA0A8}" type="pres">
      <dgm:prSet presAssocID="{5033FFF0-099B-4FEA-83AA-51BB5843D11C}" presName="spacer" presStyleCnt="0"/>
      <dgm:spPr/>
    </dgm:pt>
    <dgm:pt modelId="{2335C8ED-9E0B-43B4-A2EF-97D99C79FE7F}" type="pres">
      <dgm:prSet presAssocID="{24546F7F-50D9-4617-BB24-3EF01023E26E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949A8D69-D595-4353-B0D1-3113AB3D43EE}" type="pres">
      <dgm:prSet presAssocID="{D121C48E-62CF-4607-B880-53696401A3AF}" presName="spacer" presStyleCnt="0"/>
      <dgm:spPr/>
    </dgm:pt>
    <dgm:pt modelId="{87C107C0-56D7-4086-8AF6-FAA64EF1BEBF}" type="pres">
      <dgm:prSet presAssocID="{47026A24-6798-4672-B276-16DA8F978040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E1773AAF-127F-4ADB-80DC-A900522E3EE5}" type="pres">
      <dgm:prSet presAssocID="{444A9FC6-2C1B-4B74-AC1D-154E2529DA11}" presName="spacer" presStyleCnt="0"/>
      <dgm:spPr/>
    </dgm:pt>
    <dgm:pt modelId="{8BCE960E-2874-476B-9714-C0B8536C5790}" type="pres">
      <dgm:prSet presAssocID="{47EB90BB-5588-4424-A98F-5B9DCFF5A49F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41707A8E-E760-46BA-8654-0589DBBAD489}" type="pres">
      <dgm:prSet presAssocID="{2138C31E-5965-4E14-99D0-BC8E905EDFB8}" presName="spacer" presStyleCnt="0"/>
      <dgm:spPr/>
    </dgm:pt>
    <dgm:pt modelId="{BF32017A-D883-4A4B-9774-9996771B08E8}" type="pres">
      <dgm:prSet presAssocID="{F0837815-B694-4523-AE10-9751A6D2D163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665FCF05-6AD4-4B9B-B396-3C53298FED07}" srcId="{35E04AA0-1996-47EA-AEC2-6268EECBC4F4}" destId="{D3B2E53B-2606-4AED-9280-5F341B0365A8}" srcOrd="1" destOrd="0" parTransId="{341FD226-E75F-4FA9-8EA4-485CC31BCF46}" sibTransId="{6665BA09-0B99-4D2F-9A62-44178B29D6DB}"/>
    <dgm:cxn modelId="{FE66A10F-E048-45C1-9D54-5A102046F908}" srcId="{35E04AA0-1996-47EA-AEC2-6268EECBC4F4}" destId="{F0837815-B694-4523-AE10-9751A6D2D163}" srcOrd="6" destOrd="0" parTransId="{08F04300-8D30-443D-875E-987ABB4C971A}" sibTransId="{ADDEB9F1-F13C-4979-B9FD-0D4553FBAB9A}"/>
    <dgm:cxn modelId="{78C4482C-9E86-44BC-A50D-A4A67DD9A1C1}" type="presOf" srcId="{35E04AA0-1996-47EA-AEC2-6268EECBC4F4}" destId="{5665CC8E-5E74-4377-8996-76187C5B3FB2}" srcOrd="0" destOrd="0" presId="urn:microsoft.com/office/officeart/2005/8/layout/vList2"/>
    <dgm:cxn modelId="{0DEABC44-9EEE-4D06-B2E6-70D30AE758C2}" srcId="{35E04AA0-1996-47EA-AEC2-6268EECBC4F4}" destId="{47EB90BB-5588-4424-A98F-5B9DCFF5A49F}" srcOrd="5" destOrd="0" parTransId="{698AEB4D-AFA1-4D0A-BE59-A8DCB122BCB6}" sibTransId="{2138C31E-5965-4E14-99D0-BC8E905EDFB8}"/>
    <dgm:cxn modelId="{01E6C551-2BCD-4784-A9C8-493F354932DE}" type="presOf" srcId="{A1E4E065-D4EF-4880-8A92-8C0F7243A8ED}" destId="{E2D528FC-0B38-4456-A523-62339C8A38F7}" srcOrd="0" destOrd="0" presId="urn:microsoft.com/office/officeart/2005/8/layout/vList2"/>
    <dgm:cxn modelId="{21519677-42F3-4189-9E72-46C14AC23B4B}" type="presOf" srcId="{F852F17C-4F95-46A9-9A09-C94EC203727E}" destId="{6AFB4D4D-F584-4E1D-95FC-297CAC8AC095}" srcOrd="0" destOrd="0" presId="urn:microsoft.com/office/officeart/2005/8/layout/vList2"/>
    <dgm:cxn modelId="{0ACD347E-4E14-466E-9192-D9F8E312CAAD}" type="presOf" srcId="{24546F7F-50D9-4617-BB24-3EF01023E26E}" destId="{2335C8ED-9E0B-43B4-A2EF-97D99C79FE7F}" srcOrd="0" destOrd="0" presId="urn:microsoft.com/office/officeart/2005/8/layout/vList2"/>
    <dgm:cxn modelId="{A7B7288D-A3F9-438F-B2C1-7DFAF0B537BF}" srcId="{35E04AA0-1996-47EA-AEC2-6268EECBC4F4}" destId="{F852F17C-4F95-46A9-9A09-C94EC203727E}" srcOrd="2" destOrd="0" parTransId="{5F209CC8-556C-484E-8AB2-3C1C4A5FE4DB}" sibTransId="{5033FFF0-099B-4FEA-83AA-51BB5843D11C}"/>
    <dgm:cxn modelId="{8E353490-D59A-42CF-B27A-4A123EA89119}" srcId="{35E04AA0-1996-47EA-AEC2-6268EECBC4F4}" destId="{A1E4E065-D4EF-4880-8A92-8C0F7243A8ED}" srcOrd="0" destOrd="0" parTransId="{681C1A41-4621-430C-AD6B-970A7E5B2060}" sibTransId="{69958FE0-0F46-4D5B-B694-99DD6AB0EB99}"/>
    <dgm:cxn modelId="{7A7254AC-85DD-4244-8094-6CD8151DFFD4}" type="presOf" srcId="{F0837815-B694-4523-AE10-9751A6D2D163}" destId="{BF32017A-D883-4A4B-9774-9996771B08E8}" srcOrd="0" destOrd="0" presId="urn:microsoft.com/office/officeart/2005/8/layout/vList2"/>
    <dgm:cxn modelId="{6F07B6B2-49CF-4B24-B1C6-0AEC9680E169}" type="presOf" srcId="{47026A24-6798-4672-B276-16DA8F978040}" destId="{87C107C0-56D7-4086-8AF6-FAA64EF1BEBF}" srcOrd="0" destOrd="0" presId="urn:microsoft.com/office/officeart/2005/8/layout/vList2"/>
    <dgm:cxn modelId="{3606DCC4-B079-4594-9614-CDA80DDD9A9B}" srcId="{35E04AA0-1996-47EA-AEC2-6268EECBC4F4}" destId="{24546F7F-50D9-4617-BB24-3EF01023E26E}" srcOrd="3" destOrd="0" parTransId="{BE54E5DD-2298-429D-88CF-B09A85A02959}" sibTransId="{D121C48E-62CF-4607-B880-53696401A3AF}"/>
    <dgm:cxn modelId="{A40CFDC7-53DA-4C9B-8769-F1EB82287F3E}" type="presOf" srcId="{D3B2E53B-2606-4AED-9280-5F341B0365A8}" destId="{8081F3E6-CDFE-464B-BDEE-56FBCD0ABA8F}" srcOrd="0" destOrd="0" presId="urn:microsoft.com/office/officeart/2005/8/layout/vList2"/>
    <dgm:cxn modelId="{DE5F7CD0-4105-428B-9A6F-17AC4A746E10}" srcId="{35E04AA0-1996-47EA-AEC2-6268EECBC4F4}" destId="{47026A24-6798-4672-B276-16DA8F978040}" srcOrd="4" destOrd="0" parTransId="{22946341-837B-4098-B8EC-364C30B94571}" sibTransId="{444A9FC6-2C1B-4B74-AC1D-154E2529DA11}"/>
    <dgm:cxn modelId="{262886EC-023E-4CA6-8091-7EA7556ED1F2}" type="presOf" srcId="{47EB90BB-5588-4424-A98F-5B9DCFF5A49F}" destId="{8BCE960E-2874-476B-9714-C0B8536C5790}" srcOrd="0" destOrd="0" presId="urn:microsoft.com/office/officeart/2005/8/layout/vList2"/>
    <dgm:cxn modelId="{34871063-290C-42CA-9609-3BF9F22CDBA2}" type="presParOf" srcId="{5665CC8E-5E74-4377-8996-76187C5B3FB2}" destId="{E2D528FC-0B38-4456-A523-62339C8A38F7}" srcOrd="0" destOrd="0" presId="urn:microsoft.com/office/officeart/2005/8/layout/vList2"/>
    <dgm:cxn modelId="{6FEAFF91-5FB0-4901-BC50-C14331C665C5}" type="presParOf" srcId="{5665CC8E-5E74-4377-8996-76187C5B3FB2}" destId="{69BE5B56-3095-4460-901F-660B8CBA605D}" srcOrd="1" destOrd="0" presId="urn:microsoft.com/office/officeart/2005/8/layout/vList2"/>
    <dgm:cxn modelId="{587A02E3-8126-48DE-8C79-49212D192D3C}" type="presParOf" srcId="{5665CC8E-5E74-4377-8996-76187C5B3FB2}" destId="{8081F3E6-CDFE-464B-BDEE-56FBCD0ABA8F}" srcOrd="2" destOrd="0" presId="urn:microsoft.com/office/officeart/2005/8/layout/vList2"/>
    <dgm:cxn modelId="{3DC2A4E0-4032-48B3-B2A0-32135AACCA0C}" type="presParOf" srcId="{5665CC8E-5E74-4377-8996-76187C5B3FB2}" destId="{B7325983-D178-4BB1-843E-34FCA953CDD5}" srcOrd="3" destOrd="0" presId="urn:microsoft.com/office/officeart/2005/8/layout/vList2"/>
    <dgm:cxn modelId="{852E0071-A5F5-42CF-9541-E192C25BAEDC}" type="presParOf" srcId="{5665CC8E-5E74-4377-8996-76187C5B3FB2}" destId="{6AFB4D4D-F584-4E1D-95FC-297CAC8AC095}" srcOrd="4" destOrd="0" presId="urn:microsoft.com/office/officeart/2005/8/layout/vList2"/>
    <dgm:cxn modelId="{841DB3CD-D719-4477-AB00-E362F5E546A7}" type="presParOf" srcId="{5665CC8E-5E74-4377-8996-76187C5B3FB2}" destId="{72BDE67D-4498-46FB-82AA-B1E9AABDA0A8}" srcOrd="5" destOrd="0" presId="urn:microsoft.com/office/officeart/2005/8/layout/vList2"/>
    <dgm:cxn modelId="{AF31CFC4-EE55-4E51-9656-E00F1275A3A7}" type="presParOf" srcId="{5665CC8E-5E74-4377-8996-76187C5B3FB2}" destId="{2335C8ED-9E0B-43B4-A2EF-97D99C79FE7F}" srcOrd="6" destOrd="0" presId="urn:microsoft.com/office/officeart/2005/8/layout/vList2"/>
    <dgm:cxn modelId="{00C64241-43C3-41CD-AF02-F47C9C43139E}" type="presParOf" srcId="{5665CC8E-5E74-4377-8996-76187C5B3FB2}" destId="{949A8D69-D595-4353-B0D1-3113AB3D43EE}" srcOrd="7" destOrd="0" presId="urn:microsoft.com/office/officeart/2005/8/layout/vList2"/>
    <dgm:cxn modelId="{EAE747CE-67F3-42E5-8132-7ABEF722BB44}" type="presParOf" srcId="{5665CC8E-5E74-4377-8996-76187C5B3FB2}" destId="{87C107C0-56D7-4086-8AF6-FAA64EF1BEBF}" srcOrd="8" destOrd="0" presId="urn:microsoft.com/office/officeart/2005/8/layout/vList2"/>
    <dgm:cxn modelId="{FC7FB093-154C-4F8C-A179-A097BA81CBD8}" type="presParOf" srcId="{5665CC8E-5E74-4377-8996-76187C5B3FB2}" destId="{E1773AAF-127F-4ADB-80DC-A900522E3EE5}" srcOrd="9" destOrd="0" presId="urn:microsoft.com/office/officeart/2005/8/layout/vList2"/>
    <dgm:cxn modelId="{3753A297-FAA0-4FB0-BCDC-EBA4D6AFF0E3}" type="presParOf" srcId="{5665CC8E-5E74-4377-8996-76187C5B3FB2}" destId="{8BCE960E-2874-476B-9714-C0B8536C5790}" srcOrd="10" destOrd="0" presId="urn:microsoft.com/office/officeart/2005/8/layout/vList2"/>
    <dgm:cxn modelId="{05C93B98-E1E3-4955-92E8-968BDFDFCEAE}" type="presParOf" srcId="{5665CC8E-5E74-4377-8996-76187C5B3FB2}" destId="{41707A8E-E760-46BA-8654-0589DBBAD489}" srcOrd="11" destOrd="0" presId="urn:microsoft.com/office/officeart/2005/8/layout/vList2"/>
    <dgm:cxn modelId="{CADA65E9-9AE2-4488-B1DB-143FC866FD0E}" type="presParOf" srcId="{5665CC8E-5E74-4377-8996-76187C5B3FB2}" destId="{BF32017A-D883-4A4B-9774-9996771B08E8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302327-C84E-4877-8FCE-659A851D4857}">
      <dsp:nvSpPr>
        <dsp:cNvPr id="0" name=""/>
        <dsp:cNvSpPr/>
      </dsp:nvSpPr>
      <dsp:spPr>
        <a:xfrm>
          <a:off x="457993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A5F65B-2F2B-4A0F-88F7-F0B7F0EC2E53}">
      <dsp:nvSpPr>
        <dsp:cNvPr id="0" name=""/>
        <dsp:cNvSpPr/>
      </dsp:nvSpPr>
      <dsp:spPr>
        <a:xfrm>
          <a:off x="840152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1621 р.</a:t>
          </a:r>
          <a:endParaRPr lang="uk-UA" sz="3900" kern="1200"/>
        </a:p>
      </dsp:txBody>
      <dsp:txXfrm>
        <a:off x="916738" y="458744"/>
        <a:ext cx="1415690" cy="1415690"/>
      </dsp:txXfrm>
    </dsp:sp>
    <dsp:sp modelId="{D926327C-C8A3-42B4-8A78-4E66692E5B0E}">
      <dsp:nvSpPr>
        <dsp:cNvPr id="0" name=""/>
        <dsp:cNvSpPr/>
      </dsp:nvSpPr>
      <dsp:spPr>
        <a:xfrm>
          <a:off x="2529696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 dirty="0"/>
            <a:t>1637 р.</a:t>
          </a:r>
          <a:endParaRPr lang="uk-UA" sz="3900" kern="1200" dirty="0"/>
        </a:p>
      </dsp:txBody>
      <dsp:txXfrm>
        <a:off x="2606282" y="458744"/>
        <a:ext cx="1415690" cy="1415690"/>
      </dsp:txXfrm>
    </dsp:sp>
    <dsp:sp modelId="{8C9394AD-1E71-40E0-9C6A-8AB5DC32F470}">
      <dsp:nvSpPr>
        <dsp:cNvPr id="0" name=""/>
        <dsp:cNvSpPr/>
      </dsp:nvSpPr>
      <dsp:spPr>
        <a:xfrm>
          <a:off x="840152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1648 р.</a:t>
          </a:r>
          <a:endParaRPr lang="uk-UA" sz="3900" kern="1200"/>
        </a:p>
      </dsp:txBody>
      <dsp:txXfrm>
        <a:off x="916738" y="2148289"/>
        <a:ext cx="1415690" cy="1415690"/>
      </dsp:txXfrm>
    </dsp:sp>
    <dsp:sp modelId="{56A8F9EF-BE2E-4D90-B1C4-4A24DA02EA59}">
      <dsp:nvSpPr>
        <dsp:cNvPr id="0" name=""/>
        <dsp:cNvSpPr/>
      </dsp:nvSpPr>
      <dsp:spPr>
        <a:xfrm>
          <a:off x="2529696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 dirty="0"/>
            <a:t>1654 р.</a:t>
          </a:r>
          <a:endParaRPr lang="uk-UA" sz="3900" kern="1200" dirty="0"/>
        </a:p>
      </dsp:txBody>
      <dsp:txXfrm>
        <a:off x="2606282" y="2148289"/>
        <a:ext cx="1415690" cy="14156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302327-C84E-4877-8FCE-659A851D4857}">
      <dsp:nvSpPr>
        <dsp:cNvPr id="0" name=""/>
        <dsp:cNvSpPr/>
      </dsp:nvSpPr>
      <dsp:spPr>
        <a:xfrm>
          <a:off x="457993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A5F65B-2F2B-4A0F-88F7-F0B7F0EC2E53}">
      <dsp:nvSpPr>
        <dsp:cNvPr id="0" name=""/>
        <dsp:cNvSpPr/>
      </dsp:nvSpPr>
      <dsp:spPr>
        <a:xfrm>
          <a:off x="840152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1621 р.</a:t>
          </a:r>
          <a:endParaRPr lang="uk-UA" sz="3900" kern="1200"/>
        </a:p>
      </dsp:txBody>
      <dsp:txXfrm>
        <a:off x="916738" y="458744"/>
        <a:ext cx="1415690" cy="1415690"/>
      </dsp:txXfrm>
    </dsp:sp>
    <dsp:sp modelId="{D926327C-C8A3-42B4-8A78-4E66692E5B0E}">
      <dsp:nvSpPr>
        <dsp:cNvPr id="0" name=""/>
        <dsp:cNvSpPr/>
      </dsp:nvSpPr>
      <dsp:spPr>
        <a:xfrm>
          <a:off x="2529696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 dirty="0"/>
            <a:t>1637 р.</a:t>
          </a:r>
          <a:endParaRPr lang="uk-UA" sz="3900" kern="1200" dirty="0"/>
        </a:p>
      </dsp:txBody>
      <dsp:txXfrm>
        <a:off x="2606282" y="458744"/>
        <a:ext cx="1415690" cy="1415690"/>
      </dsp:txXfrm>
    </dsp:sp>
    <dsp:sp modelId="{8C9394AD-1E71-40E0-9C6A-8AB5DC32F470}">
      <dsp:nvSpPr>
        <dsp:cNvPr id="0" name=""/>
        <dsp:cNvSpPr/>
      </dsp:nvSpPr>
      <dsp:spPr>
        <a:xfrm>
          <a:off x="840152" y="2071703"/>
          <a:ext cx="1568862" cy="1568862"/>
        </a:xfrm>
        <a:prstGeom prst="round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 dirty="0"/>
            <a:t>1648 р.</a:t>
          </a:r>
          <a:endParaRPr lang="uk-UA" sz="3900" kern="1200" dirty="0"/>
        </a:p>
      </dsp:txBody>
      <dsp:txXfrm>
        <a:off x="916738" y="2148289"/>
        <a:ext cx="1415690" cy="1415690"/>
      </dsp:txXfrm>
    </dsp:sp>
    <dsp:sp modelId="{56A8F9EF-BE2E-4D90-B1C4-4A24DA02EA59}">
      <dsp:nvSpPr>
        <dsp:cNvPr id="0" name=""/>
        <dsp:cNvSpPr/>
      </dsp:nvSpPr>
      <dsp:spPr>
        <a:xfrm>
          <a:off x="2529696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 dirty="0"/>
            <a:t>1654 р.</a:t>
          </a:r>
          <a:endParaRPr lang="uk-UA" sz="3900" kern="1200" dirty="0"/>
        </a:p>
      </dsp:txBody>
      <dsp:txXfrm>
        <a:off x="2606282" y="2148289"/>
        <a:ext cx="1415690" cy="14156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B84269-B7F6-4E60-B3CB-7C7E585F06E7}">
      <dsp:nvSpPr>
        <dsp:cNvPr id="0" name=""/>
        <dsp:cNvSpPr/>
      </dsp:nvSpPr>
      <dsp:spPr>
        <a:xfrm>
          <a:off x="457993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098A78-4547-4BE0-94CC-0D4A85190EBE}">
      <dsp:nvSpPr>
        <dsp:cNvPr id="0" name=""/>
        <dsp:cNvSpPr/>
      </dsp:nvSpPr>
      <dsp:spPr>
        <a:xfrm>
          <a:off x="840152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1646–1654 рр.</a:t>
          </a:r>
          <a:endParaRPr lang="uk-UA" sz="2800" kern="1200"/>
        </a:p>
      </dsp:txBody>
      <dsp:txXfrm>
        <a:off x="916738" y="458744"/>
        <a:ext cx="1415690" cy="1415690"/>
      </dsp:txXfrm>
    </dsp:sp>
    <dsp:sp modelId="{F1EFFC73-E7A9-4CF6-847B-A884452CE2AD}">
      <dsp:nvSpPr>
        <dsp:cNvPr id="0" name=""/>
        <dsp:cNvSpPr/>
      </dsp:nvSpPr>
      <dsp:spPr>
        <a:xfrm>
          <a:off x="2529696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1648–1657 рр.</a:t>
          </a:r>
          <a:endParaRPr lang="uk-UA" sz="2800" kern="1200"/>
        </a:p>
      </dsp:txBody>
      <dsp:txXfrm>
        <a:off x="2606282" y="458744"/>
        <a:ext cx="1415690" cy="1415690"/>
      </dsp:txXfrm>
    </dsp:sp>
    <dsp:sp modelId="{134CEB2B-DF68-4C03-B66D-1E29F3FF710D}">
      <dsp:nvSpPr>
        <dsp:cNvPr id="0" name=""/>
        <dsp:cNvSpPr/>
      </dsp:nvSpPr>
      <dsp:spPr>
        <a:xfrm>
          <a:off x="840152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dirty="0"/>
            <a:t>1650–1659 </a:t>
          </a:r>
          <a:r>
            <a:rPr lang="ru-RU" sz="2800" b="0" i="0" kern="1200" dirty="0" err="1"/>
            <a:t>рр</a:t>
          </a:r>
          <a:r>
            <a:rPr lang="ru-RU" sz="2800" b="0" i="0" kern="1200" dirty="0"/>
            <a:t>.</a:t>
          </a:r>
          <a:endParaRPr lang="uk-UA" sz="2800" kern="1200" dirty="0"/>
        </a:p>
      </dsp:txBody>
      <dsp:txXfrm>
        <a:off x="916738" y="2148289"/>
        <a:ext cx="1415690" cy="1415690"/>
      </dsp:txXfrm>
    </dsp:sp>
    <dsp:sp modelId="{E258D42C-256F-4A02-AD12-76BF50405D29}">
      <dsp:nvSpPr>
        <dsp:cNvPr id="0" name=""/>
        <dsp:cNvSpPr/>
      </dsp:nvSpPr>
      <dsp:spPr>
        <a:xfrm>
          <a:off x="2529696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dirty="0"/>
            <a:t>1652–1663 </a:t>
          </a:r>
          <a:r>
            <a:rPr lang="ru-RU" sz="2800" b="0" i="0" kern="1200" dirty="0" err="1"/>
            <a:t>рр</a:t>
          </a:r>
          <a:r>
            <a:rPr lang="ru-RU" sz="2800" b="0" i="0" kern="1200" dirty="0"/>
            <a:t>.</a:t>
          </a:r>
          <a:endParaRPr lang="uk-UA" sz="2800" kern="1200" dirty="0"/>
        </a:p>
      </dsp:txBody>
      <dsp:txXfrm>
        <a:off x="2606282" y="2148289"/>
        <a:ext cx="1415690" cy="14156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616489-5817-4410-A804-BD9A1CC8191D}">
      <dsp:nvSpPr>
        <dsp:cNvPr id="0" name=""/>
        <dsp:cNvSpPr/>
      </dsp:nvSpPr>
      <dsp:spPr>
        <a:xfrm rot="10800000">
          <a:off x="1032297" y="978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П. Конашевич-Сагайдачний</a:t>
          </a:r>
          <a:endParaRPr lang="uk-UA" sz="2300" kern="1200"/>
        </a:p>
      </dsp:txBody>
      <dsp:txXfrm rot="10800000">
        <a:off x="1237626" y="978"/>
        <a:ext cx="3077859" cy="821315"/>
      </dsp:txXfrm>
    </dsp:sp>
    <dsp:sp modelId="{D0363D44-4D9A-41E4-AF20-0647AE759279}">
      <dsp:nvSpPr>
        <dsp:cNvPr id="0" name=""/>
        <dsp:cNvSpPr/>
      </dsp:nvSpPr>
      <dsp:spPr>
        <a:xfrm>
          <a:off x="621639" y="978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9DDFA8-7BC7-4A69-8471-7D71ADF82359}">
      <dsp:nvSpPr>
        <dsp:cNvPr id="0" name=""/>
        <dsp:cNvSpPr/>
      </dsp:nvSpPr>
      <dsp:spPr>
        <a:xfrm rot="10800000">
          <a:off x="1032297" y="1067462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Б. </a:t>
          </a:r>
          <a:r>
            <a:rPr lang="uk-UA" sz="2300" b="0" i="0" kern="1200" dirty="0" err="1"/>
            <a:t>Хмельницькии</a:t>
          </a:r>
          <a:r>
            <a:rPr lang="uk-UA" sz="2300" b="0" i="0" kern="1200" dirty="0"/>
            <a:t>̆</a:t>
          </a:r>
          <a:endParaRPr lang="uk-UA" sz="2300" kern="1200" dirty="0"/>
        </a:p>
      </dsp:txBody>
      <dsp:txXfrm rot="10800000">
        <a:off x="1237626" y="1067462"/>
        <a:ext cx="3077859" cy="821315"/>
      </dsp:txXfrm>
    </dsp:sp>
    <dsp:sp modelId="{3A0B239D-2434-4E62-B724-1A50C2AADA95}">
      <dsp:nvSpPr>
        <dsp:cNvPr id="0" name=""/>
        <dsp:cNvSpPr/>
      </dsp:nvSpPr>
      <dsp:spPr>
        <a:xfrm>
          <a:off x="621639" y="1067462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649ABD-74E6-46A5-AA4C-D22EC851EF8D}">
      <dsp:nvSpPr>
        <dsp:cNvPr id="0" name=""/>
        <dsp:cNvSpPr/>
      </dsp:nvSpPr>
      <dsp:spPr>
        <a:xfrm rot="10800000">
          <a:off x="1032297" y="2133946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С. Наливайко</a:t>
          </a:r>
          <a:endParaRPr lang="uk-UA" sz="2300" kern="1200"/>
        </a:p>
      </dsp:txBody>
      <dsp:txXfrm rot="10800000">
        <a:off x="1237626" y="2133946"/>
        <a:ext cx="3077859" cy="821315"/>
      </dsp:txXfrm>
    </dsp:sp>
    <dsp:sp modelId="{836C4ADE-5979-4121-8BEE-A7A34C1ADDAD}">
      <dsp:nvSpPr>
        <dsp:cNvPr id="0" name=""/>
        <dsp:cNvSpPr/>
      </dsp:nvSpPr>
      <dsp:spPr>
        <a:xfrm>
          <a:off x="621639" y="2133946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B6256C-CE8F-46E4-8444-0853D26AA822}">
      <dsp:nvSpPr>
        <dsp:cNvPr id="0" name=""/>
        <dsp:cNvSpPr/>
      </dsp:nvSpPr>
      <dsp:spPr>
        <a:xfrm rot="10800000">
          <a:off x="1032297" y="3200430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І. Сірко</a:t>
          </a:r>
          <a:endParaRPr lang="uk-UA" sz="2300" kern="1200" dirty="0"/>
        </a:p>
      </dsp:txBody>
      <dsp:txXfrm rot="10800000">
        <a:off x="1237626" y="3200430"/>
        <a:ext cx="3077859" cy="821315"/>
      </dsp:txXfrm>
    </dsp:sp>
    <dsp:sp modelId="{DB727D27-DF1B-413D-827E-C247EE12CB28}">
      <dsp:nvSpPr>
        <dsp:cNvPr id="0" name=""/>
        <dsp:cNvSpPr/>
      </dsp:nvSpPr>
      <dsp:spPr>
        <a:xfrm>
          <a:off x="621639" y="3200430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616489-5817-4410-A804-BD9A1CC8191D}">
      <dsp:nvSpPr>
        <dsp:cNvPr id="0" name=""/>
        <dsp:cNvSpPr/>
      </dsp:nvSpPr>
      <dsp:spPr>
        <a:xfrm rot="10800000">
          <a:off x="1032297" y="978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П. Конашевич-Сагайдачний</a:t>
          </a:r>
          <a:endParaRPr lang="uk-UA" sz="2300" kern="1200"/>
        </a:p>
      </dsp:txBody>
      <dsp:txXfrm rot="10800000">
        <a:off x="1237626" y="978"/>
        <a:ext cx="3077859" cy="821315"/>
      </dsp:txXfrm>
    </dsp:sp>
    <dsp:sp modelId="{D0363D44-4D9A-41E4-AF20-0647AE759279}">
      <dsp:nvSpPr>
        <dsp:cNvPr id="0" name=""/>
        <dsp:cNvSpPr/>
      </dsp:nvSpPr>
      <dsp:spPr>
        <a:xfrm>
          <a:off x="621639" y="978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9DDFA8-7BC7-4A69-8471-7D71ADF82359}">
      <dsp:nvSpPr>
        <dsp:cNvPr id="0" name=""/>
        <dsp:cNvSpPr/>
      </dsp:nvSpPr>
      <dsp:spPr>
        <a:xfrm rot="10800000">
          <a:off x="1032297" y="1067462"/>
          <a:ext cx="3283188" cy="821315"/>
        </a:xfrm>
        <a:prstGeom prst="homePlate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Б. </a:t>
          </a:r>
          <a:r>
            <a:rPr lang="uk-UA" sz="2300" b="0" i="0" kern="1200" dirty="0" err="1"/>
            <a:t>Хмельницькии</a:t>
          </a:r>
          <a:r>
            <a:rPr lang="uk-UA" sz="2300" b="0" i="0" kern="1200" dirty="0"/>
            <a:t>̆</a:t>
          </a:r>
          <a:endParaRPr lang="uk-UA" sz="2300" kern="1200" dirty="0"/>
        </a:p>
      </dsp:txBody>
      <dsp:txXfrm rot="10800000">
        <a:off x="1237626" y="1067462"/>
        <a:ext cx="3077859" cy="821315"/>
      </dsp:txXfrm>
    </dsp:sp>
    <dsp:sp modelId="{3A0B239D-2434-4E62-B724-1A50C2AADA95}">
      <dsp:nvSpPr>
        <dsp:cNvPr id="0" name=""/>
        <dsp:cNvSpPr/>
      </dsp:nvSpPr>
      <dsp:spPr>
        <a:xfrm>
          <a:off x="621639" y="1067462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649ABD-74E6-46A5-AA4C-D22EC851EF8D}">
      <dsp:nvSpPr>
        <dsp:cNvPr id="0" name=""/>
        <dsp:cNvSpPr/>
      </dsp:nvSpPr>
      <dsp:spPr>
        <a:xfrm rot="10800000">
          <a:off x="1032297" y="2133946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С. Наливайко</a:t>
          </a:r>
          <a:endParaRPr lang="uk-UA" sz="2300" kern="1200"/>
        </a:p>
      </dsp:txBody>
      <dsp:txXfrm rot="10800000">
        <a:off x="1237626" y="2133946"/>
        <a:ext cx="3077859" cy="821315"/>
      </dsp:txXfrm>
    </dsp:sp>
    <dsp:sp modelId="{836C4ADE-5979-4121-8BEE-A7A34C1ADDAD}">
      <dsp:nvSpPr>
        <dsp:cNvPr id="0" name=""/>
        <dsp:cNvSpPr/>
      </dsp:nvSpPr>
      <dsp:spPr>
        <a:xfrm>
          <a:off x="621639" y="2133946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B6256C-CE8F-46E4-8444-0853D26AA822}">
      <dsp:nvSpPr>
        <dsp:cNvPr id="0" name=""/>
        <dsp:cNvSpPr/>
      </dsp:nvSpPr>
      <dsp:spPr>
        <a:xfrm rot="10800000">
          <a:off x="1032297" y="3200430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І. Сірко</a:t>
          </a:r>
          <a:endParaRPr lang="uk-UA" sz="2300" kern="1200" dirty="0"/>
        </a:p>
      </dsp:txBody>
      <dsp:txXfrm rot="10800000">
        <a:off x="1237626" y="3200430"/>
        <a:ext cx="3077859" cy="821315"/>
      </dsp:txXfrm>
    </dsp:sp>
    <dsp:sp modelId="{DB727D27-DF1B-413D-827E-C247EE12CB28}">
      <dsp:nvSpPr>
        <dsp:cNvPr id="0" name=""/>
        <dsp:cNvSpPr/>
      </dsp:nvSpPr>
      <dsp:spPr>
        <a:xfrm>
          <a:off x="621639" y="3200430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0ACD23-32CD-4DC2-AEB6-0F0F1B2468E1}">
      <dsp:nvSpPr>
        <dsp:cNvPr id="0" name=""/>
        <dsp:cNvSpPr/>
      </dsp:nvSpPr>
      <dsp:spPr>
        <a:xfrm rot="10800000">
          <a:off x="1032297" y="978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причину війни.</a:t>
          </a:r>
          <a:endParaRPr lang="uk-UA" sz="2800" kern="1200"/>
        </a:p>
      </dsp:txBody>
      <dsp:txXfrm rot="10800000">
        <a:off x="1237626" y="978"/>
        <a:ext cx="3077859" cy="821315"/>
      </dsp:txXfrm>
    </dsp:sp>
    <dsp:sp modelId="{3DB12919-B677-4DAE-8C84-BCB4F8A1983F}">
      <dsp:nvSpPr>
        <dsp:cNvPr id="0" name=""/>
        <dsp:cNvSpPr/>
      </dsp:nvSpPr>
      <dsp:spPr>
        <a:xfrm>
          <a:off x="621639" y="978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58DE79-518C-4740-B533-E42A05C5FC64}">
      <dsp:nvSpPr>
        <dsp:cNvPr id="0" name=""/>
        <dsp:cNvSpPr/>
      </dsp:nvSpPr>
      <dsp:spPr>
        <a:xfrm rot="10800000">
          <a:off x="1032297" y="1067462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наслідок війни.</a:t>
          </a:r>
          <a:endParaRPr lang="uk-UA" sz="2800" kern="1200"/>
        </a:p>
      </dsp:txBody>
      <dsp:txXfrm rot="10800000">
        <a:off x="1237626" y="1067462"/>
        <a:ext cx="3077859" cy="821315"/>
      </dsp:txXfrm>
    </dsp:sp>
    <dsp:sp modelId="{CEFD1CC5-26E5-4D5C-BAA4-403FD11163FA}">
      <dsp:nvSpPr>
        <dsp:cNvPr id="0" name=""/>
        <dsp:cNvSpPr/>
      </dsp:nvSpPr>
      <dsp:spPr>
        <a:xfrm>
          <a:off x="621639" y="1067462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16A1D1-0AB0-4712-9218-88BBBD6495DD}">
      <dsp:nvSpPr>
        <dsp:cNvPr id="0" name=""/>
        <dsp:cNvSpPr/>
      </dsp:nvSpPr>
      <dsp:spPr>
        <a:xfrm rot="10800000">
          <a:off x="1032297" y="2133946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 dirty="0"/>
            <a:t>значення війни.</a:t>
          </a:r>
          <a:endParaRPr lang="uk-UA" sz="2800" kern="1200" dirty="0"/>
        </a:p>
      </dsp:txBody>
      <dsp:txXfrm rot="10800000">
        <a:off x="1237626" y="2133946"/>
        <a:ext cx="3077859" cy="821315"/>
      </dsp:txXfrm>
    </dsp:sp>
    <dsp:sp modelId="{4C75BA91-7D6F-475C-8AC8-79928CD3F5B2}">
      <dsp:nvSpPr>
        <dsp:cNvPr id="0" name=""/>
        <dsp:cNvSpPr/>
      </dsp:nvSpPr>
      <dsp:spPr>
        <a:xfrm>
          <a:off x="621639" y="2133946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80C98A-F0EF-4B9F-B05A-8076A0614090}">
      <dsp:nvSpPr>
        <dsp:cNvPr id="0" name=""/>
        <dsp:cNvSpPr/>
      </dsp:nvSpPr>
      <dsp:spPr>
        <a:xfrm rot="10800000">
          <a:off x="1032297" y="3200430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 dirty="0"/>
            <a:t>привід до війни.</a:t>
          </a:r>
          <a:endParaRPr lang="uk-UA" sz="2800" kern="1200" dirty="0"/>
        </a:p>
      </dsp:txBody>
      <dsp:txXfrm rot="10800000">
        <a:off x="1237626" y="3200430"/>
        <a:ext cx="3077859" cy="821315"/>
      </dsp:txXfrm>
    </dsp:sp>
    <dsp:sp modelId="{77598F87-1D65-4722-B84B-6BBBAF2E4D38}">
      <dsp:nvSpPr>
        <dsp:cNvPr id="0" name=""/>
        <dsp:cNvSpPr/>
      </dsp:nvSpPr>
      <dsp:spPr>
        <a:xfrm>
          <a:off x="621639" y="3200430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B0059F-AB8E-4579-A25B-26771A22E190}">
      <dsp:nvSpPr>
        <dsp:cNvPr id="0" name=""/>
        <dsp:cNvSpPr/>
      </dsp:nvSpPr>
      <dsp:spPr>
        <a:xfrm>
          <a:off x="0" y="249882"/>
          <a:ext cx="493871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встановлення владою військового контролю за Запорозькою Січчю.</a:t>
          </a:r>
          <a:endParaRPr lang="uk-UA" sz="2100" kern="1200" dirty="0"/>
        </a:p>
      </dsp:txBody>
      <dsp:txXfrm>
        <a:off x="40780" y="290662"/>
        <a:ext cx="4857152" cy="753819"/>
      </dsp:txXfrm>
    </dsp:sp>
    <dsp:sp modelId="{53F27137-C227-4BF4-B16D-2EB769878C4C}">
      <dsp:nvSpPr>
        <dsp:cNvPr id="0" name=""/>
        <dsp:cNvSpPr/>
      </dsp:nvSpPr>
      <dsp:spPr>
        <a:xfrm>
          <a:off x="0" y="1145742"/>
          <a:ext cx="493871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скасування реєстру та повернення усіх козаків до стану селян-кріпаків.</a:t>
          </a:r>
          <a:endParaRPr lang="uk-UA" sz="2100" kern="1200" dirty="0"/>
        </a:p>
      </dsp:txBody>
      <dsp:txXfrm>
        <a:off x="40780" y="1186522"/>
        <a:ext cx="4857152" cy="753819"/>
      </dsp:txXfrm>
    </dsp:sp>
    <dsp:sp modelId="{2F8A0994-2FAF-495A-BB2D-95E7C4407047}">
      <dsp:nvSpPr>
        <dsp:cNvPr id="0" name=""/>
        <dsp:cNvSpPr/>
      </dsp:nvSpPr>
      <dsp:spPr>
        <a:xfrm>
          <a:off x="0" y="2041602"/>
          <a:ext cx="493871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утворення Запорозької Січі – військово-політичної організації козацтва.</a:t>
          </a:r>
          <a:endParaRPr lang="uk-UA" sz="2100" kern="1200"/>
        </a:p>
      </dsp:txBody>
      <dsp:txXfrm>
        <a:off x="40780" y="2082382"/>
        <a:ext cx="4857152" cy="753819"/>
      </dsp:txXfrm>
    </dsp:sp>
    <dsp:sp modelId="{44FCFFE4-4D81-42B3-BCC4-1FEB4A80A785}">
      <dsp:nvSpPr>
        <dsp:cNvPr id="0" name=""/>
        <dsp:cNvSpPr/>
      </dsp:nvSpPr>
      <dsp:spPr>
        <a:xfrm>
          <a:off x="0" y="2937462"/>
          <a:ext cx="493871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посилення національно-релігійного гніту православного українського населення</a:t>
          </a:r>
          <a:endParaRPr lang="uk-UA" sz="2100" kern="1200" dirty="0"/>
        </a:p>
      </dsp:txBody>
      <dsp:txXfrm>
        <a:off x="40780" y="2978242"/>
        <a:ext cx="4857152" cy="75381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B0059F-AB8E-4579-A25B-26771A22E190}">
      <dsp:nvSpPr>
        <dsp:cNvPr id="0" name=""/>
        <dsp:cNvSpPr/>
      </dsp:nvSpPr>
      <dsp:spPr>
        <a:xfrm>
          <a:off x="0" y="249882"/>
          <a:ext cx="493871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встановлення владою військового контролю за Запорозькою Січчю.</a:t>
          </a:r>
          <a:endParaRPr lang="uk-UA" sz="2100" kern="1200" dirty="0"/>
        </a:p>
      </dsp:txBody>
      <dsp:txXfrm>
        <a:off x="40780" y="290662"/>
        <a:ext cx="4857152" cy="753819"/>
      </dsp:txXfrm>
    </dsp:sp>
    <dsp:sp modelId="{53F27137-C227-4BF4-B16D-2EB769878C4C}">
      <dsp:nvSpPr>
        <dsp:cNvPr id="0" name=""/>
        <dsp:cNvSpPr/>
      </dsp:nvSpPr>
      <dsp:spPr>
        <a:xfrm>
          <a:off x="0" y="1145742"/>
          <a:ext cx="493871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скасування реєстру та повернення усіх козаків до стану селян-кріпаків.</a:t>
          </a:r>
          <a:endParaRPr lang="uk-UA" sz="2100" kern="1200" dirty="0"/>
        </a:p>
      </dsp:txBody>
      <dsp:txXfrm>
        <a:off x="40780" y="1186522"/>
        <a:ext cx="4857152" cy="753819"/>
      </dsp:txXfrm>
    </dsp:sp>
    <dsp:sp modelId="{2F8A0994-2FAF-495A-BB2D-95E7C4407047}">
      <dsp:nvSpPr>
        <dsp:cNvPr id="0" name=""/>
        <dsp:cNvSpPr/>
      </dsp:nvSpPr>
      <dsp:spPr>
        <a:xfrm>
          <a:off x="0" y="2041602"/>
          <a:ext cx="493871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утворення Запорозької Січі – військово-політичної організації козацтва.</a:t>
          </a:r>
          <a:endParaRPr lang="uk-UA" sz="2100" kern="1200"/>
        </a:p>
      </dsp:txBody>
      <dsp:txXfrm>
        <a:off x="40780" y="2082382"/>
        <a:ext cx="4857152" cy="753819"/>
      </dsp:txXfrm>
    </dsp:sp>
    <dsp:sp modelId="{44FCFFE4-4D81-42B3-BCC4-1FEB4A80A785}">
      <dsp:nvSpPr>
        <dsp:cNvPr id="0" name=""/>
        <dsp:cNvSpPr/>
      </dsp:nvSpPr>
      <dsp:spPr>
        <a:xfrm>
          <a:off x="0" y="2937462"/>
          <a:ext cx="4938712" cy="835379"/>
        </a:xfrm>
        <a:prstGeom prst="round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посилення національно-релігійного гніту православного українського населення</a:t>
          </a:r>
          <a:endParaRPr lang="uk-UA" sz="2100" kern="1200" dirty="0"/>
        </a:p>
      </dsp:txBody>
      <dsp:txXfrm>
        <a:off x="40780" y="2978242"/>
        <a:ext cx="4857152" cy="75381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004D94-E8D9-4A7A-9F83-B266D5164D7A}">
      <dsp:nvSpPr>
        <dsp:cNvPr id="0" name=""/>
        <dsp:cNvSpPr/>
      </dsp:nvSpPr>
      <dsp:spPr>
        <a:xfrm>
          <a:off x="0" y="76632"/>
          <a:ext cx="4937125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700" b="0" i="0" kern="1200"/>
            <a:t>воєнно-стратегічну</a:t>
          </a:r>
          <a:endParaRPr lang="uk-UA" sz="3700" kern="1200"/>
        </a:p>
      </dsp:txBody>
      <dsp:txXfrm>
        <a:off x="43321" y="119953"/>
        <a:ext cx="4850483" cy="800803"/>
      </dsp:txXfrm>
    </dsp:sp>
    <dsp:sp modelId="{F1016B7E-151E-4D21-8637-F207EF616205}">
      <dsp:nvSpPr>
        <dsp:cNvPr id="0" name=""/>
        <dsp:cNvSpPr/>
      </dsp:nvSpPr>
      <dsp:spPr>
        <a:xfrm>
          <a:off x="0" y="1070637"/>
          <a:ext cx="4937125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700" b="0" i="0" kern="1200" dirty="0"/>
            <a:t>культурно-ідеологічну</a:t>
          </a:r>
          <a:endParaRPr lang="uk-UA" sz="3700" kern="1200" dirty="0"/>
        </a:p>
      </dsp:txBody>
      <dsp:txXfrm>
        <a:off x="43321" y="1113958"/>
        <a:ext cx="4850483" cy="800803"/>
      </dsp:txXfrm>
    </dsp:sp>
    <dsp:sp modelId="{5A364AFD-90FA-4D17-9EE0-45810BF874A5}">
      <dsp:nvSpPr>
        <dsp:cNvPr id="0" name=""/>
        <dsp:cNvSpPr/>
      </dsp:nvSpPr>
      <dsp:spPr>
        <a:xfrm>
          <a:off x="0" y="2064642"/>
          <a:ext cx="4937125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700" b="0" i="0" kern="1200"/>
            <a:t>національно-релігійну</a:t>
          </a:r>
          <a:endParaRPr lang="uk-UA" sz="3700" kern="1200"/>
        </a:p>
      </dsp:txBody>
      <dsp:txXfrm>
        <a:off x="43321" y="2107963"/>
        <a:ext cx="4850483" cy="800803"/>
      </dsp:txXfrm>
    </dsp:sp>
    <dsp:sp modelId="{B5586910-B883-43E5-BE1B-ABFEBBEB7FC8}">
      <dsp:nvSpPr>
        <dsp:cNvPr id="0" name=""/>
        <dsp:cNvSpPr/>
      </dsp:nvSpPr>
      <dsp:spPr>
        <a:xfrm>
          <a:off x="0" y="3058647"/>
          <a:ext cx="4937125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700" b="0" i="0" kern="1200" dirty="0"/>
            <a:t>соціально-економічну</a:t>
          </a:r>
          <a:endParaRPr lang="uk-UA" sz="3700" kern="1200" dirty="0"/>
        </a:p>
      </dsp:txBody>
      <dsp:txXfrm>
        <a:off x="43321" y="3101968"/>
        <a:ext cx="4850483" cy="80080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767EF5-22DA-4D7C-828F-1570A6C2F1AB}">
      <dsp:nvSpPr>
        <dsp:cNvPr id="0" name=""/>
        <dsp:cNvSpPr/>
      </dsp:nvSpPr>
      <dsp:spPr>
        <a:xfrm>
          <a:off x="0" y="338982"/>
          <a:ext cx="4938712" cy="16450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«</a:t>
          </a:r>
          <a:r>
            <a:rPr lang="ru-RU" sz="1900" b="0" i="0" kern="1200" dirty="0" err="1"/>
            <a:t>Царська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величність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наді</a:t>
          </a:r>
          <a:r>
            <a:rPr lang="ru-RU" sz="1900" b="0" i="0" kern="1200" dirty="0"/>
            <a:t> мною… учинив </a:t>
          </a:r>
          <a:r>
            <a:rPr lang="ru-RU" sz="1900" b="0" i="0" kern="1200" dirty="0" err="1"/>
            <a:t>немилосердя</a:t>
          </a:r>
          <a:r>
            <a:rPr lang="ru-RU" sz="1900" b="0" i="0" kern="1200" dirty="0"/>
            <a:t> </a:t>
          </a:r>
          <a:r>
            <a:rPr lang="ru-RU" sz="1900" b="0" i="0" kern="1200" dirty="0" err="1"/>
            <a:t>своє</a:t>
          </a:r>
          <a:r>
            <a:rPr lang="ru-RU" sz="1900" b="0" i="0" kern="1200" dirty="0"/>
            <a:t>: помирившись з поляками, …</a:t>
          </a:r>
          <a:r>
            <a:rPr lang="ru-RU" sz="1900" b="0" i="0" kern="1200" dirty="0" err="1"/>
            <a:t>государ</a:t>
          </a:r>
          <a:r>
            <a:rPr lang="ru-RU" sz="1900" b="0" i="0" kern="1200" dirty="0"/>
            <a:t> послав з </a:t>
          </a:r>
          <a:r>
            <a:rPr lang="ru-RU" sz="1900" b="0" i="0" kern="1200" dirty="0" err="1"/>
            <a:t>Вільно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проти</a:t>
          </a:r>
          <a:r>
            <a:rPr lang="ru-RU" sz="1900" b="0" i="0" kern="1200" dirty="0"/>
            <a:t> нас, </a:t>
          </a:r>
          <a:r>
            <a:rPr lang="ru-RU" sz="1900" b="0" i="0" kern="1200" dirty="0" err="1"/>
            <a:t>шведів</a:t>
          </a:r>
          <a:r>
            <a:rPr lang="ru-RU" sz="1900" b="0" i="0" kern="1200" dirty="0"/>
            <a:t> і </a:t>
          </a:r>
          <a:r>
            <a:rPr lang="ru-RU" sz="1900" b="0" i="0" kern="1200" dirty="0" err="1"/>
            <a:t>угорців</a:t>
          </a:r>
          <a:r>
            <a:rPr lang="ru-RU" sz="1900" b="0" i="0" kern="1200" dirty="0"/>
            <a:t> полякам на </a:t>
          </a:r>
          <a:r>
            <a:rPr lang="ru-RU" sz="1900" b="0" i="0" kern="1200" dirty="0" err="1"/>
            <a:t>допомогу</a:t>
          </a:r>
          <a:r>
            <a:rPr lang="ru-RU" sz="1900" b="0" i="0" kern="1200" dirty="0"/>
            <a:t> 20 тис. </a:t>
          </a:r>
          <a:r>
            <a:rPr lang="ru-RU" sz="1900" b="0" i="0" kern="1200" dirty="0" err="1"/>
            <a:t>ратних</a:t>
          </a:r>
          <a:r>
            <a:rPr lang="ru-RU" sz="1900" b="0" i="0" kern="1200" dirty="0"/>
            <a:t> людей…»</a:t>
          </a:r>
          <a:endParaRPr lang="uk-UA" sz="1900" i="0" kern="1200" dirty="0"/>
        </a:p>
      </dsp:txBody>
      <dsp:txXfrm>
        <a:off x="80303" y="419285"/>
        <a:ext cx="4778106" cy="1484414"/>
      </dsp:txXfrm>
    </dsp:sp>
    <dsp:sp modelId="{07187D90-E6BC-48F3-8D97-1DC7426CDFB5}">
      <dsp:nvSpPr>
        <dsp:cNvPr id="0" name=""/>
        <dsp:cNvSpPr/>
      </dsp:nvSpPr>
      <dsp:spPr>
        <a:xfrm>
          <a:off x="0" y="2038722"/>
          <a:ext cx="4938712" cy="16450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«</a:t>
          </a:r>
          <a:r>
            <a:rPr lang="ru-RU" sz="1900" b="0" i="0" kern="1200" dirty="0" err="1"/>
            <a:t>Уся</a:t>
          </a:r>
          <a:r>
            <a:rPr lang="ru-RU" sz="1900" b="0" i="0" kern="1200" dirty="0"/>
            <a:t> перша </a:t>
          </a:r>
          <a:r>
            <a:rPr lang="ru-RU" sz="1900" b="0" i="0" kern="1200" dirty="0" err="1"/>
            <a:t>війна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почалася</a:t>
          </a:r>
          <a:r>
            <a:rPr lang="ru-RU" sz="1900" b="0" i="0" kern="1200" dirty="0"/>
            <a:t> через </a:t>
          </a:r>
          <a:r>
            <a:rPr lang="ru-RU" sz="1900" b="0" i="0" kern="1200" dirty="0" err="1"/>
            <a:t>Чаплинського</a:t>
          </a:r>
          <a:r>
            <a:rPr lang="ru-RU" sz="1900" b="0" i="0" kern="1200" dirty="0"/>
            <a:t>, </a:t>
          </a:r>
          <a:r>
            <a:rPr lang="ru-RU" sz="1900" b="0" i="0" kern="1200" dirty="0" err="1"/>
            <a:t>який</a:t>
          </a:r>
          <a:r>
            <a:rPr lang="ru-RU" sz="1900" b="0" i="0" kern="1200" dirty="0"/>
            <a:t>, не </a:t>
          </a:r>
          <a:r>
            <a:rPr lang="ru-RU" sz="1900" b="0" i="0" kern="1200" dirty="0" err="1"/>
            <a:t>зважаючи</a:t>
          </a:r>
          <a:r>
            <a:rPr lang="ru-RU" sz="1900" b="0" i="0" kern="1200" dirty="0"/>
            <a:t> на те, </a:t>
          </a:r>
          <a:r>
            <a:rPr lang="ru-RU" sz="1900" b="0" i="0" kern="1200" dirty="0" err="1"/>
            <a:t>що</a:t>
          </a:r>
          <a:r>
            <a:rPr lang="ru-RU" sz="1900" b="0" i="0" kern="1200" dirty="0"/>
            <a:t> я мав </a:t>
          </a:r>
          <a:r>
            <a:rPr lang="ru-RU" sz="1900" b="0" i="0" kern="1200" dirty="0" err="1"/>
            <a:t>привілей</a:t>
          </a:r>
          <a:r>
            <a:rPr lang="ru-RU" sz="1900" b="0" i="0" kern="1200" dirty="0"/>
            <a:t> короля, </a:t>
          </a:r>
          <a:r>
            <a:rPr lang="ru-RU" sz="1900" b="0" i="0" kern="1200" dirty="0" err="1"/>
            <a:t>відібрав</a:t>
          </a:r>
          <a:r>
            <a:rPr lang="ru-RU" sz="1900" b="0" i="0" kern="1200" dirty="0"/>
            <a:t> у мене </a:t>
          </a:r>
          <a:r>
            <a:rPr lang="ru-RU" sz="1900" b="0" i="0" kern="1200" dirty="0" err="1"/>
            <a:t>хутір</a:t>
          </a:r>
          <a:r>
            <a:rPr lang="ru-RU" sz="1900" b="0" i="0" kern="1200" dirty="0"/>
            <a:t> та </a:t>
          </a:r>
          <a:r>
            <a:rPr lang="ru-RU" sz="1900" b="0" i="0" kern="1200" dirty="0" err="1"/>
            <a:t>ще</a:t>
          </a:r>
          <a:r>
            <a:rPr lang="ru-RU" sz="1900" b="0" i="0" kern="1200" dirty="0"/>
            <a:t> й </a:t>
          </a:r>
          <a:r>
            <a:rPr lang="ru-RU" sz="1900" b="0" i="0" kern="1200" dirty="0" err="1"/>
            <a:t>мені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погрожував</a:t>
          </a:r>
          <a:r>
            <a:rPr lang="ru-RU" sz="1900" b="0" i="0" kern="1200" dirty="0"/>
            <a:t> </a:t>
          </a:r>
          <a:r>
            <a:rPr lang="ru-RU" sz="1900" b="0" i="0" kern="1200" dirty="0" err="1"/>
            <a:t>смертю</a:t>
          </a:r>
          <a:r>
            <a:rPr lang="ru-RU" sz="1900" b="0" i="0" kern="1200" dirty="0"/>
            <a:t>, і увесь </a:t>
          </a:r>
          <a:r>
            <a:rPr lang="ru-RU" sz="1900" b="0" i="0" kern="1200" dirty="0" err="1"/>
            <a:t>цей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вогонь</a:t>
          </a:r>
          <a:r>
            <a:rPr lang="ru-RU" sz="1900" b="0" i="0" kern="1200" dirty="0"/>
            <a:t> </a:t>
          </a:r>
          <a:r>
            <a:rPr lang="ru-RU" sz="1900" b="0" i="0" kern="1200" dirty="0" err="1"/>
            <a:t>спалахнув</a:t>
          </a:r>
          <a:r>
            <a:rPr lang="ru-RU" sz="1900" b="0" i="0" kern="1200" dirty="0"/>
            <a:t> через </a:t>
          </a:r>
          <a:r>
            <a:rPr lang="ru-RU" sz="1900" b="0" i="0" kern="1200" dirty="0" err="1"/>
            <a:t>нього</a:t>
          </a:r>
          <a:r>
            <a:rPr lang="ru-RU" sz="1900" b="0" i="0" kern="1200" dirty="0"/>
            <a:t>…»</a:t>
          </a:r>
          <a:endParaRPr lang="uk-UA" sz="1900" i="0" kern="1200" dirty="0"/>
        </a:p>
      </dsp:txBody>
      <dsp:txXfrm>
        <a:off x="80303" y="2119025"/>
        <a:ext cx="4778106" cy="148441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F7B2F1-C444-405D-AA40-90CF5FA6BF62}">
      <dsp:nvSpPr>
        <dsp:cNvPr id="0" name=""/>
        <dsp:cNvSpPr/>
      </dsp:nvSpPr>
      <dsp:spPr>
        <a:xfrm>
          <a:off x="0" y="250962"/>
          <a:ext cx="4937125" cy="1731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«Зухвалий мій син </a:t>
          </a:r>
          <a:r>
            <a:rPr lang="uk-UA" sz="2000" b="0" i="0" kern="1200" dirty="0" err="1"/>
            <a:t>Тиміш</a:t>
          </a:r>
          <a:r>
            <a:rPr lang="uk-UA" sz="2000" b="0" i="0" kern="1200" dirty="0"/>
            <a:t> зібрав військо для того, щоб змусити до шлюбу дочку молдавського господаря. Застерігаю вашу королівську милість аби ви відступили з військом до польського кордону…»</a:t>
          </a:r>
          <a:endParaRPr lang="uk-UA" sz="2000" i="0" kern="1200" dirty="0"/>
        </a:p>
      </dsp:txBody>
      <dsp:txXfrm>
        <a:off x="84530" y="335492"/>
        <a:ext cx="4768065" cy="1562540"/>
      </dsp:txXfrm>
    </dsp:sp>
    <dsp:sp modelId="{13C1A310-590E-425B-8D89-7605B3688C88}">
      <dsp:nvSpPr>
        <dsp:cNvPr id="0" name=""/>
        <dsp:cNvSpPr/>
      </dsp:nvSpPr>
      <dsp:spPr>
        <a:xfrm>
          <a:off x="0" y="2040162"/>
          <a:ext cx="4937125" cy="1731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«Наш підданий гетьман Б. Хмельницький, майже поєднавши свої війська з угорцем Ракочієм, послав до Польської держави наказного гетьмана Ждановича, Богуна та інших начальників для спустошення…»</a:t>
          </a:r>
          <a:endParaRPr lang="uk-UA" sz="2000" i="0" kern="1200" dirty="0"/>
        </a:p>
      </dsp:txBody>
      <dsp:txXfrm>
        <a:off x="84530" y="2124692"/>
        <a:ext cx="4768065" cy="156254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6F7014-42B5-42C3-A95E-ADE77D355677}">
      <dsp:nvSpPr>
        <dsp:cNvPr id="0" name=""/>
        <dsp:cNvSpPr/>
      </dsp:nvSpPr>
      <dsp:spPr>
        <a:xfrm rot="10800000">
          <a:off x="1202321" y="1225"/>
          <a:ext cx="3891687" cy="88833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733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 err="1"/>
            <a:t>Зборівського</a:t>
          </a:r>
          <a:r>
            <a:rPr lang="ru-RU" sz="2400" b="0" i="0" kern="1200" dirty="0"/>
            <a:t>, 1649 р.</a:t>
          </a:r>
          <a:endParaRPr lang="uk-UA" sz="2400" kern="1200" dirty="0"/>
        </a:p>
      </dsp:txBody>
      <dsp:txXfrm rot="10800000">
        <a:off x="1424406" y="1225"/>
        <a:ext cx="3669602" cy="888339"/>
      </dsp:txXfrm>
    </dsp:sp>
    <dsp:sp modelId="{CC8557C1-9A7C-481C-963A-1A1B83EDD95E}">
      <dsp:nvSpPr>
        <dsp:cNvPr id="0" name=""/>
        <dsp:cNvSpPr/>
      </dsp:nvSpPr>
      <dsp:spPr>
        <a:xfrm>
          <a:off x="758152" y="1225"/>
          <a:ext cx="888339" cy="88833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2C749E-0D5C-4A93-B012-719AC129E70A}">
      <dsp:nvSpPr>
        <dsp:cNvPr id="0" name=""/>
        <dsp:cNvSpPr/>
      </dsp:nvSpPr>
      <dsp:spPr>
        <a:xfrm rot="10800000">
          <a:off x="1202321" y="1154741"/>
          <a:ext cx="3891687" cy="88833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733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 err="1"/>
            <a:t>Білоцерківського</a:t>
          </a:r>
          <a:r>
            <a:rPr lang="ru-RU" sz="2400" b="0" i="0" kern="1200" dirty="0"/>
            <a:t>, 1651 р.</a:t>
          </a:r>
          <a:endParaRPr lang="uk-UA" sz="2400" kern="1200" dirty="0"/>
        </a:p>
      </dsp:txBody>
      <dsp:txXfrm rot="10800000">
        <a:off x="1424406" y="1154741"/>
        <a:ext cx="3669602" cy="888339"/>
      </dsp:txXfrm>
    </dsp:sp>
    <dsp:sp modelId="{EED38426-9CE5-4C19-97F5-BFC8D75216B0}">
      <dsp:nvSpPr>
        <dsp:cNvPr id="0" name=""/>
        <dsp:cNvSpPr/>
      </dsp:nvSpPr>
      <dsp:spPr>
        <a:xfrm>
          <a:off x="758152" y="1154741"/>
          <a:ext cx="888339" cy="88833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5E6302-E871-4A7F-9BB3-D5AAC127815E}">
      <dsp:nvSpPr>
        <dsp:cNvPr id="0" name=""/>
        <dsp:cNvSpPr/>
      </dsp:nvSpPr>
      <dsp:spPr>
        <a:xfrm rot="10800000">
          <a:off x="1202321" y="2308257"/>
          <a:ext cx="3891687" cy="88833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733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Гадяцького, 1658 р.</a:t>
          </a:r>
          <a:endParaRPr lang="uk-UA" sz="2400" kern="1200"/>
        </a:p>
      </dsp:txBody>
      <dsp:txXfrm rot="10800000">
        <a:off x="1424406" y="2308257"/>
        <a:ext cx="3669602" cy="888339"/>
      </dsp:txXfrm>
    </dsp:sp>
    <dsp:sp modelId="{9E0972B6-6417-4925-90F0-2C0AFF941D6B}">
      <dsp:nvSpPr>
        <dsp:cNvPr id="0" name=""/>
        <dsp:cNvSpPr/>
      </dsp:nvSpPr>
      <dsp:spPr>
        <a:xfrm>
          <a:off x="758152" y="2308257"/>
          <a:ext cx="888339" cy="88833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054636-7C80-4C5C-B7B5-96F6808EF711}">
      <dsp:nvSpPr>
        <dsp:cNvPr id="0" name=""/>
        <dsp:cNvSpPr/>
      </dsp:nvSpPr>
      <dsp:spPr>
        <a:xfrm rot="10800000">
          <a:off x="1202321" y="3461772"/>
          <a:ext cx="3891687" cy="88833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733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 err="1"/>
            <a:t>Андрусівського</a:t>
          </a:r>
          <a:r>
            <a:rPr lang="ru-RU" sz="2400" b="0" i="0" kern="1200" dirty="0"/>
            <a:t>, 1667 р.</a:t>
          </a:r>
          <a:endParaRPr lang="uk-UA" sz="2400" kern="1200" dirty="0"/>
        </a:p>
      </dsp:txBody>
      <dsp:txXfrm rot="10800000">
        <a:off x="1424406" y="3461772"/>
        <a:ext cx="3669602" cy="888339"/>
      </dsp:txXfrm>
    </dsp:sp>
    <dsp:sp modelId="{B11249B2-80C9-447F-84FD-736C5BD1E8E4}">
      <dsp:nvSpPr>
        <dsp:cNvPr id="0" name=""/>
        <dsp:cNvSpPr/>
      </dsp:nvSpPr>
      <dsp:spPr>
        <a:xfrm>
          <a:off x="758152" y="3461772"/>
          <a:ext cx="888339" cy="88833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E6B8E5-E3D0-47A6-B550-99E8C9C92A35}">
      <dsp:nvSpPr>
        <dsp:cNvPr id="0" name=""/>
        <dsp:cNvSpPr/>
      </dsp:nvSpPr>
      <dsp:spPr>
        <a:xfrm>
          <a:off x="0" y="84645"/>
          <a:ext cx="5312346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 err="1"/>
            <a:t>Зборівського</a:t>
          </a:r>
          <a:r>
            <a:rPr lang="ru-RU" sz="2300" b="0" i="0" kern="1200" dirty="0"/>
            <a:t> мирного договору 1649 р.</a:t>
          </a:r>
          <a:endParaRPr lang="uk-UA" sz="2300" kern="1200" dirty="0"/>
        </a:p>
      </dsp:txBody>
      <dsp:txXfrm>
        <a:off x="44602" y="129247"/>
        <a:ext cx="5223142" cy="824474"/>
      </dsp:txXfrm>
    </dsp:sp>
    <dsp:sp modelId="{A54CA30F-82E8-4A39-9FF6-EDF343127663}">
      <dsp:nvSpPr>
        <dsp:cNvPr id="0" name=""/>
        <dsp:cNvSpPr/>
      </dsp:nvSpPr>
      <dsp:spPr>
        <a:xfrm>
          <a:off x="0" y="1064563"/>
          <a:ext cx="5312346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Білоцерківського мирного договору 1651 р.</a:t>
          </a:r>
          <a:endParaRPr lang="uk-UA" sz="2300" kern="1200"/>
        </a:p>
      </dsp:txBody>
      <dsp:txXfrm>
        <a:off x="44602" y="1109165"/>
        <a:ext cx="5223142" cy="824474"/>
      </dsp:txXfrm>
    </dsp:sp>
    <dsp:sp modelId="{9988D629-84C7-4591-B707-88A810D1E942}">
      <dsp:nvSpPr>
        <dsp:cNvPr id="0" name=""/>
        <dsp:cNvSpPr/>
      </dsp:nvSpPr>
      <dsp:spPr>
        <a:xfrm>
          <a:off x="0" y="2044482"/>
          <a:ext cx="5312346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 err="1"/>
            <a:t>Бахчисарайського</a:t>
          </a:r>
          <a:r>
            <a:rPr lang="ru-RU" sz="2300" b="0" i="0" kern="1200" dirty="0"/>
            <a:t> мирного договору 1681 р.</a:t>
          </a:r>
          <a:endParaRPr lang="uk-UA" sz="2300" kern="1200" dirty="0"/>
        </a:p>
      </dsp:txBody>
      <dsp:txXfrm>
        <a:off x="44602" y="2089084"/>
        <a:ext cx="5223142" cy="824474"/>
      </dsp:txXfrm>
    </dsp:sp>
    <dsp:sp modelId="{2F26ADAD-D41B-4F9B-BA99-00EF881B9933}">
      <dsp:nvSpPr>
        <dsp:cNvPr id="0" name=""/>
        <dsp:cNvSpPr/>
      </dsp:nvSpPr>
      <dsp:spPr>
        <a:xfrm>
          <a:off x="0" y="3024401"/>
          <a:ext cx="5312346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/>
            <a:t>“</a:t>
          </a:r>
          <a:r>
            <a:rPr lang="ru-RU" sz="2300" b="0" i="0" kern="1200" dirty="0" err="1"/>
            <a:t>Вічного</a:t>
          </a:r>
          <a:r>
            <a:rPr lang="ru-RU" sz="2300" b="0" i="0" kern="1200" dirty="0"/>
            <a:t> миру” 1686 р</a:t>
          </a:r>
          <a:endParaRPr lang="uk-UA" sz="2300" kern="1200" dirty="0"/>
        </a:p>
      </dsp:txBody>
      <dsp:txXfrm>
        <a:off x="44602" y="3069003"/>
        <a:ext cx="5223142" cy="82447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B36439-4BC2-4333-B3FA-125DBB44444F}">
      <dsp:nvSpPr>
        <dsp:cNvPr id="0" name=""/>
        <dsp:cNvSpPr/>
      </dsp:nvSpPr>
      <dsp:spPr>
        <a:xfrm>
          <a:off x="0" y="428930"/>
          <a:ext cx="414528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 err="1"/>
            <a:t>обидва</a:t>
          </a:r>
          <a:r>
            <a:rPr lang="ru-RU" sz="2300" b="0" i="0" kern="1200" dirty="0"/>
            <a:t> </a:t>
          </a:r>
          <a:r>
            <a:rPr lang="ru-RU" sz="2300" b="0" i="0" kern="1200" dirty="0" err="1"/>
            <a:t>варіанти</a:t>
          </a:r>
          <a:r>
            <a:rPr lang="ru-RU" sz="2300" b="0" i="0" kern="1200" dirty="0"/>
            <a:t> </a:t>
          </a:r>
          <a:r>
            <a:rPr lang="ru-RU" sz="2300" b="0" i="0" kern="1200" dirty="0" err="1"/>
            <a:t>правильні</a:t>
          </a:r>
          <a:endParaRPr lang="uk-UA" sz="2300" kern="1200" dirty="0"/>
        </a:p>
      </dsp:txBody>
      <dsp:txXfrm>
        <a:off x="26930" y="455860"/>
        <a:ext cx="4091420" cy="497795"/>
      </dsp:txXfrm>
    </dsp:sp>
    <dsp:sp modelId="{C94B43F0-300C-4F15-9358-62A8F9F84F8E}">
      <dsp:nvSpPr>
        <dsp:cNvPr id="0" name=""/>
        <dsp:cNvSpPr/>
      </dsp:nvSpPr>
      <dsp:spPr>
        <a:xfrm>
          <a:off x="0" y="1046825"/>
          <a:ext cx="414528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тільки 1-й варіант правильний</a:t>
          </a:r>
          <a:endParaRPr lang="uk-UA" sz="2300" kern="1200"/>
        </a:p>
      </dsp:txBody>
      <dsp:txXfrm>
        <a:off x="26930" y="1073755"/>
        <a:ext cx="4091420" cy="497795"/>
      </dsp:txXfrm>
    </dsp:sp>
    <dsp:sp modelId="{FBCC1097-3A88-415B-BC1D-7B8694AF1CB0}">
      <dsp:nvSpPr>
        <dsp:cNvPr id="0" name=""/>
        <dsp:cNvSpPr/>
      </dsp:nvSpPr>
      <dsp:spPr>
        <a:xfrm>
          <a:off x="0" y="1664720"/>
          <a:ext cx="414528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 err="1"/>
            <a:t>тільки</a:t>
          </a:r>
          <a:r>
            <a:rPr lang="ru-RU" sz="2300" b="0" i="0" kern="1200" dirty="0"/>
            <a:t> 2-й </a:t>
          </a:r>
          <a:r>
            <a:rPr lang="ru-RU" sz="2300" b="0" i="0" kern="1200" dirty="0" err="1"/>
            <a:t>варіант</a:t>
          </a:r>
          <a:r>
            <a:rPr lang="ru-RU" sz="2300" b="0" i="0" kern="1200" dirty="0"/>
            <a:t> </a:t>
          </a:r>
          <a:r>
            <a:rPr lang="ru-RU" sz="2300" b="0" i="0" kern="1200" dirty="0" err="1"/>
            <a:t>правильний</a:t>
          </a:r>
          <a:endParaRPr lang="uk-UA" sz="2300" kern="1200" dirty="0"/>
        </a:p>
      </dsp:txBody>
      <dsp:txXfrm>
        <a:off x="26930" y="1691650"/>
        <a:ext cx="4091420" cy="497795"/>
      </dsp:txXfrm>
    </dsp:sp>
    <dsp:sp modelId="{5E7A4E6E-24DE-4D3B-9AF9-3CE31780F71B}">
      <dsp:nvSpPr>
        <dsp:cNvPr id="0" name=""/>
        <dsp:cNvSpPr/>
      </dsp:nvSpPr>
      <dsp:spPr>
        <a:xfrm>
          <a:off x="0" y="2282616"/>
          <a:ext cx="414528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 err="1"/>
            <a:t>обидва</a:t>
          </a:r>
          <a:r>
            <a:rPr lang="ru-RU" sz="2300" b="0" i="0" kern="1200" dirty="0"/>
            <a:t> </a:t>
          </a:r>
          <a:r>
            <a:rPr lang="ru-RU" sz="2300" b="0" i="0" kern="1200" dirty="0" err="1"/>
            <a:t>варіанти</a:t>
          </a:r>
          <a:r>
            <a:rPr lang="ru-RU" sz="2300" b="0" i="0" kern="1200" dirty="0"/>
            <a:t> не </a:t>
          </a:r>
          <a:r>
            <a:rPr lang="ru-RU" sz="2300" b="0" i="0" kern="1200" dirty="0" err="1"/>
            <a:t>правильні</a:t>
          </a:r>
          <a:endParaRPr lang="uk-UA" sz="2300" kern="1200" dirty="0"/>
        </a:p>
      </dsp:txBody>
      <dsp:txXfrm>
        <a:off x="26930" y="2309546"/>
        <a:ext cx="4091420" cy="497795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D61941-867F-4056-943C-E0BAE756D4A1}">
      <dsp:nvSpPr>
        <dsp:cNvPr id="0" name=""/>
        <dsp:cNvSpPr/>
      </dsp:nvSpPr>
      <dsp:spPr>
        <a:xfrm>
          <a:off x="457199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6361CC-048D-469F-AA1B-A893BB3F3927}">
      <dsp:nvSpPr>
        <dsp:cNvPr id="0" name=""/>
        <dsp:cNvSpPr/>
      </dsp:nvSpPr>
      <dsp:spPr>
        <a:xfrm>
          <a:off x="83941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300" b="0" i="0" kern="1200"/>
            <a:t>1, 2</a:t>
          </a:r>
          <a:endParaRPr lang="uk-UA" sz="5300" kern="1200"/>
        </a:p>
      </dsp:txBody>
      <dsp:txXfrm>
        <a:off x="916017" y="458817"/>
        <a:ext cx="1415914" cy="1415914"/>
      </dsp:txXfrm>
    </dsp:sp>
    <dsp:sp modelId="{D42C7060-BFD9-4B79-8BD7-973B45127AB8}">
      <dsp:nvSpPr>
        <dsp:cNvPr id="0" name=""/>
        <dsp:cNvSpPr/>
      </dsp:nvSpPr>
      <dsp:spPr>
        <a:xfrm>
          <a:off x="252923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300" b="0" i="0" kern="1200"/>
            <a:t>1, 4</a:t>
          </a:r>
          <a:endParaRPr lang="uk-UA" sz="5300" kern="1200"/>
        </a:p>
      </dsp:txBody>
      <dsp:txXfrm>
        <a:off x="2605828" y="458817"/>
        <a:ext cx="1415914" cy="1415914"/>
      </dsp:txXfrm>
    </dsp:sp>
    <dsp:sp modelId="{E1308693-3A17-44AB-89FE-68BD4C053493}">
      <dsp:nvSpPr>
        <dsp:cNvPr id="0" name=""/>
        <dsp:cNvSpPr/>
      </dsp:nvSpPr>
      <dsp:spPr>
        <a:xfrm>
          <a:off x="83941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300" b="0" i="0" kern="1200"/>
            <a:t>2, 3</a:t>
          </a:r>
          <a:endParaRPr lang="uk-UA" sz="5300" kern="1200"/>
        </a:p>
      </dsp:txBody>
      <dsp:txXfrm>
        <a:off x="916017" y="2148628"/>
        <a:ext cx="1415914" cy="1415914"/>
      </dsp:txXfrm>
    </dsp:sp>
    <dsp:sp modelId="{8B60C768-B48C-4470-B739-8541792A1B85}">
      <dsp:nvSpPr>
        <dsp:cNvPr id="0" name=""/>
        <dsp:cNvSpPr/>
      </dsp:nvSpPr>
      <dsp:spPr>
        <a:xfrm>
          <a:off x="252923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300" b="0" i="0" kern="1200"/>
            <a:t>3, 4</a:t>
          </a:r>
          <a:endParaRPr lang="uk-UA" sz="5300" kern="1200"/>
        </a:p>
      </dsp:txBody>
      <dsp:txXfrm>
        <a:off x="2605828" y="2148628"/>
        <a:ext cx="1415914" cy="1415914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D61941-867F-4056-943C-E0BAE756D4A1}">
      <dsp:nvSpPr>
        <dsp:cNvPr id="0" name=""/>
        <dsp:cNvSpPr/>
      </dsp:nvSpPr>
      <dsp:spPr>
        <a:xfrm>
          <a:off x="457199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6361CC-048D-469F-AA1B-A893BB3F3927}">
      <dsp:nvSpPr>
        <dsp:cNvPr id="0" name=""/>
        <dsp:cNvSpPr/>
      </dsp:nvSpPr>
      <dsp:spPr>
        <a:xfrm>
          <a:off x="839419" y="382219"/>
          <a:ext cx="1569110" cy="1569110"/>
        </a:xfrm>
        <a:prstGeom prst="round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300" b="0" i="0" kern="1200"/>
            <a:t>1, 2</a:t>
          </a:r>
          <a:endParaRPr lang="uk-UA" sz="5300" kern="1200"/>
        </a:p>
      </dsp:txBody>
      <dsp:txXfrm>
        <a:off x="916017" y="458817"/>
        <a:ext cx="1415914" cy="1415914"/>
      </dsp:txXfrm>
    </dsp:sp>
    <dsp:sp modelId="{D42C7060-BFD9-4B79-8BD7-973B45127AB8}">
      <dsp:nvSpPr>
        <dsp:cNvPr id="0" name=""/>
        <dsp:cNvSpPr/>
      </dsp:nvSpPr>
      <dsp:spPr>
        <a:xfrm>
          <a:off x="252923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300" b="0" i="0" kern="1200"/>
            <a:t>1, 4</a:t>
          </a:r>
          <a:endParaRPr lang="uk-UA" sz="5300" kern="1200"/>
        </a:p>
      </dsp:txBody>
      <dsp:txXfrm>
        <a:off x="2605828" y="458817"/>
        <a:ext cx="1415914" cy="1415914"/>
      </dsp:txXfrm>
    </dsp:sp>
    <dsp:sp modelId="{E1308693-3A17-44AB-89FE-68BD4C053493}">
      <dsp:nvSpPr>
        <dsp:cNvPr id="0" name=""/>
        <dsp:cNvSpPr/>
      </dsp:nvSpPr>
      <dsp:spPr>
        <a:xfrm>
          <a:off x="83941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300" b="0" i="0" kern="1200"/>
            <a:t>2, 3</a:t>
          </a:r>
          <a:endParaRPr lang="uk-UA" sz="5300" kern="1200"/>
        </a:p>
      </dsp:txBody>
      <dsp:txXfrm>
        <a:off x="916017" y="2148628"/>
        <a:ext cx="1415914" cy="1415914"/>
      </dsp:txXfrm>
    </dsp:sp>
    <dsp:sp modelId="{8B60C768-B48C-4470-B739-8541792A1B85}">
      <dsp:nvSpPr>
        <dsp:cNvPr id="0" name=""/>
        <dsp:cNvSpPr/>
      </dsp:nvSpPr>
      <dsp:spPr>
        <a:xfrm>
          <a:off x="252923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300" b="0" i="0" kern="1200"/>
            <a:t>3, 4</a:t>
          </a:r>
          <a:endParaRPr lang="uk-UA" sz="5300" kern="1200"/>
        </a:p>
      </dsp:txBody>
      <dsp:txXfrm>
        <a:off x="2605828" y="2148628"/>
        <a:ext cx="1415914" cy="1415914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A47120-32F2-4233-868D-ED690AC51F19}">
      <dsp:nvSpPr>
        <dsp:cNvPr id="0" name=""/>
        <dsp:cNvSpPr/>
      </dsp:nvSpPr>
      <dsp:spPr>
        <a:xfrm>
          <a:off x="457200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194B21-48FE-40B9-94C9-C23525E8F912}">
      <dsp:nvSpPr>
        <dsp:cNvPr id="0" name=""/>
        <dsp:cNvSpPr/>
      </dsp:nvSpPr>
      <dsp:spPr>
        <a:xfrm>
          <a:off x="839358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Берестейська</a:t>
          </a:r>
          <a:endParaRPr lang="uk-UA" sz="1700" kern="1200" dirty="0"/>
        </a:p>
      </dsp:txBody>
      <dsp:txXfrm>
        <a:off x="915944" y="458744"/>
        <a:ext cx="1415690" cy="1415690"/>
      </dsp:txXfrm>
    </dsp:sp>
    <dsp:sp modelId="{D0B73850-0966-4EDF-B2C3-F2E28FF8D9F1}">
      <dsp:nvSpPr>
        <dsp:cNvPr id="0" name=""/>
        <dsp:cNvSpPr/>
      </dsp:nvSpPr>
      <dsp:spPr>
        <a:xfrm>
          <a:off x="2528903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Пилявецька</a:t>
          </a:r>
          <a:endParaRPr lang="uk-UA" sz="1700" kern="1200"/>
        </a:p>
      </dsp:txBody>
      <dsp:txXfrm>
        <a:off x="2605489" y="458744"/>
        <a:ext cx="1415690" cy="1415690"/>
      </dsp:txXfrm>
    </dsp:sp>
    <dsp:sp modelId="{A3C3251E-28CB-4C3F-86A8-74FCE4BB9707}">
      <dsp:nvSpPr>
        <dsp:cNvPr id="0" name=""/>
        <dsp:cNvSpPr/>
      </dsp:nvSpPr>
      <dsp:spPr>
        <a:xfrm>
          <a:off x="839358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 err="1"/>
            <a:t>Батозька</a:t>
          </a:r>
          <a:endParaRPr lang="uk-UA" sz="1700" kern="1200" dirty="0"/>
        </a:p>
      </dsp:txBody>
      <dsp:txXfrm>
        <a:off x="915944" y="2148289"/>
        <a:ext cx="1415690" cy="1415690"/>
      </dsp:txXfrm>
    </dsp:sp>
    <dsp:sp modelId="{9BEBF687-004C-495E-813F-2062CE77A8A7}">
      <dsp:nvSpPr>
        <dsp:cNvPr id="0" name=""/>
        <dsp:cNvSpPr/>
      </dsp:nvSpPr>
      <dsp:spPr>
        <a:xfrm>
          <a:off x="2528903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Конотопська</a:t>
          </a:r>
          <a:endParaRPr lang="uk-UA" sz="1700" kern="1200" dirty="0"/>
        </a:p>
      </dsp:txBody>
      <dsp:txXfrm>
        <a:off x="2605489" y="2148289"/>
        <a:ext cx="1415690" cy="141569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8A18DD-0E20-4F5D-AFF9-29BA05637646}">
      <dsp:nvSpPr>
        <dsp:cNvPr id="0" name=""/>
        <dsp:cNvSpPr/>
      </dsp:nvSpPr>
      <dsp:spPr>
        <a:xfrm>
          <a:off x="457200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10A9F0-D6A8-4C0E-9861-F7EC588AA1F6}">
      <dsp:nvSpPr>
        <dsp:cNvPr id="0" name=""/>
        <dsp:cNvSpPr/>
      </dsp:nvSpPr>
      <dsp:spPr>
        <a:xfrm>
          <a:off x="839358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Білоцерківського</a:t>
          </a:r>
          <a:endParaRPr lang="uk-UA" sz="1400" kern="1200"/>
        </a:p>
      </dsp:txBody>
      <dsp:txXfrm>
        <a:off x="915944" y="458744"/>
        <a:ext cx="1415690" cy="1415690"/>
      </dsp:txXfrm>
    </dsp:sp>
    <dsp:sp modelId="{917076C2-B80A-44C3-BC5A-3AB0D08F96B4}">
      <dsp:nvSpPr>
        <dsp:cNvPr id="0" name=""/>
        <dsp:cNvSpPr/>
      </dsp:nvSpPr>
      <dsp:spPr>
        <a:xfrm>
          <a:off x="2528903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Андрусівського</a:t>
          </a:r>
          <a:endParaRPr lang="uk-UA" sz="1400" kern="1200"/>
        </a:p>
      </dsp:txBody>
      <dsp:txXfrm>
        <a:off x="2605489" y="458744"/>
        <a:ext cx="1415690" cy="1415690"/>
      </dsp:txXfrm>
    </dsp:sp>
    <dsp:sp modelId="{EC85FF4A-F474-477F-98E8-51905381D386}">
      <dsp:nvSpPr>
        <dsp:cNvPr id="0" name=""/>
        <dsp:cNvSpPr/>
      </dsp:nvSpPr>
      <dsp:spPr>
        <a:xfrm>
          <a:off x="839358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Зборівського</a:t>
          </a:r>
          <a:endParaRPr lang="uk-UA" sz="1400" kern="1200"/>
        </a:p>
      </dsp:txBody>
      <dsp:txXfrm>
        <a:off x="915944" y="2148289"/>
        <a:ext cx="1415690" cy="1415690"/>
      </dsp:txXfrm>
    </dsp:sp>
    <dsp:sp modelId="{A9B0FD51-C76A-471D-B080-10D4C75D90ED}">
      <dsp:nvSpPr>
        <dsp:cNvPr id="0" name=""/>
        <dsp:cNvSpPr/>
      </dsp:nvSpPr>
      <dsp:spPr>
        <a:xfrm>
          <a:off x="2528903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Гадяцького</a:t>
          </a:r>
          <a:endParaRPr lang="uk-UA" sz="1400" kern="1200" dirty="0"/>
        </a:p>
      </dsp:txBody>
      <dsp:txXfrm>
        <a:off x="2605489" y="2148289"/>
        <a:ext cx="1415690" cy="141569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8A18DD-0E20-4F5D-AFF9-29BA05637646}">
      <dsp:nvSpPr>
        <dsp:cNvPr id="0" name=""/>
        <dsp:cNvSpPr/>
      </dsp:nvSpPr>
      <dsp:spPr>
        <a:xfrm>
          <a:off x="457200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10A9F0-D6A8-4C0E-9861-F7EC588AA1F6}">
      <dsp:nvSpPr>
        <dsp:cNvPr id="0" name=""/>
        <dsp:cNvSpPr/>
      </dsp:nvSpPr>
      <dsp:spPr>
        <a:xfrm>
          <a:off x="839358" y="382158"/>
          <a:ext cx="1568862" cy="1568862"/>
        </a:xfrm>
        <a:prstGeom prst="round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Білоцерківського</a:t>
          </a:r>
          <a:endParaRPr lang="uk-UA" sz="1400" kern="1200"/>
        </a:p>
      </dsp:txBody>
      <dsp:txXfrm>
        <a:off x="915944" y="458744"/>
        <a:ext cx="1415690" cy="1415690"/>
      </dsp:txXfrm>
    </dsp:sp>
    <dsp:sp modelId="{917076C2-B80A-44C3-BC5A-3AB0D08F96B4}">
      <dsp:nvSpPr>
        <dsp:cNvPr id="0" name=""/>
        <dsp:cNvSpPr/>
      </dsp:nvSpPr>
      <dsp:spPr>
        <a:xfrm>
          <a:off x="2528903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Андрусівського</a:t>
          </a:r>
          <a:endParaRPr lang="uk-UA" sz="1400" kern="1200"/>
        </a:p>
      </dsp:txBody>
      <dsp:txXfrm>
        <a:off x="2605489" y="458744"/>
        <a:ext cx="1415690" cy="1415690"/>
      </dsp:txXfrm>
    </dsp:sp>
    <dsp:sp modelId="{EC85FF4A-F474-477F-98E8-51905381D386}">
      <dsp:nvSpPr>
        <dsp:cNvPr id="0" name=""/>
        <dsp:cNvSpPr/>
      </dsp:nvSpPr>
      <dsp:spPr>
        <a:xfrm>
          <a:off x="839358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Зборівського</a:t>
          </a:r>
          <a:endParaRPr lang="uk-UA" sz="1400" kern="1200"/>
        </a:p>
      </dsp:txBody>
      <dsp:txXfrm>
        <a:off x="915944" y="2148289"/>
        <a:ext cx="1415690" cy="1415690"/>
      </dsp:txXfrm>
    </dsp:sp>
    <dsp:sp modelId="{A9B0FD51-C76A-471D-B080-10D4C75D90ED}">
      <dsp:nvSpPr>
        <dsp:cNvPr id="0" name=""/>
        <dsp:cNvSpPr/>
      </dsp:nvSpPr>
      <dsp:spPr>
        <a:xfrm>
          <a:off x="2528903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Гадяцького</a:t>
          </a:r>
          <a:endParaRPr lang="uk-UA" sz="1400" kern="1200" dirty="0"/>
        </a:p>
      </dsp:txBody>
      <dsp:txXfrm>
        <a:off x="2605489" y="2148289"/>
        <a:ext cx="1415690" cy="1415690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3A9568-FC4F-4C11-AFC3-EBDFF2280B2F}">
      <dsp:nvSpPr>
        <dsp:cNvPr id="0" name=""/>
        <dsp:cNvSpPr/>
      </dsp:nvSpPr>
      <dsp:spPr>
        <a:xfrm rot="10800000">
          <a:off x="1032629" y="332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походами козацького війська проти Молдавії.</a:t>
          </a:r>
          <a:endParaRPr lang="uk-UA" sz="1600" kern="1200" dirty="0"/>
        </a:p>
      </dsp:txBody>
      <dsp:txXfrm rot="10800000">
        <a:off x="1238024" y="332"/>
        <a:ext cx="3078848" cy="821579"/>
      </dsp:txXfrm>
    </dsp:sp>
    <dsp:sp modelId="{C908F6D7-BFC4-448B-AA32-ADDE08C9E3B7}">
      <dsp:nvSpPr>
        <dsp:cNvPr id="0" name=""/>
        <dsp:cNvSpPr/>
      </dsp:nvSpPr>
      <dsp:spPr>
        <a:xfrm>
          <a:off x="621839" y="332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0413D9-009C-4075-8E61-60662F8D7CD1}">
      <dsp:nvSpPr>
        <dsp:cNvPr id="0" name=""/>
        <dsp:cNvSpPr/>
      </dsp:nvSpPr>
      <dsp:spPr>
        <a:xfrm rot="10800000">
          <a:off x="1032629" y="1067159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підписанням союзницьких угод із Трансільванією та Швецією.</a:t>
          </a:r>
          <a:endParaRPr lang="uk-UA" sz="1600" kern="1200" dirty="0"/>
        </a:p>
      </dsp:txBody>
      <dsp:txXfrm rot="10800000">
        <a:off x="1238024" y="1067159"/>
        <a:ext cx="3078848" cy="821579"/>
      </dsp:txXfrm>
    </dsp:sp>
    <dsp:sp modelId="{53C48008-D100-4673-9B55-3DC0FD2D3A97}">
      <dsp:nvSpPr>
        <dsp:cNvPr id="0" name=""/>
        <dsp:cNvSpPr/>
      </dsp:nvSpPr>
      <dsp:spPr>
        <a:xfrm>
          <a:off x="621839" y="1067159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92BCF9-0124-4281-8B6C-ACA1EA18A6C3}">
      <dsp:nvSpPr>
        <dsp:cNvPr id="0" name=""/>
        <dsp:cNvSpPr/>
      </dsp:nvSpPr>
      <dsp:spPr>
        <a:xfrm rot="10800000">
          <a:off x="1032629" y="2133986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переобранням гетьмана на Генеральних військових радах.</a:t>
          </a:r>
          <a:endParaRPr lang="uk-UA" sz="1600" kern="1200"/>
        </a:p>
      </dsp:txBody>
      <dsp:txXfrm rot="10800000">
        <a:off x="1238024" y="2133986"/>
        <a:ext cx="3078848" cy="821579"/>
      </dsp:txXfrm>
    </dsp:sp>
    <dsp:sp modelId="{C57BD9EC-847C-4B5D-8175-0CB046827F56}">
      <dsp:nvSpPr>
        <dsp:cNvPr id="0" name=""/>
        <dsp:cNvSpPr/>
      </dsp:nvSpPr>
      <dsp:spPr>
        <a:xfrm>
          <a:off x="621839" y="2133986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486F8A-E396-4AE1-B5EA-4ABBCD8F4663}">
      <dsp:nvSpPr>
        <dsp:cNvPr id="0" name=""/>
        <dsp:cNvSpPr/>
      </dsp:nvSpPr>
      <dsp:spPr>
        <a:xfrm rot="10800000">
          <a:off x="1032629" y="3200813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укладенням українсько-польських мирних угод.</a:t>
          </a:r>
          <a:endParaRPr lang="uk-UA" sz="1600" kern="1200" dirty="0"/>
        </a:p>
      </dsp:txBody>
      <dsp:txXfrm rot="10800000">
        <a:off x="1238024" y="3200813"/>
        <a:ext cx="3078848" cy="821579"/>
      </dsp:txXfrm>
    </dsp:sp>
    <dsp:sp modelId="{CF205F19-C2A5-43F4-B33C-E69EE593BA56}">
      <dsp:nvSpPr>
        <dsp:cNvPr id="0" name=""/>
        <dsp:cNvSpPr/>
      </dsp:nvSpPr>
      <dsp:spPr>
        <a:xfrm>
          <a:off x="621839" y="3200813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3A9568-FC4F-4C11-AFC3-EBDFF2280B2F}">
      <dsp:nvSpPr>
        <dsp:cNvPr id="0" name=""/>
        <dsp:cNvSpPr/>
      </dsp:nvSpPr>
      <dsp:spPr>
        <a:xfrm rot="10800000">
          <a:off x="1032629" y="332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походами козацького війська проти Молдавії.</a:t>
          </a:r>
          <a:endParaRPr lang="uk-UA" sz="1600" kern="1200" dirty="0"/>
        </a:p>
      </dsp:txBody>
      <dsp:txXfrm rot="10800000">
        <a:off x="1238024" y="332"/>
        <a:ext cx="3078848" cy="821579"/>
      </dsp:txXfrm>
    </dsp:sp>
    <dsp:sp modelId="{C908F6D7-BFC4-448B-AA32-ADDE08C9E3B7}">
      <dsp:nvSpPr>
        <dsp:cNvPr id="0" name=""/>
        <dsp:cNvSpPr/>
      </dsp:nvSpPr>
      <dsp:spPr>
        <a:xfrm>
          <a:off x="621839" y="332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0413D9-009C-4075-8E61-60662F8D7CD1}">
      <dsp:nvSpPr>
        <dsp:cNvPr id="0" name=""/>
        <dsp:cNvSpPr/>
      </dsp:nvSpPr>
      <dsp:spPr>
        <a:xfrm rot="10800000">
          <a:off x="1032629" y="1067159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підписанням союзницьких угод із Трансільванією та Швецією.</a:t>
          </a:r>
          <a:endParaRPr lang="uk-UA" sz="1600" kern="1200" dirty="0"/>
        </a:p>
      </dsp:txBody>
      <dsp:txXfrm rot="10800000">
        <a:off x="1238024" y="1067159"/>
        <a:ext cx="3078848" cy="821579"/>
      </dsp:txXfrm>
    </dsp:sp>
    <dsp:sp modelId="{53C48008-D100-4673-9B55-3DC0FD2D3A97}">
      <dsp:nvSpPr>
        <dsp:cNvPr id="0" name=""/>
        <dsp:cNvSpPr/>
      </dsp:nvSpPr>
      <dsp:spPr>
        <a:xfrm>
          <a:off x="621839" y="1067159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92BCF9-0124-4281-8B6C-ACA1EA18A6C3}">
      <dsp:nvSpPr>
        <dsp:cNvPr id="0" name=""/>
        <dsp:cNvSpPr/>
      </dsp:nvSpPr>
      <dsp:spPr>
        <a:xfrm rot="10800000">
          <a:off x="1032629" y="2133986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переобранням гетьмана на Генеральних військових радах.</a:t>
          </a:r>
          <a:endParaRPr lang="uk-UA" sz="1600" kern="1200" dirty="0"/>
        </a:p>
      </dsp:txBody>
      <dsp:txXfrm rot="10800000">
        <a:off x="1238024" y="2133986"/>
        <a:ext cx="3078848" cy="821579"/>
      </dsp:txXfrm>
    </dsp:sp>
    <dsp:sp modelId="{C57BD9EC-847C-4B5D-8175-0CB046827F56}">
      <dsp:nvSpPr>
        <dsp:cNvPr id="0" name=""/>
        <dsp:cNvSpPr/>
      </dsp:nvSpPr>
      <dsp:spPr>
        <a:xfrm>
          <a:off x="621839" y="2133986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486F8A-E396-4AE1-B5EA-4ABBCD8F4663}">
      <dsp:nvSpPr>
        <dsp:cNvPr id="0" name=""/>
        <dsp:cNvSpPr/>
      </dsp:nvSpPr>
      <dsp:spPr>
        <a:xfrm rot="10800000">
          <a:off x="1032629" y="3200813"/>
          <a:ext cx="3284243" cy="821579"/>
        </a:xfrm>
        <a:prstGeom prst="homePlate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укладенням українсько-польських мирних угод.</a:t>
          </a:r>
          <a:endParaRPr lang="uk-UA" sz="1600" kern="1200" dirty="0"/>
        </a:p>
      </dsp:txBody>
      <dsp:txXfrm rot="10800000">
        <a:off x="1238024" y="3200813"/>
        <a:ext cx="3078848" cy="821579"/>
      </dsp:txXfrm>
    </dsp:sp>
    <dsp:sp modelId="{CF205F19-C2A5-43F4-B33C-E69EE593BA56}">
      <dsp:nvSpPr>
        <dsp:cNvPr id="0" name=""/>
        <dsp:cNvSpPr/>
      </dsp:nvSpPr>
      <dsp:spPr>
        <a:xfrm>
          <a:off x="621839" y="3200813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95E0F2-8F53-4909-AE30-F20933759709}">
      <dsp:nvSpPr>
        <dsp:cNvPr id="0" name=""/>
        <dsp:cNvSpPr/>
      </dsp:nvSpPr>
      <dsp:spPr>
        <a:xfrm>
          <a:off x="0" y="68262"/>
          <a:ext cx="49371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за </a:t>
          </a:r>
          <a:r>
            <a:rPr lang="ru-RU" sz="1700" b="0" i="0" kern="1200" dirty="0" err="1"/>
            <a:t>умовами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Зборівського</a:t>
          </a:r>
          <a:r>
            <a:rPr lang="ru-RU" sz="1700" b="0" i="0" kern="1200" dirty="0"/>
            <a:t> договору 1649 р., а також </a:t>
          </a:r>
          <a:r>
            <a:rPr lang="ru-RU" sz="1700" b="0" i="0" kern="1200" dirty="0" err="1"/>
            <a:t>землі</a:t>
          </a:r>
          <a:r>
            <a:rPr lang="ru-RU" sz="1700" b="0" i="0" kern="1200" dirty="0"/>
            <a:t>, </a:t>
          </a:r>
          <a:r>
            <a:rPr lang="ru-RU" sz="1700" b="0" i="0" kern="1200" dirty="0" err="1"/>
            <a:t>втрачені</a:t>
          </a:r>
          <a:r>
            <a:rPr lang="ru-RU" sz="1700" b="0" i="0" kern="1200" dirty="0"/>
            <a:t> за </a:t>
          </a:r>
          <a:r>
            <a:rPr lang="ru-RU" sz="1700" b="0" i="0" kern="1200" dirty="0" err="1"/>
            <a:t>умовами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Білоцерківського</a:t>
          </a:r>
          <a:r>
            <a:rPr lang="ru-RU" sz="1700" b="0" i="0" kern="1200" dirty="0"/>
            <a:t> договору 1651 р.</a:t>
          </a:r>
          <a:endParaRPr lang="uk-UA" sz="1700" kern="1200" dirty="0"/>
        </a:p>
      </dsp:txBody>
      <dsp:txXfrm>
        <a:off x="45635" y="113897"/>
        <a:ext cx="4845855" cy="843560"/>
      </dsp:txXfrm>
    </dsp:sp>
    <dsp:sp modelId="{E49A5A33-A357-4F94-AFD4-5C4BFDAF77D0}">
      <dsp:nvSpPr>
        <dsp:cNvPr id="0" name=""/>
        <dsp:cNvSpPr/>
      </dsp:nvSpPr>
      <dsp:spPr>
        <a:xfrm>
          <a:off x="0" y="1052052"/>
          <a:ext cx="49371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на час укладення українсько-російського договору 1654 р. та сусідні землі, контрольовані Військом Запорозьким у 1654–1657 рр.</a:t>
          </a:r>
          <a:endParaRPr lang="uk-UA" sz="1700" kern="1200"/>
        </a:p>
      </dsp:txBody>
      <dsp:txXfrm>
        <a:off x="45635" y="1097687"/>
        <a:ext cx="4845855" cy="843560"/>
      </dsp:txXfrm>
    </dsp:sp>
    <dsp:sp modelId="{2B768C0A-24FA-4C00-B967-9ED758A9B8DA}">
      <dsp:nvSpPr>
        <dsp:cNvPr id="0" name=""/>
        <dsp:cNvSpPr/>
      </dsp:nvSpPr>
      <dsp:spPr>
        <a:xfrm>
          <a:off x="0" y="2035842"/>
          <a:ext cx="49371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на час укладення Гадяцького договору 1658 р. та землі, що були включені до складу Великого князівства Руського за його умовами.</a:t>
          </a:r>
          <a:endParaRPr lang="uk-UA" sz="1700" kern="1200"/>
        </a:p>
      </dsp:txBody>
      <dsp:txXfrm>
        <a:off x="45635" y="2081477"/>
        <a:ext cx="4845855" cy="843560"/>
      </dsp:txXfrm>
    </dsp:sp>
    <dsp:sp modelId="{90944747-2ACE-4603-BD91-981C77D47AFF}">
      <dsp:nvSpPr>
        <dsp:cNvPr id="0" name=""/>
        <dsp:cNvSpPr/>
      </dsp:nvSpPr>
      <dsp:spPr>
        <a:xfrm>
          <a:off x="0" y="3019632"/>
          <a:ext cx="49371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 err="1"/>
            <a:t>об’єднану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гетьманом</a:t>
          </a:r>
          <a:r>
            <a:rPr lang="ru-RU" sz="1700" b="0" i="0" kern="1200" dirty="0"/>
            <a:t> П. Дорошенком у 1668 р., та </a:t>
          </a:r>
          <a:r>
            <a:rPr lang="ru-RU" sz="1700" b="0" i="0" kern="1200" dirty="0" err="1"/>
            <a:t>землі</a:t>
          </a:r>
          <a:r>
            <a:rPr lang="ru-RU" sz="1700" b="0" i="0" kern="1200" dirty="0"/>
            <a:t>, над </a:t>
          </a:r>
          <a:r>
            <a:rPr lang="ru-RU" sz="1700" b="0" i="0" kern="1200" dirty="0" err="1"/>
            <a:t>якими</a:t>
          </a:r>
          <a:r>
            <a:rPr lang="ru-RU" sz="1700" b="0" i="0" kern="1200" dirty="0"/>
            <a:t> в 1671 р. </a:t>
          </a:r>
          <a:r>
            <a:rPr lang="ru-RU" sz="1700" b="0" i="0" kern="1200" dirty="0" err="1"/>
            <a:t>Річ</a:t>
          </a:r>
          <a:r>
            <a:rPr lang="ru-RU" sz="1700" b="0" i="0" kern="1200" dirty="0"/>
            <a:t> Посполита </a:t>
          </a:r>
          <a:r>
            <a:rPr lang="ru-RU" sz="1700" b="0" i="0" kern="1200" dirty="0" err="1"/>
            <a:t>відновила</a:t>
          </a:r>
          <a:r>
            <a:rPr lang="ru-RU" sz="1700" b="0" i="0" kern="1200" dirty="0"/>
            <a:t> свою </a:t>
          </a:r>
          <a:r>
            <a:rPr lang="ru-RU" sz="1700" b="0" i="0" kern="1200" dirty="0" err="1"/>
            <a:t>владу</a:t>
          </a:r>
          <a:r>
            <a:rPr lang="ru-RU" sz="1700" b="0" i="0" kern="1200" dirty="0"/>
            <a:t>.</a:t>
          </a:r>
          <a:endParaRPr lang="uk-UA" sz="1700" kern="1200" dirty="0"/>
        </a:p>
      </dsp:txBody>
      <dsp:txXfrm>
        <a:off x="45635" y="3065267"/>
        <a:ext cx="4845855" cy="843560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6FD457-315A-43D0-A88A-59DA18AA1762}">
      <dsp:nvSpPr>
        <dsp:cNvPr id="0" name=""/>
        <dsp:cNvSpPr/>
      </dsp:nvSpPr>
      <dsp:spPr>
        <a:xfrm>
          <a:off x="0" y="651822"/>
          <a:ext cx="10058399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козацьких воєн кінця XVI ст.</a:t>
          </a:r>
          <a:endParaRPr lang="uk-UA" sz="2600" kern="1200"/>
        </a:p>
      </dsp:txBody>
      <dsp:txXfrm>
        <a:off x="30442" y="682264"/>
        <a:ext cx="9997515" cy="562726"/>
      </dsp:txXfrm>
    </dsp:sp>
    <dsp:sp modelId="{3DA35010-51C1-46A3-8F23-91B8B50F0304}">
      <dsp:nvSpPr>
        <dsp:cNvPr id="0" name=""/>
        <dsp:cNvSpPr/>
      </dsp:nvSpPr>
      <dsp:spPr>
        <a:xfrm>
          <a:off x="0" y="1350312"/>
          <a:ext cx="10058399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морських походів козаків початку XVII ст.</a:t>
          </a:r>
          <a:endParaRPr lang="uk-UA" sz="2600" kern="1200"/>
        </a:p>
      </dsp:txBody>
      <dsp:txXfrm>
        <a:off x="30442" y="1380754"/>
        <a:ext cx="9997515" cy="562726"/>
      </dsp:txXfrm>
    </dsp:sp>
    <dsp:sp modelId="{B95C44C9-8511-467F-8178-7D10093C47EC}">
      <dsp:nvSpPr>
        <dsp:cNvPr id="0" name=""/>
        <dsp:cNvSpPr/>
      </dsp:nvSpPr>
      <dsp:spPr>
        <a:xfrm>
          <a:off x="0" y="2048802"/>
          <a:ext cx="10058399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 dirty="0" err="1"/>
            <a:t>козацько-селянських</a:t>
          </a:r>
          <a:r>
            <a:rPr lang="ru-RU" sz="2600" b="0" i="0" kern="1200" dirty="0"/>
            <a:t> </a:t>
          </a:r>
          <a:r>
            <a:rPr lang="ru-RU" sz="2600" b="0" i="0" kern="1200" dirty="0" err="1"/>
            <a:t>повстань</a:t>
          </a:r>
          <a:r>
            <a:rPr lang="ru-RU" sz="2600" b="0" i="0" kern="1200" dirty="0"/>
            <a:t> 20 — 30-х </a:t>
          </a:r>
          <a:r>
            <a:rPr lang="ru-RU" sz="2600" b="0" i="0" kern="1200" dirty="0" err="1"/>
            <a:t>рр</a:t>
          </a:r>
          <a:r>
            <a:rPr lang="ru-RU" sz="2600" b="0" i="0" kern="1200" dirty="0"/>
            <a:t>. XVII ст.</a:t>
          </a:r>
          <a:endParaRPr lang="uk-UA" sz="2600" kern="1200" dirty="0"/>
        </a:p>
      </dsp:txBody>
      <dsp:txXfrm>
        <a:off x="30442" y="2079244"/>
        <a:ext cx="9997515" cy="562726"/>
      </dsp:txXfrm>
    </dsp:sp>
    <dsp:sp modelId="{763053BA-89EE-4ED5-B947-E3FF042EA00F}">
      <dsp:nvSpPr>
        <dsp:cNvPr id="0" name=""/>
        <dsp:cNvSpPr/>
      </dsp:nvSpPr>
      <dsp:spPr>
        <a:xfrm>
          <a:off x="0" y="2747292"/>
          <a:ext cx="10058399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 dirty="0" err="1"/>
            <a:t>національно-визвольноі</a:t>
          </a:r>
          <a:r>
            <a:rPr lang="ru-RU" sz="2600" b="0" i="0" kern="1200" dirty="0"/>
            <a:t>̈ </a:t>
          </a:r>
          <a:r>
            <a:rPr lang="ru-RU" sz="2600" b="0" i="0" kern="1200" dirty="0" err="1"/>
            <a:t>війни</a:t>
          </a:r>
          <a:r>
            <a:rPr lang="ru-RU" sz="2600" b="0" i="0" kern="1200" dirty="0"/>
            <a:t> </a:t>
          </a:r>
          <a:r>
            <a:rPr lang="ru-RU" sz="2600" b="0" i="0" kern="1200" dirty="0" err="1"/>
            <a:t>українського</a:t>
          </a:r>
          <a:r>
            <a:rPr lang="ru-RU" sz="2600" b="0" i="0" kern="1200" dirty="0"/>
            <a:t> народу </a:t>
          </a:r>
          <a:r>
            <a:rPr lang="ru-RU" sz="2600" b="0" i="0" kern="1200" dirty="0" err="1"/>
            <a:t>середини</a:t>
          </a:r>
          <a:r>
            <a:rPr lang="ru-RU" sz="2600" b="0" i="0" kern="1200" dirty="0"/>
            <a:t> XVII ст.</a:t>
          </a:r>
          <a:endParaRPr lang="uk-UA" sz="2600" kern="1200" dirty="0"/>
        </a:p>
      </dsp:txBody>
      <dsp:txXfrm>
        <a:off x="30442" y="2777734"/>
        <a:ext cx="9997515" cy="562726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6FD457-315A-43D0-A88A-59DA18AA1762}">
      <dsp:nvSpPr>
        <dsp:cNvPr id="0" name=""/>
        <dsp:cNvSpPr/>
      </dsp:nvSpPr>
      <dsp:spPr>
        <a:xfrm>
          <a:off x="0" y="651822"/>
          <a:ext cx="10058399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козацьких воєн кінця XVI ст.</a:t>
          </a:r>
          <a:endParaRPr lang="uk-UA" sz="2600" kern="1200"/>
        </a:p>
      </dsp:txBody>
      <dsp:txXfrm>
        <a:off x="30442" y="682264"/>
        <a:ext cx="9997515" cy="562726"/>
      </dsp:txXfrm>
    </dsp:sp>
    <dsp:sp modelId="{3DA35010-51C1-46A3-8F23-91B8B50F0304}">
      <dsp:nvSpPr>
        <dsp:cNvPr id="0" name=""/>
        <dsp:cNvSpPr/>
      </dsp:nvSpPr>
      <dsp:spPr>
        <a:xfrm>
          <a:off x="0" y="1350312"/>
          <a:ext cx="10058399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морських походів козаків початку XVII ст.</a:t>
          </a:r>
          <a:endParaRPr lang="uk-UA" sz="2600" kern="1200"/>
        </a:p>
      </dsp:txBody>
      <dsp:txXfrm>
        <a:off x="30442" y="1380754"/>
        <a:ext cx="9997515" cy="562726"/>
      </dsp:txXfrm>
    </dsp:sp>
    <dsp:sp modelId="{B95C44C9-8511-467F-8178-7D10093C47EC}">
      <dsp:nvSpPr>
        <dsp:cNvPr id="0" name=""/>
        <dsp:cNvSpPr/>
      </dsp:nvSpPr>
      <dsp:spPr>
        <a:xfrm>
          <a:off x="0" y="2048802"/>
          <a:ext cx="10058399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 dirty="0" err="1"/>
            <a:t>козацько-селянських</a:t>
          </a:r>
          <a:r>
            <a:rPr lang="ru-RU" sz="2600" b="0" i="0" kern="1200" dirty="0"/>
            <a:t> </a:t>
          </a:r>
          <a:r>
            <a:rPr lang="ru-RU" sz="2600" b="0" i="0" kern="1200" dirty="0" err="1"/>
            <a:t>повстань</a:t>
          </a:r>
          <a:r>
            <a:rPr lang="ru-RU" sz="2600" b="0" i="0" kern="1200" dirty="0"/>
            <a:t> 20 — 30-х </a:t>
          </a:r>
          <a:r>
            <a:rPr lang="ru-RU" sz="2600" b="0" i="0" kern="1200" dirty="0" err="1"/>
            <a:t>рр</a:t>
          </a:r>
          <a:r>
            <a:rPr lang="ru-RU" sz="2600" b="0" i="0" kern="1200" dirty="0"/>
            <a:t>. XVII ст.</a:t>
          </a:r>
          <a:endParaRPr lang="uk-UA" sz="2600" kern="1200" dirty="0"/>
        </a:p>
      </dsp:txBody>
      <dsp:txXfrm>
        <a:off x="30442" y="2079244"/>
        <a:ext cx="9997515" cy="562726"/>
      </dsp:txXfrm>
    </dsp:sp>
    <dsp:sp modelId="{763053BA-89EE-4ED5-B947-E3FF042EA00F}">
      <dsp:nvSpPr>
        <dsp:cNvPr id="0" name=""/>
        <dsp:cNvSpPr/>
      </dsp:nvSpPr>
      <dsp:spPr>
        <a:xfrm>
          <a:off x="0" y="2747292"/>
          <a:ext cx="10058399" cy="623610"/>
        </a:xfrm>
        <a:prstGeom prst="round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 dirty="0" err="1"/>
            <a:t>національно-визвольноі</a:t>
          </a:r>
          <a:r>
            <a:rPr lang="ru-RU" sz="2600" b="0" i="0" kern="1200" dirty="0"/>
            <a:t>̈ </a:t>
          </a:r>
          <a:r>
            <a:rPr lang="ru-RU" sz="2600" b="0" i="0" kern="1200" dirty="0" err="1"/>
            <a:t>війни</a:t>
          </a:r>
          <a:r>
            <a:rPr lang="ru-RU" sz="2600" b="0" i="0" kern="1200" dirty="0"/>
            <a:t> </a:t>
          </a:r>
          <a:r>
            <a:rPr lang="ru-RU" sz="2600" b="0" i="0" kern="1200" dirty="0" err="1"/>
            <a:t>українського</a:t>
          </a:r>
          <a:r>
            <a:rPr lang="ru-RU" sz="2600" b="0" i="0" kern="1200" dirty="0"/>
            <a:t> народу </a:t>
          </a:r>
          <a:r>
            <a:rPr lang="ru-RU" sz="2600" b="0" i="0" kern="1200" dirty="0" err="1"/>
            <a:t>середини</a:t>
          </a:r>
          <a:r>
            <a:rPr lang="ru-RU" sz="2600" b="0" i="0" kern="1200" dirty="0"/>
            <a:t> XVII ст.</a:t>
          </a:r>
          <a:endParaRPr lang="uk-UA" sz="2600" kern="1200" dirty="0"/>
        </a:p>
      </dsp:txBody>
      <dsp:txXfrm>
        <a:off x="30442" y="2777734"/>
        <a:ext cx="9997515" cy="562726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E045C1-8761-4A40-B315-75BD85556798}">
      <dsp:nvSpPr>
        <dsp:cNvPr id="0" name=""/>
        <dsp:cNvSpPr/>
      </dsp:nvSpPr>
      <dsp:spPr>
        <a:xfrm rot="10800000">
          <a:off x="1890032" y="1803"/>
          <a:ext cx="6688836" cy="82100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039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Ліквідація кріпацтва та здобуття селянами особистої свободи.</a:t>
          </a:r>
          <a:endParaRPr lang="uk-UA" sz="2300" kern="1200"/>
        </a:p>
      </dsp:txBody>
      <dsp:txXfrm rot="10800000">
        <a:off x="2095282" y="1803"/>
        <a:ext cx="6483586" cy="821002"/>
      </dsp:txXfrm>
    </dsp:sp>
    <dsp:sp modelId="{54E47171-3DE6-4100-86B1-02F18481C35F}">
      <dsp:nvSpPr>
        <dsp:cNvPr id="0" name=""/>
        <dsp:cNvSpPr/>
      </dsp:nvSpPr>
      <dsp:spPr>
        <a:xfrm>
          <a:off x="1479531" y="1803"/>
          <a:ext cx="821002" cy="82100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4E3BCE-3EF0-44B1-927D-38D9D84D205F}">
      <dsp:nvSpPr>
        <dsp:cNvPr id="0" name=""/>
        <dsp:cNvSpPr/>
      </dsp:nvSpPr>
      <dsp:spPr>
        <a:xfrm rot="10800000">
          <a:off x="1890032" y="1067842"/>
          <a:ext cx="6688836" cy="82100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039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Заборона продажу й дарування земельних маєтків і садиб.</a:t>
          </a:r>
          <a:endParaRPr lang="uk-UA" sz="2300" kern="1200" dirty="0"/>
        </a:p>
      </dsp:txBody>
      <dsp:txXfrm rot="10800000">
        <a:off x="2095282" y="1067842"/>
        <a:ext cx="6483586" cy="821002"/>
      </dsp:txXfrm>
    </dsp:sp>
    <dsp:sp modelId="{D0AA492D-6634-4EF2-B78A-D2E764755851}">
      <dsp:nvSpPr>
        <dsp:cNvPr id="0" name=""/>
        <dsp:cNvSpPr/>
      </dsp:nvSpPr>
      <dsp:spPr>
        <a:xfrm>
          <a:off x="1479531" y="1067842"/>
          <a:ext cx="821002" cy="82100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FF6222-00ED-4A4D-A841-EDE26F7C1606}">
      <dsp:nvSpPr>
        <dsp:cNvPr id="0" name=""/>
        <dsp:cNvSpPr/>
      </dsp:nvSpPr>
      <dsp:spPr>
        <a:xfrm rot="10800000">
          <a:off x="1890032" y="2133880"/>
          <a:ext cx="6688836" cy="82100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039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Поширення фільваркової системи господарювання.</a:t>
          </a:r>
          <a:endParaRPr lang="uk-UA" sz="2300" kern="1200"/>
        </a:p>
      </dsp:txBody>
      <dsp:txXfrm rot="10800000">
        <a:off x="2095282" y="2133880"/>
        <a:ext cx="6483586" cy="821002"/>
      </dsp:txXfrm>
    </dsp:sp>
    <dsp:sp modelId="{68D380FD-B6E1-4345-859D-72A93C6E3372}">
      <dsp:nvSpPr>
        <dsp:cNvPr id="0" name=""/>
        <dsp:cNvSpPr/>
      </dsp:nvSpPr>
      <dsp:spPr>
        <a:xfrm>
          <a:off x="1479531" y="2133880"/>
          <a:ext cx="821002" cy="82100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1A5C10-7F74-4F6C-8AF2-59695F3FD4F8}">
      <dsp:nvSpPr>
        <dsp:cNvPr id="0" name=""/>
        <dsp:cNvSpPr/>
      </dsp:nvSpPr>
      <dsp:spPr>
        <a:xfrm rot="10800000">
          <a:off x="1890032" y="3199919"/>
          <a:ext cx="6688836" cy="82100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039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Зростання земельних володінь магнатів і шляхти.</a:t>
          </a:r>
          <a:endParaRPr lang="uk-UA" sz="2300" kern="1200" dirty="0"/>
        </a:p>
      </dsp:txBody>
      <dsp:txXfrm rot="10800000">
        <a:off x="2095282" y="3199919"/>
        <a:ext cx="6483586" cy="821002"/>
      </dsp:txXfrm>
    </dsp:sp>
    <dsp:sp modelId="{A20AD61B-B14B-4E09-BCB6-0DC242442C21}">
      <dsp:nvSpPr>
        <dsp:cNvPr id="0" name=""/>
        <dsp:cNvSpPr/>
      </dsp:nvSpPr>
      <dsp:spPr>
        <a:xfrm>
          <a:off x="1479531" y="3199919"/>
          <a:ext cx="821002" cy="82100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D32BC1-1563-43B5-8F00-5792271FEF75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E24232-A969-446C-8564-A26BBD2700A2}">
      <dsp:nvSpPr>
        <dsp:cNvPr id="0" name=""/>
        <dsp:cNvSpPr/>
      </dsp:nvSpPr>
      <dsp:spPr>
        <a:xfrm>
          <a:off x="455546" y="309267"/>
          <a:ext cx="9548318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перехід Війська Запорозького під зверхність московського царя.</a:t>
          </a:r>
          <a:endParaRPr lang="uk-UA" sz="2200" kern="1200"/>
        </a:p>
      </dsp:txBody>
      <dsp:txXfrm>
        <a:off x="455546" y="309267"/>
        <a:ext cx="9548318" cy="618856"/>
      </dsp:txXfrm>
    </dsp:sp>
    <dsp:sp modelId="{CA856E69-32EA-429A-9143-0142DB16CE91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A46A08-AA31-4FD9-8CF0-06D966E000B1}">
      <dsp:nvSpPr>
        <dsp:cNvPr id="0" name=""/>
        <dsp:cNvSpPr/>
      </dsp:nvSpPr>
      <dsp:spPr>
        <a:xfrm>
          <a:off x="810351" y="1237712"/>
          <a:ext cx="9193514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погодження з умовами </a:t>
          </a:r>
          <a:r>
            <a:rPr lang="uk-UA" sz="2200" b="0" i="0" kern="1200" dirty="0" err="1"/>
            <a:t>московсько</a:t>
          </a:r>
          <a:r>
            <a:rPr lang="uk-UA" sz="2200" b="0" i="0" kern="1200" dirty="0"/>
            <a:t>-польського Віленського перемир'я.</a:t>
          </a:r>
          <a:endParaRPr lang="uk-UA" sz="2200" kern="1200" dirty="0"/>
        </a:p>
      </dsp:txBody>
      <dsp:txXfrm>
        <a:off x="810351" y="1237712"/>
        <a:ext cx="9193514" cy="618856"/>
      </dsp:txXfrm>
    </dsp:sp>
    <dsp:sp modelId="{96C0E2B8-CA27-407E-A2DD-348A9A521C13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77C070-A065-4DF0-B889-B9DC572C8F2F}">
      <dsp:nvSpPr>
        <dsp:cNvPr id="0" name=""/>
        <dsp:cNvSpPr/>
      </dsp:nvSpPr>
      <dsp:spPr>
        <a:xfrm>
          <a:off x="810351" y="2166156"/>
          <a:ext cx="9193514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утворення українсько-швецької антипольської коаліції.</a:t>
          </a:r>
          <a:endParaRPr lang="uk-UA" sz="2200" kern="1200"/>
        </a:p>
      </dsp:txBody>
      <dsp:txXfrm>
        <a:off x="810351" y="2166156"/>
        <a:ext cx="9193514" cy="618856"/>
      </dsp:txXfrm>
    </dsp:sp>
    <dsp:sp modelId="{DB7EA671-8F76-4FBD-ACEC-C3FB0964E1CC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8733AA-8B52-4D46-8FDC-881CA342A82D}">
      <dsp:nvSpPr>
        <dsp:cNvPr id="0" name=""/>
        <dsp:cNvSpPr/>
      </dsp:nvSpPr>
      <dsp:spPr>
        <a:xfrm>
          <a:off x="455546" y="3094601"/>
          <a:ext cx="9548318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припинення бойових дій проти Речі Посполитої.</a:t>
          </a:r>
          <a:endParaRPr lang="uk-UA" sz="2200" kern="1200" dirty="0"/>
        </a:p>
      </dsp:txBody>
      <dsp:txXfrm>
        <a:off x="455546" y="3094601"/>
        <a:ext cx="9548318" cy="618856"/>
      </dsp:txXfrm>
    </dsp:sp>
    <dsp:sp modelId="{07F3D969-E5FA-4FAD-836A-6FFDCDCB7268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5E6EC3-A46C-4FC8-9799-F06952C61F5A}">
      <dsp:nvSpPr>
        <dsp:cNvPr id="0" name=""/>
        <dsp:cNvSpPr/>
      </dsp:nvSpPr>
      <dsp:spPr>
        <a:xfrm>
          <a:off x="0" y="390372"/>
          <a:ext cx="4937125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/>
            <a:t>Білоцерківському договорі</a:t>
          </a:r>
          <a:endParaRPr lang="uk-UA" sz="3100" kern="1200"/>
        </a:p>
      </dsp:txBody>
      <dsp:txXfrm>
        <a:off x="36296" y="426668"/>
        <a:ext cx="4864533" cy="670943"/>
      </dsp:txXfrm>
    </dsp:sp>
    <dsp:sp modelId="{14806941-071B-41CC-974D-4A153E6505FB}">
      <dsp:nvSpPr>
        <dsp:cNvPr id="0" name=""/>
        <dsp:cNvSpPr/>
      </dsp:nvSpPr>
      <dsp:spPr>
        <a:xfrm>
          <a:off x="0" y="1223187"/>
          <a:ext cx="4937125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/>
            <a:t>Гадяцьких пунктах</a:t>
          </a:r>
          <a:endParaRPr lang="uk-UA" sz="3100" kern="1200"/>
        </a:p>
      </dsp:txBody>
      <dsp:txXfrm>
        <a:off x="36296" y="1259483"/>
        <a:ext cx="4864533" cy="670943"/>
      </dsp:txXfrm>
    </dsp:sp>
    <dsp:sp modelId="{ED9FDAF7-9BE6-425D-B5CD-F0CEB98598D7}">
      <dsp:nvSpPr>
        <dsp:cNvPr id="0" name=""/>
        <dsp:cNvSpPr/>
      </dsp:nvSpPr>
      <dsp:spPr>
        <a:xfrm>
          <a:off x="0" y="2056002"/>
          <a:ext cx="4937125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/>
            <a:t>«Березневих статтях»</a:t>
          </a:r>
          <a:endParaRPr lang="uk-UA" sz="3100" kern="1200"/>
        </a:p>
      </dsp:txBody>
      <dsp:txXfrm>
        <a:off x="36296" y="2092298"/>
        <a:ext cx="4864533" cy="670943"/>
      </dsp:txXfrm>
    </dsp:sp>
    <dsp:sp modelId="{816F2648-605F-4088-8F72-427C519AF504}">
      <dsp:nvSpPr>
        <dsp:cNvPr id="0" name=""/>
        <dsp:cNvSpPr/>
      </dsp:nvSpPr>
      <dsp:spPr>
        <a:xfrm>
          <a:off x="0" y="2888817"/>
          <a:ext cx="4937125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 dirty="0" err="1"/>
            <a:t>Зборівському</a:t>
          </a:r>
          <a:r>
            <a:rPr lang="ru-RU" sz="3100" b="0" i="0" kern="1200" dirty="0"/>
            <a:t> </a:t>
          </a:r>
          <a:r>
            <a:rPr lang="ru-RU" sz="3100" b="0" i="0" kern="1200" dirty="0" err="1"/>
            <a:t>договорі</a:t>
          </a:r>
          <a:endParaRPr lang="uk-UA" sz="3100" kern="1200" dirty="0"/>
        </a:p>
      </dsp:txBody>
      <dsp:txXfrm>
        <a:off x="36296" y="2925113"/>
        <a:ext cx="4864533" cy="670943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A8BE55-8B65-4A34-8C4F-3F76C358D76A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F1102A-B1BA-4C4B-9162-024A8E2AC59A}">
      <dsp:nvSpPr>
        <dsp:cNvPr id="0" name=""/>
        <dsp:cNvSpPr/>
      </dsp:nvSpPr>
      <dsp:spPr>
        <a:xfrm>
          <a:off x="455546" y="309267"/>
          <a:ext cx="4427043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початок діяльності Першої Малоросійської колегії</a:t>
          </a:r>
          <a:endParaRPr lang="uk-UA" sz="1800" kern="1200"/>
        </a:p>
      </dsp:txBody>
      <dsp:txXfrm>
        <a:off x="455546" y="309267"/>
        <a:ext cx="4427043" cy="618856"/>
      </dsp:txXfrm>
    </dsp:sp>
    <dsp:sp modelId="{9B8B93F6-3682-4393-A4B4-81678DF6FDFA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CF63A2-8813-4AC3-BDC7-119846F74A28}">
      <dsp:nvSpPr>
        <dsp:cNvPr id="0" name=""/>
        <dsp:cNvSpPr/>
      </dsp:nvSpPr>
      <dsp:spPr>
        <a:xfrm>
          <a:off x="810351" y="1237712"/>
          <a:ext cx="4072239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оприлюднення указу про закріпачення селян на Лівобережжі</a:t>
          </a:r>
          <a:endParaRPr lang="uk-UA" sz="1800" kern="1200" dirty="0"/>
        </a:p>
      </dsp:txBody>
      <dsp:txXfrm>
        <a:off x="810351" y="1237712"/>
        <a:ext cx="4072239" cy="618856"/>
      </dsp:txXfrm>
    </dsp:sp>
    <dsp:sp modelId="{29C20103-EBBA-4A5C-ABF2-7C0DA6CCDE8F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743D22-4EF6-4B44-9098-0A427AB83BA1}">
      <dsp:nvSpPr>
        <dsp:cNvPr id="0" name=""/>
        <dsp:cNvSpPr/>
      </dsp:nvSpPr>
      <dsp:spPr>
        <a:xfrm>
          <a:off x="810351" y="2166156"/>
          <a:ext cx="4072239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остаточна ліквідація гетьманства</a:t>
          </a:r>
          <a:endParaRPr lang="uk-UA" sz="1800" kern="1200" dirty="0"/>
        </a:p>
      </dsp:txBody>
      <dsp:txXfrm>
        <a:off x="810351" y="2166156"/>
        <a:ext cx="4072239" cy="618856"/>
      </dsp:txXfrm>
    </dsp:sp>
    <dsp:sp modelId="{EBE1E81F-1DE3-4493-8A54-980DC88A3AEF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D0C658-0DEA-41FE-AA8D-E7BD3DCE85A7}">
      <dsp:nvSpPr>
        <dsp:cNvPr id="0" name=""/>
        <dsp:cNvSpPr/>
      </dsp:nvSpPr>
      <dsp:spPr>
        <a:xfrm>
          <a:off x="455546" y="3094601"/>
          <a:ext cx="4427043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укладення українсько-московського договору</a:t>
          </a:r>
          <a:endParaRPr lang="uk-UA" sz="1800" kern="1200" dirty="0"/>
        </a:p>
      </dsp:txBody>
      <dsp:txXfrm>
        <a:off x="455546" y="3094601"/>
        <a:ext cx="4427043" cy="618856"/>
      </dsp:txXfrm>
    </dsp:sp>
    <dsp:sp modelId="{834CAF4E-3C6C-4BB7-9244-4946D5675A43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6FD457-315A-43D0-A88A-59DA18AA1762}">
      <dsp:nvSpPr>
        <dsp:cNvPr id="0" name=""/>
        <dsp:cNvSpPr/>
      </dsp:nvSpPr>
      <dsp:spPr>
        <a:xfrm>
          <a:off x="0" y="651822"/>
          <a:ext cx="10058399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козацьких воєн кінця XVI ст.</a:t>
          </a:r>
          <a:endParaRPr lang="uk-UA" sz="2600" kern="1200"/>
        </a:p>
      </dsp:txBody>
      <dsp:txXfrm>
        <a:off x="30442" y="682264"/>
        <a:ext cx="9997515" cy="562726"/>
      </dsp:txXfrm>
    </dsp:sp>
    <dsp:sp modelId="{3DA35010-51C1-46A3-8F23-91B8B50F0304}">
      <dsp:nvSpPr>
        <dsp:cNvPr id="0" name=""/>
        <dsp:cNvSpPr/>
      </dsp:nvSpPr>
      <dsp:spPr>
        <a:xfrm>
          <a:off x="0" y="1350312"/>
          <a:ext cx="10058399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морських походів козаків початку XVII ст.</a:t>
          </a:r>
          <a:endParaRPr lang="uk-UA" sz="2600" kern="1200"/>
        </a:p>
      </dsp:txBody>
      <dsp:txXfrm>
        <a:off x="30442" y="1380754"/>
        <a:ext cx="9997515" cy="562726"/>
      </dsp:txXfrm>
    </dsp:sp>
    <dsp:sp modelId="{B95C44C9-8511-467F-8178-7D10093C47EC}">
      <dsp:nvSpPr>
        <dsp:cNvPr id="0" name=""/>
        <dsp:cNvSpPr/>
      </dsp:nvSpPr>
      <dsp:spPr>
        <a:xfrm>
          <a:off x="0" y="2048802"/>
          <a:ext cx="10058399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 dirty="0" err="1"/>
            <a:t>козацько-селянських</a:t>
          </a:r>
          <a:r>
            <a:rPr lang="ru-RU" sz="2600" b="0" i="0" kern="1200" dirty="0"/>
            <a:t> </a:t>
          </a:r>
          <a:r>
            <a:rPr lang="ru-RU" sz="2600" b="0" i="0" kern="1200" dirty="0" err="1"/>
            <a:t>повстань</a:t>
          </a:r>
          <a:r>
            <a:rPr lang="ru-RU" sz="2600" b="0" i="0" kern="1200" dirty="0"/>
            <a:t> 20 — 30-х </a:t>
          </a:r>
          <a:r>
            <a:rPr lang="ru-RU" sz="2600" b="0" i="0" kern="1200" dirty="0" err="1"/>
            <a:t>рр</a:t>
          </a:r>
          <a:r>
            <a:rPr lang="ru-RU" sz="2600" b="0" i="0" kern="1200" dirty="0"/>
            <a:t>. XVII ст.</a:t>
          </a:r>
          <a:endParaRPr lang="uk-UA" sz="2600" kern="1200" dirty="0"/>
        </a:p>
      </dsp:txBody>
      <dsp:txXfrm>
        <a:off x="30442" y="2079244"/>
        <a:ext cx="9997515" cy="562726"/>
      </dsp:txXfrm>
    </dsp:sp>
    <dsp:sp modelId="{763053BA-89EE-4ED5-B947-E3FF042EA00F}">
      <dsp:nvSpPr>
        <dsp:cNvPr id="0" name=""/>
        <dsp:cNvSpPr/>
      </dsp:nvSpPr>
      <dsp:spPr>
        <a:xfrm>
          <a:off x="0" y="2747292"/>
          <a:ext cx="10058399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 dirty="0" err="1"/>
            <a:t>національно-визвольноі</a:t>
          </a:r>
          <a:r>
            <a:rPr lang="ru-RU" sz="2600" b="0" i="0" kern="1200" dirty="0"/>
            <a:t>̈ </a:t>
          </a:r>
          <a:r>
            <a:rPr lang="ru-RU" sz="2600" b="0" i="0" kern="1200" dirty="0" err="1"/>
            <a:t>війни</a:t>
          </a:r>
          <a:r>
            <a:rPr lang="ru-RU" sz="2600" b="0" i="0" kern="1200" dirty="0"/>
            <a:t> </a:t>
          </a:r>
          <a:r>
            <a:rPr lang="ru-RU" sz="2600" b="0" i="0" kern="1200" dirty="0" err="1"/>
            <a:t>українського</a:t>
          </a:r>
          <a:r>
            <a:rPr lang="ru-RU" sz="2600" b="0" i="0" kern="1200" dirty="0"/>
            <a:t> народу </a:t>
          </a:r>
          <a:r>
            <a:rPr lang="ru-RU" sz="2600" b="0" i="0" kern="1200" dirty="0" err="1"/>
            <a:t>середини</a:t>
          </a:r>
          <a:r>
            <a:rPr lang="ru-RU" sz="2600" b="0" i="0" kern="1200" dirty="0"/>
            <a:t> XVII ст.</a:t>
          </a:r>
          <a:endParaRPr lang="uk-UA" sz="2600" kern="1200" dirty="0"/>
        </a:p>
      </dsp:txBody>
      <dsp:txXfrm>
        <a:off x="30442" y="2777734"/>
        <a:ext cx="9997515" cy="562726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6FD457-315A-43D0-A88A-59DA18AA1762}">
      <dsp:nvSpPr>
        <dsp:cNvPr id="0" name=""/>
        <dsp:cNvSpPr/>
      </dsp:nvSpPr>
      <dsp:spPr>
        <a:xfrm>
          <a:off x="0" y="651822"/>
          <a:ext cx="10058399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козацьких воєн кінця XVI ст.</a:t>
          </a:r>
          <a:endParaRPr lang="uk-UA" sz="2600" kern="1200"/>
        </a:p>
      </dsp:txBody>
      <dsp:txXfrm>
        <a:off x="30442" y="682264"/>
        <a:ext cx="9997515" cy="562726"/>
      </dsp:txXfrm>
    </dsp:sp>
    <dsp:sp modelId="{3DA35010-51C1-46A3-8F23-91B8B50F0304}">
      <dsp:nvSpPr>
        <dsp:cNvPr id="0" name=""/>
        <dsp:cNvSpPr/>
      </dsp:nvSpPr>
      <dsp:spPr>
        <a:xfrm>
          <a:off x="0" y="1350312"/>
          <a:ext cx="10058399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морських походів козаків початку XVII ст.</a:t>
          </a:r>
          <a:endParaRPr lang="uk-UA" sz="2600" kern="1200"/>
        </a:p>
      </dsp:txBody>
      <dsp:txXfrm>
        <a:off x="30442" y="1380754"/>
        <a:ext cx="9997515" cy="562726"/>
      </dsp:txXfrm>
    </dsp:sp>
    <dsp:sp modelId="{B95C44C9-8511-467F-8178-7D10093C47EC}">
      <dsp:nvSpPr>
        <dsp:cNvPr id="0" name=""/>
        <dsp:cNvSpPr/>
      </dsp:nvSpPr>
      <dsp:spPr>
        <a:xfrm>
          <a:off x="0" y="2048802"/>
          <a:ext cx="10058399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 dirty="0" err="1"/>
            <a:t>козацько-селянських</a:t>
          </a:r>
          <a:r>
            <a:rPr lang="ru-RU" sz="2600" b="0" i="0" kern="1200" dirty="0"/>
            <a:t> </a:t>
          </a:r>
          <a:r>
            <a:rPr lang="ru-RU" sz="2600" b="0" i="0" kern="1200" dirty="0" err="1"/>
            <a:t>повстань</a:t>
          </a:r>
          <a:r>
            <a:rPr lang="ru-RU" sz="2600" b="0" i="0" kern="1200" dirty="0"/>
            <a:t> 20 — 30-х </a:t>
          </a:r>
          <a:r>
            <a:rPr lang="ru-RU" sz="2600" b="0" i="0" kern="1200" dirty="0" err="1"/>
            <a:t>рр</a:t>
          </a:r>
          <a:r>
            <a:rPr lang="ru-RU" sz="2600" b="0" i="0" kern="1200" dirty="0"/>
            <a:t>. XVII ст.</a:t>
          </a:r>
          <a:endParaRPr lang="uk-UA" sz="2600" kern="1200" dirty="0"/>
        </a:p>
      </dsp:txBody>
      <dsp:txXfrm>
        <a:off x="30442" y="2079244"/>
        <a:ext cx="9997515" cy="562726"/>
      </dsp:txXfrm>
    </dsp:sp>
    <dsp:sp modelId="{763053BA-89EE-4ED5-B947-E3FF042EA00F}">
      <dsp:nvSpPr>
        <dsp:cNvPr id="0" name=""/>
        <dsp:cNvSpPr/>
      </dsp:nvSpPr>
      <dsp:spPr>
        <a:xfrm>
          <a:off x="0" y="2747292"/>
          <a:ext cx="10058399" cy="623610"/>
        </a:xfrm>
        <a:prstGeom prst="round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 dirty="0" err="1"/>
            <a:t>національно-визвольноі</a:t>
          </a:r>
          <a:r>
            <a:rPr lang="ru-RU" sz="2600" b="0" i="0" kern="1200" dirty="0"/>
            <a:t>̈ </a:t>
          </a:r>
          <a:r>
            <a:rPr lang="ru-RU" sz="2600" b="0" i="0" kern="1200" dirty="0" err="1"/>
            <a:t>війни</a:t>
          </a:r>
          <a:r>
            <a:rPr lang="ru-RU" sz="2600" b="0" i="0" kern="1200" dirty="0"/>
            <a:t> </a:t>
          </a:r>
          <a:r>
            <a:rPr lang="ru-RU" sz="2600" b="0" i="0" kern="1200" dirty="0" err="1"/>
            <a:t>українського</a:t>
          </a:r>
          <a:r>
            <a:rPr lang="ru-RU" sz="2600" b="0" i="0" kern="1200" dirty="0"/>
            <a:t> народу </a:t>
          </a:r>
          <a:r>
            <a:rPr lang="ru-RU" sz="2600" b="0" i="0" kern="1200" dirty="0" err="1"/>
            <a:t>середини</a:t>
          </a:r>
          <a:r>
            <a:rPr lang="ru-RU" sz="2600" b="0" i="0" kern="1200" dirty="0"/>
            <a:t> XVII ст.</a:t>
          </a:r>
          <a:endParaRPr lang="uk-UA" sz="2600" kern="1200" dirty="0"/>
        </a:p>
      </dsp:txBody>
      <dsp:txXfrm>
        <a:off x="30442" y="2777734"/>
        <a:ext cx="9997515" cy="562726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E045C1-8761-4A40-B315-75BD85556798}">
      <dsp:nvSpPr>
        <dsp:cNvPr id="0" name=""/>
        <dsp:cNvSpPr/>
      </dsp:nvSpPr>
      <dsp:spPr>
        <a:xfrm rot="10800000">
          <a:off x="1890032" y="1803"/>
          <a:ext cx="6688836" cy="82100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039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Ліквідація кріпацтва та здобуття селянами особистої свободи.</a:t>
          </a:r>
          <a:endParaRPr lang="uk-UA" sz="2300" kern="1200"/>
        </a:p>
      </dsp:txBody>
      <dsp:txXfrm rot="10800000">
        <a:off x="2095282" y="1803"/>
        <a:ext cx="6483586" cy="821002"/>
      </dsp:txXfrm>
    </dsp:sp>
    <dsp:sp modelId="{54E47171-3DE6-4100-86B1-02F18481C35F}">
      <dsp:nvSpPr>
        <dsp:cNvPr id="0" name=""/>
        <dsp:cNvSpPr/>
      </dsp:nvSpPr>
      <dsp:spPr>
        <a:xfrm>
          <a:off x="1479531" y="1803"/>
          <a:ext cx="821002" cy="82100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4E3BCE-3EF0-44B1-927D-38D9D84D205F}">
      <dsp:nvSpPr>
        <dsp:cNvPr id="0" name=""/>
        <dsp:cNvSpPr/>
      </dsp:nvSpPr>
      <dsp:spPr>
        <a:xfrm rot="10800000">
          <a:off x="1890032" y="1067842"/>
          <a:ext cx="6688836" cy="82100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039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Заборона продажу й дарування земельних маєтків і садиб.</a:t>
          </a:r>
          <a:endParaRPr lang="uk-UA" sz="2300" kern="1200" dirty="0"/>
        </a:p>
      </dsp:txBody>
      <dsp:txXfrm rot="10800000">
        <a:off x="2095282" y="1067842"/>
        <a:ext cx="6483586" cy="821002"/>
      </dsp:txXfrm>
    </dsp:sp>
    <dsp:sp modelId="{D0AA492D-6634-4EF2-B78A-D2E764755851}">
      <dsp:nvSpPr>
        <dsp:cNvPr id="0" name=""/>
        <dsp:cNvSpPr/>
      </dsp:nvSpPr>
      <dsp:spPr>
        <a:xfrm>
          <a:off x="1479531" y="1067842"/>
          <a:ext cx="821002" cy="82100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FF6222-00ED-4A4D-A841-EDE26F7C1606}">
      <dsp:nvSpPr>
        <dsp:cNvPr id="0" name=""/>
        <dsp:cNvSpPr/>
      </dsp:nvSpPr>
      <dsp:spPr>
        <a:xfrm rot="10800000">
          <a:off x="1890032" y="2133880"/>
          <a:ext cx="6688836" cy="82100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039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Поширення фільваркової системи господарювання.</a:t>
          </a:r>
          <a:endParaRPr lang="uk-UA" sz="2300" kern="1200"/>
        </a:p>
      </dsp:txBody>
      <dsp:txXfrm rot="10800000">
        <a:off x="2095282" y="2133880"/>
        <a:ext cx="6483586" cy="821002"/>
      </dsp:txXfrm>
    </dsp:sp>
    <dsp:sp modelId="{68D380FD-B6E1-4345-859D-72A93C6E3372}">
      <dsp:nvSpPr>
        <dsp:cNvPr id="0" name=""/>
        <dsp:cNvSpPr/>
      </dsp:nvSpPr>
      <dsp:spPr>
        <a:xfrm>
          <a:off x="1479531" y="2133880"/>
          <a:ext cx="821002" cy="82100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1A5C10-7F74-4F6C-8AF2-59695F3FD4F8}">
      <dsp:nvSpPr>
        <dsp:cNvPr id="0" name=""/>
        <dsp:cNvSpPr/>
      </dsp:nvSpPr>
      <dsp:spPr>
        <a:xfrm rot="10800000">
          <a:off x="1890032" y="3199919"/>
          <a:ext cx="6688836" cy="82100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039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Зростання земельних володінь магнатів і шляхти.</a:t>
          </a:r>
          <a:endParaRPr lang="uk-UA" sz="2300" kern="1200" dirty="0"/>
        </a:p>
      </dsp:txBody>
      <dsp:txXfrm rot="10800000">
        <a:off x="2095282" y="3199919"/>
        <a:ext cx="6483586" cy="821002"/>
      </dsp:txXfrm>
    </dsp:sp>
    <dsp:sp modelId="{A20AD61B-B14B-4E09-BCB6-0DC242442C21}">
      <dsp:nvSpPr>
        <dsp:cNvPr id="0" name=""/>
        <dsp:cNvSpPr/>
      </dsp:nvSpPr>
      <dsp:spPr>
        <a:xfrm>
          <a:off x="1479531" y="3199919"/>
          <a:ext cx="821002" cy="82100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D32BC1-1563-43B5-8F00-5792271FEF75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E24232-A969-446C-8564-A26BBD2700A2}">
      <dsp:nvSpPr>
        <dsp:cNvPr id="0" name=""/>
        <dsp:cNvSpPr/>
      </dsp:nvSpPr>
      <dsp:spPr>
        <a:xfrm>
          <a:off x="455546" y="309267"/>
          <a:ext cx="9548318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перехід Війська Запорозького під зверхність московського царя.</a:t>
          </a:r>
          <a:endParaRPr lang="uk-UA" sz="2200" kern="1200"/>
        </a:p>
      </dsp:txBody>
      <dsp:txXfrm>
        <a:off x="455546" y="309267"/>
        <a:ext cx="9548318" cy="618856"/>
      </dsp:txXfrm>
    </dsp:sp>
    <dsp:sp modelId="{CA856E69-32EA-429A-9143-0142DB16CE91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A46A08-AA31-4FD9-8CF0-06D966E000B1}">
      <dsp:nvSpPr>
        <dsp:cNvPr id="0" name=""/>
        <dsp:cNvSpPr/>
      </dsp:nvSpPr>
      <dsp:spPr>
        <a:xfrm>
          <a:off x="810351" y="1237712"/>
          <a:ext cx="9193514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погодження з умовами </a:t>
          </a:r>
          <a:r>
            <a:rPr lang="uk-UA" sz="2200" b="0" i="0" kern="1200" dirty="0" err="1"/>
            <a:t>московсько</a:t>
          </a:r>
          <a:r>
            <a:rPr lang="uk-UA" sz="2200" b="0" i="0" kern="1200" dirty="0"/>
            <a:t>-польського Віленського перемир'я.</a:t>
          </a:r>
          <a:endParaRPr lang="uk-UA" sz="2200" kern="1200" dirty="0"/>
        </a:p>
      </dsp:txBody>
      <dsp:txXfrm>
        <a:off x="810351" y="1237712"/>
        <a:ext cx="9193514" cy="618856"/>
      </dsp:txXfrm>
    </dsp:sp>
    <dsp:sp modelId="{96C0E2B8-CA27-407E-A2DD-348A9A521C13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77C070-A065-4DF0-B889-B9DC572C8F2F}">
      <dsp:nvSpPr>
        <dsp:cNvPr id="0" name=""/>
        <dsp:cNvSpPr/>
      </dsp:nvSpPr>
      <dsp:spPr>
        <a:xfrm>
          <a:off x="810351" y="2166156"/>
          <a:ext cx="9193514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утворення українсько-швецької антипольської коаліції.</a:t>
          </a:r>
          <a:endParaRPr lang="uk-UA" sz="2200" kern="1200"/>
        </a:p>
      </dsp:txBody>
      <dsp:txXfrm>
        <a:off x="810351" y="2166156"/>
        <a:ext cx="9193514" cy="618856"/>
      </dsp:txXfrm>
    </dsp:sp>
    <dsp:sp modelId="{DB7EA671-8F76-4FBD-ACEC-C3FB0964E1CC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8733AA-8B52-4D46-8FDC-881CA342A82D}">
      <dsp:nvSpPr>
        <dsp:cNvPr id="0" name=""/>
        <dsp:cNvSpPr/>
      </dsp:nvSpPr>
      <dsp:spPr>
        <a:xfrm>
          <a:off x="455546" y="3094601"/>
          <a:ext cx="9548318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припинення бойових дій проти Речі Посполитої.</a:t>
          </a:r>
          <a:endParaRPr lang="uk-UA" sz="2200" kern="1200" dirty="0"/>
        </a:p>
      </dsp:txBody>
      <dsp:txXfrm>
        <a:off x="455546" y="3094601"/>
        <a:ext cx="9548318" cy="618856"/>
      </dsp:txXfrm>
    </dsp:sp>
    <dsp:sp modelId="{07F3D969-E5FA-4FAD-836A-6FFDCDCB7268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5E6EC3-A46C-4FC8-9799-F06952C61F5A}">
      <dsp:nvSpPr>
        <dsp:cNvPr id="0" name=""/>
        <dsp:cNvSpPr/>
      </dsp:nvSpPr>
      <dsp:spPr>
        <a:xfrm>
          <a:off x="0" y="390372"/>
          <a:ext cx="4937125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/>
            <a:t>Білоцерківському договорі</a:t>
          </a:r>
          <a:endParaRPr lang="uk-UA" sz="3100" kern="1200"/>
        </a:p>
      </dsp:txBody>
      <dsp:txXfrm>
        <a:off x="36296" y="426668"/>
        <a:ext cx="4864533" cy="670943"/>
      </dsp:txXfrm>
    </dsp:sp>
    <dsp:sp modelId="{14806941-071B-41CC-974D-4A153E6505FB}">
      <dsp:nvSpPr>
        <dsp:cNvPr id="0" name=""/>
        <dsp:cNvSpPr/>
      </dsp:nvSpPr>
      <dsp:spPr>
        <a:xfrm>
          <a:off x="0" y="1223187"/>
          <a:ext cx="4937125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/>
            <a:t>Гадяцьких пунктах</a:t>
          </a:r>
          <a:endParaRPr lang="uk-UA" sz="3100" kern="1200"/>
        </a:p>
      </dsp:txBody>
      <dsp:txXfrm>
        <a:off x="36296" y="1259483"/>
        <a:ext cx="4864533" cy="670943"/>
      </dsp:txXfrm>
    </dsp:sp>
    <dsp:sp modelId="{ED9FDAF7-9BE6-425D-B5CD-F0CEB98598D7}">
      <dsp:nvSpPr>
        <dsp:cNvPr id="0" name=""/>
        <dsp:cNvSpPr/>
      </dsp:nvSpPr>
      <dsp:spPr>
        <a:xfrm>
          <a:off x="0" y="2056002"/>
          <a:ext cx="4937125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/>
            <a:t>«Березневих статтях»</a:t>
          </a:r>
          <a:endParaRPr lang="uk-UA" sz="3100" kern="1200"/>
        </a:p>
      </dsp:txBody>
      <dsp:txXfrm>
        <a:off x="36296" y="2092298"/>
        <a:ext cx="4864533" cy="670943"/>
      </dsp:txXfrm>
    </dsp:sp>
    <dsp:sp modelId="{816F2648-605F-4088-8F72-427C519AF504}">
      <dsp:nvSpPr>
        <dsp:cNvPr id="0" name=""/>
        <dsp:cNvSpPr/>
      </dsp:nvSpPr>
      <dsp:spPr>
        <a:xfrm>
          <a:off x="0" y="2888817"/>
          <a:ext cx="4937125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 dirty="0" err="1"/>
            <a:t>Зборівському</a:t>
          </a:r>
          <a:r>
            <a:rPr lang="ru-RU" sz="3100" b="0" i="0" kern="1200" dirty="0"/>
            <a:t> </a:t>
          </a:r>
          <a:r>
            <a:rPr lang="ru-RU" sz="3100" b="0" i="0" kern="1200" dirty="0" err="1"/>
            <a:t>договорі</a:t>
          </a:r>
          <a:endParaRPr lang="uk-UA" sz="3100" kern="1200" dirty="0"/>
        </a:p>
      </dsp:txBody>
      <dsp:txXfrm>
        <a:off x="36296" y="2925113"/>
        <a:ext cx="4864533" cy="670943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A8BE55-8B65-4A34-8C4F-3F76C358D76A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F1102A-B1BA-4C4B-9162-024A8E2AC59A}">
      <dsp:nvSpPr>
        <dsp:cNvPr id="0" name=""/>
        <dsp:cNvSpPr/>
      </dsp:nvSpPr>
      <dsp:spPr>
        <a:xfrm>
          <a:off x="455546" y="309267"/>
          <a:ext cx="4427043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початок діяльності Першої Малоросійської колегії</a:t>
          </a:r>
          <a:endParaRPr lang="uk-UA" sz="1800" kern="1200"/>
        </a:p>
      </dsp:txBody>
      <dsp:txXfrm>
        <a:off x="455546" y="309267"/>
        <a:ext cx="4427043" cy="618856"/>
      </dsp:txXfrm>
    </dsp:sp>
    <dsp:sp modelId="{9B8B93F6-3682-4393-A4B4-81678DF6FDFA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CF63A2-8813-4AC3-BDC7-119846F74A28}">
      <dsp:nvSpPr>
        <dsp:cNvPr id="0" name=""/>
        <dsp:cNvSpPr/>
      </dsp:nvSpPr>
      <dsp:spPr>
        <a:xfrm>
          <a:off x="810351" y="1237712"/>
          <a:ext cx="4072239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оприлюднення указу про закріпачення селян на Лівобережжі</a:t>
          </a:r>
          <a:endParaRPr lang="uk-UA" sz="1800" kern="1200" dirty="0"/>
        </a:p>
      </dsp:txBody>
      <dsp:txXfrm>
        <a:off x="810351" y="1237712"/>
        <a:ext cx="4072239" cy="618856"/>
      </dsp:txXfrm>
    </dsp:sp>
    <dsp:sp modelId="{29C20103-EBBA-4A5C-ABF2-7C0DA6CCDE8F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743D22-4EF6-4B44-9098-0A427AB83BA1}">
      <dsp:nvSpPr>
        <dsp:cNvPr id="0" name=""/>
        <dsp:cNvSpPr/>
      </dsp:nvSpPr>
      <dsp:spPr>
        <a:xfrm>
          <a:off x="810351" y="2166156"/>
          <a:ext cx="4072239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остаточна ліквідація гетьманства</a:t>
          </a:r>
          <a:endParaRPr lang="uk-UA" sz="1800" kern="1200" dirty="0"/>
        </a:p>
      </dsp:txBody>
      <dsp:txXfrm>
        <a:off x="810351" y="2166156"/>
        <a:ext cx="4072239" cy="618856"/>
      </dsp:txXfrm>
    </dsp:sp>
    <dsp:sp modelId="{EBE1E81F-1DE3-4493-8A54-980DC88A3AEF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D0C658-0DEA-41FE-AA8D-E7BD3DCE85A7}">
      <dsp:nvSpPr>
        <dsp:cNvPr id="0" name=""/>
        <dsp:cNvSpPr/>
      </dsp:nvSpPr>
      <dsp:spPr>
        <a:xfrm>
          <a:off x="455546" y="3094601"/>
          <a:ext cx="4427043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укладення українсько-московського договору</a:t>
          </a:r>
          <a:endParaRPr lang="uk-UA" sz="1800" kern="1200" dirty="0"/>
        </a:p>
      </dsp:txBody>
      <dsp:txXfrm>
        <a:off x="455546" y="3094601"/>
        <a:ext cx="4427043" cy="618856"/>
      </dsp:txXfrm>
    </dsp:sp>
    <dsp:sp modelId="{834CAF4E-3C6C-4BB7-9244-4946D5675A43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AD9E91-4B82-483C-8A7E-E33650972E60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303CD4-47D7-4607-BB26-F9B7B70D73F2}">
      <dsp:nvSpPr>
        <dsp:cNvPr id="0" name=""/>
        <dsp:cNvSpPr/>
      </dsp:nvSpPr>
      <dsp:spPr>
        <a:xfrm>
          <a:off x="455546" y="309267"/>
          <a:ext cx="4427043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рішення Переяславської ради.</a:t>
          </a:r>
          <a:endParaRPr lang="uk-UA" sz="1800" kern="1200"/>
        </a:p>
      </dsp:txBody>
      <dsp:txXfrm>
        <a:off x="455546" y="309267"/>
        <a:ext cx="4427043" cy="618856"/>
      </dsp:txXfrm>
    </dsp:sp>
    <dsp:sp modelId="{69BB6863-B867-4DF7-937D-73EF6AAD5925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640137-4330-47BC-B315-E1692F94FFF2}">
      <dsp:nvSpPr>
        <dsp:cNvPr id="0" name=""/>
        <dsp:cNvSpPr/>
      </dsp:nvSpPr>
      <dsp:spPr>
        <a:xfrm>
          <a:off x="810351" y="1237712"/>
          <a:ext cx="4072239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підписання Гадяцьких пунктів.</a:t>
          </a:r>
          <a:endParaRPr lang="uk-UA" sz="1800" kern="1200"/>
        </a:p>
      </dsp:txBody>
      <dsp:txXfrm>
        <a:off x="810351" y="1237712"/>
        <a:ext cx="4072239" cy="618856"/>
      </dsp:txXfrm>
    </dsp:sp>
    <dsp:sp modelId="{138E174F-7527-4378-9575-04691ACD813A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BF49E-150B-4C94-B97F-AB49D2155E2A}">
      <dsp:nvSpPr>
        <dsp:cNvPr id="0" name=""/>
        <dsp:cNvSpPr/>
      </dsp:nvSpPr>
      <dsp:spPr>
        <a:xfrm>
          <a:off x="810351" y="2166156"/>
          <a:ext cx="4072239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поразку козацького війська в битві під Берестечком.</a:t>
          </a:r>
          <a:endParaRPr lang="uk-UA" sz="1800" kern="1200" dirty="0"/>
        </a:p>
      </dsp:txBody>
      <dsp:txXfrm>
        <a:off x="810351" y="2166156"/>
        <a:ext cx="4072239" cy="618856"/>
      </dsp:txXfrm>
    </dsp:sp>
    <dsp:sp modelId="{DA5880C5-0948-4A4F-9BA3-E7FAA0051650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94FB31-80A3-44CD-A920-4D54AADEF693}">
      <dsp:nvSpPr>
        <dsp:cNvPr id="0" name=""/>
        <dsp:cNvSpPr/>
      </dsp:nvSpPr>
      <dsp:spPr>
        <a:xfrm>
          <a:off x="455546" y="3094601"/>
          <a:ext cx="4427043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укладення династичного союзу з Молдавським князівством</a:t>
          </a:r>
          <a:endParaRPr lang="uk-UA" sz="1800" kern="1200" dirty="0"/>
        </a:p>
      </dsp:txBody>
      <dsp:txXfrm>
        <a:off x="455546" y="3094601"/>
        <a:ext cx="4427043" cy="618856"/>
      </dsp:txXfrm>
    </dsp:sp>
    <dsp:sp modelId="{A0D9EDF7-EA11-4FC0-8876-C0AFE37A6463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494711-E9B0-4A53-BFA9-90E3BA6225EA}">
      <dsp:nvSpPr>
        <dsp:cNvPr id="0" name=""/>
        <dsp:cNvSpPr/>
      </dsp:nvSpPr>
      <dsp:spPr>
        <a:xfrm>
          <a:off x="457200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8F0F8E-7EB5-4E96-934E-3A8042941E34}">
      <dsp:nvSpPr>
        <dsp:cNvPr id="0" name=""/>
        <dsp:cNvSpPr/>
      </dsp:nvSpPr>
      <dsp:spPr>
        <a:xfrm>
          <a:off x="839358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«Березневих статей».</a:t>
          </a:r>
          <a:endParaRPr lang="uk-UA" sz="1800" kern="1200"/>
        </a:p>
      </dsp:txBody>
      <dsp:txXfrm>
        <a:off x="915944" y="458744"/>
        <a:ext cx="1415690" cy="1415690"/>
      </dsp:txXfrm>
    </dsp:sp>
    <dsp:sp modelId="{8116F8C7-2D0C-469C-B403-2FF3CF9DF049}">
      <dsp:nvSpPr>
        <dsp:cNvPr id="0" name=""/>
        <dsp:cNvSpPr/>
      </dsp:nvSpPr>
      <dsp:spPr>
        <a:xfrm>
          <a:off x="2528903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Гадяцьких пунктів.</a:t>
          </a:r>
          <a:endParaRPr lang="uk-UA" sz="1800" kern="1200"/>
        </a:p>
      </dsp:txBody>
      <dsp:txXfrm>
        <a:off x="2605489" y="458744"/>
        <a:ext cx="1415690" cy="1415690"/>
      </dsp:txXfrm>
    </dsp:sp>
    <dsp:sp modelId="{C039997F-DC19-4E53-8DCC-ED5C1EC4E150}">
      <dsp:nvSpPr>
        <dsp:cNvPr id="0" name=""/>
        <dsp:cNvSpPr/>
      </dsp:nvSpPr>
      <dsp:spPr>
        <a:xfrm>
          <a:off x="839358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 err="1"/>
            <a:t>Зборівського</a:t>
          </a:r>
          <a:r>
            <a:rPr lang="ru-RU" sz="1800" b="0" i="0" kern="1200" dirty="0"/>
            <a:t> договору.</a:t>
          </a:r>
          <a:endParaRPr lang="uk-UA" sz="1800" kern="1200" dirty="0"/>
        </a:p>
      </dsp:txBody>
      <dsp:txXfrm>
        <a:off x="915944" y="2148289"/>
        <a:ext cx="1415690" cy="1415690"/>
      </dsp:txXfrm>
    </dsp:sp>
    <dsp:sp modelId="{A5D7F670-5567-4AD2-BAA6-2220DF23AD47}">
      <dsp:nvSpPr>
        <dsp:cNvPr id="0" name=""/>
        <dsp:cNvSpPr/>
      </dsp:nvSpPr>
      <dsp:spPr>
        <a:xfrm>
          <a:off x="2528903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 err="1"/>
            <a:t>Віленського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перемир’я</a:t>
          </a:r>
          <a:r>
            <a:rPr lang="ru-RU" sz="1800" b="0" i="0" kern="1200" dirty="0"/>
            <a:t>.</a:t>
          </a:r>
          <a:endParaRPr lang="uk-UA" sz="1800" kern="1200" dirty="0"/>
        </a:p>
      </dsp:txBody>
      <dsp:txXfrm>
        <a:off x="2605489" y="2148289"/>
        <a:ext cx="1415690" cy="1415690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4D0CB9-CD5E-42C4-893E-98CAC57852C8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3C6F5F-FCFC-4512-94B6-18C636475C1C}">
      <dsp:nvSpPr>
        <dsp:cNvPr id="0" name=""/>
        <dsp:cNvSpPr/>
      </dsp:nvSpPr>
      <dsp:spPr>
        <a:xfrm>
          <a:off x="455546" y="309267"/>
          <a:ext cx="4427043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Трансільванського князівства</a:t>
          </a:r>
          <a:endParaRPr lang="uk-UA" sz="2400" kern="1200"/>
        </a:p>
      </dsp:txBody>
      <dsp:txXfrm>
        <a:off x="455546" y="309267"/>
        <a:ext cx="4427043" cy="618856"/>
      </dsp:txXfrm>
    </dsp:sp>
    <dsp:sp modelId="{39EEB2C0-96A9-4FD4-9D5C-41036CD541CB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66517E-CA02-4C36-A0BF-E1DD50B41E24}">
      <dsp:nvSpPr>
        <dsp:cNvPr id="0" name=""/>
        <dsp:cNvSpPr/>
      </dsp:nvSpPr>
      <dsp:spPr>
        <a:xfrm>
          <a:off x="810351" y="1237712"/>
          <a:ext cx="4072239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Шведського королівства</a:t>
          </a:r>
          <a:endParaRPr lang="uk-UA" sz="2400" kern="1200"/>
        </a:p>
      </dsp:txBody>
      <dsp:txXfrm>
        <a:off x="810351" y="1237712"/>
        <a:ext cx="4072239" cy="618856"/>
      </dsp:txXfrm>
    </dsp:sp>
    <dsp:sp modelId="{B0DEB32D-39DE-4B1A-B0C7-68160AE85E1F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395F41-ED56-4742-9A3A-329FF1BE2C50}">
      <dsp:nvSpPr>
        <dsp:cNvPr id="0" name=""/>
        <dsp:cNvSpPr/>
      </dsp:nvSpPr>
      <dsp:spPr>
        <a:xfrm>
          <a:off x="810351" y="2166156"/>
          <a:ext cx="4072239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 err="1"/>
            <a:t>Московського</a:t>
          </a:r>
          <a:r>
            <a:rPr lang="ru-RU" sz="2400" b="0" i="0" kern="1200" dirty="0"/>
            <a:t> царства</a:t>
          </a:r>
          <a:endParaRPr lang="uk-UA" sz="2400" kern="1200" dirty="0"/>
        </a:p>
      </dsp:txBody>
      <dsp:txXfrm>
        <a:off x="810351" y="2166156"/>
        <a:ext cx="4072239" cy="618856"/>
      </dsp:txXfrm>
    </dsp:sp>
    <dsp:sp modelId="{2EBBFFCE-B290-4024-9CE2-E898E9A34CEA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8EFD66-FD7B-43ED-A210-C72BAACD098A}">
      <dsp:nvSpPr>
        <dsp:cNvPr id="0" name=""/>
        <dsp:cNvSpPr/>
      </dsp:nvSpPr>
      <dsp:spPr>
        <a:xfrm>
          <a:off x="455546" y="3094601"/>
          <a:ext cx="4427043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 err="1"/>
            <a:t>Кримського</a:t>
          </a:r>
          <a:r>
            <a:rPr lang="ru-RU" sz="2400" b="0" i="0" kern="1200" dirty="0"/>
            <a:t> ханства</a:t>
          </a:r>
          <a:endParaRPr lang="uk-UA" sz="2400" kern="1200" dirty="0"/>
        </a:p>
      </dsp:txBody>
      <dsp:txXfrm>
        <a:off x="455546" y="3094601"/>
        <a:ext cx="4427043" cy="618856"/>
      </dsp:txXfrm>
    </dsp:sp>
    <dsp:sp modelId="{8A3D37A8-1E6E-423B-9361-5A4183029DBB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977DC-F35B-4AA3-8C3F-0F4071AEA293}">
      <dsp:nvSpPr>
        <dsp:cNvPr id="0" name=""/>
        <dsp:cNvSpPr/>
      </dsp:nvSpPr>
      <dsp:spPr>
        <a:xfrm>
          <a:off x="457993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248E8F-91E0-454E-861A-61194D8C87F6}">
      <dsp:nvSpPr>
        <dsp:cNvPr id="0" name=""/>
        <dsp:cNvSpPr/>
      </dsp:nvSpPr>
      <dsp:spPr>
        <a:xfrm>
          <a:off x="840152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1651 р.</a:t>
          </a:r>
          <a:endParaRPr lang="uk-UA" sz="3900" kern="1200"/>
        </a:p>
      </dsp:txBody>
      <dsp:txXfrm>
        <a:off x="916738" y="458744"/>
        <a:ext cx="1415690" cy="1415690"/>
      </dsp:txXfrm>
    </dsp:sp>
    <dsp:sp modelId="{172635FD-0982-4C0A-AB03-B72EC5A938C0}">
      <dsp:nvSpPr>
        <dsp:cNvPr id="0" name=""/>
        <dsp:cNvSpPr/>
      </dsp:nvSpPr>
      <dsp:spPr>
        <a:xfrm>
          <a:off x="2529696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1653 р.</a:t>
          </a:r>
          <a:endParaRPr lang="uk-UA" sz="3900" kern="1200"/>
        </a:p>
      </dsp:txBody>
      <dsp:txXfrm>
        <a:off x="2606282" y="458744"/>
        <a:ext cx="1415690" cy="1415690"/>
      </dsp:txXfrm>
    </dsp:sp>
    <dsp:sp modelId="{8A6E7D88-0E9B-4BC5-A22A-BD2CF62220E5}">
      <dsp:nvSpPr>
        <dsp:cNvPr id="0" name=""/>
        <dsp:cNvSpPr/>
      </dsp:nvSpPr>
      <dsp:spPr>
        <a:xfrm>
          <a:off x="840152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1654 р.</a:t>
          </a:r>
          <a:endParaRPr lang="uk-UA" sz="3900" kern="1200"/>
        </a:p>
      </dsp:txBody>
      <dsp:txXfrm>
        <a:off x="916738" y="2148289"/>
        <a:ext cx="1415690" cy="1415690"/>
      </dsp:txXfrm>
    </dsp:sp>
    <dsp:sp modelId="{4E4ED954-249E-4E28-9F66-FC12C3B7B549}">
      <dsp:nvSpPr>
        <dsp:cNvPr id="0" name=""/>
        <dsp:cNvSpPr/>
      </dsp:nvSpPr>
      <dsp:spPr>
        <a:xfrm>
          <a:off x="2529696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 dirty="0"/>
            <a:t>1656 р.</a:t>
          </a:r>
          <a:endParaRPr lang="uk-UA" sz="3900" kern="1200" dirty="0"/>
        </a:p>
      </dsp:txBody>
      <dsp:txXfrm>
        <a:off x="2606282" y="2148289"/>
        <a:ext cx="1415690" cy="1415690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2BA71A-A673-4F33-9520-F63736D61834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19A0EE-39F9-450B-B9CA-B508466166BA}">
      <dsp:nvSpPr>
        <dsp:cNvPr id="0" name=""/>
        <dsp:cNvSpPr/>
      </dsp:nvSpPr>
      <dsp:spPr>
        <a:xfrm>
          <a:off x="455546" y="309267"/>
          <a:ext cx="9548318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Османської імперії.</a:t>
          </a:r>
          <a:endParaRPr lang="uk-UA" sz="1800" kern="1200"/>
        </a:p>
      </dsp:txBody>
      <dsp:txXfrm>
        <a:off x="455546" y="309267"/>
        <a:ext cx="9548318" cy="618856"/>
      </dsp:txXfrm>
    </dsp:sp>
    <dsp:sp modelId="{2FE94818-217B-4E6B-916C-24089E48B252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A1D8BC-4FCB-4178-ABD1-F7F96BECA685}">
      <dsp:nvSpPr>
        <dsp:cNvPr id="0" name=""/>
        <dsp:cNvSpPr/>
      </dsp:nvSpPr>
      <dsp:spPr>
        <a:xfrm>
          <a:off x="810351" y="1237712"/>
          <a:ext cx="9193514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 err="1"/>
            <a:t>Молдавського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князівства</a:t>
          </a:r>
          <a:r>
            <a:rPr lang="ru-RU" sz="1800" b="0" i="0" kern="1200" dirty="0"/>
            <a:t>.</a:t>
          </a:r>
          <a:endParaRPr lang="uk-UA" sz="1800" kern="1200" dirty="0"/>
        </a:p>
      </dsp:txBody>
      <dsp:txXfrm>
        <a:off x="810351" y="1237712"/>
        <a:ext cx="9193514" cy="618856"/>
      </dsp:txXfrm>
    </dsp:sp>
    <dsp:sp modelId="{3D08AFF9-DAAC-4F62-8F60-7F1F22DDD1B0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0ED413-E102-49E7-AD44-B2FDB0B5CD07}">
      <dsp:nvSpPr>
        <dsp:cNvPr id="0" name=""/>
        <dsp:cNvSpPr/>
      </dsp:nvSpPr>
      <dsp:spPr>
        <a:xfrm>
          <a:off x="810351" y="2166156"/>
          <a:ext cx="9193514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Шведського королівства.</a:t>
          </a:r>
          <a:endParaRPr lang="uk-UA" sz="1800" kern="1200"/>
        </a:p>
      </dsp:txBody>
      <dsp:txXfrm>
        <a:off x="810351" y="2166156"/>
        <a:ext cx="9193514" cy="618856"/>
      </dsp:txXfrm>
    </dsp:sp>
    <dsp:sp modelId="{166D2C85-37BC-4E74-98A0-84DFA86EB781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242D40-A3E1-4A24-8A83-4BDB67603D2A}">
      <dsp:nvSpPr>
        <dsp:cNvPr id="0" name=""/>
        <dsp:cNvSpPr/>
      </dsp:nvSpPr>
      <dsp:spPr>
        <a:xfrm>
          <a:off x="455546" y="3094601"/>
          <a:ext cx="9548318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 err="1"/>
            <a:t>Речі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Посполитої</a:t>
          </a:r>
          <a:r>
            <a:rPr lang="ru-RU" sz="1800" b="0" i="0" kern="1200" dirty="0"/>
            <a:t>.</a:t>
          </a:r>
          <a:br>
            <a:rPr lang="ru-RU" sz="1800" kern="1200" dirty="0"/>
          </a:br>
          <a:endParaRPr lang="uk-UA" sz="1800" kern="1200" dirty="0"/>
        </a:p>
      </dsp:txBody>
      <dsp:txXfrm>
        <a:off x="455546" y="3094601"/>
        <a:ext cx="9548318" cy="618856"/>
      </dsp:txXfrm>
    </dsp:sp>
    <dsp:sp modelId="{4B7D941A-CCD2-49DB-A188-06683B7BBA09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88C9A2-2BD9-41B6-8180-F5534764BDB9}">
      <dsp:nvSpPr>
        <dsp:cNvPr id="0" name=""/>
        <dsp:cNvSpPr/>
      </dsp:nvSpPr>
      <dsp:spPr>
        <a:xfrm>
          <a:off x="0" y="35941"/>
          <a:ext cx="10058399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«Сповнені великої радості, вітаємо твою достойність королівську милість зі світлою перемогою над татарами й козаками Хмельницького під Берестечком...»</a:t>
          </a:r>
          <a:endParaRPr lang="uk-UA" sz="1700" i="0" kern="1200"/>
        </a:p>
      </dsp:txBody>
      <dsp:txXfrm>
        <a:off x="46424" y="82365"/>
        <a:ext cx="9965551" cy="858142"/>
      </dsp:txXfrm>
    </dsp:sp>
    <dsp:sp modelId="{2E59C864-D86E-4520-977C-0AE7BDAFE081}">
      <dsp:nvSpPr>
        <dsp:cNvPr id="0" name=""/>
        <dsp:cNvSpPr/>
      </dsp:nvSpPr>
      <dsp:spPr>
        <a:xfrm>
          <a:off x="0" y="1035891"/>
          <a:ext cx="10058399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«Бачу зле, бо віддав Хмельницький усіх нас у неволю московському цареві… Сам із військом козацьким присягнув і місто Київ силою під каранням мечем до того привів, що присягли всі…»</a:t>
          </a:r>
          <a:endParaRPr lang="uk-UA" sz="1700" i="0" kern="1200" dirty="0"/>
        </a:p>
      </dsp:txBody>
      <dsp:txXfrm>
        <a:off x="46424" y="1082315"/>
        <a:ext cx="9965551" cy="858142"/>
      </dsp:txXfrm>
    </dsp:sp>
    <dsp:sp modelId="{116F45A9-0CEF-41FB-BA25-0C877E614465}">
      <dsp:nvSpPr>
        <dsp:cNvPr id="0" name=""/>
        <dsp:cNvSpPr/>
      </dsp:nvSpPr>
      <dsp:spPr>
        <a:xfrm>
          <a:off x="0" y="2035842"/>
          <a:ext cx="10058399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«Тих польських ратних людей біля Жовтих Вод самовільні козаки, з’єднавшись із татарами, всіх побили, а інших у полон </a:t>
          </a:r>
          <a:r>
            <a:rPr lang="uk-UA" sz="1700" b="0" i="0" kern="1200" dirty="0" err="1"/>
            <a:t>побрали</a:t>
          </a:r>
          <a:r>
            <a:rPr lang="uk-UA" sz="1700" b="0" i="0" kern="1200" dirty="0"/>
            <a:t> живими разом із сином коронного гетьмана Потоцького...»</a:t>
          </a:r>
          <a:endParaRPr lang="uk-UA" sz="1700" i="0" kern="1200" dirty="0"/>
        </a:p>
      </dsp:txBody>
      <dsp:txXfrm>
        <a:off x="46424" y="2082266"/>
        <a:ext cx="9965551" cy="858142"/>
      </dsp:txXfrm>
    </dsp:sp>
    <dsp:sp modelId="{1C07B582-C230-41A9-B032-FE9B5E58ED17}">
      <dsp:nvSpPr>
        <dsp:cNvPr id="0" name=""/>
        <dsp:cNvSpPr/>
      </dsp:nvSpPr>
      <dsp:spPr>
        <a:xfrm>
          <a:off x="0" y="3035793"/>
          <a:ext cx="10058399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«Наш підданий гетьман Богдан Хмельницький, майже поєднавши свої війська з угорцем Ракочієм, послав до Польської держави наказного гетьмана Антіна Ждановича, і Богуна, й інших начальників для спустошення...»</a:t>
          </a:r>
          <a:endParaRPr lang="uk-UA" sz="1700" i="0" kern="1200" dirty="0"/>
        </a:p>
      </dsp:txBody>
      <dsp:txXfrm>
        <a:off x="46424" y="3082217"/>
        <a:ext cx="9965551" cy="858142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3ED901-889D-47C2-9C74-AF8EC594A5B2}">
      <dsp:nvSpPr>
        <dsp:cNvPr id="0" name=""/>
        <dsp:cNvSpPr/>
      </dsp:nvSpPr>
      <dsp:spPr>
        <a:xfrm>
          <a:off x="0" y="27762"/>
          <a:ext cx="4938712" cy="195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«Через рік після перемоги під Берестечком повністю загинуло польське військо... Того ж року господарю Василю довелося влаштовувати весілля своєї дочки </a:t>
          </a:r>
          <a:r>
            <a:rPr lang="uk-UA" sz="1900" b="0" i="0" kern="1200" dirty="0" err="1"/>
            <a:t>Розанди</a:t>
          </a:r>
          <a:r>
            <a:rPr lang="uk-UA" sz="1900" b="0" i="0" kern="1200" dirty="0"/>
            <a:t> з </a:t>
          </a:r>
          <a:r>
            <a:rPr lang="uk-UA" sz="1900" b="0" i="0" kern="1200" dirty="0" err="1"/>
            <a:t>Тимошем</a:t>
          </a:r>
          <a:r>
            <a:rPr lang="uk-UA" sz="1900" b="0" i="0" kern="1200" dirty="0"/>
            <a:t>, сином козацького гетьмана </a:t>
          </a:r>
          <a:r>
            <a:rPr lang="uk-UA" sz="1900" b="0" i="0" kern="1200" dirty="0" err="1"/>
            <a:t>Хмеля</a:t>
          </a:r>
          <a:r>
            <a:rPr lang="uk-UA" sz="1900" b="0" i="0" kern="1200" dirty="0"/>
            <a:t>...»</a:t>
          </a:r>
          <a:endParaRPr lang="uk-UA" sz="1900" kern="1200" dirty="0"/>
        </a:p>
      </dsp:txBody>
      <dsp:txXfrm>
        <a:off x="95496" y="123258"/>
        <a:ext cx="4747720" cy="1765248"/>
      </dsp:txXfrm>
    </dsp:sp>
    <dsp:sp modelId="{F4D47FEB-1578-41DC-A7D4-859F1F794BB6}">
      <dsp:nvSpPr>
        <dsp:cNvPr id="0" name=""/>
        <dsp:cNvSpPr/>
      </dsp:nvSpPr>
      <dsp:spPr>
        <a:xfrm>
          <a:off x="0" y="2038722"/>
          <a:ext cx="4938712" cy="195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«Стали поляки обозом та вишикували своє військо на рівнині коло Корсуня. Того ж ранку вдарив Хмельницький зі своїм і ординським військом на поляків. Ті, недовго втримуючи свій стрій, з великими втратами відступили...»</a:t>
          </a:r>
          <a:endParaRPr lang="uk-UA" sz="1900" kern="1200" dirty="0"/>
        </a:p>
      </dsp:txBody>
      <dsp:txXfrm>
        <a:off x="95496" y="2134218"/>
        <a:ext cx="4747720" cy="1765248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413B3F-8C1B-4EEB-91F7-D7E507518F40}">
      <dsp:nvSpPr>
        <dsp:cNvPr id="0" name=""/>
        <dsp:cNvSpPr/>
      </dsp:nvSpPr>
      <dsp:spPr>
        <a:xfrm>
          <a:off x="0" y="27762"/>
          <a:ext cx="4937125" cy="195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«То ми, великий государ, підданого нашого Богдана Хмельницького... і все наше Військо Запорозьке пожалували – веліли їм бути під нашою, царського </a:t>
          </a:r>
          <a:r>
            <a:rPr lang="uk-UA" sz="1900" b="0" i="0" kern="1200" dirty="0" err="1"/>
            <a:t>величества</a:t>
          </a:r>
          <a:r>
            <a:rPr lang="uk-UA" sz="1900" b="0" i="0" kern="1200" dirty="0"/>
            <a:t>, високою рукою, згідно з давнішими їх правами і привілеями...»</a:t>
          </a:r>
          <a:endParaRPr lang="uk-UA" sz="1900" kern="1200" dirty="0"/>
        </a:p>
      </dsp:txBody>
      <dsp:txXfrm>
        <a:off x="95496" y="123258"/>
        <a:ext cx="4746133" cy="1765248"/>
      </dsp:txXfrm>
    </dsp:sp>
    <dsp:sp modelId="{0250D458-BB5D-43AC-A0D0-C49A17CD9DF2}">
      <dsp:nvSpPr>
        <dsp:cNvPr id="0" name=""/>
        <dsp:cNvSpPr/>
      </dsp:nvSpPr>
      <dsp:spPr>
        <a:xfrm>
          <a:off x="0" y="2038722"/>
          <a:ext cx="4937125" cy="195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«Увесь народ, вийшовши з Києва, вся чернь вітала його. Академія вітала його промовами як спасителя народу від рабства польського, як Мойсея, вбачаючи в імені Богдан добрий знак і називаючи його Богом даний...»</a:t>
          </a:r>
          <a:endParaRPr lang="uk-UA" sz="1900" kern="1200" dirty="0"/>
        </a:p>
      </dsp:txBody>
      <dsp:txXfrm>
        <a:off x="95496" y="2134218"/>
        <a:ext cx="4746133" cy="1765248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33756E-5341-49F5-9FB3-9E104B38B1FA}">
      <dsp:nvSpPr>
        <dsp:cNvPr id="0" name=""/>
        <dsp:cNvSpPr/>
      </dsp:nvSpPr>
      <dsp:spPr>
        <a:xfrm>
          <a:off x="0" y="250962"/>
          <a:ext cx="4938712" cy="1731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Різке загострення соціально-політичної боротьби, що вилилася у громадянську війну й спричинила розкол козацької держави на два гетьманства, виділення Запоріжжя в окрему політичну силу.</a:t>
          </a:r>
          <a:endParaRPr lang="uk-UA" sz="2000" kern="1200" dirty="0"/>
        </a:p>
      </dsp:txBody>
      <dsp:txXfrm>
        <a:off x="84530" y="335492"/>
        <a:ext cx="4769652" cy="1562540"/>
      </dsp:txXfrm>
    </dsp:sp>
    <dsp:sp modelId="{241C4D77-C4CC-4301-B737-719C6961C651}">
      <dsp:nvSpPr>
        <dsp:cNvPr id="0" name=""/>
        <dsp:cNvSpPr/>
      </dsp:nvSpPr>
      <dsp:spPr>
        <a:xfrm>
          <a:off x="0" y="2040162"/>
          <a:ext cx="4938712" cy="1731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Погіршення становища новоутвореної Української козацької держави та активні пошуки її урядом союзників для розгрому Речі Посполитої і возз’єднання в межах єдиної держави усіх українських земель.</a:t>
          </a:r>
          <a:endParaRPr lang="uk-UA" sz="2000" kern="1200" dirty="0"/>
        </a:p>
      </dsp:txBody>
      <dsp:txXfrm>
        <a:off x="84530" y="2124692"/>
        <a:ext cx="4769652" cy="1562540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10E1FD-7DBE-47C6-9655-67485E3CDE96}">
      <dsp:nvSpPr>
        <dsp:cNvPr id="0" name=""/>
        <dsp:cNvSpPr/>
      </dsp:nvSpPr>
      <dsp:spPr>
        <a:xfrm>
          <a:off x="0" y="427002"/>
          <a:ext cx="4937125" cy="15584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Намагання польського та московського урядів поділити козацьку державу, що завершилося закріпленням її територіального розколу на міждержавному рівні, боротьба патріотичних сил за возз’єднання козацької держави.</a:t>
          </a:r>
          <a:endParaRPr lang="uk-UA" sz="1800" kern="1200" dirty="0"/>
        </a:p>
      </dsp:txBody>
      <dsp:txXfrm>
        <a:off x="76077" y="503079"/>
        <a:ext cx="4784971" cy="1406285"/>
      </dsp:txXfrm>
    </dsp:sp>
    <dsp:sp modelId="{379032A9-8293-4BF5-AB9D-D61550276101}">
      <dsp:nvSpPr>
        <dsp:cNvPr id="0" name=""/>
        <dsp:cNvSpPr/>
      </dsp:nvSpPr>
      <dsp:spPr>
        <a:xfrm>
          <a:off x="0" y="2037282"/>
          <a:ext cx="4937125" cy="15584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Втручання іноземних держав у внутрішні справи України, ліквідація українських державних інституцій на Правобережжі та його спустошення польськими, кримськими, турецькими, московськими військами.</a:t>
          </a:r>
          <a:endParaRPr lang="uk-UA" sz="1800" kern="1200" dirty="0"/>
        </a:p>
      </dsp:txBody>
      <dsp:txXfrm>
        <a:off x="76077" y="2113359"/>
        <a:ext cx="4784971" cy="1406285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1A8C7C-22E1-4014-8D75-C0FB5CFF2D1F}">
      <dsp:nvSpPr>
        <dsp:cNvPr id="0" name=""/>
        <dsp:cNvSpPr/>
      </dsp:nvSpPr>
      <dsp:spPr>
        <a:xfrm>
          <a:off x="0" y="68262"/>
          <a:ext cx="49371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Андрусівського перемир’я, Московською державою, гетьмана П. Дорошенка, Османською імперією</a:t>
          </a:r>
          <a:endParaRPr lang="uk-UA" sz="1700" kern="1200"/>
        </a:p>
      </dsp:txBody>
      <dsp:txXfrm>
        <a:off x="45635" y="113897"/>
        <a:ext cx="4845855" cy="843560"/>
      </dsp:txXfrm>
    </dsp:sp>
    <dsp:sp modelId="{3437ABD7-F93F-460D-B3DC-120028F82973}">
      <dsp:nvSpPr>
        <dsp:cNvPr id="0" name=""/>
        <dsp:cNvSpPr/>
      </dsp:nvSpPr>
      <dsp:spPr>
        <a:xfrm>
          <a:off x="0" y="1052052"/>
          <a:ext cx="49371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Гадяцького договору, Гетьманщиною, царя Олексія Михайловича, Кримським ханством</a:t>
          </a:r>
          <a:endParaRPr lang="uk-UA" sz="1700" kern="1200" dirty="0"/>
        </a:p>
      </dsp:txBody>
      <dsp:txXfrm>
        <a:off x="45635" y="1097687"/>
        <a:ext cx="4845855" cy="843560"/>
      </dsp:txXfrm>
    </dsp:sp>
    <dsp:sp modelId="{2E8BC814-F29A-4654-90F2-1ECF72494072}">
      <dsp:nvSpPr>
        <dsp:cNvPr id="0" name=""/>
        <dsp:cNvSpPr/>
      </dsp:nvSpPr>
      <dsp:spPr>
        <a:xfrm>
          <a:off x="0" y="2035842"/>
          <a:ext cx="49371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Віленського перемир’я, Московською державою, гетьмана Б. Хмельницького, Швецією</a:t>
          </a:r>
          <a:endParaRPr lang="uk-UA" sz="1700" kern="1200"/>
        </a:p>
      </dsp:txBody>
      <dsp:txXfrm>
        <a:off x="45635" y="2081477"/>
        <a:ext cx="4845855" cy="843560"/>
      </dsp:txXfrm>
    </dsp:sp>
    <dsp:sp modelId="{2B8532A0-034B-4A30-B8BE-A4CBE1A726B5}">
      <dsp:nvSpPr>
        <dsp:cNvPr id="0" name=""/>
        <dsp:cNvSpPr/>
      </dsp:nvSpPr>
      <dsp:spPr>
        <a:xfrm>
          <a:off x="0" y="3019632"/>
          <a:ext cx="49371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«Вічного миру», Московською державою, султана Магомета </a:t>
          </a:r>
          <a:r>
            <a:rPr lang="en-US" sz="1700" b="0" i="0" kern="1200" dirty="0"/>
            <a:t>IV, </a:t>
          </a:r>
          <a:r>
            <a:rPr lang="uk-UA" sz="1700" b="0" i="0" kern="1200" dirty="0"/>
            <a:t>Гетьманщиною</a:t>
          </a:r>
          <a:endParaRPr lang="uk-UA" sz="1700" kern="1200" dirty="0"/>
        </a:p>
      </dsp:txBody>
      <dsp:txXfrm>
        <a:off x="45635" y="3065267"/>
        <a:ext cx="4845855" cy="843560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792086-718C-46EB-9D59-4EA6561EDC44}">
      <dsp:nvSpPr>
        <dsp:cNvPr id="0" name=""/>
        <dsp:cNvSpPr/>
      </dsp:nvSpPr>
      <dsp:spPr>
        <a:xfrm rot="10800000">
          <a:off x="1032629" y="332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складання козацького реєстру королем Стефаном Баторієм.</a:t>
          </a:r>
          <a:endParaRPr lang="uk-UA" sz="1600" kern="1200" dirty="0"/>
        </a:p>
      </dsp:txBody>
      <dsp:txXfrm rot="10800000">
        <a:off x="1238024" y="332"/>
        <a:ext cx="3078848" cy="821579"/>
      </dsp:txXfrm>
    </dsp:sp>
    <dsp:sp modelId="{B85BC177-37D3-4680-BC0C-A6967E39A21E}">
      <dsp:nvSpPr>
        <dsp:cNvPr id="0" name=""/>
        <dsp:cNvSpPr/>
      </dsp:nvSpPr>
      <dsp:spPr>
        <a:xfrm>
          <a:off x="621839" y="332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175690-60A4-4C1F-A10A-AB5093B1D815}">
      <dsp:nvSpPr>
        <dsp:cNvPr id="0" name=""/>
        <dsp:cNvSpPr/>
      </dsp:nvSpPr>
      <dsp:spPr>
        <a:xfrm rot="10800000">
          <a:off x="1032629" y="1067159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активізації морських походів козаків проти Османської імперії.</a:t>
          </a:r>
          <a:endParaRPr lang="uk-UA" sz="1600" kern="1200"/>
        </a:p>
      </dsp:txBody>
      <dsp:txXfrm rot="10800000">
        <a:off x="1238024" y="1067159"/>
        <a:ext cx="3078848" cy="821579"/>
      </dsp:txXfrm>
    </dsp:sp>
    <dsp:sp modelId="{02549704-49F1-4E49-9F14-E2B6BE7C686D}">
      <dsp:nvSpPr>
        <dsp:cNvPr id="0" name=""/>
        <dsp:cNvSpPr/>
      </dsp:nvSpPr>
      <dsp:spPr>
        <a:xfrm>
          <a:off x="621839" y="1067159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AC8552-AA97-49F9-AF39-0D417D5DB523}">
      <dsp:nvSpPr>
        <dsp:cNvPr id="0" name=""/>
        <dsp:cNvSpPr/>
      </dsp:nvSpPr>
      <dsp:spPr>
        <a:xfrm rot="10800000">
          <a:off x="1032629" y="2133986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розгортання національно-визвольної війни під проводом Б. Хмельницького.</a:t>
          </a:r>
          <a:endParaRPr lang="uk-UA" sz="1600" kern="1200"/>
        </a:p>
      </dsp:txBody>
      <dsp:txXfrm rot="10800000">
        <a:off x="1238024" y="2133986"/>
        <a:ext cx="3078848" cy="821579"/>
      </dsp:txXfrm>
    </dsp:sp>
    <dsp:sp modelId="{0C9B56A1-A9A3-4009-BE71-CB0AAC22A7D9}">
      <dsp:nvSpPr>
        <dsp:cNvPr id="0" name=""/>
        <dsp:cNvSpPr/>
      </dsp:nvSpPr>
      <dsp:spPr>
        <a:xfrm>
          <a:off x="621839" y="2133986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CF26E5-AE3B-453E-9983-487E9EFC20B7}">
      <dsp:nvSpPr>
        <dsp:cNvPr id="0" name=""/>
        <dsp:cNvSpPr/>
      </dsp:nvSpPr>
      <dsp:spPr>
        <a:xfrm rot="10800000">
          <a:off x="1032629" y="3200813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установлення «десятиліття золотого спокою» в Речі Посполитій.</a:t>
          </a:r>
          <a:endParaRPr lang="uk-UA" sz="1600" kern="1200" dirty="0"/>
        </a:p>
      </dsp:txBody>
      <dsp:txXfrm rot="10800000">
        <a:off x="1238024" y="3200813"/>
        <a:ext cx="3078848" cy="821579"/>
      </dsp:txXfrm>
    </dsp:sp>
    <dsp:sp modelId="{0D15EB00-B924-4455-A744-5CDB77EC6F32}">
      <dsp:nvSpPr>
        <dsp:cNvPr id="0" name=""/>
        <dsp:cNvSpPr/>
      </dsp:nvSpPr>
      <dsp:spPr>
        <a:xfrm>
          <a:off x="621839" y="3200813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517364-D60A-4775-9261-5DDB4B7A3B80}">
      <dsp:nvSpPr>
        <dsp:cNvPr id="0" name=""/>
        <dsp:cNvSpPr/>
      </dsp:nvSpPr>
      <dsp:spPr>
        <a:xfrm>
          <a:off x="0" y="166002"/>
          <a:ext cx="493871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фактична ліквідація особистої залежності селян</a:t>
          </a:r>
          <a:endParaRPr lang="uk-UA" sz="2200" kern="1200"/>
        </a:p>
      </dsp:txBody>
      <dsp:txXfrm>
        <a:off x="42722" y="208724"/>
        <a:ext cx="4853268" cy="789716"/>
      </dsp:txXfrm>
    </dsp:sp>
    <dsp:sp modelId="{1DAD9A6A-69A9-45F9-86E5-BDF7ADB58763}">
      <dsp:nvSpPr>
        <dsp:cNvPr id="0" name=""/>
        <dsp:cNvSpPr/>
      </dsp:nvSpPr>
      <dsp:spPr>
        <a:xfrm>
          <a:off x="0" y="1104522"/>
          <a:ext cx="493871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 err="1"/>
            <a:t>зрівняння</a:t>
          </a:r>
          <a:r>
            <a:rPr lang="ru-RU" sz="2200" b="0" i="0" kern="1200" dirty="0"/>
            <a:t> в правах </a:t>
          </a:r>
          <a:r>
            <a:rPr lang="ru-RU" sz="2200" b="0" i="0" kern="1200" dirty="0" err="1"/>
            <a:t>селянського</a:t>
          </a:r>
          <a:r>
            <a:rPr lang="ru-RU" sz="2200" b="0" i="0" kern="1200" dirty="0"/>
            <a:t> та </a:t>
          </a:r>
          <a:r>
            <a:rPr lang="ru-RU" sz="2200" b="0" i="0" kern="1200" dirty="0" err="1"/>
            <a:t>козацького</a:t>
          </a:r>
          <a:r>
            <a:rPr lang="ru-RU" sz="2200" b="0" i="0" kern="1200" dirty="0"/>
            <a:t> </a:t>
          </a:r>
          <a:r>
            <a:rPr lang="ru-RU" sz="2200" b="0" i="0" kern="1200" dirty="0" err="1"/>
            <a:t>станів</a:t>
          </a:r>
          <a:endParaRPr lang="uk-UA" sz="2200" kern="1200" dirty="0"/>
        </a:p>
      </dsp:txBody>
      <dsp:txXfrm>
        <a:off x="42722" y="1147244"/>
        <a:ext cx="4853268" cy="789716"/>
      </dsp:txXfrm>
    </dsp:sp>
    <dsp:sp modelId="{EB4861DA-CA7B-4AAE-B1E7-6DFD54E457EE}">
      <dsp:nvSpPr>
        <dsp:cNvPr id="0" name=""/>
        <dsp:cNvSpPr/>
      </dsp:nvSpPr>
      <dsp:spPr>
        <a:xfrm>
          <a:off x="0" y="2043042"/>
          <a:ext cx="493871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поява фільваркового господарства</a:t>
          </a:r>
          <a:endParaRPr lang="uk-UA" sz="2200" kern="1200"/>
        </a:p>
      </dsp:txBody>
      <dsp:txXfrm>
        <a:off x="42722" y="2085764"/>
        <a:ext cx="4853268" cy="789716"/>
      </dsp:txXfrm>
    </dsp:sp>
    <dsp:sp modelId="{8F2FECCB-626E-4F5B-85DE-45CD91003242}">
      <dsp:nvSpPr>
        <dsp:cNvPr id="0" name=""/>
        <dsp:cNvSpPr/>
      </dsp:nvSpPr>
      <dsp:spPr>
        <a:xfrm>
          <a:off x="0" y="2981562"/>
          <a:ext cx="493871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 err="1"/>
            <a:t>запровадження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магдебурзького</a:t>
          </a:r>
          <a:r>
            <a:rPr lang="ru-RU" sz="2200" b="0" i="0" kern="1200" dirty="0"/>
            <a:t> права</a:t>
          </a:r>
          <a:br>
            <a:rPr lang="ru-RU" sz="2200" kern="1200" dirty="0"/>
          </a:br>
          <a:endParaRPr lang="uk-UA" sz="2200" kern="1200" dirty="0"/>
        </a:p>
      </dsp:txBody>
      <dsp:txXfrm>
        <a:off x="42722" y="3024284"/>
        <a:ext cx="4853268" cy="789716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54F339-C932-462A-A532-449AA3DCAC96}">
      <dsp:nvSpPr>
        <dsp:cNvPr id="0" name=""/>
        <dsp:cNvSpPr/>
      </dsp:nvSpPr>
      <dsp:spPr>
        <a:xfrm>
          <a:off x="0" y="212072"/>
          <a:ext cx="2816034" cy="2267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 dirty="0"/>
            <a:t>«… великий государ наш гетьмана Б. Хмельницького пожалує, свої грамоти царські на ваші вольності велить дати … і щоб Війська Запорозького було 60000 …»</a:t>
          </a:r>
          <a:endParaRPr lang="uk-UA" sz="1700" kern="1200" dirty="0"/>
        </a:p>
      </dsp:txBody>
      <dsp:txXfrm>
        <a:off x="110688" y="322760"/>
        <a:ext cx="2594658" cy="2046084"/>
      </dsp:txXfrm>
    </dsp:sp>
    <dsp:sp modelId="{9167313B-64C2-4146-B9E1-12B6D9338D57}">
      <dsp:nvSpPr>
        <dsp:cNvPr id="0" name=""/>
        <dsp:cNvSpPr/>
      </dsp:nvSpPr>
      <dsp:spPr>
        <a:xfrm>
          <a:off x="0" y="2528492"/>
          <a:ext cx="2816034" cy="2267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 dirty="0"/>
            <a:t>«… Козаки можуть проживати лише в Київському воєводстві, та й то лише на королівських землях. Ні Брацлавське, ні Чернігівське воєводства козаки не матимуть…»</a:t>
          </a:r>
          <a:endParaRPr lang="uk-UA" sz="1700" kern="1200" dirty="0"/>
        </a:p>
      </dsp:txBody>
      <dsp:txXfrm>
        <a:off x="110688" y="2639180"/>
        <a:ext cx="2594658" cy="2046084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C06D8D-F113-4796-BC5A-854F23FD469D}">
      <dsp:nvSpPr>
        <dsp:cNvPr id="0" name=""/>
        <dsp:cNvSpPr/>
      </dsp:nvSpPr>
      <dsp:spPr>
        <a:xfrm>
          <a:off x="0" y="188202"/>
          <a:ext cx="2816034" cy="22507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 dirty="0"/>
            <a:t>«Найясніший королю Швеції… ми підняли зброю проти поляків на захист віри і вольності. …ми з’єднані з вашою величністю зв’язком, яким ми зобов’язані обом воєводам Молдавії та князеві Трансільванії…»</a:t>
          </a:r>
          <a:endParaRPr lang="uk-UA" sz="1500" kern="1200" dirty="0"/>
        </a:p>
      </dsp:txBody>
      <dsp:txXfrm>
        <a:off x="109874" y="298076"/>
        <a:ext cx="2596286" cy="2031039"/>
      </dsp:txXfrm>
    </dsp:sp>
    <dsp:sp modelId="{5D9CB283-3227-42D0-B5A9-A292144D2BA3}">
      <dsp:nvSpPr>
        <dsp:cNvPr id="0" name=""/>
        <dsp:cNvSpPr/>
      </dsp:nvSpPr>
      <dsp:spPr>
        <a:xfrm>
          <a:off x="0" y="2482190"/>
          <a:ext cx="2816034" cy="22507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 dirty="0"/>
            <a:t>«Його королівська величність буде і далі жалувати посади громадянам шляхетського стану в Київському, Брацлавському та Чернігівському воєводствах. Чигирин має назавжди лишитися при булаві Війська Запорозького…»</a:t>
          </a:r>
          <a:endParaRPr lang="uk-UA" sz="1500" kern="1200" dirty="0"/>
        </a:p>
      </dsp:txBody>
      <dsp:txXfrm>
        <a:off x="109874" y="2592064"/>
        <a:ext cx="2596286" cy="2031039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5E4D2F-2FE3-4B16-A752-0F875C43A7CF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0140F6-0345-4844-9B5F-394FD759E733}">
      <dsp:nvSpPr>
        <dsp:cNvPr id="0" name=""/>
        <dsp:cNvSpPr/>
      </dsp:nvSpPr>
      <dsp:spPr>
        <a:xfrm>
          <a:off x="411090" y="271871"/>
          <a:ext cx="471078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1648 р.</a:t>
          </a:r>
          <a:endParaRPr lang="uk-UA" sz="2800" kern="1200"/>
        </a:p>
      </dsp:txBody>
      <dsp:txXfrm>
        <a:off x="411090" y="271871"/>
        <a:ext cx="4710785" cy="544091"/>
      </dsp:txXfrm>
    </dsp:sp>
    <dsp:sp modelId="{E82EC445-ADEB-4645-9AF6-2F65356498CD}">
      <dsp:nvSpPr>
        <dsp:cNvPr id="0" name=""/>
        <dsp:cNvSpPr/>
      </dsp:nvSpPr>
      <dsp:spPr>
        <a:xfrm>
          <a:off x="71032" y="203860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70DD57-5E62-47C2-B9FB-F8361381E64E}">
      <dsp:nvSpPr>
        <dsp:cNvPr id="0" name=""/>
        <dsp:cNvSpPr/>
      </dsp:nvSpPr>
      <dsp:spPr>
        <a:xfrm>
          <a:off x="800969" y="1087747"/>
          <a:ext cx="432090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1649 р.</a:t>
          </a:r>
          <a:endParaRPr lang="uk-UA" sz="2800" kern="1200"/>
        </a:p>
      </dsp:txBody>
      <dsp:txXfrm>
        <a:off x="800969" y="1087747"/>
        <a:ext cx="4320905" cy="544091"/>
      </dsp:txXfrm>
    </dsp:sp>
    <dsp:sp modelId="{593E935E-D43A-4F6D-AE2F-F3B09D3ECF9E}">
      <dsp:nvSpPr>
        <dsp:cNvPr id="0" name=""/>
        <dsp:cNvSpPr/>
      </dsp:nvSpPr>
      <dsp:spPr>
        <a:xfrm>
          <a:off x="460912" y="1019736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57020C-243F-4570-B3C0-6D5D36430D60}">
      <dsp:nvSpPr>
        <dsp:cNvPr id="0" name=""/>
        <dsp:cNvSpPr/>
      </dsp:nvSpPr>
      <dsp:spPr>
        <a:xfrm>
          <a:off x="920631" y="1903623"/>
          <a:ext cx="4201243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1651 р.</a:t>
          </a:r>
          <a:endParaRPr lang="uk-UA" sz="2800" kern="1200"/>
        </a:p>
      </dsp:txBody>
      <dsp:txXfrm>
        <a:off x="920631" y="1903623"/>
        <a:ext cx="4201243" cy="544091"/>
      </dsp:txXfrm>
    </dsp:sp>
    <dsp:sp modelId="{C4A44034-CEA3-4E3A-845B-5447D5E20C25}">
      <dsp:nvSpPr>
        <dsp:cNvPr id="0" name=""/>
        <dsp:cNvSpPr/>
      </dsp:nvSpPr>
      <dsp:spPr>
        <a:xfrm>
          <a:off x="580574" y="1835611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D6AE2D-6AC2-4B82-9901-8577DA0F7F0B}">
      <dsp:nvSpPr>
        <dsp:cNvPr id="0" name=""/>
        <dsp:cNvSpPr/>
      </dsp:nvSpPr>
      <dsp:spPr>
        <a:xfrm>
          <a:off x="800969" y="2719499"/>
          <a:ext cx="432090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1654 р</a:t>
          </a:r>
          <a:endParaRPr lang="uk-UA" sz="2800" kern="1200"/>
        </a:p>
      </dsp:txBody>
      <dsp:txXfrm>
        <a:off x="800969" y="2719499"/>
        <a:ext cx="4320905" cy="544091"/>
      </dsp:txXfrm>
    </dsp:sp>
    <dsp:sp modelId="{6259E67D-AC0D-4B4F-9C9B-15C990D0422D}">
      <dsp:nvSpPr>
        <dsp:cNvPr id="0" name=""/>
        <dsp:cNvSpPr/>
      </dsp:nvSpPr>
      <dsp:spPr>
        <a:xfrm>
          <a:off x="460912" y="2651487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DACD9A-13D5-4C9B-8053-2CF34989D3B9}">
      <dsp:nvSpPr>
        <dsp:cNvPr id="0" name=""/>
        <dsp:cNvSpPr/>
      </dsp:nvSpPr>
      <dsp:spPr>
        <a:xfrm>
          <a:off x="411090" y="3535375"/>
          <a:ext cx="471078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dirty="0"/>
            <a:t>1656 р.</a:t>
          </a:r>
          <a:endParaRPr lang="uk-UA" sz="2800" kern="1200" dirty="0"/>
        </a:p>
      </dsp:txBody>
      <dsp:txXfrm>
        <a:off x="411090" y="3535375"/>
        <a:ext cx="4710785" cy="544091"/>
      </dsp:txXfrm>
    </dsp:sp>
    <dsp:sp modelId="{EEB3501F-70C1-445B-9FEC-68B76013EDE2}">
      <dsp:nvSpPr>
        <dsp:cNvPr id="0" name=""/>
        <dsp:cNvSpPr/>
      </dsp:nvSpPr>
      <dsp:spPr>
        <a:xfrm>
          <a:off x="71032" y="3467363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1A8C7C-22E1-4014-8D75-C0FB5CFF2D1F}">
      <dsp:nvSpPr>
        <dsp:cNvPr id="0" name=""/>
        <dsp:cNvSpPr/>
      </dsp:nvSpPr>
      <dsp:spPr>
        <a:xfrm>
          <a:off x="0" y="68262"/>
          <a:ext cx="49371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Андрусівського перемир’я, Московською державою, гетьмана П. Дорошенка, Османською імперією</a:t>
          </a:r>
          <a:endParaRPr lang="uk-UA" sz="1700" kern="1200"/>
        </a:p>
      </dsp:txBody>
      <dsp:txXfrm>
        <a:off x="45635" y="113897"/>
        <a:ext cx="4845855" cy="843560"/>
      </dsp:txXfrm>
    </dsp:sp>
    <dsp:sp modelId="{3437ABD7-F93F-460D-B3DC-120028F82973}">
      <dsp:nvSpPr>
        <dsp:cNvPr id="0" name=""/>
        <dsp:cNvSpPr/>
      </dsp:nvSpPr>
      <dsp:spPr>
        <a:xfrm>
          <a:off x="0" y="1052052"/>
          <a:ext cx="49371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Гадяцького договору, Гетьманщиною, царя Олексія Михайловича, Кримським ханством</a:t>
          </a:r>
          <a:endParaRPr lang="uk-UA" sz="1700" kern="1200" dirty="0"/>
        </a:p>
      </dsp:txBody>
      <dsp:txXfrm>
        <a:off x="45635" y="1097687"/>
        <a:ext cx="4845855" cy="843560"/>
      </dsp:txXfrm>
    </dsp:sp>
    <dsp:sp modelId="{2E8BC814-F29A-4654-90F2-1ECF72494072}">
      <dsp:nvSpPr>
        <dsp:cNvPr id="0" name=""/>
        <dsp:cNvSpPr/>
      </dsp:nvSpPr>
      <dsp:spPr>
        <a:xfrm>
          <a:off x="0" y="2035842"/>
          <a:ext cx="49371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Віленського перемир’я, Московською державою, гетьмана Б. Хмельницького, Швецією</a:t>
          </a:r>
          <a:endParaRPr lang="uk-UA" sz="1700" kern="1200"/>
        </a:p>
      </dsp:txBody>
      <dsp:txXfrm>
        <a:off x="45635" y="2081477"/>
        <a:ext cx="4845855" cy="843560"/>
      </dsp:txXfrm>
    </dsp:sp>
    <dsp:sp modelId="{2B8532A0-034B-4A30-B8BE-A4CBE1A726B5}">
      <dsp:nvSpPr>
        <dsp:cNvPr id="0" name=""/>
        <dsp:cNvSpPr/>
      </dsp:nvSpPr>
      <dsp:spPr>
        <a:xfrm>
          <a:off x="0" y="3019632"/>
          <a:ext cx="49371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«Вічного миру», Московською державою, султана Магомета </a:t>
          </a:r>
          <a:r>
            <a:rPr lang="en-US" sz="1700" b="0" i="0" kern="1200" dirty="0"/>
            <a:t>IV, </a:t>
          </a:r>
          <a:r>
            <a:rPr lang="uk-UA" sz="1700" b="0" i="0" kern="1200" dirty="0"/>
            <a:t>Гетьманщиною</a:t>
          </a:r>
          <a:endParaRPr lang="uk-UA" sz="1700" kern="1200" dirty="0"/>
        </a:p>
      </dsp:txBody>
      <dsp:txXfrm>
        <a:off x="45635" y="3065267"/>
        <a:ext cx="4845855" cy="843560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792086-718C-46EB-9D59-4EA6561EDC44}">
      <dsp:nvSpPr>
        <dsp:cNvPr id="0" name=""/>
        <dsp:cNvSpPr/>
      </dsp:nvSpPr>
      <dsp:spPr>
        <a:xfrm rot="10800000">
          <a:off x="1032629" y="332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складання козацького реєстру королем Стефаном Баторієм.</a:t>
          </a:r>
          <a:endParaRPr lang="uk-UA" sz="1600" kern="1200" dirty="0"/>
        </a:p>
      </dsp:txBody>
      <dsp:txXfrm rot="10800000">
        <a:off x="1238024" y="332"/>
        <a:ext cx="3078848" cy="821579"/>
      </dsp:txXfrm>
    </dsp:sp>
    <dsp:sp modelId="{B85BC177-37D3-4680-BC0C-A6967E39A21E}">
      <dsp:nvSpPr>
        <dsp:cNvPr id="0" name=""/>
        <dsp:cNvSpPr/>
      </dsp:nvSpPr>
      <dsp:spPr>
        <a:xfrm>
          <a:off x="621839" y="332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175690-60A4-4C1F-A10A-AB5093B1D815}">
      <dsp:nvSpPr>
        <dsp:cNvPr id="0" name=""/>
        <dsp:cNvSpPr/>
      </dsp:nvSpPr>
      <dsp:spPr>
        <a:xfrm rot="10800000">
          <a:off x="1032629" y="1067159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активізації морських походів козаків проти Османської імперії.</a:t>
          </a:r>
          <a:endParaRPr lang="uk-UA" sz="1600" kern="1200"/>
        </a:p>
      </dsp:txBody>
      <dsp:txXfrm rot="10800000">
        <a:off x="1238024" y="1067159"/>
        <a:ext cx="3078848" cy="821579"/>
      </dsp:txXfrm>
    </dsp:sp>
    <dsp:sp modelId="{02549704-49F1-4E49-9F14-E2B6BE7C686D}">
      <dsp:nvSpPr>
        <dsp:cNvPr id="0" name=""/>
        <dsp:cNvSpPr/>
      </dsp:nvSpPr>
      <dsp:spPr>
        <a:xfrm>
          <a:off x="621839" y="1067159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AC8552-AA97-49F9-AF39-0D417D5DB523}">
      <dsp:nvSpPr>
        <dsp:cNvPr id="0" name=""/>
        <dsp:cNvSpPr/>
      </dsp:nvSpPr>
      <dsp:spPr>
        <a:xfrm rot="10800000">
          <a:off x="1032629" y="2133986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розгортання національно-визвольної війни під проводом Б. Хмельницького.</a:t>
          </a:r>
          <a:endParaRPr lang="uk-UA" sz="1600" kern="1200"/>
        </a:p>
      </dsp:txBody>
      <dsp:txXfrm rot="10800000">
        <a:off x="1238024" y="2133986"/>
        <a:ext cx="3078848" cy="821579"/>
      </dsp:txXfrm>
    </dsp:sp>
    <dsp:sp modelId="{0C9B56A1-A9A3-4009-BE71-CB0AAC22A7D9}">
      <dsp:nvSpPr>
        <dsp:cNvPr id="0" name=""/>
        <dsp:cNvSpPr/>
      </dsp:nvSpPr>
      <dsp:spPr>
        <a:xfrm>
          <a:off x="621839" y="2133986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CF26E5-AE3B-453E-9983-487E9EFC20B7}">
      <dsp:nvSpPr>
        <dsp:cNvPr id="0" name=""/>
        <dsp:cNvSpPr/>
      </dsp:nvSpPr>
      <dsp:spPr>
        <a:xfrm rot="10800000">
          <a:off x="1032629" y="3200813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установлення «десятиліття золотого спокою» в Речі Посполитій.</a:t>
          </a:r>
          <a:endParaRPr lang="uk-UA" sz="1600" kern="1200" dirty="0"/>
        </a:p>
      </dsp:txBody>
      <dsp:txXfrm rot="10800000">
        <a:off x="1238024" y="3200813"/>
        <a:ext cx="3078848" cy="821579"/>
      </dsp:txXfrm>
    </dsp:sp>
    <dsp:sp modelId="{0D15EB00-B924-4455-A744-5CDB77EC6F32}">
      <dsp:nvSpPr>
        <dsp:cNvPr id="0" name=""/>
        <dsp:cNvSpPr/>
      </dsp:nvSpPr>
      <dsp:spPr>
        <a:xfrm>
          <a:off x="621839" y="3200813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517364-D60A-4775-9261-5DDB4B7A3B80}">
      <dsp:nvSpPr>
        <dsp:cNvPr id="0" name=""/>
        <dsp:cNvSpPr/>
      </dsp:nvSpPr>
      <dsp:spPr>
        <a:xfrm>
          <a:off x="0" y="166002"/>
          <a:ext cx="493871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фактична ліквідація особистої залежності селян</a:t>
          </a:r>
          <a:endParaRPr lang="uk-UA" sz="2200" kern="1200"/>
        </a:p>
      </dsp:txBody>
      <dsp:txXfrm>
        <a:off x="42722" y="208724"/>
        <a:ext cx="4853268" cy="789716"/>
      </dsp:txXfrm>
    </dsp:sp>
    <dsp:sp modelId="{1DAD9A6A-69A9-45F9-86E5-BDF7ADB58763}">
      <dsp:nvSpPr>
        <dsp:cNvPr id="0" name=""/>
        <dsp:cNvSpPr/>
      </dsp:nvSpPr>
      <dsp:spPr>
        <a:xfrm>
          <a:off x="0" y="1104522"/>
          <a:ext cx="493871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 err="1"/>
            <a:t>зрівняння</a:t>
          </a:r>
          <a:r>
            <a:rPr lang="ru-RU" sz="2200" b="0" i="0" kern="1200" dirty="0"/>
            <a:t> в правах </a:t>
          </a:r>
          <a:r>
            <a:rPr lang="ru-RU" sz="2200" b="0" i="0" kern="1200" dirty="0" err="1"/>
            <a:t>селянського</a:t>
          </a:r>
          <a:r>
            <a:rPr lang="ru-RU" sz="2200" b="0" i="0" kern="1200" dirty="0"/>
            <a:t> та </a:t>
          </a:r>
          <a:r>
            <a:rPr lang="ru-RU" sz="2200" b="0" i="0" kern="1200" dirty="0" err="1"/>
            <a:t>козацького</a:t>
          </a:r>
          <a:r>
            <a:rPr lang="ru-RU" sz="2200" b="0" i="0" kern="1200" dirty="0"/>
            <a:t> </a:t>
          </a:r>
          <a:r>
            <a:rPr lang="ru-RU" sz="2200" b="0" i="0" kern="1200" dirty="0" err="1"/>
            <a:t>станів</a:t>
          </a:r>
          <a:endParaRPr lang="uk-UA" sz="2200" kern="1200" dirty="0"/>
        </a:p>
      </dsp:txBody>
      <dsp:txXfrm>
        <a:off x="42722" y="1147244"/>
        <a:ext cx="4853268" cy="789716"/>
      </dsp:txXfrm>
    </dsp:sp>
    <dsp:sp modelId="{EB4861DA-CA7B-4AAE-B1E7-6DFD54E457EE}">
      <dsp:nvSpPr>
        <dsp:cNvPr id="0" name=""/>
        <dsp:cNvSpPr/>
      </dsp:nvSpPr>
      <dsp:spPr>
        <a:xfrm>
          <a:off x="0" y="2043042"/>
          <a:ext cx="493871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поява фільваркового господарства</a:t>
          </a:r>
          <a:endParaRPr lang="uk-UA" sz="2200" kern="1200"/>
        </a:p>
      </dsp:txBody>
      <dsp:txXfrm>
        <a:off x="42722" y="2085764"/>
        <a:ext cx="4853268" cy="789716"/>
      </dsp:txXfrm>
    </dsp:sp>
    <dsp:sp modelId="{8F2FECCB-626E-4F5B-85DE-45CD91003242}">
      <dsp:nvSpPr>
        <dsp:cNvPr id="0" name=""/>
        <dsp:cNvSpPr/>
      </dsp:nvSpPr>
      <dsp:spPr>
        <a:xfrm>
          <a:off x="0" y="2981562"/>
          <a:ext cx="493871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 err="1"/>
            <a:t>запровадження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магдебурзького</a:t>
          </a:r>
          <a:r>
            <a:rPr lang="ru-RU" sz="2200" b="0" i="0" kern="1200" dirty="0"/>
            <a:t> права</a:t>
          </a:r>
          <a:br>
            <a:rPr lang="ru-RU" sz="2200" kern="1200" dirty="0"/>
          </a:br>
          <a:endParaRPr lang="uk-UA" sz="2200" kern="1200" dirty="0"/>
        </a:p>
      </dsp:txBody>
      <dsp:txXfrm>
        <a:off x="42722" y="3024284"/>
        <a:ext cx="4853268" cy="789716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54F339-C932-462A-A532-449AA3DCAC96}">
      <dsp:nvSpPr>
        <dsp:cNvPr id="0" name=""/>
        <dsp:cNvSpPr/>
      </dsp:nvSpPr>
      <dsp:spPr>
        <a:xfrm>
          <a:off x="0" y="212072"/>
          <a:ext cx="2816034" cy="2267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 dirty="0"/>
            <a:t>«… великий государ наш гетьмана Б. Хмельницького пожалує, свої грамоти царські на ваші вольності велить дати … і щоб Війська Запорозького було 60000 …»</a:t>
          </a:r>
          <a:endParaRPr lang="uk-UA" sz="1700" kern="1200" dirty="0"/>
        </a:p>
      </dsp:txBody>
      <dsp:txXfrm>
        <a:off x="110688" y="322760"/>
        <a:ext cx="2594658" cy="2046084"/>
      </dsp:txXfrm>
    </dsp:sp>
    <dsp:sp modelId="{9167313B-64C2-4146-B9E1-12B6D9338D57}">
      <dsp:nvSpPr>
        <dsp:cNvPr id="0" name=""/>
        <dsp:cNvSpPr/>
      </dsp:nvSpPr>
      <dsp:spPr>
        <a:xfrm>
          <a:off x="0" y="2528492"/>
          <a:ext cx="2816034" cy="2267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 dirty="0"/>
            <a:t>«… Козаки можуть проживати лише в Київському воєводстві, та й то лише на королівських землях. Ні Брацлавське, ні Чернігівське воєводства козаки не матимуть…»</a:t>
          </a:r>
          <a:endParaRPr lang="uk-UA" sz="1700" kern="1200" dirty="0"/>
        </a:p>
      </dsp:txBody>
      <dsp:txXfrm>
        <a:off x="110688" y="2639180"/>
        <a:ext cx="2594658" cy="2046084"/>
      </dsp:txXfrm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C06D8D-F113-4796-BC5A-854F23FD469D}">
      <dsp:nvSpPr>
        <dsp:cNvPr id="0" name=""/>
        <dsp:cNvSpPr/>
      </dsp:nvSpPr>
      <dsp:spPr>
        <a:xfrm>
          <a:off x="0" y="188202"/>
          <a:ext cx="2816034" cy="22507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 dirty="0"/>
            <a:t>«Найясніший королю Швеції… ми підняли зброю проти поляків на захист віри і вольності. …ми з’єднані з вашою величністю зв’язком, яким ми зобов’язані обом воєводам Молдавії та князеві Трансільванії…»</a:t>
          </a:r>
          <a:endParaRPr lang="uk-UA" sz="1500" kern="1200" dirty="0"/>
        </a:p>
      </dsp:txBody>
      <dsp:txXfrm>
        <a:off x="109874" y="298076"/>
        <a:ext cx="2596286" cy="2031039"/>
      </dsp:txXfrm>
    </dsp:sp>
    <dsp:sp modelId="{5D9CB283-3227-42D0-B5A9-A292144D2BA3}">
      <dsp:nvSpPr>
        <dsp:cNvPr id="0" name=""/>
        <dsp:cNvSpPr/>
      </dsp:nvSpPr>
      <dsp:spPr>
        <a:xfrm>
          <a:off x="0" y="2482190"/>
          <a:ext cx="2816034" cy="22507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 dirty="0"/>
            <a:t>«Його королівська величність буде і далі жалувати посади громадянам шляхетського стану в Київському, Брацлавському та Чернігівському воєводствах. Чигирин має назавжди лишитися при булаві Війська Запорозького…»</a:t>
          </a:r>
          <a:endParaRPr lang="uk-UA" sz="1500" kern="1200" dirty="0"/>
        </a:p>
      </dsp:txBody>
      <dsp:txXfrm>
        <a:off x="109874" y="2592064"/>
        <a:ext cx="2596286" cy="2031039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5E4D2F-2FE3-4B16-A752-0F875C43A7CF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0140F6-0345-4844-9B5F-394FD759E733}">
      <dsp:nvSpPr>
        <dsp:cNvPr id="0" name=""/>
        <dsp:cNvSpPr/>
      </dsp:nvSpPr>
      <dsp:spPr>
        <a:xfrm>
          <a:off x="411090" y="271871"/>
          <a:ext cx="471078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1648 р.</a:t>
          </a:r>
          <a:endParaRPr lang="uk-UA" sz="2800" kern="1200"/>
        </a:p>
      </dsp:txBody>
      <dsp:txXfrm>
        <a:off x="411090" y="271871"/>
        <a:ext cx="4710785" cy="544091"/>
      </dsp:txXfrm>
    </dsp:sp>
    <dsp:sp modelId="{E82EC445-ADEB-4645-9AF6-2F65356498CD}">
      <dsp:nvSpPr>
        <dsp:cNvPr id="0" name=""/>
        <dsp:cNvSpPr/>
      </dsp:nvSpPr>
      <dsp:spPr>
        <a:xfrm>
          <a:off x="71032" y="203860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70DD57-5E62-47C2-B9FB-F8361381E64E}">
      <dsp:nvSpPr>
        <dsp:cNvPr id="0" name=""/>
        <dsp:cNvSpPr/>
      </dsp:nvSpPr>
      <dsp:spPr>
        <a:xfrm>
          <a:off x="800969" y="1087747"/>
          <a:ext cx="432090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1649 р.</a:t>
          </a:r>
          <a:endParaRPr lang="uk-UA" sz="2800" kern="1200"/>
        </a:p>
      </dsp:txBody>
      <dsp:txXfrm>
        <a:off x="800969" y="1087747"/>
        <a:ext cx="4320905" cy="544091"/>
      </dsp:txXfrm>
    </dsp:sp>
    <dsp:sp modelId="{593E935E-D43A-4F6D-AE2F-F3B09D3ECF9E}">
      <dsp:nvSpPr>
        <dsp:cNvPr id="0" name=""/>
        <dsp:cNvSpPr/>
      </dsp:nvSpPr>
      <dsp:spPr>
        <a:xfrm>
          <a:off x="460912" y="1019736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57020C-243F-4570-B3C0-6D5D36430D60}">
      <dsp:nvSpPr>
        <dsp:cNvPr id="0" name=""/>
        <dsp:cNvSpPr/>
      </dsp:nvSpPr>
      <dsp:spPr>
        <a:xfrm>
          <a:off x="920631" y="1903623"/>
          <a:ext cx="4201243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1651 р.</a:t>
          </a:r>
          <a:endParaRPr lang="uk-UA" sz="2800" kern="1200"/>
        </a:p>
      </dsp:txBody>
      <dsp:txXfrm>
        <a:off x="920631" y="1903623"/>
        <a:ext cx="4201243" cy="544091"/>
      </dsp:txXfrm>
    </dsp:sp>
    <dsp:sp modelId="{C4A44034-CEA3-4E3A-845B-5447D5E20C25}">
      <dsp:nvSpPr>
        <dsp:cNvPr id="0" name=""/>
        <dsp:cNvSpPr/>
      </dsp:nvSpPr>
      <dsp:spPr>
        <a:xfrm>
          <a:off x="580574" y="1835611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D6AE2D-6AC2-4B82-9901-8577DA0F7F0B}">
      <dsp:nvSpPr>
        <dsp:cNvPr id="0" name=""/>
        <dsp:cNvSpPr/>
      </dsp:nvSpPr>
      <dsp:spPr>
        <a:xfrm>
          <a:off x="800969" y="2719499"/>
          <a:ext cx="432090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1654 р</a:t>
          </a:r>
          <a:endParaRPr lang="uk-UA" sz="2800" kern="1200"/>
        </a:p>
      </dsp:txBody>
      <dsp:txXfrm>
        <a:off x="800969" y="2719499"/>
        <a:ext cx="4320905" cy="544091"/>
      </dsp:txXfrm>
    </dsp:sp>
    <dsp:sp modelId="{6259E67D-AC0D-4B4F-9C9B-15C990D0422D}">
      <dsp:nvSpPr>
        <dsp:cNvPr id="0" name=""/>
        <dsp:cNvSpPr/>
      </dsp:nvSpPr>
      <dsp:spPr>
        <a:xfrm>
          <a:off x="460912" y="2651487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DACD9A-13D5-4C9B-8053-2CF34989D3B9}">
      <dsp:nvSpPr>
        <dsp:cNvPr id="0" name=""/>
        <dsp:cNvSpPr/>
      </dsp:nvSpPr>
      <dsp:spPr>
        <a:xfrm>
          <a:off x="411090" y="3535375"/>
          <a:ext cx="471078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dirty="0"/>
            <a:t>1656 р.</a:t>
          </a:r>
          <a:endParaRPr lang="uk-UA" sz="2800" kern="1200" dirty="0"/>
        </a:p>
      </dsp:txBody>
      <dsp:txXfrm>
        <a:off x="411090" y="3535375"/>
        <a:ext cx="4710785" cy="544091"/>
      </dsp:txXfrm>
    </dsp:sp>
    <dsp:sp modelId="{EEB3501F-70C1-445B-9FEC-68B76013EDE2}">
      <dsp:nvSpPr>
        <dsp:cNvPr id="0" name=""/>
        <dsp:cNvSpPr/>
      </dsp:nvSpPr>
      <dsp:spPr>
        <a:xfrm>
          <a:off x="71032" y="3467363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EECAD1-EF4D-4F38-87D2-CB68F9701D33}">
      <dsp:nvSpPr>
        <dsp:cNvPr id="0" name=""/>
        <dsp:cNvSpPr/>
      </dsp:nvSpPr>
      <dsp:spPr>
        <a:xfrm>
          <a:off x="457200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9C335C-9A74-461F-A915-559C2365B266}">
      <dsp:nvSpPr>
        <dsp:cNvPr id="0" name=""/>
        <dsp:cNvSpPr/>
      </dsp:nvSpPr>
      <dsp:spPr>
        <a:xfrm>
          <a:off x="839358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1648–1649 рр.</a:t>
          </a:r>
          <a:endParaRPr lang="uk-UA" sz="2800" kern="1200"/>
        </a:p>
      </dsp:txBody>
      <dsp:txXfrm>
        <a:off x="915944" y="458744"/>
        <a:ext cx="1415690" cy="1415690"/>
      </dsp:txXfrm>
    </dsp:sp>
    <dsp:sp modelId="{5B2F8ACC-181F-4780-8550-7321CAFF7362}">
      <dsp:nvSpPr>
        <dsp:cNvPr id="0" name=""/>
        <dsp:cNvSpPr/>
      </dsp:nvSpPr>
      <dsp:spPr>
        <a:xfrm>
          <a:off x="2528903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1650–1651 рр.</a:t>
          </a:r>
          <a:endParaRPr lang="uk-UA" sz="2800" kern="1200"/>
        </a:p>
      </dsp:txBody>
      <dsp:txXfrm>
        <a:off x="2605489" y="458744"/>
        <a:ext cx="1415690" cy="1415690"/>
      </dsp:txXfrm>
    </dsp:sp>
    <dsp:sp modelId="{6031CEC9-35E2-4024-B15E-CCCC21BDA009}">
      <dsp:nvSpPr>
        <dsp:cNvPr id="0" name=""/>
        <dsp:cNvSpPr/>
      </dsp:nvSpPr>
      <dsp:spPr>
        <a:xfrm>
          <a:off x="839358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1652–1654 рр.</a:t>
          </a:r>
          <a:endParaRPr lang="uk-UA" sz="2800" kern="1200"/>
        </a:p>
      </dsp:txBody>
      <dsp:txXfrm>
        <a:off x="915944" y="2148289"/>
        <a:ext cx="1415690" cy="1415690"/>
      </dsp:txXfrm>
    </dsp:sp>
    <dsp:sp modelId="{4D6B80C5-AA25-415C-975E-3D1086718275}">
      <dsp:nvSpPr>
        <dsp:cNvPr id="0" name=""/>
        <dsp:cNvSpPr/>
      </dsp:nvSpPr>
      <dsp:spPr>
        <a:xfrm>
          <a:off x="2528903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1655–1657 рр.</a:t>
          </a:r>
          <a:endParaRPr lang="uk-UA" sz="2800" kern="1200"/>
        </a:p>
      </dsp:txBody>
      <dsp:txXfrm>
        <a:off x="2605489" y="2148289"/>
        <a:ext cx="1415690" cy="1415690"/>
      </dsp:txXfrm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18D258-B84E-488C-AC65-8A8FA5A4CB5F}">
      <dsp:nvSpPr>
        <dsp:cNvPr id="0" name=""/>
        <dsp:cNvSpPr/>
      </dsp:nvSpPr>
      <dsp:spPr>
        <a:xfrm>
          <a:off x="457200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BF789E-03A0-4793-8F43-B1D8C1D57730}">
      <dsp:nvSpPr>
        <dsp:cNvPr id="0" name=""/>
        <dsp:cNvSpPr/>
      </dsp:nvSpPr>
      <dsp:spPr>
        <a:xfrm>
          <a:off x="839358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1648 р.</a:t>
          </a:r>
          <a:endParaRPr lang="uk-UA" sz="3900" kern="1200"/>
        </a:p>
      </dsp:txBody>
      <dsp:txXfrm>
        <a:off x="915944" y="458744"/>
        <a:ext cx="1415690" cy="1415690"/>
      </dsp:txXfrm>
    </dsp:sp>
    <dsp:sp modelId="{99A518C3-341A-40E6-A9DA-F882C1D3F116}">
      <dsp:nvSpPr>
        <dsp:cNvPr id="0" name=""/>
        <dsp:cNvSpPr/>
      </dsp:nvSpPr>
      <dsp:spPr>
        <a:xfrm>
          <a:off x="2528903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1649 р.</a:t>
          </a:r>
          <a:endParaRPr lang="uk-UA" sz="3900" kern="1200"/>
        </a:p>
      </dsp:txBody>
      <dsp:txXfrm>
        <a:off x="2605489" y="458744"/>
        <a:ext cx="1415690" cy="1415690"/>
      </dsp:txXfrm>
    </dsp:sp>
    <dsp:sp modelId="{6B0F0214-CBEE-42C1-9468-1837ABB1105C}">
      <dsp:nvSpPr>
        <dsp:cNvPr id="0" name=""/>
        <dsp:cNvSpPr/>
      </dsp:nvSpPr>
      <dsp:spPr>
        <a:xfrm>
          <a:off x="839358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1651 р.</a:t>
          </a:r>
          <a:endParaRPr lang="uk-UA" sz="3900" kern="1200"/>
        </a:p>
      </dsp:txBody>
      <dsp:txXfrm>
        <a:off x="915944" y="2148289"/>
        <a:ext cx="1415690" cy="1415690"/>
      </dsp:txXfrm>
    </dsp:sp>
    <dsp:sp modelId="{66163467-B38D-42C9-97EC-F8787471AC92}">
      <dsp:nvSpPr>
        <dsp:cNvPr id="0" name=""/>
        <dsp:cNvSpPr/>
      </dsp:nvSpPr>
      <dsp:spPr>
        <a:xfrm>
          <a:off x="2528903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 dirty="0"/>
            <a:t>1652 р.</a:t>
          </a:r>
          <a:endParaRPr lang="uk-UA" sz="3900" kern="1200" dirty="0"/>
        </a:p>
      </dsp:txBody>
      <dsp:txXfrm>
        <a:off x="2605489" y="2148289"/>
        <a:ext cx="1415690" cy="1415690"/>
      </dsp:txXfrm>
    </dsp:sp>
  </dsp:spTree>
</dsp:drawing>
</file>

<file path=ppt/diagrams/drawing5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4118A0-711F-40FF-BFAD-2BAAD1E432C8}">
      <dsp:nvSpPr>
        <dsp:cNvPr id="0" name=""/>
        <dsp:cNvSpPr/>
      </dsp:nvSpPr>
      <dsp:spPr>
        <a:xfrm>
          <a:off x="0" y="82122"/>
          <a:ext cx="4937125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прийняття «Ординації Війська Запорозького…».</a:t>
          </a:r>
          <a:endParaRPr lang="uk-UA" sz="2300" kern="1200"/>
        </a:p>
      </dsp:txBody>
      <dsp:txXfrm>
        <a:off x="44664" y="126786"/>
        <a:ext cx="4847797" cy="825612"/>
      </dsp:txXfrm>
    </dsp:sp>
    <dsp:sp modelId="{D8537355-98ED-4239-B074-9AA9CC614174}">
      <dsp:nvSpPr>
        <dsp:cNvPr id="0" name=""/>
        <dsp:cNvSpPr/>
      </dsp:nvSpPr>
      <dsp:spPr>
        <a:xfrm>
          <a:off x="0" y="1063302"/>
          <a:ext cx="4937125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підписання мирної угоди з Московською державою.</a:t>
          </a:r>
          <a:endParaRPr lang="uk-UA" sz="2300" kern="1200"/>
        </a:p>
      </dsp:txBody>
      <dsp:txXfrm>
        <a:off x="44664" y="1107966"/>
        <a:ext cx="4847797" cy="825612"/>
      </dsp:txXfrm>
    </dsp:sp>
    <dsp:sp modelId="{E72EBBE6-756D-4131-A954-CCEBB61333D5}">
      <dsp:nvSpPr>
        <dsp:cNvPr id="0" name=""/>
        <dsp:cNvSpPr/>
      </dsp:nvSpPr>
      <dsp:spPr>
        <a:xfrm>
          <a:off x="0" y="2044482"/>
          <a:ext cx="4937125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заборони козацьким загонам перебувати на Запорозькій Січі.</a:t>
          </a:r>
          <a:endParaRPr lang="uk-UA" sz="2300" kern="1200" dirty="0"/>
        </a:p>
      </dsp:txBody>
      <dsp:txXfrm>
        <a:off x="44664" y="2089146"/>
        <a:ext cx="4847797" cy="825612"/>
      </dsp:txXfrm>
    </dsp:sp>
    <dsp:sp modelId="{824713A3-E497-4D9B-8ADE-C8C9D0235310}">
      <dsp:nvSpPr>
        <dsp:cNvPr id="0" name=""/>
        <dsp:cNvSpPr/>
      </dsp:nvSpPr>
      <dsp:spPr>
        <a:xfrm>
          <a:off x="0" y="3025662"/>
          <a:ext cx="4937125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початку звільнення українських земель від польського панування.</a:t>
          </a:r>
          <a:endParaRPr lang="uk-UA" sz="2300" kern="1200" dirty="0"/>
        </a:p>
      </dsp:txBody>
      <dsp:txXfrm>
        <a:off x="44664" y="3070326"/>
        <a:ext cx="4847797" cy="825612"/>
      </dsp:txXfrm>
    </dsp:sp>
  </dsp:spTree>
</dsp:drawing>
</file>

<file path=ppt/diagrams/drawing6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320D29-C443-417E-A11E-9BB6B08D509C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4E45EC-64DA-4EC9-859F-47800E2E8C92}">
      <dsp:nvSpPr>
        <dsp:cNvPr id="0" name=""/>
        <dsp:cNvSpPr/>
      </dsp:nvSpPr>
      <dsp:spPr>
        <a:xfrm>
          <a:off x="455546" y="309267"/>
          <a:ext cx="9548318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наданням Московським царством військової допомоги Україні, що сприяло успішному завершенню літньої кампанії та укладенню мирного договору.</a:t>
          </a:r>
          <a:endParaRPr lang="uk-UA" sz="1800" kern="1200"/>
        </a:p>
      </dsp:txBody>
      <dsp:txXfrm>
        <a:off x="455546" y="309267"/>
        <a:ext cx="9548318" cy="618856"/>
      </dsp:txXfrm>
    </dsp:sp>
    <dsp:sp modelId="{3C786F6B-2483-40D7-9937-22A84DDF570F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AEAC33-78A2-414E-AEE0-EDB9739D0001}">
      <dsp:nvSpPr>
        <dsp:cNvPr id="0" name=""/>
        <dsp:cNvSpPr/>
      </dsp:nvSpPr>
      <dsp:spPr>
        <a:xfrm>
          <a:off x="810351" y="1237712"/>
          <a:ext cx="9193514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тривалою й виснажливою боротьбою між козацькими та польськими військами, що не принесла жодного воєнного успіху українцям.</a:t>
          </a:r>
          <a:endParaRPr lang="uk-UA" sz="1800" kern="1200" dirty="0"/>
        </a:p>
      </dsp:txBody>
      <dsp:txXfrm>
        <a:off x="810351" y="1237712"/>
        <a:ext cx="9193514" cy="618856"/>
      </dsp:txXfrm>
    </dsp:sp>
    <dsp:sp modelId="{D386E2D0-2542-4128-AC3D-1B3C5493BA44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8E89EC-C88E-4F79-8E19-3AA1424854B7}">
      <dsp:nvSpPr>
        <dsp:cNvPr id="0" name=""/>
        <dsp:cNvSpPr/>
      </dsp:nvSpPr>
      <dsp:spPr>
        <a:xfrm>
          <a:off x="810351" y="2166156"/>
          <a:ext cx="9193514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низкою </a:t>
          </a:r>
          <a:r>
            <a:rPr lang="uk-UA" sz="1800" b="0" i="0" kern="1200" dirty="0" err="1"/>
            <a:t>перемог</a:t>
          </a:r>
          <a:r>
            <a:rPr lang="uk-UA" sz="1800" b="0" i="0" kern="1200" dirty="0"/>
            <a:t> Війська Запорозького, які забезпечили автономію частині українських земель — трьом воєводствам у складі Речі Посполитої.</a:t>
          </a:r>
          <a:endParaRPr lang="uk-UA" sz="1800" kern="1200" dirty="0"/>
        </a:p>
      </dsp:txBody>
      <dsp:txXfrm>
        <a:off x="810351" y="2166156"/>
        <a:ext cx="9193514" cy="618856"/>
      </dsp:txXfrm>
    </dsp:sp>
    <dsp:sp modelId="{7367A362-3D12-4058-8960-FA275FC33053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B6C698-4035-41BD-93DF-3F410116F4DF}">
      <dsp:nvSpPr>
        <dsp:cNvPr id="0" name=""/>
        <dsp:cNvSpPr/>
      </dsp:nvSpPr>
      <dsp:spPr>
        <a:xfrm>
          <a:off x="455546" y="3094601"/>
          <a:ext cx="9548318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підписанням Україною військового союзу зі Швецією та Трансільванією, успішними спільними діями союзних військ на території Польщі.</a:t>
          </a:r>
          <a:endParaRPr lang="uk-UA" sz="1800" kern="1200" dirty="0"/>
        </a:p>
      </dsp:txBody>
      <dsp:txXfrm>
        <a:off x="455546" y="3094601"/>
        <a:ext cx="9548318" cy="618856"/>
      </dsp:txXfrm>
    </dsp:sp>
    <dsp:sp modelId="{C293E831-A838-46DF-AB4C-BAFA01357D4B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320D29-C443-417E-A11E-9BB6B08D509C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4E45EC-64DA-4EC9-859F-47800E2E8C92}">
      <dsp:nvSpPr>
        <dsp:cNvPr id="0" name=""/>
        <dsp:cNvSpPr/>
      </dsp:nvSpPr>
      <dsp:spPr>
        <a:xfrm>
          <a:off x="455546" y="309267"/>
          <a:ext cx="9548318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наданням Московським царством військової допомоги Україні, що сприяло успішному завершенню літньої кампанії та укладенню мирного договору.</a:t>
          </a:r>
          <a:endParaRPr lang="uk-UA" sz="1800" kern="1200"/>
        </a:p>
      </dsp:txBody>
      <dsp:txXfrm>
        <a:off x="455546" y="309267"/>
        <a:ext cx="9548318" cy="618856"/>
      </dsp:txXfrm>
    </dsp:sp>
    <dsp:sp modelId="{3C786F6B-2483-40D7-9937-22A84DDF570F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AEAC33-78A2-414E-AEE0-EDB9739D0001}">
      <dsp:nvSpPr>
        <dsp:cNvPr id="0" name=""/>
        <dsp:cNvSpPr/>
      </dsp:nvSpPr>
      <dsp:spPr>
        <a:xfrm>
          <a:off x="810351" y="1237712"/>
          <a:ext cx="9193514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тривалою й виснажливою боротьбою між козацькими та польськими військами, що не принесла жодного воєнного успіху українцям.</a:t>
          </a:r>
          <a:endParaRPr lang="uk-UA" sz="1800" kern="1200"/>
        </a:p>
      </dsp:txBody>
      <dsp:txXfrm>
        <a:off x="810351" y="1237712"/>
        <a:ext cx="9193514" cy="618856"/>
      </dsp:txXfrm>
    </dsp:sp>
    <dsp:sp modelId="{D386E2D0-2542-4128-AC3D-1B3C5493BA44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8E89EC-C88E-4F79-8E19-3AA1424854B7}">
      <dsp:nvSpPr>
        <dsp:cNvPr id="0" name=""/>
        <dsp:cNvSpPr/>
      </dsp:nvSpPr>
      <dsp:spPr>
        <a:xfrm>
          <a:off x="810351" y="2166156"/>
          <a:ext cx="9193514" cy="618856"/>
        </a:xfrm>
        <a:prstGeom prst="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низкою </a:t>
          </a:r>
          <a:r>
            <a:rPr lang="uk-UA" sz="1800" b="0" i="0" kern="1200" dirty="0" err="1"/>
            <a:t>перемог</a:t>
          </a:r>
          <a:r>
            <a:rPr lang="uk-UA" sz="1800" b="0" i="0" kern="1200" dirty="0"/>
            <a:t> Війська Запорозького, які забезпечили автономію частині українських земель — трьом воєводствам у складі Речі Посполитої.</a:t>
          </a:r>
          <a:endParaRPr lang="uk-UA" sz="1800" kern="1200" dirty="0"/>
        </a:p>
      </dsp:txBody>
      <dsp:txXfrm>
        <a:off x="810351" y="2166156"/>
        <a:ext cx="9193514" cy="618856"/>
      </dsp:txXfrm>
    </dsp:sp>
    <dsp:sp modelId="{7367A362-3D12-4058-8960-FA275FC33053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B6C698-4035-41BD-93DF-3F410116F4DF}">
      <dsp:nvSpPr>
        <dsp:cNvPr id="0" name=""/>
        <dsp:cNvSpPr/>
      </dsp:nvSpPr>
      <dsp:spPr>
        <a:xfrm>
          <a:off x="455546" y="3094601"/>
          <a:ext cx="9548318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підписанням Україною військового союзу зі Швецією та Трансільванією, успішними спільними діями союзних військ на території Польщі.</a:t>
          </a:r>
          <a:endParaRPr lang="uk-UA" sz="1800" kern="1200" dirty="0"/>
        </a:p>
      </dsp:txBody>
      <dsp:txXfrm>
        <a:off x="455546" y="3094601"/>
        <a:ext cx="9548318" cy="618856"/>
      </dsp:txXfrm>
    </dsp:sp>
    <dsp:sp modelId="{C293E831-A838-46DF-AB4C-BAFA01357D4B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170E36-17B0-473C-9284-C1BF4C520064}">
      <dsp:nvSpPr>
        <dsp:cNvPr id="0" name=""/>
        <dsp:cNvSpPr/>
      </dsp:nvSpPr>
      <dsp:spPr>
        <a:xfrm>
          <a:off x="457993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505CB4-129B-4354-AF7A-982CF7D0DCB6}">
      <dsp:nvSpPr>
        <dsp:cNvPr id="0" name=""/>
        <dsp:cNvSpPr/>
      </dsp:nvSpPr>
      <dsp:spPr>
        <a:xfrm>
          <a:off x="840152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на Жовтих Водах</a:t>
          </a:r>
          <a:endParaRPr lang="uk-UA" sz="2000" kern="1200"/>
        </a:p>
      </dsp:txBody>
      <dsp:txXfrm>
        <a:off x="916738" y="458744"/>
        <a:ext cx="1415690" cy="1415690"/>
      </dsp:txXfrm>
    </dsp:sp>
    <dsp:sp modelId="{C365B95E-F5A8-47C7-ACA7-0EAD593CBC5C}">
      <dsp:nvSpPr>
        <dsp:cNvPr id="0" name=""/>
        <dsp:cNvSpPr/>
      </dsp:nvSpPr>
      <dsp:spPr>
        <a:xfrm>
          <a:off x="2529696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під Корсунем</a:t>
          </a:r>
          <a:endParaRPr lang="uk-UA" sz="2000" kern="1200"/>
        </a:p>
      </dsp:txBody>
      <dsp:txXfrm>
        <a:off x="2606282" y="458744"/>
        <a:ext cx="1415690" cy="1415690"/>
      </dsp:txXfrm>
    </dsp:sp>
    <dsp:sp modelId="{498AB90C-1BC6-4117-B68F-639D1F017505}">
      <dsp:nvSpPr>
        <dsp:cNvPr id="0" name=""/>
        <dsp:cNvSpPr/>
      </dsp:nvSpPr>
      <dsp:spPr>
        <a:xfrm>
          <a:off x="840152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під Пилявцями</a:t>
          </a:r>
          <a:endParaRPr lang="uk-UA" sz="2000" kern="1200"/>
        </a:p>
      </dsp:txBody>
      <dsp:txXfrm>
        <a:off x="916738" y="2148289"/>
        <a:ext cx="1415690" cy="1415690"/>
      </dsp:txXfrm>
    </dsp:sp>
    <dsp:sp modelId="{49701FA0-EC61-43E3-9AEA-D20AF5D989E4}">
      <dsp:nvSpPr>
        <dsp:cNvPr id="0" name=""/>
        <dsp:cNvSpPr/>
      </dsp:nvSpPr>
      <dsp:spPr>
        <a:xfrm>
          <a:off x="2529696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під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Зборовим</a:t>
          </a:r>
          <a:endParaRPr lang="uk-UA" sz="2000" kern="1200" dirty="0"/>
        </a:p>
      </dsp:txBody>
      <dsp:txXfrm>
        <a:off x="2606282" y="2148289"/>
        <a:ext cx="1415690" cy="1415690"/>
      </dsp:txXfrm>
    </dsp:sp>
  </dsp:spTree>
</dsp:drawing>
</file>

<file path=ppt/diagrams/drawing6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170E36-17B0-473C-9284-C1BF4C520064}">
      <dsp:nvSpPr>
        <dsp:cNvPr id="0" name=""/>
        <dsp:cNvSpPr/>
      </dsp:nvSpPr>
      <dsp:spPr>
        <a:xfrm>
          <a:off x="457993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505CB4-129B-4354-AF7A-982CF7D0DCB6}">
      <dsp:nvSpPr>
        <dsp:cNvPr id="0" name=""/>
        <dsp:cNvSpPr/>
      </dsp:nvSpPr>
      <dsp:spPr>
        <a:xfrm>
          <a:off x="840152" y="382158"/>
          <a:ext cx="1568862" cy="1568862"/>
        </a:xfrm>
        <a:prstGeom prst="round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на Жовтих Водах</a:t>
          </a:r>
          <a:endParaRPr lang="uk-UA" sz="2000" kern="1200"/>
        </a:p>
      </dsp:txBody>
      <dsp:txXfrm>
        <a:off x="916738" y="458744"/>
        <a:ext cx="1415690" cy="1415690"/>
      </dsp:txXfrm>
    </dsp:sp>
    <dsp:sp modelId="{C365B95E-F5A8-47C7-ACA7-0EAD593CBC5C}">
      <dsp:nvSpPr>
        <dsp:cNvPr id="0" name=""/>
        <dsp:cNvSpPr/>
      </dsp:nvSpPr>
      <dsp:spPr>
        <a:xfrm>
          <a:off x="2529696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під Корсунем</a:t>
          </a:r>
          <a:endParaRPr lang="uk-UA" sz="2000" kern="1200"/>
        </a:p>
      </dsp:txBody>
      <dsp:txXfrm>
        <a:off x="2606282" y="458744"/>
        <a:ext cx="1415690" cy="1415690"/>
      </dsp:txXfrm>
    </dsp:sp>
    <dsp:sp modelId="{498AB90C-1BC6-4117-B68F-639D1F017505}">
      <dsp:nvSpPr>
        <dsp:cNvPr id="0" name=""/>
        <dsp:cNvSpPr/>
      </dsp:nvSpPr>
      <dsp:spPr>
        <a:xfrm>
          <a:off x="840152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під Пилявцями</a:t>
          </a:r>
          <a:endParaRPr lang="uk-UA" sz="2000" kern="1200"/>
        </a:p>
      </dsp:txBody>
      <dsp:txXfrm>
        <a:off x="916738" y="2148289"/>
        <a:ext cx="1415690" cy="1415690"/>
      </dsp:txXfrm>
    </dsp:sp>
    <dsp:sp modelId="{49701FA0-EC61-43E3-9AEA-D20AF5D989E4}">
      <dsp:nvSpPr>
        <dsp:cNvPr id="0" name=""/>
        <dsp:cNvSpPr/>
      </dsp:nvSpPr>
      <dsp:spPr>
        <a:xfrm>
          <a:off x="2529696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під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Зборовим</a:t>
          </a:r>
          <a:endParaRPr lang="uk-UA" sz="2000" kern="1200" dirty="0"/>
        </a:p>
      </dsp:txBody>
      <dsp:txXfrm>
        <a:off x="2606282" y="2148289"/>
        <a:ext cx="1415690" cy="1415690"/>
      </dsp:txXfrm>
    </dsp:sp>
  </dsp:spTree>
</dsp:drawing>
</file>

<file path=ppt/diagrams/drawing6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4E6EFF-4BAA-4EE2-8D55-AE13223D9F4A}">
      <dsp:nvSpPr>
        <dsp:cNvPr id="0" name=""/>
        <dsp:cNvSpPr/>
      </dsp:nvSpPr>
      <dsp:spPr>
        <a:xfrm rot="10800000">
          <a:off x="1890032" y="1803"/>
          <a:ext cx="6688836" cy="82100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039" tIns="144780" rIns="270256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800" b="0" i="0" kern="1200"/>
            <a:t>Батогом.</a:t>
          </a:r>
          <a:endParaRPr lang="uk-UA" sz="3800" kern="1200"/>
        </a:p>
      </dsp:txBody>
      <dsp:txXfrm rot="10800000">
        <a:off x="2095282" y="1803"/>
        <a:ext cx="6483586" cy="821002"/>
      </dsp:txXfrm>
    </dsp:sp>
    <dsp:sp modelId="{96E76604-05F1-45E4-A1A7-2CC06BDBFAEB}">
      <dsp:nvSpPr>
        <dsp:cNvPr id="0" name=""/>
        <dsp:cNvSpPr/>
      </dsp:nvSpPr>
      <dsp:spPr>
        <a:xfrm>
          <a:off x="1479531" y="1803"/>
          <a:ext cx="821002" cy="82100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24B3CB-7295-40E6-A63E-F13740A26167}">
      <dsp:nvSpPr>
        <dsp:cNvPr id="0" name=""/>
        <dsp:cNvSpPr/>
      </dsp:nvSpPr>
      <dsp:spPr>
        <a:xfrm rot="10800000">
          <a:off x="1890032" y="1067842"/>
          <a:ext cx="6688836" cy="82100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039" tIns="144780" rIns="270256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800" b="0" i="0" kern="1200" dirty="0"/>
            <a:t>Корсунем.</a:t>
          </a:r>
          <a:endParaRPr lang="uk-UA" sz="3800" kern="1200" dirty="0"/>
        </a:p>
      </dsp:txBody>
      <dsp:txXfrm rot="10800000">
        <a:off x="2095282" y="1067842"/>
        <a:ext cx="6483586" cy="821002"/>
      </dsp:txXfrm>
    </dsp:sp>
    <dsp:sp modelId="{4ED4FDD7-3D63-435C-8400-D0454608E729}">
      <dsp:nvSpPr>
        <dsp:cNvPr id="0" name=""/>
        <dsp:cNvSpPr/>
      </dsp:nvSpPr>
      <dsp:spPr>
        <a:xfrm>
          <a:off x="1479531" y="1067842"/>
          <a:ext cx="821002" cy="82100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F69E91-B1AE-42CC-B8D3-81520253F0BE}">
      <dsp:nvSpPr>
        <dsp:cNvPr id="0" name=""/>
        <dsp:cNvSpPr/>
      </dsp:nvSpPr>
      <dsp:spPr>
        <a:xfrm rot="10800000">
          <a:off x="1890032" y="2133880"/>
          <a:ext cx="6688836" cy="82100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039" tIns="144780" rIns="270256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800" b="0" i="0" kern="1200"/>
            <a:t>Пилявцями.</a:t>
          </a:r>
          <a:endParaRPr lang="uk-UA" sz="3800" kern="1200"/>
        </a:p>
      </dsp:txBody>
      <dsp:txXfrm rot="10800000">
        <a:off x="2095282" y="2133880"/>
        <a:ext cx="6483586" cy="821002"/>
      </dsp:txXfrm>
    </dsp:sp>
    <dsp:sp modelId="{4D9EC3F2-2C0C-4CF0-B1E9-AAC054B72C0B}">
      <dsp:nvSpPr>
        <dsp:cNvPr id="0" name=""/>
        <dsp:cNvSpPr/>
      </dsp:nvSpPr>
      <dsp:spPr>
        <a:xfrm>
          <a:off x="1479531" y="2133880"/>
          <a:ext cx="821002" cy="82100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4D49C9-EA2B-47AA-94F8-423A85FD7653}">
      <dsp:nvSpPr>
        <dsp:cNvPr id="0" name=""/>
        <dsp:cNvSpPr/>
      </dsp:nvSpPr>
      <dsp:spPr>
        <a:xfrm rot="10800000">
          <a:off x="1890032" y="3199919"/>
          <a:ext cx="6688836" cy="82100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039" tIns="144780" rIns="270256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800" b="0" i="0" kern="1200"/>
            <a:t>Жовтими Водами.</a:t>
          </a:r>
          <a:endParaRPr lang="uk-UA" sz="3800" kern="1200"/>
        </a:p>
      </dsp:txBody>
      <dsp:txXfrm rot="10800000">
        <a:off x="2095282" y="3199919"/>
        <a:ext cx="6483586" cy="821002"/>
      </dsp:txXfrm>
    </dsp:sp>
    <dsp:sp modelId="{F83CA989-1069-4F3B-B949-587CB5E5FEFA}">
      <dsp:nvSpPr>
        <dsp:cNvPr id="0" name=""/>
        <dsp:cNvSpPr/>
      </dsp:nvSpPr>
      <dsp:spPr>
        <a:xfrm>
          <a:off x="1479531" y="3199919"/>
          <a:ext cx="821002" cy="82100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E4A4A7-C9D5-444D-8F22-C11991BFE9A3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EEA4D2-983E-418D-8187-F7F80D11EFBE}">
      <dsp:nvSpPr>
        <dsp:cNvPr id="0" name=""/>
        <dsp:cNvSpPr/>
      </dsp:nvSpPr>
      <dsp:spPr>
        <a:xfrm>
          <a:off x="455546" y="309267"/>
          <a:ext cx="4428630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Велике князівство Литовське</a:t>
          </a:r>
          <a:endParaRPr lang="uk-UA" sz="2400" kern="1200"/>
        </a:p>
      </dsp:txBody>
      <dsp:txXfrm>
        <a:off x="455546" y="309267"/>
        <a:ext cx="4428630" cy="618856"/>
      </dsp:txXfrm>
    </dsp:sp>
    <dsp:sp modelId="{C7A61C35-17A9-4970-BB89-259D9A5DB167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43C39B-86F0-4344-BBC5-6E17EACEF303}">
      <dsp:nvSpPr>
        <dsp:cNvPr id="0" name=""/>
        <dsp:cNvSpPr/>
      </dsp:nvSpPr>
      <dsp:spPr>
        <a:xfrm>
          <a:off x="810351" y="1237712"/>
          <a:ext cx="4073826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Московське царство</a:t>
          </a:r>
          <a:endParaRPr lang="uk-UA" sz="2400" kern="1200"/>
        </a:p>
      </dsp:txBody>
      <dsp:txXfrm>
        <a:off x="810351" y="1237712"/>
        <a:ext cx="4073826" cy="618856"/>
      </dsp:txXfrm>
    </dsp:sp>
    <dsp:sp modelId="{B310D805-B743-4628-B201-0BB8C3CF7DDF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AC2F70-AABC-4176-8CFF-88A2CD13C60C}">
      <dsp:nvSpPr>
        <dsp:cNvPr id="0" name=""/>
        <dsp:cNvSpPr/>
      </dsp:nvSpPr>
      <dsp:spPr>
        <a:xfrm>
          <a:off x="810351" y="2166156"/>
          <a:ext cx="4073826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Кримське ханство</a:t>
          </a:r>
          <a:endParaRPr lang="uk-UA" sz="2400" kern="1200"/>
        </a:p>
      </dsp:txBody>
      <dsp:txXfrm>
        <a:off x="810351" y="2166156"/>
        <a:ext cx="4073826" cy="618856"/>
      </dsp:txXfrm>
    </dsp:sp>
    <dsp:sp modelId="{2C54A4C5-66B6-4D72-9725-25D5A8FD6FFE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FCEFC4-E5E5-4163-A5B1-C97987F3DC0A}">
      <dsp:nvSpPr>
        <dsp:cNvPr id="0" name=""/>
        <dsp:cNvSpPr/>
      </dsp:nvSpPr>
      <dsp:spPr>
        <a:xfrm>
          <a:off x="455546" y="3094601"/>
          <a:ext cx="4428630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Трансільванське князівство</a:t>
          </a:r>
          <a:endParaRPr lang="uk-UA" sz="2400" kern="1200"/>
        </a:p>
      </dsp:txBody>
      <dsp:txXfrm>
        <a:off x="455546" y="3094601"/>
        <a:ext cx="4428630" cy="618856"/>
      </dsp:txXfrm>
    </dsp:sp>
    <dsp:sp modelId="{0776140E-5576-40A1-A1E4-DA3D8C8E174A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FAAD0E-38EF-4446-8B88-C4EF312B60DB}">
      <dsp:nvSpPr>
        <dsp:cNvPr id="0" name=""/>
        <dsp:cNvSpPr/>
      </dsp:nvSpPr>
      <dsp:spPr>
        <a:xfrm>
          <a:off x="0" y="128922"/>
          <a:ext cx="4938712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Кримське ханство.</a:t>
          </a:r>
          <a:endParaRPr lang="uk-UA" sz="3600" kern="1200"/>
        </a:p>
      </dsp:txBody>
      <dsp:txXfrm>
        <a:off x="42151" y="171073"/>
        <a:ext cx="4854410" cy="779158"/>
      </dsp:txXfrm>
    </dsp:sp>
    <dsp:sp modelId="{E7C7B074-90EC-491B-8006-850ACCC2E05B}">
      <dsp:nvSpPr>
        <dsp:cNvPr id="0" name=""/>
        <dsp:cNvSpPr/>
      </dsp:nvSpPr>
      <dsp:spPr>
        <a:xfrm>
          <a:off x="0" y="1096062"/>
          <a:ext cx="4938712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Московське царство.</a:t>
          </a:r>
          <a:endParaRPr lang="uk-UA" sz="3600" kern="1200"/>
        </a:p>
      </dsp:txBody>
      <dsp:txXfrm>
        <a:off x="42151" y="1138213"/>
        <a:ext cx="4854410" cy="779158"/>
      </dsp:txXfrm>
    </dsp:sp>
    <dsp:sp modelId="{5BA47CF5-BB5F-4256-8B74-98E9BCFA030E}">
      <dsp:nvSpPr>
        <dsp:cNvPr id="0" name=""/>
        <dsp:cNvSpPr/>
      </dsp:nvSpPr>
      <dsp:spPr>
        <a:xfrm>
          <a:off x="0" y="2063202"/>
          <a:ext cx="4938712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Шведське королівство.</a:t>
          </a:r>
          <a:endParaRPr lang="uk-UA" sz="3600" kern="1200"/>
        </a:p>
      </dsp:txBody>
      <dsp:txXfrm>
        <a:off x="42151" y="2105353"/>
        <a:ext cx="4854410" cy="779158"/>
      </dsp:txXfrm>
    </dsp:sp>
    <dsp:sp modelId="{81F0D298-C2C7-43BD-9EA0-0E6659519D33}">
      <dsp:nvSpPr>
        <dsp:cNvPr id="0" name=""/>
        <dsp:cNvSpPr/>
      </dsp:nvSpPr>
      <dsp:spPr>
        <a:xfrm>
          <a:off x="0" y="3030342"/>
          <a:ext cx="4938712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Молдавське князівство</a:t>
          </a:r>
          <a:endParaRPr lang="uk-UA" sz="3600" kern="1200"/>
        </a:p>
      </dsp:txBody>
      <dsp:txXfrm>
        <a:off x="42151" y="3072493"/>
        <a:ext cx="4854410" cy="779158"/>
      </dsp:txXfrm>
    </dsp:sp>
  </dsp:spTree>
</dsp:drawing>
</file>

<file path=ppt/diagrams/drawing6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CABC8F-AB80-4B82-861A-F66565401336}">
      <dsp:nvSpPr>
        <dsp:cNvPr id="0" name=""/>
        <dsp:cNvSpPr/>
      </dsp:nvSpPr>
      <dsp:spPr>
        <a:xfrm>
          <a:off x="0" y="24342"/>
          <a:ext cx="493871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0" i="0" kern="1200"/>
            <a:t>1648 р.</a:t>
          </a:r>
          <a:endParaRPr lang="uk-UA" sz="3800" kern="1200"/>
        </a:p>
      </dsp:txBody>
      <dsp:txXfrm>
        <a:off x="44492" y="68834"/>
        <a:ext cx="4849728" cy="822446"/>
      </dsp:txXfrm>
    </dsp:sp>
    <dsp:sp modelId="{4A52AED0-C67F-49F3-9269-58955023BBD9}">
      <dsp:nvSpPr>
        <dsp:cNvPr id="0" name=""/>
        <dsp:cNvSpPr/>
      </dsp:nvSpPr>
      <dsp:spPr>
        <a:xfrm>
          <a:off x="0" y="1045212"/>
          <a:ext cx="493871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0" i="0" kern="1200"/>
            <a:t>1649 р.</a:t>
          </a:r>
          <a:endParaRPr lang="uk-UA" sz="3800" kern="1200"/>
        </a:p>
      </dsp:txBody>
      <dsp:txXfrm>
        <a:off x="44492" y="1089704"/>
        <a:ext cx="4849728" cy="822446"/>
      </dsp:txXfrm>
    </dsp:sp>
    <dsp:sp modelId="{9F95DBE5-1A8C-4EE3-A9B0-81E7469FB734}">
      <dsp:nvSpPr>
        <dsp:cNvPr id="0" name=""/>
        <dsp:cNvSpPr/>
      </dsp:nvSpPr>
      <dsp:spPr>
        <a:xfrm>
          <a:off x="0" y="2066082"/>
          <a:ext cx="493871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0" i="0" kern="1200"/>
            <a:t>1651 р.</a:t>
          </a:r>
          <a:endParaRPr lang="uk-UA" sz="3800" kern="1200"/>
        </a:p>
      </dsp:txBody>
      <dsp:txXfrm>
        <a:off x="44492" y="2110574"/>
        <a:ext cx="4849728" cy="822446"/>
      </dsp:txXfrm>
    </dsp:sp>
    <dsp:sp modelId="{A9062651-5051-4408-B911-81A0CD090C76}">
      <dsp:nvSpPr>
        <dsp:cNvPr id="0" name=""/>
        <dsp:cNvSpPr/>
      </dsp:nvSpPr>
      <dsp:spPr>
        <a:xfrm>
          <a:off x="0" y="3086952"/>
          <a:ext cx="493871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0" i="0" kern="1200"/>
            <a:t>1654 р.</a:t>
          </a:r>
          <a:endParaRPr lang="uk-UA" sz="3800" kern="1200"/>
        </a:p>
      </dsp:txBody>
      <dsp:txXfrm>
        <a:off x="44492" y="3131444"/>
        <a:ext cx="4849728" cy="822446"/>
      </dsp:txXfrm>
    </dsp:sp>
  </dsp:spTree>
</dsp:drawing>
</file>

<file path=ppt/diagrams/drawing6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EA3C29-6963-4D48-A093-2C8B4DD5906A}">
      <dsp:nvSpPr>
        <dsp:cNvPr id="0" name=""/>
        <dsp:cNvSpPr/>
      </dsp:nvSpPr>
      <dsp:spPr>
        <a:xfrm rot="10800000">
          <a:off x="1032297" y="978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Від початку </a:t>
          </a:r>
          <a:r>
            <a:rPr lang="uk-UA" sz="1600" b="0" i="0" kern="1200" dirty="0" err="1"/>
            <a:t>збройного</a:t>
          </a:r>
          <a:r>
            <a:rPr lang="uk-UA" sz="1600" b="0" i="0" kern="1200" dirty="0"/>
            <a:t> виступу до Зборівського договору.</a:t>
          </a:r>
          <a:endParaRPr lang="uk-UA" sz="1600" kern="1200" dirty="0"/>
        </a:p>
      </dsp:txBody>
      <dsp:txXfrm rot="10800000">
        <a:off x="1237626" y="978"/>
        <a:ext cx="3077859" cy="821315"/>
      </dsp:txXfrm>
    </dsp:sp>
    <dsp:sp modelId="{1EFDF617-6DCD-4680-B292-6475797530C0}">
      <dsp:nvSpPr>
        <dsp:cNvPr id="0" name=""/>
        <dsp:cNvSpPr/>
      </dsp:nvSpPr>
      <dsp:spPr>
        <a:xfrm>
          <a:off x="621639" y="978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042F6D-8E65-44B2-90A2-5C387376DDA0}">
      <dsp:nvSpPr>
        <dsp:cNvPr id="0" name=""/>
        <dsp:cNvSpPr/>
      </dsp:nvSpPr>
      <dsp:spPr>
        <a:xfrm rot="10800000">
          <a:off x="1032297" y="1067462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Від Зборівського до Білоцерківського договору.</a:t>
          </a:r>
          <a:endParaRPr lang="uk-UA" sz="1600" kern="1200"/>
        </a:p>
      </dsp:txBody>
      <dsp:txXfrm rot="10800000">
        <a:off x="1237626" y="1067462"/>
        <a:ext cx="3077859" cy="821315"/>
      </dsp:txXfrm>
    </dsp:sp>
    <dsp:sp modelId="{E49AB48D-07AC-405C-9F35-06BA9EFF3544}">
      <dsp:nvSpPr>
        <dsp:cNvPr id="0" name=""/>
        <dsp:cNvSpPr/>
      </dsp:nvSpPr>
      <dsp:spPr>
        <a:xfrm>
          <a:off x="621639" y="1067462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312578-EC2B-46A6-A1CA-B3CE2D5F2A37}">
      <dsp:nvSpPr>
        <dsp:cNvPr id="0" name=""/>
        <dsp:cNvSpPr/>
      </dsp:nvSpPr>
      <dsp:spPr>
        <a:xfrm rot="10800000">
          <a:off x="1032297" y="2133946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Від Білоцерківського договору до Переяславської ради.</a:t>
          </a:r>
          <a:endParaRPr lang="uk-UA" sz="1600" kern="1200"/>
        </a:p>
      </dsp:txBody>
      <dsp:txXfrm rot="10800000">
        <a:off x="1237626" y="2133946"/>
        <a:ext cx="3077859" cy="821315"/>
      </dsp:txXfrm>
    </dsp:sp>
    <dsp:sp modelId="{F6CFB05B-EF96-4447-B226-1875DC3AED02}">
      <dsp:nvSpPr>
        <dsp:cNvPr id="0" name=""/>
        <dsp:cNvSpPr/>
      </dsp:nvSpPr>
      <dsp:spPr>
        <a:xfrm>
          <a:off x="621639" y="2133946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7738CA-39E7-4B4F-A661-8967A8ECE6B7}">
      <dsp:nvSpPr>
        <dsp:cNvPr id="0" name=""/>
        <dsp:cNvSpPr/>
      </dsp:nvSpPr>
      <dsp:spPr>
        <a:xfrm rot="10800000">
          <a:off x="1032297" y="3200430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Від Переяславської ради до Віленського перемир’я.</a:t>
          </a:r>
          <a:endParaRPr lang="uk-UA" sz="1600" kern="1200"/>
        </a:p>
      </dsp:txBody>
      <dsp:txXfrm rot="10800000">
        <a:off x="1237626" y="3200430"/>
        <a:ext cx="3077859" cy="821315"/>
      </dsp:txXfrm>
    </dsp:sp>
    <dsp:sp modelId="{ADF60D70-EE0E-4AB8-973B-5423F7D8138C}">
      <dsp:nvSpPr>
        <dsp:cNvPr id="0" name=""/>
        <dsp:cNvSpPr/>
      </dsp:nvSpPr>
      <dsp:spPr>
        <a:xfrm>
          <a:off x="621639" y="3200430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EA3C29-6963-4D48-A093-2C8B4DD5906A}">
      <dsp:nvSpPr>
        <dsp:cNvPr id="0" name=""/>
        <dsp:cNvSpPr/>
      </dsp:nvSpPr>
      <dsp:spPr>
        <a:xfrm rot="10800000">
          <a:off x="1032297" y="978"/>
          <a:ext cx="3283188" cy="821315"/>
        </a:xfrm>
        <a:prstGeom prst="homePlate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Від початку </a:t>
          </a:r>
          <a:r>
            <a:rPr lang="uk-UA" sz="1600" b="0" i="0" kern="1200" dirty="0" err="1"/>
            <a:t>збройного</a:t>
          </a:r>
          <a:r>
            <a:rPr lang="uk-UA" sz="1600" b="0" i="0" kern="1200"/>
            <a:t> виступу до Зборівського договору.</a:t>
          </a:r>
          <a:endParaRPr lang="uk-UA" sz="1600" kern="1200"/>
        </a:p>
      </dsp:txBody>
      <dsp:txXfrm rot="10800000">
        <a:off x="1237626" y="978"/>
        <a:ext cx="3077859" cy="821315"/>
      </dsp:txXfrm>
    </dsp:sp>
    <dsp:sp modelId="{1EFDF617-6DCD-4680-B292-6475797530C0}">
      <dsp:nvSpPr>
        <dsp:cNvPr id="0" name=""/>
        <dsp:cNvSpPr/>
      </dsp:nvSpPr>
      <dsp:spPr>
        <a:xfrm>
          <a:off x="621639" y="978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042F6D-8E65-44B2-90A2-5C387376DDA0}">
      <dsp:nvSpPr>
        <dsp:cNvPr id="0" name=""/>
        <dsp:cNvSpPr/>
      </dsp:nvSpPr>
      <dsp:spPr>
        <a:xfrm rot="10800000">
          <a:off x="1032297" y="1067462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Від Зборівського до Білоцерківського договору.</a:t>
          </a:r>
          <a:endParaRPr lang="uk-UA" sz="1600" kern="1200"/>
        </a:p>
      </dsp:txBody>
      <dsp:txXfrm rot="10800000">
        <a:off x="1237626" y="1067462"/>
        <a:ext cx="3077859" cy="821315"/>
      </dsp:txXfrm>
    </dsp:sp>
    <dsp:sp modelId="{E49AB48D-07AC-405C-9F35-06BA9EFF3544}">
      <dsp:nvSpPr>
        <dsp:cNvPr id="0" name=""/>
        <dsp:cNvSpPr/>
      </dsp:nvSpPr>
      <dsp:spPr>
        <a:xfrm>
          <a:off x="621639" y="1067462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312578-EC2B-46A6-A1CA-B3CE2D5F2A37}">
      <dsp:nvSpPr>
        <dsp:cNvPr id="0" name=""/>
        <dsp:cNvSpPr/>
      </dsp:nvSpPr>
      <dsp:spPr>
        <a:xfrm rot="10800000">
          <a:off x="1032297" y="2133946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Від Білоцерківського договору до Переяславської ради.</a:t>
          </a:r>
          <a:endParaRPr lang="uk-UA" sz="1600" kern="1200"/>
        </a:p>
      </dsp:txBody>
      <dsp:txXfrm rot="10800000">
        <a:off x="1237626" y="2133946"/>
        <a:ext cx="3077859" cy="821315"/>
      </dsp:txXfrm>
    </dsp:sp>
    <dsp:sp modelId="{F6CFB05B-EF96-4447-B226-1875DC3AED02}">
      <dsp:nvSpPr>
        <dsp:cNvPr id="0" name=""/>
        <dsp:cNvSpPr/>
      </dsp:nvSpPr>
      <dsp:spPr>
        <a:xfrm>
          <a:off x="621639" y="2133946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7738CA-39E7-4B4F-A661-8967A8ECE6B7}">
      <dsp:nvSpPr>
        <dsp:cNvPr id="0" name=""/>
        <dsp:cNvSpPr/>
      </dsp:nvSpPr>
      <dsp:spPr>
        <a:xfrm rot="10800000">
          <a:off x="1032297" y="3200430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Від Переяславської ради до Віленського перемир’я.</a:t>
          </a:r>
          <a:endParaRPr lang="uk-UA" sz="1600" kern="1200"/>
        </a:p>
      </dsp:txBody>
      <dsp:txXfrm rot="10800000">
        <a:off x="1237626" y="3200430"/>
        <a:ext cx="3077859" cy="821315"/>
      </dsp:txXfrm>
    </dsp:sp>
    <dsp:sp modelId="{ADF60D70-EE0E-4AB8-973B-5423F7D8138C}">
      <dsp:nvSpPr>
        <dsp:cNvPr id="0" name=""/>
        <dsp:cNvSpPr/>
      </dsp:nvSpPr>
      <dsp:spPr>
        <a:xfrm>
          <a:off x="621639" y="3200430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B6BF3E-E2A6-4E26-98C7-5EDD3CE23F30}">
      <dsp:nvSpPr>
        <dsp:cNvPr id="0" name=""/>
        <dsp:cNvSpPr/>
      </dsp:nvSpPr>
      <dsp:spPr>
        <a:xfrm rot="10800000">
          <a:off x="1032297" y="978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І. Богун</a:t>
          </a:r>
          <a:endParaRPr lang="uk-UA" sz="2300" kern="1200"/>
        </a:p>
      </dsp:txBody>
      <dsp:txXfrm rot="10800000">
        <a:off x="1237626" y="978"/>
        <a:ext cx="3077859" cy="821315"/>
      </dsp:txXfrm>
    </dsp:sp>
    <dsp:sp modelId="{79B92910-7FB9-4DDB-9C78-E2480805FCEF}">
      <dsp:nvSpPr>
        <dsp:cNvPr id="0" name=""/>
        <dsp:cNvSpPr/>
      </dsp:nvSpPr>
      <dsp:spPr>
        <a:xfrm>
          <a:off x="621639" y="978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634687-3F53-4DF1-A0A9-D1AA4860BE5A}">
      <dsp:nvSpPr>
        <dsp:cNvPr id="0" name=""/>
        <dsp:cNvSpPr/>
      </dsp:nvSpPr>
      <dsp:spPr>
        <a:xfrm rot="10800000">
          <a:off x="1032297" y="1067462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К. Гордієнко</a:t>
          </a:r>
          <a:endParaRPr lang="uk-UA" sz="2300" kern="1200"/>
        </a:p>
      </dsp:txBody>
      <dsp:txXfrm rot="10800000">
        <a:off x="1237626" y="1067462"/>
        <a:ext cx="3077859" cy="821315"/>
      </dsp:txXfrm>
    </dsp:sp>
    <dsp:sp modelId="{F22AC6FD-B1C8-445B-8C3F-CE7133ED054D}">
      <dsp:nvSpPr>
        <dsp:cNvPr id="0" name=""/>
        <dsp:cNvSpPr/>
      </dsp:nvSpPr>
      <dsp:spPr>
        <a:xfrm>
          <a:off x="621639" y="1067462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97C92F-78A7-4674-86B0-88B1E4B79B88}">
      <dsp:nvSpPr>
        <dsp:cNvPr id="0" name=""/>
        <dsp:cNvSpPr/>
      </dsp:nvSpPr>
      <dsp:spPr>
        <a:xfrm rot="10800000">
          <a:off x="1032297" y="2133946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Т. Хмельницький</a:t>
          </a:r>
          <a:endParaRPr lang="uk-UA" sz="2300" kern="1200"/>
        </a:p>
      </dsp:txBody>
      <dsp:txXfrm rot="10800000">
        <a:off x="1237626" y="2133946"/>
        <a:ext cx="3077859" cy="821315"/>
      </dsp:txXfrm>
    </dsp:sp>
    <dsp:sp modelId="{3DC119A5-0D9F-4F99-BB2C-5132193B5D97}">
      <dsp:nvSpPr>
        <dsp:cNvPr id="0" name=""/>
        <dsp:cNvSpPr/>
      </dsp:nvSpPr>
      <dsp:spPr>
        <a:xfrm>
          <a:off x="621639" y="2133946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2FD20E-7382-4E6C-B684-709E7D8632B2}">
      <dsp:nvSpPr>
        <dsp:cNvPr id="0" name=""/>
        <dsp:cNvSpPr/>
      </dsp:nvSpPr>
      <dsp:spPr>
        <a:xfrm rot="10800000">
          <a:off x="1032297" y="3200430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П. Конашевич-Сагайдачний</a:t>
          </a:r>
          <a:endParaRPr lang="uk-UA" sz="2300" kern="1200"/>
        </a:p>
      </dsp:txBody>
      <dsp:txXfrm rot="10800000">
        <a:off x="1237626" y="3200430"/>
        <a:ext cx="3077859" cy="821315"/>
      </dsp:txXfrm>
    </dsp:sp>
    <dsp:sp modelId="{49A6E188-08F8-4CDE-B69D-8E8B9985B478}">
      <dsp:nvSpPr>
        <dsp:cNvPr id="0" name=""/>
        <dsp:cNvSpPr/>
      </dsp:nvSpPr>
      <dsp:spPr>
        <a:xfrm>
          <a:off x="621639" y="3200430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B6BF3E-E2A6-4E26-98C7-5EDD3CE23F30}">
      <dsp:nvSpPr>
        <dsp:cNvPr id="0" name=""/>
        <dsp:cNvSpPr/>
      </dsp:nvSpPr>
      <dsp:spPr>
        <a:xfrm rot="10800000">
          <a:off x="1032297" y="978"/>
          <a:ext cx="3283188" cy="821315"/>
        </a:xfrm>
        <a:prstGeom prst="homePlate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І. Богун</a:t>
          </a:r>
          <a:endParaRPr lang="uk-UA" sz="2300" kern="1200"/>
        </a:p>
      </dsp:txBody>
      <dsp:txXfrm rot="10800000">
        <a:off x="1237626" y="978"/>
        <a:ext cx="3077859" cy="821315"/>
      </dsp:txXfrm>
    </dsp:sp>
    <dsp:sp modelId="{79B92910-7FB9-4DDB-9C78-E2480805FCEF}">
      <dsp:nvSpPr>
        <dsp:cNvPr id="0" name=""/>
        <dsp:cNvSpPr/>
      </dsp:nvSpPr>
      <dsp:spPr>
        <a:xfrm>
          <a:off x="621639" y="978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634687-3F53-4DF1-A0A9-D1AA4860BE5A}">
      <dsp:nvSpPr>
        <dsp:cNvPr id="0" name=""/>
        <dsp:cNvSpPr/>
      </dsp:nvSpPr>
      <dsp:spPr>
        <a:xfrm rot="10800000">
          <a:off x="1032297" y="1067462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К. Гордієнко</a:t>
          </a:r>
          <a:endParaRPr lang="uk-UA" sz="2300" kern="1200"/>
        </a:p>
      </dsp:txBody>
      <dsp:txXfrm rot="10800000">
        <a:off x="1237626" y="1067462"/>
        <a:ext cx="3077859" cy="821315"/>
      </dsp:txXfrm>
    </dsp:sp>
    <dsp:sp modelId="{F22AC6FD-B1C8-445B-8C3F-CE7133ED054D}">
      <dsp:nvSpPr>
        <dsp:cNvPr id="0" name=""/>
        <dsp:cNvSpPr/>
      </dsp:nvSpPr>
      <dsp:spPr>
        <a:xfrm>
          <a:off x="621639" y="1067462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97C92F-78A7-4674-86B0-88B1E4B79B88}">
      <dsp:nvSpPr>
        <dsp:cNvPr id="0" name=""/>
        <dsp:cNvSpPr/>
      </dsp:nvSpPr>
      <dsp:spPr>
        <a:xfrm rot="10800000">
          <a:off x="1032297" y="2133946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Т. Хмельницький</a:t>
          </a:r>
          <a:endParaRPr lang="uk-UA" sz="2300" kern="1200"/>
        </a:p>
      </dsp:txBody>
      <dsp:txXfrm rot="10800000">
        <a:off x="1237626" y="2133946"/>
        <a:ext cx="3077859" cy="821315"/>
      </dsp:txXfrm>
    </dsp:sp>
    <dsp:sp modelId="{3DC119A5-0D9F-4F99-BB2C-5132193B5D97}">
      <dsp:nvSpPr>
        <dsp:cNvPr id="0" name=""/>
        <dsp:cNvSpPr/>
      </dsp:nvSpPr>
      <dsp:spPr>
        <a:xfrm>
          <a:off x="621639" y="2133946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2FD20E-7382-4E6C-B684-709E7D8632B2}">
      <dsp:nvSpPr>
        <dsp:cNvPr id="0" name=""/>
        <dsp:cNvSpPr/>
      </dsp:nvSpPr>
      <dsp:spPr>
        <a:xfrm rot="10800000">
          <a:off x="1032297" y="3200430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П. Конашевич-Сагайдачний</a:t>
          </a:r>
          <a:endParaRPr lang="uk-UA" sz="2300" kern="1200"/>
        </a:p>
      </dsp:txBody>
      <dsp:txXfrm rot="10800000">
        <a:off x="1237626" y="3200430"/>
        <a:ext cx="3077859" cy="821315"/>
      </dsp:txXfrm>
    </dsp:sp>
    <dsp:sp modelId="{49A6E188-08F8-4CDE-B69D-8E8B9985B478}">
      <dsp:nvSpPr>
        <dsp:cNvPr id="0" name=""/>
        <dsp:cNvSpPr/>
      </dsp:nvSpPr>
      <dsp:spPr>
        <a:xfrm>
          <a:off x="621639" y="3200430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AF4C47-1A51-4BFB-AB0F-F4ECB3BC92C4}">
      <dsp:nvSpPr>
        <dsp:cNvPr id="0" name=""/>
        <dsp:cNvSpPr/>
      </dsp:nvSpPr>
      <dsp:spPr>
        <a:xfrm>
          <a:off x="0" y="547242"/>
          <a:ext cx="4937125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військ Речі Посполитої.</a:t>
          </a:r>
          <a:endParaRPr lang="uk-UA" sz="2800" kern="1200"/>
        </a:p>
      </dsp:txBody>
      <dsp:txXfrm>
        <a:off x="32784" y="580026"/>
        <a:ext cx="4871557" cy="606012"/>
      </dsp:txXfrm>
    </dsp:sp>
    <dsp:sp modelId="{86418949-FF53-4CD4-AABD-453A0479930A}">
      <dsp:nvSpPr>
        <dsp:cNvPr id="0" name=""/>
        <dsp:cNvSpPr/>
      </dsp:nvSpPr>
      <dsp:spPr>
        <a:xfrm>
          <a:off x="0" y="1299462"/>
          <a:ext cx="4937125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армії Османської імперії.</a:t>
          </a:r>
          <a:endParaRPr lang="uk-UA" sz="2800" kern="1200"/>
        </a:p>
      </dsp:txBody>
      <dsp:txXfrm>
        <a:off x="32784" y="1332246"/>
        <a:ext cx="4871557" cy="606012"/>
      </dsp:txXfrm>
    </dsp:sp>
    <dsp:sp modelId="{3B027D79-3CFF-4260-8F7E-031C1A201700}">
      <dsp:nvSpPr>
        <dsp:cNvPr id="0" name=""/>
        <dsp:cNvSpPr/>
      </dsp:nvSpPr>
      <dsp:spPr>
        <a:xfrm>
          <a:off x="0" y="2051682"/>
          <a:ext cx="4937125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загонів Кримського ханства.</a:t>
          </a:r>
          <a:endParaRPr lang="uk-UA" sz="2800" kern="1200"/>
        </a:p>
      </dsp:txBody>
      <dsp:txXfrm>
        <a:off x="32784" y="2084466"/>
        <a:ext cx="4871557" cy="606012"/>
      </dsp:txXfrm>
    </dsp:sp>
    <dsp:sp modelId="{776D20CA-9AAC-4B6A-A184-A438A1282DE3}">
      <dsp:nvSpPr>
        <dsp:cNvPr id="0" name=""/>
        <dsp:cNvSpPr/>
      </dsp:nvSpPr>
      <dsp:spPr>
        <a:xfrm>
          <a:off x="0" y="2803902"/>
          <a:ext cx="4937125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полків Московського царства.</a:t>
          </a:r>
          <a:endParaRPr lang="uk-UA" sz="2800" kern="1200"/>
        </a:p>
      </dsp:txBody>
      <dsp:txXfrm>
        <a:off x="32784" y="2836686"/>
        <a:ext cx="4871557" cy="606012"/>
      </dsp:txXfrm>
    </dsp:sp>
  </dsp:spTree>
</dsp:drawing>
</file>

<file path=ppt/diagrams/drawing7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EA3C29-6963-4D48-A093-2C8B4DD5906A}">
      <dsp:nvSpPr>
        <dsp:cNvPr id="0" name=""/>
        <dsp:cNvSpPr/>
      </dsp:nvSpPr>
      <dsp:spPr>
        <a:xfrm rot="10800000">
          <a:off x="1032297" y="978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Від початку </a:t>
          </a:r>
          <a:r>
            <a:rPr lang="uk-UA" sz="1600" b="0" i="0" kern="1200" dirty="0" err="1"/>
            <a:t>збройного</a:t>
          </a:r>
          <a:r>
            <a:rPr lang="uk-UA" sz="1600" b="0" i="0" kern="1200" dirty="0"/>
            <a:t> виступу до Зборівського договору.</a:t>
          </a:r>
          <a:endParaRPr lang="uk-UA" sz="1600" kern="1200" dirty="0"/>
        </a:p>
      </dsp:txBody>
      <dsp:txXfrm rot="10800000">
        <a:off x="1237626" y="978"/>
        <a:ext cx="3077859" cy="821315"/>
      </dsp:txXfrm>
    </dsp:sp>
    <dsp:sp modelId="{1EFDF617-6DCD-4680-B292-6475797530C0}">
      <dsp:nvSpPr>
        <dsp:cNvPr id="0" name=""/>
        <dsp:cNvSpPr/>
      </dsp:nvSpPr>
      <dsp:spPr>
        <a:xfrm>
          <a:off x="621639" y="978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042F6D-8E65-44B2-90A2-5C387376DDA0}">
      <dsp:nvSpPr>
        <dsp:cNvPr id="0" name=""/>
        <dsp:cNvSpPr/>
      </dsp:nvSpPr>
      <dsp:spPr>
        <a:xfrm rot="10800000">
          <a:off x="1032297" y="1067462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Від Зборівського до Білоцерківського договору.</a:t>
          </a:r>
          <a:endParaRPr lang="uk-UA" sz="1600" kern="1200"/>
        </a:p>
      </dsp:txBody>
      <dsp:txXfrm rot="10800000">
        <a:off x="1237626" y="1067462"/>
        <a:ext cx="3077859" cy="821315"/>
      </dsp:txXfrm>
    </dsp:sp>
    <dsp:sp modelId="{E49AB48D-07AC-405C-9F35-06BA9EFF3544}">
      <dsp:nvSpPr>
        <dsp:cNvPr id="0" name=""/>
        <dsp:cNvSpPr/>
      </dsp:nvSpPr>
      <dsp:spPr>
        <a:xfrm>
          <a:off x="621639" y="1067462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312578-EC2B-46A6-A1CA-B3CE2D5F2A37}">
      <dsp:nvSpPr>
        <dsp:cNvPr id="0" name=""/>
        <dsp:cNvSpPr/>
      </dsp:nvSpPr>
      <dsp:spPr>
        <a:xfrm rot="10800000">
          <a:off x="1032297" y="2133946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Від Білоцерківського договору до Переяславської ради.</a:t>
          </a:r>
          <a:endParaRPr lang="uk-UA" sz="1600" kern="1200"/>
        </a:p>
      </dsp:txBody>
      <dsp:txXfrm rot="10800000">
        <a:off x="1237626" y="2133946"/>
        <a:ext cx="3077859" cy="821315"/>
      </dsp:txXfrm>
    </dsp:sp>
    <dsp:sp modelId="{F6CFB05B-EF96-4447-B226-1875DC3AED02}">
      <dsp:nvSpPr>
        <dsp:cNvPr id="0" name=""/>
        <dsp:cNvSpPr/>
      </dsp:nvSpPr>
      <dsp:spPr>
        <a:xfrm>
          <a:off x="621639" y="2133946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7738CA-39E7-4B4F-A661-8967A8ECE6B7}">
      <dsp:nvSpPr>
        <dsp:cNvPr id="0" name=""/>
        <dsp:cNvSpPr/>
      </dsp:nvSpPr>
      <dsp:spPr>
        <a:xfrm rot="10800000">
          <a:off x="1032297" y="3200430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Від Переяславської ради до Віленського перемир’я.</a:t>
          </a:r>
          <a:endParaRPr lang="uk-UA" sz="1600" kern="1200"/>
        </a:p>
      </dsp:txBody>
      <dsp:txXfrm rot="10800000">
        <a:off x="1237626" y="3200430"/>
        <a:ext cx="3077859" cy="821315"/>
      </dsp:txXfrm>
    </dsp:sp>
    <dsp:sp modelId="{ADF60D70-EE0E-4AB8-973B-5423F7D8138C}">
      <dsp:nvSpPr>
        <dsp:cNvPr id="0" name=""/>
        <dsp:cNvSpPr/>
      </dsp:nvSpPr>
      <dsp:spPr>
        <a:xfrm>
          <a:off x="621639" y="3200430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EA3C29-6963-4D48-A093-2C8B4DD5906A}">
      <dsp:nvSpPr>
        <dsp:cNvPr id="0" name=""/>
        <dsp:cNvSpPr/>
      </dsp:nvSpPr>
      <dsp:spPr>
        <a:xfrm rot="10800000">
          <a:off x="1032297" y="978"/>
          <a:ext cx="3283188" cy="821315"/>
        </a:xfrm>
        <a:prstGeom prst="homePlate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Від початку </a:t>
          </a:r>
          <a:r>
            <a:rPr lang="uk-UA" sz="1600" b="0" i="0" kern="1200" dirty="0" err="1"/>
            <a:t>збройного</a:t>
          </a:r>
          <a:r>
            <a:rPr lang="uk-UA" sz="1600" b="0" i="0" kern="1200"/>
            <a:t> виступу до Зборівського договору.</a:t>
          </a:r>
          <a:endParaRPr lang="uk-UA" sz="1600" kern="1200"/>
        </a:p>
      </dsp:txBody>
      <dsp:txXfrm rot="10800000">
        <a:off x="1237626" y="978"/>
        <a:ext cx="3077859" cy="821315"/>
      </dsp:txXfrm>
    </dsp:sp>
    <dsp:sp modelId="{1EFDF617-6DCD-4680-B292-6475797530C0}">
      <dsp:nvSpPr>
        <dsp:cNvPr id="0" name=""/>
        <dsp:cNvSpPr/>
      </dsp:nvSpPr>
      <dsp:spPr>
        <a:xfrm>
          <a:off x="621639" y="978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042F6D-8E65-44B2-90A2-5C387376DDA0}">
      <dsp:nvSpPr>
        <dsp:cNvPr id="0" name=""/>
        <dsp:cNvSpPr/>
      </dsp:nvSpPr>
      <dsp:spPr>
        <a:xfrm rot="10800000">
          <a:off x="1032297" y="1067462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Від Зборівського до Білоцерківського договору.</a:t>
          </a:r>
          <a:endParaRPr lang="uk-UA" sz="1600" kern="1200"/>
        </a:p>
      </dsp:txBody>
      <dsp:txXfrm rot="10800000">
        <a:off x="1237626" y="1067462"/>
        <a:ext cx="3077859" cy="821315"/>
      </dsp:txXfrm>
    </dsp:sp>
    <dsp:sp modelId="{E49AB48D-07AC-405C-9F35-06BA9EFF3544}">
      <dsp:nvSpPr>
        <dsp:cNvPr id="0" name=""/>
        <dsp:cNvSpPr/>
      </dsp:nvSpPr>
      <dsp:spPr>
        <a:xfrm>
          <a:off x="621639" y="1067462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312578-EC2B-46A6-A1CA-B3CE2D5F2A37}">
      <dsp:nvSpPr>
        <dsp:cNvPr id="0" name=""/>
        <dsp:cNvSpPr/>
      </dsp:nvSpPr>
      <dsp:spPr>
        <a:xfrm rot="10800000">
          <a:off x="1032297" y="2133946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Від Білоцерківського договору до Переяславської ради.</a:t>
          </a:r>
          <a:endParaRPr lang="uk-UA" sz="1600" kern="1200"/>
        </a:p>
      </dsp:txBody>
      <dsp:txXfrm rot="10800000">
        <a:off x="1237626" y="2133946"/>
        <a:ext cx="3077859" cy="821315"/>
      </dsp:txXfrm>
    </dsp:sp>
    <dsp:sp modelId="{F6CFB05B-EF96-4447-B226-1875DC3AED02}">
      <dsp:nvSpPr>
        <dsp:cNvPr id="0" name=""/>
        <dsp:cNvSpPr/>
      </dsp:nvSpPr>
      <dsp:spPr>
        <a:xfrm>
          <a:off x="621639" y="2133946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7738CA-39E7-4B4F-A661-8967A8ECE6B7}">
      <dsp:nvSpPr>
        <dsp:cNvPr id="0" name=""/>
        <dsp:cNvSpPr/>
      </dsp:nvSpPr>
      <dsp:spPr>
        <a:xfrm rot="10800000">
          <a:off x="1032297" y="3200430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Від Переяславської ради до Віленського перемир’я.</a:t>
          </a:r>
          <a:endParaRPr lang="uk-UA" sz="1600" kern="1200"/>
        </a:p>
      </dsp:txBody>
      <dsp:txXfrm rot="10800000">
        <a:off x="1237626" y="3200430"/>
        <a:ext cx="3077859" cy="821315"/>
      </dsp:txXfrm>
    </dsp:sp>
    <dsp:sp modelId="{ADF60D70-EE0E-4AB8-973B-5423F7D8138C}">
      <dsp:nvSpPr>
        <dsp:cNvPr id="0" name=""/>
        <dsp:cNvSpPr/>
      </dsp:nvSpPr>
      <dsp:spPr>
        <a:xfrm>
          <a:off x="621639" y="3200430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B6BF3E-E2A6-4E26-98C7-5EDD3CE23F30}">
      <dsp:nvSpPr>
        <dsp:cNvPr id="0" name=""/>
        <dsp:cNvSpPr/>
      </dsp:nvSpPr>
      <dsp:spPr>
        <a:xfrm rot="10800000">
          <a:off x="1032297" y="978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І. Богун</a:t>
          </a:r>
          <a:endParaRPr lang="uk-UA" sz="2300" kern="1200"/>
        </a:p>
      </dsp:txBody>
      <dsp:txXfrm rot="10800000">
        <a:off x="1237626" y="978"/>
        <a:ext cx="3077859" cy="821315"/>
      </dsp:txXfrm>
    </dsp:sp>
    <dsp:sp modelId="{79B92910-7FB9-4DDB-9C78-E2480805FCEF}">
      <dsp:nvSpPr>
        <dsp:cNvPr id="0" name=""/>
        <dsp:cNvSpPr/>
      </dsp:nvSpPr>
      <dsp:spPr>
        <a:xfrm>
          <a:off x="621639" y="978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634687-3F53-4DF1-A0A9-D1AA4860BE5A}">
      <dsp:nvSpPr>
        <dsp:cNvPr id="0" name=""/>
        <dsp:cNvSpPr/>
      </dsp:nvSpPr>
      <dsp:spPr>
        <a:xfrm rot="10800000">
          <a:off x="1032297" y="1067462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К. Гордієнко</a:t>
          </a:r>
          <a:endParaRPr lang="uk-UA" sz="2300" kern="1200"/>
        </a:p>
      </dsp:txBody>
      <dsp:txXfrm rot="10800000">
        <a:off x="1237626" y="1067462"/>
        <a:ext cx="3077859" cy="821315"/>
      </dsp:txXfrm>
    </dsp:sp>
    <dsp:sp modelId="{F22AC6FD-B1C8-445B-8C3F-CE7133ED054D}">
      <dsp:nvSpPr>
        <dsp:cNvPr id="0" name=""/>
        <dsp:cNvSpPr/>
      </dsp:nvSpPr>
      <dsp:spPr>
        <a:xfrm>
          <a:off x="621639" y="1067462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97C92F-78A7-4674-86B0-88B1E4B79B88}">
      <dsp:nvSpPr>
        <dsp:cNvPr id="0" name=""/>
        <dsp:cNvSpPr/>
      </dsp:nvSpPr>
      <dsp:spPr>
        <a:xfrm rot="10800000">
          <a:off x="1032297" y="2133946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Т. Хмельницький</a:t>
          </a:r>
          <a:endParaRPr lang="uk-UA" sz="2300" kern="1200"/>
        </a:p>
      </dsp:txBody>
      <dsp:txXfrm rot="10800000">
        <a:off x="1237626" y="2133946"/>
        <a:ext cx="3077859" cy="821315"/>
      </dsp:txXfrm>
    </dsp:sp>
    <dsp:sp modelId="{3DC119A5-0D9F-4F99-BB2C-5132193B5D97}">
      <dsp:nvSpPr>
        <dsp:cNvPr id="0" name=""/>
        <dsp:cNvSpPr/>
      </dsp:nvSpPr>
      <dsp:spPr>
        <a:xfrm>
          <a:off x="621639" y="2133946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2FD20E-7382-4E6C-B684-709E7D8632B2}">
      <dsp:nvSpPr>
        <dsp:cNvPr id="0" name=""/>
        <dsp:cNvSpPr/>
      </dsp:nvSpPr>
      <dsp:spPr>
        <a:xfrm rot="10800000">
          <a:off x="1032297" y="3200430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П. Конашевич-Сагайдачний</a:t>
          </a:r>
          <a:endParaRPr lang="uk-UA" sz="2300" kern="1200"/>
        </a:p>
      </dsp:txBody>
      <dsp:txXfrm rot="10800000">
        <a:off x="1237626" y="3200430"/>
        <a:ext cx="3077859" cy="821315"/>
      </dsp:txXfrm>
    </dsp:sp>
    <dsp:sp modelId="{49A6E188-08F8-4CDE-B69D-8E8B9985B478}">
      <dsp:nvSpPr>
        <dsp:cNvPr id="0" name=""/>
        <dsp:cNvSpPr/>
      </dsp:nvSpPr>
      <dsp:spPr>
        <a:xfrm>
          <a:off x="621639" y="3200430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B6BF3E-E2A6-4E26-98C7-5EDD3CE23F30}">
      <dsp:nvSpPr>
        <dsp:cNvPr id="0" name=""/>
        <dsp:cNvSpPr/>
      </dsp:nvSpPr>
      <dsp:spPr>
        <a:xfrm rot="10800000">
          <a:off x="1032297" y="978"/>
          <a:ext cx="3283188" cy="821315"/>
        </a:xfrm>
        <a:prstGeom prst="homePlate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І. Богун</a:t>
          </a:r>
          <a:endParaRPr lang="uk-UA" sz="2300" kern="1200"/>
        </a:p>
      </dsp:txBody>
      <dsp:txXfrm rot="10800000">
        <a:off x="1237626" y="978"/>
        <a:ext cx="3077859" cy="821315"/>
      </dsp:txXfrm>
    </dsp:sp>
    <dsp:sp modelId="{79B92910-7FB9-4DDB-9C78-E2480805FCEF}">
      <dsp:nvSpPr>
        <dsp:cNvPr id="0" name=""/>
        <dsp:cNvSpPr/>
      </dsp:nvSpPr>
      <dsp:spPr>
        <a:xfrm>
          <a:off x="621639" y="978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634687-3F53-4DF1-A0A9-D1AA4860BE5A}">
      <dsp:nvSpPr>
        <dsp:cNvPr id="0" name=""/>
        <dsp:cNvSpPr/>
      </dsp:nvSpPr>
      <dsp:spPr>
        <a:xfrm rot="10800000">
          <a:off x="1032297" y="1067462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К. Гордієнко</a:t>
          </a:r>
          <a:endParaRPr lang="uk-UA" sz="2300" kern="1200"/>
        </a:p>
      </dsp:txBody>
      <dsp:txXfrm rot="10800000">
        <a:off x="1237626" y="1067462"/>
        <a:ext cx="3077859" cy="821315"/>
      </dsp:txXfrm>
    </dsp:sp>
    <dsp:sp modelId="{F22AC6FD-B1C8-445B-8C3F-CE7133ED054D}">
      <dsp:nvSpPr>
        <dsp:cNvPr id="0" name=""/>
        <dsp:cNvSpPr/>
      </dsp:nvSpPr>
      <dsp:spPr>
        <a:xfrm>
          <a:off x="621639" y="1067462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97C92F-78A7-4674-86B0-88B1E4B79B88}">
      <dsp:nvSpPr>
        <dsp:cNvPr id="0" name=""/>
        <dsp:cNvSpPr/>
      </dsp:nvSpPr>
      <dsp:spPr>
        <a:xfrm rot="10800000">
          <a:off x="1032297" y="2133946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Т. Хмельницький</a:t>
          </a:r>
          <a:endParaRPr lang="uk-UA" sz="2300" kern="1200"/>
        </a:p>
      </dsp:txBody>
      <dsp:txXfrm rot="10800000">
        <a:off x="1237626" y="2133946"/>
        <a:ext cx="3077859" cy="821315"/>
      </dsp:txXfrm>
    </dsp:sp>
    <dsp:sp modelId="{3DC119A5-0D9F-4F99-BB2C-5132193B5D97}">
      <dsp:nvSpPr>
        <dsp:cNvPr id="0" name=""/>
        <dsp:cNvSpPr/>
      </dsp:nvSpPr>
      <dsp:spPr>
        <a:xfrm>
          <a:off x="621639" y="2133946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2FD20E-7382-4E6C-B684-709E7D8632B2}">
      <dsp:nvSpPr>
        <dsp:cNvPr id="0" name=""/>
        <dsp:cNvSpPr/>
      </dsp:nvSpPr>
      <dsp:spPr>
        <a:xfrm rot="10800000">
          <a:off x="1032297" y="3200430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П. Конашевич-Сагайдачний</a:t>
          </a:r>
          <a:endParaRPr lang="uk-UA" sz="2300" kern="1200"/>
        </a:p>
      </dsp:txBody>
      <dsp:txXfrm rot="10800000">
        <a:off x="1237626" y="3200430"/>
        <a:ext cx="3077859" cy="821315"/>
      </dsp:txXfrm>
    </dsp:sp>
    <dsp:sp modelId="{49A6E188-08F8-4CDE-B69D-8E8B9985B478}">
      <dsp:nvSpPr>
        <dsp:cNvPr id="0" name=""/>
        <dsp:cNvSpPr/>
      </dsp:nvSpPr>
      <dsp:spPr>
        <a:xfrm>
          <a:off x="621639" y="3200430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AF4C47-1A51-4BFB-AB0F-F4ECB3BC92C4}">
      <dsp:nvSpPr>
        <dsp:cNvPr id="0" name=""/>
        <dsp:cNvSpPr/>
      </dsp:nvSpPr>
      <dsp:spPr>
        <a:xfrm>
          <a:off x="0" y="547242"/>
          <a:ext cx="4937125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військ Речі Посполитої.</a:t>
          </a:r>
          <a:endParaRPr lang="uk-UA" sz="2800" kern="1200"/>
        </a:p>
      </dsp:txBody>
      <dsp:txXfrm>
        <a:off x="32784" y="580026"/>
        <a:ext cx="4871557" cy="606012"/>
      </dsp:txXfrm>
    </dsp:sp>
    <dsp:sp modelId="{86418949-FF53-4CD4-AABD-453A0479930A}">
      <dsp:nvSpPr>
        <dsp:cNvPr id="0" name=""/>
        <dsp:cNvSpPr/>
      </dsp:nvSpPr>
      <dsp:spPr>
        <a:xfrm>
          <a:off x="0" y="1299462"/>
          <a:ext cx="4937125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армії Османської імперії.</a:t>
          </a:r>
          <a:endParaRPr lang="uk-UA" sz="2800" kern="1200"/>
        </a:p>
      </dsp:txBody>
      <dsp:txXfrm>
        <a:off x="32784" y="1332246"/>
        <a:ext cx="4871557" cy="606012"/>
      </dsp:txXfrm>
    </dsp:sp>
    <dsp:sp modelId="{3B027D79-3CFF-4260-8F7E-031C1A201700}">
      <dsp:nvSpPr>
        <dsp:cNvPr id="0" name=""/>
        <dsp:cNvSpPr/>
      </dsp:nvSpPr>
      <dsp:spPr>
        <a:xfrm>
          <a:off x="0" y="2051682"/>
          <a:ext cx="4937125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загонів Кримського ханства.</a:t>
          </a:r>
          <a:endParaRPr lang="uk-UA" sz="2800" kern="1200"/>
        </a:p>
      </dsp:txBody>
      <dsp:txXfrm>
        <a:off x="32784" y="2084466"/>
        <a:ext cx="4871557" cy="606012"/>
      </dsp:txXfrm>
    </dsp:sp>
    <dsp:sp modelId="{776D20CA-9AAC-4B6A-A184-A438A1282DE3}">
      <dsp:nvSpPr>
        <dsp:cNvPr id="0" name=""/>
        <dsp:cNvSpPr/>
      </dsp:nvSpPr>
      <dsp:spPr>
        <a:xfrm>
          <a:off x="0" y="2803902"/>
          <a:ext cx="4937125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полків Московського царства.</a:t>
          </a:r>
          <a:endParaRPr lang="uk-UA" sz="2800" kern="1200"/>
        </a:p>
      </dsp:txBody>
      <dsp:txXfrm>
        <a:off x="32784" y="2836686"/>
        <a:ext cx="4871557" cy="606012"/>
      </dsp:txXfrm>
    </dsp:sp>
  </dsp:spTree>
</dsp:drawing>
</file>

<file path=ppt/diagrams/drawing7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7946F2-0AB2-4A87-8CB3-12CEF2A36029}">
      <dsp:nvSpPr>
        <dsp:cNvPr id="0" name=""/>
        <dsp:cNvSpPr/>
      </dsp:nvSpPr>
      <dsp:spPr>
        <a:xfrm>
          <a:off x="0" y="756402"/>
          <a:ext cx="4937125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доби «Руїни»</a:t>
          </a:r>
          <a:endParaRPr lang="uk-UA" sz="2400" kern="1200"/>
        </a:p>
      </dsp:txBody>
      <dsp:txXfrm>
        <a:off x="28100" y="784502"/>
        <a:ext cx="4880925" cy="519439"/>
      </dsp:txXfrm>
    </dsp:sp>
    <dsp:sp modelId="{B89AD7AD-0AB7-497F-AFA1-2666D81D39BD}">
      <dsp:nvSpPr>
        <dsp:cNvPr id="0" name=""/>
        <dsp:cNvSpPr/>
      </dsp:nvSpPr>
      <dsp:spPr>
        <a:xfrm>
          <a:off x="0" y="1401162"/>
          <a:ext cx="4937125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московсько-литовських війн</a:t>
          </a:r>
          <a:endParaRPr lang="uk-UA" sz="2400" kern="1200"/>
        </a:p>
      </dsp:txBody>
      <dsp:txXfrm>
        <a:off x="28100" y="1429262"/>
        <a:ext cx="4880925" cy="519439"/>
      </dsp:txXfrm>
    </dsp:sp>
    <dsp:sp modelId="{DEFC4944-7351-49BC-ABB9-146A4F124B79}">
      <dsp:nvSpPr>
        <dsp:cNvPr id="0" name=""/>
        <dsp:cNvSpPr/>
      </dsp:nvSpPr>
      <dsp:spPr>
        <a:xfrm>
          <a:off x="0" y="2045922"/>
          <a:ext cx="4937125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Національно-визвольної війни</a:t>
          </a:r>
          <a:endParaRPr lang="uk-UA" sz="2400" kern="1200"/>
        </a:p>
      </dsp:txBody>
      <dsp:txXfrm>
        <a:off x="28100" y="2074022"/>
        <a:ext cx="4880925" cy="519439"/>
      </dsp:txXfrm>
    </dsp:sp>
    <dsp:sp modelId="{C56AE522-F5FA-40F8-AF84-8EA597A684DD}">
      <dsp:nvSpPr>
        <dsp:cNvPr id="0" name=""/>
        <dsp:cNvSpPr/>
      </dsp:nvSpPr>
      <dsp:spPr>
        <a:xfrm>
          <a:off x="0" y="2690682"/>
          <a:ext cx="4937125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доби «героїчних походів» козацтва</a:t>
          </a:r>
          <a:endParaRPr lang="uk-UA" sz="2400" kern="1200"/>
        </a:p>
      </dsp:txBody>
      <dsp:txXfrm>
        <a:off x="28100" y="2718782"/>
        <a:ext cx="4880925" cy="519439"/>
      </dsp:txXfrm>
    </dsp:sp>
  </dsp:spTree>
</dsp:drawing>
</file>

<file path=ppt/diagrams/drawing7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918F80-9D17-453F-A448-32E3DB0827A6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70C1E4-AFC6-4EBA-897B-07E5ED9DCB09}">
      <dsp:nvSpPr>
        <dsp:cNvPr id="0" name=""/>
        <dsp:cNvSpPr/>
      </dsp:nvSpPr>
      <dsp:spPr>
        <a:xfrm>
          <a:off x="455546" y="309267"/>
          <a:ext cx="4428630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Пилявецька</a:t>
          </a:r>
          <a:endParaRPr lang="uk-UA" sz="3200" kern="1200"/>
        </a:p>
      </dsp:txBody>
      <dsp:txXfrm>
        <a:off x="455546" y="309267"/>
        <a:ext cx="4428630" cy="618856"/>
      </dsp:txXfrm>
    </dsp:sp>
    <dsp:sp modelId="{16314D14-8425-483C-AA6C-2546FBBF38C4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6AC5AE-73E3-4A82-9020-72023FED859F}">
      <dsp:nvSpPr>
        <dsp:cNvPr id="0" name=""/>
        <dsp:cNvSpPr/>
      </dsp:nvSpPr>
      <dsp:spPr>
        <a:xfrm>
          <a:off x="810351" y="1237712"/>
          <a:ext cx="4073826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Зборівська</a:t>
          </a:r>
          <a:endParaRPr lang="uk-UA" sz="3200" kern="1200"/>
        </a:p>
      </dsp:txBody>
      <dsp:txXfrm>
        <a:off x="810351" y="1237712"/>
        <a:ext cx="4073826" cy="618856"/>
      </dsp:txXfrm>
    </dsp:sp>
    <dsp:sp modelId="{0760019E-3E2D-4FFC-B7AE-93820ED471E2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E35AE6-6529-4CD0-9DA8-B837643A1121}">
      <dsp:nvSpPr>
        <dsp:cNvPr id="0" name=""/>
        <dsp:cNvSpPr/>
      </dsp:nvSpPr>
      <dsp:spPr>
        <a:xfrm>
          <a:off x="810351" y="2166156"/>
          <a:ext cx="4073826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Берестецька</a:t>
          </a:r>
          <a:endParaRPr lang="uk-UA" sz="3200" kern="1200"/>
        </a:p>
      </dsp:txBody>
      <dsp:txXfrm>
        <a:off x="810351" y="2166156"/>
        <a:ext cx="4073826" cy="618856"/>
      </dsp:txXfrm>
    </dsp:sp>
    <dsp:sp modelId="{C9509F45-206D-4A25-B3B7-2588F049C8CA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EB8713-1C4B-4C3F-AD5B-A20AEB719A4E}">
      <dsp:nvSpPr>
        <dsp:cNvPr id="0" name=""/>
        <dsp:cNvSpPr/>
      </dsp:nvSpPr>
      <dsp:spPr>
        <a:xfrm>
          <a:off x="455546" y="3094601"/>
          <a:ext cx="4428630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Батозька</a:t>
          </a:r>
          <a:endParaRPr lang="uk-UA" sz="3200" kern="1200"/>
        </a:p>
      </dsp:txBody>
      <dsp:txXfrm>
        <a:off x="455546" y="3094601"/>
        <a:ext cx="4428630" cy="618856"/>
      </dsp:txXfrm>
    </dsp:sp>
    <dsp:sp modelId="{C4D51E14-CE72-461A-8ECD-1BB153C10FE8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FE4E71-A7F0-4D43-BC5E-BA9462F286FA}">
      <dsp:nvSpPr>
        <dsp:cNvPr id="0" name=""/>
        <dsp:cNvSpPr/>
      </dsp:nvSpPr>
      <dsp:spPr>
        <a:xfrm rot="10800000">
          <a:off x="989293" y="472"/>
          <a:ext cx="3283188" cy="6492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323" tIns="38100" rIns="7112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b="0" i="0" kern="1200"/>
            <a:t>обмеження території, підпорядкованої владі гетьмана, Київським воєводством, скорочення козацького реєстру до 20 тис. осіб</a:t>
          </a:r>
          <a:endParaRPr lang="uk-UA" sz="1000" kern="1200"/>
        </a:p>
      </dsp:txBody>
      <dsp:txXfrm rot="10800000">
        <a:off x="1151618" y="472"/>
        <a:ext cx="3120863" cy="649299"/>
      </dsp:txXfrm>
    </dsp:sp>
    <dsp:sp modelId="{351291F2-8A2D-4C0F-B403-9736692024BB}">
      <dsp:nvSpPr>
        <dsp:cNvPr id="0" name=""/>
        <dsp:cNvSpPr/>
      </dsp:nvSpPr>
      <dsp:spPr>
        <a:xfrm>
          <a:off x="664643" y="472"/>
          <a:ext cx="649299" cy="6492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63A7B5-0924-4BB0-8CAE-2D5A5574A1E2}">
      <dsp:nvSpPr>
        <dsp:cNvPr id="0" name=""/>
        <dsp:cNvSpPr/>
      </dsp:nvSpPr>
      <dsp:spPr>
        <a:xfrm rot="10800000">
          <a:off x="989293" y="843592"/>
          <a:ext cx="3283188" cy="6492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323" tIns="38100" rIns="7112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b="0" i="0" kern="1200"/>
            <a:t>укладення союзу з Трансільванією, спільні бойові дії козацького та трансільванського військ на території Польщі</a:t>
          </a:r>
          <a:endParaRPr lang="uk-UA" sz="1000" kern="1200"/>
        </a:p>
      </dsp:txBody>
      <dsp:txXfrm rot="10800000">
        <a:off x="1151618" y="843592"/>
        <a:ext cx="3120863" cy="649299"/>
      </dsp:txXfrm>
    </dsp:sp>
    <dsp:sp modelId="{7DD2C001-88E9-4EBF-8686-5F059AA59CE8}">
      <dsp:nvSpPr>
        <dsp:cNvPr id="0" name=""/>
        <dsp:cNvSpPr/>
      </dsp:nvSpPr>
      <dsp:spPr>
        <a:xfrm>
          <a:off x="664643" y="843592"/>
          <a:ext cx="649299" cy="6492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B6066E-CFA0-432B-9A31-8860C6CB1438}">
      <dsp:nvSpPr>
        <dsp:cNvPr id="0" name=""/>
        <dsp:cNvSpPr/>
      </dsp:nvSpPr>
      <dsp:spPr>
        <a:xfrm rot="10800000">
          <a:off x="989293" y="1686712"/>
          <a:ext cx="3283188" cy="6492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323" tIns="38100" rIns="7112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b="0" i="0" kern="1200"/>
            <a:t>визнання польським королем влади гетьмана над Київським, Чернігівським і Брацлавським воєводствами</a:t>
          </a:r>
          <a:endParaRPr lang="uk-UA" sz="1000" kern="1200"/>
        </a:p>
      </dsp:txBody>
      <dsp:txXfrm rot="10800000">
        <a:off x="1151618" y="1686712"/>
        <a:ext cx="3120863" cy="649299"/>
      </dsp:txXfrm>
    </dsp:sp>
    <dsp:sp modelId="{98EA4E54-7D76-4BC9-ABB1-5736B40A36C5}">
      <dsp:nvSpPr>
        <dsp:cNvPr id="0" name=""/>
        <dsp:cNvSpPr/>
      </dsp:nvSpPr>
      <dsp:spPr>
        <a:xfrm>
          <a:off x="664643" y="1686712"/>
          <a:ext cx="649299" cy="6492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BA93BC-B660-43A0-801D-DBE5940102BA}">
      <dsp:nvSpPr>
        <dsp:cNvPr id="0" name=""/>
        <dsp:cNvSpPr/>
      </dsp:nvSpPr>
      <dsp:spPr>
        <a:xfrm rot="10800000">
          <a:off x="989293" y="2529832"/>
          <a:ext cx="3283188" cy="6492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323" tIns="38100" rIns="7112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b="0" i="0" kern="1200"/>
            <a:t>звільнення козацькими військами Поділля та Волині, створення сприятливих умов для визволення західноукраїнських земель</a:t>
          </a:r>
          <a:endParaRPr lang="uk-UA" sz="1000" kern="1200"/>
        </a:p>
      </dsp:txBody>
      <dsp:txXfrm rot="10800000">
        <a:off x="1151618" y="2529832"/>
        <a:ext cx="3120863" cy="649299"/>
      </dsp:txXfrm>
    </dsp:sp>
    <dsp:sp modelId="{487F5088-45DE-4FC8-B526-796AF437BF62}">
      <dsp:nvSpPr>
        <dsp:cNvPr id="0" name=""/>
        <dsp:cNvSpPr/>
      </dsp:nvSpPr>
      <dsp:spPr>
        <a:xfrm>
          <a:off x="664643" y="2529832"/>
          <a:ext cx="649299" cy="6492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8142C8-896A-4336-B839-82109B2AC7EC}">
      <dsp:nvSpPr>
        <dsp:cNvPr id="0" name=""/>
        <dsp:cNvSpPr/>
      </dsp:nvSpPr>
      <dsp:spPr>
        <a:xfrm rot="10800000">
          <a:off x="989293" y="3372953"/>
          <a:ext cx="3283188" cy="6492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323" tIns="38100" rIns="7112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b="0" i="0" kern="1200" dirty="0"/>
            <a:t>відновлення українсько-молдавського союзу, укладення шлюбу Тимоша Хмельницького з </a:t>
          </a:r>
          <a:r>
            <a:rPr lang="uk-UA" sz="1000" b="0" i="0" kern="1200" dirty="0" err="1"/>
            <a:t>Розандою</a:t>
          </a:r>
          <a:r>
            <a:rPr lang="uk-UA" sz="1000" b="0" i="0" kern="1200" dirty="0"/>
            <a:t> Лупу</a:t>
          </a:r>
          <a:endParaRPr lang="uk-UA" sz="1000" kern="1200" dirty="0"/>
        </a:p>
      </dsp:txBody>
      <dsp:txXfrm rot="10800000">
        <a:off x="1151618" y="3372953"/>
        <a:ext cx="3120863" cy="649299"/>
      </dsp:txXfrm>
    </dsp:sp>
    <dsp:sp modelId="{6F25585C-7720-4C91-A6B8-572C41A55A10}">
      <dsp:nvSpPr>
        <dsp:cNvPr id="0" name=""/>
        <dsp:cNvSpPr/>
      </dsp:nvSpPr>
      <dsp:spPr>
        <a:xfrm>
          <a:off x="664643" y="3372953"/>
          <a:ext cx="649299" cy="6492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739C20-F184-4D72-B5FF-B2A1318E008C}">
      <dsp:nvSpPr>
        <dsp:cNvPr id="0" name=""/>
        <dsp:cNvSpPr/>
      </dsp:nvSpPr>
      <dsp:spPr>
        <a:xfrm>
          <a:off x="457993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0C638F-4C85-47A3-BC3A-F58D25850102}">
      <dsp:nvSpPr>
        <dsp:cNvPr id="0" name=""/>
        <dsp:cNvSpPr/>
      </dsp:nvSpPr>
      <dsp:spPr>
        <a:xfrm>
          <a:off x="861802" y="39878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Зборівська</a:t>
          </a:r>
          <a:endParaRPr lang="uk-UA" sz="1800" kern="1200"/>
        </a:p>
      </dsp:txBody>
      <dsp:txXfrm>
        <a:off x="938388" y="475374"/>
        <a:ext cx="1415690" cy="1415690"/>
      </dsp:txXfrm>
    </dsp:sp>
    <dsp:sp modelId="{1879AC1B-0221-4E94-B5C3-EE41E67DF5E5}">
      <dsp:nvSpPr>
        <dsp:cNvPr id="0" name=""/>
        <dsp:cNvSpPr/>
      </dsp:nvSpPr>
      <dsp:spPr>
        <a:xfrm>
          <a:off x="2529696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Берестецька</a:t>
          </a:r>
          <a:endParaRPr lang="uk-UA" sz="1800" kern="1200"/>
        </a:p>
      </dsp:txBody>
      <dsp:txXfrm>
        <a:off x="2606282" y="458744"/>
        <a:ext cx="1415690" cy="1415690"/>
      </dsp:txXfrm>
    </dsp:sp>
    <dsp:sp modelId="{8892BBC9-89B8-40EA-8164-79BA9BEA9ECD}">
      <dsp:nvSpPr>
        <dsp:cNvPr id="0" name=""/>
        <dsp:cNvSpPr/>
      </dsp:nvSpPr>
      <dsp:spPr>
        <a:xfrm>
          <a:off x="840152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Корсунська</a:t>
          </a:r>
          <a:endParaRPr lang="uk-UA" sz="1800" kern="1200"/>
        </a:p>
      </dsp:txBody>
      <dsp:txXfrm>
        <a:off x="916738" y="2148289"/>
        <a:ext cx="1415690" cy="1415690"/>
      </dsp:txXfrm>
    </dsp:sp>
    <dsp:sp modelId="{776890D3-19D1-4888-9DA8-0B761623B304}">
      <dsp:nvSpPr>
        <dsp:cNvPr id="0" name=""/>
        <dsp:cNvSpPr/>
      </dsp:nvSpPr>
      <dsp:spPr>
        <a:xfrm>
          <a:off x="2529696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Батозька</a:t>
          </a:r>
          <a:endParaRPr lang="uk-UA" sz="1800" kern="1200"/>
        </a:p>
      </dsp:txBody>
      <dsp:txXfrm>
        <a:off x="2606282" y="2148289"/>
        <a:ext cx="1415690" cy="1415690"/>
      </dsp:txXfrm>
    </dsp:sp>
  </dsp:spTree>
</dsp:drawing>
</file>

<file path=ppt/diagrams/drawing8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4C2B7D-1750-46DA-8503-91539DFB6ADE}">
      <dsp:nvSpPr>
        <dsp:cNvPr id="0" name=""/>
        <dsp:cNvSpPr/>
      </dsp:nvSpPr>
      <dsp:spPr>
        <a:xfrm>
          <a:off x="1851421" y="1253161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7364355-2473-4208-B9E2-3F07AFE95582}">
      <dsp:nvSpPr>
        <dsp:cNvPr id="0" name=""/>
        <dsp:cNvSpPr/>
      </dsp:nvSpPr>
      <dsp:spPr>
        <a:xfrm>
          <a:off x="1752679" y="248103"/>
          <a:ext cx="1431766" cy="82873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1648 р.</a:t>
          </a:r>
          <a:endParaRPr lang="uk-UA" sz="3300" kern="1200"/>
        </a:p>
      </dsp:txBody>
      <dsp:txXfrm>
        <a:off x="1752679" y="248103"/>
        <a:ext cx="1431766" cy="828731"/>
      </dsp:txXfrm>
    </dsp:sp>
    <dsp:sp modelId="{CFF554B5-B7A3-4800-AED9-2F8BEC315EB4}">
      <dsp:nvSpPr>
        <dsp:cNvPr id="0" name=""/>
        <dsp:cNvSpPr/>
      </dsp:nvSpPr>
      <dsp:spPr>
        <a:xfrm>
          <a:off x="2320942" y="1594175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66875B3-E638-43CC-BBE5-57B56F1665E3}">
      <dsp:nvSpPr>
        <dsp:cNvPr id="0" name=""/>
        <dsp:cNvSpPr/>
      </dsp:nvSpPr>
      <dsp:spPr>
        <a:xfrm>
          <a:off x="3653472" y="1341324"/>
          <a:ext cx="1283652" cy="89926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1649 р.</a:t>
          </a:r>
          <a:endParaRPr lang="uk-UA" sz="3300" kern="1200"/>
        </a:p>
      </dsp:txBody>
      <dsp:txXfrm>
        <a:off x="3653472" y="1341324"/>
        <a:ext cx="1283652" cy="899262"/>
      </dsp:txXfrm>
    </dsp:sp>
    <dsp:sp modelId="{4BCF0B5F-F6BF-44B3-9BD9-6645C66FDB77}">
      <dsp:nvSpPr>
        <dsp:cNvPr id="0" name=""/>
        <dsp:cNvSpPr/>
      </dsp:nvSpPr>
      <dsp:spPr>
        <a:xfrm>
          <a:off x="2141724" y="2146428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AE5396C3-58D8-4039-A0FA-F2A3F81CAC22}">
      <dsp:nvSpPr>
        <dsp:cNvPr id="0" name=""/>
        <dsp:cNvSpPr/>
      </dsp:nvSpPr>
      <dsp:spPr>
        <a:xfrm>
          <a:off x="3455987" y="2875359"/>
          <a:ext cx="1283652" cy="89926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1650 р.</a:t>
          </a:r>
          <a:endParaRPr lang="uk-UA" sz="3300" kern="1200"/>
        </a:p>
      </dsp:txBody>
      <dsp:txXfrm>
        <a:off x="3455987" y="2875359"/>
        <a:ext cx="1283652" cy="899262"/>
      </dsp:txXfrm>
    </dsp:sp>
    <dsp:sp modelId="{B00E08AA-5EB7-41EC-93B5-6268CE0CD939}">
      <dsp:nvSpPr>
        <dsp:cNvPr id="0" name=""/>
        <dsp:cNvSpPr/>
      </dsp:nvSpPr>
      <dsp:spPr>
        <a:xfrm>
          <a:off x="1561118" y="2146428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7DD68173-A560-4640-BD2E-39380750D8BA}">
      <dsp:nvSpPr>
        <dsp:cNvPr id="0" name=""/>
        <dsp:cNvSpPr/>
      </dsp:nvSpPr>
      <dsp:spPr>
        <a:xfrm>
          <a:off x="197484" y="2875359"/>
          <a:ext cx="1283652" cy="89926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1651 р.</a:t>
          </a:r>
          <a:endParaRPr lang="uk-UA" sz="3300" kern="1200"/>
        </a:p>
      </dsp:txBody>
      <dsp:txXfrm>
        <a:off x="197484" y="2875359"/>
        <a:ext cx="1283652" cy="899262"/>
      </dsp:txXfrm>
    </dsp:sp>
    <dsp:sp modelId="{BF0F5FD2-1729-4E39-B72E-6F3191049765}">
      <dsp:nvSpPr>
        <dsp:cNvPr id="0" name=""/>
        <dsp:cNvSpPr/>
      </dsp:nvSpPr>
      <dsp:spPr>
        <a:xfrm>
          <a:off x="1381901" y="1594175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4C8F3D0-F3A8-4F4C-B590-BDDF1C31AE13}">
      <dsp:nvSpPr>
        <dsp:cNvPr id="0" name=""/>
        <dsp:cNvSpPr/>
      </dsp:nvSpPr>
      <dsp:spPr>
        <a:xfrm>
          <a:off x="0" y="1341324"/>
          <a:ext cx="1283652" cy="89926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1652 р.</a:t>
          </a:r>
          <a:endParaRPr lang="uk-UA" sz="3300" kern="1200"/>
        </a:p>
      </dsp:txBody>
      <dsp:txXfrm>
        <a:off x="0" y="1341324"/>
        <a:ext cx="1283652" cy="899262"/>
      </dsp:txXfrm>
    </dsp:sp>
  </dsp:spTree>
</dsp:drawing>
</file>

<file path=ppt/diagrams/drawing8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3CC964-D6ED-40CF-AC12-098DFAA3EBEB}">
      <dsp:nvSpPr>
        <dsp:cNvPr id="0" name=""/>
        <dsp:cNvSpPr/>
      </dsp:nvSpPr>
      <dsp:spPr>
        <a:xfrm>
          <a:off x="0" y="24342"/>
          <a:ext cx="493871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0" i="0" kern="1200"/>
            <a:t>Берестецька</a:t>
          </a:r>
          <a:endParaRPr lang="uk-UA" sz="3800" kern="1200"/>
        </a:p>
      </dsp:txBody>
      <dsp:txXfrm>
        <a:off x="44492" y="68834"/>
        <a:ext cx="4849728" cy="822446"/>
      </dsp:txXfrm>
    </dsp:sp>
    <dsp:sp modelId="{8FA7FF9D-1347-47EC-9158-4BD7FB97AC0E}">
      <dsp:nvSpPr>
        <dsp:cNvPr id="0" name=""/>
        <dsp:cNvSpPr/>
      </dsp:nvSpPr>
      <dsp:spPr>
        <a:xfrm>
          <a:off x="0" y="1045212"/>
          <a:ext cx="493871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0" i="0" kern="1200"/>
            <a:t>Зборівська</a:t>
          </a:r>
          <a:endParaRPr lang="uk-UA" sz="3800" kern="1200"/>
        </a:p>
      </dsp:txBody>
      <dsp:txXfrm>
        <a:off x="44492" y="1089704"/>
        <a:ext cx="4849728" cy="822446"/>
      </dsp:txXfrm>
    </dsp:sp>
    <dsp:sp modelId="{CCF99C9F-01B6-4F84-B16C-9C0910DBA74A}">
      <dsp:nvSpPr>
        <dsp:cNvPr id="0" name=""/>
        <dsp:cNvSpPr/>
      </dsp:nvSpPr>
      <dsp:spPr>
        <a:xfrm>
          <a:off x="0" y="2066082"/>
          <a:ext cx="493871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0" i="0" kern="1200"/>
            <a:t>Батозька</a:t>
          </a:r>
          <a:endParaRPr lang="uk-UA" sz="3800" kern="1200"/>
        </a:p>
      </dsp:txBody>
      <dsp:txXfrm>
        <a:off x="44492" y="2110574"/>
        <a:ext cx="4849728" cy="822446"/>
      </dsp:txXfrm>
    </dsp:sp>
    <dsp:sp modelId="{FA840DE8-1107-475A-B089-F9617F5ABC25}">
      <dsp:nvSpPr>
        <dsp:cNvPr id="0" name=""/>
        <dsp:cNvSpPr/>
      </dsp:nvSpPr>
      <dsp:spPr>
        <a:xfrm>
          <a:off x="0" y="3086952"/>
          <a:ext cx="493871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0" i="0" kern="1200"/>
            <a:t>Пилявецька</a:t>
          </a:r>
          <a:endParaRPr lang="uk-UA" sz="3800" kern="1200"/>
        </a:p>
      </dsp:txBody>
      <dsp:txXfrm>
        <a:off x="44492" y="3131444"/>
        <a:ext cx="4849728" cy="822446"/>
      </dsp:txXfrm>
    </dsp:sp>
  </dsp:spTree>
</dsp:drawing>
</file>

<file path=ppt/diagrams/drawing8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4D72EA-90C7-4066-B045-49EDC549F8A7}">
      <dsp:nvSpPr>
        <dsp:cNvPr id="0" name=""/>
        <dsp:cNvSpPr/>
      </dsp:nvSpPr>
      <dsp:spPr>
        <a:xfrm>
          <a:off x="457993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66A223-39D1-4946-8246-160C482BD4ED}">
      <dsp:nvSpPr>
        <dsp:cNvPr id="0" name=""/>
        <dsp:cNvSpPr/>
      </dsp:nvSpPr>
      <dsp:spPr>
        <a:xfrm>
          <a:off x="840152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Жванецька облога</a:t>
          </a:r>
          <a:endParaRPr lang="uk-UA" sz="1600" kern="1200"/>
        </a:p>
      </dsp:txBody>
      <dsp:txXfrm>
        <a:off x="916738" y="458744"/>
        <a:ext cx="1415690" cy="1415690"/>
      </dsp:txXfrm>
    </dsp:sp>
    <dsp:sp modelId="{C4E044C1-1DD2-4BF1-BF0A-309A8F1CAC4F}">
      <dsp:nvSpPr>
        <dsp:cNvPr id="0" name=""/>
        <dsp:cNvSpPr/>
      </dsp:nvSpPr>
      <dsp:spPr>
        <a:xfrm>
          <a:off x="2529696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Зборівська битва</a:t>
          </a:r>
          <a:endParaRPr lang="uk-UA" sz="1600" kern="1200"/>
        </a:p>
      </dsp:txBody>
      <dsp:txXfrm>
        <a:off x="2606282" y="458744"/>
        <a:ext cx="1415690" cy="1415690"/>
      </dsp:txXfrm>
    </dsp:sp>
    <dsp:sp modelId="{9F1745C1-55D4-43F8-81E6-8D805C7A6FA7}">
      <dsp:nvSpPr>
        <dsp:cNvPr id="0" name=""/>
        <dsp:cNvSpPr/>
      </dsp:nvSpPr>
      <dsp:spPr>
        <a:xfrm>
          <a:off x="840152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Берестецька битва</a:t>
          </a:r>
          <a:endParaRPr lang="uk-UA" sz="1600" kern="1200"/>
        </a:p>
      </dsp:txBody>
      <dsp:txXfrm>
        <a:off x="916738" y="2148289"/>
        <a:ext cx="1415690" cy="1415690"/>
      </dsp:txXfrm>
    </dsp:sp>
    <dsp:sp modelId="{743B3F0B-AE59-4CB5-A786-7ED73FF2F546}">
      <dsp:nvSpPr>
        <dsp:cNvPr id="0" name=""/>
        <dsp:cNvSpPr/>
      </dsp:nvSpPr>
      <dsp:spPr>
        <a:xfrm>
          <a:off x="2529696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Жовтоводська битва</a:t>
          </a:r>
          <a:endParaRPr lang="uk-UA" sz="1600" kern="1200"/>
        </a:p>
      </dsp:txBody>
      <dsp:txXfrm>
        <a:off x="2606282" y="2148289"/>
        <a:ext cx="1415690" cy="1415690"/>
      </dsp:txXfrm>
    </dsp:sp>
  </dsp:spTree>
</dsp:drawing>
</file>

<file path=ppt/diagrams/drawing8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F7ED6B-43E3-4209-932D-BCC32533C631}">
      <dsp:nvSpPr>
        <dsp:cNvPr id="0" name=""/>
        <dsp:cNvSpPr/>
      </dsp:nvSpPr>
      <dsp:spPr>
        <a:xfrm>
          <a:off x="1851421" y="1253161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594047D-5BCB-43FC-91BC-77110AD055CA}">
      <dsp:nvSpPr>
        <dsp:cNvPr id="0" name=""/>
        <dsp:cNvSpPr/>
      </dsp:nvSpPr>
      <dsp:spPr>
        <a:xfrm>
          <a:off x="1752679" y="248103"/>
          <a:ext cx="1431766" cy="82873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1648 р.</a:t>
          </a:r>
          <a:endParaRPr lang="uk-UA" sz="3300" kern="1200"/>
        </a:p>
      </dsp:txBody>
      <dsp:txXfrm>
        <a:off x="1752679" y="248103"/>
        <a:ext cx="1431766" cy="828731"/>
      </dsp:txXfrm>
    </dsp:sp>
    <dsp:sp modelId="{FB366037-6B17-493B-94B2-FAA30BCC6C5A}">
      <dsp:nvSpPr>
        <dsp:cNvPr id="0" name=""/>
        <dsp:cNvSpPr/>
      </dsp:nvSpPr>
      <dsp:spPr>
        <a:xfrm>
          <a:off x="2320942" y="1594175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7A6A3AA-0853-4F0F-B19A-D6EB46317481}">
      <dsp:nvSpPr>
        <dsp:cNvPr id="0" name=""/>
        <dsp:cNvSpPr/>
      </dsp:nvSpPr>
      <dsp:spPr>
        <a:xfrm>
          <a:off x="3653472" y="1341324"/>
          <a:ext cx="1283652" cy="89926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1649 р.</a:t>
          </a:r>
          <a:endParaRPr lang="uk-UA" sz="3300" kern="1200"/>
        </a:p>
      </dsp:txBody>
      <dsp:txXfrm>
        <a:off x="3653472" y="1341324"/>
        <a:ext cx="1283652" cy="899262"/>
      </dsp:txXfrm>
    </dsp:sp>
    <dsp:sp modelId="{19A6BBD0-6315-48FA-8793-C790839C8D30}">
      <dsp:nvSpPr>
        <dsp:cNvPr id="0" name=""/>
        <dsp:cNvSpPr/>
      </dsp:nvSpPr>
      <dsp:spPr>
        <a:xfrm>
          <a:off x="2141724" y="2146428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5916C37-37B3-4F40-93CC-61B647020A10}">
      <dsp:nvSpPr>
        <dsp:cNvPr id="0" name=""/>
        <dsp:cNvSpPr/>
      </dsp:nvSpPr>
      <dsp:spPr>
        <a:xfrm>
          <a:off x="3455987" y="2875359"/>
          <a:ext cx="1283652" cy="89926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1651 р.</a:t>
          </a:r>
          <a:endParaRPr lang="uk-UA" sz="3300" kern="1200"/>
        </a:p>
      </dsp:txBody>
      <dsp:txXfrm>
        <a:off x="3455987" y="2875359"/>
        <a:ext cx="1283652" cy="899262"/>
      </dsp:txXfrm>
    </dsp:sp>
    <dsp:sp modelId="{06561152-593C-4C62-883F-9E9C1D63B178}">
      <dsp:nvSpPr>
        <dsp:cNvPr id="0" name=""/>
        <dsp:cNvSpPr/>
      </dsp:nvSpPr>
      <dsp:spPr>
        <a:xfrm>
          <a:off x="1561118" y="2146428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A3E2DD7-ED5A-4213-8F0E-F3D781D5523E}">
      <dsp:nvSpPr>
        <dsp:cNvPr id="0" name=""/>
        <dsp:cNvSpPr/>
      </dsp:nvSpPr>
      <dsp:spPr>
        <a:xfrm>
          <a:off x="197484" y="2875359"/>
          <a:ext cx="1283652" cy="89926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1652 р.</a:t>
          </a:r>
          <a:endParaRPr lang="uk-UA" sz="3300" kern="1200"/>
        </a:p>
      </dsp:txBody>
      <dsp:txXfrm>
        <a:off x="197484" y="2875359"/>
        <a:ext cx="1283652" cy="899262"/>
      </dsp:txXfrm>
    </dsp:sp>
    <dsp:sp modelId="{44FFC736-35A9-49CD-A06E-FC4C8B943204}">
      <dsp:nvSpPr>
        <dsp:cNvPr id="0" name=""/>
        <dsp:cNvSpPr/>
      </dsp:nvSpPr>
      <dsp:spPr>
        <a:xfrm>
          <a:off x="1381901" y="1594175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1BFED68-82D9-4FFC-AC83-77C02F937B18}">
      <dsp:nvSpPr>
        <dsp:cNvPr id="0" name=""/>
        <dsp:cNvSpPr/>
      </dsp:nvSpPr>
      <dsp:spPr>
        <a:xfrm>
          <a:off x="0" y="1341324"/>
          <a:ext cx="1283652" cy="89926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1653 р.</a:t>
          </a:r>
          <a:endParaRPr lang="uk-UA" sz="3300" kern="1200"/>
        </a:p>
      </dsp:txBody>
      <dsp:txXfrm>
        <a:off x="0" y="1341324"/>
        <a:ext cx="1283652" cy="899262"/>
      </dsp:txXfrm>
    </dsp:sp>
  </dsp:spTree>
</dsp:drawing>
</file>

<file path=ppt/diagrams/drawing8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39FC48-6E23-454A-BDEA-0B91860599FB}">
      <dsp:nvSpPr>
        <dsp:cNvPr id="0" name=""/>
        <dsp:cNvSpPr/>
      </dsp:nvSpPr>
      <dsp:spPr>
        <a:xfrm>
          <a:off x="0" y="82122"/>
          <a:ext cx="493871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утворення Української козацької держави – Війська Запорозького</a:t>
          </a:r>
          <a:endParaRPr lang="uk-UA" sz="2300" kern="1200"/>
        </a:p>
      </dsp:txBody>
      <dsp:txXfrm>
        <a:off x="44664" y="126786"/>
        <a:ext cx="4849384" cy="825612"/>
      </dsp:txXfrm>
    </dsp:sp>
    <dsp:sp modelId="{B97CDC2B-3352-4E6D-A97F-21B361EAD7A6}">
      <dsp:nvSpPr>
        <dsp:cNvPr id="0" name=""/>
        <dsp:cNvSpPr/>
      </dsp:nvSpPr>
      <dsp:spPr>
        <a:xfrm>
          <a:off x="0" y="1063302"/>
          <a:ext cx="493871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закріплення розширення кордонів Московської держави</a:t>
          </a:r>
          <a:endParaRPr lang="uk-UA" sz="2300" kern="1200"/>
        </a:p>
      </dsp:txBody>
      <dsp:txXfrm>
        <a:off x="44664" y="1107966"/>
        <a:ext cx="4849384" cy="825612"/>
      </dsp:txXfrm>
    </dsp:sp>
    <dsp:sp modelId="{75E034EA-74AC-4EB5-862C-0B4F6BC3E2D9}">
      <dsp:nvSpPr>
        <dsp:cNvPr id="0" name=""/>
        <dsp:cNvSpPr/>
      </dsp:nvSpPr>
      <dsp:spPr>
        <a:xfrm>
          <a:off x="0" y="2044482"/>
          <a:ext cx="493871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перший поділ Речі Посполитої</a:t>
          </a:r>
          <a:endParaRPr lang="uk-UA" sz="2300" kern="1200"/>
        </a:p>
      </dsp:txBody>
      <dsp:txXfrm>
        <a:off x="44664" y="2089146"/>
        <a:ext cx="4849384" cy="825612"/>
      </dsp:txXfrm>
    </dsp:sp>
    <dsp:sp modelId="{63C884FC-037E-4BFC-9A6B-A49668F2D3DF}">
      <dsp:nvSpPr>
        <dsp:cNvPr id="0" name=""/>
        <dsp:cNvSpPr/>
      </dsp:nvSpPr>
      <dsp:spPr>
        <a:xfrm>
          <a:off x="0" y="3025662"/>
          <a:ext cx="493871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укладення Білоцерківського мирного договору</a:t>
          </a:r>
          <a:endParaRPr lang="uk-UA" sz="2300" kern="1200"/>
        </a:p>
      </dsp:txBody>
      <dsp:txXfrm>
        <a:off x="44664" y="3070326"/>
        <a:ext cx="4849384" cy="825612"/>
      </dsp:txXfrm>
    </dsp:sp>
  </dsp:spTree>
</dsp:drawing>
</file>

<file path=ppt/diagrams/drawing8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F474B9-015F-4086-8111-7E7915E5A108}">
      <dsp:nvSpPr>
        <dsp:cNvPr id="0" name=""/>
        <dsp:cNvSpPr/>
      </dsp:nvSpPr>
      <dsp:spPr>
        <a:xfrm>
          <a:off x="0" y="35941"/>
          <a:ext cx="4938712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дозвіл короля на залучення ханом «для допомоги» Війська Запорозького</a:t>
          </a:r>
          <a:endParaRPr lang="uk-UA" sz="1700" kern="1200"/>
        </a:p>
      </dsp:txBody>
      <dsp:txXfrm>
        <a:off x="46424" y="82365"/>
        <a:ext cx="4845864" cy="858142"/>
      </dsp:txXfrm>
    </dsp:sp>
    <dsp:sp modelId="{1D77D6FB-F481-48F8-8A12-1E9C8A90F16C}">
      <dsp:nvSpPr>
        <dsp:cNvPr id="0" name=""/>
        <dsp:cNvSpPr/>
      </dsp:nvSpPr>
      <dsp:spPr>
        <a:xfrm>
          <a:off x="0" y="1035891"/>
          <a:ext cx="4938712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отримання шляхтою дозволу повернутися до своїх маєтків, зокрема до розміщених на козацьких територіях</a:t>
          </a:r>
          <a:endParaRPr lang="uk-UA" sz="1700" kern="1200"/>
        </a:p>
      </dsp:txBody>
      <dsp:txXfrm>
        <a:off x="46424" y="1082315"/>
        <a:ext cx="4845864" cy="858142"/>
      </dsp:txXfrm>
    </dsp:sp>
    <dsp:sp modelId="{0667D30E-78A4-44F9-986B-53A7F21BCD14}">
      <dsp:nvSpPr>
        <dsp:cNvPr id="0" name=""/>
        <dsp:cNvSpPr/>
      </dsp:nvSpPr>
      <dsp:spPr>
        <a:xfrm>
          <a:off x="0" y="2035842"/>
          <a:ext cx="4938712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виплата Гетьманщиною певної суми коштів до московської скарбниці</a:t>
          </a:r>
          <a:endParaRPr lang="uk-UA" sz="1700" kern="1200"/>
        </a:p>
      </dsp:txBody>
      <dsp:txXfrm>
        <a:off x="46424" y="2082266"/>
        <a:ext cx="4845864" cy="858142"/>
      </dsp:txXfrm>
    </dsp:sp>
    <dsp:sp modelId="{4C14691D-F863-4750-82BC-C5804D2C13D8}">
      <dsp:nvSpPr>
        <dsp:cNvPr id="0" name=""/>
        <dsp:cNvSpPr/>
      </dsp:nvSpPr>
      <dsp:spPr>
        <a:xfrm>
          <a:off x="0" y="3035793"/>
          <a:ext cx="4938712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обмеження чисельності козацького реєстрового війська 40 тис. осіб</a:t>
          </a:r>
          <a:endParaRPr lang="uk-UA" sz="1700" kern="1200"/>
        </a:p>
      </dsp:txBody>
      <dsp:txXfrm>
        <a:off x="46424" y="3082217"/>
        <a:ext cx="4845864" cy="858142"/>
      </dsp:txXfrm>
    </dsp:sp>
  </dsp:spTree>
</dsp:drawing>
</file>

<file path=ppt/diagrams/drawing8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7ECAA9-D8F3-482B-994B-F8D7BFF89489}">
      <dsp:nvSpPr>
        <dsp:cNvPr id="0" name=""/>
        <dsp:cNvSpPr/>
      </dsp:nvSpPr>
      <dsp:spPr>
        <a:xfrm>
          <a:off x="0" y="362334"/>
          <a:ext cx="4937125" cy="10628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визнання козацькими територіями лише земель Київського воєводства</a:t>
          </a:r>
          <a:endParaRPr lang="uk-UA" sz="1900" kern="1200"/>
        </a:p>
      </dsp:txBody>
      <dsp:txXfrm>
        <a:off x="51885" y="414219"/>
        <a:ext cx="4833355" cy="959101"/>
      </dsp:txXfrm>
    </dsp:sp>
    <dsp:sp modelId="{0AD7AC76-9B95-424B-998F-F80A3691847E}">
      <dsp:nvSpPr>
        <dsp:cNvPr id="0" name=""/>
        <dsp:cNvSpPr/>
      </dsp:nvSpPr>
      <dsp:spPr>
        <a:xfrm>
          <a:off x="0" y="1479926"/>
          <a:ext cx="4937125" cy="10628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отримання Б. Хмельницьким підтвердження гетьманських повноважень і привілею на надання у володіння гетьману м. Чигирина</a:t>
          </a:r>
          <a:endParaRPr lang="uk-UA" sz="1900" kern="1200"/>
        </a:p>
      </dsp:txBody>
      <dsp:txXfrm>
        <a:off x="51885" y="1531811"/>
        <a:ext cx="4833355" cy="959101"/>
      </dsp:txXfrm>
    </dsp:sp>
    <dsp:sp modelId="{8580CB24-BDCB-4A2F-812A-475EE1AF7096}">
      <dsp:nvSpPr>
        <dsp:cNvPr id="0" name=""/>
        <dsp:cNvSpPr/>
      </dsp:nvSpPr>
      <dsp:spPr>
        <a:xfrm>
          <a:off x="0" y="2597518"/>
          <a:ext cx="4937125" cy="10628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позбавлення гетьмана права дипломатичних зносин з іноземними державами</a:t>
          </a:r>
          <a:endParaRPr lang="uk-UA" sz="1900" kern="1200"/>
        </a:p>
      </dsp:txBody>
      <dsp:txXfrm>
        <a:off x="51885" y="2649403"/>
        <a:ext cx="4833355" cy="959101"/>
      </dsp:txXfrm>
    </dsp:sp>
  </dsp:spTree>
</dsp:drawing>
</file>

<file path=ppt/diagrams/drawing8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A32568-7F15-4331-BB19-13F8F357AEA0}">
      <dsp:nvSpPr>
        <dsp:cNvPr id="0" name=""/>
        <dsp:cNvSpPr/>
      </dsp:nvSpPr>
      <dsp:spPr>
        <a:xfrm rot="10800000">
          <a:off x="1032629" y="332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Жовтоводська, Корсунська</a:t>
          </a:r>
          <a:endParaRPr lang="uk-UA" sz="2300" kern="1200"/>
        </a:p>
      </dsp:txBody>
      <dsp:txXfrm rot="10800000">
        <a:off x="1238024" y="332"/>
        <a:ext cx="3078848" cy="821579"/>
      </dsp:txXfrm>
    </dsp:sp>
    <dsp:sp modelId="{0262AA4C-6E50-40D0-953C-2CEFC9F587E2}">
      <dsp:nvSpPr>
        <dsp:cNvPr id="0" name=""/>
        <dsp:cNvSpPr/>
      </dsp:nvSpPr>
      <dsp:spPr>
        <a:xfrm>
          <a:off x="621839" y="332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580EDF-5167-46FD-9EDE-F1114A8B7D91}">
      <dsp:nvSpPr>
        <dsp:cNvPr id="0" name=""/>
        <dsp:cNvSpPr/>
      </dsp:nvSpPr>
      <dsp:spPr>
        <a:xfrm rot="10800000">
          <a:off x="1032629" y="1067159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Корсунська, Пилявецька</a:t>
          </a:r>
          <a:endParaRPr lang="uk-UA" sz="2300" kern="1200"/>
        </a:p>
      </dsp:txBody>
      <dsp:txXfrm rot="10800000">
        <a:off x="1238024" y="1067159"/>
        <a:ext cx="3078848" cy="821579"/>
      </dsp:txXfrm>
    </dsp:sp>
    <dsp:sp modelId="{84135A1A-BBA1-4788-932B-2558C1770FE1}">
      <dsp:nvSpPr>
        <dsp:cNvPr id="0" name=""/>
        <dsp:cNvSpPr/>
      </dsp:nvSpPr>
      <dsp:spPr>
        <a:xfrm>
          <a:off x="621839" y="1067159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26EE0D-1409-4F88-A7D4-49BD72C68F11}">
      <dsp:nvSpPr>
        <dsp:cNvPr id="0" name=""/>
        <dsp:cNvSpPr/>
      </dsp:nvSpPr>
      <dsp:spPr>
        <a:xfrm rot="10800000">
          <a:off x="1032629" y="2133986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Пилявецька, Зборівська</a:t>
          </a:r>
          <a:endParaRPr lang="uk-UA" sz="2300" kern="1200"/>
        </a:p>
      </dsp:txBody>
      <dsp:txXfrm rot="10800000">
        <a:off x="1238024" y="2133986"/>
        <a:ext cx="3078848" cy="821579"/>
      </dsp:txXfrm>
    </dsp:sp>
    <dsp:sp modelId="{A834B558-1E36-4425-9F8C-E160C6822AA9}">
      <dsp:nvSpPr>
        <dsp:cNvPr id="0" name=""/>
        <dsp:cNvSpPr/>
      </dsp:nvSpPr>
      <dsp:spPr>
        <a:xfrm>
          <a:off x="621839" y="2133986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72EBE2-06DA-4F21-B37F-A8865A7ADAA5}">
      <dsp:nvSpPr>
        <dsp:cNvPr id="0" name=""/>
        <dsp:cNvSpPr/>
      </dsp:nvSpPr>
      <dsp:spPr>
        <a:xfrm rot="10800000">
          <a:off x="1032629" y="3200813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Зборівська, Берестецька</a:t>
          </a:r>
          <a:endParaRPr lang="uk-UA" sz="2300" kern="1200"/>
        </a:p>
      </dsp:txBody>
      <dsp:txXfrm rot="10800000">
        <a:off x="1238024" y="3200813"/>
        <a:ext cx="3078848" cy="821579"/>
      </dsp:txXfrm>
    </dsp:sp>
    <dsp:sp modelId="{10C82E17-0B33-44D6-8708-8A2210643A21}">
      <dsp:nvSpPr>
        <dsp:cNvPr id="0" name=""/>
        <dsp:cNvSpPr/>
      </dsp:nvSpPr>
      <dsp:spPr>
        <a:xfrm>
          <a:off x="621839" y="3200813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D528FC-0B38-4456-A523-62339C8A38F7}">
      <dsp:nvSpPr>
        <dsp:cNvPr id="0" name=""/>
        <dsp:cNvSpPr/>
      </dsp:nvSpPr>
      <dsp:spPr>
        <a:xfrm>
          <a:off x="0" y="91547"/>
          <a:ext cx="4937125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визначити шлях наступу козацького війська в 1648 р.</a:t>
          </a:r>
          <a:endParaRPr lang="uk-UA" sz="1300" kern="1200"/>
        </a:p>
      </dsp:txBody>
      <dsp:txXfrm>
        <a:off x="25210" y="116757"/>
        <a:ext cx="4886705" cy="466007"/>
      </dsp:txXfrm>
    </dsp:sp>
    <dsp:sp modelId="{8081F3E6-CDFE-464B-BDEE-56FBCD0ABA8F}">
      <dsp:nvSpPr>
        <dsp:cNvPr id="0" name=""/>
        <dsp:cNvSpPr/>
      </dsp:nvSpPr>
      <dsp:spPr>
        <a:xfrm>
          <a:off x="0" y="645414"/>
          <a:ext cx="4937125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відслідкувати напрямок походу козаків у 1651 р.</a:t>
          </a:r>
          <a:endParaRPr lang="uk-UA" sz="1300" kern="1200"/>
        </a:p>
      </dsp:txBody>
      <dsp:txXfrm>
        <a:off x="25210" y="670624"/>
        <a:ext cx="4886705" cy="466007"/>
      </dsp:txXfrm>
    </dsp:sp>
    <dsp:sp modelId="{6AFB4D4D-F584-4E1D-95FC-297CAC8AC095}">
      <dsp:nvSpPr>
        <dsp:cNvPr id="0" name=""/>
        <dsp:cNvSpPr/>
      </dsp:nvSpPr>
      <dsp:spPr>
        <a:xfrm>
          <a:off x="0" y="1199281"/>
          <a:ext cx="4937125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окреслити територію Української козацької держави за Зборівським миром.</a:t>
          </a:r>
          <a:endParaRPr lang="uk-UA" sz="1300" kern="1200"/>
        </a:p>
      </dsp:txBody>
      <dsp:txXfrm>
        <a:off x="25210" y="1224491"/>
        <a:ext cx="4886705" cy="466007"/>
      </dsp:txXfrm>
    </dsp:sp>
    <dsp:sp modelId="{2335C8ED-9E0B-43B4-A2EF-97D99C79FE7F}">
      <dsp:nvSpPr>
        <dsp:cNvPr id="0" name=""/>
        <dsp:cNvSpPr/>
      </dsp:nvSpPr>
      <dsp:spPr>
        <a:xfrm>
          <a:off x="0" y="1753148"/>
          <a:ext cx="4937125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простежити напрямки молдавського походу Б. Хмельницького в 1650 р.</a:t>
          </a:r>
          <a:endParaRPr lang="uk-UA" sz="1300" kern="1200"/>
        </a:p>
      </dsp:txBody>
      <dsp:txXfrm>
        <a:off x="25210" y="1778358"/>
        <a:ext cx="4886705" cy="466007"/>
      </dsp:txXfrm>
    </dsp:sp>
    <dsp:sp modelId="{87C107C0-56D7-4086-8AF6-FAA64EF1BEBF}">
      <dsp:nvSpPr>
        <dsp:cNvPr id="0" name=""/>
        <dsp:cNvSpPr/>
      </dsp:nvSpPr>
      <dsp:spPr>
        <a:xfrm>
          <a:off x="0" y="2307016"/>
          <a:ext cx="4937125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показати місце битви, у якій козацьке військо зазнало поразки.</a:t>
          </a:r>
          <a:endParaRPr lang="uk-UA" sz="1300" kern="1200"/>
        </a:p>
      </dsp:txBody>
      <dsp:txXfrm>
        <a:off x="25210" y="2332226"/>
        <a:ext cx="4886705" cy="466007"/>
      </dsp:txXfrm>
    </dsp:sp>
    <dsp:sp modelId="{8BCE960E-2874-476B-9714-C0B8536C5790}">
      <dsp:nvSpPr>
        <dsp:cNvPr id="0" name=""/>
        <dsp:cNvSpPr/>
      </dsp:nvSpPr>
      <dsp:spPr>
        <a:xfrm>
          <a:off x="0" y="2860883"/>
          <a:ext cx="4937125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зазначити місце укладення договору, за яким територію Гетьманщини було обмежено Київським воєводством.</a:t>
          </a:r>
          <a:endParaRPr lang="uk-UA" sz="1300" kern="1200"/>
        </a:p>
      </dsp:txBody>
      <dsp:txXfrm>
        <a:off x="25210" y="2886093"/>
        <a:ext cx="4886705" cy="466007"/>
      </dsp:txXfrm>
    </dsp:sp>
    <dsp:sp modelId="{BF32017A-D883-4A4B-9774-9996771B08E8}">
      <dsp:nvSpPr>
        <dsp:cNvPr id="0" name=""/>
        <dsp:cNvSpPr/>
      </dsp:nvSpPr>
      <dsp:spPr>
        <a:xfrm>
          <a:off x="0" y="3414750"/>
          <a:ext cx="4937125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указати місце підписання перемир’я між Московською державою та Річчю Посполитою в 1656 р.</a:t>
          </a:r>
          <a:endParaRPr lang="uk-UA" sz="1300" kern="1200"/>
        </a:p>
      </dsp:txBody>
      <dsp:txXfrm>
        <a:off x="25210" y="3439960"/>
        <a:ext cx="4886705" cy="4660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8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8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8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85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8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9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132F8C-FAC9-4748-3347-A0435996C5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49D3570C-859B-B0D1-0F03-226CAF73B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69746D3-0468-41F6-8947-CCB81A672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9B98B-6D05-49D0-9374-618FF4930DBC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2DED965-A564-CE9D-CA06-2097D62F7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747109A-B5A3-249A-BDDA-5E939F98D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18079-74FA-4A93-849C-D220A531170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27321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289B85-5595-F68D-6C77-ED6FA7729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747ECB3-2AFE-91D5-FD7A-5D30E3409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B8CAD98-8067-B57E-7F18-DAE1491B7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9B98B-6D05-49D0-9374-618FF4930DBC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C105109-0361-C926-B382-627082884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FC120DA-67FC-A1D2-704B-DFFEA6528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18079-74FA-4A93-849C-D220A531170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26934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6BF38B-A7BF-BBC8-5F77-46E03B8F3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EFBB11D-0796-4BED-4B20-9F975FEF6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2C9631B-9909-1CB8-7F0B-71C177694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9B98B-6D05-49D0-9374-618FF4930DBC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80E9F40-2BE2-D9C4-901E-1BAFFBDF0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15FF7BD-207F-1875-8878-A51721F49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18079-74FA-4A93-849C-D220A531170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88863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8CBF9B-4247-F537-B97F-3ACD6A1B4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0C709A9-5ECE-882D-53AD-C93D94F03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F58C5B1-FED6-6438-C886-3018C633BA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DA420A91-15E3-4C07-753E-36F577AC9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9B98B-6D05-49D0-9374-618FF4930DBC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4B591C8-16B6-3B21-3F65-BA8736383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6314B4A-8325-9DF6-CC99-C2FEF611B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18079-74FA-4A93-849C-D220A531170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79314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D45831-153E-7F4F-2A50-7207FFC5C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16CC1ED8-BE38-1771-231B-FD769C56F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2518B88-F596-DDD2-E5AD-73514F1E66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F794C30F-9667-0A09-C23A-3FEA16D302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C1798A36-98C0-7E20-0ACF-5B1518EBE0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AC76B3A0-3079-F13E-17DE-F4F2E41F4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9B98B-6D05-49D0-9374-618FF4930DBC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23DA83CD-E5FC-1AA0-C215-3B9DC3C08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8F1EA14F-EC3A-8A10-59D3-0D57E6DED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18079-74FA-4A93-849C-D220A531170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56334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663208-571C-2CD1-62FD-C78B71663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C8DC655D-BB63-CB9F-765B-986AC085D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9B98B-6D05-49D0-9374-618FF4930DBC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0C8C79ED-78DC-8E71-3C36-67612CBF8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508342AF-271F-F232-4B87-AD74C42B8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18079-74FA-4A93-849C-D220A531170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04024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46A7B8D4-5CEA-8B74-9AC7-AA55A9F2F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9B98B-6D05-49D0-9374-618FF4930DBC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C54D99C8-1713-D6C6-B15F-9671D5F7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95A1415B-1578-57CD-3615-30AC9E979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18079-74FA-4A93-849C-D220A531170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28667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2251F0-43CF-E0C5-A230-8C2706075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96009FD-9A51-6E3A-CA51-2CEF90B15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EE9CC3E6-9BFA-AB02-8B87-32C6F3438E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3AF8B32-ACE9-E9C7-AC87-75CBEB97D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9B98B-6D05-49D0-9374-618FF4930DBC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BA0DF8F-5229-9241-4200-560FC6106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A49739C4-B404-8A3B-EF60-A28EFC65E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18079-74FA-4A93-849C-D220A531170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6775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B2758F-1381-AEF6-B032-D6F1F899E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DCFCFDF4-0A8A-E0C4-61D9-5A2D430EFD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82D3B81C-A58D-C1E0-1B79-266A537D8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0B8C89A9-BDCA-DA60-9D03-D80BDEE04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9B98B-6D05-49D0-9374-618FF4930DBC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49A6FDC9-9721-4A37-F3B0-D905C3E91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99482B1-0DD3-5117-96C0-50F1DDB9F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18079-74FA-4A93-849C-D220A531170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81511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50AB20-579A-DE3F-22BC-EEE130236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4C75D18B-C53A-618B-0C52-B11B4122FD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CD1C245-884D-59B4-1960-B2FA28928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9B98B-6D05-49D0-9374-618FF4930DBC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997E8C6-98B7-19B9-3720-0E8E8097E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96A3438-14CA-0062-C7F4-08FF746AB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18079-74FA-4A93-849C-D220A531170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38480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857DDA34-52C0-9C2C-9BB5-95ED9F476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2C113691-6DAD-98DF-4D83-036DA2119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C307086-41B3-8DF9-72DF-B52D91E05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9B98B-6D05-49D0-9374-618FF4930DBC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4B197D1-BBB8-B222-1690-DCBA6D78C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E26C5C2-70F7-1714-96D9-3613D3C6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18079-74FA-4A93-849C-D220A531170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684789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2321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291042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Назва розділ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7210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51806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431772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123099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294743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299B3B5-BB37-4070-9BB7-A5930ABB7D01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609252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167023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20760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45232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E8791438-CDFB-2917-7D60-267FEC6DE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1B94744F-78B1-366D-B4AC-C796B709F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DB40A9B-BFC9-241B-4F9C-A139AE811D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A9B98B-6D05-49D0-9374-618FF4930DBC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DE8F726-D2C1-3A3F-9D4B-4138316822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6BC0294-0D15-F64D-B15C-348DA310C0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C18079-74FA-4A93-849C-D220A531170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37904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299B3B5-BB37-4070-9BB7-A5930ABB7D01}" type="datetimeFigureOut">
              <a:rPr lang="uk-UA" smtClean="0"/>
              <a:t>10.11.2024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8366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Layout" Target="../diagrams/layout1.xml"/><Relationship Id="rId7" Type="http://schemas.openxmlformats.org/officeDocument/2006/relationships/image" Target="../media/image1.jpeg"/><Relationship Id="rId12" Type="http://schemas.microsoft.com/office/2007/relationships/diagramDrawing" Target="../diagrams/drawing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.xml"/><Relationship Id="rId11" Type="http://schemas.openxmlformats.org/officeDocument/2006/relationships/diagramColors" Target="../diagrams/colors2.xml"/><Relationship Id="rId5" Type="http://schemas.openxmlformats.org/officeDocument/2006/relationships/diagramColors" Target="../diagrams/colors1.xml"/><Relationship Id="rId10" Type="http://schemas.openxmlformats.org/officeDocument/2006/relationships/diagramQuickStyle" Target="../diagrams/quickStyle2.xml"/><Relationship Id="rId4" Type="http://schemas.openxmlformats.org/officeDocument/2006/relationships/diagramQuickStyle" Target="../diagrams/quickStyle1.xml"/><Relationship Id="rId9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8.xml"/><Relationship Id="rId3" Type="http://schemas.openxmlformats.org/officeDocument/2006/relationships/diagramLayout" Target="../diagrams/layout7.xml"/><Relationship Id="rId7" Type="http://schemas.openxmlformats.org/officeDocument/2006/relationships/image" Target="../media/image3.png"/><Relationship Id="rId12" Type="http://schemas.microsoft.com/office/2007/relationships/diagramDrawing" Target="../diagrams/drawing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7.xml"/><Relationship Id="rId11" Type="http://schemas.openxmlformats.org/officeDocument/2006/relationships/diagramColors" Target="../diagrams/colors8.xml"/><Relationship Id="rId5" Type="http://schemas.openxmlformats.org/officeDocument/2006/relationships/diagramColors" Target="../diagrams/colors7.xml"/><Relationship Id="rId10" Type="http://schemas.openxmlformats.org/officeDocument/2006/relationships/diagramQuickStyle" Target="../diagrams/quickStyle8.xml"/><Relationship Id="rId4" Type="http://schemas.openxmlformats.org/officeDocument/2006/relationships/diagramQuickStyle" Target="../diagrams/quickStyle7.xml"/><Relationship Id="rId9" Type="http://schemas.openxmlformats.org/officeDocument/2006/relationships/diagramLayout" Target="../diagrams/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1.xml"/><Relationship Id="rId3" Type="http://schemas.openxmlformats.org/officeDocument/2006/relationships/diagramLayout" Target="../diagrams/layout10.xml"/><Relationship Id="rId7" Type="http://schemas.openxmlformats.org/officeDocument/2006/relationships/diagramData" Target="../diagrams/data11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0.xml"/><Relationship Id="rId11" Type="http://schemas.microsoft.com/office/2007/relationships/diagramDrawing" Target="../diagrams/drawing11.xml"/><Relationship Id="rId5" Type="http://schemas.openxmlformats.org/officeDocument/2006/relationships/diagramColors" Target="../diagrams/colors10.xml"/><Relationship Id="rId10" Type="http://schemas.openxmlformats.org/officeDocument/2006/relationships/diagramColors" Target="../diagrams/colors11.xml"/><Relationship Id="rId4" Type="http://schemas.openxmlformats.org/officeDocument/2006/relationships/diagramQuickStyle" Target="../diagrams/quickStyle10.xml"/><Relationship Id="rId9" Type="http://schemas.openxmlformats.org/officeDocument/2006/relationships/diagramQuickStyle" Target="../diagrams/quickStyle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6.xml"/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12" Type="http://schemas.microsoft.com/office/2007/relationships/diagramDrawing" Target="../diagrams/drawing16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5.xml"/><Relationship Id="rId11" Type="http://schemas.openxmlformats.org/officeDocument/2006/relationships/diagramColors" Target="../diagrams/colors16.xml"/><Relationship Id="rId5" Type="http://schemas.openxmlformats.org/officeDocument/2006/relationships/diagramQuickStyle" Target="../diagrams/quickStyle15.xml"/><Relationship Id="rId10" Type="http://schemas.openxmlformats.org/officeDocument/2006/relationships/diagramQuickStyle" Target="../diagrams/quickStyle16.xml"/><Relationship Id="rId4" Type="http://schemas.openxmlformats.org/officeDocument/2006/relationships/diagramLayout" Target="../diagrams/layout15.xml"/><Relationship Id="rId9" Type="http://schemas.openxmlformats.org/officeDocument/2006/relationships/diagramLayout" Target="../diagrams/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9.xml"/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12" Type="http://schemas.microsoft.com/office/2007/relationships/diagramDrawing" Target="../diagrams/drawing19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8.xml"/><Relationship Id="rId11" Type="http://schemas.openxmlformats.org/officeDocument/2006/relationships/diagramColors" Target="../diagrams/colors19.xml"/><Relationship Id="rId5" Type="http://schemas.openxmlformats.org/officeDocument/2006/relationships/diagramQuickStyle" Target="../diagrams/quickStyle18.xml"/><Relationship Id="rId10" Type="http://schemas.openxmlformats.org/officeDocument/2006/relationships/diagramQuickStyle" Target="../diagrams/quickStyle19.xml"/><Relationship Id="rId4" Type="http://schemas.openxmlformats.org/officeDocument/2006/relationships/diagramLayout" Target="../diagrams/layout18.xml"/><Relationship Id="rId9" Type="http://schemas.openxmlformats.org/officeDocument/2006/relationships/diagramLayout" Target="../diagrams/layout1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1.xml"/><Relationship Id="rId3" Type="http://schemas.openxmlformats.org/officeDocument/2006/relationships/diagramLayout" Target="../diagrams/layout20.xml"/><Relationship Id="rId7" Type="http://schemas.openxmlformats.org/officeDocument/2006/relationships/diagramData" Target="../diagrams/data21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20.xml"/><Relationship Id="rId11" Type="http://schemas.microsoft.com/office/2007/relationships/diagramDrawing" Target="../diagrams/drawing21.xml"/><Relationship Id="rId5" Type="http://schemas.openxmlformats.org/officeDocument/2006/relationships/diagramColors" Target="../diagrams/colors20.xml"/><Relationship Id="rId10" Type="http://schemas.openxmlformats.org/officeDocument/2006/relationships/diagramColors" Target="../diagrams/colors21.xml"/><Relationship Id="rId4" Type="http://schemas.openxmlformats.org/officeDocument/2006/relationships/diagramQuickStyle" Target="../diagrams/quickStyle20.xml"/><Relationship Id="rId9" Type="http://schemas.openxmlformats.org/officeDocument/2006/relationships/diagramQuickStyle" Target="../diagrams/quickStyle2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22.xml"/><Relationship Id="rId5" Type="http://schemas.openxmlformats.org/officeDocument/2006/relationships/diagramQuickStyle" Target="../diagrams/quickStyle22.xml"/><Relationship Id="rId4" Type="http://schemas.openxmlformats.org/officeDocument/2006/relationships/diagramLayout" Target="../diagrams/layout2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4.xml"/><Relationship Id="rId3" Type="http://schemas.openxmlformats.org/officeDocument/2006/relationships/diagramLayout" Target="../diagrams/layout23.xml"/><Relationship Id="rId7" Type="http://schemas.openxmlformats.org/officeDocument/2006/relationships/diagramData" Target="../diagrams/data24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3.xml"/><Relationship Id="rId11" Type="http://schemas.microsoft.com/office/2007/relationships/diagramDrawing" Target="../diagrams/drawing24.xml"/><Relationship Id="rId5" Type="http://schemas.openxmlformats.org/officeDocument/2006/relationships/diagramColors" Target="../diagrams/colors23.xml"/><Relationship Id="rId10" Type="http://schemas.openxmlformats.org/officeDocument/2006/relationships/diagramColors" Target="../diagrams/colors24.xml"/><Relationship Id="rId4" Type="http://schemas.openxmlformats.org/officeDocument/2006/relationships/diagramQuickStyle" Target="../diagrams/quickStyle23.xml"/><Relationship Id="rId9" Type="http://schemas.openxmlformats.org/officeDocument/2006/relationships/diagramQuickStyle" Target="../diagrams/quickStyle2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0.xml"/><Relationship Id="rId3" Type="http://schemas.openxmlformats.org/officeDocument/2006/relationships/diagramLayout" Target="../diagrams/layout29.xml"/><Relationship Id="rId7" Type="http://schemas.openxmlformats.org/officeDocument/2006/relationships/diagramData" Target="../diagrams/data30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9.xml"/><Relationship Id="rId11" Type="http://schemas.microsoft.com/office/2007/relationships/diagramDrawing" Target="../diagrams/drawing30.xml"/><Relationship Id="rId5" Type="http://schemas.openxmlformats.org/officeDocument/2006/relationships/diagramColors" Target="../diagrams/colors29.xml"/><Relationship Id="rId10" Type="http://schemas.openxmlformats.org/officeDocument/2006/relationships/diagramColors" Target="../diagrams/colors30.xml"/><Relationship Id="rId4" Type="http://schemas.openxmlformats.org/officeDocument/2006/relationships/diagramQuickStyle" Target="../diagrams/quickStyle29.xml"/><Relationship Id="rId9" Type="http://schemas.openxmlformats.org/officeDocument/2006/relationships/diagramQuickStyle" Target="../diagrams/quickStyle3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2.xml"/><Relationship Id="rId3" Type="http://schemas.openxmlformats.org/officeDocument/2006/relationships/diagramLayout" Target="../diagrams/layout41.xml"/><Relationship Id="rId7" Type="http://schemas.openxmlformats.org/officeDocument/2006/relationships/diagramData" Target="../diagrams/data42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41.xml"/><Relationship Id="rId11" Type="http://schemas.microsoft.com/office/2007/relationships/diagramDrawing" Target="../diagrams/drawing42.xml"/><Relationship Id="rId5" Type="http://schemas.openxmlformats.org/officeDocument/2006/relationships/diagramColors" Target="../diagrams/colors41.xml"/><Relationship Id="rId10" Type="http://schemas.openxmlformats.org/officeDocument/2006/relationships/diagramColors" Target="../diagrams/colors42.xml"/><Relationship Id="rId4" Type="http://schemas.openxmlformats.org/officeDocument/2006/relationships/diagramQuickStyle" Target="../diagrams/quickStyle41.xml"/><Relationship Id="rId9" Type="http://schemas.openxmlformats.org/officeDocument/2006/relationships/diagramQuickStyle" Target="../diagrams/quickStyle4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4.xml"/><Relationship Id="rId3" Type="http://schemas.openxmlformats.org/officeDocument/2006/relationships/diagramLayout" Target="../diagrams/layout43.xml"/><Relationship Id="rId7" Type="http://schemas.openxmlformats.org/officeDocument/2006/relationships/diagramData" Target="../diagrams/data44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43.xml"/><Relationship Id="rId11" Type="http://schemas.microsoft.com/office/2007/relationships/diagramDrawing" Target="../diagrams/drawing44.xml"/><Relationship Id="rId5" Type="http://schemas.openxmlformats.org/officeDocument/2006/relationships/diagramColors" Target="../diagrams/colors43.xml"/><Relationship Id="rId10" Type="http://schemas.openxmlformats.org/officeDocument/2006/relationships/diagramColors" Target="../diagrams/colors44.xml"/><Relationship Id="rId4" Type="http://schemas.openxmlformats.org/officeDocument/2006/relationships/diagramQuickStyle" Target="../diagrams/quickStyle43.xml"/><Relationship Id="rId9" Type="http://schemas.openxmlformats.org/officeDocument/2006/relationships/diagramQuickStyle" Target="../diagrams/quickStyle4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5.xml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45.xml"/><Relationship Id="rId5" Type="http://schemas.openxmlformats.org/officeDocument/2006/relationships/diagramColors" Target="../diagrams/colors45.xml"/><Relationship Id="rId4" Type="http://schemas.openxmlformats.org/officeDocument/2006/relationships/diagramQuickStyle" Target="../diagrams/quickStyle4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6.xml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46.xml"/><Relationship Id="rId5" Type="http://schemas.openxmlformats.org/officeDocument/2006/relationships/diagramColors" Target="../diagrams/colors46.xml"/><Relationship Id="rId4" Type="http://schemas.openxmlformats.org/officeDocument/2006/relationships/diagramQuickStyle" Target="../diagrams/quickStyle4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7.xml"/><Relationship Id="rId2" Type="http://schemas.openxmlformats.org/officeDocument/2006/relationships/diagramData" Target="../diagrams/data47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47.xml"/><Relationship Id="rId5" Type="http://schemas.openxmlformats.org/officeDocument/2006/relationships/diagramColors" Target="../diagrams/colors47.xml"/><Relationship Id="rId4" Type="http://schemas.openxmlformats.org/officeDocument/2006/relationships/diagramQuickStyle" Target="../diagrams/quickStyle4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9.xml"/><Relationship Id="rId13" Type="http://schemas.openxmlformats.org/officeDocument/2006/relationships/diagramLayout" Target="../diagrams/layout50.xml"/><Relationship Id="rId3" Type="http://schemas.openxmlformats.org/officeDocument/2006/relationships/diagramLayout" Target="../diagrams/layout48.xml"/><Relationship Id="rId7" Type="http://schemas.openxmlformats.org/officeDocument/2006/relationships/diagramData" Target="../diagrams/data49.xml"/><Relationship Id="rId12" Type="http://schemas.openxmlformats.org/officeDocument/2006/relationships/diagramData" Target="../diagrams/data50.xml"/><Relationship Id="rId2" Type="http://schemas.openxmlformats.org/officeDocument/2006/relationships/diagramData" Target="../diagrams/data48.xml"/><Relationship Id="rId16" Type="http://schemas.microsoft.com/office/2007/relationships/diagramDrawing" Target="../diagrams/drawing50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48.xml"/><Relationship Id="rId11" Type="http://schemas.microsoft.com/office/2007/relationships/diagramDrawing" Target="../diagrams/drawing49.xml"/><Relationship Id="rId5" Type="http://schemas.openxmlformats.org/officeDocument/2006/relationships/diagramColors" Target="../diagrams/colors48.xml"/><Relationship Id="rId15" Type="http://schemas.openxmlformats.org/officeDocument/2006/relationships/diagramColors" Target="../diagrams/colors50.xml"/><Relationship Id="rId10" Type="http://schemas.openxmlformats.org/officeDocument/2006/relationships/diagramColors" Target="../diagrams/colors49.xml"/><Relationship Id="rId4" Type="http://schemas.openxmlformats.org/officeDocument/2006/relationships/diagramQuickStyle" Target="../diagrams/quickStyle48.xml"/><Relationship Id="rId9" Type="http://schemas.openxmlformats.org/officeDocument/2006/relationships/diagramQuickStyle" Target="../diagrams/quickStyle49.xml"/><Relationship Id="rId14" Type="http://schemas.openxmlformats.org/officeDocument/2006/relationships/diagramQuickStyle" Target="../diagrams/quickStyle5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1.xml"/><Relationship Id="rId2" Type="http://schemas.openxmlformats.org/officeDocument/2006/relationships/diagramData" Target="../diagrams/data51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51.xml"/><Relationship Id="rId5" Type="http://schemas.openxmlformats.org/officeDocument/2006/relationships/diagramColors" Target="../diagrams/colors51.xml"/><Relationship Id="rId4" Type="http://schemas.openxmlformats.org/officeDocument/2006/relationships/diagramQuickStyle" Target="../diagrams/quickStyle5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2.xml"/><Relationship Id="rId2" Type="http://schemas.openxmlformats.org/officeDocument/2006/relationships/diagramData" Target="../diagrams/data52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52.xml"/><Relationship Id="rId5" Type="http://schemas.openxmlformats.org/officeDocument/2006/relationships/diagramColors" Target="../diagrams/colors52.xml"/><Relationship Id="rId4" Type="http://schemas.openxmlformats.org/officeDocument/2006/relationships/diagramQuickStyle" Target="../diagrams/quickStyle5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3.xml"/><Relationship Id="rId2" Type="http://schemas.openxmlformats.org/officeDocument/2006/relationships/diagramData" Target="../diagrams/data53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53.xml"/><Relationship Id="rId5" Type="http://schemas.openxmlformats.org/officeDocument/2006/relationships/diagramColors" Target="../diagrams/colors53.xml"/><Relationship Id="rId4" Type="http://schemas.openxmlformats.org/officeDocument/2006/relationships/diagramQuickStyle" Target="../diagrams/quickStyle53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5.xml"/><Relationship Id="rId13" Type="http://schemas.openxmlformats.org/officeDocument/2006/relationships/diagramLayout" Target="../diagrams/layout56.xml"/><Relationship Id="rId3" Type="http://schemas.openxmlformats.org/officeDocument/2006/relationships/diagramLayout" Target="../diagrams/layout54.xml"/><Relationship Id="rId7" Type="http://schemas.openxmlformats.org/officeDocument/2006/relationships/diagramData" Target="../diagrams/data55.xml"/><Relationship Id="rId12" Type="http://schemas.openxmlformats.org/officeDocument/2006/relationships/diagramData" Target="../diagrams/data56.xml"/><Relationship Id="rId2" Type="http://schemas.openxmlformats.org/officeDocument/2006/relationships/diagramData" Target="../diagrams/data54.xml"/><Relationship Id="rId16" Type="http://schemas.microsoft.com/office/2007/relationships/diagramDrawing" Target="../diagrams/drawing56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54.xml"/><Relationship Id="rId11" Type="http://schemas.microsoft.com/office/2007/relationships/diagramDrawing" Target="../diagrams/drawing55.xml"/><Relationship Id="rId5" Type="http://schemas.openxmlformats.org/officeDocument/2006/relationships/diagramColors" Target="../diagrams/colors54.xml"/><Relationship Id="rId15" Type="http://schemas.openxmlformats.org/officeDocument/2006/relationships/diagramColors" Target="../diagrams/colors56.xml"/><Relationship Id="rId10" Type="http://schemas.openxmlformats.org/officeDocument/2006/relationships/diagramColors" Target="../diagrams/colors55.xml"/><Relationship Id="rId4" Type="http://schemas.openxmlformats.org/officeDocument/2006/relationships/diagramQuickStyle" Target="../diagrams/quickStyle54.xml"/><Relationship Id="rId9" Type="http://schemas.openxmlformats.org/officeDocument/2006/relationships/diagramQuickStyle" Target="../diagrams/quickStyle55.xml"/><Relationship Id="rId14" Type="http://schemas.openxmlformats.org/officeDocument/2006/relationships/diagramQuickStyle" Target="../diagrams/quickStyle5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7.xml"/><Relationship Id="rId7" Type="http://schemas.microsoft.com/office/2007/relationships/diagramDrawing" Target="../diagrams/drawing57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57.xml"/><Relationship Id="rId5" Type="http://schemas.openxmlformats.org/officeDocument/2006/relationships/diagramQuickStyle" Target="../diagrams/quickStyle57.xml"/><Relationship Id="rId4" Type="http://schemas.openxmlformats.org/officeDocument/2006/relationships/diagramLayout" Target="../diagrams/layout5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8.xml"/><Relationship Id="rId2" Type="http://schemas.openxmlformats.org/officeDocument/2006/relationships/diagramData" Target="../diagrams/data58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58.xml"/><Relationship Id="rId5" Type="http://schemas.openxmlformats.org/officeDocument/2006/relationships/diagramColors" Target="../diagrams/colors58.xml"/><Relationship Id="rId4" Type="http://schemas.openxmlformats.org/officeDocument/2006/relationships/diagramQuickStyle" Target="../diagrams/quickStyle5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9.xml"/><Relationship Id="rId2" Type="http://schemas.openxmlformats.org/officeDocument/2006/relationships/diagramData" Target="../diagrams/data59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59.xml"/><Relationship Id="rId5" Type="http://schemas.openxmlformats.org/officeDocument/2006/relationships/diagramColors" Target="../diagrams/colors59.xml"/><Relationship Id="rId4" Type="http://schemas.openxmlformats.org/officeDocument/2006/relationships/diagramQuickStyle" Target="../diagrams/quickStyle59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1.xml"/><Relationship Id="rId3" Type="http://schemas.openxmlformats.org/officeDocument/2006/relationships/diagramLayout" Target="../diagrams/layout60.xml"/><Relationship Id="rId7" Type="http://schemas.openxmlformats.org/officeDocument/2006/relationships/diagramData" Target="../diagrams/data61.xml"/><Relationship Id="rId2" Type="http://schemas.openxmlformats.org/officeDocument/2006/relationships/diagramData" Target="../diagrams/data60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60.xml"/><Relationship Id="rId11" Type="http://schemas.microsoft.com/office/2007/relationships/diagramDrawing" Target="../diagrams/drawing61.xml"/><Relationship Id="rId5" Type="http://schemas.openxmlformats.org/officeDocument/2006/relationships/diagramColors" Target="../diagrams/colors60.xml"/><Relationship Id="rId10" Type="http://schemas.openxmlformats.org/officeDocument/2006/relationships/diagramColors" Target="../diagrams/colors61.xml"/><Relationship Id="rId4" Type="http://schemas.openxmlformats.org/officeDocument/2006/relationships/diagramQuickStyle" Target="../diagrams/quickStyle60.xml"/><Relationship Id="rId9" Type="http://schemas.openxmlformats.org/officeDocument/2006/relationships/diagramQuickStyle" Target="../diagrams/quickStyle61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3.xml"/><Relationship Id="rId3" Type="http://schemas.openxmlformats.org/officeDocument/2006/relationships/diagramLayout" Target="../diagrams/layout62.xml"/><Relationship Id="rId7" Type="http://schemas.openxmlformats.org/officeDocument/2006/relationships/image" Target="../media/image24.png"/><Relationship Id="rId12" Type="http://schemas.microsoft.com/office/2007/relationships/diagramDrawing" Target="../diagrams/drawing63.xml"/><Relationship Id="rId2" Type="http://schemas.openxmlformats.org/officeDocument/2006/relationships/diagramData" Target="../diagrams/data62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62.xml"/><Relationship Id="rId11" Type="http://schemas.openxmlformats.org/officeDocument/2006/relationships/diagramColors" Target="../diagrams/colors63.xml"/><Relationship Id="rId5" Type="http://schemas.openxmlformats.org/officeDocument/2006/relationships/diagramColors" Target="../diagrams/colors62.xml"/><Relationship Id="rId10" Type="http://schemas.openxmlformats.org/officeDocument/2006/relationships/diagramQuickStyle" Target="../diagrams/quickStyle63.xml"/><Relationship Id="rId4" Type="http://schemas.openxmlformats.org/officeDocument/2006/relationships/diagramQuickStyle" Target="../diagrams/quickStyle62.xml"/><Relationship Id="rId9" Type="http://schemas.openxmlformats.org/officeDocument/2006/relationships/diagramLayout" Target="../diagrams/layout6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4.xml"/><Relationship Id="rId2" Type="http://schemas.openxmlformats.org/officeDocument/2006/relationships/diagramData" Target="../diagrams/data6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64.xml"/><Relationship Id="rId5" Type="http://schemas.openxmlformats.org/officeDocument/2006/relationships/diagramColors" Target="../diagrams/colors64.xml"/><Relationship Id="rId4" Type="http://schemas.openxmlformats.org/officeDocument/2006/relationships/diagramQuickStyle" Target="../diagrams/quickStyle6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5.xml"/><Relationship Id="rId2" Type="http://schemas.openxmlformats.org/officeDocument/2006/relationships/diagramData" Target="../diagrams/data65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65.xml"/><Relationship Id="rId5" Type="http://schemas.openxmlformats.org/officeDocument/2006/relationships/diagramColors" Target="../diagrams/colors65.xml"/><Relationship Id="rId4" Type="http://schemas.openxmlformats.org/officeDocument/2006/relationships/diagramQuickStyle" Target="../diagrams/quickStyle6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6.xml"/><Relationship Id="rId2" Type="http://schemas.openxmlformats.org/officeDocument/2006/relationships/diagramData" Target="../diagrams/data66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66.xml"/><Relationship Id="rId5" Type="http://schemas.openxmlformats.org/officeDocument/2006/relationships/diagramColors" Target="../diagrams/colors66.xml"/><Relationship Id="rId4" Type="http://schemas.openxmlformats.org/officeDocument/2006/relationships/diagramQuickStyle" Target="../diagrams/quickStyle6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7.xml"/><Relationship Id="rId2" Type="http://schemas.openxmlformats.org/officeDocument/2006/relationships/diagramData" Target="../diagrams/data67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67.xml"/><Relationship Id="rId5" Type="http://schemas.openxmlformats.org/officeDocument/2006/relationships/diagramColors" Target="../diagrams/colors67.xml"/><Relationship Id="rId4" Type="http://schemas.openxmlformats.org/officeDocument/2006/relationships/diagramQuickStyle" Target="../diagrams/quickStyle67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9.xml"/><Relationship Id="rId3" Type="http://schemas.openxmlformats.org/officeDocument/2006/relationships/diagramData" Target="../diagrams/data68.xml"/><Relationship Id="rId7" Type="http://schemas.microsoft.com/office/2007/relationships/diagramDrawing" Target="../diagrams/drawing68.xml"/><Relationship Id="rId12" Type="http://schemas.microsoft.com/office/2007/relationships/diagramDrawing" Target="../diagrams/drawing69.xml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68.xml"/><Relationship Id="rId11" Type="http://schemas.openxmlformats.org/officeDocument/2006/relationships/diagramColors" Target="../diagrams/colors69.xml"/><Relationship Id="rId5" Type="http://schemas.openxmlformats.org/officeDocument/2006/relationships/diagramQuickStyle" Target="../diagrams/quickStyle68.xml"/><Relationship Id="rId10" Type="http://schemas.openxmlformats.org/officeDocument/2006/relationships/diagramQuickStyle" Target="../diagrams/quickStyle69.xml"/><Relationship Id="rId4" Type="http://schemas.openxmlformats.org/officeDocument/2006/relationships/diagramLayout" Target="../diagrams/layout68.xml"/><Relationship Id="rId9" Type="http://schemas.openxmlformats.org/officeDocument/2006/relationships/diagramLayout" Target="../diagrams/layout69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71.xml"/><Relationship Id="rId3" Type="http://schemas.openxmlformats.org/officeDocument/2006/relationships/diagramData" Target="../diagrams/data70.xml"/><Relationship Id="rId7" Type="http://schemas.microsoft.com/office/2007/relationships/diagramDrawing" Target="../diagrams/drawing70.xml"/><Relationship Id="rId12" Type="http://schemas.microsoft.com/office/2007/relationships/diagramDrawing" Target="../diagrams/drawing71.xm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70.xml"/><Relationship Id="rId11" Type="http://schemas.openxmlformats.org/officeDocument/2006/relationships/diagramColors" Target="../diagrams/colors71.xml"/><Relationship Id="rId5" Type="http://schemas.openxmlformats.org/officeDocument/2006/relationships/diagramQuickStyle" Target="../diagrams/quickStyle70.xml"/><Relationship Id="rId10" Type="http://schemas.openxmlformats.org/officeDocument/2006/relationships/diagramQuickStyle" Target="../diagrams/quickStyle71.xml"/><Relationship Id="rId4" Type="http://schemas.openxmlformats.org/officeDocument/2006/relationships/diagramLayout" Target="../diagrams/layout70.xml"/><Relationship Id="rId9" Type="http://schemas.openxmlformats.org/officeDocument/2006/relationships/diagramLayout" Target="../diagrams/layout7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2.xml"/><Relationship Id="rId7" Type="http://schemas.microsoft.com/office/2007/relationships/diagramDrawing" Target="../diagrams/drawing72.xm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72.xml"/><Relationship Id="rId5" Type="http://schemas.openxmlformats.org/officeDocument/2006/relationships/diagramQuickStyle" Target="../diagrams/quickStyle72.xml"/><Relationship Id="rId4" Type="http://schemas.openxmlformats.org/officeDocument/2006/relationships/diagramLayout" Target="../diagrams/layout7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74.xml"/><Relationship Id="rId3" Type="http://schemas.openxmlformats.org/officeDocument/2006/relationships/diagramData" Target="../diagrams/data73.xml"/><Relationship Id="rId7" Type="http://schemas.microsoft.com/office/2007/relationships/diagramDrawing" Target="../diagrams/drawing73.xml"/><Relationship Id="rId12" Type="http://schemas.microsoft.com/office/2007/relationships/diagramDrawing" Target="../diagrams/drawing74.xml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73.xml"/><Relationship Id="rId11" Type="http://schemas.openxmlformats.org/officeDocument/2006/relationships/diagramColors" Target="../diagrams/colors74.xml"/><Relationship Id="rId5" Type="http://schemas.openxmlformats.org/officeDocument/2006/relationships/diagramQuickStyle" Target="../diagrams/quickStyle73.xml"/><Relationship Id="rId10" Type="http://schemas.openxmlformats.org/officeDocument/2006/relationships/diagramQuickStyle" Target="../diagrams/quickStyle74.xml"/><Relationship Id="rId4" Type="http://schemas.openxmlformats.org/officeDocument/2006/relationships/diagramLayout" Target="../diagrams/layout73.xml"/><Relationship Id="rId9" Type="http://schemas.openxmlformats.org/officeDocument/2006/relationships/diagramLayout" Target="../diagrams/layout74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76.xml"/><Relationship Id="rId3" Type="http://schemas.openxmlformats.org/officeDocument/2006/relationships/diagramData" Target="../diagrams/data75.xml"/><Relationship Id="rId7" Type="http://schemas.microsoft.com/office/2007/relationships/diagramDrawing" Target="../diagrams/drawing75.xml"/><Relationship Id="rId12" Type="http://schemas.microsoft.com/office/2007/relationships/diagramDrawing" Target="../diagrams/drawing76.xm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75.xml"/><Relationship Id="rId11" Type="http://schemas.openxmlformats.org/officeDocument/2006/relationships/diagramColors" Target="../diagrams/colors76.xml"/><Relationship Id="rId5" Type="http://schemas.openxmlformats.org/officeDocument/2006/relationships/diagramQuickStyle" Target="../diagrams/quickStyle75.xml"/><Relationship Id="rId10" Type="http://schemas.openxmlformats.org/officeDocument/2006/relationships/diagramQuickStyle" Target="../diagrams/quickStyle76.xml"/><Relationship Id="rId4" Type="http://schemas.openxmlformats.org/officeDocument/2006/relationships/diagramLayout" Target="../diagrams/layout75.xml"/><Relationship Id="rId9" Type="http://schemas.openxmlformats.org/officeDocument/2006/relationships/diagramLayout" Target="../diagrams/layout7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7.xml"/><Relationship Id="rId7" Type="http://schemas.microsoft.com/office/2007/relationships/diagramDrawing" Target="../diagrams/drawing77.xm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77.xml"/><Relationship Id="rId5" Type="http://schemas.openxmlformats.org/officeDocument/2006/relationships/diagramQuickStyle" Target="../diagrams/quickStyle77.xml"/><Relationship Id="rId4" Type="http://schemas.openxmlformats.org/officeDocument/2006/relationships/diagramLayout" Target="../diagrams/layout7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8.xml"/><Relationship Id="rId7" Type="http://schemas.microsoft.com/office/2007/relationships/diagramDrawing" Target="../diagrams/drawing78.xm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78.xml"/><Relationship Id="rId5" Type="http://schemas.openxmlformats.org/officeDocument/2006/relationships/diagramQuickStyle" Target="../diagrams/quickStyle78.xml"/><Relationship Id="rId4" Type="http://schemas.openxmlformats.org/officeDocument/2006/relationships/diagramLayout" Target="../diagrams/layout78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0.xml"/><Relationship Id="rId3" Type="http://schemas.openxmlformats.org/officeDocument/2006/relationships/diagramLayout" Target="../diagrams/layout79.xml"/><Relationship Id="rId7" Type="http://schemas.openxmlformats.org/officeDocument/2006/relationships/diagramData" Target="../diagrams/data80.xml"/><Relationship Id="rId2" Type="http://schemas.openxmlformats.org/officeDocument/2006/relationships/diagramData" Target="../diagrams/data79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79.xml"/><Relationship Id="rId11" Type="http://schemas.microsoft.com/office/2007/relationships/diagramDrawing" Target="../diagrams/drawing80.xml"/><Relationship Id="rId5" Type="http://schemas.openxmlformats.org/officeDocument/2006/relationships/diagramColors" Target="../diagrams/colors79.xml"/><Relationship Id="rId10" Type="http://schemas.openxmlformats.org/officeDocument/2006/relationships/diagramColors" Target="../diagrams/colors80.xml"/><Relationship Id="rId4" Type="http://schemas.openxmlformats.org/officeDocument/2006/relationships/diagramQuickStyle" Target="../diagrams/quickStyle79.xml"/><Relationship Id="rId9" Type="http://schemas.openxmlformats.org/officeDocument/2006/relationships/diagramQuickStyle" Target="../diagrams/quickStyle80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2.xml"/><Relationship Id="rId3" Type="http://schemas.openxmlformats.org/officeDocument/2006/relationships/diagramLayout" Target="../diagrams/layout81.xml"/><Relationship Id="rId7" Type="http://schemas.openxmlformats.org/officeDocument/2006/relationships/diagramData" Target="../diagrams/data82.xml"/><Relationship Id="rId2" Type="http://schemas.openxmlformats.org/officeDocument/2006/relationships/diagramData" Target="../diagrams/data81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81.xml"/><Relationship Id="rId11" Type="http://schemas.microsoft.com/office/2007/relationships/diagramDrawing" Target="../diagrams/drawing82.xml"/><Relationship Id="rId5" Type="http://schemas.openxmlformats.org/officeDocument/2006/relationships/diagramColors" Target="../diagrams/colors81.xml"/><Relationship Id="rId10" Type="http://schemas.openxmlformats.org/officeDocument/2006/relationships/diagramColors" Target="../diagrams/colors82.xml"/><Relationship Id="rId4" Type="http://schemas.openxmlformats.org/officeDocument/2006/relationships/diagramQuickStyle" Target="../diagrams/quickStyle81.xml"/><Relationship Id="rId9" Type="http://schemas.openxmlformats.org/officeDocument/2006/relationships/diagramQuickStyle" Target="../diagrams/quickStyle8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3.xml"/><Relationship Id="rId7" Type="http://schemas.openxmlformats.org/officeDocument/2006/relationships/image" Target="../media/image27.jpeg"/><Relationship Id="rId2" Type="http://schemas.openxmlformats.org/officeDocument/2006/relationships/diagramData" Target="../diagrams/data83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83.xml"/><Relationship Id="rId5" Type="http://schemas.openxmlformats.org/officeDocument/2006/relationships/diagramColors" Target="../diagrams/colors83.xml"/><Relationship Id="rId4" Type="http://schemas.openxmlformats.org/officeDocument/2006/relationships/diagramQuickStyle" Target="../diagrams/quickStyle83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5.xml"/><Relationship Id="rId3" Type="http://schemas.openxmlformats.org/officeDocument/2006/relationships/diagramLayout" Target="../diagrams/layout84.xml"/><Relationship Id="rId7" Type="http://schemas.openxmlformats.org/officeDocument/2006/relationships/diagramData" Target="../diagrams/data85.xml"/><Relationship Id="rId2" Type="http://schemas.openxmlformats.org/officeDocument/2006/relationships/diagramData" Target="../diagrams/data84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84.xml"/><Relationship Id="rId11" Type="http://schemas.microsoft.com/office/2007/relationships/diagramDrawing" Target="../diagrams/drawing85.xml"/><Relationship Id="rId5" Type="http://schemas.openxmlformats.org/officeDocument/2006/relationships/diagramColors" Target="../diagrams/colors84.xml"/><Relationship Id="rId10" Type="http://schemas.openxmlformats.org/officeDocument/2006/relationships/diagramColors" Target="../diagrams/colors85.xml"/><Relationship Id="rId4" Type="http://schemas.openxmlformats.org/officeDocument/2006/relationships/diagramQuickStyle" Target="../diagrams/quickStyle84.xml"/><Relationship Id="rId9" Type="http://schemas.openxmlformats.org/officeDocument/2006/relationships/diagramQuickStyle" Target="../diagrams/quickStyle8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6.xml"/><Relationship Id="rId7" Type="http://schemas.openxmlformats.org/officeDocument/2006/relationships/image" Target="../media/image28.png"/><Relationship Id="rId2" Type="http://schemas.openxmlformats.org/officeDocument/2006/relationships/diagramData" Target="../diagrams/data86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86.xml"/><Relationship Id="rId5" Type="http://schemas.openxmlformats.org/officeDocument/2006/relationships/diagramColors" Target="../diagrams/colors86.xml"/><Relationship Id="rId4" Type="http://schemas.openxmlformats.org/officeDocument/2006/relationships/diagramQuickStyle" Target="../diagrams/quickStyle86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8.xml"/><Relationship Id="rId3" Type="http://schemas.openxmlformats.org/officeDocument/2006/relationships/diagramLayout" Target="../diagrams/layout87.xml"/><Relationship Id="rId7" Type="http://schemas.openxmlformats.org/officeDocument/2006/relationships/diagramData" Target="../diagrams/data88.xml"/><Relationship Id="rId2" Type="http://schemas.openxmlformats.org/officeDocument/2006/relationships/diagramData" Target="../diagrams/data87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87.xml"/><Relationship Id="rId11" Type="http://schemas.microsoft.com/office/2007/relationships/diagramDrawing" Target="../diagrams/drawing88.xml"/><Relationship Id="rId5" Type="http://schemas.openxmlformats.org/officeDocument/2006/relationships/diagramColors" Target="../diagrams/colors87.xml"/><Relationship Id="rId10" Type="http://schemas.openxmlformats.org/officeDocument/2006/relationships/diagramColors" Target="../diagrams/colors88.xml"/><Relationship Id="rId4" Type="http://schemas.openxmlformats.org/officeDocument/2006/relationships/diagramQuickStyle" Target="../diagrams/quickStyle87.xml"/><Relationship Id="rId9" Type="http://schemas.openxmlformats.org/officeDocument/2006/relationships/diagramQuickStyle" Target="../diagrams/quickStyle88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9.xml"/><Relationship Id="rId2" Type="http://schemas.openxmlformats.org/officeDocument/2006/relationships/diagramData" Target="../diagrams/data89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89.xml"/><Relationship Id="rId5" Type="http://schemas.openxmlformats.org/officeDocument/2006/relationships/diagramColors" Target="../diagrams/colors89.xml"/><Relationship Id="rId4" Type="http://schemas.openxmlformats.org/officeDocument/2006/relationships/diagramQuickStyle" Target="../diagrams/quickStyle89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0.xml"/><Relationship Id="rId7" Type="http://schemas.microsoft.com/office/2007/relationships/diagramDrawing" Target="../diagrams/drawing90.xm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90.xml"/><Relationship Id="rId5" Type="http://schemas.openxmlformats.org/officeDocument/2006/relationships/diagramQuickStyle" Target="../diagrams/quickStyle90.xml"/><Relationship Id="rId4" Type="http://schemas.openxmlformats.org/officeDocument/2006/relationships/diagramLayout" Target="../diagrams/layout90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3278B4-C1E2-9FFF-5B00-F3AF7C8106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ХVІІ ст.</a:t>
            </a:r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D8BF613E-0C41-D6F9-FEB8-2A2ECA91D6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04743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F9BC6B5-8D82-9DEC-DCB5-424347C6A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року Б.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обрано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гетьманом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Запорозького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E8ABCAD2-6054-2BD6-4252-651A14A73842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Хто наставив роги Богдану? | Історична правда">
            <a:extLst>
              <a:ext uri="{FF2B5EF4-FFF2-40B4-BE49-F238E27FC236}">
                <a16:creationId xmlns:a16="http://schemas.microsoft.com/office/drawing/2014/main" id="{8C3FF72C-E179-17F8-E739-58A862A73FF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1263" y="1846263"/>
            <a:ext cx="2891075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Місце для вмісту 6">
            <a:extLst>
              <a:ext uri="{FF2B5EF4-FFF2-40B4-BE49-F238E27FC236}">
                <a16:creationId xmlns:a16="http://schemas.microsoft.com/office/drawing/2014/main" id="{81741F1D-9A17-957B-770B-DC5AAF51A679}"/>
              </a:ext>
            </a:extLst>
          </p:cNvPr>
          <p:cNvGraphicFramePr>
            <a:graphicFrameLocks/>
          </p:cNvGraphicFramePr>
          <p:nvPr/>
        </p:nvGraphicFramePr>
        <p:xfrm>
          <a:off x="1112320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299632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324555-7EC8-0EDD-2505-45F587396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проти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Речі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Посполитої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проводом Б.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тривала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впродовж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97D3E4E-2C7C-68CC-B9D8-9253AA66B8B6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98E20B8F-D13C-8EBA-2C88-74B45F1DDE4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7114032" y="1831226"/>
            <a:ext cx="2980944" cy="4289651"/>
          </a:xfrm>
        </p:spPr>
      </p:pic>
    </p:spTree>
    <p:extLst>
      <p:ext uri="{BB962C8B-B14F-4D97-AF65-F5344CB8AC3E}">
        <p14:creationId xmlns:p14="http://schemas.microsoft.com/office/powerpoint/2010/main" val="3373434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C43181-4B1D-B078-EA1C-AEF6031B8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Хто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козацьких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провідників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проголосив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таку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програму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своїх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526F478-B7B6-CA86-2574-E42802571CB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sz="20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«Правда то, що я лихий, малий чоловік, але мені то Бог дав, що я </a:t>
            </a:r>
            <a:r>
              <a:rPr lang="uk-UA" sz="20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єсть</a:t>
            </a:r>
            <a:r>
              <a:rPr lang="uk-UA" sz="20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uk-UA" sz="20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єдиновладцем</a:t>
            </a:r>
            <a:r>
              <a:rPr lang="uk-UA" sz="20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самодержцем руським! Виб’ю з </a:t>
            </a:r>
            <a:r>
              <a:rPr lang="uk-UA" sz="20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лядськоі</a:t>
            </a:r>
            <a:r>
              <a:rPr lang="uk-UA" sz="20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̈ неволі руський народ увесь! Перше я за свою шкоду і кривду воював — тепер буду воювати за нашу православну віру! ...За границю на </a:t>
            </a:r>
            <a:r>
              <a:rPr lang="uk-UA" sz="20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віийу</a:t>
            </a:r>
            <a:r>
              <a:rPr lang="uk-UA" sz="20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не піду! Шаблі на Турків і Татар не </a:t>
            </a:r>
            <a:r>
              <a:rPr lang="uk-UA" sz="20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підійму</a:t>
            </a:r>
            <a:r>
              <a:rPr lang="uk-UA" sz="20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! Досить маю на </a:t>
            </a:r>
            <a:r>
              <a:rPr lang="uk-UA" sz="20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Україні</a:t>
            </a:r>
            <a:r>
              <a:rPr lang="uk-UA" sz="20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Поділлі і Волині... тепер досить достатку і пожитку в землі </a:t>
            </a:r>
            <a:r>
              <a:rPr lang="uk-UA" sz="2000" i="1" dirty="0">
                <a:solidFill>
                  <a:srgbClr val="000000"/>
                </a:solidFill>
                <a:latin typeface="Century Gothic" panose="020B0502020202020204" pitchFamily="34" charset="0"/>
              </a:rPr>
              <a:t>й</a:t>
            </a:r>
            <a:r>
              <a:rPr lang="uk-UA" sz="20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князівстві </a:t>
            </a:r>
            <a:r>
              <a:rPr lang="uk-UA" sz="20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моіїм</a:t>
            </a:r>
            <a:r>
              <a:rPr lang="uk-UA" sz="20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— по Львів, по </a:t>
            </a:r>
            <a:r>
              <a:rPr lang="uk-UA" sz="20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Холм</a:t>
            </a:r>
            <a:r>
              <a:rPr lang="uk-UA" sz="20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Галич»</a:t>
            </a:r>
            <a:r>
              <a:rPr lang="uk-UA" sz="2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sz="2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CAE234B-3E64-E161-2497-F3F834B058F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Місце для вмісту 4">
            <a:extLst>
              <a:ext uri="{FF2B5EF4-FFF2-40B4-BE49-F238E27FC236}">
                <a16:creationId xmlns:a16="http://schemas.microsoft.com/office/drawing/2014/main" id="{8CE6A62E-706F-A169-6433-C19F04B33E84}"/>
              </a:ext>
            </a:extLst>
          </p:cNvPr>
          <p:cNvGraphicFramePr>
            <a:graphicFrameLocks/>
          </p:cNvGraphicFramePr>
          <p:nvPr/>
        </p:nvGraphicFramePr>
        <p:xfrm>
          <a:off x="6218238" y="1845734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289251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4740D5-CD05-2025-1F36-9970C1136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Прочитайте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уривок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щодо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ХVІІ ст. і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виконайте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завдання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sz="32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B069F0E-DB0B-3E2F-2CC4-50563988BE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667250"/>
          </a:xfrm>
        </p:spPr>
        <p:txBody>
          <a:bodyPr>
            <a:normAutofit/>
          </a:bodyPr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«…у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католицькому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християнському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королівстві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вільній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Речі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Посполитій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[народ]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зазнає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такого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насильства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поганській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неволі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християни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-греки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зазнають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Захоплено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церкви,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монастирі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собори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заборонено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вільне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виконання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обрядів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...»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Автор 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документі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вказав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1DEB016-0437-DDFC-CD19-2E53506821D7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9627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C54DC4-DFFC-3474-13D1-C9BC5B8A5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Однією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причин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проти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Речі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Посполитої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XVII ст.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було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F334B0D-D09D-F0ED-C011-11D6746C7266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D3BC73C3-A8A1-57E2-3490-E0D4ABEA810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7260336" y="1604797"/>
            <a:ext cx="2761488" cy="4361245"/>
          </a:xfrm>
        </p:spPr>
      </p:pic>
      <p:graphicFrame>
        <p:nvGraphicFramePr>
          <p:cNvPr id="3" name="Місце для вмісту 4">
            <a:extLst>
              <a:ext uri="{FF2B5EF4-FFF2-40B4-BE49-F238E27FC236}">
                <a16:creationId xmlns:a16="http://schemas.microsoft.com/office/drawing/2014/main" id="{3A41FA2C-64BE-EF5D-4189-9738F5855DE2}"/>
              </a:ext>
            </a:extLst>
          </p:cNvPr>
          <p:cNvGraphicFramePr>
            <a:graphicFrameLocks/>
          </p:cNvGraphicFramePr>
          <p:nvPr/>
        </p:nvGraphicFramePr>
        <p:xfrm>
          <a:off x="1096963" y="1840338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409089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0CADEC-4F0D-788A-26C1-44BBB1944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 яку причину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ХVIІ ст.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йдеться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endParaRPr lang="uk-UA" sz="32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80AD579-D58D-0B42-1D8C-8F8595D266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«Тутешні селяни заслуговують на співчуття. Вони мусять працювати власноручно й зі своїми кіньми три дні на тиждень на користь свого пана, а також сплачувати йому певну кількість …хліба, багато півнів, курей,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гусей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курчат перед Великоднем, Трійцею та Різдвом…»?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BF6F795-A435-7305-2F4C-B2D99DA9AAF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9796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E23674-ED2E-2684-5034-ECB4AFCBF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якому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вказано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привід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НВВ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проти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Речі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Посполитої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XVII ст.?</a:t>
            </a:r>
            <a:endParaRPr lang="uk-UA" sz="36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6399114C-58E6-98A3-17D9-DA2E11E2EAD7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6FB81A8-69F6-691A-2A10-77209F8B6A7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279555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65FEDA-4454-486C-195C-423CC6146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287000" cy="1450757"/>
          </a:xfrm>
        </p:spPr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Територію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Запорозького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Гетьманщини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)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умов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Зборівського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договору (1649 р.)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endParaRPr lang="uk-UA" sz="32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03138FA-2014-00E2-A9EA-5CDC3CCCE11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195" y="3683706"/>
            <a:ext cx="2839020" cy="2960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88753566-6A3C-E65B-5D9E-7A83B5A2C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6981" y="2209366"/>
            <a:ext cx="2839019" cy="2948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84591ED2-9284-746A-3D73-65512C207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5952" y="3695891"/>
            <a:ext cx="2826835" cy="2948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8DBAD962-0207-314F-E080-622B3C3E4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0552" y="1954659"/>
            <a:ext cx="2826835" cy="2948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1076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1C61DB-B616-9A72-4B1B-A2E2C74F7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умов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договору на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територію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Війська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Запорозького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Гетьманщини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)?</a:t>
            </a:r>
            <a:endParaRPr lang="uk-UA" sz="3600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C8EFBA4-E870-ED38-5703-DF5E561DB5F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7280" y="2120264"/>
            <a:ext cx="5452095" cy="3576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BE7A7BE-290C-72C2-DCDC-FB6EA04D6294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199" y="1825625"/>
          <a:ext cx="585216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27367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FF5555-9FD0-E051-3663-50CD36F52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заштрихована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територія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Гетьманщини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умов</a:t>
            </a:r>
            <a:endParaRPr lang="uk-UA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8D812D6-ECD1-EC39-3DE3-452A82AD5D6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28801" y="1861264"/>
            <a:ext cx="3025832" cy="4007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EED06C7-8A35-4A22-628C-D4358975C5E7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5312346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59344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DA3DB-CE97-5B25-BA56-3B49DFD08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 карті заштриховано територію:</a:t>
            </a:r>
            <a:endParaRPr lang="uk-UA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02D1D4B-7AA8-1DBA-8A2D-F98BD63392E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5154" y="1846263"/>
            <a:ext cx="4722329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E771275-B392-092C-7467-746BD040C3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20" y="1845628"/>
            <a:ext cx="5157216" cy="4023360"/>
          </a:xfrm>
        </p:spPr>
        <p:txBody>
          <a:bodyPr/>
          <a:lstStyle/>
          <a:p>
            <a:pPr algn="l">
              <a:buFont typeface="+mj-lt"/>
              <a:buAutoNum type="arabicPeriod"/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Українських земель, які ввійшли до складу Польського королівства внаслідок укладення Люблінської унії 1569 р.</a:t>
            </a:r>
          </a:p>
          <a:p>
            <a:pPr algn="l">
              <a:buFont typeface="+mj-lt"/>
              <a:buAutoNum type="arabicPeriod"/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Української козацької держави – Гетьманщини – відповідно до умов Зборівського мирного договору 1649 р.</a:t>
            </a:r>
          </a:p>
          <a:p>
            <a:endParaRPr lang="uk-UA" dirty="0"/>
          </a:p>
        </p:txBody>
      </p:sp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3299BD19-B54C-9019-9427-905EBA0C72B7}"/>
              </a:ext>
            </a:extLst>
          </p:cNvPr>
          <p:cNvGraphicFramePr/>
          <p:nvPr/>
        </p:nvGraphicFramePr>
        <p:xfrm>
          <a:off x="7495032" y="3749040"/>
          <a:ext cx="4145280" cy="32632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54514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C847A9-0621-8003-AC26-B9150E395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468" y="419209"/>
            <a:ext cx="10058400" cy="1450757"/>
          </a:xfrm>
        </p:spPr>
        <p:txBody>
          <a:bodyPr>
            <a:normAutofit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Територію Гетьманщини, позначено на карті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32656F8-C7E2-AF57-C5A6-A41593011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3836" cy="4351338"/>
          </a:xfrm>
        </p:spPr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«...де його королівська милість дозволяє мати сорок тисяч війська запорозького, укладення реєстру козаків довіряє гетьманові Війська Запорозького, а посади всілякі обіцяє роздавати тут обивателям віри православної грецької»</a:t>
            </a: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 </a:t>
            </a:r>
            <a:endParaRPr lang="uk-UA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AB88C53A-8588-9AB3-0E61-D38AC7890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5118" y="358775"/>
            <a:ext cx="2857500" cy="293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E19EBDB4-4000-57D8-8E23-318C23249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9398" y="3429000"/>
            <a:ext cx="2857500" cy="292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0892F7FA-FA7B-A12F-15E0-4BE809787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314" y="3905250"/>
            <a:ext cx="2857500" cy="295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410342C0-52BE-F873-FF44-6CAD47290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827" y="2616391"/>
            <a:ext cx="2857500" cy="298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1190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BD57EB-B04A-D9C5-3173-C091B4031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645" y="856715"/>
            <a:ext cx="11828809" cy="1325563"/>
          </a:xfrm>
        </p:spPr>
        <p:txBody>
          <a:bodyPr>
            <a:noAutofit/>
          </a:bodyPr>
          <a:lstStyle/>
          <a:p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Територію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Війська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Запорозького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Гетьманщини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)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умов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Білоцерківського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договору (1651 р.)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картосхемі</a:t>
            </a:r>
            <a:endParaRPr lang="uk-UA" sz="36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FD3A97F-91FF-81EF-D6B4-7E3FE92CEFE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258" r="49150"/>
          <a:stretch/>
        </p:blipFill>
        <p:spPr bwMode="auto">
          <a:xfrm>
            <a:off x="9143766" y="2012161"/>
            <a:ext cx="3001870" cy="2833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AE3BE133-15B0-1609-8BAE-FCE80392F4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289" b="50258"/>
          <a:stretch/>
        </p:blipFill>
        <p:spPr bwMode="auto">
          <a:xfrm>
            <a:off x="0" y="2371378"/>
            <a:ext cx="3001870" cy="2898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AD03048F-2A1A-2EB3-0AFA-E20735595D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90" b="50258"/>
          <a:stretch/>
        </p:blipFill>
        <p:spPr bwMode="auto">
          <a:xfrm>
            <a:off x="3047922" y="3820706"/>
            <a:ext cx="3001870" cy="2898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F5FED346-5F42-893F-D94F-EA543B096D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50" t="50258"/>
          <a:stretch/>
        </p:blipFill>
        <p:spPr bwMode="auto">
          <a:xfrm>
            <a:off x="6095844" y="2924886"/>
            <a:ext cx="3001870" cy="2833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0310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573FE0-53E7-9CA0-D0D9-F68524046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Якими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цифрами на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території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втрачені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Гетьманщиною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умовами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Білоцерківського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договору 1651 р.?</a:t>
            </a:r>
            <a:endParaRPr lang="uk-UA" sz="3200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415B613D-7F26-299C-2D85-6F4E1F6E1F5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89605" y="2076202"/>
            <a:ext cx="3953427" cy="3562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Місце для вмісту 2">
            <a:extLst>
              <a:ext uri="{FF2B5EF4-FFF2-40B4-BE49-F238E27FC236}">
                <a16:creationId xmlns:a16="http://schemas.microsoft.com/office/drawing/2014/main" id="{8FFE6EAB-3C75-6975-A3FA-2A39153BED47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7920" y="1845735"/>
          <a:ext cx="493776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Місце для вмісту 2">
            <a:extLst>
              <a:ext uri="{FF2B5EF4-FFF2-40B4-BE49-F238E27FC236}">
                <a16:creationId xmlns:a16="http://schemas.microsoft.com/office/drawing/2014/main" id="{2EA5B5A6-4335-96B1-1839-65A5BDE628B2}"/>
              </a:ext>
            </a:extLst>
          </p:cNvPr>
          <p:cNvGraphicFramePr>
            <a:graphicFrameLocks/>
          </p:cNvGraphicFramePr>
          <p:nvPr/>
        </p:nvGraphicFramePr>
        <p:xfrm>
          <a:off x="6217920" y="1854667"/>
          <a:ext cx="493776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098131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AAF68B-63F6-E027-7157-B01108ABC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Територію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Запорозького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Гетьманщини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)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умов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Білоцерківського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договору (1651 р.)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endParaRPr lang="uk-UA" sz="3200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DD113D98-5A6F-D2FA-C14C-320AA73E5B9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8" y="3567200"/>
            <a:ext cx="2959935" cy="3106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>
            <a:extLst>
              <a:ext uri="{FF2B5EF4-FFF2-40B4-BE49-F238E27FC236}">
                <a16:creationId xmlns:a16="http://schemas.microsoft.com/office/drawing/2014/main" id="{A2911293-BBB7-5683-F23D-89D250F7163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938" y="2197676"/>
            <a:ext cx="2952937" cy="3092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>
            <a:extLst>
              <a:ext uri="{FF2B5EF4-FFF2-40B4-BE49-F238E27FC236}">
                <a16:creationId xmlns:a16="http://schemas.microsoft.com/office/drawing/2014/main" id="{D68409EB-AB1B-26F1-4BEE-73F881365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737122"/>
            <a:ext cx="2959935" cy="3092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>
            <a:extLst>
              <a:ext uri="{FF2B5EF4-FFF2-40B4-BE49-F238E27FC236}">
                <a16:creationId xmlns:a16="http://schemas.microsoft.com/office/drawing/2014/main" id="{33D672C6-052A-FFA8-7C35-E7964AA20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6060" y="2183681"/>
            <a:ext cx="2952937" cy="3106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0529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B8F82A-901A-1F29-6CAE-A86D1900D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Яка битва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ХVII ст. мала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наслідок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описаний 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endParaRPr lang="uk-UA" sz="32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E4A9898-539B-2E8F-9C71-B4C3CDC1C3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«І тільки трапилася нагода, що Хмельницький прислав послання з пропозицією про мир, як ляхи відразу ж прислали своїх посланців і підписали його. Ось статті цієї угоди. Військо козацьке має складатися лише з двадцяти тисяч...»</a:t>
            </a: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3D92EF2-7817-7467-132A-DE46AF598EB7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4542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33E722-D7F3-A196-44F6-448139A26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умов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договору на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територію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Війська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Запорозького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Гетьманщини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)?</a:t>
            </a:r>
            <a:endParaRPr lang="uk-UA" sz="3600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DB443405-A0E9-406E-4064-4AB973FAAAA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6963" y="2232455"/>
            <a:ext cx="4938712" cy="3250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3C4FB74-C3D6-99AD-01F0-1695B074CC27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" name="Місце для вмісту 4">
            <a:extLst>
              <a:ext uri="{FF2B5EF4-FFF2-40B4-BE49-F238E27FC236}">
                <a16:creationId xmlns:a16="http://schemas.microsoft.com/office/drawing/2014/main" id="{7FF6D1CB-B585-1146-6B80-DE5BE69EB1C2}"/>
              </a:ext>
            </a:extLst>
          </p:cNvPr>
          <p:cNvGraphicFramePr>
            <a:graphicFrameLocks/>
          </p:cNvGraphicFramePr>
          <p:nvPr/>
        </p:nvGraphicFramePr>
        <p:xfrm>
          <a:off x="6218238" y="1846262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748961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0E7856-89A3-2ED2-F7FF-4C9DEA980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1649 та 1651 роки в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історії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проводом Б.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пов’язані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4BF8517-F24B-4C88-5408-A6695A42814A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5E68D45-BF66-072E-C5CB-E92DAB5A3A4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graphicFrame>
        <p:nvGraphicFramePr>
          <p:cNvPr id="6" name="Місце для вмісту 4">
            <a:extLst>
              <a:ext uri="{FF2B5EF4-FFF2-40B4-BE49-F238E27FC236}">
                <a16:creationId xmlns:a16="http://schemas.microsoft.com/office/drawing/2014/main" id="{C8263BE3-F39C-95B8-9CE8-59FE689D7E2C}"/>
              </a:ext>
            </a:extLst>
          </p:cNvPr>
          <p:cNvGraphicFramePr>
            <a:graphicFrameLocks/>
          </p:cNvGraphicFramePr>
          <p:nvPr/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471512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B4D65C-1891-592B-16AF-7E16EF837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територію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Гетьманщини</a:t>
            </a:r>
            <a:endParaRPr lang="uk-U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90BE27F-63D3-FB84-2E6A-BBA35A880FC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00326" y="1846263"/>
            <a:ext cx="3931986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DA73C75-1B27-A0B7-8812-DC2AAADB755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650800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D45026-89AF-A4DF-DDA4-67A090830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Ліквідація</a:t>
            </a:r>
            <a:r>
              <a:rPr lang="ru-RU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магнатського</a:t>
            </a:r>
            <a:r>
              <a:rPr lang="ru-RU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землеволодіння</a:t>
            </a:r>
            <a:r>
              <a:rPr lang="ru-RU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  <a:r>
              <a:rPr lang="ru-RU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панщини</a:t>
            </a:r>
            <a:r>
              <a:rPr lang="ru-RU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  <a:r>
              <a:rPr lang="ru-RU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масове</a:t>
            </a:r>
            <a:r>
              <a:rPr lang="ru-RU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покозачення</a:t>
            </a:r>
            <a:r>
              <a:rPr lang="ru-RU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 селянства, </a:t>
            </a:r>
            <a:r>
              <a:rPr lang="ru-RU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формування</a:t>
            </a:r>
            <a:r>
              <a:rPr lang="ru-RU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новоі</a:t>
            </a:r>
            <a:r>
              <a:rPr lang="ru-RU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̈ </a:t>
            </a:r>
            <a:r>
              <a:rPr lang="ru-RU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еліти</a:t>
            </a:r>
            <a:r>
              <a:rPr lang="ru-RU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суспільства</a:t>
            </a:r>
            <a:r>
              <a:rPr lang="ru-RU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 на </a:t>
            </a:r>
            <a:r>
              <a:rPr lang="ru-RU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основі</a:t>
            </a:r>
            <a:r>
              <a:rPr lang="ru-RU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козацькоі</a:t>
            </a:r>
            <a:r>
              <a:rPr lang="ru-RU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̈ </a:t>
            </a:r>
            <a:r>
              <a:rPr lang="ru-RU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старшини</a:t>
            </a:r>
            <a:r>
              <a:rPr lang="ru-RU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відбулися</a:t>
            </a:r>
            <a:r>
              <a:rPr lang="ru-RU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 в </a:t>
            </a:r>
            <a:r>
              <a:rPr lang="ru-RU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результаті</a:t>
            </a:r>
            <a:endParaRPr lang="uk-UA" sz="3200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2820A6DE-D58E-A9D6-886E-17DBF70DBED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Місце для вмісту 3">
            <a:extLst>
              <a:ext uri="{FF2B5EF4-FFF2-40B4-BE49-F238E27FC236}">
                <a16:creationId xmlns:a16="http://schemas.microsoft.com/office/drawing/2014/main" id="{F2C8D6C0-EC88-5FEE-A93B-965C4B3840E1}"/>
              </a:ext>
            </a:extLst>
          </p:cNvPr>
          <p:cNvGraphicFramePr>
            <a:graphicFrameLocks/>
          </p:cNvGraphicFramePr>
          <p:nvPr/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177031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0D5A92-9947-28CF-7FE0-74FFA2F5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зміни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відбулися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соціально-економічному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житті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ході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ХVІІ ст.?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3C5AE35-2716-3AF0-B2DA-F11DBAB77E3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51531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D352F1-D02D-BC50-E8E4-A52BCFDE3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Скликана в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Переяславі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(1654 р.)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гетьманом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Б.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Хмельницьким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Генеральна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військова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рада мала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вирішити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питання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</a:t>
            </a:r>
            <a:endParaRPr lang="uk-UA" sz="3600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844A385B-C752-B89B-4AA5-D20860938A6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30897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A7B62C-F0BB-7109-25AD-E10291C49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якому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договорі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Запорозького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містилися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такі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положення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7A2A0E5-1D14-4288-506E-7B250AC4E1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добрими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справами [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приймати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.., а 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справах приходили -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писати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Государя..; з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Турецьким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султаном і з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Польським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королем без указу Государя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вступати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відносини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...»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8BBE509-2A33-9CBF-2969-7EC50120319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40834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A492E8-FE87-13FF-6E9B-3CF837D12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передумовою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документа: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A8DEBE6-F076-A020-3DF5-023D3D8F64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чорнобильців, і тож дуже небагатьох, ґвалтом взяли присягу; тамтешні міщани нерадо прийнявши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московитів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роз’їхалися по різних містах і містечках, не присягали і присягати не хочуть. Вони заявили, що швидше помруть, ніж будуть присягати московському цареві і твердо стоять на цьому...»?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5EAAED2-F0F0-C280-928B-2A06C68DAD6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14785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D45026-89AF-A4DF-DDA4-67A090830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Ліквідація</a:t>
            </a:r>
            <a:r>
              <a:rPr lang="ru-RU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магнатського</a:t>
            </a:r>
            <a:r>
              <a:rPr lang="ru-RU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землеволодіння</a:t>
            </a:r>
            <a:r>
              <a:rPr lang="ru-RU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  <a:r>
              <a:rPr lang="ru-RU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панщини</a:t>
            </a:r>
            <a:r>
              <a:rPr lang="ru-RU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  <a:r>
              <a:rPr lang="ru-RU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масове</a:t>
            </a:r>
            <a:r>
              <a:rPr lang="ru-RU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покозачення</a:t>
            </a:r>
            <a:r>
              <a:rPr lang="ru-RU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 селянства, </a:t>
            </a:r>
            <a:r>
              <a:rPr lang="ru-RU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формування</a:t>
            </a:r>
            <a:r>
              <a:rPr lang="ru-RU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новоі</a:t>
            </a:r>
            <a:r>
              <a:rPr lang="ru-RU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̈ </a:t>
            </a:r>
            <a:r>
              <a:rPr lang="ru-RU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еліти</a:t>
            </a:r>
            <a:r>
              <a:rPr lang="ru-RU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суспільства</a:t>
            </a:r>
            <a:r>
              <a:rPr lang="ru-RU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 на </a:t>
            </a:r>
            <a:r>
              <a:rPr lang="ru-RU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основі</a:t>
            </a:r>
            <a:r>
              <a:rPr lang="ru-RU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козацькоі</a:t>
            </a:r>
            <a:r>
              <a:rPr lang="ru-RU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̈ </a:t>
            </a:r>
            <a:r>
              <a:rPr lang="ru-RU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старшини</a:t>
            </a:r>
            <a:r>
              <a:rPr lang="ru-RU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відбулися</a:t>
            </a:r>
            <a:r>
              <a:rPr lang="ru-RU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 в </a:t>
            </a:r>
            <a:r>
              <a:rPr lang="ru-RU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результаті</a:t>
            </a:r>
            <a:endParaRPr lang="uk-UA" sz="3200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2820A6DE-D58E-A9D6-886E-17DBF70DBED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Місце для вмісту 3">
            <a:extLst>
              <a:ext uri="{FF2B5EF4-FFF2-40B4-BE49-F238E27FC236}">
                <a16:creationId xmlns:a16="http://schemas.microsoft.com/office/drawing/2014/main" id="{F2C8D6C0-EC88-5FEE-A93B-965C4B3840E1}"/>
              </a:ext>
            </a:extLst>
          </p:cNvPr>
          <p:cNvGraphicFramePr>
            <a:graphicFrameLocks/>
          </p:cNvGraphicFramePr>
          <p:nvPr/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220449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0D5A92-9947-28CF-7FE0-74FFA2F5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зміни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відбулися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соціально-економічному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житті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ході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ХVІІ ст.?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3C5AE35-2716-3AF0-B2DA-F11DBAB77E3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89886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D352F1-D02D-BC50-E8E4-A52BCFDE3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Скликана в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Переяславі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(1654 р.)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гетьманом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Б.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Хмельницьким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Генеральна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військова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рада мала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вирішити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питання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</a:t>
            </a:r>
            <a:endParaRPr lang="uk-UA" sz="3600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844A385B-C752-B89B-4AA5-D20860938A6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46651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A7B62C-F0BB-7109-25AD-E10291C49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якому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договорі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Запорозького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містилися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такі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положення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7A2A0E5-1D14-4288-506E-7B250AC4E1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добрими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справами [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приймати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.., а 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справах приходили -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писати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Государя..; з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Турецьким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султаном і з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Польським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королем без указу Государя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вступати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відносини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...»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8BBE509-2A33-9CBF-2969-7EC50120319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85544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A492E8-FE87-13FF-6E9B-3CF837D12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передумовою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документа: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A8DEBE6-F076-A020-3DF5-023D3D8F64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чорнобильців, і тож дуже небагатьох, ґвалтом взяли присягу; тамтешні міщани нерадо прийнявши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московитів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роз’їхалися по різних містах і містечках, не присягали і присягати не хочуть. Вони заявили, що швидше помруть, ніж будуть присягати московському цареві і твердо стоять на цьому...»?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5EAAED2-F0F0-C280-928B-2A06C68DAD6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3587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F90273-C355-C503-25BD-C5638C4CD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схарактеризовано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реакцію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населення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8CF4A72-29CF-14A6-8A6D-FB67A8CA26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Кияни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теж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цього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були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противні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й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хотіли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 присяги… Митрополит не дозволив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присягати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й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отець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архімандрит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і все духовенство…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Гадяцький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Брацлавський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полки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хотіли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зноситися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Богданом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Хмельницьким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»,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2DC321C-E70B-6C3A-69EA-1C340F293C67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081684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E25943-B632-2045-F6EC-663518188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Такими словами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аргументував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полковник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Іван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Богун свою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позицію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щодо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недоцільності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укладання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DA5ED90-7BD8-3FAE-9DBC-9AE3B3AE25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Московщині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панує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найогидніше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рабство. Там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немає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й бути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може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нічого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власного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все є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власністю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царя.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Московські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бояри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титулують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себе “рабами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царськими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”. Увесь народ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московський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є рабом. 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Московії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продають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людей на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базарі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як у нас худобу.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Приєднатися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такого народу –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гірше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як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скочити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живим 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вогонь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3FE4A93-B4B8-CDE3-794A-572411EA4AE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631612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B91440-52F4-AE96-F0C9-6AE769D41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держави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Б.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дорікав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5498B36-D57D-2BE5-C6E2-E0DDEDBFD4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«…Я </a:t>
            </a:r>
            <a:r>
              <a:rPr lang="ru-RU" dirty="0" err="1"/>
              <a:t>прийняв</a:t>
            </a:r>
            <a:r>
              <a:rPr lang="ru-RU" dirty="0"/>
              <a:t> </a:t>
            </a:r>
            <a:r>
              <a:rPr lang="ru-RU" dirty="0" err="1"/>
              <a:t>підданство</a:t>
            </a:r>
            <a:r>
              <a:rPr lang="ru-RU" dirty="0"/>
              <a:t> не для того,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робити</a:t>
            </a:r>
            <a:r>
              <a:rPr lang="ru-RU" dirty="0"/>
              <a:t> те,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скажеш</a:t>
            </a:r>
            <a:r>
              <a:rPr lang="ru-RU" dirty="0"/>
              <a:t>… Я з </a:t>
            </a:r>
            <a:r>
              <a:rPr lang="ru-RU" dirty="0" err="1"/>
              <a:t>польським</a:t>
            </a:r>
            <a:r>
              <a:rPr lang="ru-RU" dirty="0"/>
              <a:t> королем перед </a:t>
            </a:r>
            <a:r>
              <a:rPr lang="ru-RU" dirty="0" err="1"/>
              <a:t>тим</a:t>
            </a:r>
            <a:r>
              <a:rPr lang="ru-RU" dirty="0"/>
              <a:t> </a:t>
            </a:r>
            <a:r>
              <a:rPr lang="ru-RU" dirty="0" err="1"/>
              <a:t>бився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вернути</a:t>
            </a:r>
            <a:r>
              <a:rPr lang="ru-RU" dirty="0"/>
              <a:t> свободу </a:t>
            </a:r>
            <a:r>
              <a:rPr lang="ru-RU" dirty="0" err="1"/>
              <a:t>собі</a:t>
            </a:r>
            <a:r>
              <a:rPr lang="ru-RU" dirty="0"/>
              <a:t> й козакам…»?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FAF798F-AF83-2B24-57EE-89B86E91CBE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81815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64597B-43F1-95EA-614C-B2C564FBF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року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Києві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вперше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розміщено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гарнізон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московських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чолі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воєводою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342A12C-EA59-FD97-BA31-7E915D2CAB2B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C5EFF85-FDE8-8CF1-C35C-2A82B2D195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499498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830A06-2B76-26A2-5DEB-4556CB412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Союзницькі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відносини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склалися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Військом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Запорозьким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Московським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царством,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відкривали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перед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гетьманом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Б.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Хмельницьким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перспективу довести до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переможного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кінця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війну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проти</a:t>
            </a:r>
            <a:endParaRPr lang="uk-UA" sz="28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205D3B9A-45B9-C85F-0695-B56DD7AE387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30686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A6846F-7EDF-1E2C-D0D2-76AD8FEA0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послідовність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описаних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подій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XVII ст.</a:t>
            </a:r>
            <a:endParaRPr lang="uk-UA" sz="4000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11DA9455-071B-9BC2-74AD-7656304CE8B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12238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0F1E73-02C5-BCF4-AD06-D350096AA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послідовність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описаних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нижче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подій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проти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Речі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Посполитої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XVII ст.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7CF0902-AA6E-E5D8-2F6A-1971FF4B664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E0386AED-50DA-6E2B-EA8D-2C317403A80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964879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B8DCB3-64B3-833E-64C1-C0881F7C2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2" y="263633"/>
            <a:ext cx="10534205" cy="1450757"/>
          </a:xfrm>
        </p:spPr>
        <p:txBody>
          <a:bodyPr>
            <a:noAutofit/>
          </a:bodyPr>
          <a:lstStyle/>
          <a:p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чому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полягала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особливість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перебігу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боротьби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впродовж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червня 1652 р. —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серпня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1657 р.?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32ABD15-0005-25C4-2001-90BA58FCB837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8B5C464B-22DA-BB93-523A-B450B3C886D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0611492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6B60FC-7976-413F-A7F7-92A24260F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варіант</a:t>
            </a:r>
            <a:r>
              <a:rPr lang="ru-RU" dirty="0"/>
              <a:t> </a:t>
            </a:r>
            <a:r>
              <a:rPr lang="ru-RU" dirty="0" err="1"/>
              <a:t>заповнення</a:t>
            </a:r>
            <a:r>
              <a:rPr lang="ru-RU" dirty="0"/>
              <a:t> </a:t>
            </a:r>
            <a:r>
              <a:rPr lang="ru-RU" dirty="0" err="1"/>
              <a:t>пропусків</a:t>
            </a:r>
            <a:r>
              <a:rPr lang="ru-RU" dirty="0"/>
              <a:t> у </a:t>
            </a:r>
            <a:r>
              <a:rPr lang="ru-RU" dirty="0" err="1"/>
              <a:t>поданому</a:t>
            </a:r>
            <a:r>
              <a:rPr lang="ru-RU" dirty="0"/>
              <a:t> </a:t>
            </a:r>
            <a:r>
              <a:rPr lang="ru-RU" dirty="0" err="1"/>
              <a:t>нижче</a:t>
            </a:r>
            <a:r>
              <a:rPr lang="ru-RU" dirty="0"/>
              <a:t> </a:t>
            </a:r>
            <a:r>
              <a:rPr lang="ru-RU" dirty="0" err="1"/>
              <a:t>твердженні</a:t>
            </a:r>
            <a:r>
              <a:rPr lang="ru-RU" dirty="0"/>
              <a:t> є </a:t>
            </a:r>
            <a:r>
              <a:rPr lang="ru-RU" dirty="0" err="1"/>
              <a:t>правильним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32AC9F5-31A9-27D2-F806-1F87163086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«У </a:t>
            </a:r>
            <a:r>
              <a:rPr lang="ru-RU" dirty="0" err="1"/>
              <a:t>жовтні</a:t>
            </a:r>
            <a:r>
              <a:rPr lang="ru-RU" dirty="0"/>
              <a:t> 1656 р. переговори </a:t>
            </a:r>
            <a:r>
              <a:rPr lang="ru-RU" dirty="0" err="1"/>
              <a:t>завершилися</a:t>
            </a:r>
            <a:r>
              <a:rPr lang="ru-RU" dirty="0"/>
              <a:t> </a:t>
            </a:r>
            <a:r>
              <a:rPr lang="ru-RU" dirty="0" err="1"/>
              <a:t>підписанням</a:t>
            </a:r>
            <a:r>
              <a:rPr lang="ru-RU" dirty="0"/>
              <a:t> __________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Річчю</a:t>
            </a:r>
            <a:r>
              <a:rPr lang="ru-RU" dirty="0"/>
              <a:t> Посполитою та __________.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викликало</a:t>
            </a:r>
            <a:r>
              <a:rPr lang="ru-RU" dirty="0"/>
              <a:t> </a:t>
            </a:r>
            <a:r>
              <a:rPr lang="ru-RU" dirty="0" err="1"/>
              <a:t>обурення</a:t>
            </a:r>
            <a:r>
              <a:rPr lang="ru-RU" dirty="0"/>
              <a:t> __________. І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вступає</a:t>
            </a:r>
            <a:r>
              <a:rPr lang="ru-RU" dirty="0"/>
              <a:t> у </a:t>
            </a:r>
            <a:r>
              <a:rPr lang="ru-RU" dirty="0" err="1"/>
              <a:t>воєнний</a:t>
            </a:r>
            <a:r>
              <a:rPr lang="ru-RU" dirty="0"/>
              <a:t> союз з </a:t>
            </a:r>
            <a:r>
              <a:rPr lang="ru-RU" dirty="0" err="1"/>
              <a:t>Трансільванією</a:t>
            </a:r>
            <a:r>
              <a:rPr lang="ru-RU" dirty="0"/>
              <a:t> та __________».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A6677C9-A382-3F81-7C2B-F56297E45DE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00068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EBACB1-FC87-E31D-3BCD-77FB732DA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Масове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покозачення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населення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земель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відбулося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результаті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5DD7370-13FA-CF26-F1E1-D69297C4DB30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FAD1773-7AD0-02F0-F3A4-FDA21B0DE6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660271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55E6EE-669A-8D5A-82D3-481951252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Визначте соціально-економічну зміну, пов'язану зі становленням Української козацької держави в роки Національно-визвольної війни середини Х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V</a:t>
            </a:r>
            <a:r>
              <a:rPr lang="uk-UA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ІІ ст.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775B243-891A-4D38-ECA6-10B440C701F1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3C0FB03-8740-1354-BA50-42F5D6595EC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392601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D92F66-84E4-FEF2-9B85-8DA8C8504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відповідність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документами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часів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проводом Б.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роком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ухвалення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sz="32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1E39EB07-7829-551B-2CCA-FF2ADFC3C5F7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66928" y="1512501"/>
          <a:ext cx="2816034" cy="5008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2BC286E6-3D60-7382-BFD0-0986EA63A4B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627597" y="1599345"/>
          <a:ext cx="2816034" cy="49211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F63A52AF-9D41-948F-618C-0395FA06EA29}"/>
              </a:ext>
            </a:extLst>
          </p:cNvPr>
          <p:cNvGraphicFramePr/>
          <p:nvPr/>
        </p:nvGraphicFramePr>
        <p:xfrm>
          <a:off x="6617525" y="1884267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18287268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6BD4A-5E84-3497-1322-FE15A306D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Проаналізуйте</a:t>
            </a:r>
            <a:r>
              <a:rPr lang="ru-RU" b="1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фрагмент 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1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документа та 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виконайте</a:t>
            </a:r>
            <a:r>
              <a:rPr lang="ru-RU" b="1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завдання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194E15B-6E02-9820-0283-B0C01CEC1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«Він (гетьман) з’єднався в полі вище Базавлука з мурзою Тугай-беєм і вже хотів був іти зі своїм військом просто на Чигирин, щоби привітати головного свого ворога Чаплинського.</a:t>
            </a:r>
            <a:endParaRPr lang="uk-UA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 algn="l"/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Однак від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пійманців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яких перестріли на січовому шляху татари, він довідався, що польські війська та [реєстровців] уже відправлено: одних – водою до Кодака, а інших – суходолом через Крилов на Жовту Воду й також до Кодака…»</a:t>
            </a:r>
            <a:endParaRPr lang="uk-UA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072946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6B60FC-7976-413F-A7F7-92A24260F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варіант</a:t>
            </a:r>
            <a:r>
              <a:rPr lang="ru-RU" dirty="0"/>
              <a:t> </a:t>
            </a:r>
            <a:r>
              <a:rPr lang="ru-RU" dirty="0" err="1"/>
              <a:t>заповнення</a:t>
            </a:r>
            <a:r>
              <a:rPr lang="ru-RU" dirty="0"/>
              <a:t> </a:t>
            </a:r>
            <a:r>
              <a:rPr lang="ru-RU" dirty="0" err="1"/>
              <a:t>пропусків</a:t>
            </a:r>
            <a:r>
              <a:rPr lang="ru-RU" dirty="0"/>
              <a:t> у </a:t>
            </a:r>
            <a:r>
              <a:rPr lang="ru-RU" dirty="0" err="1"/>
              <a:t>поданому</a:t>
            </a:r>
            <a:r>
              <a:rPr lang="ru-RU" dirty="0"/>
              <a:t> </a:t>
            </a:r>
            <a:r>
              <a:rPr lang="ru-RU" dirty="0" err="1"/>
              <a:t>нижче</a:t>
            </a:r>
            <a:r>
              <a:rPr lang="ru-RU" dirty="0"/>
              <a:t> </a:t>
            </a:r>
            <a:r>
              <a:rPr lang="ru-RU" dirty="0" err="1"/>
              <a:t>твердженні</a:t>
            </a:r>
            <a:r>
              <a:rPr lang="ru-RU" dirty="0"/>
              <a:t> є </a:t>
            </a:r>
            <a:r>
              <a:rPr lang="ru-RU" dirty="0" err="1"/>
              <a:t>правильним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32AC9F5-31A9-27D2-F806-1F87163086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«У </a:t>
            </a:r>
            <a:r>
              <a:rPr lang="ru-RU" dirty="0" err="1"/>
              <a:t>жовтні</a:t>
            </a:r>
            <a:r>
              <a:rPr lang="ru-RU" dirty="0"/>
              <a:t> 1656 р. переговори </a:t>
            </a:r>
            <a:r>
              <a:rPr lang="ru-RU" dirty="0" err="1"/>
              <a:t>завершилися</a:t>
            </a:r>
            <a:r>
              <a:rPr lang="ru-RU" dirty="0"/>
              <a:t> </a:t>
            </a:r>
            <a:r>
              <a:rPr lang="ru-RU" dirty="0" err="1"/>
              <a:t>підписанням</a:t>
            </a:r>
            <a:r>
              <a:rPr lang="ru-RU" dirty="0"/>
              <a:t> __________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Річчю</a:t>
            </a:r>
            <a:r>
              <a:rPr lang="ru-RU" dirty="0"/>
              <a:t> Посполитою та __________.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викликало</a:t>
            </a:r>
            <a:r>
              <a:rPr lang="ru-RU" dirty="0"/>
              <a:t> </a:t>
            </a:r>
            <a:r>
              <a:rPr lang="ru-RU" dirty="0" err="1"/>
              <a:t>обурення</a:t>
            </a:r>
            <a:r>
              <a:rPr lang="ru-RU" dirty="0"/>
              <a:t> __________. І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вступає</a:t>
            </a:r>
            <a:r>
              <a:rPr lang="ru-RU" dirty="0"/>
              <a:t> у </a:t>
            </a:r>
            <a:r>
              <a:rPr lang="ru-RU" dirty="0" err="1"/>
              <a:t>воєнний</a:t>
            </a:r>
            <a:r>
              <a:rPr lang="ru-RU" dirty="0"/>
              <a:t> союз з </a:t>
            </a:r>
            <a:r>
              <a:rPr lang="ru-RU" dirty="0" err="1"/>
              <a:t>Трансільванією</a:t>
            </a:r>
            <a:r>
              <a:rPr lang="ru-RU" dirty="0"/>
              <a:t> та __________».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A6677C9-A382-3F81-7C2B-F56297E45DE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72936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EBACB1-FC87-E31D-3BCD-77FB732DA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Масове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покозачення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населення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земель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відбулося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результаті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5DD7370-13FA-CF26-F1E1-D69297C4DB30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FAD1773-7AD0-02F0-F3A4-FDA21B0DE6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605356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55E6EE-669A-8D5A-82D3-481951252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Визначте соціально-економічну зміну, пов'язану зі становленням Української козацької держави в роки Національно-визвольної війни середини Х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V</a:t>
            </a:r>
            <a:r>
              <a:rPr lang="uk-UA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ІІ ст.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775B243-891A-4D38-ECA6-10B440C701F1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3C0FB03-8740-1354-BA50-42F5D6595EC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467325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D92F66-84E4-FEF2-9B85-8DA8C8504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відповідність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документами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часів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проводом Б.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роком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ухвалення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sz="32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1E39EB07-7829-551B-2CCA-FF2ADFC3C5F7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66928" y="1512501"/>
          <a:ext cx="2816034" cy="5008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2BC286E6-3D60-7382-BFD0-0986EA63A4B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627597" y="1599345"/>
          <a:ext cx="2816034" cy="49211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F63A52AF-9D41-948F-618C-0395FA06EA29}"/>
              </a:ext>
            </a:extLst>
          </p:cNvPr>
          <p:cNvGraphicFramePr/>
          <p:nvPr/>
        </p:nvGraphicFramePr>
        <p:xfrm>
          <a:off x="6617525" y="1884267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37870741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D2151D-6C51-6465-2148-49F473E0D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Битви 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1069714F-FF59-C176-634C-EFAEB8EBA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42348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6BD4A-5E84-3497-1322-FE15A306D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Проаналізуйте</a:t>
            </a:r>
            <a:r>
              <a:rPr lang="ru-RU" b="1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фрагмент 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1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документа та 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виконайте</a:t>
            </a:r>
            <a:r>
              <a:rPr lang="ru-RU" b="1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завдання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194E15B-6E02-9820-0283-B0C01CEC1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«Він (гетьман) з’єднався в полі вище Базавлука з мурзою Тугай-беєм і вже хотів був іти зі своїм військом просто на Чигирин, щоби привітати головного свого ворога Чаплинського.</a:t>
            </a:r>
            <a:endParaRPr lang="uk-UA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 algn="l"/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Однак від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пійманців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яких перестріли на січовому шляху татари, він довідався, що польські війська та [реєстровців] уже відправлено: одних – водою до Кодака, а інших – суходолом через Крилов на Жовту Воду й також до Кодака…»</a:t>
            </a:r>
            <a:endParaRPr lang="uk-UA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309718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85F95-16FB-5EB7-BCD8-2817D278C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років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ХVІІ ст.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проілюстровано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картосхемі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sz="36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5A4B3D2-C9D3-0381-8DDE-63B3563FC27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6963" y="2028473"/>
            <a:ext cx="4938712" cy="3658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654AF88-CF27-DB46-1E32-410CF5A914E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3596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936B874-C110-BBBE-8191-0F7478262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історичному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відбулися</a:t>
            </a:r>
            <a:endParaRPr lang="uk-UA" dirty="0"/>
          </a:p>
        </p:txBody>
      </p:sp>
      <p:sp>
        <p:nvSpPr>
          <p:cNvPr id="5" name="Місце для вмісту 4">
            <a:extLst>
              <a:ext uri="{FF2B5EF4-FFF2-40B4-BE49-F238E27FC236}">
                <a16:creationId xmlns:a16="http://schemas.microsoft.com/office/drawing/2014/main" id="{6845E564-8192-C786-A03B-0EF8AA9F3A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l"/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«Він (гетьман) з’єднався в полі вище Базавлука з мурзою Тугай-беєм і вже хотів був іти зі своїм військом просто на Чигирин, щоби привітати головного свого ворога Чаплинського.</a:t>
            </a:r>
            <a:endParaRPr lang="uk-UA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 algn="l"/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Однак від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пійманців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яких перестріли на січовому шляху татари, він довідався, що польські війська та [реєстровців] уже відправлено: одних – водою до Кодака, а інших – суходолом через Крилов на Жовту Воду й також до Кодака…»</a:t>
            </a:r>
            <a:endParaRPr lang="uk-UA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B2E733D4-9D22-372E-0DA3-0EE2C068044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68405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C0B6A2-8FD0-D9AC-25C3-FABDDEE28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документі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привели до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8B52124-98D4-5374-9BA9-DCF5E879D5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l"/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«Він (гетьман) з’єднався в полі вище Базавлука з мурзою Тугай-беєм і вже хотів був іти зі своїм військом просто на Чигирин, щоби привітати головного свого ворога Чаплинського.</a:t>
            </a:r>
            <a:endParaRPr lang="uk-UA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 algn="l"/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Однак від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пійманців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яких перестріли на січовому шляху татари, він довідався, що польські війська та [реєстровців] уже відправлено: одних – водою до Кодака, а інших – суходолом через Крилов на Жовту Воду й також до Кодака…»</a:t>
            </a:r>
            <a:endParaRPr lang="uk-UA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A9DD653-38BD-6B7E-F6EE-AAAA0BFF7F5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06037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FCF355-8A44-3F04-FD6C-8D151BA29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Перший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період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(1648—1649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рр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.)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проводом Б.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характеризувався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FB6162D-2D96-EF8A-5510-DAB77BF739A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Місце для вмісту 4">
            <a:extLst>
              <a:ext uri="{FF2B5EF4-FFF2-40B4-BE49-F238E27FC236}">
                <a16:creationId xmlns:a16="http://schemas.microsoft.com/office/drawing/2014/main" id="{661989CA-89D2-0FE5-ADF5-2F8C2532F328}"/>
              </a:ext>
            </a:extLst>
          </p:cNvPr>
          <p:cNvGraphicFramePr>
            <a:graphicFrameLocks/>
          </p:cNvGraphicFramePr>
          <p:nvPr/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908438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EDDA7F-A4EA-BC88-3598-7BA464EF0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відбулася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перша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переможна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битва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козацького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війська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ході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проти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Речі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Посполитої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ХVІІ ст.?</a:t>
            </a:r>
            <a:endParaRPr lang="uk-UA" sz="28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A2DC4D8-753F-A4A3-6C89-BFD3CEF07872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FC923611-9861-B9DA-BDF6-F023B36FA7A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5359" y="1846263"/>
            <a:ext cx="3742883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Місце для вмісту 4">
            <a:extLst>
              <a:ext uri="{FF2B5EF4-FFF2-40B4-BE49-F238E27FC236}">
                <a16:creationId xmlns:a16="http://schemas.microsoft.com/office/drawing/2014/main" id="{4D5B8822-BD93-4F81-C8AA-7689CCCB510C}"/>
              </a:ext>
            </a:extLst>
          </p:cNvPr>
          <p:cNvGraphicFramePr>
            <a:graphicFrameLocks/>
          </p:cNvGraphicFramePr>
          <p:nvPr/>
        </p:nvGraphicFramePr>
        <p:xfrm>
          <a:off x="1109550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830719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FFDF4E-083E-767E-7304-524E9916D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Першу перемогу 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Національно-визвольній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проти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Речі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Посполитої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XVII ст.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козацьке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здобуло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</a:t>
            </a:r>
            <a:endParaRPr lang="uk-UA" sz="3200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56BE84CD-B409-0A0D-FE18-BC09C01D223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4974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42CC5E-7457-89F5-5E47-D833335B2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Яка держава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союзницею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козацького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початку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XVII ст.?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198B3F1-8BCC-9714-38EC-4426DCB4FF59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97E5C5C-8FE9-7740-0A08-C57A3FF927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081614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1ABA7D-B949-86CA-84FB-09657B744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Союзником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козаків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боротьбі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Речі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Посполитої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впродовж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1648–1649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рр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09A21E7-4FB4-2E05-87AC-BBEA9DE0624A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10CC90B-AB2F-8A10-B3BD-06C21AE82B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Блок-схема: дані 2">
            <a:extLst>
              <a:ext uri="{FF2B5EF4-FFF2-40B4-BE49-F238E27FC236}">
                <a16:creationId xmlns:a16="http://schemas.microsoft.com/office/drawing/2014/main" id="{C25CB4D9-F53D-6963-02F8-39065290F7E0}"/>
              </a:ext>
            </a:extLst>
          </p:cNvPr>
          <p:cNvSpPr/>
          <p:nvPr/>
        </p:nvSpPr>
        <p:spPr>
          <a:xfrm>
            <a:off x="199505" y="-1"/>
            <a:ext cx="2543695" cy="6858001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06626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9CE597-0A90-930C-A3C7-888B06168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відповідність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роками та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подіями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XVII ст.,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описаними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цитованих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документах.</a:t>
            </a:r>
            <a:endParaRPr lang="uk-UA" sz="28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A772D46-BBF8-91A1-DC3C-E376A53F55C8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2A76691-E6FF-0327-7A29-6CE9C412D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4"/>
            <a:ext cx="5864629" cy="5032375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«Щодо кількості війська... дозволяє його королівська милість 40-тисячний реєстр Війська Запорозького упорядкувати гетьманові того ж війська... щоб він був складений відповідно до договору...»</a:t>
            </a:r>
          </a:p>
          <a:p>
            <a:pPr algn="l"/>
            <a:endParaRPr lang="uk-UA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 algn="l"/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«Дозволяємо організовувати реєстрове військо.., яке мусить перебувати тільки в маєтках, що містяться у воєводстві Київському...»</a:t>
            </a:r>
          </a:p>
          <a:p>
            <a:pPr algn="l"/>
            <a:endParaRPr lang="uk-UA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 algn="l"/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«...[деякі] полки відірвалися від Хмельницького і відмовилися присягати московському цареві... Хмельницький присягнув московському цареві у Переяславі... »</a:t>
            </a:r>
          </a:p>
          <a:p>
            <a:pPr algn="l"/>
            <a:endParaRPr lang="uk-UA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 algn="l"/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«Тих... польських ратних людей біля Жовтих Вод самовільні козаки, з’єднавшись разом із татарами, всіх побили, а інших у полон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побрали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...»</a:t>
            </a:r>
          </a:p>
          <a:p>
            <a:pPr algn="l"/>
            <a:endParaRPr lang="uk-UA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 algn="l"/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«Київ має залишатися також на стороні їхньої царської величності... Пониззя ріки Дніпра, що називається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Запороги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козаки, що живуть на січі, і в Кодаку... мають бути у володінні і в державі... їхньої царської величності... »</a:t>
            </a:r>
            <a:endParaRPr lang="uk-UA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endParaRPr lang="uk-UA" dirty="0"/>
          </a:p>
        </p:txBody>
      </p:sp>
      <p:sp>
        <p:nvSpPr>
          <p:cNvPr id="3" name="Блок-схема: дані 2">
            <a:extLst>
              <a:ext uri="{FF2B5EF4-FFF2-40B4-BE49-F238E27FC236}">
                <a16:creationId xmlns:a16="http://schemas.microsoft.com/office/drawing/2014/main" id="{AA3A1F67-9E62-C5BA-F4E6-46627CD2801B}"/>
              </a:ext>
            </a:extLst>
          </p:cNvPr>
          <p:cNvSpPr/>
          <p:nvPr/>
        </p:nvSpPr>
        <p:spPr>
          <a:xfrm>
            <a:off x="199505" y="-1"/>
            <a:ext cx="2543695" cy="6858001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394742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4E4BFA-3AC0-AD2B-242A-B71A9EAFB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Перебіг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подіи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̆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періоду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Національно-визвольноі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̈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війни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українського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ХVІІ ст.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відображено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sz="36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7A5221B-34B0-C66B-45DD-3D1FF890AA0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6963" y="2351318"/>
            <a:ext cx="4938712" cy="3012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A65A622-4272-A3BD-EE5B-33C71D8BB28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" name="Місце для вмісту 4">
            <a:extLst>
              <a:ext uri="{FF2B5EF4-FFF2-40B4-BE49-F238E27FC236}">
                <a16:creationId xmlns:a16="http://schemas.microsoft.com/office/drawing/2014/main" id="{EE29E137-FBA5-6FA5-55D0-9446438165A7}"/>
              </a:ext>
            </a:extLst>
          </p:cNvPr>
          <p:cNvGraphicFramePr>
            <a:graphicFrameLocks/>
          </p:cNvGraphicFramePr>
          <p:nvPr/>
        </p:nvGraphicFramePr>
        <p:xfrm>
          <a:off x="6218238" y="1846262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255015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D684A4-9E83-4673-1DFE-C7FBC8A64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Хто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з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козацьких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ватажків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є прототипом головного героя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картини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50AE4615-917A-2C43-0987-E03F1FC4EBB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43037" y="1846263"/>
            <a:ext cx="3046564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E44F7AB-3FA2-7D93-FD49-643D79ADA66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" name="Місце для вмісту 4">
            <a:extLst>
              <a:ext uri="{FF2B5EF4-FFF2-40B4-BE49-F238E27FC236}">
                <a16:creationId xmlns:a16="http://schemas.microsoft.com/office/drawing/2014/main" id="{7747A70B-3515-6000-D1AE-1DD618DFA1BB}"/>
              </a:ext>
            </a:extLst>
          </p:cNvPr>
          <p:cNvGraphicFramePr>
            <a:graphicFrameLocks/>
          </p:cNvGraphicFramePr>
          <p:nvPr/>
        </p:nvGraphicFramePr>
        <p:xfrm>
          <a:off x="6218238" y="1846262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215383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4798E-9A6D-F961-22E3-8749D99B5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відображені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картині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відбувалися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час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бойових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козаків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проти</a:t>
            </a:r>
            <a:endParaRPr lang="uk-U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919BC4-D6EC-1F1C-E879-BF1C388E29E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43037" y="1846263"/>
            <a:ext cx="3046564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3A8B968A-59E1-0BD9-4486-48A7D41BDB2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Блок-схема: дані 2">
            <a:extLst>
              <a:ext uri="{FF2B5EF4-FFF2-40B4-BE49-F238E27FC236}">
                <a16:creationId xmlns:a16="http://schemas.microsoft.com/office/drawing/2014/main" id="{EF33B664-4BB7-7B99-3663-08A335AAF1B2}"/>
              </a:ext>
            </a:extLst>
          </p:cNvPr>
          <p:cNvSpPr/>
          <p:nvPr/>
        </p:nvSpPr>
        <p:spPr>
          <a:xfrm>
            <a:off x="199505" y="-1"/>
            <a:ext cx="2543695" cy="6858001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8135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4E4BFA-3AC0-AD2B-242A-B71A9EAFB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Перебіг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подіи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̆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періоду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Національно-визвольноі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̈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війни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українського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ХVІІ ст.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відображено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sz="36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7A5221B-34B0-C66B-45DD-3D1FF890AA0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6963" y="2351318"/>
            <a:ext cx="4938712" cy="3012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A65A622-4272-A3BD-EE5B-33C71D8BB28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" name="Місце для вмісту 4">
            <a:extLst>
              <a:ext uri="{FF2B5EF4-FFF2-40B4-BE49-F238E27FC236}">
                <a16:creationId xmlns:a16="http://schemas.microsoft.com/office/drawing/2014/main" id="{EE29E137-FBA5-6FA5-55D0-9446438165A7}"/>
              </a:ext>
            </a:extLst>
          </p:cNvPr>
          <p:cNvGraphicFramePr>
            <a:graphicFrameLocks/>
          </p:cNvGraphicFramePr>
          <p:nvPr/>
        </p:nvGraphicFramePr>
        <p:xfrm>
          <a:off x="6218238" y="1846262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222406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D684A4-9E83-4673-1DFE-C7FBC8A64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Хто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з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козацьких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ватажків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є прототипом головного героя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картини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50AE4615-917A-2C43-0987-E03F1FC4EBB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43037" y="1846263"/>
            <a:ext cx="3046564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E44F7AB-3FA2-7D93-FD49-643D79ADA66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" name="Місце для вмісту 4">
            <a:extLst>
              <a:ext uri="{FF2B5EF4-FFF2-40B4-BE49-F238E27FC236}">
                <a16:creationId xmlns:a16="http://schemas.microsoft.com/office/drawing/2014/main" id="{7747A70B-3515-6000-D1AE-1DD618DFA1BB}"/>
              </a:ext>
            </a:extLst>
          </p:cNvPr>
          <p:cNvGraphicFramePr>
            <a:graphicFrameLocks/>
          </p:cNvGraphicFramePr>
          <p:nvPr/>
        </p:nvGraphicFramePr>
        <p:xfrm>
          <a:off x="6218238" y="1846262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4047639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4798E-9A6D-F961-22E3-8749D99B5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відображені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картині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відбувалися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час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бойових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козаків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проти</a:t>
            </a:r>
            <a:endParaRPr lang="uk-U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919BC4-D6EC-1F1C-E879-BF1C388E29E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43037" y="1846263"/>
            <a:ext cx="3046564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3A8B968A-59E1-0BD9-4486-48A7D41BDB2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0157161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D879F8-F76F-5FE2-08CB-E269D2061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Ілюстрацією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періоду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може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слугувати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зображена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картина?</a:t>
            </a:r>
            <a:endParaRPr lang="uk-UA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C3687D6-8FD1-03C6-E18B-96C96861ADE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43037" y="1846263"/>
            <a:ext cx="3046564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9955BFD-E4E5-B024-CD1A-02F0E6D3700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9613531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87E61C-C2B6-A683-BFCF-481E915A8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відповідність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назвами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битв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проводом Б.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їхніми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наслідками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sz="32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6A3C1D9A-A033-982B-E131-22ABEED6796D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1FB23A5-9ECF-BB5B-C6A5-5B2DE02EBB3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0560418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7D4F8D-E3EE-F827-F0AF-DD4EAF6C7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відповідність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битвою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часів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проводом Б.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роком, коли вона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відбулася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C9747A7-1EEC-B693-F4DD-7A74ABDD5474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C20A154E-E741-78C3-D5EF-EB9A8F588C9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96111961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9E68F4-7D45-7135-3ADA-B7C16F621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Яка битва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XVII ст.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відбулася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1652 р.?</a:t>
            </a:r>
            <a:endParaRPr lang="uk-UA" sz="4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9F552D7-C17A-60D5-3C72-88727F903A9D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FB1EF194-1255-0D68-A108-3024159D5C1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439" y="1846263"/>
            <a:ext cx="3402722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604299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44360C-310F-3714-DB7F-9EB24083A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Узгодьте</a:t>
            </a:r>
            <a:r>
              <a:rPr lang="ru-RU" dirty="0"/>
              <a:t> </a:t>
            </a:r>
            <a:r>
              <a:rPr lang="ru-RU" dirty="0" err="1"/>
              <a:t>подію</a:t>
            </a:r>
            <a:r>
              <a:rPr lang="ru-RU" dirty="0"/>
              <a:t> </a:t>
            </a:r>
            <a:r>
              <a:rPr lang="ru-RU" dirty="0" err="1"/>
              <a:t>Національно-визвольної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 </a:t>
            </a:r>
            <a:r>
              <a:rPr lang="ru-RU" dirty="0" err="1"/>
              <a:t>українського</a:t>
            </a:r>
            <a:r>
              <a:rPr lang="ru-RU" dirty="0"/>
              <a:t> народу </a:t>
            </a:r>
            <a:r>
              <a:rPr lang="ru-RU" dirty="0" err="1"/>
              <a:t>середини</a:t>
            </a:r>
            <a:r>
              <a:rPr lang="ru-RU" dirty="0"/>
              <a:t> XVII ст. з роком, коли вона </a:t>
            </a:r>
            <a:r>
              <a:rPr lang="ru-RU" dirty="0" err="1"/>
              <a:t>відбувалася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7D373240-EC3A-447E-CAF3-C32B9A49890D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3023539-3A87-7306-8786-53BFD4F552F4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11570645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1DDA14-E1CB-3FC1-CF1C-456220186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стало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підсумком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відображених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картосхемі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D5D9EC5-1D80-B62C-62D2-407EAD45D08C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338" name="Picture 2">
            <a:extLst>
              <a:ext uri="{FF2B5EF4-FFF2-40B4-BE49-F238E27FC236}">
                <a16:creationId xmlns:a16="http://schemas.microsoft.com/office/drawing/2014/main" id="{185A4216-BEF3-1CE6-EF55-7894943511A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71876" y="1876149"/>
            <a:ext cx="4829849" cy="3962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748811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FC05A-0369-671A-90F0-C4E44654A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Визначте</a:t>
            </a:r>
            <a:r>
              <a:rPr lang="ru-RU" dirty="0"/>
              <a:t> </a:t>
            </a:r>
            <a:r>
              <a:rPr lang="ru-RU" dirty="0" err="1"/>
              <a:t>умови</a:t>
            </a:r>
            <a:r>
              <a:rPr lang="ru-RU" dirty="0"/>
              <a:t> </a:t>
            </a:r>
            <a:r>
              <a:rPr lang="ru-RU" dirty="0" err="1"/>
              <a:t>Білоцерківського</a:t>
            </a:r>
            <a:r>
              <a:rPr lang="ru-RU" dirty="0"/>
              <a:t> договору 1651 р.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21E6536-7D2F-E9BC-5DE6-49BD49FE18B7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D3BF496F-AD60-6740-5D6F-F59AD43B2EF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24231158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DD35B5-5664-97B2-94ED-99498DEC0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битви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XVII ст.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відбулися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впродовж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1649 — 1651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рр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A4408E0-6358-9AC8-92F0-4A3D1994251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3573C25-0691-875D-D5D3-9FAEE1CD568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1245734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BB8169-9076-79DE-EE4E-3E43CE6D2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Проаналізуйте зображену картосхему.</a:t>
            </a:r>
            <a:endParaRPr lang="uk-UA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F813EFD9-0DE1-4348-799C-1376B1C5C6C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8865" y="1846263"/>
            <a:ext cx="4894908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3D3B4E9-A52A-16FE-4C96-D58B7F95046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5327848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739FAC-C7B3-AD17-C96C-A17A1ABD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Укажіть портрет історичної постаті, діяльність якої описує сучасник подій: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88AAE91-330F-294F-D326-19863168FC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«Військо наше розгромлено вщент… зрадник засновує нове князівство… Чернь, рада тому, що [він] оберігає її, відчиняє міста, уводить туди його як тріумфатора-переможця… Київ оголосив він своєю столицею… Орда стоїть проти нас… Воєводства Київське, Брацлавське, Чернігівське вважає своїми, погрожує Волині та Поділлю…»</a:t>
            </a:r>
            <a:endParaRPr lang="uk-UA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0C93B20C-F2AF-4095-E810-DCFAD1566D4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624" y="1690688"/>
            <a:ext cx="1807176" cy="2395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2E558870-C7B1-5915-8A2E-EA2ACE41A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482" y="4129804"/>
            <a:ext cx="1835526" cy="2564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>
            <a:extLst>
              <a:ext uri="{FF2B5EF4-FFF2-40B4-BE49-F238E27FC236}">
                <a16:creationId xmlns:a16="http://schemas.microsoft.com/office/drawing/2014/main" id="{D7E5DFCB-10A6-E1B8-B898-2B37B0E33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712" y="1664872"/>
            <a:ext cx="1807176" cy="2421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>
            <a:extLst>
              <a:ext uri="{FF2B5EF4-FFF2-40B4-BE49-F238E27FC236}">
                <a16:creationId xmlns:a16="http://schemas.microsoft.com/office/drawing/2014/main" id="{DC75E316-C29A-E3CF-573D-A9B07EB19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7853" y="4129804"/>
            <a:ext cx="1905674" cy="2564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87105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Ретроспектива">
  <a:themeElements>
    <a:clrScheme name="Ретроспектива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Ретроспектива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спектива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4672</Words>
  <Application>Microsoft Office PowerPoint</Application>
  <PresentationFormat>Широкий екран</PresentationFormat>
  <Paragraphs>456</Paragraphs>
  <Slides>74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слайдів</vt:lpstr>
      </vt:variant>
      <vt:variant>
        <vt:i4>74</vt:i4>
      </vt:variant>
    </vt:vector>
  </HeadingPairs>
  <TitlesOfParts>
    <vt:vector size="80" baseType="lpstr">
      <vt:lpstr>Arial</vt:lpstr>
      <vt:lpstr>Calibri</vt:lpstr>
      <vt:lpstr>Calibri Light</vt:lpstr>
      <vt:lpstr>Century Gothic</vt:lpstr>
      <vt:lpstr>Тема Office</vt:lpstr>
      <vt:lpstr>Ретроспектива</vt:lpstr>
      <vt:lpstr>Національно-визвольна війна українського народу середини ХVІІ ст.</vt:lpstr>
      <vt:lpstr>Якого року Б. Хмельницького було обрано гетьманом Війська Запорозького?</vt:lpstr>
      <vt:lpstr>Національно-визвольна війна українського народу проти Речі Посполитої під проводом Б. Хмельницького тривала впродовж</vt:lpstr>
      <vt:lpstr>Хто з козацьких провідників проголосив таку програму своїх дій:</vt:lpstr>
      <vt:lpstr>Прочитайте уривок з історичного джерела щодо Національно-визвольної війни українського народу середини ХVІІ ст. і виконайте завдання.</vt:lpstr>
      <vt:lpstr>Однією з причин Національно-визвольної війни українського народу проти Речі Посполитої середини XVII ст. було</vt:lpstr>
      <vt:lpstr>Про яку причину Національно-визвольної війни українського народу середини ХVIІ ст. йдеться в уривку з історичного джерела</vt:lpstr>
      <vt:lpstr>У якому уривку з історичного джерела вказано привід до НВВ українського народу проти Речі Посполитої середини XVII ст.?</vt:lpstr>
      <vt:lpstr>Територію Війська Запорозького (Гетьманщини) відповідно до умов Зборівського договору (1649 р.) позначено на карті</vt:lpstr>
      <vt:lpstr>Відповідно до умов якого договору на карті позначено територію Війська Запорозького (Гетьманщини)?</vt:lpstr>
      <vt:lpstr>На карті заштрихована територія Гетьманщини відповідно до умов</vt:lpstr>
      <vt:lpstr>На карті заштриховано територію:</vt:lpstr>
      <vt:lpstr>Територію Гетьманщини, позначено на карті</vt:lpstr>
      <vt:lpstr>Територію Війська Запорозького (Гетьманщини) відповідно до умов Білоцерківського договору (1651 р.) позначено на картосхемі</vt:lpstr>
      <vt:lpstr>Якими цифрами на карті позначено території, втрачені Гетьманщиною за умовами Білоцерківського договору 1651 р.?</vt:lpstr>
      <vt:lpstr>Територію Війська Запорозького (Гетьманщини) відповідно до умов Білоцерківського договору (1651 р.) позначено на карті</vt:lpstr>
      <vt:lpstr>Яка битва Національно-визвольної війни українського народу середини ХVII ст. мала наслідок, описаний в уривку джерела</vt:lpstr>
      <vt:lpstr>Відповідно до умов якого договору на карті позначено територію Війська Запорозького (Гетьманщини)?</vt:lpstr>
      <vt:lpstr>1649 та 1651 роки в історії Національно-визвольної війни українського народу під проводом Б. Хмельницького пов’язані з</vt:lpstr>
      <vt:lpstr>На карті позначено територію Гетьманщини</vt:lpstr>
      <vt:lpstr>Ліквідація магнатського землеволодіння, панщини, масове покозачення селянства, формування нової еліти суспільства на основі козацької старшини відбулися в результаті</vt:lpstr>
      <vt:lpstr>Які зміни відбулися в соціально-економічному житті українського народу в ході Національно-визвольної війни середини ХVІІ ст.?</vt:lpstr>
      <vt:lpstr>Скликана в Переяславі (1654 р.) гетьманом Б. Хмельницьким Генеральна військова рада мала вирішити питання про</vt:lpstr>
      <vt:lpstr>У якому договорі Війська Запорозького містилися такі положення:</vt:lpstr>
      <vt:lpstr>Що було передумовою подій, описаних в уривку з історичного документа:</vt:lpstr>
      <vt:lpstr>Ліквідація магнатського землеволодіння, панщини, масове покозачення селянства, формування нової еліти суспільства на основі козацької старшини відбулися в результаті</vt:lpstr>
      <vt:lpstr>Які зміни відбулися в соціально-економічному житті українського народу в ході Національно-визвольної війни середини ХVІІ ст.?</vt:lpstr>
      <vt:lpstr>Скликана в Переяславі (1654 р.) гетьманом Б. Хмельницьким Генеральна військова рада мала вирішити питання про</vt:lpstr>
      <vt:lpstr>У якому договорі Війська Запорозького містилися такі положення:</vt:lpstr>
      <vt:lpstr>Що було передумовою подій, описаних в уривку з історичного документа:</vt:lpstr>
      <vt:lpstr>В уривку з джерела схарактеризовано реакцію населення на</vt:lpstr>
      <vt:lpstr>Такими словами аргументував полковник Іван Богун свою позицію щодо недоцільності укладання</vt:lpstr>
      <vt:lpstr>Послу якої держави Б. Хмельницький дорікав:</vt:lpstr>
      <vt:lpstr>Якого року в Києві вперше розміщено гарнізон московських військ на чолі з воєводою?</vt:lpstr>
      <vt:lpstr>Союзницькі відносини, що склалися між Військом Запорозьким і Московським царством, відкривали перед гетьманом Б. Хмельницьким перспективу довести до переможного кінця війну проти</vt:lpstr>
      <vt:lpstr>Установіть послідовність описаних подій Національно-визвольної війни українського народу середини XVII ст.</vt:lpstr>
      <vt:lpstr>Установіть послідовність описаних нижче подій національно-визвольної війни українського народу проти Речі Посполитої середини XVII ст.</vt:lpstr>
      <vt:lpstr>У чому полягала особливість перебігу національно-визвольної боротьби українського народу впродовж червня 1652 р. — серпня 1657 р.?</vt:lpstr>
      <vt:lpstr>Який варіант заповнення пропусків у поданому нижче твердженні є правильним?</vt:lpstr>
      <vt:lpstr>Масове покозачення населення українських земель відбулося в результаті</vt:lpstr>
      <vt:lpstr>Визначте соціально-економічну зміну, пов'язану зі становленням Української козацької держави в роки Національно-визвольної війни середини ХVІІ ст.</vt:lpstr>
      <vt:lpstr>Установіть відповідність між документами часів Національно-визвольної війни під проводом Б. Хмельницького та роком його ухвалення.</vt:lpstr>
      <vt:lpstr>Проаналізуйте фрагмент історичного документа та виконайте завдання</vt:lpstr>
      <vt:lpstr>Який варіант заповнення пропусків у поданому нижче твердженні є правильним?</vt:lpstr>
      <vt:lpstr>Масове покозачення населення українських земель відбулося в результаті</vt:lpstr>
      <vt:lpstr>Визначте соціально-економічну зміну, пов'язану зі становленням Української козацької держави в роки Національно-визвольної війни середини ХVІІ ст.</vt:lpstr>
      <vt:lpstr>Установіть відповідність між документами часів Національно-визвольної війни під проводом Б. Хмельницького та роком його ухвалення.</vt:lpstr>
      <vt:lpstr>Битви </vt:lpstr>
      <vt:lpstr>Проаналізуйте фрагмент історичного документа та виконайте завдання</vt:lpstr>
      <vt:lpstr>Події яких років Національно-визвольної війни українського народу середини ХVІІ ст. проілюстровано на картосхемі?</vt:lpstr>
      <vt:lpstr>Події, описані в історичному джерелі, відбулися</vt:lpstr>
      <vt:lpstr>Описані в документі події привели до</vt:lpstr>
      <vt:lpstr>Перший період (1648—1649 рр.) Національно-визвольної війни українського народу під проводом Б. Хмельницького характеризувався</vt:lpstr>
      <vt:lpstr>Де відбулася перша переможна битва козацького війська в ході Національно-визвольної війни українського народу проти Речі Посполитої середини ХVІІ ст.?</vt:lpstr>
      <vt:lpstr>Першу перемогу в Національно-визвольній війні українського народу проти Речі Посполитої середини XVII ст. козацьке військо здобуло під</vt:lpstr>
      <vt:lpstr>Яка держава була союзницею козацького війська на початку Національно-визвольної війни українського народу середини XVII ст.?</vt:lpstr>
      <vt:lpstr>Союзником козаків у боротьбі проти Речі Посполитої впродовж 1648–1649 рр. було</vt:lpstr>
      <vt:lpstr>Установіть відповідність між роками та подіями Національно-визвольної війни українського народу середини XVII ст., описаними в цитованих документах.</vt:lpstr>
      <vt:lpstr>Перебіг подій якого періоду Національно-визвольної війни українського народу середини ХVІІ ст. відображено на карті?</vt:lpstr>
      <vt:lpstr>Хто з козацьких ватажків є прототипом головного героя картини?</vt:lpstr>
      <vt:lpstr>Події, відображені на картині, відбувалися під час бойових дій козаків проти</vt:lpstr>
      <vt:lpstr>Перебіг подій якого періоду Національно-визвольної війни українського народу середини ХVІІ ст. відображено на карті?</vt:lpstr>
      <vt:lpstr>Хто з козацьких ватажків є прототипом головного героя картини?</vt:lpstr>
      <vt:lpstr>Події, відображені на картині, відбувалися під час бойових дій козаків проти</vt:lpstr>
      <vt:lpstr>Ілюстрацією якого періоду історії України може слугувати зображена картина?</vt:lpstr>
      <vt:lpstr>Установіть відповідність між назвами битв Національно-визвольної війни українського народу під проводом Б. Хмельницького та їхніми наслідками.</vt:lpstr>
      <vt:lpstr>Установіть відповідність між битвою часів Національно-визвольної війни під проводом Б. Хмельницького та роком, коли вона відбулася.</vt:lpstr>
      <vt:lpstr>Яка битва Національно-визвольної війни українського народу середини XVII ст. відбулася в 1652 р.?</vt:lpstr>
      <vt:lpstr>Узгодьте подію Національно-визвольної війни українського народу середини XVII ст. з роком, коли вона відбувалася.</vt:lpstr>
      <vt:lpstr>Що стало підсумком подій, відображених на картосхемі?</vt:lpstr>
      <vt:lpstr>Визначте умови Білоцерківського договору 1651 р.</vt:lpstr>
      <vt:lpstr>Які битви Національно-визвольної війни середини XVII ст. відбулися впродовж 1649 — 1651 рр.?</vt:lpstr>
      <vt:lpstr>Проаналізуйте зображену картосхему.</vt:lpstr>
      <vt:lpstr>Укажіть портрет історичної постаті, діяльність якої описує сучасник подій: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Корниенко</dc:creator>
  <cp:lastModifiedBy>Сергей Корниенко</cp:lastModifiedBy>
  <cp:revision>1</cp:revision>
  <dcterms:created xsi:type="dcterms:W3CDTF">2024-11-10T08:54:02Z</dcterms:created>
  <dcterms:modified xsi:type="dcterms:W3CDTF">2024-11-10T09:12:33Z</dcterms:modified>
</cp:coreProperties>
</file>